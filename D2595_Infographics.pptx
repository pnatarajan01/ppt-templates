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  <p:sldMasterId id="2147483656" r:id="rId2"/>
  </p:sldMasterIdLst>
  <p:notesMasterIdLst>
    <p:notesMasterId r:id="rId35"/>
  </p:notesMasterIdLst>
  <p:sldIdLst>
    <p:sldId id="364" r:id="rId3"/>
    <p:sldId id="365" r:id="rId4"/>
    <p:sldId id="366" r:id="rId5"/>
    <p:sldId id="367" r:id="rId6"/>
    <p:sldId id="361" r:id="rId7"/>
    <p:sldId id="360" r:id="rId8"/>
    <p:sldId id="362" r:id="rId9"/>
    <p:sldId id="363" r:id="rId10"/>
    <p:sldId id="299" r:id="rId11"/>
    <p:sldId id="315" r:id="rId12"/>
    <p:sldId id="317" r:id="rId13"/>
    <p:sldId id="297" r:id="rId14"/>
    <p:sldId id="358" r:id="rId15"/>
    <p:sldId id="282" r:id="rId16"/>
    <p:sldId id="318" r:id="rId17"/>
    <p:sldId id="322" r:id="rId18"/>
    <p:sldId id="339" r:id="rId19"/>
    <p:sldId id="338" r:id="rId20"/>
    <p:sldId id="309" r:id="rId21"/>
    <p:sldId id="316" r:id="rId22"/>
    <p:sldId id="320" r:id="rId23"/>
    <p:sldId id="348" r:id="rId24"/>
    <p:sldId id="323" r:id="rId25"/>
    <p:sldId id="324" r:id="rId26"/>
    <p:sldId id="327" r:id="rId27"/>
    <p:sldId id="328" r:id="rId28"/>
    <p:sldId id="329" r:id="rId29"/>
    <p:sldId id="331" r:id="rId30"/>
    <p:sldId id="332" r:id="rId31"/>
    <p:sldId id="333" r:id="rId32"/>
    <p:sldId id="334" r:id="rId33"/>
    <p:sldId id="335" r:id="rId34"/>
  </p:sldIdLst>
  <p:sldSz cx="9144000" cy="6858000" type="screen4x3"/>
  <p:notesSz cx="6797675" cy="9872663"/>
  <p:custDataLst>
    <p:tags r:id="rId36"/>
  </p:custDataLst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>
          <p15:clr>
            <a:srgbClr val="A4A3A4"/>
          </p15:clr>
        </p15:guide>
        <p15:guide id="2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10">
          <p15:clr>
            <a:srgbClr val="A4A3A4"/>
          </p15:clr>
        </p15:guide>
        <p15:guide id="2" pos="2142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8F8F0"/>
    <a:srgbClr val="7C4A0F"/>
    <a:srgbClr val="FF9201"/>
    <a:srgbClr val="7FCA92"/>
    <a:srgbClr val="0A6433"/>
    <a:srgbClr val="32AA50"/>
    <a:srgbClr val="DBDCDE"/>
    <a:srgbClr val="EE8800"/>
    <a:srgbClr val="FFFFFF"/>
    <a:srgbClr val="92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Mittlere Formatvorlage 2 - Akz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Mittlere Formatvorlage 2 - Akz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8888" autoAdjust="0"/>
    <p:restoredTop sz="96938" autoAdjust="0"/>
  </p:normalViewPr>
  <p:slideViewPr>
    <p:cSldViewPr snapToGrid="0" showGuides="1">
      <p:cViewPr varScale="1">
        <p:scale>
          <a:sx n="65" d="100"/>
          <a:sy n="65" d="100"/>
        </p:scale>
        <p:origin x="1581" y="39"/>
      </p:cViewPr>
      <p:guideLst>
        <p:guide orient="horz"/>
        <p:guide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notesViewPr>
    <p:cSldViewPr snapToGrid="0">
      <p:cViewPr varScale="1">
        <p:scale>
          <a:sx n="86" d="100"/>
          <a:sy n="86" d="100"/>
        </p:scale>
        <p:origin x="-2250" y="-78"/>
      </p:cViewPr>
      <p:guideLst>
        <p:guide orient="horz" pos="3110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theme" Target="theme/theme1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tags" Target="tags/tag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1948497099032337E-2"/>
          <c:y val="4.1566279234757232E-2"/>
          <c:w val="0.96357261359629864"/>
          <c:h val="0.93126761607805619"/>
        </c:manualLayout>
      </c:layout>
      <c:pieChart>
        <c:varyColors val="1"/>
        <c:ser>
          <c:idx val="0"/>
          <c:order val="0"/>
          <c:tx>
            <c:strRef>
              <c:f>Tabelle1!$B$1</c:f>
              <c:strCache>
                <c:ptCount val="1"/>
                <c:pt idx="0">
                  <c:v>Age</c:v>
                </c:pt>
              </c:strCache>
            </c:strRef>
          </c:tx>
          <c:spPr>
            <a:gradFill flip="none" rotWithShape="1">
              <a:gsLst>
                <a:gs pos="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16200000" scaled="1"/>
              <a:tileRect/>
            </a:gradFill>
            <a:effectLst>
              <a:outerShdw blurRad="76200" dist="25400" dir="2700000" algn="tl" rotWithShape="0">
                <a:prstClr val="black">
                  <a:alpha val="30000"/>
                </a:prstClr>
              </a:outerShdw>
            </a:effectLst>
          </c:spPr>
          <c:dPt>
            <c:idx val="0"/>
            <c:bubble3D val="0"/>
            <c:spPr>
              <a:gradFill flip="none" rotWithShape="1"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/>
                  </a:gs>
                </a:gsLst>
                <a:lin ang="16200000" scaled="1"/>
                <a:tileRect/>
              </a:gra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4CB4-449E-923C-46378BA7DAD6}"/>
              </c:ext>
            </c:extLst>
          </c:dPt>
          <c:dPt>
            <c:idx val="1"/>
            <c:bubble3D val="0"/>
            <c:spPr>
              <a:solidFill>
                <a:srgbClr val="969696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4CB4-449E-923C-46378BA7DAD6}"/>
              </c:ext>
            </c:extLst>
          </c:dPt>
          <c:dPt>
            <c:idx val="2"/>
            <c:bubble3D val="0"/>
            <c:spPr>
              <a:solidFill>
                <a:srgbClr val="C0C0C0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4CB4-449E-923C-46378BA7DAD6}"/>
              </c:ext>
            </c:extLst>
          </c:dPt>
          <c:dPt>
            <c:idx val="3"/>
            <c:bubble3D val="0"/>
            <c:spPr>
              <a:solidFill>
                <a:srgbClr val="D7D7D7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7-4CB4-449E-923C-46378BA7DAD6}"/>
              </c:ext>
            </c:extLst>
          </c:dPt>
          <c:dLbls>
            <c:dLbl>
              <c:idx val="3"/>
              <c:tx>
                <c:rich>
                  <a:bodyPr anchor="ctr" anchorCtr="0"/>
                  <a:lstStyle/>
                  <a:p>
                    <a:pPr>
                      <a:defRPr sz="1600" b="1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>
                          <a:outerShdw blurRad="50800" dist="381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defRPr>
                    </a:pPr>
                    <a:r>
                      <a:rPr lang="en-US" sz="1600" b="1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>
                          <a:outerShdw blurRad="50800" dist="381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2</a:t>
                    </a:r>
                    <a:r>
                      <a:rPr lang="en-US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rPr>
                      <a:t>9%</a:t>
                    </a:r>
                    <a:endParaRPr lang="en-US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c:rich>
              </c:tx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CB4-449E-923C-46378BA7DA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="ctr" anchorCtr="0"/>
              <a:lstStyle/>
              <a:p>
                <a:pPr>
                  <a:defRPr sz="1600" b="1">
                    <a:solidFill>
                      <a:schemeClr val="bg1"/>
                    </a:solidFill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Tabelle1!$A$2:$A$5</c:f>
              <c:strCache>
                <c:ptCount val="4"/>
                <c:pt idx="0">
                  <c:v>12 to 18</c:v>
                </c:pt>
                <c:pt idx="1">
                  <c:v>19 to 30</c:v>
                </c:pt>
                <c:pt idx="2">
                  <c:v>30 to 45</c:v>
                </c:pt>
                <c:pt idx="3">
                  <c:v>45 to 60</c:v>
                </c:pt>
              </c:strCache>
            </c:strRef>
          </c:cat>
          <c:val>
            <c:numRef>
              <c:f>Tabelle1!$B$2:$B$5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CB4-449E-923C-46378BA7DA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zero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8062169022714443"/>
          <c:y val="9.0786642246511853E-2"/>
          <c:w val="0.47240615927757662"/>
          <c:h val="0.86454890349589331"/>
        </c:manualLayout>
      </c:layout>
      <c:pieChart>
        <c:varyColors val="1"/>
        <c:ser>
          <c:idx val="0"/>
          <c:order val="0"/>
          <c:tx>
            <c:strRef>
              <c:f>Tabelle1!$B$1</c:f>
              <c:strCache>
                <c:ptCount val="1"/>
                <c:pt idx="0">
                  <c:v>Age</c:v>
                </c:pt>
              </c:strCache>
            </c:strRef>
          </c:tx>
          <c:spPr>
            <a:gradFill flip="none" rotWithShape="1">
              <a:gsLst>
                <a:gs pos="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16200000" scaled="1"/>
              <a:tileRect/>
            </a:gradFill>
            <a:effectLst>
              <a:outerShdw blurRad="76200" dist="25400" dir="2700000" algn="tl" rotWithShape="0">
                <a:prstClr val="black">
                  <a:alpha val="30000"/>
                </a:prstClr>
              </a:outerShdw>
            </a:effectLst>
          </c:spPr>
          <c:dPt>
            <c:idx val="0"/>
            <c:bubble3D val="0"/>
            <c:spPr>
              <a:gradFill flip="none" rotWithShape="1"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/>
                  </a:gs>
                </a:gsLst>
                <a:lin ang="16200000" scaled="1"/>
                <a:tileRect/>
              </a:gra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3F43-48E8-A3A7-97D675ABF4F5}"/>
              </c:ext>
            </c:extLst>
          </c:dPt>
          <c:dPt>
            <c:idx val="1"/>
            <c:bubble3D val="0"/>
            <c:spPr>
              <a:solidFill>
                <a:srgbClr val="969696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3F43-48E8-A3A7-97D675ABF4F5}"/>
              </c:ext>
            </c:extLst>
          </c:dPt>
          <c:dPt>
            <c:idx val="2"/>
            <c:bubble3D val="0"/>
            <c:spPr>
              <a:solidFill>
                <a:srgbClr val="C0C0C0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3F43-48E8-A3A7-97D675ABF4F5}"/>
              </c:ext>
            </c:extLst>
          </c:dPt>
          <c:dPt>
            <c:idx val="3"/>
            <c:bubble3D val="0"/>
            <c:spPr>
              <a:solidFill>
                <a:srgbClr val="D7D7D7"/>
              </a:solidFill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7-3F43-48E8-A3A7-97D675ABF4F5}"/>
              </c:ext>
            </c:extLst>
          </c:dPt>
          <c:dLbls>
            <c:dLbl>
              <c:idx val="0"/>
              <c:spPr/>
              <c:txPr>
                <a:bodyPr anchor="t" anchorCtr="1"/>
                <a:lstStyle/>
                <a:p>
                  <a:pPr>
                    <a:defRPr sz="1400" b="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1-3F43-48E8-A3A7-97D675ABF4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="t" anchorCtr="1"/>
              <a:lstStyle/>
              <a:p>
                <a:pPr>
                  <a:defRPr sz="1400" b="0"/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Tabelle1!$A$2:$A$5</c:f>
              <c:strCache>
                <c:ptCount val="4"/>
                <c:pt idx="0">
                  <c:v>12 to 18</c:v>
                </c:pt>
                <c:pt idx="1">
                  <c:v>19 to 30</c:v>
                </c:pt>
                <c:pt idx="2">
                  <c:v>30 to 45</c:v>
                </c:pt>
                <c:pt idx="3">
                  <c:v>45 to 60</c:v>
                </c:pt>
              </c:strCache>
            </c:strRef>
          </c:cat>
          <c:val>
            <c:numRef>
              <c:f>Tabelle1!$B$2:$B$5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3F43-48E8-A3A7-97D675ABF4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zero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9C9874-DE1E-48CB-A603-4C70CD126593}" type="datetimeFigureOut">
              <a:rPr lang="de-DE" smtClean="0"/>
              <a:pPr/>
              <a:t>06.02.2019</a:t>
            </a:fld>
            <a:endParaRPr lang="de-DE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930275" y="739775"/>
            <a:ext cx="4937125" cy="37036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de-DE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79768" y="4689515"/>
            <a:ext cx="5438140" cy="44426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50443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14CEB38-DA38-4F43-AFB8-94FE45CA5866}" type="slidenum">
              <a:rPr lang="de-DE" smtClean="0"/>
              <a:pPr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1097679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14CEB38-DA38-4F43-AFB8-94FE45CA5866}" type="slidenum">
              <a:rPr lang="de-DE" smtClean="0"/>
              <a:pPr/>
              <a:t>9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87476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>
          <a:xfrm>
            <a:off x="0" y="0"/>
            <a:ext cx="9144000" cy="3886200"/>
          </a:xfrm>
          <a:prstGeom prst="rect">
            <a:avLst/>
          </a:prstGeom>
          <a:gradFill flip="none" rotWithShape="1">
            <a:gsLst>
              <a:gs pos="42000">
                <a:srgbClr val="4D4D4D"/>
              </a:gs>
              <a:gs pos="100000">
                <a:srgbClr val="000000"/>
              </a:gs>
            </a:gsLst>
            <a:lin ang="162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0" algn="ctr" defTabSz="914400" rtl="0" eaLnBrk="1" latinLnBrk="0" hangingPunct="1"/>
            <a:endParaRPr lang="de-DE" sz="8000" kern="120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335560" y="1998133"/>
            <a:ext cx="6217640" cy="1416050"/>
          </a:xfrm>
        </p:spPr>
        <p:txBody>
          <a:bodyPr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327171" y="4037202"/>
            <a:ext cx="6226029" cy="1271398"/>
          </a:xfrm>
        </p:spPr>
        <p:txBody>
          <a:bodyPr>
            <a:noAutofit/>
          </a:bodyPr>
          <a:lstStyle>
            <a:lvl1pPr marL="0" indent="0" algn="l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dirty="0" smtClean="0"/>
              <a:t>Formatvorlage des Untertitelmasters durch Klicken bearbeiten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C0F3BA-F12E-4C85-81E6-4FB99463026A}" type="datetime1">
              <a:rPr lang="de-DE" noProof="0" smtClean="0"/>
              <a:pPr/>
              <a:t>06.02.2019</a:t>
            </a:fld>
            <a:endParaRPr lang="de-DE" noProof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noProof="0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noProof="0" smtClean="0"/>
              <a:pPr/>
              <a:t>‹#›</a:t>
            </a:fld>
            <a:endParaRPr lang="de-DE" noProof="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3850" y="238539"/>
            <a:ext cx="8497092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de-DE" noProof="0" smtClean="0"/>
              <a:t>Titelmasterformat durch Klicken bearbeiten</a:t>
            </a:r>
            <a:endParaRPr lang="de-DE" noProof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737FF8-F5A1-4B15-9195-32D8A5121DA7}" type="datetime1">
              <a:rPr lang="de-DE" noProof="0" smtClean="0"/>
              <a:pPr/>
              <a:t>06.02.2019</a:t>
            </a:fld>
            <a:endParaRPr lang="de-DE" noProof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noProof="0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noProof="0" smtClean="0"/>
              <a:pPr/>
              <a:t>‹#›</a:t>
            </a:fld>
            <a:endParaRPr lang="de-DE" noProof="0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850" y="854994"/>
            <a:ext cx="84963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de-DE" noProof="0" dirty="0" smtClean="0"/>
              <a:t>Textmasterformate durch Klicken bearbeiten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ieren 2"/>
          <p:cNvGrpSpPr/>
          <p:nvPr userDrawn="1"/>
        </p:nvGrpSpPr>
        <p:grpSpPr>
          <a:xfrm>
            <a:off x="251520" y="244889"/>
            <a:ext cx="8636140" cy="6368222"/>
            <a:chOff x="251520" y="244889"/>
            <a:chExt cx="8636140" cy="6368222"/>
          </a:xfrm>
        </p:grpSpPr>
        <p:sp>
          <p:nvSpPr>
            <p:cNvPr id="6" name="Ellipse 5"/>
            <p:cNvSpPr/>
            <p:nvPr/>
          </p:nvSpPr>
          <p:spPr bwMode="auto">
            <a:xfrm rot="5400000">
              <a:off x="4497934" y="2294464"/>
              <a:ext cx="142162" cy="849513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" name="Ellipse 6"/>
            <p:cNvSpPr/>
            <p:nvPr/>
          </p:nvSpPr>
          <p:spPr bwMode="auto">
            <a:xfrm rot="5400000">
              <a:off x="4497934" y="-3931596"/>
              <a:ext cx="142162" cy="849513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8" name="Ellipse 7"/>
            <p:cNvSpPr/>
            <p:nvPr/>
          </p:nvSpPr>
          <p:spPr bwMode="auto">
            <a:xfrm>
              <a:off x="8745499" y="315969"/>
              <a:ext cx="142161" cy="6226056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9" name="Ellipse 8"/>
            <p:cNvSpPr/>
            <p:nvPr/>
          </p:nvSpPr>
          <p:spPr bwMode="auto">
            <a:xfrm>
              <a:off x="251520" y="315973"/>
              <a:ext cx="142161" cy="6226056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" name="Rechteck 9"/>
            <p:cNvSpPr/>
            <p:nvPr/>
          </p:nvSpPr>
          <p:spPr bwMode="auto">
            <a:xfrm>
              <a:off x="321450" y="315970"/>
              <a:ext cx="8496300" cy="6226059"/>
            </a:xfrm>
            <a:prstGeom prst="rect">
              <a:avLst/>
            </a:prstGeom>
            <a:gradFill flip="none" rotWithShape="1">
              <a:gsLst>
                <a:gs pos="0">
                  <a:srgbClr val="E6E6E6"/>
                </a:gs>
                <a:gs pos="100000">
                  <a:srgbClr val="F8F8F8"/>
                </a:gs>
                <a:gs pos="50000">
                  <a:srgbClr val="FFFFFF"/>
                </a:gs>
              </a:gsLst>
              <a:lin ang="13500000" scaled="1"/>
              <a:tileRect/>
            </a:gra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4427C1-EFCA-456C-8A36-3FE89C332DBB}" type="datetime1">
              <a:rPr lang="de-DE" noProof="0" smtClean="0"/>
              <a:pPr/>
              <a:t>06.02.2019</a:t>
            </a:fld>
            <a:endParaRPr lang="de-DE" noProof="0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noProof="0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noProof="0" smtClean="0"/>
              <a:pPr/>
              <a:t>‹#›</a:t>
            </a:fld>
            <a:endParaRPr lang="de-DE" noProof="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>
          <a:xfrm>
            <a:off x="0" y="0"/>
            <a:ext cx="9144000" cy="3886200"/>
          </a:xfrm>
          <a:prstGeom prst="rect">
            <a:avLst/>
          </a:prstGeom>
          <a:gradFill flip="none" rotWithShape="1">
            <a:gsLst>
              <a:gs pos="42000">
                <a:srgbClr val="4D4D4D"/>
              </a:gs>
              <a:gs pos="100000">
                <a:srgbClr val="000000"/>
              </a:gs>
            </a:gsLst>
            <a:lin ang="162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de-DE" sz="8000" dirty="0">
              <a:solidFill>
                <a:prstClr val="white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335560" y="1998133"/>
            <a:ext cx="6217640" cy="1416050"/>
          </a:xfrm>
        </p:spPr>
        <p:txBody>
          <a:bodyPr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327171" y="4037202"/>
            <a:ext cx="6226029" cy="1271398"/>
          </a:xfrm>
        </p:spPr>
        <p:txBody>
          <a:bodyPr>
            <a:noAutofit/>
          </a:bodyPr>
          <a:lstStyle>
            <a:lvl1pPr marL="0" indent="0" algn="l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dirty="0" smtClean="0"/>
              <a:t>Formatvorlage des Untertitelmasters durch Klicken bearbeiten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C0F3BA-F12E-4C85-81E6-4FB99463026A}" type="datetime1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06.02.2019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/>
                </a:solidFill>
              </a:rPr>
              <a:pPr/>
              <a:t>‹#›</a:t>
            </a:fld>
            <a:endParaRPr lang="de-DE" dirty="0">
              <a:solidFill>
                <a:prstClr val="black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3850" y="238539"/>
            <a:ext cx="8497092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de-DE" noProof="0" smtClean="0"/>
              <a:t>Titelmasterformat durch Klicken bearbeiten</a:t>
            </a:r>
            <a:endParaRPr lang="de-DE" noProof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737FF8-F5A1-4B15-9195-32D8A5121DA7}" type="datetime1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06.02.2019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/>
                </a:solidFill>
              </a:rPr>
              <a:pPr/>
              <a:t>‹#›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850" y="854994"/>
            <a:ext cx="84963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de-DE" noProof="0" dirty="0" smtClean="0"/>
              <a:t>Textmasterformate durch Klicken bearbeiten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ieren 2"/>
          <p:cNvGrpSpPr/>
          <p:nvPr userDrawn="1"/>
        </p:nvGrpSpPr>
        <p:grpSpPr>
          <a:xfrm>
            <a:off x="251520" y="244889"/>
            <a:ext cx="8636140" cy="6368222"/>
            <a:chOff x="251520" y="244889"/>
            <a:chExt cx="8636140" cy="6368222"/>
          </a:xfrm>
        </p:grpSpPr>
        <p:sp>
          <p:nvSpPr>
            <p:cNvPr id="6" name="Ellipse 5"/>
            <p:cNvSpPr/>
            <p:nvPr/>
          </p:nvSpPr>
          <p:spPr bwMode="auto">
            <a:xfrm rot="5400000">
              <a:off x="4497934" y="2294464"/>
              <a:ext cx="142162" cy="849513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>
                <a:solidFill>
                  <a:prstClr val="black"/>
                </a:solidFill>
              </a:endParaRPr>
            </a:p>
          </p:txBody>
        </p:sp>
        <p:sp>
          <p:nvSpPr>
            <p:cNvPr id="7" name="Ellipse 6"/>
            <p:cNvSpPr/>
            <p:nvPr/>
          </p:nvSpPr>
          <p:spPr bwMode="auto">
            <a:xfrm rot="5400000">
              <a:off x="4497934" y="-3931596"/>
              <a:ext cx="142162" cy="849513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>
                <a:solidFill>
                  <a:prstClr val="black"/>
                </a:solidFill>
              </a:endParaRPr>
            </a:p>
          </p:txBody>
        </p:sp>
        <p:sp>
          <p:nvSpPr>
            <p:cNvPr id="8" name="Ellipse 7"/>
            <p:cNvSpPr/>
            <p:nvPr/>
          </p:nvSpPr>
          <p:spPr bwMode="auto">
            <a:xfrm>
              <a:off x="8745499" y="315969"/>
              <a:ext cx="142161" cy="6226056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>
                <a:solidFill>
                  <a:prstClr val="black"/>
                </a:solidFill>
              </a:endParaRPr>
            </a:p>
          </p:txBody>
        </p:sp>
        <p:sp>
          <p:nvSpPr>
            <p:cNvPr id="9" name="Ellipse 8"/>
            <p:cNvSpPr/>
            <p:nvPr/>
          </p:nvSpPr>
          <p:spPr bwMode="auto">
            <a:xfrm>
              <a:off x="251520" y="315973"/>
              <a:ext cx="142161" cy="6226056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3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>
                <a:solidFill>
                  <a:prstClr val="black"/>
                </a:solidFill>
              </a:endParaRPr>
            </a:p>
          </p:txBody>
        </p:sp>
        <p:sp>
          <p:nvSpPr>
            <p:cNvPr id="10" name="Rechteck 9"/>
            <p:cNvSpPr/>
            <p:nvPr/>
          </p:nvSpPr>
          <p:spPr bwMode="auto">
            <a:xfrm>
              <a:off x="321450" y="315970"/>
              <a:ext cx="8496300" cy="6226059"/>
            </a:xfrm>
            <a:prstGeom prst="rect">
              <a:avLst/>
            </a:prstGeom>
            <a:gradFill flip="none" rotWithShape="1">
              <a:gsLst>
                <a:gs pos="0">
                  <a:srgbClr val="E6E6E6"/>
                </a:gs>
                <a:gs pos="100000">
                  <a:srgbClr val="F8F8F8"/>
                </a:gs>
                <a:gs pos="50000">
                  <a:srgbClr val="FFFFFF"/>
                </a:gs>
              </a:gsLst>
              <a:lin ang="13500000" scaled="1"/>
              <a:tileRect/>
            </a:gra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>
                <a:solidFill>
                  <a:prstClr val="black"/>
                </a:solidFill>
              </a:endParaRPr>
            </a:p>
          </p:txBody>
        </p:sp>
      </p:grpSp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4427C1-EFCA-456C-8A36-3FE89C332DBB}" type="datetime1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06.02.2019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>
          <a:xfrm>
            <a:off x="6687343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/>
                </a:solidFill>
              </a:rPr>
              <a:pPr/>
              <a:t>‹#›</a:t>
            </a:fld>
            <a:endParaRPr lang="de-DE" dirty="0">
              <a:solidFill>
                <a:prstClr val="black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/>
        </p:nvSpPr>
        <p:spPr bwMode="gray">
          <a:xfrm>
            <a:off x="0" y="2017714"/>
            <a:ext cx="9143999" cy="4840286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10000"/>
                </a:srgbClr>
              </a:gs>
              <a:gs pos="100000">
                <a:srgbClr val="FFFFFF">
                  <a:alpha val="0"/>
                </a:srgbClr>
              </a:gs>
            </a:gsLst>
            <a:lin ang="1620000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lIns="108000" tIns="108000" rIns="144000" bIns="72000"/>
          <a:lstStyle/>
          <a:p>
            <a:pPr marL="190500" indent="-190500">
              <a:lnSpc>
                <a:spcPct val="95000"/>
              </a:lnSpc>
              <a:spcAft>
                <a:spcPts val="800"/>
              </a:spcAft>
              <a:buClr>
                <a:srgbClr val="969696"/>
              </a:buClr>
              <a:buFont typeface="Wingdings" pitchFamily="2" charset="2"/>
              <a:buChar char="§"/>
              <a:defRPr/>
            </a:pPr>
            <a:endParaRPr lang="de-DE" noProof="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23849" y="1554954"/>
            <a:ext cx="8497093" cy="424735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de-DE" noProof="0" smtClean="0"/>
              <a:t>Textmasterformate durch Klicken bearbeiten</a:t>
            </a:r>
          </a:p>
          <a:p>
            <a:pPr lvl="1"/>
            <a:r>
              <a:rPr lang="de-DE" noProof="0" smtClean="0"/>
              <a:t>Zweite Ebene</a:t>
            </a:r>
          </a:p>
          <a:p>
            <a:pPr lvl="2"/>
            <a:r>
              <a:rPr lang="de-DE" noProof="0" smtClean="0"/>
              <a:t>Dritte Ebene</a:t>
            </a: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23851" y="-1"/>
            <a:ext cx="8497092" cy="1090810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r>
              <a:rPr lang="de-DE" noProof="0" smtClean="0"/>
              <a:t>Titelmasterformat durch Klicken bearbeiten</a:t>
            </a:r>
            <a:endParaRPr lang="de-DE" noProof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323849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87F5FD-50AD-4B69-BF4C-F8D88BA89F69}" type="datetime1">
              <a:rPr lang="de-DE" noProof="0" smtClean="0"/>
              <a:pPr/>
              <a:t>06.02.2019</a:t>
            </a:fld>
            <a:endParaRPr lang="de-DE" noProof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457449" y="6356350"/>
            <a:ext cx="422989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 noProof="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4" r:id="rId2"/>
    <p:sldLayoutId id="2147483655" r:id="rId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lvl1pPr algn="l" defTabSz="914400" rtl="0" eaLnBrk="1" latinLnBrk="0" hangingPunct="1">
        <a:spcBef>
          <a:spcPct val="0"/>
        </a:spcBef>
        <a:buNone/>
        <a:defRPr sz="3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6213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360363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720725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896938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/>
        </p:nvSpPr>
        <p:spPr bwMode="gray">
          <a:xfrm>
            <a:off x="0" y="2017714"/>
            <a:ext cx="9143999" cy="4840286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10000"/>
                </a:srgbClr>
              </a:gs>
              <a:gs pos="100000">
                <a:srgbClr val="FFFFFF">
                  <a:alpha val="0"/>
                </a:srgbClr>
              </a:gs>
            </a:gsLst>
            <a:lin ang="1620000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lIns="108000" tIns="108000" rIns="144000" bIns="72000"/>
          <a:lstStyle/>
          <a:p>
            <a:pPr marL="190500" indent="-190500">
              <a:lnSpc>
                <a:spcPct val="95000"/>
              </a:lnSpc>
              <a:spcAft>
                <a:spcPts val="800"/>
              </a:spcAft>
              <a:buClr>
                <a:srgbClr val="969696"/>
              </a:buClr>
              <a:buFont typeface="Wingdings" pitchFamily="2" charset="2"/>
              <a:buChar char="§"/>
              <a:defRPr/>
            </a:pPr>
            <a:endParaRPr lang="de-DE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23849" y="1554954"/>
            <a:ext cx="8497093" cy="424735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de-DE" noProof="0" smtClean="0"/>
              <a:t>Textmasterformate durch Klicken bearbeiten</a:t>
            </a:r>
          </a:p>
          <a:p>
            <a:pPr lvl="1"/>
            <a:r>
              <a:rPr lang="de-DE" noProof="0" smtClean="0"/>
              <a:t>Zweite Ebene</a:t>
            </a:r>
          </a:p>
          <a:p>
            <a:pPr lvl="2"/>
            <a:r>
              <a:rPr lang="de-DE" noProof="0" smtClean="0"/>
              <a:t>Dritte Ebene</a:t>
            </a: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23851" y="-1"/>
            <a:ext cx="8497092" cy="1090810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r>
              <a:rPr lang="de-DE" noProof="0" smtClean="0"/>
              <a:t>Titelmasterformat durch Klicken bearbeiten</a:t>
            </a:r>
            <a:endParaRPr lang="de-DE" noProof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323849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87F5FD-50AD-4B69-BF4C-F8D88BA89F69}" type="datetime1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06.02.2019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457449" y="6356350"/>
            <a:ext cx="422989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58" r:id="rId2"/>
    <p:sldLayoutId id="2147483659" r:id="rId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lvl1pPr algn="l" defTabSz="914400" rtl="0" eaLnBrk="1" latinLnBrk="0" hangingPunct="1">
        <a:spcBef>
          <a:spcPct val="0"/>
        </a:spcBef>
        <a:buNone/>
        <a:defRPr sz="3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6213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360363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720725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896938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10" Type="http://schemas.openxmlformats.org/officeDocument/2006/relationships/image" Target="../media/image8.emf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2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" name="Gruppieren 225"/>
          <p:cNvGrpSpPr/>
          <p:nvPr/>
        </p:nvGrpSpPr>
        <p:grpSpPr>
          <a:xfrm>
            <a:off x="0" y="0"/>
            <a:ext cx="9170474" cy="6858000"/>
            <a:chOff x="0" y="0"/>
            <a:chExt cx="9170474" cy="6858000"/>
          </a:xfrm>
        </p:grpSpPr>
        <p:sp>
          <p:nvSpPr>
            <p:cNvPr id="73" name="Rechteck 72"/>
            <p:cNvSpPr/>
            <p:nvPr/>
          </p:nvSpPr>
          <p:spPr bwMode="auto">
            <a:xfrm>
              <a:off x="3134155" y="0"/>
              <a:ext cx="4333276" cy="6858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4" name="Rechteck 73"/>
            <p:cNvSpPr/>
            <p:nvPr/>
          </p:nvSpPr>
          <p:spPr bwMode="auto">
            <a:xfrm>
              <a:off x="1" y="3022912"/>
              <a:ext cx="3134154" cy="3835088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cxnSp>
          <p:nvCxnSpPr>
            <p:cNvPr id="76" name="Gerade Verbindung 75"/>
            <p:cNvCxnSpPr/>
            <p:nvPr/>
          </p:nvCxnSpPr>
          <p:spPr bwMode="gray">
            <a:xfrm flipH="1" flipV="1">
              <a:off x="7467433" y="2230497"/>
              <a:ext cx="1444427" cy="1"/>
            </a:xfrm>
            <a:prstGeom prst="line">
              <a:avLst/>
            </a:prstGeom>
            <a:ln w="6350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Gerade Verbindung 76"/>
            <p:cNvCxnSpPr/>
            <p:nvPr/>
          </p:nvCxnSpPr>
          <p:spPr bwMode="gray">
            <a:xfrm flipH="1">
              <a:off x="7454972" y="4513526"/>
              <a:ext cx="1444427" cy="0"/>
            </a:xfrm>
            <a:prstGeom prst="line">
              <a:avLst/>
            </a:prstGeom>
            <a:ln w="6350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8" name="Gruppieren 77"/>
            <p:cNvGrpSpPr/>
            <p:nvPr/>
          </p:nvGrpSpPr>
          <p:grpSpPr>
            <a:xfrm>
              <a:off x="7548968" y="273036"/>
              <a:ext cx="1309271" cy="1685315"/>
              <a:chOff x="10173505" y="319823"/>
              <a:chExt cx="1742320" cy="2242742"/>
            </a:xfrm>
          </p:grpSpPr>
          <p:sp>
            <p:nvSpPr>
              <p:cNvPr id="79" name="Freeform 11"/>
              <p:cNvSpPr>
                <a:spLocks noEditPoints="1"/>
              </p:cNvSpPr>
              <p:nvPr/>
            </p:nvSpPr>
            <p:spPr bwMode="auto">
              <a:xfrm>
                <a:off x="10673936" y="319823"/>
                <a:ext cx="639727" cy="875416"/>
              </a:xfrm>
              <a:custGeom>
                <a:avLst/>
                <a:gdLst>
                  <a:gd name="T0" fmla="*/ 58 w 177"/>
                  <a:gd name="T1" fmla="*/ 74 h 242"/>
                  <a:gd name="T2" fmla="*/ 32 w 177"/>
                  <a:gd name="T3" fmla="*/ 74 h 242"/>
                  <a:gd name="T4" fmla="*/ 160 w 177"/>
                  <a:gd name="T5" fmla="*/ 0 h 242"/>
                  <a:gd name="T6" fmla="*/ 0 w 177"/>
                  <a:gd name="T7" fmla="*/ 17 h 242"/>
                  <a:gd name="T8" fmla="*/ 17 w 177"/>
                  <a:gd name="T9" fmla="*/ 209 h 242"/>
                  <a:gd name="T10" fmla="*/ 19 w 177"/>
                  <a:gd name="T11" fmla="*/ 224 h 242"/>
                  <a:gd name="T12" fmla="*/ 55 w 177"/>
                  <a:gd name="T13" fmla="*/ 224 h 242"/>
                  <a:gd name="T14" fmla="*/ 122 w 177"/>
                  <a:gd name="T15" fmla="*/ 209 h 242"/>
                  <a:gd name="T16" fmla="*/ 140 w 177"/>
                  <a:gd name="T17" fmla="*/ 242 h 242"/>
                  <a:gd name="T18" fmla="*/ 158 w 177"/>
                  <a:gd name="T19" fmla="*/ 209 h 242"/>
                  <a:gd name="T20" fmla="*/ 177 w 177"/>
                  <a:gd name="T21" fmla="*/ 192 h 242"/>
                  <a:gd name="T22" fmla="*/ 160 w 177"/>
                  <a:gd name="T23" fmla="*/ 0 h 242"/>
                  <a:gd name="T24" fmla="*/ 123 w 177"/>
                  <a:gd name="T25" fmla="*/ 6 h 242"/>
                  <a:gd name="T26" fmla="*/ 123 w 177"/>
                  <a:gd name="T27" fmla="*/ 23 h 242"/>
                  <a:gd name="T28" fmla="*/ 45 w 177"/>
                  <a:gd name="T29" fmla="*/ 15 h 242"/>
                  <a:gd name="T30" fmla="*/ 28 w 177"/>
                  <a:gd name="T31" fmla="*/ 176 h 242"/>
                  <a:gd name="T32" fmla="*/ 28 w 177"/>
                  <a:gd name="T33" fmla="*/ 140 h 242"/>
                  <a:gd name="T34" fmla="*/ 28 w 177"/>
                  <a:gd name="T35" fmla="*/ 176 h 242"/>
                  <a:gd name="T36" fmla="*/ 28 w 177"/>
                  <a:gd name="T37" fmla="*/ 109 h 242"/>
                  <a:gd name="T38" fmla="*/ 30 w 177"/>
                  <a:gd name="T39" fmla="*/ 109 h 242"/>
                  <a:gd name="T40" fmla="*/ 30 w 177"/>
                  <a:gd name="T41" fmla="*/ 119 h 242"/>
                  <a:gd name="T42" fmla="*/ 62 w 177"/>
                  <a:gd name="T43" fmla="*/ 119 h 242"/>
                  <a:gd name="T44" fmla="*/ 60 w 177"/>
                  <a:gd name="T45" fmla="*/ 111 h 242"/>
                  <a:gd name="T46" fmla="*/ 62 w 177"/>
                  <a:gd name="T47" fmla="*/ 109 h 242"/>
                  <a:gd name="T48" fmla="*/ 84 w 177"/>
                  <a:gd name="T49" fmla="*/ 119 h 242"/>
                  <a:gd name="T50" fmla="*/ 74 w 177"/>
                  <a:gd name="T51" fmla="*/ 100 h 242"/>
                  <a:gd name="T52" fmla="*/ 62 w 177"/>
                  <a:gd name="T53" fmla="*/ 89 h 242"/>
                  <a:gd name="T54" fmla="*/ 17 w 177"/>
                  <a:gd name="T55" fmla="*/ 100 h 242"/>
                  <a:gd name="T56" fmla="*/ 17 w 177"/>
                  <a:gd name="T57" fmla="*/ 119 h 242"/>
                  <a:gd name="T58" fmla="*/ 7 w 177"/>
                  <a:gd name="T59" fmla="*/ 38 h 242"/>
                  <a:gd name="T60" fmla="*/ 84 w 177"/>
                  <a:gd name="T61" fmla="*/ 28 h 242"/>
                  <a:gd name="T62" fmla="*/ 149 w 177"/>
                  <a:gd name="T63" fmla="*/ 176 h 242"/>
                  <a:gd name="T64" fmla="*/ 149 w 177"/>
                  <a:gd name="T65" fmla="*/ 140 h 242"/>
                  <a:gd name="T66" fmla="*/ 149 w 177"/>
                  <a:gd name="T67" fmla="*/ 176 h 242"/>
                  <a:gd name="T68" fmla="*/ 160 w 177"/>
                  <a:gd name="T69" fmla="*/ 119 h 242"/>
                  <a:gd name="T70" fmla="*/ 93 w 177"/>
                  <a:gd name="T71" fmla="*/ 28 h 242"/>
                  <a:gd name="T72" fmla="*/ 170 w 177"/>
                  <a:gd name="T73" fmla="*/ 3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7" h="242">
                    <a:moveTo>
                      <a:pt x="45" y="87"/>
                    </a:moveTo>
                    <a:cubicBezTo>
                      <a:pt x="52" y="87"/>
                      <a:pt x="58" y="81"/>
                      <a:pt x="58" y="74"/>
                    </a:cubicBezTo>
                    <a:cubicBezTo>
                      <a:pt x="58" y="67"/>
                      <a:pt x="52" y="61"/>
                      <a:pt x="45" y="61"/>
                    </a:cubicBezTo>
                    <a:cubicBezTo>
                      <a:pt x="38" y="61"/>
                      <a:pt x="32" y="67"/>
                      <a:pt x="32" y="74"/>
                    </a:cubicBezTo>
                    <a:cubicBezTo>
                      <a:pt x="32" y="81"/>
                      <a:pt x="38" y="87"/>
                      <a:pt x="45" y="87"/>
                    </a:cubicBezTo>
                    <a:close/>
                    <a:moveTo>
                      <a:pt x="160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201"/>
                      <a:pt x="7" y="209"/>
                      <a:pt x="17" y="209"/>
                    </a:cubicBezTo>
                    <a:cubicBezTo>
                      <a:pt x="19" y="209"/>
                      <a:pt x="19" y="209"/>
                      <a:pt x="19" y="209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34"/>
                      <a:pt x="27" y="242"/>
                      <a:pt x="37" y="242"/>
                    </a:cubicBezTo>
                    <a:cubicBezTo>
                      <a:pt x="47" y="242"/>
                      <a:pt x="55" y="234"/>
                      <a:pt x="55" y="224"/>
                    </a:cubicBezTo>
                    <a:cubicBezTo>
                      <a:pt x="55" y="209"/>
                      <a:pt x="55" y="209"/>
                      <a:pt x="55" y="209"/>
                    </a:cubicBezTo>
                    <a:cubicBezTo>
                      <a:pt x="122" y="209"/>
                      <a:pt x="122" y="209"/>
                      <a:pt x="122" y="209"/>
                    </a:cubicBezTo>
                    <a:cubicBezTo>
                      <a:pt x="122" y="224"/>
                      <a:pt x="122" y="224"/>
                      <a:pt x="122" y="224"/>
                    </a:cubicBezTo>
                    <a:cubicBezTo>
                      <a:pt x="122" y="234"/>
                      <a:pt x="130" y="242"/>
                      <a:pt x="140" y="242"/>
                    </a:cubicBezTo>
                    <a:cubicBezTo>
                      <a:pt x="150" y="242"/>
                      <a:pt x="158" y="234"/>
                      <a:pt x="158" y="224"/>
                    </a:cubicBezTo>
                    <a:cubicBezTo>
                      <a:pt x="158" y="209"/>
                      <a:pt x="158" y="209"/>
                      <a:pt x="158" y="209"/>
                    </a:cubicBezTo>
                    <a:cubicBezTo>
                      <a:pt x="160" y="209"/>
                      <a:pt x="160" y="209"/>
                      <a:pt x="160" y="209"/>
                    </a:cubicBezTo>
                    <a:cubicBezTo>
                      <a:pt x="170" y="209"/>
                      <a:pt x="177" y="201"/>
                      <a:pt x="177" y="192"/>
                    </a:cubicBezTo>
                    <a:cubicBezTo>
                      <a:pt x="177" y="17"/>
                      <a:pt x="177" y="17"/>
                      <a:pt x="177" y="17"/>
                    </a:cubicBezTo>
                    <a:cubicBezTo>
                      <a:pt x="177" y="7"/>
                      <a:pt x="170" y="0"/>
                      <a:pt x="160" y="0"/>
                    </a:cubicBezTo>
                    <a:close/>
                    <a:moveTo>
                      <a:pt x="54" y="6"/>
                    </a:moveTo>
                    <a:cubicBezTo>
                      <a:pt x="123" y="6"/>
                      <a:pt x="123" y="6"/>
                      <a:pt x="123" y="6"/>
                    </a:cubicBezTo>
                    <a:cubicBezTo>
                      <a:pt x="128" y="6"/>
                      <a:pt x="132" y="10"/>
                      <a:pt x="132" y="15"/>
                    </a:cubicBezTo>
                    <a:cubicBezTo>
                      <a:pt x="132" y="19"/>
                      <a:pt x="128" y="23"/>
                      <a:pt x="123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49" y="23"/>
                      <a:pt x="45" y="19"/>
                      <a:pt x="45" y="15"/>
                    </a:cubicBezTo>
                    <a:cubicBezTo>
                      <a:pt x="45" y="10"/>
                      <a:pt x="49" y="6"/>
                      <a:pt x="54" y="6"/>
                    </a:cubicBezTo>
                    <a:close/>
                    <a:moveTo>
                      <a:pt x="28" y="176"/>
                    </a:moveTo>
                    <a:cubicBezTo>
                      <a:pt x="18" y="176"/>
                      <a:pt x="10" y="168"/>
                      <a:pt x="10" y="158"/>
                    </a:cubicBezTo>
                    <a:cubicBezTo>
                      <a:pt x="10" y="148"/>
                      <a:pt x="18" y="140"/>
                      <a:pt x="28" y="140"/>
                    </a:cubicBezTo>
                    <a:cubicBezTo>
                      <a:pt x="38" y="140"/>
                      <a:pt x="46" y="148"/>
                      <a:pt x="46" y="158"/>
                    </a:cubicBezTo>
                    <a:cubicBezTo>
                      <a:pt x="46" y="168"/>
                      <a:pt x="38" y="176"/>
                      <a:pt x="28" y="176"/>
                    </a:cubicBezTo>
                    <a:close/>
                    <a:moveTo>
                      <a:pt x="28" y="119"/>
                    </a:moveTo>
                    <a:cubicBezTo>
                      <a:pt x="28" y="109"/>
                      <a:pt x="28" y="109"/>
                      <a:pt x="28" y="10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10"/>
                      <a:pt x="30" y="110"/>
                      <a:pt x="30" y="111"/>
                    </a:cubicBezTo>
                    <a:cubicBezTo>
                      <a:pt x="30" y="119"/>
                      <a:pt x="30" y="119"/>
                      <a:pt x="30" y="119"/>
                    </a:cubicBezTo>
                    <a:lnTo>
                      <a:pt x="28" y="119"/>
                    </a:lnTo>
                    <a:close/>
                    <a:moveTo>
                      <a:pt x="62" y="119"/>
                    </a:moveTo>
                    <a:cubicBezTo>
                      <a:pt x="60" y="119"/>
                      <a:pt x="60" y="119"/>
                      <a:pt x="60" y="11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0"/>
                      <a:pt x="60" y="110"/>
                      <a:pt x="60" y="109"/>
                    </a:cubicBezTo>
                    <a:cubicBezTo>
                      <a:pt x="62" y="109"/>
                      <a:pt x="62" y="109"/>
                      <a:pt x="62" y="109"/>
                    </a:cubicBezTo>
                    <a:lnTo>
                      <a:pt x="62" y="119"/>
                    </a:lnTo>
                    <a:close/>
                    <a:moveTo>
                      <a:pt x="84" y="119"/>
                    </a:moveTo>
                    <a:cubicBezTo>
                      <a:pt x="74" y="119"/>
                      <a:pt x="74" y="119"/>
                      <a:pt x="74" y="11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3" y="94"/>
                      <a:pt x="68" y="89"/>
                      <a:pt x="62" y="89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2" y="89"/>
                      <a:pt x="17" y="94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1" y="119"/>
                      <a:pt x="7" y="114"/>
                      <a:pt x="7" y="10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3"/>
                      <a:pt x="11" y="28"/>
                      <a:pt x="17" y="28"/>
                    </a:cubicBezTo>
                    <a:cubicBezTo>
                      <a:pt x="84" y="28"/>
                      <a:pt x="84" y="28"/>
                      <a:pt x="84" y="28"/>
                    </a:cubicBezTo>
                    <a:lnTo>
                      <a:pt x="84" y="119"/>
                    </a:lnTo>
                    <a:close/>
                    <a:moveTo>
                      <a:pt x="149" y="176"/>
                    </a:moveTo>
                    <a:cubicBezTo>
                      <a:pt x="139" y="176"/>
                      <a:pt x="130" y="168"/>
                      <a:pt x="130" y="158"/>
                    </a:cubicBezTo>
                    <a:cubicBezTo>
                      <a:pt x="130" y="148"/>
                      <a:pt x="139" y="140"/>
                      <a:pt x="149" y="140"/>
                    </a:cubicBezTo>
                    <a:cubicBezTo>
                      <a:pt x="159" y="140"/>
                      <a:pt x="167" y="148"/>
                      <a:pt x="167" y="158"/>
                    </a:cubicBezTo>
                    <a:cubicBezTo>
                      <a:pt x="167" y="168"/>
                      <a:pt x="159" y="176"/>
                      <a:pt x="149" y="176"/>
                    </a:cubicBezTo>
                    <a:close/>
                    <a:moveTo>
                      <a:pt x="170" y="109"/>
                    </a:moveTo>
                    <a:cubicBezTo>
                      <a:pt x="170" y="114"/>
                      <a:pt x="166" y="119"/>
                      <a:pt x="160" y="119"/>
                    </a:cubicBezTo>
                    <a:cubicBezTo>
                      <a:pt x="93" y="119"/>
                      <a:pt x="93" y="119"/>
                      <a:pt x="93" y="119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160" y="28"/>
                      <a:pt x="160" y="28"/>
                      <a:pt x="160" y="28"/>
                    </a:cubicBezTo>
                    <a:cubicBezTo>
                      <a:pt x="166" y="28"/>
                      <a:pt x="170" y="33"/>
                      <a:pt x="170" y="38"/>
                    </a:cubicBezTo>
                    <a:lnTo>
                      <a:pt x="170" y="109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80" name="Gruppieren 79"/>
              <p:cNvGrpSpPr/>
              <p:nvPr/>
            </p:nvGrpSpPr>
            <p:grpSpPr>
              <a:xfrm>
                <a:off x="10173505" y="1276764"/>
                <a:ext cx="1742320" cy="1285801"/>
                <a:chOff x="10173505" y="1276764"/>
                <a:chExt cx="1742320" cy="1285801"/>
              </a:xfrm>
            </p:grpSpPr>
            <p:sp>
              <p:nvSpPr>
                <p:cNvPr id="81" name="Textfeld 80"/>
                <p:cNvSpPr txBox="1"/>
                <p:nvPr/>
              </p:nvSpPr>
              <p:spPr bwMode="gray">
                <a:xfrm>
                  <a:off x="10173505" y="1896542"/>
                  <a:ext cx="1742320" cy="666023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" name="Textfeld 81"/>
                <p:cNvSpPr txBox="1"/>
                <p:nvPr/>
              </p:nvSpPr>
              <p:spPr bwMode="gray">
                <a:xfrm>
                  <a:off x="10173505" y="1276764"/>
                  <a:ext cx="1742320" cy="619777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>
                      <a:solidFill>
                        <a:schemeClr val="accent1">
                          <a:lumMod val="50000"/>
                        </a:schemeClr>
                      </a:solidFill>
                    </a:rPr>
                    <a:t>6</a:t>
                  </a:r>
                  <a:r>
                    <a:rPr lang="en-US" sz="40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5</a:t>
                  </a:r>
                  <a:r>
                    <a:rPr lang="en-US" sz="18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%</a:t>
                  </a:r>
                  <a:endParaRPr lang="en-US" sz="2400" b="1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83" name="Gruppieren 82"/>
            <p:cNvGrpSpPr/>
            <p:nvPr/>
          </p:nvGrpSpPr>
          <p:grpSpPr>
            <a:xfrm>
              <a:off x="7558879" y="2536342"/>
              <a:ext cx="1309271" cy="1718503"/>
              <a:chOff x="10155036" y="2558120"/>
              <a:chExt cx="1742320" cy="2286907"/>
            </a:xfrm>
          </p:grpSpPr>
          <p:grpSp>
            <p:nvGrpSpPr>
              <p:cNvPr id="84" name="Group 15"/>
              <p:cNvGrpSpPr>
                <a:grpSpLocks noChangeAspect="1"/>
              </p:cNvGrpSpPr>
              <p:nvPr/>
            </p:nvGrpSpPr>
            <p:grpSpPr bwMode="auto">
              <a:xfrm>
                <a:off x="10621232" y="2558120"/>
                <a:ext cx="746129" cy="875115"/>
                <a:chOff x="6562" y="1024"/>
                <a:chExt cx="752" cy="882"/>
              </a:xfrm>
              <a:solidFill>
                <a:schemeClr val="accent1"/>
              </a:solidFill>
            </p:grpSpPr>
            <p:sp>
              <p:nvSpPr>
                <p:cNvPr id="88" name="Freeform 16"/>
                <p:cNvSpPr>
                  <a:spLocks noEditPoints="1"/>
                </p:cNvSpPr>
                <p:nvPr/>
              </p:nvSpPr>
              <p:spPr bwMode="auto">
                <a:xfrm>
                  <a:off x="6572" y="1024"/>
                  <a:ext cx="731" cy="629"/>
                </a:xfrm>
                <a:custGeom>
                  <a:avLst/>
                  <a:gdLst>
                    <a:gd name="T0" fmla="*/ 182 w 208"/>
                    <a:gd name="T1" fmla="*/ 0 h 179"/>
                    <a:gd name="T2" fmla="*/ 26 w 208"/>
                    <a:gd name="T3" fmla="*/ 0 h 179"/>
                    <a:gd name="T4" fmla="*/ 0 w 208"/>
                    <a:gd name="T5" fmla="*/ 26 h 179"/>
                    <a:gd name="T6" fmla="*/ 0 w 208"/>
                    <a:gd name="T7" fmla="*/ 153 h 179"/>
                    <a:gd name="T8" fmla="*/ 26 w 208"/>
                    <a:gd name="T9" fmla="*/ 179 h 179"/>
                    <a:gd name="T10" fmla="*/ 182 w 208"/>
                    <a:gd name="T11" fmla="*/ 179 h 179"/>
                    <a:gd name="T12" fmla="*/ 208 w 208"/>
                    <a:gd name="T13" fmla="*/ 153 h 179"/>
                    <a:gd name="T14" fmla="*/ 208 w 208"/>
                    <a:gd name="T15" fmla="*/ 26 h 179"/>
                    <a:gd name="T16" fmla="*/ 182 w 208"/>
                    <a:gd name="T17" fmla="*/ 0 h 179"/>
                    <a:gd name="T18" fmla="*/ 42 w 208"/>
                    <a:gd name="T19" fmla="*/ 152 h 179"/>
                    <a:gd name="T20" fmla="*/ 25 w 208"/>
                    <a:gd name="T21" fmla="*/ 135 h 179"/>
                    <a:gd name="T22" fmla="*/ 42 w 208"/>
                    <a:gd name="T23" fmla="*/ 118 h 179"/>
                    <a:gd name="T24" fmla="*/ 59 w 208"/>
                    <a:gd name="T25" fmla="*/ 135 h 179"/>
                    <a:gd name="T26" fmla="*/ 42 w 208"/>
                    <a:gd name="T27" fmla="*/ 152 h 179"/>
                    <a:gd name="T28" fmla="*/ 172 w 208"/>
                    <a:gd name="T29" fmla="*/ 152 h 179"/>
                    <a:gd name="T30" fmla="*/ 155 w 208"/>
                    <a:gd name="T31" fmla="*/ 135 h 179"/>
                    <a:gd name="T32" fmla="*/ 172 w 208"/>
                    <a:gd name="T33" fmla="*/ 118 h 179"/>
                    <a:gd name="T34" fmla="*/ 189 w 208"/>
                    <a:gd name="T35" fmla="*/ 135 h 179"/>
                    <a:gd name="T36" fmla="*/ 172 w 208"/>
                    <a:gd name="T37" fmla="*/ 152 h 179"/>
                    <a:gd name="T38" fmla="*/ 191 w 208"/>
                    <a:gd name="T39" fmla="*/ 85 h 179"/>
                    <a:gd name="T40" fmla="*/ 176 w 208"/>
                    <a:gd name="T41" fmla="*/ 100 h 179"/>
                    <a:gd name="T42" fmla="*/ 32 w 208"/>
                    <a:gd name="T43" fmla="*/ 100 h 179"/>
                    <a:gd name="T44" fmla="*/ 17 w 208"/>
                    <a:gd name="T45" fmla="*/ 85 h 179"/>
                    <a:gd name="T46" fmla="*/ 17 w 208"/>
                    <a:gd name="T47" fmla="*/ 34 h 179"/>
                    <a:gd name="T48" fmla="*/ 32 w 208"/>
                    <a:gd name="T49" fmla="*/ 18 h 179"/>
                    <a:gd name="T50" fmla="*/ 176 w 208"/>
                    <a:gd name="T51" fmla="*/ 18 h 179"/>
                    <a:gd name="T52" fmla="*/ 191 w 208"/>
                    <a:gd name="T53" fmla="*/ 34 h 179"/>
                    <a:gd name="T54" fmla="*/ 191 w 208"/>
                    <a:gd name="T55" fmla="*/ 85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08" h="179">
                      <a:moveTo>
                        <a:pt x="182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11" y="0"/>
                        <a:pt x="0" y="12"/>
                        <a:pt x="0" y="26"/>
                      </a:cubicBezTo>
                      <a:cubicBezTo>
                        <a:pt x="0" y="153"/>
                        <a:pt x="0" y="153"/>
                        <a:pt x="0" y="153"/>
                      </a:cubicBezTo>
                      <a:cubicBezTo>
                        <a:pt x="0" y="167"/>
                        <a:pt x="11" y="179"/>
                        <a:pt x="26" y="179"/>
                      </a:cubicBezTo>
                      <a:cubicBezTo>
                        <a:pt x="182" y="179"/>
                        <a:pt x="182" y="179"/>
                        <a:pt x="182" y="179"/>
                      </a:cubicBezTo>
                      <a:cubicBezTo>
                        <a:pt x="197" y="179"/>
                        <a:pt x="208" y="167"/>
                        <a:pt x="208" y="153"/>
                      </a:cubicBezTo>
                      <a:cubicBezTo>
                        <a:pt x="208" y="26"/>
                        <a:pt x="208" y="26"/>
                        <a:pt x="208" y="26"/>
                      </a:cubicBezTo>
                      <a:cubicBezTo>
                        <a:pt x="208" y="12"/>
                        <a:pt x="197" y="0"/>
                        <a:pt x="182" y="0"/>
                      </a:cubicBezTo>
                      <a:close/>
                      <a:moveTo>
                        <a:pt x="42" y="152"/>
                      </a:moveTo>
                      <a:cubicBezTo>
                        <a:pt x="33" y="152"/>
                        <a:pt x="25" y="144"/>
                        <a:pt x="25" y="135"/>
                      </a:cubicBezTo>
                      <a:cubicBezTo>
                        <a:pt x="25" y="126"/>
                        <a:pt x="33" y="118"/>
                        <a:pt x="42" y="118"/>
                      </a:cubicBezTo>
                      <a:cubicBezTo>
                        <a:pt x="52" y="118"/>
                        <a:pt x="59" y="126"/>
                        <a:pt x="59" y="135"/>
                      </a:cubicBezTo>
                      <a:cubicBezTo>
                        <a:pt x="59" y="144"/>
                        <a:pt x="52" y="152"/>
                        <a:pt x="42" y="152"/>
                      </a:cubicBezTo>
                      <a:close/>
                      <a:moveTo>
                        <a:pt x="172" y="152"/>
                      </a:moveTo>
                      <a:cubicBezTo>
                        <a:pt x="163" y="152"/>
                        <a:pt x="155" y="144"/>
                        <a:pt x="155" y="135"/>
                      </a:cubicBezTo>
                      <a:cubicBezTo>
                        <a:pt x="155" y="126"/>
                        <a:pt x="163" y="118"/>
                        <a:pt x="172" y="118"/>
                      </a:cubicBezTo>
                      <a:cubicBezTo>
                        <a:pt x="182" y="118"/>
                        <a:pt x="189" y="126"/>
                        <a:pt x="189" y="135"/>
                      </a:cubicBezTo>
                      <a:cubicBezTo>
                        <a:pt x="189" y="144"/>
                        <a:pt x="182" y="152"/>
                        <a:pt x="172" y="152"/>
                      </a:cubicBezTo>
                      <a:close/>
                      <a:moveTo>
                        <a:pt x="191" y="85"/>
                      </a:moveTo>
                      <a:cubicBezTo>
                        <a:pt x="191" y="93"/>
                        <a:pt x="184" y="100"/>
                        <a:pt x="176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24" y="100"/>
                        <a:pt x="17" y="93"/>
                        <a:pt x="17" y="85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25"/>
                        <a:pt x="24" y="18"/>
                        <a:pt x="32" y="18"/>
                      </a:cubicBezTo>
                      <a:cubicBezTo>
                        <a:pt x="176" y="18"/>
                        <a:pt x="176" y="18"/>
                        <a:pt x="176" y="18"/>
                      </a:cubicBezTo>
                      <a:cubicBezTo>
                        <a:pt x="184" y="18"/>
                        <a:pt x="191" y="25"/>
                        <a:pt x="191" y="34"/>
                      </a:cubicBezTo>
                      <a:lnTo>
                        <a:pt x="191" y="8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9" name="Freeform 17"/>
                <p:cNvSpPr>
                  <a:spLocks noEditPoints="1"/>
                </p:cNvSpPr>
                <p:nvPr/>
              </p:nvSpPr>
              <p:spPr bwMode="auto">
                <a:xfrm>
                  <a:off x="6716" y="1710"/>
                  <a:ext cx="443" cy="168"/>
                </a:xfrm>
                <a:custGeom>
                  <a:avLst/>
                  <a:gdLst>
                    <a:gd name="T0" fmla="*/ 380 w 443"/>
                    <a:gd name="T1" fmla="*/ 66 h 168"/>
                    <a:gd name="T2" fmla="*/ 64 w 443"/>
                    <a:gd name="T3" fmla="*/ 66 h 168"/>
                    <a:gd name="T4" fmla="*/ 42 w 443"/>
                    <a:gd name="T5" fmla="*/ 101 h 168"/>
                    <a:gd name="T6" fmla="*/ 401 w 443"/>
                    <a:gd name="T7" fmla="*/ 101 h 168"/>
                    <a:gd name="T8" fmla="*/ 380 w 443"/>
                    <a:gd name="T9" fmla="*/ 66 h 168"/>
                    <a:gd name="T10" fmla="*/ 338 w 443"/>
                    <a:gd name="T11" fmla="*/ 0 h 168"/>
                    <a:gd name="T12" fmla="*/ 106 w 443"/>
                    <a:gd name="T13" fmla="*/ 0 h 168"/>
                    <a:gd name="T14" fmla="*/ 85 w 443"/>
                    <a:gd name="T15" fmla="*/ 35 h 168"/>
                    <a:gd name="T16" fmla="*/ 359 w 443"/>
                    <a:gd name="T17" fmla="*/ 35 h 168"/>
                    <a:gd name="T18" fmla="*/ 338 w 443"/>
                    <a:gd name="T19" fmla="*/ 0 h 168"/>
                    <a:gd name="T20" fmla="*/ 419 w 443"/>
                    <a:gd name="T21" fmla="*/ 0 h 168"/>
                    <a:gd name="T22" fmla="*/ 415 w 443"/>
                    <a:gd name="T23" fmla="*/ 0 h 168"/>
                    <a:gd name="T24" fmla="*/ 419 w 443"/>
                    <a:gd name="T25" fmla="*/ 3 h 168"/>
                    <a:gd name="T26" fmla="*/ 419 w 443"/>
                    <a:gd name="T27" fmla="*/ 0 h 168"/>
                    <a:gd name="T28" fmla="*/ 422 w 443"/>
                    <a:gd name="T29" fmla="*/ 133 h 168"/>
                    <a:gd name="T30" fmla="*/ 21 w 443"/>
                    <a:gd name="T31" fmla="*/ 133 h 168"/>
                    <a:gd name="T32" fmla="*/ 0 w 443"/>
                    <a:gd name="T33" fmla="*/ 168 h 168"/>
                    <a:gd name="T34" fmla="*/ 443 w 443"/>
                    <a:gd name="T35" fmla="*/ 168 h 168"/>
                    <a:gd name="T36" fmla="*/ 422 w 443"/>
                    <a:gd name="T37" fmla="*/ 133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43" h="168">
                      <a:moveTo>
                        <a:pt x="380" y="66"/>
                      </a:moveTo>
                      <a:lnTo>
                        <a:pt x="64" y="66"/>
                      </a:lnTo>
                      <a:lnTo>
                        <a:pt x="42" y="101"/>
                      </a:lnTo>
                      <a:lnTo>
                        <a:pt x="401" y="101"/>
                      </a:lnTo>
                      <a:lnTo>
                        <a:pt x="380" y="66"/>
                      </a:lnTo>
                      <a:close/>
                      <a:moveTo>
                        <a:pt x="338" y="0"/>
                      </a:moveTo>
                      <a:lnTo>
                        <a:pt x="106" y="0"/>
                      </a:lnTo>
                      <a:lnTo>
                        <a:pt x="85" y="35"/>
                      </a:lnTo>
                      <a:lnTo>
                        <a:pt x="359" y="35"/>
                      </a:lnTo>
                      <a:lnTo>
                        <a:pt x="338" y="0"/>
                      </a:lnTo>
                      <a:close/>
                      <a:moveTo>
                        <a:pt x="419" y="0"/>
                      </a:moveTo>
                      <a:lnTo>
                        <a:pt x="415" y="0"/>
                      </a:lnTo>
                      <a:lnTo>
                        <a:pt x="419" y="3"/>
                      </a:lnTo>
                      <a:lnTo>
                        <a:pt x="419" y="0"/>
                      </a:lnTo>
                      <a:close/>
                      <a:moveTo>
                        <a:pt x="422" y="133"/>
                      </a:moveTo>
                      <a:lnTo>
                        <a:pt x="21" y="133"/>
                      </a:lnTo>
                      <a:lnTo>
                        <a:pt x="0" y="168"/>
                      </a:lnTo>
                      <a:lnTo>
                        <a:pt x="443" y="168"/>
                      </a:lnTo>
                      <a:lnTo>
                        <a:pt x="422" y="1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90" name="Freeform 18"/>
                <p:cNvSpPr>
                  <a:spLocks noEditPoints="1"/>
                </p:cNvSpPr>
                <p:nvPr/>
              </p:nvSpPr>
              <p:spPr bwMode="auto">
                <a:xfrm>
                  <a:off x="6562" y="1692"/>
                  <a:ext cx="752" cy="214"/>
                </a:xfrm>
                <a:custGeom>
                  <a:avLst/>
                  <a:gdLst>
                    <a:gd name="T0" fmla="*/ 618 w 752"/>
                    <a:gd name="T1" fmla="*/ 0 h 214"/>
                    <a:gd name="T2" fmla="*/ 523 w 752"/>
                    <a:gd name="T3" fmla="*/ 0 h 214"/>
                    <a:gd name="T4" fmla="*/ 657 w 752"/>
                    <a:gd name="T5" fmla="*/ 214 h 214"/>
                    <a:gd name="T6" fmla="*/ 752 w 752"/>
                    <a:gd name="T7" fmla="*/ 214 h 214"/>
                    <a:gd name="T8" fmla="*/ 618 w 752"/>
                    <a:gd name="T9" fmla="*/ 0 h 214"/>
                    <a:gd name="T10" fmla="*/ 0 w 752"/>
                    <a:gd name="T11" fmla="*/ 214 h 214"/>
                    <a:gd name="T12" fmla="*/ 94 w 752"/>
                    <a:gd name="T13" fmla="*/ 214 h 214"/>
                    <a:gd name="T14" fmla="*/ 228 w 752"/>
                    <a:gd name="T15" fmla="*/ 0 h 214"/>
                    <a:gd name="T16" fmla="*/ 133 w 752"/>
                    <a:gd name="T17" fmla="*/ 0 h 214"/>
                    <a:gd name="T18" fmla="*/ 0 w 752"/>
                    <a:gd name="T19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2" h="214">
                      <a:moveTo>
                        <a:pt x="618" y="0"/>
                      </a:moveTo>
                      <a:lnTo>
                        <a:pt x="523" y="0"/>
                      </a:lnTo>
                      <a:lnTo>
                        <a:pt x="657" y="214"/>
                      </a:lnTo>
                      <a:lnTo>
                        <a:pt x="752" y="214"/>
                      </a:lnTo>
                      <a:lnTo>
                        <a:pt x="618" y="0"/>
                      </a:lnTo>
                      <a:close/>
                      <a:moveTo>
                        <a:pt x="0" y="214"/>
                      </a:moveTo>
                      <a:lnTo>
                        <a:pt x="94" y="214"/>
                      </a:lnTo>
                      <a:lnTo>
                        <a:pt x="228" y="0"/>
                      </a:lnTo>
                      <a:lnTo>
                        <a:pt x="133" y="0"/>
                      </a:lnTo>
                      <a:lnTo>
                        <a:pt x="0" y="2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grpSp>
            <p:nvGrpSpPr>
              <p:cNvPr id="85" name="Gruppieren 84"/>
              <p:cNvGrpSpPr/>
              <p:nvPr/>
            </p:nvGrpSpPr>
            <p:grpSpPr>
              <a:xfrm>
                <a:off x="10155036" y="3511615"/>
                <a:ext cx="1742320" cy="1333412"/>
                <a:chOff x="10014010" y="3458449"/>
                <a:chExt cx="1742320" cy="1333412"/>
              </a:xfrm>
            </p:grpSpPr>
            <p:sp>
              <p:nvSpPr>
                <p:cNvPr id="86" name="Textfeld 85"/>
                <p:cNvSpPr txBox="1"/>
                <p:nvPr/>
              </p:nvSpPr>
              <p:spPr bwMode="gray">
                <a:xfrm>
                  <a:off x="10014010" y="4077434"/>
                  <a:ext cx="1742320" cy="714427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7" name="Textfeld 86"/>
                <p:cNvSpPr txBox="1"/>
                <p:nvPr/>
              </p:nvSpPr>
              <p:spPr bwMode="gray">
                <a:xfrm>
                  <a:off x="10014010" y="3458449"/>
                  <a:ext cx="1742320" cy="618985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>
                      <a:solidFill>
                        <a:schemeClr val="accent1">
                          <a:lumMod val="50000"/>
                        </a:schemeClr>
                      </a:solidFill>
                    </a:rPr>
                    <a:t>3</a:t>
                  </a:r>
                  <a:r>
                    <a:rPr lang="en-US" sz="40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0</a:t>
                  </a:r>
                  <a:r>
                    <a:rPr lang="en-US" sz="18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%</a:t>
                  </a:r>
                  <a:endParaRPr lang="en-US" sz="1800" b="1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95" name="Gruppieren 94"/>
            <p:cNvGrpSpPr/>
            <p:nvPr/>
          </p:nvGrpSpPr>
          <p:grpSpPr>
            <a:xfrm>
              <a:off x="7536622" y="4912560"/>
              <a:ext cx="1309271" cy="1686532"/>
              <a:chOff x="10155035" y="4843006"/>
              <a:chExt cx="1742320" cy="2244361"/>
            </a:xfrm>
          </p:grpSpPr>
          <p:grpSp>
            <p:nvGrpSpPr>
              <p:cNvPr id="96" name="Gruppieren 95"/>
              <p:cNvGrpSpPr/>
              <p:nvPr/>
            </p:nvGrpSpPr>
            <p:grpSpPr>
              <a:xfrm>
                <a:off x="10155035" y="5646288"/>
                <a:ext cx="1742320" cy="1441079"/>
                <a:chOff x="10014010" y="5486537"/>
                <a:chExt cx="1742320" cy="1441079"/>
              </a:xfrm>
            </p:grpSpPr>
            <p:sp>
              <p:nvSpPr>
                <p:cNvPr id="98" name="Textfeld 97"/>
                <p:cNvSpPr txBox="1"/>
                <p:nvPr/>
              </p:nvSpPr>
              <p:spPr bwMode="gray">
                <a:xfrm>
                  <a:off x="10014010" y="6077849"/>
                  <a:ext cx="1742320" cy="849767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9" name="Textfeld 98"/>
                <p:cNvSpPr txBox="1"/>
                <p:nvPr/>
              </p:nvSpPr>
              <p:spPr bwMode="gray">
                <a:xfrm>
                  <a:off x="10014010" y="5486537"/>
                  <a:ext cx="1742320" cy="640283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>
                      <a:solidFill>
                        <a:schemeClr val="accent1">
                          <a:lumMod val="50000"/>
                        </a:schemeClr>
                      </a:solidFill>
                    </a:rPr>
                    <a:t>8</a:t>
                  </a:r>
                  <a:r>
                    <a:rPr lang="en-US" sz="40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5</a:t>
                  </a:r>
                  <a:r>
                    <a:rPr lang="en-US" sz="18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%</a:t>
                  </a:r>
                  <a:endParaRPr lang="en-US" sz="1800" b="1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97" name="Freeform 28"/>
              <p:cNvSpPr>
                <a:spLocks noEditPoints="1"/>
              </p:cNvSpPr>
              <p:nvPr/>
            </p:nvSpPr>
            <p:spPr bwMode="auto">
              <a:xfrm>
                <a:off x="10466138" y="4843006"/>
                <a:ext cx="1035050" cy="717550"/>
              </a:xfrm>
              <a:custGeom>
                <a:avLst/>
                <a:gdLst>
                  <a:gd name="T0" fmla="*/ 254 w 276"/>
                  <a:gd name="T1" fmla="*/ 94 h 191"/>
                  <a:gd name="T2" fmla="*/ 254 w 276"/>
                  <a:gd name="T3" fmla="*/ 59 h 191"/>
                  <a:gd name="T4" fmla="*/ 224 w 276"/>
                  <a:gd name="T5" fmla="*/ 28 h 191"/>
                  <a:gd name="T6" fmla="*/ 224 w 276"/>
                  <a:gd name="T7" fmla="*/ 8 h 191"/>
                  <a:gd name="T8" fmla="*/ 215 w 276"/>
                  <a:gd name="T9" fmla="*/ 0 h 191"/>
                  <a:gd name="T10" fmla="*/ 202 w 276"/>
                  <a:gd name="T11" fmla="*/ 0 h 191"/>
                  <a:gd name="T12" fmla="*/ 194 w 276"/>
                  <a:gd name="T13" fmla="*/ 8 h 191"/>
                  <a:gd name="T14" fmla="*/ 194 w 276"/>
                  <a:gd name="T15" fmla="*/ 28 h 191"/>
                  <a:gd name="T16" fmla="*/ 119 w 276"/>
                  <a:gd name="T17" fmla="*/ 28 h 191"/>
                  <a:gd name="T18" fmla="*/ 59 w 276"/>
                  <a:gd name="T19" fmla="*/ 59 h 191"/>
                  <a:gd name="T20" fmla="*/ 59 w 276"/>
                  <a:gd name="T21" fmla="*/ 94 h 191"/>
                  <a:gd name="T22" fmla="*/ 0 w 276"/>
                  <a:gd name="T23" fmla="*/ 94 h 191"/>
                  <a:gd name="T24" fmla="*/ 62 w 276"/>
                  <a:gd name="T25" fmla="*/ 190 h 191"/>
                  <a:gd name="T26" fmla="*/ 236 w 276"/>
                  <a:gd name="T27" fmla="*/ 191 h 191"/>
                  <a:gd name="T28" fmla="*/ 276 w 276"/>
                  <a:gd name="T29" fmla="*/ 94 h 191"/>
                  <a:gd name="T30" fmla="*/ 254 w 276"/>
                  <a:gd name="T31" fmla="*/ 94 h 191"/>
                  <a:gd name="T32" fmla="*/ 214 w 276"/>
                  <a:gd name="T33" fmla="*/ 51 h 191"/>
                  <a:gd name="T34" fmla="*/ 230 w 276"/>
                  <a:gd name="T35" fmla="*/ 66 h 191"/>
                  <a:gd name="T36" fmla="*/ 214 w 276"/>
                  <a:gd name="T37" fmla="*/ 82 h 191"/>
                  <a:gd name="T38" fmla="*/ 198 w 276"/>
                  <a:gd name="T39" fmla="*/ 66 h 191"/>
                  <a:gd name="T40" fmla="*/ 214 w 276"/>
                  <a:gd name="T41" fmla="*/ 51 h 191"/>
                  <a:gd name="T42" fmla="*/ 175 w 276"/>
                  <a:gd name="T43" fmla="*/ 51 h 191"/>
                  <a:gd name="T44" fmla="*/ 191 w 276"/>
                  <a:gd name="T45" fmla="*/ 66 h 191"/>
                  <a:gd name="T46" fmla="*/ 175 w 276"/>
                  <a:gd name="T47" fmla="*/ 82 h 191"/>
                  <a:gd name="T48" fmla="*/ 159 w 276"/>
                  <a:gd name="T49" fmla="*/ 66 h 191"/>
                  <a:gd name="T50" fmla="*/ 175 w 276"/>
                  <a:gd name="T51" fmla="*/ 51 h 191"/>
                  <a:gd name="T52" fmla="*/ 136 w 276"/>
                  <a:gd name="T53" fmla="*/ 51 h 191"/>
                  <a:gd name="T54" fmla="*/ 152 w 276"/>
                  <a:gd name="T55" fmla="*/ 66 h 191"/>
                  <a:gd name="T56" fmla="*/ 136 w 276"/>
                  <a:gd name="T57" fmla="*/ 82 h 191"/>
                  <a:gd name="T58" fmla="*/ 120 w 276"/>
                  <a:gd name="T59" fmla="*/ 66 h 191"/>
                  <a:gd name="T60" fmla="*/ 136 w 276"/>
                  <a:gd name="T61" fmla="*/ 51 h 191"/>
                  <a:gd name="T62" fmla="*/ 97 w 276"/>
                  <a:gd name="T63" fmla="*/ 51 h 191"/>
                  <a:gd name="T64" fmla="*/ 112 w 276"/>
                  <a:gd name="T65" fmla="*/ 66 h 191"/>
                  <a:gd name="T66" fmla="*/ 97 w 276"/>
                  <a:gd name="T67" fmla="*/ 82 h 191"/>
                  <a:gd name="T68" fmla="*/ 81 w 276"/>
                  <a:gd name="T69" fmla="*/ 66 h 191"/>
                  <a:gd name="T70" fmla="*/ 97 w 276"/>
                  <a:gd name="T71" fmla="*/ 5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6" h="191">
                    <a:moveTo>
                      <a:pt x="254" y="94"/>
                    </a:moveTo>
                    <a:cubicBezTo>
                      <a:pt x="254" y="59"/>
                      <a:pt x="254" y="59"/>
                      <a:pt x="254" y="59"/>
                    </a:cubicBezTo>
                    <a:cubicBezTo>
                      <a:pt x="254" y="42"/>
                      <a:pt x="241" y="28"/>
                      <a:pt x="224" y="28"/>
                    </a:cubicBezTo>
                    <a:cubicBezTo>
                      <a:pt x="224" y="8"/>
                      <a:pt x="224" y="8"/>
                      <a:pt x="224" y="8"/>
                    </a:cubicBezTo>
                    <a:cubicBezTo>
                      <a:pt x="224" y="4"/>
                      <a:pt x="220" y="0"/>
                      <a:pt x="21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198" y="0"/>
                      <a:pt x="194" y="4"/>
                      <a:pt x="194" y="8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19" y="28"/>
                      <a:pt x="119" y="28"/>
                      <a:pt x="119" y="28"/>
                    </a:cubicBezTo>
                    <a:cubicBezTo>
                      <a:pt x="101" y="28"/>
                      <a:pt x="59" y="42"/>
                      <a:pt x="59" y="59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22" y="190"/>
                      <a:pt x="62" y="190"/>
                    </a:cubicBezTo>
                    <a:cubicBezTo>
                      <a:pt x="101" y="190"/>
                      <a:pt x="197" y="191"/>
                      <a:pt x="236" y="191"/>
                    </a:cubicBezTo>
                    <a:cubicBezTo>
                      <a:pt x="271" y="191"/>
                      <a:pt x="276" y="94"/>
                      <a:pt x="276" y="94"/>
                    </a:cubicBezTo>
                    <a:lnTo>
                      <a:pt x="254" y="94"/>
                    </a:lnTo>
                    <a:close/>
                    <a:moveTo>
                      <a:pt x="214" y="51"/>
                    </a:moveTo>
                    <a:cubicBezTo>
                      <a:pt x="223" y="51"/>
                      <a:pt x="230" y="58"/>
                      <a:pt x="230" y="66"/>
                    </a:cubicBezTo>
                    <a:cubicBezTo>
                      <a:pt x="230" y="75"/>
                      <a:pt x="223" y="82"/>
                      <a:pt x="214" y="82"/>
                    </a:cubicBezTo>
                    <a:cubicBezTo>
                      <a:pt x="205" y="82"/>
                      <a:pt x="198" y="75"/>
                      <a:pt x="198" y="66"/>
                    </a:cubicBezTo>
                    <a:cubicBezTo>
                      <a:pt x="198" y="58"/>
                      <a:pt x="205" y="51"/>
                      <a:pt x="214" y="51"/>
                    </a:cubicBezTo>
                    <a:close/>
                    <a:moveTo>
                      <a:pt x="175" y="51"/>
                    </a:moveTo>
                    <a:cubicBezTo>
                      <a:pt x="184" y="51"/>
                      <a:pt x="191" y="58"/>
                      <a:pt x="191" y="66"/>
                    </a:cubicBezTo>
                    <a:cubicBezTo>
                      <a:pt x="191" y="75"/>
                      <a:pt x="184" y="82"/>
                      <a:pt x="175" y="82"/>
                    </a:cubicBezTo>
                    <a:cubicBezTo>
                      <a:pt x="166" y="82"/>
                      <a:pt x="159" y="75"/>
                      <a:pt x="159" y="66"/>
                    </a:cubicBezTo>
                    <a:cubicBezTo>
                      <a:pt x="159" y="58"/>
                      <a:pt x="166" y="51"/>
                      <a:pt x="175" y="51"/>
                    </a:cubicBezTo>
                    <a:close/>
                    <a:moveTo>
                      <a:pt x="136" y="51"/>
                    </a:moveTo>
                    <a:cubicBezTo>
                      <a:pt x="145" y="51"/>
                      <a:pt x="152" y="58"/>
                      <a:pt x="152" y="66"/>
                    </a:cubicBezTo>
                    <a:cubicBezTo>
                      <a:pt x="152" y="75"/>
                      <a:pt x="145" y="82"/>
                      <a:pt x="136" y="82"/>
                    </a:cubicBezTo>
                    <a:cubicBezTo>
                      <a:pt x="127" y="82"/>
                      <a:pt x="120" y="75"/>
                      <a:pt x="120" y="66"/>
                    </a:cubicBezTo>
                    <a:cubicBezTo>
                      <a:pt x="120" y="58"/>
                      <a:pt x="127" y="51"/>
                      <a:pt x="136" y="51"/>
                    </a:cubicBezTo>
                    <a:close/>
                    <a:moveTo>
                      <a:pt x="97" y="51"/>
                    </a:moveTo>
                    <a:cubicBezTo>
                      <a:pt x="105" y="51"/>
                      <a:pt x="112" y="58"/>
                      <a:pt x="112" y="66"/>
                    </a:cubicBezTo>
                    <a:cubicBezTo>
                      <a:pt x="112" y="75"/>
                      <a:pt x="105" y="82"/>
                      <a:pt x="97" y="82"/>
                    </a:cubicBezTo>
                    <a:cubicBezTo>
                      <a:pt x="88" y="82"/>
                      <a:pt x="81" y="75"/>
                      <a:pt x="81" y="66"/>
                    </a:cubicBezTo>
                    <a:cubicBezTo>
                      <a:pt x="81" y="58"/>
                      <a:pt x="88" y="51"/>
                      <a:pt x="97" y="5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cxnSp>
          <p:nvCxnSpPr>
            <p:cNvPr id="100" name="Gerade Verbindung 99"/>
            <p:cNvCxnSpPr/>
            <p:nvPr/>
          </p:nvCxnSpPr>
          <p:spPr bwMode="gray">
            <a:xfrm flipH="1">
              <a:off x="6115" y="2221871"/>
              <a:ext cx="3124199" cy="0"/>
            </a:xfrm>
            <a:prstGeom prst="line">
              <a:avLst/>
            </a:prstGeom>
            <a:ln w="6350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Rechteck 100"/>
            <p:cNvSpPr/>
            <p:nvPr/>
          </p:nvSpPr>
          <p:spPr bwMode="auto">
            <a:xfrm>
              <a:off x="8911859" y="6826"/>
              <a:ext cx="258615" cy="6851174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34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ot="0" spcFirstLastPara="0" vertOverflow="overflow" horzOverflow="overflow" vert="vert" wrap="squar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2000" b="1" spc="600" dirty="0">
                  <a:solidFill>
                    <a:schemeClr val="accent1">
                      <a:lumMod val="60000"/>
                      <a:lumOff val="40000"/>
                    </a:schemeClr>
                  </a:solidFill>
                  <a:effectLst>
                    <a:outerShdw dist="38100" dir="2700000" algn="tl" rotWithShape="0">
                      <a:schemeClr val="accent1">
                        <a:lumMod val="40000"/>
                        <a:lumOff val="60000"/>
                      </a:schemeClr>
                    </a:outerShdw>
                  </a:effectLst>
                </a:rPr>
                <a:t>OVERALL IMPROVEMENT</a:t>
              </a:r>
            </a:p>
          </p:txBody>
        </p:sp>
        <p:sp>
          <p:nvSpPr>
            <p:cNvPr id="104" name="Rechteck 103"/>
            <p:cNvSpPr/>
            <p:nvPr/>
          </p:nvSpPr>
          <p:spPr bwMode="gray">
            <a:xfrm>
              <a:off x="432590" y="3558079"/>
              <a:ext cx="1429289" cy="969162"/>
            </a:xfrm>
            <a:prstGeom prst="rect">
              <a:avLst/>
            </a:prstGeom>
          </p:spPr>
          <p:txBody>
            <a:bodyPr wrap="square" lIns="72000" tIns="0" rIns="180000" bIns="0" anchor="b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1200" b="1" dirty="0" smtClean="0">
                  <a:solidFill>
                    <a:schemeClr val="bg1"/>
                  </a:solidFill>
                </a:rPr>
                <a:t>This is a placeholder text, </a:t>
              </a:r>
              <a:r>
                <a:rPr lang="en-US" sz="1200" dirty="0" smtClean="0">
                  <a:solidFill>
                    <a:schemeClr val="bg1"/>
                  </a:solidFill>
                </a:rPr>
                <a:t>it can be replaced with your own text.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67" name="Gerade Verbindung 166"/>
            <p:cNvCxnSpPr/>
            <p:nvPr/>
          </p:nvCxnSpPr>
          <p:spPr bwMode="gray">
            <a:xfrm flipH="1">
              <a:off x="3538" y="3020888"/>
              <a:ext cx="3124199" cy="0"/>
            </a:xfrm>
            <a:prstGeom prst="line">
              <a:avLst/>
            </a:prstGeom>
            <a:ln w="6350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8" name="Gruppieren 167"/>
            <p:cNvGrpSpPr/>
            <p:nvPr/>
          </p:nvGrpSpPr>
          <p:grpSpPr>
            <a:xfrm>
              <a:off x="3053780" y="175118"/>
              <a:ext cx="4482842" cy="683273"/>
              <a:chOff x="4149007" y="223955"/>
              <a:chExt cx="5770782" cy="909266"/>
            </a:xfrm>
          </p:grpSpPr>
          <p:grpSp>
            <p:nvGrpSpPr>
              <p:cNvPr id="169" name="Group 5"/>
              <p:cNvGrpSpPr>
                <a:grpSpLocks noChangeAspect="1"/>
              </p:cNvGrpSpPr>
              <p:nvPr/>
            </p:nvGrpSpPr>
            <p:grpSpPr bwMode="auto">
              <a:xfrm>
                <a:off x="4149007" y="223955"/>
                <a:ext cx="5770782" cy="363529"/>
                <a:chOff x="2663" y="2445"/>
                <a:chExt cx="1793" cy="118"/>
              </a:xfrm>
              <a:solidFill>
                <a:schemeClr val="bg2"/>
              </a:solidFill>
            </p:grpSpPr>
            <p:sp>
              <p:nvSpPr>
                <p:cNvPr id="171" name="Rectangle 6"/>
                <p:cNvSpPr>
                  <a:spLocks noChangeArrowheads="1"/>
                </p:cNvSpPr>
                <p:nvPr/>
              </p:nvSpPr>
              <p:spPr bwMode="auto">
                <a:xfrm>
                  <a:off x="3563" y="2502"/>
                  <a:ext cx="789" cy="52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2" name="Freeform 7"/>
                <p:cNvSpPr>
                  <a:spLocks/>
                </p:cNvSpPr>
                <p:nvPr/>
              </p:nvSpPr>
              <p:spPr bwMode="auto">
                <a:xfrm>
                  <a:off x="2663" y="2488"/>
                  <a:ext cx="1793" cy="75"/>
                </a:xfrm>
                <a:custGeom>
                  <a:avLst/>
                  <a:gdLst>
                    <a:gd name="T0" fmla="*/ 1692 w 1793"/>
                    <a:gd name="T1" fmla="*/ 66 h 75"/>
                    <a:gd name="T2" fmla="*/ 1741 w 1793"/>
                    <a:gd name="T3" fmla="*/ 31 h 75"/>
                    <a:gd name="T4" fmla="*/ 1784 w 1793"/>
                    <a:gd name="T5" fmla="*/ 5 h 75"/>
                    <a:gd name="T6" fmla="*/ 1791 w 1793"/>
                    <a:gd name="T7" fmla="*/ 75 h 75"/>
                    <a:gd name="T8" fmla="*/ 0 w 1793"/>
                    <a:gd name="T9" fmla="*/ 0 h 75"/>
                    <a:gd name="T10" fmla="*/ 52 w 1793"/>
                    <a:gd name="T11" fmla="*/ 66 h 75"/>
                    <a:gd name="T12" fmla="*/ 57 w 1793"/>
                    <a:gd name="T13" fmla="*/ 66 h 75"/>
                    <a:gd name="T14" fmla="*/ 107 w 1793"/>
                    <a:gd name="T15" fmla="*/ 0 h 75"/>
                    <a:gd name="T16" fmla="*/ 152 w 1793"/>
                    <a:gd name="T17" fmla="*/ 31 h 75"/>
                    <a:gd name="T18" fmla="*/ 201 w 1793"/>
                    <a:gd name="T19" fmla="*/ 66 h 75"/>
                    <a:gd name="T20" fmla="*/ 206 w 1793"/>
                    <a:gd name="T21" fmla="*/ 66 h 75"/>
                    <a:gd name="T22" fmla="*/ 256 w 1793"/>
                    <a:gd name="T23" fmla="*/ 31 h 75"/>
                    <a:gd name="T24" fmla="*/ 300 w 1793"/>
                    <a:gd name="T25" fmla="*/ 0 h 75"/>
                    <a:gd name="T26" fmla="*/ 350 w 1793"/>
                    <a:gd name="T27" fmla="*/ 66 h 75"/>
                    <a:gd name="T28" fmla="*/ 355 w 1793"/>
                    <a:gd name="T29" fmla="*/ 66 h 75"/>
                    <a:gd name="T30" fmla="*/ 404 w 1793"/>
                    <a:gd name="T31" fmla="*/ 0 h 75"/>
                    <a:gd name="T32" fmla="*/ 449 w 1793"/>
                    <a:gd name="T33" fmla="*/ 31 h 75"/>
                    <a:gd name="T34" fmla="*/ 499 w 1793"/>
                    <a:gd name="T35" fmla="*/ 66 h 75"/>
                    <a:gd name="T36" fmla="*/ 504 w 1793"/>
                    <a:gd name="T37" fmla="*/ 66 h 75"/>
                    <a:gd name="T38" fmla="*/ 553 w 1793"/>
                    <a:gd name="T39" fmla="*/ 31 h 75"/>
                    <a:gd name="T40" fmla="*/ 598 w 1793"/>
                    <a:gd name="T41" fmla="*/ 0 h 75"/>
                    <a:gd name="T42" fmla="*/ 648 w 1793"/>
                    <a:gd name="T43" fmla="*/ 66 h 75"/>
                    <a:gd name="T44" fmla="*/ 652 w 1793"/>
                    <a:gd name="T45" fmla="*/ 66 h 75"/>
                    <a:gd name="T46" fmla="*/ 702 w 1793"/>
                    <a:gd name="T47" fmla="*/ 0 h 75"/>
                    <a:gd name="T48" fmla="*/ 747 w 1793"/>
                    <a:gd name="T49" fmla="*/ 31 h 75"/>
                    <a:gd name="T50" fmla="*/ 796 w 1793"/>
                    <a:gd name="T51" fmla="*/ 66 h 75"/>
                    <a:gd name="T52" fmla="*/ 801 w 1793"/>
                    <a:gd name="T53" fmla="*/ 66 h 75"/>
                    <a:gd name="T54" fmla="*/ 851 w 1793"/>
                    <a:gd name="T55" fmla="*/ 31 h 75"/>
                    <a:gd name="T56" fmla="*/ 896 w 1793"/>
                    <a:gd name="T57" fmla="*/ 0 h 75"/>
                    <a:gd name="T58" fmla="*/ 945 w 1793"/>
                    <a:gd name="T59" fmla="*/ 66 h 75"/>
                    <a:gd name="T60" fmla="*/ 950 w 1793"/>
                    <a:gd name="T61" fmla="*/ 66 h 75"/>
                    <a:gd name="T62" fmla="*/ 1000 w 1793"/>
                    <a:gd name="T63" fmla="*/ 0 h 75"/>
                    <a:gd name="T64" fmla="*/ 1042 w 1793"/>
                    <a:gd name="T65" fmla="*/ 31 h 75"/>
                    <a:gd name="T66" fmla="*/ 1094 w 1793"/>
                    <a:gd name="T67" fmla="*/ 66 h 75"/>
                    <a:gd name="T68" fmla="*/ 1099 w 1793"/>
                    <a:gd name="T69" fmla="*/ 66 h 75"/>
                    <a:gd name="T70" fmla="*/ 1146 w 1793"/>
                    <a:gd name="T71" fmla="*/ 31 h 75"/>
                    <a:gd name="T72" fmla="*/ 1193 w 1793"/>
                    <a:gd name="T73" fmla="*/ 0 h 75"/>
                    <a:gd name="T74" fmla="*/ 1241 w 1793"/>
                    <a:gd name="T75" fmla="*/ 66 h 75"/>
                    <a:gd name="T76" fmla="*/ 1245 w 1793"/>
                    <a:gd name="T77" fmla="*/ 66 h 75"/>
                    <a:gd name="T78" fmla="*/ 1297 w 1793"/>
                    <a:gd name="T79" fmla="*/ 0 h 75"/>
                    <a:gd name="T80" fmla="*/ 1340 w 1793"/>
                    <a:gd name="T81" fmla="*/ 31 h 75"/>
                    <a:gd name="T82" fmla="*/ 1392 w 1793"/>
                    <a:gd name="T83" fmla="*/ 66 h 75"/>
                    <a:gd name="T84" fmla="*/ 1396 w 1793"/>
                    <a:gd name="T85" fmla="*/ 66 h 75"/>
                    <a:gd name="T86" fmla="*/ 1444 w 1793"/>
                    <a:gd name="T87" fmla="*/ 31 h 75"/>
                    <a:gd name="T88" fmla="*/ 1489 w 1793"/>
                    <a:gd name="T89" fmla="*/ 0 h 75"/>
                    <a:gd name="T90" fmla="*/ 1538 w 1793"/>
                    <a:gd name="T91" fmla="*/ 66 h 75"/>
                    <a:gd name="T92" fmla="*/ 1543 w 1793"/>
                    <a:gd name="T93" fmla="*/ 66 h 75"/>
                    <a:gd name="T94" fmla="*/ 1592 w 1793"/>
                    <a:gd name="T95" fmla="*/ 0 h 75"/>
                    <a:gd name="T96" fmla="*/ 1637 w 1793"/>
                    <a:gd name="T97" fmla="*/ 31 h 75"/>
                    <a:gd name="T98" fmla="*/ 1687 w 1793"/>
                    <a:gd name="T99" fmla="*/ 66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93" h="75">
                      <a:moveTo>
                        <a:pt x="1687" y="0"/>
                      </a:moveTo>
                      <a:lnTo>
                        <a:pt x="1692" y="0"/>
                      </a:lnTo>
                      <a:lnTo>
                        <a:pt x="1692" y="66"/>
                      </a:lnTo>
                      <a:lnTo>
                        <a:pt x="1737" y="66"/>
                      </a:lnTo>
                      <a:lnTo>
                        <a:pt x="1737" y="31"/>
                      </a:lnTo>
                      <a:lnTo>
                        <a:pt x="1741" y="31"/>
                      </a:lnTo>
                      <a:lnTo>
                        <a:pt x="1741" y="66"/>
                      </a:lnTo>
                      <a:lnTo>
                        <a:pt x="1784" y="66"/>
                      </a:lnTo>
                      <a:lnTo>
                        <a:pt x="1784" y="5"/>
                      </a:lnTo>
                      <a:lnTo>
                        <a:pt x="1793" y="5"/>
                      </a:lnTo>
                      <a:lnTo>
                        <a:pt x="1793" y="75"/>
                      </a:lnTo>
                      <a:lnTo>
                        <a:pt x="1791" y="75"/>
                      </a:lnTo>
                      <a:lnTo>
                        <a:pt x="1791" y="75"/>
                      </a:lnTo>
                      <a:lnTo>
                        <a:pt x="0" y="75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66"/>
                      </a:lnTo>
                      <a:lnTo>
                        <a:pt x="52" y="66"/>
                      </a:lnTo>
                      <a:lnTo>
                        <a:pt x="52" y="31"/>
                      </a:lnTo>
                      <a:lnTo>
                        <a:pt x="57" y="31"/>
                      </a:lnTo>
                      <a:lnTo>
                        <a:pt x="57" y="66"/>
                      </a:lnTo>
                      <a:lnTo>
                        <a:pt x="102" y="66"/>
                      </a:lnTo>
                      <a:lnTo>
                        <a:pt x="102" y="0"/>
                      </a:lnTo>
                      <a:lnTo>
                        <a:pt x="107" y="0"/>
                      </a:lnTo>
                      <a:lnTo>
                        <a:pt x="107" y="66"/>
                      </a:lnTo>
                      <a:lnTo>
                        <a:pt x="152" y="66"/>
                      </a:lnTo>
                      <a:lnTo>
                        <a:pt x="152" y="31"/>
                      </a:lnTo>
                      <a:lnTo>
                        <a:pt x="156" y="31"/>
                      </a:lnTo>
                      <a:lnTo>
                        <a:pt x="156" y="66"/>
                      </a:lnTo>
                      <a:lnTo>
                        <a:pt x="201" y="66"/>
                      </a:lnTo>
                      <a:lnTo>
                        <a:pt x="201" y="0"/>
                      </a:lnTo>
                      <a:lnTo>
                        <a:pt x="206" y="0"/>
                      </a:lnTo>
                      <a:lnTo>
                        <a:pt x="206" y="66"/>
                      </a:lnTo>
                      <a:lnTo>
                        <a:pt x="251" y="66"/>
                      </a:lnTo>
                      <a:lnTo>
                        <a:pt x="251" y="31"/>
                      </a:lnTo>
                      <a:lnTo>
                        <a:pt x="256" y="31"/>
                      </a:lnTo>
                      <a:lnTo>
                        <a:pt x="256" y="66"/>
                      </a:lnTo>
                      <a:lnTo>
                        <a:pt x="300" y="66"/>
                      </a:lnTo>
                      <a:lnTo>
                        <a:pt x="300" y="0"/>
                      </a:lnTo>
                      <a:lnTo>
                        <a:pt x="305" y="0"/>
                      </a:lnTo>
                      <a:lnTo>
                        <a:pt x="305" y="66"/>
                      </a:lnTo>
                      <a:lnTo>
                        <a:pt x="350" y="66"/>
                      </a:lnTo>
                      <a:lnTo>
                        <a:pt x="350" y="31"/>
                      </a:lnTo>
                      <a:lnTo>
                        <a:pt x="355" y="31"/>
                      </a:lnTo>
                      <a:lnTo>
                        <a:pt x="355" y="66"/>
                      </a:lnTo>
                      <a:lnTo>
                        <a:pt x="400" y="66"/>
                      </a:lnTo>
                      <a:lnTo>
                        <a:pt x="400" y="0"/>
                      </a:lnTo>
                      <a:lnTo>
                        <a:pt x="404" y="0"/>
                      </a:lnTo>
                      <a:lnTo>
                        <a:pt x="404" y="66"/>
                      </a:lnTo>
                      <a:lnTo>
                        <a:pt x="449" y="66"/>
                      </a:lnTo>
                      <a:lnTo>
                        <a:pt x="449" y="31"/>
                      </a:lnTo>
                      <a:lnTo>
                        <a:pt x="454" y="31"/>
                      </a:lnTo>
                      <a:lnTo>
                        <a:pt x="454" y="66"/>
                      </a:lnTo>
                      <a:lnTo>
                        <a:pt x="499" y="66"/>
                      </a:lnTo>
                      <a:lnTo>
                        <a:pt x="499" y="0"/>
                      </a:lnTo>
                      <a:lnTo>
                        <a:pt x="504" y="0"/>
                      </a:lnTo>
                      <a:lnTo>
                        <a:pt x="504" y="66"/>
                      </a:lnTo>
                      <a:lnTo>
                        <a:pt x="548" y="66"/>
                      </a:lnTo>
                      <a:lnTo>
                        <a:pt x="548" y="31"/>
                      </a:lnTo>
                      <a:lnTo>
                        <a:pt x="553" y="31"/>
                      </a:lnTo>
                      <a:lnTo>
                        <a:pt x="553" y="66"/>
                      </a:lnTo>
                      <a:lnTo>
                        <a:pt x="598" y="66"/>
                      </a:lnTo>
                      <a:lnTo>
                        <a:pt x="598" y="0"/>
                      </a:lnTo>
                      <a:lnTo>
                        <a:pt x="603" y="0"/>
                      </a:lnTo>
                      <a:lnTo>
                        <a:pt x="603" y="66"/>
                      </a:lnTo>
                      <a:lnTo>
                        <a:pt x="648" y="66"/>
                      </a:lnTo>
                      <a:lnTo>
                        <a:pt x="648" y="31"/>
                      </a:lnTo>
                      <a:lnTo>
                        <a:pt x="652" y="31"/>
                      </a:lnTo>
                      <a:lnTo>
                        <a:pt x="652" y="66"/>
                      </a:lnTo>
                      <a:lnTo>
                        <a:pt x="697" y="66"/>
                      </a:lnTo>
                      <a:lnTo>
                        <a:pt x="697" y="0"/>
                      </a:lnTo>
                      <a:lnTo>
                        <a:pt x="702" y="0"/>
                      </a:lnTo>
                      <a:lnTo>
                        <a:pt x="702" y="66"/>
                      </a:lnTo>
                      <a:lnTo>
                        <a:pt x="747" y="66"/>
                      </a:lnTo>
                      <a:lnTo>
                        <a:pt x="747" y="31"/>
                      </a:lnTo>
                      <a:lnTo>
                        <a:pt x="752" y="31"/>
                      </a:lnTo>
                      <a:lnTo>
                        <a:pt x="752" y="66"/>
                      </a:lnTo>
                      <a:lnTo>
                        <a:pt x="796" y="66"/>
                      </a:lnTo>
                      <a:lnTo>
                        <a:pt x="796" y="0"/>
                      </a:lnTo>
                      <a:lnTo>
                        <a:pt x="801" y="0"/>
                      </a:lnTo>
                      <a:lnTo>
                        <a:pt x="801" y="66"/>
                      </a:lnTo>
                      <a:lnTo>
                        <a:pt x="846" y="66"/>
                      </a:lnTo>
                      <a:lnTo>
                        <a:pt x="846" y="31"/>
                      </a:lnTo>
                      <a:lnTo>
                        <a:pt x="851" y="31"/>
                      </a:lnTo>
                      <a:lnTo>
                        <a:pt x="851" y="66"/>
                      </a:lnTo>
                      <a:lnTo>
                        <a:pt x="896" y="66"/>
                      </a:lnTo>
                      <a:lnTo>
                        <a:pt x="896" y="0"/>
                      </a:lnTo>
                      <a:lnTo>
                        <a:pt x="900" y="0"/>
                      </a:lnTo>
                      <a:lnTo>
                        <a:pt x="900" y="66"/>
                      </a:lnTo>
                      <a:lnTo>
                        <a:pt x="945" y="66"/>
                      </a:lnTo>
                      <a:lnTo>
                        <a:pt x="945" y="31"/>
                      </a:lnTo>
                      <a:lnTo>
                        <a:pt x="950" y="31"/>
                      </a:lnTo>
                      <a:lnTo>
                        <a:pt x="950" y="66"/>
                      </a:lnTo>
                      <a:lnTo>
                        <a:pt x="995" y="66"/>
                      </a:lnTo>
                      <a:lnTo>
                        <a:pt x="995" y="0"/>
                      </a:lnTo>
                      <a:lnTo>
                        <a:pt x="1000" y="0"/>
                      </a:lnTo>
                      <a:lnTo>
                        <a:pt x="1000" y="66"/>
                      </a:lnTo>
                      <a:lnTo>
                        <a:pt x="1042" y="66"/>
                      </a:lnTo>
                      <a:lnTo>
                        <a:pt x="1042" y="31"/>
                      </a:lnTo>
                      <a:lnTo>
                        <a:pt x="1047" y="31"/>
                      </a:lnTo>
                      <a:lnTo>
                        <a:pt x="1047" y="66"/>
                      </a:lnTo>
                      <a:lnTo>
                        <a:pt x="1094" y="66"/>
                      </a:lnTo>
                      <a:lnTo>
                        <a:pt x="1094" y="0"/>
                      </a:lnTo>
                      <a:lnTo>
                        <a:pt x="1099" y="0"/>
                      </a:lnTo>
                      <a:lnTo>
                        <a:pt x="1099" y="66"/>
                      </a:lnTo>
                      <a:lnTo>
                        <a:pt x="1141" y="66"/>
                      </a:lnTo>
                      <a:lnTo>
                        <a:pt x="1141" y="31"/>
                      </a:lnTo>
                      <a:lnTo>
                        <a:pt x="1146" y="31"/>
                      </a:lnTo>
                      <a:lnTo>
                        <a:pt x="1146" y="66"/>
                      </a:lnTo>
                      <a:lnTo>
                        <a:pt x="1193" y="66"/>
                      </a:lnTo>
                      <a:lnTo>
                        <a:pt x="1193" y="0"/>
                      </a:lnTo>
                      <a:lnTo>
                        <a:pt x="1198" y="0"/>
                      </a:lnTo>
                      <a:lnTo>
                        <a:pt x="1198" y="66"/>
                      </a:lnTo>
                      <a:lnTo>
                        <a:pt x="1241" y="66"/>
                      </a:lnTo>
                      <a:lnTo>
                        <a:pt x="1241" y="31"/>
                      </a:lnTo>
                      <a:lnTo>
                        <a:pt x="1245" y="31"/>
                      </a:lnTo>
                      <a:lnTo>
                        <a:pt x="1245" y="66"/>
                      </a:lnTo>
                      <a:lnTo>
                        <a:pt x="1292" y="66"/>
                      </a:lnTo>
                      <a:lnTo>
                        <a:pt x="1292" y="0"/>
                      </a:lnTo>
                      <a:lnTo>
                        <a:pt x="1297" y="0"/>
                      </a:lnTo>
                      <a:lnTo>
                        <a:pt x="1297" y="66"/>
                      </a:lnTo>
                      <a:lnTo>
                        <a:pt x="1340" y="66"/>
                      </a:lnTo>
                      <a:lnTo>
                        <a:pt x="1340" y="31"/>
                      </a:lnTo>
                      <a:lnTo>
                        <a:pt x="1344" y="31"/>
                      </a:lnTo>
                      <a:lnTo>
                        <a:pt x="1344" y="66"/>
                      </a:lnTo>
                      <a:lnTo>
                        <a:pt x="1392" y="66"/>
                      </a:lnTo>
                      <a:lnTo>
                        <a:pt x="1392" y="0"/>
                      </a:lnTo>
                      <a:lnTo>
                        <a:pt x="1396" y="0"/>
                      </a:lnTo>
                      <a:lnTo>
                        <a:pt x="1396" y="66"/>
                      </a:lnTo>
                      <a:lnTo>
                        <a:pt x="1439" y="66"/>
                      </a:lnTo>
                      <a:lnTo>
                        <a:pt x="1439" y="31"/>
                      </a:lnTo>
                      <a:lnTo>
                        <a:pt x="1444" y="31"/>
                      </a:lnTo>
                      <a:lnTo>
                        <a:pt x="1444" y="66"/>
                      </a:lnTo>
                      <a:lnTo>
                        <a:pt x="1489" y="66"/>
                      </a:lnTo>
                      <a:lnTo>
                        <a:pt x="1489" y="0"/>
                      </a:lnTo>
                      <a:lnTo>
                        <a:pt x="1493" y="0"/>
                      </a:lnTo>
                      <a:lnTo>
                        <a:pt x="1493" y="66"/>
                      </a:lnTo>
                      <a:lnTo>
                        <a:pt x="1538" y="66"/>
                      </a:lnTo>
                      <a:lnTo>
                        <a:pt x="1538" y="31"/>
                      </a:lnTo>
                      <a:lnTo>
                        <a:pt x="1543" y="31"/>
                      </a:lnTo>
                      <a:lnTo>
                        <a:pt x="1543" y="66"/>
                      </a:lnTo>
                      <a:lnTo>
                        <a:pt x="1588" y="66"/>
                      </a:lnTo>
                      <a:lnTo>
                        <a:pt x="1588" y="0"/>
                      </a:lnTo>
                      <a:lnTo>
                        <a:pt x="1592" y="0"/>
                      </a:lnTo>
                      <a:lnTo>
                        <a:pt x="1592" y="66"/>
                      </a:lnTo>
                      <a:lnTo>
                        <a:pt x="1637" y="66"/>
                      </a:lnTo>
                      <a:lnTo>
                        <a:pt x="1637" y="31"/>
                      </a:lnTo>
                      <a:lnTo>
                        <a:pt x="1642" y="31"/>
                      </a:lnTo>
                      <a:lnTo>
                        <a:pt x="1642" y="66"/>
                      </a:lnTo>
                      <a:lnTo>
                        <a:pt x="1687" y="66"/>
                      </a:lnTo>
                      <a:lnTo>
                        <a:pt x="168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3" name="Freeform 16"/>
                <p:cNvSpPr>
                  <a:spLocks/>
                </p:cNvSpPr>
                <p:nvPr/>
              </p:nvSpPr>
              <p:spPr bwMode="auto">
                <a:xfrm>
                  <a:off x="4331" y="2445"/>
                  <a:ext cx="45" cy="24"/>
                </a:xfrm>
                <a:custGeom>
                  <a:avLst/>
                  <a:gdLst>
                    <a:gd name="T0" fmla="*/ 45 w 45"/>
                    <a:gd name="T1" fmla="*/ 0 h 24"/>
                    <a:gd name="T2" fmla="*/ 21 w 45"/>
                    <a:gd name="T3" fmla="*/ 24 h 24"/>
                    <a:gd name="T4" fmla="*/ 0 w 45"/>
                    <a:gd name="T5" fmla="*/ 0 h 24"/>
                    <a:gd name="T6" fmla="*/ 45 w 45"/>
                    <a:gd name="T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5" h="24">
                      <a:moveTo>
                        <a:pt x="45" y="0"/>
                      </a:moveTo>
                      <a:lnTo>
                        <a:pt x="21" y="24"/>
                      </a:lnTo>
                      <a:lnTo>
                        <a:pt x="0" y="0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4" name="Freeform 17"/>
                <p:cNvSpPr>
                  <a:spLocks/>
                </p:cNvSpPr>
                <p:nvPr/>
              </p:nvSpPr>
              <p:spPr bwMode="auto">
                <a:xfrm>
                  <a:off x="3537" y="2448"/>
                  <a:ext cx="45" cy="23"/>
                </a:xfrm>
                <a:custGeom>
                  <a:avLst/>
                  <a:gdLst>
                    <a:gd name="T0" fmla="*/ 45 w 45"/>
                    <a:gd name="T1" fmla="*/ 0 h 23"/>
                    <a:gd name="T2" fmla="*/ 24 w 45"/>
                    <a:gd name="T3" fmla="*/ 23 h 23"/>
                    <a:gd name="T4" fmla="*/ 0 w 45"/>
                    <a:gd name="T5" fmla="*/ 0 h 23"/>
                    <a:gd name="T6" fmla="*/ 45 w 45"/>
                    <a:gd name="T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5" h="23">
                      <a:moveTo>
                        <a:pt x="45" y="0"/>
                      </a:moveTo>
                      <a:lnTo>
                        <a:pt x="24" y="23"/>
                      </a:lnTo>
                      <a:lnTo>
                        <a:pt x="0" y="0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170" name="Rechteck 169"/>
              <p:cNvSpPr/>
              <p:nvPr/>
            </p:nvSpPr>
            <p:spPr bwMode="gray">
              <a:xfrm>
                <a:off x="8017645" y="635032"/>
                <a:ext cx="1499831" cy="498189"/>
              </a:xfrm>
              <a:prstGeom prst="rect">
                <a:avLst/>
              </a:prstGeom>
            </p:spPr>
            <p:txBody>
              <a:bodyPr wrap="square" lIns="72000" tIns="0" rIns="0" bIns="0" anchor="b">
                <a:noAutofit/>
              </a:bodyPr>
              <a:lstStyle/>
              <a:p>
                <a:pPr lvl="0"/>
                <a:r>
                  <a:rPr lang="en-US" sz="2000" b="1" dirty="0" smtClean="0">
                    <a:solidFill>
                      <a:srgbClr val="FFFFFF"/>
                    </a:solidFill>
                  </a:rPr>
                  <a:t>500</a:t>
                </a:r>
                <a:r>
                  <a:rPr lang="en-US" sz="2000" dirty="0" smtClean="0">
                    <a:solidFill>
                      <a:srgbClr val="FFFFFF"/>
                    </a:solidFill>
                  </a:rPr>
                  <a:t> </a:t>
                </a:r>
                <a:r>
                  <a:rPr lang="en-US" sz="1600" dirty="0" smtClean="0">
                    <a:solidFill>
                      <a:srgbClr val="FFFFFF"/>
                    </a:solidFill>
                  </a:rPr>
                  <a:t>Miles</a:t>
                </a:r>
                <a:endParaRPr lang="en-US" sz="1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20" name="Gruppieren 219"/>
            <p:cNvGrpSpPr/>
            <p:nvPr/>
          </p:nvGrpSpPr>
          <p:grpSpPr>
            <a:xfrm>
              <a:off x="399799" y="1774325"/>
              <a:ext cx="7010305" cy="4968674"/>
              <a:chOff x="399799" y="1774325"/>
              <a:chExt cx="7010305" cy="4968674"/>
            </a:xfrm>
          </p:grpSpPr>
          <p:grpSp>
            <p:nvGrpSpPr>
              <p:cNvPr id="103" name="Gruppieren 102"/>
              <p:cNvGrpSpPr/>
              <p:nvPr/>
            </p:nvGrpSpPr>
            <p:grpSpPr>
              <a:xfrm>
                <a:off x="399799" y="3589860"/>
                <a:ext cx="2344510" cy="3130051"/>
                <a:chOff x="820681" y="3369946"/>
                <a:chExt cx="1930787" cy="2577707"/>
              </a:xfrm>
              <a:solidFill>
                <a:schemeClr val="bg1"/>
              </a:solidFill>
            </p:grpSpPr>
            <p:sp>
              <p:nvSpPr>
                <p:cNvPr id="138" name="Freeform 319"/>
                <p:cNvSpPr>
                  <a:spLocks noEditPoints="1"/>
                </p:cNvSpPr>
                <p:nvPr/>
              </p:nvSpPr>
              <p:spPr bwMode="gray">
                <a:xfrm>
                  <a:off x="1591287" y="3369946"/>
                  <a:ext cx="1075622" cy="1200514"/>
                </a:xfrm>
                <a:custGeom>
                  <a:avLst/>
                  <a:gdLst>
                    <a:gd name="T0" fmla="*/ 453 w 905"/>
                    <a:gd name="T1" fmla="*/ 40 h 1010"/>
                    <a:gd name="T2" fmla="*/ 653 w 905"/>
                    <a:gd name="T3" fmla="*/ 48 h 1010"/>
                    <a:gd name="T4" fmla="*/ 558 w 905"/>
                    <a:gd name="T5" fmla="*/ 4 h 1010"/>
                    <a:gd name="T6" fmla="*/ 429 w 905"/>
                    <a:gd name="T7" fmla="*/ 28 h 1010"/>
                    <a:gd name="T8" fmla="*/ 281 w 905"/>
                    <a:gd name="T9" fmla="*/ 93 h 1010"/>
                    <a:gd name="T10" fmla="*/ 345 w 905"/>
                    <a:gd name="T11" fmla="*/ 111 h 1010"/>
                    <a:gd name="T12" fmla="*/ 432 w 905"/>
                    <a:gd name="T13" fmla="*/ 100 h 1010"/>
                    <a:gd name="T14" fmla="*/ 515 w 905"/>
                    <a:gd name="T15" fmla="*/ 123 h 1010"/>
                    <a:gd name="T16" fmla="*/ 551 w 905"/>
                    <a:gd name="T17" fmla="*/ 82 h 1010"/>
                    <a:gd name="T18" fmla="*/ 453 w 905"/>
                    <a:gd name="T19" fmla="*/ 54 h 1010"/>
                    <a:gd name="T20" fmla="*/ 328 w 905"/>
                    <a:gd name="T21" fmla="*/ 27 h 1010"/>
                    <a:gd name="T22" fmla="*/ 240 w 905"/>
                    <a:gd name="T23" fmla="*/ 24 h 1010"/>
                    <a:gd name="T24" fmla="*/ 417 w 905"/>
                    <a:gd name="T25" fmla="*/ 467 h 1010"/>
                    <a:gd name="T26" fmla="*/ 363 w 905"/>
                    <a:gd name="T27" fmla="*/ 482 h 1010"/>
                    <a:gd name="T28" fmla="*/ 611 w 905"/>
                    <a:gd name="T29" fmla="*/ 404 h 1010"/>
                    <a:gd name="T30" fmla="*/ 320 w 905"/>
                    <a:gd name="T31" fmla="*/ 509 h 1010"/>
                    <a:gd name="T32" fmla="*/ 902 w 905"/>
                    <a:gd name="T33" fmla="*/ 421 h 1010"/>
                    <a:gd name="T34" fmla="*/ 749 w 905"/>
                    <a:gd name="T35" fmla="*/ 425 h 1010"/>
                    <a:gd name="T36" fmla="*/ 683 w 905"/>
                    <a:gd name="T37" fmla="*/ 393 h 1010"/>
                    <a:gd name="T38" fmla="*/ 593 w 905"/>
                    <a:gd name="T39" fmla="*/ 446 h 1010"/>
                    <a:gd name="T40" fmla="*/ 507 w 905"/>
                    <a:gd name="T41" fmla="*/ 444 h 1010"/>
                    <a:gd name="T42" fmla="*/ 494 w 905"/>
                    <a:gd name="T43" fmla="*/ 437 h 1010"/>
                    <a:gd name="T44" fmla="*/ 446 w 905"/>
                    <a:gd name="T45" fmla="*/ 491 h 1010"/>
                    <a:gd name="T46" fmla="*/ 399 w 905"/>
                    <a:gd name="T47" fmla="*/ 505 h 1010"/>
                    <a:gd name="T48" fmla="*/ 360 w 905"/>
                    <a:gd name="T49" fmla="*/ 526 h 1010"/>
                    <a:gd name="T50" fmla="*/ 365 w 905"/>
                    <a:gd name="T51" fmla="*/ 561 h 1010"/>
                    <a:gd name="T52" fmla="*/ 293 w 905"/>
                    <a:gd name="T53" fmla="*/ 606 h 1010"/>
                    <a:gd name="T54" fmla="*/ 266 w 905"/>
                    <a:gd name="T55" fmla="*/ 642 h 1010"/>
                    <a:gd name="T56" fmla="*/ 237 w 905"/>
                    <a:gd name="T57" fmla="*/ 689 h 1010"/>
                    <a:gd name="T58" fmla="*/ 180 w 905"/>
                    <a:gd name="T59" fmla="*/ 715 h 1010"/>
                    <a:gd name="T60" fmla="*/ 118 w 905"/>
                    <a:gd name="T61" fmla="*/ 741 h 1010"/>
                    <a:gd name="T62" fmla="*/ 111 w 905"/>
                    <a:gd name="T63" fmla="*/ 775 h 1010"/>
                    <a:gd name="T64" fmla="*/ 72 w 905"/>
                    <a:gd name="T65" fmla="*/ 808 h 1010"/>
                    <a:gd name="T66" fmla="*/ 20 w 905"/>
                    <a:gd name="T67" fmla="*/ 804 h 1010"/>
                    <a:gd name="T68" fmla="*/ 21 w 905"/>
                    <a:gd name="T69" fmla="*/ 834 h 1010"/>
                    <a:gd name="T70" fmla="*/ 71 w 905"/>
                    <a:gd name="T71" fmla="*/ 854 h 1010"/>
                    <a:gd name="T72" fmla="*/ 0 w 905"/>
                    <a:gd name="T73" fmla="*/ 858 h 1010"/>
                    <a:gd name="T74" fmla="*/ 65 w 905"/>
                    <a:gd name="T75" fmla="*/ 884 h 1010"/>
                    <a:gd name="T76" fmla="*/ 14 w 905"/>
                    <a:gd name="T77" fmla="*/ 926 h 1010"/>
                    <a:gd name="T78" fmla="*/ 36 w 905"/>
                    <a:gd name="T79" fmla="*/ 967 h 1010"/>
                    <a:gd name="T80" fmla="*/ 103 w 905"/>
                    <a:gd name="T81" fmla="*/ 1004 h 1010"/>
                    <a:gd name="T82" fmla="*/ 207 w 905"/>
                    <a:gd name="T83" fmla="*/ 942 h 1010"/>
                    <a:gd name="T84" fmla="*/ 252 w 905"/>
                    <a:gd name="T85" fmla="*/ 911 h 1010"/>
                    <a:gd name="T86" fmla="*/ 268 w 905"/>
                    <a:gd name="T87" fmla="*/ 857 h 1010"/>
                    <a:gd name="T88" fmla="*/ 262 w 905"/>
                    <a:gd name="T89" fmla="*/ 783 h 1010"/>
                    <a:gd name="T90" fmla="*/ 279 w 905"/>
                    <a:gd name="T91" fmla="*/ 724 h 1010"/>
                    <a:gd name="T92" fmla="*/ 348 w 905"/>
                    <a:gd name="T93" fmla="*/ 629 h 1010"/>
                    <a:gd name="T94" fmla="*/ 386 w 905"/>
                    <a:gd name="T95" fmla="*/ 591 h 1010"/>
                    <a:gd name="T96" fmla="*/ 423 w 905"/>
                    <a:gd name="T97" fmla="*/ 529 h 1010"/>
                    <a:gd name="T98" fmla="*/ 508 w 905"/>
                    <a:gd name="T99" fmla="*/ 505 h 1010"/>
                    <a:gd name="T100" fmla="*/ 557 w 905"/>
                    <a:gd name="T101" fmla="*/ 481 h 1010"/>
                    <a:gd name="T102" fmla="*/ 594 w 905"/>
                    <a:gd name="T103" fmla="*/ 480 h 1010"/>
                    <a:gd name="T104" fmla="*/ 677 w 905"/>
                    <a:gd name="T105" fmla="*/ 489 h 1010"/>
                    <a:gd name="T106" fmla="*/ 752 w 905"/>
                    <a:gd name="T107" fmla="*/ 438 h 1010"/>
                    <a:gd name="T108" fmla="*/ 834 w 905"/>
                    <a:gd name="T109" fmla="*/ 469 h 1010"/>
                    <a:gd name="T110" fmla="*/ 891 w 905"/>
                    <a:gd name="T111" fmla="*/ 456 h 1010"/>
                    <a:gd name="T112" fmla="*/ 380 w 905"/>
                    <a:gd name="T113" fmla="*/ 512 h 1010"/>
                    <a:gd name="T114" fmla="*/ 346 w 905"/>
                    <a:gd name="T115" fmla="*/ 483 h 10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05" h="1010">
                      <a:moveTo>
                        <a:pt x="215" y="87"/>
                      </a:moveTo>
                      <a:cubicBezTo>
                        <a:pt x="229" y="97"/>
                        <a:pt x="250" y="93"/>
                        <a:pt x="250" y="93"/>
                      </a:cubicBezTo>
                      <a:cubicBezTo>
                        <a:pt x="228" y="82"/>
                        <a:pt x="228" y="82"/>
                        <a:pt x="228" y="82"/>
                      </a:cubicBezTo>
                      <a:cubicBezTo>
                        <a:pt x="195" y="65"/>
                        <a:pt x="195" y="65"/>
                        <a:pt x="195" y="65"/>
                      </a:cubicBezTo>
                      <a:cubicBezTo>
                        <a:pt x="191" y="78"/>
                        <a:pt x="201" y="78"/>
                        <a:pt x="215" y="87"/>
                      </a:cubicBezTo>
                      <a:close/>
                      <a:moveTo>
                        <a:pt x="453" y="40"/>
                      </a:moveTo>
                      <a:cubicBezTo>
                        <a:pt x="481" y="40"/>
                        <a:pt x="481" y="40"/>
                        <a:pt x="481" y="40"/>
                      </a:cubicBezTo>
                      <a:cubicBezTo>
                        <a:pt x="481" y="40"/>
                        <a:pt x="512" y="51"/>
                        <a:pt x="516" y="49"/>
                      </a:cubicBezTo>
                      <a:cubicBezTo>
                        <a:pt x="520" y="48"/>
                        <a:pt x="542" y="44"/>
                        <a:pt x="547" y="44"/>
                      </a:cubicBezTo>
                      <a:cubicBezTo>
                        <a:pt x="553" y="44"/>
                        <a:pt x="599" y="62"/>
                        <a:pt x="599" y="62"/>
                      </a:cubicBezTo>
                      <a:cubicBezTo>
                        <a:pt x="613" y="47"/>
                        <a:pt x="613" y="47"/>
                        <a:pt x="613" y="47"/>
                      </a:cubicBezTo>
                      <a:cubicBezTo>
                        <a:pt x="653" y="48"/>
                        <a:pt x="653" y="48"/>
                        <a:pt x="653" y="48"/>
                      </a:cubicBezTo>
                      <a:cubicBezTo>
                        <a:pt x="656" y="35"/>
                        <a:pt x="656" y="35"/>
                        <a:pt x="656" y="35"/>
                      </a:cubicBezTo>
                      <a:cubicBezTo>
                        <a:pt x="656" y="35"/>
                        <a:pt x="677" y="42"/>
                        <a:pt x="688" y="21"/>
                      </a:cubicBezTo>
                      <a:cubicBezTo>
                        <a:pt x="699" y="0"/>
                        <a:pt x="653" y="17"/>
                        <a:pt x="653" y="17"/>
                      </a:cubicBezTo>
                      <a:cubicBezTo>
                        <a:pt x="653" y="17"/>
                        <a:pt x="650" y="7"/>
                        <a:pt x="626" y="7"/>
                      </a:cubicBezTo>
                      <a:cubicBezTo>
                        <a:pt x="602" y="7"/>
                        <a:pt x="585" y="19"/>
                        <a:pt x="578" y="17"/>
                      </a:cubicBezTo>
                      <a:cubicBezTo>
                        <a:pt x="571" y="16"/>
                        <a:pt x="577" y="4"/>
                        <a:pt x="558" y="4"/>
                      </a:cubicBezTo>
                      <a:cubicBezTo>
                        <a:pt x="540" y="4"/>
                        <a:pt x="535" y="20"/>
                        <a:pt x="535" y="20"/>
                      </a:cubicBezTo>
                      <a:cubicBezTo>
                        <a:pt x="491" y="4"/>
                        <a:pt x="491" y="4"/>
                        <a:pt x="491" y="4"/>
                      </a:cubicBezTo>
                      <a:cubicBezTo>
                        <a:pt x="491" y="4"/>
                        <a:pt x="470" y="11"/>
                        <a:pt x="447" y="16"/>
                      </a:cubicBezTo>
                      <a:cubicBezTo>
                        <a:pt x="425" y="20"/>
                        <a:pt x="440" y="4"/>
                        <a:pt x="440" y="4"/>
                      </a:cubicBezTo>
                      <a:cubicBezTo>
                        <a:pt x="419" y="14"/>
                        <a:pt x="419" y="14"/>
                        <a:pt x="419" y="14"/>
                      </a:cubicBezTo>
                      <a:cubicBezTo>
                        <a:pt x="429" y="28"/>
                        <a:pt x="429" y="28"/>
                        <a:pt x="429" y="28"/>
                      </a:cubicBezTo>
                      <a:lnTo>
                        <a:pt x="453" y="40"/>
                      </a:lnTo>
                      <a:close/>
                      <a:moveTo>
                        <a:pt x="214" y="49"/>
                      </a:moveTo>
                      <a:cubicBezTo>
                        <a:pt x="221" y="54"/>
                        <a:pt x="236" y="51"/>
                        <a:pt x="239" y="55"/>
                      </a:cubicBezTo>
                      <a:cubicBezTo>
                        <a:pt x="242" y="59"/>
                        <a:pt x="223" y="69"/>
                        <a:pt x="223" y="69"/>
                      </a:cubicBezTo>
                      <a:cubicBezTo>
                        <a:pt x="252" y="80"/>
                        <a:pt x="252" y="80"/>
                        <a:pt x="252" y="80"/>
                      </a:cubicBezTo>
                      <a:cubicBezTo>
                        <a:pt x="252" y="80"/>
                        <a:pt x="267" y="90"/>
                        <a:pt x="281" y="93"/>
                      </a:cubicBezTo>
                      <a:cubicBezTo>
                        <a:pt x="295" y="96"/>
                        <a:pt x="305" y="76"/>
                        <a:pt x="305" y="76"/>
                      </a:cubicBezTo>
                      <a:cubicBezTo>
                        <a:pt x="333" y="71"/>
                        <a:pt x="333" y="71"/>
                        <a:pt x="333" y="71"/>
                      </a:cubicBezTo>
                      <a:cubicBezTo>
                        <a:pt x="356" y="85"/>
                        <a:pt x="356" y="85"/>
                        <a:pt x="356" y="85"/>
                      </a:cubicBezTo>
                      <a:cubicBezTo>
                        <a:pt x="356" y="85"/>
                        <a:pt x="337" y="90"/>
                        <a:pt x="319" y="94"/>
                      </a:cubicBezTo>
                      <a:cubicBezTo>
                        <a:pt x="301" y="99"/>
                        <a:pt x="302" y="106"/>
                        <a:pt x="302" y="106"/>
                      </a:cubicBezTo>
                      <a:cubicBezTo>
                        <a:pt x="302" y="106"/>
                        <a:pt x="352" y="110"/>
                        <a:pt x="345" y="111"/>
                      </a:cubicBezTo>
                      <a:cubicBezTo>
                        <a:pt x="337" y="113"/>
                        <a:pt x="307" y="125"/>
                        <a:pt x="307" y="125"/>
                      </a:cubicBezTo>
                      <a:cubicBezTo>
                        <a:pt x="340" y="137"/>
                        <a:pt x="340" y="137"/>
                        <a:pt x="340" y="137"/>
                      </a:cubicBezTo>
                      <a:cubicBezTo>
                        <a:pt x="340" y="137"/>
                        <a:pt x="370" y="152"/>
                        <a:pt x="395" y="148"/>
                      </a:cubicBezTo>
                      <a:cubicBezTo>
                        <a:pt x="421" y="144"/>
                        <a:pt x="402" y="128"/>
                        <a:pt x="402" y="121"/>
                      </a:cubicBezTo>
                      <a:cubicBezTo>
                        <a:pt x="402" y="114"/>
                        <a:pt x="432" y="114"/>
                        <a:pt x="432" y="114"/>
                      </a:cubicBezTo>
                      <a:cubicBezTo>
                        <a:pt x="432" y="100"/>
                        <a:pt x="432" y="100"/>
                        <a:pt x="432" y="100"/>
                      </a:cubicBezTo>
                      <a:cubicBezTo>
                        <a:pt x="451" y="96"/>
                        <a:pt x="451" y="96"/>
                        <a:pt x="451" y="96"/>
                      </a:cubicBezTo>
                      <a:cubicBezTo>
                        <a:pt x="460" y="75"/>
                        <a:pt x="460" y="75"/>
                        <a:pt x="460" y="75"/>
                      </a:cubicBezTo>
                      <a:cubicBezTo>
                        <a:pt x="473" y="82"/>
                        <a:pt x="473" y="82"/>
                        <a:pt x="473" y="82"/>
                      </a:cubicBezTo>
                      <a:cubicBezTo>
                        <a:pt x="489" y="73"/>
                        <a:pt x="489" y="73"/>
                        <a:pt x="489" y="73"/>
                      </a:cubicBezTo>
                      <a:cubicBezTo>
                        <a:pt x="489" y="73"/>
                        <a:pt x="498" y="87"/>
                        <a:pt x="518" y="92"/>
                      </a:cubicBezTo>
                      <a:cubicBezTo>
                        <a:pt x="537" y="96"/>
                        <a:pt x="515" y="123"/>
                        <a:pt x="515" y="123"/>
                      </a:cubicBezTo>
                      <a:cubicBezTo>
                        <a:pt x="551" y="121"/>
                        <a:pt x="551" y="121"/>
                        <a:pt x="551" y="121"/>
                      </a:cubicBezTo>
                      <a:cubicBezTo>
                        <a:pt x="551" y="121"/>
                        <a:pt x="570" y="137"/>
                        <a:pt x="571" y="132"/>
                      </a:cubicBezTo>
                      <a:cubicBezTo>
                        <a:pt x="572" y="128"/>
                        <a:pt x="623" y="114"/>
                        <a:pt x="627" y="106"/>
                      </a:cubicBezTo>
                      <a:cubicBezTo>
                        <a:pt x="632" y="97"/>
                        <a:pt x="589" y="99"/>
                        <a:pt x="589" y="99"/>
                      </a:cubicBezTo>
                      <a:cubicBezTo>
                        <a:pt x="587" y="87"/>
                        <a:pt x="587" y="87"/>
                        <a:pt x="587" y="87"/>
                      </a:cubicBezTo>
                      <a:cubicBezTo>
                        <a:pt x="551" y="82"/>
                        <a:pt x="551" y="82"/>
                        <a:pt x="551" y="82"/>
                      </a:cubicBezTo>
                      <a:cubicBezTo>
                        <a:pt x="550" y="71"/>
                        <a:pt x="550" y="71"/>
                        <a:pt x="550" y="71"/>
                      </a:cubicBezTo>
                      <a:cubicBezTo>
                        <a:pt x="529" y="73"/>
                        <a:pt x="529" y="73"/>
                        <a:pt x="529" y="73"/>
                      </a:cubicBezTo>
                      <a:cubicBezTo>
                        <a:pt x="532" y="61"/>
                        <a:pt x="532" y="61"/>
                        <a:pt x="532" y="61"/>
                      </a:cubicBezTo>
                      <a:cubicBezTo>
                        <a:pt x="481" y="62"/>
                        <a:pt x="481" y="62"/>
                        <a:pt x="481" y="62"/>
                      </a:cubicBezTo>
                      <a:cubicBezTo>
                        <a:pt x="477" y="54"/>
                        <a:pt x="477" y="54"/>
                        <a:pt x="477" y="54"/>
                      </a:cubicBezTo>
                      <a:cubicBezTo>
                        <a:pt x="453" y="54"/>
                        <a:pt x="453" y="54"/>
                        <a:pt x="453" y="54"/>
                      </a:cubicBezTo>
                      <a:cubicBezTo>
                        <a:pt x="453" y="54"/>
                        <a:pt x="450" y="41"/>
                        <a:pt x="435" y="37"/>
                      </a:cubicBezTo>
                      <a:cubicBezTo>
                        <a:pt x="419" y="33"/>
                        <a:pt x="412" y="38"/>
                        <a:pt x="412" y="38"/>
                      </a:cubicBezTo>
                      <a:cubicBezTo>
                        <a:pt x="415" y="26"/>
                        <a:pt x="415" y="26"/>
                        <a:pt x="415" y="26"/>
                      </a:cubicBezTo>
                      <a:cubicBezTo>
                        <a:pt x="415" y="26"/>
                        <a:pt x="394" y="20"/>
                        <a:pt x="366" y="21"/>
                      </a:cubicBezTo>
                      <a:cubicBezTo>
                        <a:pt x="337" y="23"/>
                        <a:pt x="374" y="55"/>
                        <a:pt x="374" y="55"/>
                      </a:cubicBezTo>
                      <a:cubicBezTo>
                        <a:pt x="374" y="55"/>
                        <a:pt x="343" y="30"/>
                        <a:pt x="328" y="27"/>
                      </a:cubicBezTo>
                      <a:cubicBezTo>
                        <a:pt x="312" y="24"/>
                        <a:pt x="307" y="44"/>
                        <a:pt x="307" y="44"/>
                      </a:cubicBezTo>
                      <a:cubicBezTo>
                        <a:pt x="307" y="44"/>
                        <a:pt x="284" y="40"/>
                        <a:pt x="278" y="37"/>
                      </a:cubicBezTo>
                      <a:cubicBezTo>
                        <a:pt x="273" y="34"/>
                        <a:pt x="291" y="24"/>
                        <a:pt x="291" y="24"/>
                      </a:cubicBezTo>
                      <a:cubicBezTo>
                        <a:pt x="254" y="27"/>
                        <a:pt x="254" y="27"/>
                        <a:pt x="254" y="27"/>
                      </a:cubicBezTo>
                      <a:cubicBezTo>
                        <a:pt x="245" y="35"/>
                        <a:pt x="245" y="35"/>
                        <a:pt x="245" y="35"/>
                      </a:cubicBezTo>
                      <a:cubicBezTo>
                        <a:pt x="240" y="24"/>
                        <a:pt x="240" y="24"/>
                        <a:pt x="240" y="24"/>
                      </a:cubicBezTo>
                      <a:cubicBezTo>
                        <a:pt x="240" y="24"/>
                        <a:pt x="216" y="31"/>
                        <a:pt x="208" y="38"/>
                      </a:cubicBezTo>
                      <a:cubicBezTo>
                        <a:pt x="208" y="38"/>
                        <a:pt x="207" y="45"/>
                        <a:pt x="214" y="49"/>
                      </a:cubicBezTo>
                      <a:close/>
                      <a:moveTo>
                        <a:pt x="425" y="477"/>
                      </a:moveTo>
                      <a:cubicBezTo>
                        <a:pt x="441" y="474"/>
                        <a:pt x="440" y="464"/>
                        <a:pt x="447" y="464"/>
                      </a:cubicBezTo>
                      <a:cubicBezTo>
                        <a:pt x="453" y="464"/>
                        <a:pt x="447" y="453"/>
                        <a:pt x="447" y="453"/>
                      </a:cubicBezTo>
                      <a:cubicBezTo>
                        <a:pt x="417" y="467"/>
                        <a:pt x="417" y="467"/>
                        <a:pt x="417" y="467"/>
                      </a:cubicBezTo>
                      <a:lnTo>
                        <a:pt x="425" y="477"/>
                      </a:lnTo>
                      <a:close/>
                      <a:moveTo>
                        <a:pt x="513" y="437"/>
                      </a:moveTo>
                      <a:cubicBezTo>
                        <a:pt x="522" y="434"/>
                        <a:pt x="535" y="424"/>
                        <a:pt x="517" y="423"/>
                      </a:cubicBezTo>
                      <a:cubicBezTo>
                        <a:pt x="500" y="422"/>
                        <a:pt x="513" y="437"/>
                        <a:pt x="513" y="437"/>
                      </a:cubicBezTo>
                      <a:close/>
                      <a:moveTo>
                        <a:pt x="392" y="470"/>
                      </a:moveTo>
                      <a:cubicBezTo>
                        <a:pt x="373" y="465"/>
                        <a:pt x="363" y="482"/>
                        <a:pt x="363" y="482"/>
                      </a:cubicBezTo>
                      <a:cubicBezTo>
                        <a:pt x="379" y="486"/>
                        <a:pt x="379" y="486"/>
                        <a:pt x="379" y="486"/>
                      </a:cubicBezTo>
                      <a:cubicBezTo>
                        <a:pt x="385" y="482"/>
                        <a:pt x="411" y="474"/>
                        <a:pt x="392" y="470"/>
                      </a:cubicBezTo>
                      <a:close/>
                      <a:moveTo>
                        <a:pt x="610" y="414"/>
                      </a:moveTo>
                      <a:cubicBezTo>
                        <a:pt x="623" y="417"/>
                        <a:pt x="623" y="417"/>
                        <a:pt x="623" y="417"/>
                      </a:cubicBezTo>
                      <a:cubicBezTo>
                        <a:pt x="631" y="408"/>
                        <a:pt x="631" y="402"/>
                        <a:pt x="631" y="402"/>
                      </a:cubicBezTo>
                      <a:cubicBezTo>
                        <a:pt x="611" y="404"/>
                        <a:pt x="611" y="404"/>
                        <a:pt x="611" y="404"/>
                      </a:cubicBezTo>
                      <a:lnTo>
                        <a:pt x="610" y="414"/>
                      </a:lnTo>
                      <a:close/>
                      <a:moveTo>
                        <a:pt x="320" y="509"/>
                      </a:moveTo>
                      <a:cubicBezTo>
                        <a:pt x="304" y="509"/>
                        <a:pt x="279" y="528"/>
                        <a:pt x="285" y="532"/>
                      </a:cubicBezTo>
                      <a:cubicBezTo>
                        <a:pt x="290" y="535"/>
                        <a:pt x="315" y="520"/>
                        <a:pt x="315" y="520"/>
                      </a:cubicBezTo>
                      <a:cubicBezTo>
                        <a:pt x="338" y="516"/>
                        <a:pt x="338" y="516"/>
                        <a:pt x="338" y="516"/>
                      </a:cubicBezTo>
                      <a:cubicBezTo>
                        <a:pt x="335" y="516"/>
                        <a:pt x="336" y="509"/>
                        <a:pt x="320" y="509"/>
                      </a:cubicBezTo>
                      <a:close/>
                      <a:moveTo>
                        <a:pt x="901" y="448"/>
                      </a:moveTo>
                      <a:cubicBezTo>
                        <a:pt x="884" y="451"/>
                        <a:pt x="884" y="451"/>
                        <a:pt x="884" y="451"/>
                      </a:cubicBezTo>
                      <a:cubicBezTo>
                        <a:pt x="856" y="444"/>
                        <a:pt x="856" y="444"/>
                        <a:pt x="856" y="444"/>
                      </a:cubicBezTo>
                      <a:cubicBezTo>
                        <a:pt x="836" y="433"/>
                        <a:pt x="836" y="433"/>
                        <a:pt x="836" y="433"/>
                      </a:cubicBezTo>
                      <a:cubicBezTo>
                        <a:pt x="836" y="433"/>
                        <a:pt x="862" y="437"/>
                        <a:pt x="873" y="432"/>
                      </a:cubicBezTo>
                      <a:cubicBezTo>
                        <a:pt x="884" y="427"/>
                        <a:pt x="902" y="421"/>
                        <a:pt x="902" y="421"/>
                      </a:cubicBezTo>
                      <a:cubicBezTo>
                        <a:pt x="902" y="421"/>
                        <a:pt x="876" y="406"/>
                        <a:pt x="862" y="406"/>
                      </a:cubicBezTo>
                      <a:cubicBezTo>
                        <a:pt x="848" y="406"/>
                        <a:pt x="827" y="395"/>
                        <a:pt x="827" y="395"/>
                      </a:cubicBezTo>
                      <a:cubicBezTo>
                        <a:pt x="827" y="395"/>
                        <a:pt x="819" y="421"/>
                        <a:pt x="803" y="418"/>
                      </a:cubicBezTo>
                      <a:cubicBezTo>
                        <a:pt x="787" y="415"/>
                        <a:pt x="815" y="397"/>
                        <a:pt x="815" y="397"/>
                      </a:cubicBezTo>
                      <a:cubicBezTo>
                        <a:pt x="771" y="382"/>
                        <a:pt x="771" y="382"/>
                        <a:pt x="771" y="382"/>
                      </a:cubicBezTo>
                      <a:cubicBezTo>
                        <a:pt x="771" y="382"/>
                        <a:pt x="763" y="431"/>
                        <a:pt x="749" y="425"/>
                      </a:cubicBezTo>
                      <a:cubicBezTo>
                        <a:pt x="735" y="419"/>
                        <a:pt x="746" y="393"/>
                        <a:pt x="746" y="393"/>
                      </a:cubicBezTo>
                      <a:cubicBezTo>
                        <a:pt x="746" y="393"/>
                        <a:pt x="708" y="437"/>
                        <a:pt x="698" y="430"/>
                      </a:cubicBezTo>
                      <a:cubicBezTo>
                        <a:pt x="688" y="423"/>
                        <a:pt x="734" y="387"/>
                        <a:pt x="734" y="387"/>
                      </a:cubicBezTo>
                      <a:cubicBezTo>
                        <a:pt x="711" y="385"/>
                        <a:pt x="711" y="385"/>
                        <a:pt x="711" y="385"/>
                      </a:cubicBezTo>
                      <a:cubicBezTo>
                        <a:pt x="699" y="395"/>
                        <a:pt x="699" y="395"/>
                        <a:pt x="699" y="395"/>
                      </a:cubicBezTo>
                      <a:cubicBezTo>
                        <a:pt x="683" y="393"/>
                        <a:pt x="683" y="393"/>
                        <a:pt x="683" y="393"/>
                      </a:cubicBezTo>
                      <a:cubicBezTo>
                        <a:pt x="653" y="411"/>
                        <a:pt x="653" y="411"/>
                        <a:pt x="653" y="411"/>
                      </a:cubicBezTo>
                      <a:cubicBezTo>
                        <a:pt x="637" y="412"/>
                        <a:pt x="637" y="412"/>
                        <a:pt x="637" y="412"/>
                      </a:cubicBezTo>
                      <a:cubicBezTo>
                        <a:pt x="635" y="432"/>
                        <a:pt x="635" y="432"/>
                        <a:pt x="635" y="432"/>
                      </a:cubicBezTo>
                      <a:cubicBezTo>
                        <a:pt x="611" y="423"/>
                        <a:pt x="611" y="423"/>
                        <a:pt x="611" y="423"/>
                      </a:cubicBezTo>
                      <a:cubicBezTo>
                        <a:pt x="585" y="428"/>
                        <a:pt x="585" y="428"/>
                        <a:pt x="585" y="428"/>
                      </a:cubicBezTo>
                      <a:cubicBezTo>
                        <a:pt x="593" y="446"/>
                        <a:pt x="593" y="446"/>
                        <a:pt x="593" y="446"/>
                      </a:cubicBezTo>
                      <a:cubicBezTo>
                        <a:pt x="562" y="437"/>
                        <a:pt x="562" y="437"/>
                        <a:pt x="562" y="437"/>
                      </a:cubicBezTo>
                      <a:cubicBezTo>
                        <a:pt x="551" y="443"/>
                        <a:pt x="551" y="443"/>
                        <a:pt x="551" y="443"/>
                      </a:cubicBezTo>
                      <a:cubicBezTo>
                        <a:pt x="554" y="459"/>
                        <a:pt x="554" y="459"/>
                        <a:pt x="554" y="459"/>
                      </a:cubicBezTo>
                      <a:cubicBezTo>
                        <a:pt x="524" y="465"/>
                        <a:pt x="524" y="465"/>
                        <a:pt x="524" y="465"/>
                      </a:cubicBezTo>
                      <a:cubicBezTo>
                        <a:pt x="527" y="444"/>
                        <a:pt x="527" y="444"/>
                        <a:pt x="527" y="444"/>
                      </a:cubicBezTo>
                      <a:cubicBezTo>
                        <a:pt x="507" y="444"/>
                        <a:pt x="507" y="444"/>
                        <a:pt x="507" y="444"/>
                      </a:cubicBezTo>
                      <a:cubicBezTo>
                        <a:pt x="513" y="457"/>
                        <a:pt x="513" y="457"/>
                        <a:pt x="513" y="457"/>
                      </a:cubicBezTo>
                      <a:cubicBezTo>
                        <a:pt x="497" y="447"/>
                        <a:pt x="497" y="447"/>
                        <a:pt x="497" y="447"/>
                      </a:cubicBezTo>
                      <a:cubicBezTo>
                        <a:pt x="499" y="467"/>
                        <a:pt x="499" y="467"/>
                        <a:pt x="499" y="467"/>
                      </a:cubicBezTo>
                      <a:cubicBezTo>
                        <a:pt x="482" y="466"/>
                        <a:pt x="482" y="466"/>
                        <a:pt x="482" y="466"/>
                      </a:cubicBezTo>
                      <a:cubicBezTo>
                        <a:pt x="482" y="466"/>
                        <a:pt x="479" y="453"/>
                        <a:pt x="481" y="450"/>
                      </a:cubicBezTo>
                      <a:cubicBezTo>
                        <a:pt x="483" y="447"/>
                        <a:pt x="494" y="437"/>
                        <a:pt x="494" y="437"/>
                      </a:cubicBezTo>
                      <a:cubicBezTo>
                        <a:pt x="471" y="434"/>
                        <a:pt x="471" y="434"/>
                        <a:pt x="471" y="434"/>
                      </a:cubicBezTo>
                      <a:cubicBezTo>
                        <a:pt x="468" y="463"/>
                        <a:pt x="468" y="463"/>
                        <a:pt x="468" y="463"/>
                      </a:cubicBezTo>
                      <a:cubicBezTo>
                        <a:pt x="450" y="472"/>
                        <a:pt x="450" y="472"/>
                        <a:pt x="450" y="472"/>
                      </a:cubicBezTo>
                      <a:cubicBezTo>
                        <a:pt x="460" y="480"/>
                        <a:pt x="460" y="480"/>
                        <a:pt x="460" y="480"/>
                      </a:cubicBezTo>
                      <a:cubicBezTo>
                        <a:pt x="438" y="483"/>
                        <a:pt x="438" y="483"/>
                        <a:pt x="438" y="483"/>
                      </a:cubicBezTo>
                      <a:cubicBezTo>
                        <a:pt x="446" y="491"/>
                        <a:pt x="446" y="491"/>
                        <a:pt x="446" y="491"/>
                      </a:cubicBezTo>
                      <a:cubicBezTo>
                        <a:pt x="418" y="492"/>
                        <a:pt x="418" y="492"/>
                        <a:pt x="418" y="492"/>
                      </a:cubicBezTo>
                      <a:cubicBezTo>
                        <a:pt x="418" y="500"/>
                        <a:pt x="418" y="500"/>
                        <a:pt x="418" y="500"/>
                      </a:cubicBezTo>
                      <a:cubicBezTo>
                        <a:pt x="439" y="505"/>
                        <a:pt x="439" y="505"/>
                        <a:pt x="439" y="505"/>
                      </a:cubicBezTo>
                      <a:cubicBezTo>
                        <a:pt x="432" y="514"/>
                        <a:pt x="432" y="514"/>
                        <a:pt x="432" y="514"/>
                      </a:cubicBezTo>
                      <a:cubicBezTo>
                        <a:pt x="408" y="504"/>
                        <a:pt x="408" y="504"/>
                        <a:pt x="408" y="504"/>
                      </a:cubicBezTo>
                      <a:cubicBezTo>
                        <a:pt x="399" y="505"/>
                        <a:pt x="399" y="505"/>
                        <a:pt x="399" y="505"/>
                      </a:cubicBezTo>
                      <a:cubicBezTo>
                        <a:pt x="415" y="516"/>
                        <a:pt x="415" y="516"/>
                        <a:pt x="415" y="516"/>
                      </a:cubicBezTo>
                      <a:cubicBezTo>
                        <a:pt x="400" y="527"/>
                        <a:pt x="400" y="527"/>
                        <a:pt x="400" y="527"/>
                      </a:cubicBezTo>
                      <a:cubicBezTo>
                        <a:pt x="392" y="514"/>
                        <a:pt x="392" y="514"/>
                        <a:pt x="392" y="514"/>
                      </a:cubicBezTo>
                      <a:cubicBezTo>
                        <a:pt x="382" y="520"/>
                        <a:pt x="382" y="520"/>
                        <a:pt x="382" y="520"/>
                      </a:cubicBezTo>
                      <a:cubicBezTo>
                        <a:pt x="383" y="525"/>
                        <a:pt x="383" y="525"/>
                        <a:pt x="383" y="525"/>
                      </a:cubicBezTo>
                      <a:cubicBezTo>
                        <a:pt x="360" y="526"/>
                        <a:pt x="360" y="526"/>
                        <a:pt x="360" y="526"/>
                      </a:cubicBezTo>
                      <a:cubicBezTo>
                        <a:pt x="357" y="535"/>
                        <a:pt x="357" y="535"/>
                        <a:pt x="357" y="535"/>
                      </a:cubicBezTo>
                      <a:cubicBezTo>
                        <a:pt x="374" y="544"/>
                        <a:pt x="374" y="544"/>
                        <a:pt x="374" y="544"/>
                      </a:cubicBezTo>
                      <a:cubicBezTo>
                        <a:pt x="372" y="554"/>
                        <a:pt x="372" y="554"/>
                        <a:pt x="372" y="554"/>
                      </a:cubicBezTo>
                      <a:cubicBezTo>
                        <a:pt x="350" y="546"/>
                        <a:pt x="350" y="546"/>
                        <a:pt x="350" y="546"/>
                      </a:cubicBezTo>
                      <a:cubicBezTo>
                        <a:pt x="347" y="556"/>
                        <a:pt x="347" y="556"/>
                        <a:pt x="347" y="556"/>
                      </a:cubicBezTo>
                      <a:cubicBezTo>
                        <a:pt x="365" y="561"/>
                        <a:pt x="365" y="561"/>
                        <a:pt x="365" y="561"/>
                      </a:cubicBezTo>
                      <a:cubicBezTo>
                        <a:pt x="365" y="561"/>
                        <a:pt x="344" y="562"/>
                        <a:pt x="337" y="563"/>
                      </a:cubicBezTo>
                      <a:cubicBezTo>
                        <a:pt x="330" y="564"/>
                        <a:pt x="334" y="574"/>
                        <a:pt x="334" y="574"/>
                      </a:cubicBezTo>
                      <a:cubicBezTo>
                        <a:pt x="334" y="574"/>
                        <a:pt x="321" y="567"/>
                        <a:pt x="313" y="573"/>
                      </a:cubicBezTo>
                      <a:cubicBezTo>
                        <a:pt x="305" y="579"/>
                        <a:pt x="298" y="584"/>
                        <a:pt x="303" y="587"/>
                      </a:cubicBezTo>
                      <a:cubicBezTo>
                        <a:pt x="308" y="590"/>
                        <a:pt x="297" y="596"/>
                        <a:pt x="297" y="596"/>
                      </a:cubicBezTo>
                      <a:cubicBezTo>
                        <a:pt x="297" y="596"/>
                        <a:pt x="290" y="605"/>
                        <a:pt x="293" y="606"/>
                      </a:cubicBezTo>
                      <a:cubicBezTo>
                        <a:pt x="296" y="607"/>
                        <a:pt x="316" y="608"/>
                        <a:pt x="316" y="608"/>
                      </a:cubicBezTo>
                      <a:cubicBezTo>
                        <a:pt x="309" y="616"/>
                        <a:pt x="309" y="616"/>
                        <a:pt x="309" y="616"/>
                      </a:cubicBezTo>
                      <a:cubicBezTo>
                        <a:pt x="286" y="612"/>
                        <a:pt x="286" y="612"/>
                        <a:pt x="286" y="612"/>
                      </a:cubicBezTo>
                      <a:cubicBezTo>
                        <a:pt x="286" y="612"/>
                        <a:pt x="273" y="614"/>
                        <a:pt x="273" y="622"/>
                      </a:cubicBezTo>
                      <a:cubicBezTo>
                        <a:pt x="273" y="630"/>
                        <a:pt x="283" y="636"/>
                        <a:pt x="279" y="639"/>
                      </a:cubicBezTo>
                      <a:cubicBezTo>
                        <a:pt x="275" y="642"/>
                        <a:pt x="271" y="642"/>
                        <a:pt x="266" y="642"/>
                      </a:cubicBezTo>
                      <a:cubicBezTo>
                        <a:pt x="261" y="642"/>
                        <a:pt x="255" y="643"/>
                        <a:pt x="257" y="650"/>
                      </a:cubicBezTo>
                      <a:cubicBezTo>
                        <a:pt x="259" y="657"/>
                        <a:pt x="267" y="661"/>
                        <a:pt x="267" y="661"/>
                      </a:cubicBezTo>
                      <a:cubicBezTo>
                        <a:pt x="267" y="661"/>
                        <a:pt x="273" y="672"/>
                        <a:pt x="266" y="673"/>
                      </a:cubicBezTo>
                      <a:cubicBezTo>
                        <a:pt x="259" y="674"/>
                        <a:pt x="252" y="673"/>
                        <a:pt x="249" y="673"/>
                      </a:cubicBezTo>
                      <a:cubicBezTo>
                        <a:pt x="246" y="673"/>
                        <a:pt x="243" y="674"/>
                        <a:pt x="240" y="678"/>
                      </a:cubicBezTo>
                      <a:cubicBezTo>
                        <a:pt x="237" y="682"/>
                        <a:pt x="237" y="689"/>
                        <a:pt x="237" y="689"/>
                      </a:cubicBezTo>
                      <a:cubicBezTo>
                        <a:pt x="237" y="689"/>
                        <a:pt x="239" y="696"/>
                        <a:pt x="232" y="696"/>
                      </a:cubicBezTo>
                      <a:cubicBezTo>
                        <a:pt x="225" y="696"/>
                        <a:pt x="222" y="689"/>
                        <a:pt x="216" y="690"/>
                      </a:cubicBezTo>
                      <a:cubicBezTo>
                        <a:pt x="210" y="691"/>
                        <a:pt x="212" y="691"/>
                        <a:pt x="207" y="695"/>
                      </a:cubicBezTo>
                      <a:cubicBezTo>
                        <a:pt x="202" y="699"/>
                        <a:pt x="202" y="700"/>
                        <a:pt x="199" y="704"/>
                      </a:cubicBezTo>
                      <a:cubicBezTo>
                        <a:pt x="196" y="708"/>
                        <a:pt x="187" y="708"/>
                        <a:pt x="187" y="708"/>
                      </a:cubicBezTo>
                      <a:cubicBezTo>
                        <a:pt x="187" y="708"/>
                        <a:pt x="183" y="709"/>
                        <a:pt x="180" y="715"/>
                      </a:cubicBezTo>
                      <a:cubicBezTo>
                        <a:pt x="177" y="721"/>
                        <a:pt x="186" y="725"/>
                        <a:pt x="181" y="728"/>
                      </a:cubicBezTo>
                      <a:cubicBezTo>
                        <a:pt x="176" y="731"/>
                        <a:pt x="175" y="733"/>
                        <a:pt x="170" y="733"/>
                      </a:cubicBezTo>
                      <a:cubicBezTo>
                        <a:pt x="165" y="733"/>
                        <a:pt x="156" y="728"/>
                        <a:pt x="153" y="728"/>
                      </a:cubicBezTo>
                      <a:cubicBezTo>
                        <a:pt x="150" y="728"/>
                        <a:pt x="157" y="720"/>
                        <a:pt x="144" y="727"/>
                      </a:cubicBezTo>
                      <a:cubicBezTo>
                        <a:pt x="131" y="734"/>
                        <a:pt x="130" y="735"/>
                        <a:pt x="126" y="734"/>
                      </a:cubicBezTo>
                      <a:cubicBezTo>
                        <a:pt x="122" y="733"/>
                        <a:pt x="117" y="731"/>
                        <a:pt x="118" y="741"/>
                      </a:cubicBezTo>
                      <a:cubicBezTo>
                        <a:pt x="119" y="751"/>
                        <a:pt x="125" y="750"/>
                        <a:pt x="126" y="753"/>
                      </a:cubicBezTo>
                      <a:cubicBezTo>
                        <a:pt x="127" y="756"/>
                        <a:pt x="130" y="764"/>
                        <a:pt x="122" y="760"/>
                      </a:cubicBezTo>
                      <a:cubicBezTo>
                        <a:pt x="114" y="756"/>
                        <a:pt x="113" y="747"/>
                        <a:pt x="108" y="750"/>
                      </a:cubicBezTo>
                      <a:cubicBezTo>
                        <a:pt x="103" y="753"/>
                        <a:pt x="97" y="760"/>
                        <a:pt x="102" y="763"/>
                      </a:cubicBezTo>
                      <a:cubicBezTo>
                        <a:pt x="107" y="766"/>
                        <a:pt x="122" y="762"/>
                        <a:pt x="119" y="768"/>
                      </a:cubicBezTo>
                      <a:cubicBezTo>
                        <a:pt x="116" y="774"/>
                        <a:pt x="126" y="777"/>
                        <a:pt x="111" y="775"/>
                      </a:cubicBezTo>
                      <a:cubicBezTo>
                        <a:pt x="96" y="773"/>
                        <a:pt x="92" y="773"/>
                        <a:pt x="92" y="773"/>
                      </a:cubicBezTo>
                      <a:cubicBezTo>
                        <a:pt x="92" y="773"/>
                        <a:pt x="94" y="767"/>
                        <a:pt x="88" y="772"/>
                      </a:cubicBezTo>
                      <a:cubicBezTo>
                        <a:pt x="82" y="777"/>
                        <a:pt x="84" y="786"/>
                        <a:pt x="84" y="786"/>
                      </a:cubicBezTo>
                      <a:cubicBezTo>
                        <a:pt x="84" y="786"/>
                        <a:pt x="55" y="773"/>
                        <a:pt x="59" y="781"/>
                      </a:cubicBezTo>
                      <a:cubicBezTo>
                        <a:pt x="63" y="789"/>
                        <a:pt x="85" y="794"/>
                        <a:pt x="85" y="794"/>
                      </a:cubicBezTo>
                      <a:cubicBezTo>
                        <a:pt x="72" y="808"/>
                        <a:pt x="72" y="808"/>
                        <a:pt x="72" y="808"/>
                      </a:cubicBezTo>
                      <a:cubicBezTo>
                        <a:pt x="72" y="808"/>
                        <a:pt x="73" y="798"/>
                        <a:pt x="66" y="797"/>
                      </a:cubicBezTo>
                      <a:cubicBezTo>
                        <a:pt x="59" y="796"/>
                        <a:pt x="53" y="804"/>
                        <a:pt x="53" y="804"/>
                      </a:cubicBezTo>
                      <a:cubicBezTo>
                        <a:pt x="40" y="793"/>
                        <a:pt x="40" y="793"/>
                        <a:pt x="40" y="793"/>
                      </a:cubicBezTo>
                      <a:cubicBezTo>
                        <a:pt x="34" y="802"/>
                        <a:pt x="34" y="802"/>
                        <a:pt x="34" y="802"/>
                      </a:cubicBezTo>
                      <a:cubicBezTo>
                        <a:pt x="43" y="805"/>
                        <a:pt x="43" y="805"/>
                        <a:pt x="43" y="805"/>
                      </a:cubicBezTo>
                      <a:cubicBezTo>
                        <a:pt x="20" y="804"/>
                        <a:pt x="20" y="804"/>
                        <a:pt x="20" y="804"/>
                      </a:cubicBezTo>
                      <a:cubicBezTo>
                        <a:pt x="19" y="813"/>
                        <a:pt x="19" y="813"/>
                        <a:pt x="19" y="813"/>
                      </a:cubicBezTo>
                      <a:cubicBezTo>
                        <a:pt x="52" y="815"/>
                        <a:pt x="52" y="815"/>
                        <a:pt x="52" y="815"/>
                      </a:cubicBezTo>
                      <a:cubicBezTo>
                        <a:pt x="35" y="820"/>
                        <a:pt x="35" y="820"/>
                        <a:pt x="35" y="820"/>
                      </a:cubicBezTo>
                      <a:cubicBezTo>
                        <a:pt x="11" y="814"/>
                        <a:pt x="11" y="814"/>
                        <a:pt x="11" y="814"/>
                      </a:cubicBezTo>
                      <a:cubicBezTo>
                        <a:pt x="11" y="814"/>
                        <a:pt x="3" y="821"/>
                        <a:pt x="3" y="827"/>
                      </a:cubicBezTo>
                      <a:cubicBezTo>
                        <a:pt x="3" y="833"/>
                        <a:pt x="21" y="834"/>
                        <a:pt x="21" y="834"/>
                      </a:cubicBezTo>
                      <a:cubicBezTo>
                        <a:pt x="10" y="839"/>
                        <a:pt x="10" y="839"/>
                        <a:pt x="10" y="839"/>
                      </a:cubicBezTo>
                      <a:cubicBezTo>
                        <a:pt x="10" y="839"/>
                        <a:pt x="1" y="846"/>
                        <a:pt x="10" y="847"/>
                      </a:cubicBezTo>
                      <a:cubicBezTo>
                        <a:pt x="19" y="848"/>
                        <a:pt x="42" y="848"/>
                        <a:pt x="42" y="848"/>
                      </a:cubicBezTo>
                      <a:cubicBezTo>
                        <a:pt x="52" y="854"/>
                        <a:pt x="52" y="854"/>
                        <a:pt x="52" y="854"/>
                      </a:cubicBezTo>
                      <a:cubicBezTo>
                        <a:pt x="63" y="846"/>
                        <a:pt x="63" y="846"/>
                        <a:pt x="63" y="846"/>
                      </a:cubicBezTo>
                      <a:cubicBezTo>
                        <a:pt x="71" y="854"/>
                        <a:pt x="71" y="854"/>
                        <a:pt x="71" y="854"/>
                      </a:cubicBezTo>
                      <a:cubicBezTo>
                        <a:pt x="89" y="845"/>
                        <a:pt x="89" y="845"/>
                        <a:pt x="89" y="845"/>
                      </a:cubicBezTo>
                      <a:cubicBezTo>
                        <a:pt x="89" y="845"/>
                        <a:pt x="86" y="858"/>
                        <a:pt x="80" y="858"/>
                      </a:cubicBezTo>
                      <a:cubicBezTo>
                        <a:pt x="74" y="858"/>
                        <a:pt x="62" y="857"/>
                        <a:pt x="62" y="857"/>
                      </a:cubicBezTo>
                      <a:cubicBezTo>
                        <a:pt x="44" y="858"/>
                        <a:pt x="44" y="858"/>
                        <a:pt x="44" y="858"/>
                      </a:cubicBezTo>
                      <a:cubicBezTo>
                        <a:pt x="44" y="858"/>
                        <a:pt x="28" y="856"/>
                        <a:pt x="25" y="856"/>
                      </a:cubicBezTo>
                      <a:cubicBezTo>
                        <a:pt x="22" y="856"/>
                        <a:pt x="0" y="858"/>
                        <a:pt x="0" y="858"/>
                      </a:cubicBezTo>
                      <a:cubicBezTo>
                        <a:pt x="0" y="858"/>
                        <a:pt x="2" y="870"/>
                        <a:pt x="7" y="872"/>
                      </a:cubicBezTo>
                      <a:cubicBezTo>
                        <a:pt x="12" y="874"/>
                        <a:pt x="20" y="874"/>
                        <a:pt x="20" y="874"/>
                      </a:cubicBezTo>
                      <a:cubicBezTo>
                        <a:pt x="20" y="874"/>
                        <a:pt x="7" y="884"/>
                        <a:pt x="13" y="891"/>
                      </a:cubicBezTo>
                      <a:cubicBezTo>
                        <a:pt x="19" y="898"/>
                        <a:pt x="29" y="899"/>
                        <a:pt x="29" y="899"/>
                      </a:cubicBezTo>
                      <a:cubicBezTo>
                        <a:pt x="47" y="888"/>
                        <a:pt x="47" y="888"/>
                        <a:pt x="47" y="888"/>
                      </a:cubicBezTo>
                      <a:cubicBezTo>
                        <a:pt x="65" y="884"/>
                        <a:pt x="65" y="884"/>
                        <a:pt x="65" y="884"/>
                      </a:cubicBezTo>
                      <a:cubicBezTo>
                        <a:pt x="59" y="898"/>
                        <a:pt x="59" y="898"/>
                        <a:pt x="59" y="898"/>
                      </a:cubicBezTo>
                      <a:cubicBezTo>
                        <a:pt x="49" y="895"/>
                        <a:pt x="49" y="895"/>
                        <a:pt x="49" y="895"/>
                      </a:cubicBezTo>
                      <a:cubicBezTo>
                        <a:pt x="43" y="907"/>
                        <a:pt x="43" y="907"/>
                        <a:pt x="43" y="907"/>
                      </a:cubicBezTo>
                      <a:cubicBezTo>
                        <a:pt x="43" y="907"/>
                        <a:pt x="13" y="901"/>
                        <a:pt x="17" y="908"/>
                      </a:cubicBezTo>
                      <a:cubicBezTo>
                        <a:pt x="21" y="915"/>
                        <a:pt x="30" y="918"/>
                        <a:pt x="30" y="918"/>
                      </a:cubicBezTo>
                      <a:cubicBezTo>
                        <a:pt x="14" y="926"/>
                        <a:pt x="14" y="926"/>
                        <a:pt x="14" y="926"/>
                      </a:cubicBezTo>
                      <a:cubicBezTo>
                        <a:pt x="2" y="926"/>
                        <a:pt x="2" y="926"/>
                        <a:pt x="2" y="926"/>
                      </a:cubicBezTo>
                      <a:cubicBezTo>
                        <a:pt x="2" y="926"/>
                        <a:pt x="4" y="938"/>
                        <a:pt x="7" y="938"/>
                      </a:cubicBezTo>
                      <a:cubicBezTo>
                        <a:pt x="10" y="938"/>
                        <a:pt x="42" y="939"/>
                        <a:pt x="42" y="939"/>
                      </a:cubicBezTo>
                      <a:cubicBezTo>
                        <a:pt x="33" y="953"/>
                        <a:pt x="33" y="953"/>
                        <a:pt x="33" y="953"/>
                      </a:cubicBezTo>
                      <a:cubicBezTo>
                        <a:pt x="41" y="955"/>
                        <a:pt x="41" y="955"/>
                        <a:pt x="41" y="955"/>
                      </a:cubicBezTo>
                      <a:cubicBezTo>
                        <a:pt x="36" y="967"/>
                        <a:pt x="36" y="967"/>
                        <a:pt x="36" y="967"/>
                      </a:cubicBezTo>
                      <a:cubicBezTo>
                        <a:pt x="36" y="967"/>
                        <a:pt x="10" y="954"/>
                        <a:pt x="11" y="962"/>
                      </a:cubicBezTo>
                      <a:cubicBezTo>
                        <a:pt x="12" y="970"/>
                        <a:pt x="23" y="981"/>
                        <a:pt x="23" y="981"/>
                      </a:cubicBezTo>
                      <a:cubicBezTo>
                        <a:pt x="55" y="995"/>
                        <a:pt x="55" y="995"/>
                        <a:pt x="55" y="995"/>
                      </a:cubicBezTo>
                      <a:cubicBezTo>
                        <a:pt x="55" y="995"/>
                        <a:pt x="48" y="1000"/>
                        <a:pt x="55" y="1003"/>
                      </a:cubicBezTo>
                      <a:cubicBezTo>
                        <a:pt x="62" y="1006"/>
                        <a:pt x="83" y="1001"/>
                        <a:pt x="83" y="1001"/>
                      </a:cubicBezTo>
                      <a:cubicBezTo>
                        <a:pt x="83" y="1001"/>
                        <a:pt x="86" y="1010"/>
                        <a:pt x="103" y="1004"/>
                      </a:cubicBezTo>
                      <a:cubicBezTo>
                        <a:pt x="120" y="998"/>
                        <a:pt x="148" y="973"/>
                        <a:pt x="148" y="973"/>
                      </a:cubicBezTo>
                      <a:cubicBezTo>
                        <a:pt x="172" y="954"/>
                        <a:pt x="172" y="954"/>
                        <a:pt x="172" y="954"/>
                      </a:cubicBezTo>
                      <a:cubicBezTo>
                        <a:pt x="172" y="954"/>
                        <a:pt x="183" y="959"/>
                        <a:pt x="193" y="950"/>
                      </a:cubicBezTo>
                      <a:cubicBezTo>
                        <a:pt x="203" y="941"/>
                        <a:pt x="193" y="922"/>
                        <a:pt x="193" y="922"/>
                      </a:cubicBezTo>
                      <a:cubicBezTo>
                        <a:pt x="205" y="920"/>
                        <a:pt x="205" y="920"/>
                        <a:pt x="205" y="920"/>
                      </a:cubicBezTo>
                      <a:cubicBezTo>
                        <a:pt x="205" y="920"/>
                        <a:pt x="192" y="937"/>
                        <a:pt x="207" y="942"/>
                      </a:cubicBezTo>
                      <a:cubicBezTo>
                        <a:pt x="222" y="947"/>
                        <a:pt x="233" y="949"/>
                        <a:pt x="233" y="949"/>
                      </a:cubicBezTo>
                      <a:cubicBezTo>
                        <a:pt x="247" y="962"/>
                        <a:pt x="247" y="962"/>
                        <a:pt x="247" y="962"/>
                      </a:cubicBezTo>
                      <a:cubicBezTo>
                        <a:pt x="247" y="962"/>
                        <a:pt x="253" y="951"/>
                        <a:pt x="255" y="946"/>
                      </a:cubicBezTo>
                      <a:cubicBezTo>
                        <a:pt x="257" y="941"/>
                        <a:pt x="251" y="940"/>
                        <a:pt x="248" y="932"/>
                      </a:cubicBezTo>
                      <a:cubicBezTo>
                        <a:pt x="245" y="924"/>
                        <a:pt x="254" y="921"/>
                        <a:pt x="254" y="921"/>
                      </a:cubicBezTo>
                      <a:cubicBezTo>
                        <a:pt x="254" y="921"/>
                        <a:pt x="254" y="917"/>
                        <a:pt x="252" y="911"/>
                      </a:cubicBezTo>
                      <a:cubicBezTo>
                        <a:pt x="250" y="905"/>
                        <a:pt x="264" y="911"/>
                        <a:pt x="269" y="911"/>
                      </a:cubicBezTo>
                      <a:cubicBezTo>
                        <a:pt x="274" y="911"/>
                        <a:pt x="277" y="906"/>
                        <a:pt x="277" y="906"/>
                      </a:cubicBezTo>
                      <a:cubicBezTo>
                        <a:pt x="277" y="889"/>
                        <a:pt x="277" y="889"/>
                        <a:pt x="277" y="889"/>
                      </a:cubicBezTo>
                      <a:cubicBezTo>
                        <a:pt x="284" y="889"/>
                        <a:pt x="284" y="889"/>
                        <a:pt x="284" y="889"/>
                      </a:cubicBezTo>
                      <a:cubicBezTo>
                        <a:pt x="284" y="889"/>
                        <a:pt x="280" y="880"/>
                        <a:pt x="277" y="877"/>
                      </a:cubicBezTo>
                      <a:cubicBezTo>
                        <a:pt x="274" y="874"/>
                        <a:pt x="268" y="857"/>
                        <a:pt x="268" y="857"/>
                      </a:cubicBezTo>
                      <a:cubicBezTo>
                        <a:pt x="283" y="854"/>
                        <a:pt x="283" y="854"/>
                        <a:pt x="283" y="854"/>
                      </a:cubicBezTo>
                      <a:cubicBezTo>
                        <a:pt x="283" y="854"/>
                        <a:pt x="290" y="848"/>
                        <a:pt x="292" y="841"/>
                      </a:cubicBezTo>
                      <a:cubicBezTo>
                        <a:pt x="294" y="834"/>
                        <a:pt x="275" y="828"/>
                        <a:pt x="275" y="828"/>
                      </a:cubicBezTo>
                      <a:cubicBezTo>
                        <a:pt x="275" y="828"/>
                        <a:pt x="267" y="821"/>
                        <a:pt x="266" y="814"/>
                      </a:cubicBezTo>
                      <a:cubicBezTo>
                        <a:pt x="265" y="807"/>
                        <a:pt x="271" y="800"/>
                        <a:pt x="272" y="795"/>
                      </a:cubicBezTo>
                      <a:cubicBezTo>
                        <a:pt x="273" y="790"/>
                        <a:pt x="262" y="783"/>
                        <a:pt x="262" y="783"/>
                      </a:cubicBezTo>
                      <a:cubicBezTo>
                        <a:pt x="262" y="783"/>
                        <a:pt x="256" y="775"/>
                        <a:pt x="254" y="770"/>
                      </a:cubicBezTo>
                      <a:cubicBezTo>
                        <a:pt x="252" y="765"/>
                        <a:pt x="261" y="763"/>
                        <a:pt x="267" y="757"/>
                      </a:cubicBezTo>
                      <a:cubicBezTo>
                        <a:pt x="273" y="751"/>
                        <a:pt x="255" y="751"/>
                        <a:pt x="255" y="748"/>
                      </a:cubicBezTo>
                      <a:cubicBezTo>
                        <a:pt x="255" y="745"/>
                        <a:pt x="261" y="740"/>
                        <a:pt x="261" y="740"/>
                      </a:cubicBezTo>
                      <a:cubicBezTo>
                        <a:pt x="266" y="734"/>
                        <a:pt x="266" y="734"/>
                        <a:pt x="266" y="734"/>
                      </a:cubicBezTo>
                      <a:cubicBezTo>
                        <a:pt x="266" y="734"/>
                        <a:pt x="272" y="729"/>
                        <a:pt x="279" y="724"/>
                      </a:cubicBezTo>
                      <a:cubicBezTo>
                        <a:pt x="286" y="719"/>
                        <a:pt x="301" y="707"/>
                        <a:pt x="301" y="707"/>
                      </a:cubicBezTo>
                      <a:cubicBezTo>
                        <a:pt x="301" y="707"/>
                        <a:pt x="328" y="712"/>
                        <a:pt x="332" y="703"/>
                      </a:cubicBezTo>
                      <a:cubicBezTo>
                        <a:pt x="336" y="694"/>
                        <a:pt x="315" y="684"/>
                        <a:pt x="315" y="684"/>
                      </a:cubicBezTo>
                      <a:cubicBezTo>
                        <a:pt x="315" y="684"/>
                        <a:pt x="324" y="678"/>
                        <a:pt x="329" y="674"/>
                      </a:cubicBezTo>
                      <a:cubicBezTo>
                        <a:pt x="334" y="670"/>
                        <a:pt x="344" y="658"/>
                        <a:pt x="344" y="658"/>
                      </a:cubicBezTo>
                      <a:cubicBezTo>
                        <a:pt x="348" y="629"/>
                        <a:pt x="348" y="629"/>
                        <a:pt x="348" y="629"/>
                      </a:cubicBezTo>
                      <a:cubicBezTo>
                        <a:pt x="351" y="624"/>
                        <a:pt x="351" y="624"/>
                        <a:pt x="351" y="624"/>
                      </a:cubicBezTo>
                      <a:cubicBezTo>
                        <a:pt x="349" y="608"/>
                        <a:pt x="349" y="608"/>
                        <a:pt x="349" y="608"/>
                      </a:cubicBezTo>
                      <a:cubicBezTo>
                        <a:pt x="363" y="615"/>
                        <a:pt x="363" y="615"/>
                        <a:pt x="363" y="615"/>
                      </a:cubicBezTo>
                      <a:cubicBezTo>
                        <a:pt x="363" y="615"/>
                        <a:pt x="372" y="610"/>
                        <a:pt x="379" y="608"/>
                      </a:cubicBezTo>
                      <a:cubicBezTo>
                        <a:pt x="386" y="606"/>
                        <a:pt x="372" y="592"/>
                        <a:pt x="372" y="592"/>
                      </a:cubicBezTo>
                      <a:cubicBezTo>
                        <a:pt x="386" y="591"/>
                        <a:pt x="386" y="591"/>
                        <a:pt x="386" y="591"/>
                      </a:cubicBezTo>
                      <a:cubicBezTo>
                        <a:pt x="386" y="591"/>
                        <a:pt x="388" y="584"/>
                        <a:pt x="394" y="579"/>
                      </a:cubicBezTo>
                      <a:cubicBezTo>
                        <a:pt x="400" y="574"/>
                        <a:pt x="405" y="573"/>
                        <a:pt x="405" y="573"/>
                      </a:cubicBezTo>
                      <a:cubicBezTo>
                        <a:pt x="410" y="563"/>
                        <a:pt x="410" y="563"/>
                        <a:pt x="410" y="563"/>
                      </a:cubicBezTo>
                      <a:cubicBezTo>
                        <a:pt x="410" y="563"/>
                        <a:pt x="399" y="555"/>
                        <a:pt x="398" y="551"/>
                      </a:cubicBezTo>
                      <a:cubicBezTo>
                        <a:pt x="397" y="547"/>
                        <a:pt x="414" y="539"/>
                        <a:pt x="414" y="539"/>
                      </a:cubicBezTo>
                      <a:cubicBezTo>
                        <a:pt x="423" y="529"/>
                        <a:pt x="423" y="529"/>
                        <a:pt x="423" y="529"/>
                      </a:cubicBezTo>
                      <a:cubicBezTo>
                        <a:pt x="449" y="525"/>
                        <a:pt x="449" y="525"/>
                        <a:pt x="449" y="525"/>
                      </a:cubicBezTo>
                      <a:cubicBezTo>
                        <a:pt x="449" y="525"/>
                        <a:pt x="464" y="525"/>
                        <a:pt x="467" y="520"/>
                      </a:cubicBezTo>
                      <a:cubicBezTo>
                        <a:pt x="470" y="515"/>
                        <a:pt x="460" y="504"/>
                        <a:pt x="468" y="498"/>
                      </a:cubicBezTo>
                      <a:cubicBezTo>
                        <a:pt x="476" y="492"/>
                        <a:pt x="476" y="505"/>
                        <a:pt x="476" y="505"/>
                      </a:cubicBezTo>
                      <a:cubicBezTo>
                        <a:pt x="495" y="501"/>
                        <a:pt x="495" y="501"/>
                        <a:pt x="495" y="501"/>
                      </a:cubicBezTo>
                      <a:cubicBezTo>
                        <a:pt x="508" y="505"/>
                        <a:pt x="508" y="505"/>
                        <a:pt x="508" y="505"/>
                      </a:cubicBezTo>
                      <a:cubicBezTo>
                        <a:pt x="517" y="505"/>
                        <a:pt x="517" y="505"/>
                        <a:pt x="517" y="505"/>
                      </a:cubicBezTo>
                      <a:cubicBezTo>
                        <a:pt x="517" y="505"/>
                        <a:pt x="528" y="511"/>
                        <a:pt x="536" y="509"/>
                      </a:cubicBezTo>
                      <a:cubicBezTo>
                        <a:pt x="544" y="507"/>
                        <a:pt x="531" y="501"/>
                        <a:pt x="531" y="496"/>
                      </a:cubicBezTo>
                      <a:cubicBezTo>
                        <a:pt x="531" y="491"/>
                        <a:pt x="538" y="494"/>
                        <a:pt x="538" y="494"/>
                      </a:cubicBezTo>
                      <a:cubicBezTo>
                        <a:pt x="537" y="480"/>
                        <a:pt x="537" y="480"/>
                        <a:pt x="537" y="480"/>
                      </a:cubicBezTo>
                      <a:cubicBezTo>
                        <a:pt x="557" y="481"/>
                        <a:pt x="557" y="481"/>
                        <a:pt x="557" y="481"/>
                      </a:cubicBezTo>
                      <a:cubicBezTo>
                        <a:pt x="555" y="479"/>
                        <a:pt x="554" y="478"/>
                        <a:pt x="554" y="478"/>
                      </a:cubicBezTo>
                      <a:cubicBezTo>
                        <a:pt x="556" y="473"/>
                        <a:pt x="556" y="473"/>
                        <a:pt x="556" y="473"/>
                      </a:cubicBezTo>
                      <a:cubicBezTo>
                        <a:pt x="568" y="478"/>
                        <a:pt x="568" y="478"/>
                        <a:pt x="568" y="478"/>
                      </a:cubicBezTo>
                      <a:cubicBezTo>
                        <a:pt x="570" y="469"/>
                        <a:pt x="570" y="469"/>
                        <a:pt x="570" y="469"/>
                      </a:cubicBezTo>
                      <a:cubicBezTo>
                        <a:pt x="570" y="469"/>
                        <a:pt x="577" y="466"/>
                        <a:pt x="581" y="466"/>
                      </a:cubicBezTo>
                      <a:cubicBezTo>
                        <a:pt x="585" y="466"/>
                        <a:pt x="594" y="480"/>
                        <a:pt x="594" y="480"/>
                      </a:cubicBezTo>
                      <a:cubicBezTo>
                        <a:pt x="603" y="481"/>
                        <a:pt x="603" y="481"/>
                        <a:pt x="603" y="481"/>
                      </a:cubicBezTo>
                      <a:cubicBezTo>
                        <a:pt x="603" y="481"/>
                        <a:pt x="604" y="491"/>
                        <a:pt x="618" y="492"/>
                      </a:cubicBezTo>
                      <a:cubicBezTo>
                        <a:pt x="632" y="493"/>
                        <a:pt x="632" y="494"/>
                        <a:pt x="632" y="494"/>
                      </a:cubicBezTo>
                      <a:cubicBezTo>
                        <a:pt x="632" y="494"/>
                        <a:pt x="632" y="494"/>
                        <a:pt x="642" y="497"/>
                      </a:cubicBezTo>
                      <a:cubicBezTo>
                        <a:pt x="652" y="500"/>
                        <a:pt x="661" y="492"/>
                        <a:pt x="661" y="492"/>
                      </a:cubicBezTo>
                      <a:cubicBezTo>
                        <a:pt x="661" y="492"/>
                        <a:pt x="672" y="488"/>
                        <a:pt x="677" y="489"/>
                      </a:cubicBezTo>
                      <a:cubicBezTo>
                        <a:pt x="682" y="490"/>
                        <a:pt x="694" y="498"/>
                        <a:pt x="702" y="498"/>
                      </a:cubicBezTo>
                      <a:cubicBezTo>
                        <a:pt x="710" y="498"/>
                        <a:pt x="704" y="488"/>
                        <a:pt x="711" y="483"/>
                      </a:cubicBezTo>
                      <a:cubicBezTo>
                        <a:pt x="718" y="478"/>
                        <a:pt x="727" y="483"/>
                        <a:pt x="727" y="483"/>
                      </a:cubicBezTo>
                      <a:cubicBezTo>
                        <a:pt x="727" y="483"/>
                        <a:pt x="728" y="467"/>
                        <a:pt x="727" y="463"/>
                      </a:cubicBezTo>
                      <a:cubicBezTo>
                        <a:pt x="726" y="459"/>
                        <a:pt x="730" y="446"/>
                        <a:pt x="730" y="446"/>
                      </a:cubicBezTo>
                      <a:cubicBezTo>
                        <a:pt x="730" y="446"/>
                        <a:pt x="747" y="437"/>
                        <a:pt x="752" y="438"/>
                      </a:cubicBezTo>
                      <a:cubicBezTo>
                        <a:pt x="757" y="439"/>
                        <a:pt x="768" y="440"/>
                        <a:pt x="768" y="440"/>
                      </a:cubicBezTo>
                      <a:cubicBezTo>
                        <a:pt x="768" y="440"/>
                        <a:pt x="779" y="433"/>
                        <a:pt x="794" y="434"/>
                      </a:cubicBezTo>
                      <a:cubicBezTo>
                        <a:pt x="809" y="435"/>
                        <a:pt x="802" y="441"/>
                        <a:pt x="802" y="441"/>
                      </a:cubicBezTo>
                      <a:cubicBezTo>
                        <a:pt x="825" y="446"/>
                        <a:pt x="825" y="446"/>
                        <a:pt x="825" y="446"/>
                      </a:cubicBezTo>
                      <a:cubicBezTo>
                        <a:pt x="825" y="446"/>
                        <a:pt x="839" y="447"/>
                        <a:pt x="843" y="464"/>
                      </a:cubicBezTo>
                      <a:cubicBezTo>
                        <a:pt x="847" y="481"/>
                        <a:pt x="834" y="469"/>
                        <a:pt x="834" y="469"/>
                      </a:cubicBezTo>
                      <a:cubicBezTo>
                        <a:pt x="832" y="477"/>
                        <a:pt x="832" y="477"/>
                        <a:pt x="832" y="477"/>
                      </a:cubicBezTo>
                      <a:cubicBezTo>
                        <a:pt x="836" y="479"/>
                        <a:pt x="840" y="480"/>
                        <a:pt x="845" y="480"/>
                      </a:cubicBezTo>
                      <a:cubicBezTo>
                        <a:pt x="854" y="479"/>
                        <a:pt x="855" y="465"/>
                        <a:pt x="855" y="465"/>
                      </a:cubicBezTo>
                      <a:cubicBezTo>
                        <a:pt x="870" y="464"/>
                        <a:pt x="870" y="464"/>
                        <a:pt x="870" y="464"/>
                      </a:cubicBezTo>
                      <a:cubicBezTo>
                        <a:pt x="874" y="456"/>
                        <a:pt x="874" y="456"/>
                        <a:pt x="874" y="456"/>
                      </a:cubicBezTo>
                      <a:cubicBezTo>
                        <a:pt x="874" y="456"/>
                        <a:pt x="873" y="459"/>
                        <a:pt x="891" y="456"/>
                      </a:cubicBezTo>
                      <a:cubicBezTo>
                        <a:pt x="899" y="455"/>
                        <a:pt x="903" y="451"/>
                        <a:pt x="905" y="448"/>
                      </a:cubicBezTo>
                      <a:lnTo>
                        <a:pt x="901" y="448"/>
                      </a:lnTo>
                      <a:close/>
                      <a:moveTo>
                        <a:pt x="372" y="489"/>
                      </a:moveTo>
                      <a:cubicBezTo>
                        <a:pt x="357" y="498"/>
                        <a:pt x="357" y="498"/>
                        <a:pt x="357" y="498"/>
                      </a:cubicBezTo>
                      <a:cubicBezTo>
                        <a:pt x="362" y="511"/>
                        <a:pt x="362" y="511"/>
                        <a:pt x="362" y="511"/>
                      </a:cubicBezTo>
                      <a:cubicBezTo>
                        <a:pt x="380" y="512"/>
                        <a:pt x="380" y="512"/>
                        <a:pt x="380" y="512"/>
                      </a:cubicBezTo>
                      <a:cubicBezTo>
                        <a:pt x="376" y="499"/>
                        <a:pt x="376" y="499"/>
                        <a:pt x="376" y="499"/>
                      </a:cubicBezTo>
                      <a:lnTo>
                        <a:pt x="372" y="489"/>
                      </a:lnTo>
                      <a:close/>
                      <a:moveTo>
                        <a:pt x="346" y="483"/>
                      </a:moveTo>
                      <a:cubicBezTo>
                        <a:pt x="335" y="487"/>
                        <a:pt x="339" y="504"/>
                        <a:pt x="339" y="504"/>
                      </a:cubicBezTo>
                      <a:cubicBezTo>
                        <a:pt x="351" y="516"/>
                        <a:pt x="351" y="516"/>
                        <a:pt x="351" y="516"/>
                      </a:cubicBezTo>
                      <a:cubicBezTo>
                        <a:pt x="351" y="516"/>
                        <a:pt x="357" y="479"/>
                        <a:pt x="346" y="483"/>
                      </a:cubicBezTo>
                      <a:close/>
                      <a:moveTo>
                        <a:pt x="403" y="498"/>
                      </a:moveTo>
                      <a:cubicBezTo>
                        <a:pt x="412" y="493"/>
                        <a:pt x="427" y="490"/>
                        <a:pt x="408" y="486"/>
                      </a:cubicBezTo>
                      <a:cubicBezTo>
                        <a:pt x="389" y="483"/>
                        <a:pt x="380" y="494"/>
                        <a:pt x="380" y="494"/>
                      </a:cubicBezTo>
                      <a:cubicBezTo>
                        <a:pt x="386" y="501"/>
                        <a:pt x="386" y="501"/>
                        <a:pt x="386" y="501"/>
                      </a:cubicBezTo>
                      <a:lnTo>
                        <a:pt x="403" y="49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grpSp>
              <p:nvGrpSpPr>
                <p:cNvPr id="139" name="Gruppieren 138"/>
                <p:cNvGrpSpPr/>
                <p:nvPr/>
              </p:nvGrpSpPr>
              <p:grpSpPr>
                <a:xfrm>
                  <a:off x="820681" y="3884380"/>
                  <a:ext cx="1930787" cy="2063273"/>
                  <a:chOff x="820681" y="3884380"/>
                  <a:chExt cx="1930787" cy="2063273"/>
                </a:xfrm>
                <a:grpFill/>
              </p:grpSpPr>
              <p:sp>
                <p:nvSpPr>
                  <p:cNvPr id="140" name="Freeform 224"/>
                  <p:cNvSpPr>
                    <a:spLocks/>
                  </p:cNvSpPr>
                  <p:nvPr/>
                </p:nvSpPr>
                <p:spPr bwMode="gray">
                  <a:xfrm>
                    <a:off x="2018114" y="5908392"/>
                    <a:ext cx="40268" cy="39261"/>
                  </a:xfrm>
                  <a:custGeom>
                    <a:avLst/>
                    <a:gdLst>
                      <a:gd name="T0" fmla="*/ 23 w 34"/>
                      <a:gd name="T1" fmla="*/ 33 h 33"/>
                      <a:gd name="T2" fmla="*/ 8 w 34"/>
                      <a:gd name="T3" fmla="*/ 14 h 33"/>
                      <a:gd name="T4" fmla="*/ 23 w 34"/>
                      <a:gd name="T5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4" h="33">
                        <a:moveTo>
                          <a:pt x="23" y="33"/>
                        </a:moveTo>
                        <a:cubicBezTo>
                          <a:pt x="34" y="20"/>
                          <a:pt x="16" y="0"/>
                          <a:pt x="8" y="14"/>
                        </a:cubicBezTo>
                        <a:cubicBezTo>
                          <a:pt x="0" y="28"/>
                          <a:pt x="23" y="33"/>
                          <a:pt x="23" y="33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244"/>
                  <p:cNvSpPr>
                    <a:spLocks/>
                  </p:cNvSpPr>
                  <p:nvPr/>
                </p:nvSpPr>
                <p:spPr bwMode="gray">
                  <a:xfrm>
                    <a:off x="2269780" y="5511241"/>
                    <a:ext cx="119290" cy="196312"/>
                  </a:xfrm>
                  <a:custGeom>
                    <a:avLst/>
                    <a:gdLst>
                      <a:gd name="T0" fmla="*/ 62 w 100"/>
                      <a:gd name="T1" fmla="*/ 142 h 165"/>
                      <a:gd name="T2" fmla="*/ 72 w 100"/>
                      <a:gd name="T3" fmla="*/ 138 h 165"/>
                      <a:gd name="T4" fmla="*/ 80 w 100"/>
                      <a:gd name="T5" fmla="*/ 133 h 165"/>
                      <a:gd name="T6" fmla="*/ 80 w 100"/>
                      <a:gd name="T7" fmla="*/ 119 h 165"/>
                      <a:gd name="T8" fmla="*/ 95 w 100"/>
                      <a:gd name="T9" fmla="*/ 113 h 165"/>
                      <a:gd name="T10" fmla="*/ 95 w 100"/>
                      <a:gd name="T11" fmla="*/ 92 h 165"/>
                      <a:gd name="T12" fmla="*/ 77 w 100"/>
                      <a:gd name="T13" fmla="*/ 99 h 165"/>
                      <a:gd name="T14" fmla="*/ 77 w 100"/>
                      <a:gd name="T15" fmla="*/ 85 h 165"/>
                      <a:gd name="T16" fmla="*/ 69 w 100"/>
                      <a:gd name="T17" fmla="*/ 79 h 165"/>
                      <a:gd name="T18" fmla="*/ 71 w 100"/>
                      <a:gd name="T19" fmla="*/ 67 h 165"/>
                      <a:gd name="T20" fmla="*/ 66 w 100"/>
                      <a:gd name="T21" fmla="*/ 56 h 165"/>
                      <a:gd name="T22" fmla="*/ 68 w 100"/>
                      <a:gd name="T23" fmla="*/ 41 h 165"/>
                      <a:gd name="T24" fmla="*/ 68 w 100"/>
                      <a:gd name="T25" fmla="*/ 29 h 165"/>
                      <a:gd name="T26" fmla="*/ 64 w 100"/>
                      <a:gd name="T27" fmla="*/ 19 h 165"/>
                      <a:gd name="T28" fmla="*/ 55 w 100"/>
                      <a:gd name="T29" fmla="*/ 19 h 165"/>
                      <a:gd name="T30" fmla="*/ 47 w 100"/>
                      <a:gd name="T31" fmla="*/ 4 h 165"/>
                      <a:gd name="T32" fmla="*/ 41 w 100"/>
                      <a:gd name="T33" fmla="*/ 10 h 165"/>
                      <a:gd name="T34" fmla="*/ 23 w 100"/>
                      <a:gd name="T35" fmla="*/ 0 h 165"/>
                      <a:gd name="T36" fmla="*/ 21 w 100"/>
                      <a:gd name="T37" fmla="*/ 14 h 165"/>
                      <a:gd name="T38" fmla="*/ 15 w 100"/>
                      <a:gd name="T39" fmla="*/ 19 h 165"/>
                      <a:gd name="T40" fmla="*/ 0 w 100"/>
                      <a:gd name="T41" fmla="*/ 19 h 165"/>
                      <a:gd name="T42" fmla="*/ 9 w 100"/>
                      <a:gd name="T43" fmla="*/ 25 h 165"/>
                      <a:gd name="T44" fmla="*/ 15 w 100"/>
                      <a:gd name="T45" fmla="*/ 22 h 165"/>
                      <a:gd name="T46" fmla="*/ 17 w 100"/>
                      <a:gd name="T47" fmla="*/ 32 h 165"/>
                      <a:gd name="T48" fmla="*/ 10 w 100"/>
                      <a:gd name="T49" fmla="*/ 41 h 165"/>
                      <a:gd name="T50" fmla="*/ 14 w 100"/>
                      <a:gd name="T51" fmla="*/ 45 h 165"/>
                      <a:gd name="T52" fmla="*/ 30 w 100"/>
                      <a:gd name="T53" fmla="*/ 45 h 165"/>
                      <a:gd name="T54" fmla="*/ 24 w 100"/>
                      <a:gd name="T55" fmla="*/ 96 h 165"/>
                      <a:gd name="T56" fmla="*/ 17 w 100"/>
                      <a:gd name="T57" fmla="*/ 129 h 165"/>
                      <a:gd name="T58" fmla="*/ 40 w 100"/>
                      <a:gd name="T59" fmla="*/ 144 h 165"/>
                      <a:gd name="T60" fmla="*/ 41 w 100"/>
                      <a:gd name="T61" fmla="*/ 163 h 165"/>
                      <a:gd name="T62" fmla="*/ 64 w 100"/>
                      <a:gd name="T63" fmla="*/ 165 h 165"/>
                      <a:gd name="T64" fmla="*/ 62 w 100"/>
                      <a:gd name="T65" fmla="*/ 158 h 165"/>
                      <a:gd name="T66" fmla="*/ 62 w 100"/>
                      <a:gd name="T67" fmla="*/ 142 h 1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00" h="165">
                        <a:moveTo>
                          <a:pt x="62" y="142"/>
                        </a:moveTo>
                        <a:cubicBezTo>
                          <a:pt x="63" y="135"/>
                          <a:pt x="72" y="138"/>
                          <a:pt x="72" y="138"/>
                        </a:cubicBezTo>
                        <a:cubicBezTo>
                          <a:pt x="80" y="133"/>
                          <a:pt x="80" y="133"/>
                          <a:pt x="80" y="133"/>
                        </a:cubicBezTo>
                        <a:cubicBezTo>
                          <a:pt x="80" y="119"/>
                          <a:pt x="80" y="119"/>
                          <a:pt x="80" y="119"/>
                        </a:cubicBezTo>
                        <a:cubicBezTo>
                          <a:pt x="80" y="119"/>
                          <a:pt x="90" y="117"/>
                          <a:pt x="95" y="113"/>
                        </a:cubicBezTo>
                        <a:cubicBezTo>
                          <a:pt x="100" y="109"/>
                          <a:pt x="95" y="92"/>
                          <a:pt x="95" y="92"/>
                        </a:cubicBezTo>
                        <a:cubicBezTo>
                          <a:pt x="77" y="99"/>
                          <a:pt x="77" y="99"/>
                          <a:pt x="77" y="99"/>
                        </a:cubicBezTo>
                        <a:cubicBezTo>
                          <a:pt x="77" y="85"/>
                          <a:pt x="77" y="85"/>
                          <a:pt x="77" y="85"/>
                        </a:cubicBezTo>
                        <a:cubicBezTo>
                          <a:pt x="77" y="85"/>
                          <a:pt x="69" y="84"/>
                          <a:pt x="69" y="79"/>
                        </a:cubicBezTo>
                        <a:cubicBezTo>
                          <a:pt x="69" y="74"/>
                          <a:pt x="71" y="67"/>
                          <a:pt x="71" y="67"/>
                        </a:cubicBezTo>
                        <a:cubicBezTo>
                          <a:pt x="66" y="56"/>
                          <a:pt x="66" y="56"/>
                          <a:pt x="66" y="56"/>
                        </a:cubicBezTo>
                        <a:cubicBezTo>
                          <a:pt x="68" y="41"/>
                          <a:pt x="68" y="41"/>
                          <a:pt x="68" y="41"/>
                        </a:cubicBezTo>
                        <a:cubicBezTo>
                          <a:pt x="68" y="29"/>
                          <a:pt x="68" y="29"/>
                          <a:pt x="68" y="29"/>
                        </a:cubicBezTo>
                        <a:cubicBezTo>
                          <a:pt x="64" y="19"/>
                          <a:pt x="64" y="19"/>
                          <a:pt x="64" y="19"/>
                        </a:cubicBezTo>
                        <a:cubicBezTo>
                          <a:pt x="55" y="19"/>
                          <a:pt x="55" y="19"/>
                          <a:pt x="55" y="19"/>
                        </a:cubicBezTo>
                        <a:cubicBezTo>
                          <a:pt x="47" y="4"/>
                          <a:pt x="47" y="4"/>
                          <a:pt x="47" y="4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9" y="25"/>
                          <a:pt x="9" y="25"/>
                          <a:pt x="9" y="25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7" y="32"/>
                          <a:pt x="17" y="32"/>
                          <a:pt x="17" y="32"/>
                        </a:cubicBezTo>
                        <a:cubicBezTo>
                          <a:pt x="10" y="41"/>
                          <a:pt x="10" y="41"/>
                          <a:pt x="10" y="41"/>
                        </a:cubicBezTo>
                        <a:cubicBezTo>
                          <a:pt x="14" y="45"/>
                          <a:pt x="14" y="45"/>
                          <a:pt x="14" y="45"/>
                        </a:cubicBezTo>
                        <a:cubicBezTo>
                          <a:pt x="30" y="45"/>
                          <a:pt x="30" y="45"/>
                          <a:pt x="30" y="45"/>
                        </a:cubicBezTo>
                        <a:cubicBezTo>
                          <a:pt x="30" y="45"/>
                          <a:pt x="25" y="84"/>
                          <a:pt x="24" y="96"/>
                        </a:cubicBezTo>
                        <a:cubicBezTo>
                          <a:pt x="23" y="108"/>
                          <a:pt x="12" y="124"/>
                          <a:pt x="17" y="129"/>
                        </a:cubicBezTo>
                        <a:cubicBezTo>
                          <a:pt x="22" y="134"/>
                          <a:pt x="40" y="144"/>
                          <a:pt x="40" y="144"/>
                        </a:cubicBezTo>
                        <a:cubicBezTo>
                          <a:pt x="40" y="144"/>
                          <a:pt x="37" y="164"/>
                          <a:pt x="41" y="163"/>
                        </a:cubicBezTo>
                        <a:cubicBezTo>
                          <a:pt x="45" y="162"/>
                          <a:pt x="64" y="165"/>
                          <a:pt x="64" y="165"/>
                        </a:cubicBezTo>
                        <a:cubicBezTo>
                          <a:pt x="62" y="158"/>
                          <a:pt x="62" y="158"/>
                          <a:pt x="62" y="158"/>
                        </a:cubicBezTo>
                        <a:cubicBezTo>
                          <a:pt x="62" y="158"/>
                          <a:pt x="61" y="149"/>
                          <a:pt x="62" y="142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246"/>
                  <p:cNvSpPr>
                    <a:spLocks/>
                  </p:cNvSpPr>
                  <p:nvPr/>
                </p:nvSpPr>
                <p:spPr bwMode="gray">
                  <a:xfrm>
                    <a:off x="2348299" y="5528858"/>
                    <a:ext cx="132376" cy="103694"/>
                  </a:xfrm>
                  <a:custGeom>
                    <a:avLst/>
                    <a:gdLst>
                      <a:gd name="T0" fmla="*/ 100 w 111"/>
                      <a:gd name="T1" fmla="*/ 26 h 87"/>
                      <a:gd name="T2" fmla="*/ 88 w 111"/>
                      <a:gd name="T3" fmla="*/ 17 h 87"/>
                      <a:gd name="T4" fmla="*/ 88 w 111"/>
                      <a:gd name="T5" fmla="*/ 9 h 87"/>
                      <a:gd name="T6" fmla="*/ 83 w 111"/>
                      <a:gd name="T7" fmla="*/ 9 h 87"/>
                      <a:gd name="T8" fmla="*/ 77 w 111"/>
                      <a:gd name="T9" fmla="*/ 0 h 87"/>
                      <a:gd name="T10" fmla="*/ 76 w 111"/>
                      <a:gd name="T11" fmla="*/ 0 h 87"/>
                      <a:gd name="T12" fmla="*/ 50 w 111"/>
                      <a:gd name="T13" fmla="*/ 2 h 87"/>
                      <a:gd name="T14" fmla="*/ 46 w 111"/>
                      <a:gd name="T15" fmla="*/ 6 h 87"/>
                      <a:gd name="T16" fmla="*/ 33 w 111"/>
                      <a:gd name="T17" fmla="*/ 6 h 87"/>
                      <a:gd name="T18" fmla="*/ 30 w 111"/>
                      <a:gd name="T19" fmla="*/ 14 h 87"/>
                      <a:gd name="T20" fmla="*/ 18 w 111"/>
                      <a:gd name="T21" fmla="*/ 14 h 87"/>
                      <a:gd name="T22" fmla="*/ 13 w 111"/>
                      <a:gd name="T23" fmla="*/ 22 h 87"/>
                      <a:gd name="T24" fmla="*/ 2 w 111"/>
                      <a:gd name="T25" fmla="*/ 26 h 87"/>
                      <a:gd name="T26" fmla="*/ 0 w 111"/>
                      <a:gd name="T27" fmla="*/ 41 h 87"/>
                      <a:gd name="T28" fmla="*/ 5 w 111"/>
                      <a:gd name="T29" fmla="*/ 52 h 87"/>
                      <a:gd name="T30" fmla="*/ 3 w 111"/>
                      <a:gd name="T31" fmla="*/ 64 h 87"/>
                      <a:gd name="T32" fmla="*/ 11 w 111"/>
                      <a:gd name="T33" fmla="*/ 70 h 87"/>
                      <a:gd name="T34" fmla="*/ 11 w 111"/>
                      <a:gd name="T35" fmla="*/ 84 h 87"/>
                      <a:gd name="T36" fmla="*/ 29 w 111"/>
                      <a:gd name="T37" fmla="*/ 77 h 87"/>
                      <a:gd name="T38" fmla="*/ 31 w 111"/>
                      <a:gd name="T39" fmla="*/ 84 h 87"/>
                      <a:gd name="T40" fmla="*/ 36 w 111"/>
                      <a:gd name="T41" fmla="*/ 79 h 87"/>
                      <a:gd name="T42" fmla="*/ 60 w 111"/>
                      <a:gd name="T43" fmla="*/ 81 h 87"/>
                      <a:gd name="T44" fmla="*/ 63 w 111"/>
                      <a:gd name="T45" fmla="*/ 70 h 87"/>
                      <a:gd name="T46" fmla="*/ 90 w 111"/>
                      <a:gd name="T47" fmla="*/ 66 h 87"/>
                      <a:gd name="T48" fmla="*/ 108 w 111"/>
                      <a:gd name="T49" fmla="*/ 44 h 87"/>
                      <a:gd name="T50" fmla="*/ 100 w 111"/>
                      <a:gd name="T51" fmla="*/ 26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11" h="87">
                        <a:moveTo>
                          <a:pt x="100" y="26"/>
                        </a:moveTo>
                        <a:cubicBezTo>
                          <a:pt x="88" y="17"/>
                          <a:pt x="88" y="17"/>
                          <a:pt x="88" y="17"/>
                        </a:cubicBezTo>
                        <a:cubicBezTo>
                          <a:pt x="88" y="9"/>
                          <a:pt x="88" y="9"/>
                          <a:pt x="88" y="9"/>
                        </a:cubicBezTo>
                        <a:cubicBezTo>
                          <a:pt x="83" y="9"/>
                          <a:pt x="83" y="9"/>
                          <a:pt x="83" y="9"/>
                        </a:cubicBezTo>
                        <a:cubicBezTo>
                          <a:pt x="77" y="0"/>
                          <a:pt x="77" y="0"/>
                          <a:pt x="77" y="0"/>
                        </a:cubicBezTo>
                        <a:cubicBezTo>
                          <a:pt x="77" y="0"/>
                          <a:pt x="76" y="0"/>
                          <a:pt x="76" y="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33" y="6"/>
                          <a:pt x="33" y="6"/>
                          <a:pt x="33" y="6"/>
                        </a:cubicBezTo>
                        <a:cubicBezTo>
                          <a:pt x="33" y="6"/>
                          <a:pt x="37" y="14"/>
                          <a:pt x="30" y="14"/>
                        </a:cubicBezTo>
                        <a:cubicBezTo>
                          <a:pt x="23" y="14"/>
                          <a:pt x="18" y="14"/>
                          <a:pt x="18" y="14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2" y="26"/>
                          <a:pt x="2" y="26"/>
                          <a:pt x="2" y="26"/>
                        </a:cubicBezTo>
                        <a:cubicBezTo>
                          <a:pt x="0" y="41"/>
                          <a:pt x="0" y="41"/>
                          <a:pt x="0" y="41"/>
                        </a:cubicBezTo>
                        <a:cubicBezTo>
                          <a:pt x="5" y="52"/>
                          <a:pt x="5" y="52"/>
                          <a:pt x="5" y="52"/>
                        </a:cubicBezTo>
                        <a:cubicBezTo>
                          <a:pt x="5" y="52"/>
                          <a:pt x="3" y="59"/>
                          <a:pt x="3" y="64"/>
                        </a:cubicBezTo>
                        <a:cubicBezTo>
                          <a:pt x="3" y="69"/>
                          <a:pt x="11" y="70"/>
                          <a:pt x="11" y="70"/>
                        </a:cubicBezTo>
                        <a:cubicBezTo>
                          <a:pt x="11" y="84"/>
                          <a:pt x="11" y="84"/>
                          <a:pt x="11" y="84"/>
                        </a:cubicBezTo>
                        <a:cubicBezTo>
                          <a:pt x="29" y="77"/>
                          <a:pt x="29" y="77"/>
                          <a:pt x="29" y="77"/>
                        </a:cubicBezTo>
                        <a:cubicBezTo>
                          <a:pt x="29" y="77"/>
                          <a:pt x="30" y="80"/>
                          <a:pt x="31" y="84"/>
                        </a:cubicBezTo>
                        <a:cubicBezTo>
                          <a:pt x="36" y="79"/>
                          <a:pt x="36" y="79"/>
                          <a:pt x="36" y="79"/>
                        </a:cubicBezTo>
                        <a:cubicBezTo>
                          <a:pt x="36" y="79"/>
                          <a:pt x="56" y="87"/>
                          <a:pt x="60" y="81"/>
                        </a:cubicBezTo>
                        <a:cubicBezTo>
                          <a:pt x="64" y="75"/>
                          <a:pt x="63" y="70"/>
                          <a:pt x="63" y="70"/>
                        </a:cubicBezTo>
                        <a:cubicBezTo>
                          <a:pt x="63" y="70"/>
                          <a:pt x="82" y="74"/>
                          <a:pt x="90" y="66"/>
                        </a:cubicBezTo>
                        <a:cubicBezTo>
                          <a:pt x="98" y="58"/>
                          <a:pt x="105" y="55"/>
                          <a:pt x="108" y="44"/>
                        </a:cubicBezTo>
                        <a:cubicBezTo>
                          <a:pt x="111" y="33"/>
                          <a:pt x="100" y="26"/>
                          <a:pt x="100" y="26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248"/>
                  <p:cNvSpPr>
                    <a:spLocks/>
                  </p:cNvSpPr>
                  <p:nvPr/>
                </p:nvSpPr>
                <p:spPr bwMode="gray">
                  <a:xfrm>
                    <a:off x="1771982" y="5218791"/>
                    <a:ext cx="17617" cy="19127"/>
                  </a:xfrm>
                  <a:custGeom>
                    <a:avLst/>
                    <a:gdLst>
                      <a:gd name="T0" fmla="*/ 11 w 15"/>
                      <a:gd name="T1" fmla="*/ 1 h 16"/>
                      <a:gd name="T2" fmla="*/ 4 w 15"/>
                      <a:gd name="T3" fmla="*/ 14 h 16"/>
                      <a:gd name="T4" fmla="*/ 12 w 15"/>
                      <a:gd name="T5" fmla="*/ 16 h 16"/>
                      <a:gd name="T6" fmla="*/ 15 w 15"/>
                      <a:gd name="T7" fmla="*/ 16 h 16"/>
                      <a:gd name="T8" fmla="*/ 15 w 15"/>
                      <a:gd name="T9" fmla="*/ 6 h 16"/>
                      <a:gd name="T10" fmla="*/ 13 w 15"/>
                      <a:gd name="T11" fmla="*/ 0 h 16"/>
                      <a:gd name="T12" fmla="*/ 11 w 15"/>
                      <a:gd name="T13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5" h="16">
                        <a:moveTo>
                          <a:pt x="11" y="1"/>
                        </a:moveTo>
                        <a:cubicBezTo>
                          <a:pt x="6" y="3"/>
                          <a:pt x="0" y="11"/>
                          <a:pt x="4" y="14"/>
                        </a:cubicBezTo>
                        <a:cubicBezTo>
                          <a:pt x="8" y="16"/>
                          <a:pt x="12" y="16"/>
                          <a:pt x="12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4"/>
                          <a:pt x="15" y="9"/>
                          <a:pt x="15" y="6"/>
                        </a:cubicBezTo>
                        <a:cubicBezTo>
                          <a:pt x="15" y="4"/>
                          <a:pt x="14" y="2"/>
                          <a:pt x="13" y="0"/>
                        </a:cubicBezTo>
                        <a:cubicBezTo>
                          <a:pt x="12" y="0"/>
                          <a:pt x="12" y="1"/>
                          <a:pt x="11" y="1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250"/>
                  <p:cNvSpPr>
                    <a:spLocks/>
                  </p:cNvSpPr>
                  <p:nvPr/>
                </p:nvSpPr>
                <p:spPr bwMode="gray">
                  <a:xfrm>
                    <a:off x="2089081" y="5347146"/>
                    <a:ext cx="205864" cy="181712"/>
                  </a:xfrm>
                  <a:custGeom>
                    <a:avLst/>
                    <a:gdLst>
                      <a:gd name="T0" fmla="*/ 162 w 173"/>
                      <a:gd name="T1" fmla="*/ 51 h 153"/>
                      <a:gd name="T2" fmla="*/ 151 w 173"/>
                      <a:gd name="T3" fmla="*/ 52 h 153"/>
                      <a:gd name="T4" fmla="*/ 151 w 173"/>
                      <a:gd name="T5" fmla="*/ 41 h 153"/>
                      <a:gd name="T6" fmla="*/ 163 w 173"/>
                      <a:gd name="T7" fmla="*/ 22 h 153"/>
                      <a:gd name="T8" fmla="*/ 144 w 173"/>
                      <a:gd name="T9" fmla="*/ 23 h 153"/>
                      <a:gd name="T10" fmla="*/ 141 w 173"/>
                      <a:gd name="T11" fmla="*/ 18 h 153"/>
                      <a:gd name="T12" fmla="*/ 136 w 173"/>
                      <a:gd name="T13" fmla="*/ 19 h 153"/>
                      <a:gd name="T14" fmla="*/ 126 w 173"/>
                      <a:gd name="T15" fmla="*/ 8 h 153"/>
                      <a:gd name="T16" fmla="*/ 109 w 173"/>
                      <a:gd name="T17" fmla="*/ 7 h 153"/>
                      <a:gd name="T18" fmla="*/ 93 w 173"/>
                      <a:gd name="T19" fmla="*/ 8 h 153"/>
                      <a:gd name="T20" fmla="*/ 80 w 173"/>
                      <a:gd name="T21" fmla="*/ 5 h 153"/>
                      <a:gd name="T22" fmla="*/ 71 w 173"/>
                      <a:gd name="T23" fmla="*/ 9 h 153"/>
                      <a:gd name="T24" fmla="*/ 58 w 173"/>
                      <a:gd name="T25" fmla="*/ 2 h 153"/>
                      <a:gd name="T26" fmla="*/ 43 w 173"/>
                      <a:gd name="T27" fmla="*/ 4 h 153"/>
                      <a:gd name="T28" fmla="*/ 28 w 173"/>
                      <a:gd name="T29" fmla="*/ 8 h 153"/>
                      <a:gd name="T30" fmla="*/ 12 w 173"/>
                      <a:gd name="T31" fmla="*/ 1 h 153"/>
                      <a:gd name="T32" fmla="*/ 9 w 173"/>
                      <a:gd name="T33" fmla="*/ 15 h 153"/>
                      <a:gd name="T34" fmla="*/ 0 w 173"/>
                      <a:gd name="T35" fmla="*/ 20 h 153"/>
                      <a:gd name="T36" fmla="*/ 7 w 173"/>
                      <a:gd name="T37" fmla="*/ 27 h 153"/>
                      <a:gd name="T38" fmla="*/ 19 w 173"/>
                      <a:gd name="T39" fmla="*/ 30 h 153"/>
                      <a:gd name="T40" fmla="*/ 18 w 173"/>
                      <a:gd name="T41" fmla="*/ 39 h 153"/>
                      <a:gd name="T42" fmla="*/ 26 w 173"/>
                      <a:gd name="T43" fmla="*/ 43 h 153"/>
                      <a:gd name="T44" fmla="*/ 26 w 173"/>
                      <a:gd name="T45" fmla="*/ 57 h 153"/>
                      <a:gd name="T46" fmla="*/ 37 w 173"/>
                      <a:gd name="T47" fmla="*/ 60 h 153"/>
                      <a:gd name="T48" fmla="*/ 47 w 173"/>
                      <a:gd name="T49" fmla="*/ 80 h 153"/>
                      <a:gd name="T50" fmla="*/ 75 w 173"/>
                      <a:gd name="T51" fmla="*/ 99 h 153"/>
                      <a:gd name="T52" fmla="*/ 81 w 173"/>
                      <a:gd name="T53" fmla="*/ 120 h 153"/>
                      <a:gd name="T54" fmla="*/ 89 w 173"/>
                      <a:gd name="T55" fmla="*/ 121 h 153"/>
                      <a:gd name="T56" fmla="*/ 125 w 173"/>
                      <a:gd name="T57" fmla="*/ 153 h 153"/>
                      <a:gd name="T58" fmla="*/ 138 w 173"/>
                      <a:gd name="T59" fmla="*/ 137 h 153"/>
                      <a:gd name="T60" fmla="*/ 124 w 173"/>
                      <a:gd name="T61" fmla="*/ 128 h 153"/>
                      <a:gd name="T62" fmla="*/ 125 w 173"/>
                      <a:gd name="T63" fmla="*/ 118 h 153"/>
                      <a:gd name="T64" fmla="*/ 130 w 173"/>
                      <a:gd name="T65" fmla="*/ 118 h 153"/>
                      <a:gd name="T66" fmla="*/ 139 w 173"/>
                      <a:gd name="T67" fmla="*/ 103 h 153"/>
                      <a:gd name="T68" fmla="*/ 150 w 173"/>
                      <a:gd name="T69" fmla="*/ 104 h 153"/>
                      <a:gd name="T70" fmla="*/ 150 w 173"/>
                      <a:gd name="T71" fmla="*/ 89 h 153"/>
                      <a:gd name="T72" fmla="*/ 171 w 173"/>
                      <a:gd name="T73" fmla="*/ 86 h 153"/>
                      <a:gd name="T74" fmla="*/ 159 w 173"/>
                      <a:gd name="T75" fmla="*/ 66 h 153"/>
                      <a:gd name="T76" fmla="*/ 173 w 173"/>
                      <a:gd name="T77" fmla="*/ 64 h 153"/>
                      <a:gd name="T78" fmla="*/ 162 w 173"/>
                      <a:gd name="T79" fmla="*/ 51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73" h="153">
                        <a:moveTo>
                          <a:pt x="162" y="51"/>
                        </a:moveTo>
                        <a:cubicBezTo>
                          <a:pt x="155" y="49"/>
                          <a:pt x="151" y="52"/>
                          <a:pt x="151" y="52"/>
                        </a:cubicBezTo>
                        <a:cubicBezTo>
                          <a:pt x="151" y="41"/>
                          <a:pt x="151" y="41"/>
                          <a:pt x="151" y="41"/>
                        </a:cubicBezTo>
                        <a:cubicBezTo>
                          <a:pt x="151" y="41"/>
                          <a:pt x="163" y="27"/>
                          <a:pt x="163" y="22"/>
                        </a:cubicBezTo>
                        <a:cubicBezTo>
                          <a:pt x="163" y="17"/>
                          <a:pt x="144" y="23"/>
                          <a:pt x="144" y="23"/>
                        </a:cubicBezTo>
                        <a:cubicBezTo>
                          <a:pt x="141" y="18"/>
                          <a:pt x="141" y="18"/>
                          <a:pt x="141" y="18"/>
                        </a:cubicBezTo>
                        <a:cubicBezTo>
                          <a:pt x="136" y="19"/>
                          <a:pt x="136" y="19"/>
                          <a:pt x="136" y="19"/>
                        </a:cubicBezTo>
                        <a:cubicBezTo>
                          <a:pt x="126" y="8"/>
                          <a:pt x="126" y="8"/>
                          <a:pt x="126" y="8"/>
                        </a:cubicBezTo>
                        <a:cubicBezTo>
                          <a:pt x="126" y="8"/>
                          <a:pt x="115" y="8"/>
                          <a:pt x="109" y="7"/>
                        </a:cubicBezTo>
                        <a:cubicBezTo>
                          <a:pt x="103" y="6"/>
                          <a:pt x="96" y="8"/>
                          <a:pt x="93" y="8"/>
                        </a:cubicBezTo>
                        <a:cubicBezTo>
                          <a:pt x="90" y="8"/>
                          <a:pt x="80" y="5"/>
                          <a:pt x="80" y="5"/>
                        </a:cubicBezTo>
                        <a:cubicBezTo>
                          <a:pt x="71" y="9"/>
                          <a:pt x="71" y="9"/>
                          <a:pt x="71" y="9"/>
                        </a:cubicBezTo>
                        <a:cubicBezTo>
                          <a:pt x="58" y="2"/>
                          <a:pt x="58" y="2"/>
                          <a:pt x="58" y="2"/>
                        </a:cubicBezTo>
                        <a:cubicBezTo>
                          <a:pt x="43" y="4"/>
                          <a:pt x="43" y="4"/>
                          <a:pt x="43" y="4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16" y="0"/>
                          <a:pt x="12" y="1"/>
                        </a:cubicBezTo>
                        <a:cubicBezTo>
                          <a:pt x="8" y="2"/>
                          <a:pt x="9" y="15"/>
                          <a:pt x="9" y="15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19" y="30"/>
                          <a:pt x="19" y="30"/>
                          <a:pt x="19" y="30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8" y="39"/>
                          <a:pt x="23" y="39"/>
                          <a:pt x="26" y="43"/>
                        </a:cubicBezTo>
                        <a:cubicBezTo>
                          <a:pt x="29" y="47"/>
                          <a:pt x="26" y="57"/>
                          <a:pt x="26" y="57"/>
                        </a:cubicBezTo>
                        <a:cubicBezTo>
                          <a:pt x="37" y="60"/>
                          <a:pt x="37" y="60"/>
                          <a:pt x="37" y="60"/>
                        </a:cubicBezTo>
                        <a:cubicBezTo>
                          <a:pt x="47" y="80"/>
                          <a:pt x="47" y="80"/>
                          <a:pt x="47" y="80"/>
                        </a:cubicBezTo>
                        <a:cubicBezTo>
                          <a:pt x="47" y="80"/>
                          <a:pt x="51" y="84"/>
                          <a:pt x="75" y="99"/>
                        </a:cubicBezTo>
                        <a:cubicBezTo>
                          <a:pt x="90" y="108"/>
                          <a:pt x="86" y="116"/>
                          <a:pt x="81" y="120"/>
                        </a:cubicBezTo>
                        <a:cubicBezTo>
                          <a:pt x="89" y="121"/>
                          <a:pt x="89" y="121"/>
                          <a:pt x="89" y="121"/>
                        </a:cubicBezTo>
                        <a:cubicBezTo>
                          <a:pt x="89" y="121"/>
                          <a:pt x="116" y="148"/>
                          <a:pt x="125" y="153"/>
                        </a:cubicBezTo>
                        <a:cubicBezTo>
                          <a:pt x="138" y="137"/>
                          <a:pt x="138" y="137"/>
                          <a:pt x="138" y="137"/>
                        </a:cubicBezTo>
                        <a:cubicBezTo>
                          <a:pt x="138" y="137"/>
                          <a:pt x="127" y="131"/>
                          <a:pt x="124" y="128"/>
                        </a:cubicBezTo>
                        <a:cubicBezTo>
                          <a:pt x="121" y="125"/>
                          <a:pt x="125" y="118"/>
                          <a:pt x="125" y="118"/>
                        </a:cubicBezTo>
                        <a:cubicBezTo>
                          <a:pt x="130" y="118"/>
                          <a:pt x="130" y="118"/>
                          <a:pt x="130" y="118"/>
                        </a:cubicBezTo>
                        <a:cubicBezTo>
                          <a:pt x="130" y="118"/>
                          <a:pt x="136" y="107"/>
                          <a:pt x="139" y="103"/>
                        </a:cubicBezTo>
                        <a:cubicBezTo>
                          <a:pt x="142" y="99"/>
                          <a:pt x="150" y="104"/>
                          <a:pt x="150" y="104"/>
                        </a:cubicBezTo>
                        <a:cubicBezTo>
                          <a:pt x="150" y="89"/>
                          <a:pt x="150" y="89"/>
                          <a:pt x="150" y="89"/>
                        </a:cubicBezTo>
                        <a:cubicBezTo>
                          <a:pt x="150" y="89"/>
                          <a:pt x="169" y="93"/>
                          <a:pt x="171" y="86"/>
                        </a:cubicBezTo>
                        <a:cubicBezTo>
                          <a:pt x="173" y="79"/>
                          <a:pt x="159" y="66"/>
                          <a:pt x="159" y="66"/>
                        </a:cubicBezTo>
                        <a:cubicBezTo>
                          <a:pt x="173" y="64"/>
                          <a:pt x="173" y="64"/>
                          <a:pt x="173" y="64"/>
                        </a:cubicBezTo>
                        <a:cubicBezTo>
                          <a:pt x="173" y="64"/>
                          <a:pt x="169" y="53"/>
                          <a:pt x="162" y="51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251"/>
                  <p:cNvSpPr>
                    <a:spLocks/>
                  </p:cNvSpPr>
                  <p:nvPr/>
                </p:nvSpPr>
                <p:spPr bwMode="gray">
                  <a:xfrm>
                    <a:off x="1989422" y="5268620"/>
                    <a:ext cx="292438" cy="220976"/>
                  </a:xfrm>
                  <a:custGeom>
                    <a:avLst/>
                    <a:gdLst>
                      <a:gd name="T0" fmla="*/ 232 w 246"/>
                      <a:gd name="T1" fmla="*/ 77 h 186"/>
                      <a:gd name="T2" fmla="*/ 228 w 246"/>
                      <a:gd name="T3" fmla="*/ 65 h 186"/>
                      <a:gd name="T4" fmla="*/ 226 w 246"/>
                      <a:gd name="T5" fmla="*/ 52 h 186"/>
                      <a:gd name="T6" fmla="*/ 217 w 246"/>
                      <a:gd name="T7" fmla="*/ 32 h 186"/>
                      <a:gd name="T8" fmla="*/ 183 w 246"/>
                      <a:gd name="T9" fmla="*/ 41 h 186"/>
                      <a:gd name="T10" fmla="*/ 168 w 246"/>
                      <a:gd name="T11" fmla="*/ 34 h 186"/>
                      <a:gd name="T12" fmla="*/ 139 w 246"/>
                      <a:gd name="T13" fmla="*/ 13 h 186"/>
                      <a:gd name="T14" fmla="*/ 112 w 246"/>
                      <a:gd name="T15" fmla="*/ 2 h 186"/>
                      <a:gd name="T16" fmla="*/ 93 w 246"/>
                      <a:gd name="T17" fmla="*/ 14 h 186"/>
                      <a:gd name="T18" fmla="*/ 87 w 246"/>
                      <a:gd name="T19" fmla="*/ 31 h 186"/>
                      <a:gd name="T20" fmla="*/ 70 w 246"/>
                      <a:gd name="T21" fmla="*/ 40 h 186"/>
                      <a:gd name="T22" fmla="*/ 59 w 246"/>
                      <a:gd name="T23" fmla="*/ 53 h 186"/>
                      <a:gd name="T24" fmla="*/ 40 w 246"/>
                      <a:gd name="T25" fmla="*/ 45 h 186"/>
                      <a:gd name="T26" fmla="*/ 22 w 246"/>
                      <a:gd name="T27" fmla="*/ 54 h 186"/>
                      <a:gd name="T28" fmla="*/ 14 w 246"/>
                      <a:gd name="T29" fmla="*/ 57 h 186"/>
                      <a:gd name="T30" fmla="*/ 1 w 246"/>
                      <a:gd name="T31" fmla="*/ 67 h 186"/>
                      <a:gd name="T32" fmla="*/ 31 w 246"/>
                      <a:gd name="T33" fmla="*/ 70 h 186"/>
                      <a:gd name="T34" fmla="*/ 54 w 246"/>
                      <a:gd name="T35" fmla="*/ 87 h 186"/>
                      <a:gd name="T36" fmla="*/ 68 w 246"/>
                      <a:gd name="T37" fmla="*/ 123 h 186"/>
                      <a:gd name="T38" fmla="*/ 98 w 246"/>
                      <a:gd name="T39" fmla="*/ 161 h 186"/>
                      <a:gd name="T40" fmla="*/ 146 w 246"/>
                      <a:gd name="T41" fmla="*/ 171 h 186"/>
                      <a:gd name="T42" fmla="*/ 165 w 246"/>
                      <a:gd name="T43" fmla="*/ 186 h 186"/>
                      <a:gd name="T44" fmla="*/ 131 w 246"/>
                      <a:gd name="T45" fmla="*/ 146 h 186"/>
                      <a:gd name="T46" fmla="*/ 110 w 246"/>
                      <a:gd name="T47" fmla="*/ 123 h 186"/>
                      <a:gd name="T48" fmla="*/ 102 w 246"/>
                      <a:gd name="T49" fmla="*/ 105 h 186"/>
                      <a:gd name="T50" fmla="*/ 91 w 246"/>
                      <a:gd name="T51" fmla="*/ 93 h 186"/>
                      <a:gd name="T52" fmla="*/ 93 w 246"/>
                      <a:gd name="T53" fmla="*/ 81 h 186"/>
                      <a:gd name="T54" fmla="*/ 112 w 246"/>
                      <a:gd name="T55" fmla="*/ 74 h 186"/>
                      <a:gd name="T56" fmla="*/ 142 w 246"/>
                      <a:gd name="T57" fmla="*/ 68 h 186"/>
                      <a:gd name="T58" fmla="*/ 164 w 246"/>
                      <a:gd name="T59" fmla="*/ 71 h 186"/>
                      <a:gd name="T60" fmla="*/ 193 w 246"/>
                      <a:gd name="T61" fmla="*/ 73 h 186"/>
                      <a:gd name="T62" fmla="*/ 220 w 246"/>
                      <a:gd name="T63" fmla="*/ 8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46" h="186">
                        <a:moveTo>
                          <a:pt x="230" y="84"/>
                        </a:moveTo>
                        <a:cubicBezTo>
                          <a:pt x="232" y="77"/>
                          <a:pt x="232" y="77"/>
                          <a:pt x="232" y="77"/>
                        </a:cubicBezTo>
                        <a:cubicBezTo>
                          <a:pt x="232" y="77"/>
                          <a:pt x="246" y="74"/>
                          <a:pt x="245" y="71"/>
                        </a:cubicBezTo>
                        <a:cubicBezTo>
                          <a:pt x="244" y="68"/>
                          <a:pt x="228" y="65"/>
                          <a:pt x="228" y="65"/>
                        </a:cubicBezTo>
                        <a:cubicBezTo>
                          <a:pt x="231" y="53"/>
                          <a:pt x="231" y="53"/>
                          <a:pt x="231" y="53"/>
                        </a:cubicBezTo>
                        <a:cubicBezTo>
                          <a:pt x="226" y="52"/>
                          <a:pt x="226" y="52"/>
                          <a:pt x="226" y="52"/>
                        </a:cubicBezTo>
                        <a:cubicBezTo>
                          <a:pt x="222" y="34"/>
                          <a:pt x="222" y="34"/>
                          <a:pt x="222" y="34"/>
                        </a:cubicBezTo>
                        <a:cubicBezTo>
                          <a:pt x="217" y="32"/>
                          <a:pt x="217" y="32"/>
                          <a:pt x="217" y="32"/>
                        </a:cubicBezTo>
                        <a:cubicBezTo>
                          <a:pt x="211" y="38"/>
                          <a:pt x="211" y="38"/>
                          <a:pt x="211" y="38"/>
                        </a:cubicBezTo>
                        <a:cubicBezTo>
                          <a:pt x="183" y="41"/>
                          <a:pt x="183" y="41"/>
                          <a:pt x="183" y="41"/>
                        </a:cubicBezTo>
                        <a:cubicBezTo>
                          <a:pt x="180" y="34"/>
                          <a:pt x="180" y="34"/>
                          <a:pt x="180" y="34"/>
                        </a:cubicBezTo>
                        <a:cubicBezTo>
                          <a:pt x="168" y="34"/>
                          <a:pt x="168" y="34"/>
                          <a:pt x="168" y="34"/>
                        </a:cubicBezTo>
                        <a:cubicBezTo>
                          <a:pt x="159" y="30"/>
                          <a:pt x="159" y="30"/>
                          <a:pt x="159" y="30"/>
                        </a:cubicBezTo>
                        <a:cubicBezTo>
                          <a:pt x="159" y="30"/>
                          <a:pt x="141" y="16"/>
                          <a:pt x="139" y="13"/>
                        </a:cubicBezTo>
                        <a:cubicBezTo>
                          <a:pt x="137" y="10"/>
                          <a:pt x="125" y="0"/>
                          <a:pt x="125" y="0"/>
                        </a:cubicBezTo>
                        <a:cubicBezTo>
                          <a:pt x="112" y="2"/>
                          <a:pt x="112" y="2"/>
                          <a:pt x="112" y="2"/>
                        </a:cubicBezTo>
                        <a:cubicBezTo>
                          <a:pt x="112" y="2"/>
                          <a:pt x="115" y="6"/>
                          <a:pt x="109" y="10"/>
                        </a:cubicBezTo>
                        <a:cubicBezTo>
                          <a:pt x="103" y="14"/>
                          <a:pt x="93" y="14"/>
                          <a:pt x="93" y="14"/>
                        </a:cubicBezTo>
                        <a:cubicBezTo>
                          <a:pt x="93" y="14"/>
                          <a:pt x="84" y="14"/>
                          <a:pt x="84" y="18"/>
                        </a:cubicBezTo>
                        <a:cubicBezTo>
                          <a:pt x="84" y="22"/>
                          <a:pt x="87" y="31"/>
                          <a:pt x="87" y="31"/>
                        </a:cubicBezTo>
                        <a:cubicBezTo>
                          <a:pt x="80" y="39"/>
                          <a:pt x="80" y="39"/>
                          <a:pt x="80" y="39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0"/>
                          <a:pt x="74" y="51"/>
                          <a:pt x="69" y="53"/>
                        </a:cubicBezTo>
                        <a:cubicBezTo>
                          <a:pt x="64" y="55"/>
                          <a:pt x="59" y="53"/>
                          <a:pt x="59" y="53"/>
                        </a:cubicBezTo>
                        <a:cubicBezTo>
                          <a:pt x="59" y="53"/>
                          <a:pt x="52" y="54"/>
                          <a:pt x="46" y="53"/>
                        </a:cubicBezTo>
                        <a:cubicBezTo>
                          <a:pt x="40" y="52"/>
                          <a:pt x="40" y="45"/>
                          <a:pt x="40" y="45"/>
                        </a:cubicBezTo>
                        <a:cubicBezTo>
                          <a:pt x="34" y="53"/>
                          <a:pt x="34" y="53"/>
                          <a:pt x="34" y="53"/>
                        </a:cubicBezTo>
                        <a:cubicBezTo>
                          <a:pt x="22" y="54"/>
                          <a:pt x="22" y="54"/>
                          <a:pt x="22" y="54"/>
                        </a:cubicBezTo>
                        <a:cubicBezTo>
                          <a:pt x="16" y="48"/>
                          <a:pt x="16" y="48"/>
                          <a:pt x="16" y="48"/>
                        </a:cubicBezTo>
                        <a:cubicBezTo>
                          <a:pt x="14" y="57"/>
                          <a:pt x="14" y="57"/>
                          <a:pt x="14" y="57"/>
                        </a:cubicBezTo>
                        <a:cubicBezTo>
                          <a:pt x="5" y="58"/>
                          <a:pt x="5" y="58"/>
                          <a:pt x="5" y="58"/>
                        </a:cubicBezTo>
                        <a:cubicBezTo>
                          <a:pt x="3" y="62"/>
                          <a:pt x="1" y="67"/>
                          <a:pt x="1" y="67"/>
                        </a:cubicBezTo>
                        <a:cubicBezTo>
                          <a:pt x="1" y="67"/>
                          <a:pt x="0" y="97"/>
                          <a:pt x="8" y="88"/>
                        </a:cubicBezTo>
                        <a:cubicBezTo>
                          <a:pt x="16" y="79"/>
                          <a:pt x="27" y="64"/>
                          <a:pt x="31" y="70"/>
                        </a:cubicBezTo>
                        <a:cubicBezTo>
                          <a:pt x="35" y="76"/>
                          <a:pt x="35" y="91"/>
                          <a:pt x="35" y="91"/>
                        </a:cubicBezTo>
                        <a:cubicBezTo>
                          <a:pt x="54" y="87"/>
                          <a:pt x="54" y="87"/>
                          <a:pt x="54" y="87"/>
                        </a:cubicBezTo>
                        <a:cubicBezTo>
                          <a:pt x="54" y="87"/>
                          <a:pt x="48" y="107"/>
                          <a:pt x="60" y="111"/>
                        </a:cubicBezTo>
                        <a:cubicBezTo>
                          <a:pt x="72" y="115"/>
                          <a:pt x="68" y="123"/>
                          <a:pt x="68" y="123"/>
                        </a:cubicBezTo>
                        <a:cubicBezTo>
                          <a:pt x="97" y="144"/>
                          <a:pt x="97" y="144"/>
                          <a:pt x="97" y="144"/>
                        </a:cubicBezTo>
                        <a:cubicBezTo>
                          <a:pt x="98" y="161"/>
                          <a:pt x="98" y="161"/>
                          <a:pt x="98" y="161"/>
                        </a:cubicBezTo>
                        <a:cubicBezTo>
                          <a:pt x="125" y="162"/>
                          <a:pt x="125" y="162"/>
                          <a:pt x="125" y="162"/>
                        </a:cubicBezTo>
                        <a:cubicBezTo>
                          <a:pt x="125" y="162"/>
                          <a:pt x="142" y="163"/>
                          <a:pt x="146" y="171"/>
                        </a:cubicBezTo>
                        <a:cubicBezTo>
                          <a:pt x="146" y="171"/>
                          <a:pt x="142" y="180"/>
                          <a:pt x="148" y="184"/>
                        </a:cubicBezTo>
                        <a:cubicBezTo>
                          <a:pt x="165" y="186"/>
                          <a:pt x="165" y="186"/>
                          <a:pt x="165" y="186"/>
                        </a:cubicBezTo>
                        <a:cubicBezTo>
                          <a:pt x="170" y="182"/>
                          <a:pt x="174" y="174"/>
                          <a:pt x="159" y="165"/>
                        </a:cubicBezTo>
                        <a:cubicBezTo>
                          <a:pt x="135" y="150"/>
                          <a:pt x="131" y="146"/>
                          <a:pt x="131" y="146"/>
                        </a:cubicBezTo>
                        <a:cubicBezTo>
                          <a:pt x="121" y="126"/>
                          <a:pt x="121" y="126"/>
                          <a:pt x="121" y="126"/>
                        </a:cubicBezTo>
                        <a:cubicBezTo>
                          <a:pt x="110" y="123"/>
                          <a:pt x="110" y="123"/>
                          <a:pt x="110" y="123"/>
                        </a:cubicBezTo>
                        <a:cubicBezTo>
                          <a:pt x="110" y="123"/>
                          <a:pt x="113" y="113"/>
                          <a:pt x="110" y="109"/>
                        </a:cubicBezTo>
                        <a:cubicBezTo>
                          <a:pt x="107" y="105"/>
                          <a:pt x="102" y="105"/>
                          <a:pt x="102" y="105"/>
                        </a:cubicBezTo>
                        <a:cubicBezTo>
                          <a:pt x="103" y="96"/>
                          <a:pt x="103" y="96"/>
                          <a:pt x="103" y="96"/>
                        </a:cubicBezTo>
                        <a:cubicBezTo>
                          <a:pt x="91" y="93"/>
                          <a:pt x="91" y="93"/>
                          <a:pt x="91" y="93"/>
                        </a:cubicBezTo>
                        <a:cubicBezTo>
                          <a:pt x="84" y="86"/>
                          <a:pt x="84" y="86"/>
                          <a:pt x="84" y="86"/>
                        </a:cubicBezTo>
                        <a:cubicBezTo>
                          <a:pt x="93" y="81"/>
                          <a:pt x="93" y="81"/>
                          <a:pt x="93" y="81"/>
                        </a:cubicBezTo>
                        <a:cubicBezTo>
                          <a:pt x="93" y="81"/>
                          <a:pt x="92" y="68"/>
                          <a:pt x="96" y="67"/>
                        </a:cubicBezTo>
                        <a:cubicBezTo>
                          <a:pt x="100" y="66"/>
                          <a:pt x="112" y="74"/>
                          <a:pt x="112" y="74"/>
                        </a:cubicBezTo>
                        <a:cubicBezTo>
                          <a:pt x="127" y="70"/>
                          <a:pt x="127" y="70"/>
                          <a:pt x="127" y="70"/>
                        </a:cubicBezTo>
                        <a:cubicBezTo>
                          <a:pt x="142" y="68"/>
                          <a:pt x="142" y="68"/>
                          <a:pt x="142" y="68"/>
                        </a:cubicBezTo>
                        <a:cubicBezTo>
                          <a:pt x="155" y="75"/>
                          <a:pt x="155" y="75"/>
                          <a:pt x="155" y="75"/>
                        </a:cubicBezTo>
                        <a:cubicBezTo>
                          <a:pt x="164" y="71"/>
                          <a:pt x="164" y="71"/>
                          <a:pt x="164" y="71"/>
                        </a:cubicBezTo>
                        <a:cubicBezTo>
                          <a:pt x="164" y="71"/>
                          <a:pt x="174" y="74"/>
                          <a:pt x="177" y="74"/>
                        </a:cubicBezTo>
                        <a:cubicBezTo>
                          <a:pt x="180" y="74"/>
                          <a:pt x="187" y="72"/>
                          <a:pt x="193" y="73"/>
                        </a:cubicBezTo>
                        <a:cubicBezTo>
                          <a:pt x="199" y="74"/>
                          <a:pt x="210" y="74"/>
                          <a:pt x="210" y="74"/>
                        </a:cubicBezTo>
                        <a:cubicBezTo>
                          <a:pt x="220" y="85"/>
                          <a:pt x="220" y="85"/>
                          <a:pt x="220" y="85"/>
                        </a:cubicBezTo>
                        <a:lnTo>
                          <a:pt x="230" y="84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6" name="Freeform 252"/>
                  <p:cNvSpPr>
                    <a:spLocks/>
                  </p:cNvSpPr>
                  <p:nvPr/>
                </p:nvSpPr>
                <p:spPr bwMode="gray">
                  <a:xfrm>
                    <a:off x="1973819" y="5242449"/>
                    <a:ext cx="164086" cy="95135"/>
                  </a:xfrm>
                  <a:custGeom>
                    <a:avLst/>
                    <a:gdLst>
                      <a:gd name="T0" fmla="*/ 18 w 138"/>
                      <a:gd name="T1" fmla="*/ 80 h 80"/>
                      <a:gd name="T2" fmla="*/ 27 w 138"/>
                      <a:gd name="T3" fmla="*/ 79 h 80"/>
                      <a:gd name="T4" fmla="*/ 29 w 138"/>
                      <a:gd name="T5" fmla="*/ 70 h 80"/>
                      <a:gd name="T6" fmla="*/ 35 w 138"/>
                      <a:gd name="T7" fmla="*/ 76 h 80"/>
                      <a:gd name="T8" fmla="*/ 47 w 138"/>
                      <a:gd name="T9" fmla="*/ 75 h 80"/>
                      <a:gd name="T10" fmla="*/ 53 w 138"/>
                      <a:gd name="T11" fmla="*/ 67 h 80"/>
                      <a:gd name="T12" fmla="*/ 59 w 138"/>
                      <a:gd name="T13" fmla="*/ 75 h 80"/>
                      <a:gd name="T14" fmla="*/ 72 w 138"/>
                      <a:gd name="T15" fmla="*/ 75 h 80"/>
                      <a:gd name="T16" fmla="*/ 82 w 138"/>
                      <a:gd name="T17" fmla="*/ 75 h 80"/>
                      <a:gd name="T18" fmla="*/ 83 w 138"/>
                      <a:gd name="T19" fmla="*/ 62 h 80"/>
                      <a:gd name="T20" fmla="*/ 93 w 138"/>
                      <a:gd name="T21" fmla="*/ 61 h 80"/>
                      <a:gd name="T22" fmla="*/ 100 w 138"/>
                      <a:gd name="T23" fmla="*/ 53 h 80"/>
                      <a:gd name="T24" fmla="*/ 97 w 138"/>
                      <a:gd name="T25" fmla="*/ 40 h 80"/>
                      <a:gd name="T26" fmla="*/ 106 w 138"/>
                      <a:gd name="T27" fmla="*/ 36 h 80"/>
                      <a:gd name="T28" fmla="*/ 122 w 138"/>
                      <a:gd name="T29" fmla="*/ 32 h 80"/>
                      <a:gd name="T30" fmla="*/ 125 w 138"/>
                      <a:gd name="T31" fmla="*/ 24 h 80"/>
                      <a:gd name="T32" fmla="*/ 138 w 138"/>
                      <a:gd name="T33" fmla="*/ 22 h 80"/>
                      <a:gd name="T34" fmla="*/ 128 w 138"/>
                      <a:gd name="T35" fmla="*/ 15 h 80"/>
                      <a:gd name="T36" fmla="*/ 125 w 138"/>
                      <a:gd name="T37" fmla="*/ 5 h 80"/>
                      <a:gd name="T38" fmla="*/ 118 w 138"/>
                      <a:gd name="T39" fmla="*/ 0 h 80"/>
                      <a:gd name="T40" fmla="*/ 115 w 138"/>
                      <a:gd name="T41" fmla="*/ 8 h 80"/>
                      <a:gd name="T42" fmla="*/ 113 w 138"/>
                      <a:gd name="T43" fmla="*/ 20 h 80"/>
                      <a:gd name="T44" fmla="*/ 97 w 138"/>
                      <a:gd name="T45" fmla="*/ 15 h 80"/>
                      <a:gd name="T46" fmla="*/ 90 w 138"/>
                      <a:gd name="T47" fmla="*/ 19 h 80"/>
                      <a:gd name="T48" fmla="*/ 57 w 138"/>
                      <a:gd name="T49" fmla="*/ 18 h 80"/>
                      <a:gd name="T50" fmla="*/ 50 w 138"/>
                      <a:gd name="T51" fmla="*/ 27 h 80"/>
                      <a:gd name="T52" fmla="*/ 35 w 138"/>
                      <a:gd name="T53" fmla="*/ 25 h 80"/>
                      <a:gd name="T54" fmla="*/ 26 w 138"/>
                      <a:gd name="T55" fmla="*/ 21 h 80"/>
                      <a:gd name="T56" fmla="*/ 14 w 138"/>
                      <a:gd name="T57" fmla="*/ 25 h 80"/>
                      <a:gd name="T58" fmla="*/ 5 w 138"/>
                      <a:gd name="T59" fmla="*/ 25 h 80"/>
                      <a:gd name="T60" fmla="*/ 0 w 138"/>
                      <a:gd name="T61" fmla="*/ 34 h 80"/>
                      <a:gd name="T62" fmla="*/ 8 w 138"/>
                      <a:gd name="T63" fmla="*/ 37 h 80"/>
                      <a:gd name="T64" fmla="*/ 3 w 138"/>
                      <a:gd name="T65" fmla="*/ 62 h 80"/>
                      <a:gd name="T66" fmla="*/ 23 w 138"/>
                      <a:gd name="T67" fmla="*/ 70 h 80"/>
                      <a:gd name="T68" fmla="*/ 18 w 138"/>
                      <a:gd name="T69" fmla="*/ 80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38" h="80">
                        <a:moveTo>
                          <a:pt x="18" y="80"/>
                        </a:moveTo>
                        <a:cubicBezTo>
                          <a:pt x="27" y="79"/>
                          <a:pt x="27" y="79"/>
                          <a:pt x="27" y="79"/>
                        </a:cubicBezTo>
                        <a:cubicBezTo>
                          <a:pt x="29" y="70"/>
                          <a:pt x="29" y="70"/>
                          <a:pt x="29" y="70"/>
                        </a:cubicBezTo>
                        <a:cubicBezTo>
                          <a:pt x="35" y="76"/>
                          <a:pt x="35" y="76"/>
                          <a:pt x="35" y="76"/>
                        </a:cubicBezTo>
                        <a:cubicBezTo>
                          <a:pt x="47" y="75"/>
                          <a:pt x="47" y="75"/>
                          <a:pt x="47" y="75"/>
                        </a:cubicBezTo>
                        <a:cubicBezTo>
                          <a:pt x="53" y="67"/>
                          <a:pt x="53" y="67"/>
                          <a:pt x="53" y="67"/>
                        </a:cubicBezTo>
                        <a:cubicBezTo>
                          <a:pt x="53" y="67"/>
                          <a:pt x="53" y="74"/>
                          <a:pt x="59" y="75"/>
                        </a:cubicBezTo>
                        <a:cubicBezTo>
                          <a:pt x="65" y="76"/>
                          <a:pt x="72" y="75"/>
                          <a:pt x="72" y="75"/>
                        </a:cubicBezTo>
                        <a:cubicBezTo>
                          <a:pt x="72" y="75"/>
                          <a:pt x="77" y="77"/>
                          <a:pt x="82" y="75"/>
                        </a:cubicBezTo>
                        <a:cubicBezTo>
                          <a:pt x="87" y="73"/>
                          <a:pt x="83" y="62"/>
                          <a:pt x="83" y="62"/>
                        </a:cubicBezTo>
                        <a:cubicBezTo>
                          <a:pt x="93" y="61"/>
                          <a:pt x="93" y="61"/>
                          <a:pt x="93" y="61"/>
                        </a:cubicBezTo>
                        <a:cubicBezTo>
                          <a:pt x="100" y="53"/>
                          <a:pt x="100" y="53"/>
                          <a:pt x="100" y="53"/>
                        </a:cubicBezTo>
                        <a:cubicBezTo>
                          <a:pt x="100" y="53"/>
                          <a:pt x="97" y="44"/>
                          <a:pt x="97" y="40"/>
                        </a:cubicBezTo>
                        <a:cubicBezTo>
                          <a:pt x="97" y="36"/>
                          <a:pt x="106" y="36"/>
                          <a:pt x="106" y="36"/>
                        </a:cubicBezTo>
                        <a:cubicBezTo>
                          <a:pt x="106" y="36"/>
                          <a:pt x="116" y="36"/>
                          <a:pt x="122" y="32"/>
                        </a:cubicBezTo>
                        <a:cubicBezTo>
                          <a:pt x="128" y="28"/>
                          <a:pt x="125" y="24"/>
                          <a:pt x="125" y="24"/>
                        </a:cubicBezTo>
                        <a:cubicBezTo>
                          <a:pt x="138" y="22"/>
                          <a:pt x="138" y="22"/>
                          <a:pt x="138" y="22"/>
                        </a:cubicBezTo>
                        <a:cubicBezTo>
                          <a:pt x="128" y="15"/>
                          <a:pt x="128" y="15"/>
                          <a:pt x="128" y="15"/>
                        </a:cubicBezTo>
                        <a:cubicBezTo>
                          <a:pt x="125" y="5"/>
                          <a:pt x="125" y="5"/>
                          <a:pt x="125" y="5"/>
                        </a:cubicBezTo>
                        <a:cubicBezTo>
                          <a:pt x="118" y="0"/>
                          <a:pt x="118" y="0"/>
                          <a:pt x="118" y="0"/>
                        </a:cubicBezTo>
                        <a:cubicBezTo>
                          <a:pt x="115" y="8"/>
                          <a:pt x="115" y="8"/>
                          <a:pt x="115" y="8"/>
                        </a:cubicBezTo>
                        <a:cubicBezTo>
                          <a:pt x="113" y="20"/>
                          <a:pt x="113" y="20"/>
                          <a:pt x="113" y="20"/>
                        </a:cubicBezTo>
                        <a:cubicBezTo>
                          <a:pt x="97" y="15"/>
                          <a:pt x="97" y="15"/>
                          <a:pt x="97" y="15"/>
                        </a:cubicBezTo>
                        <a:cubicBezTo>
                          <a:pt x="90" y="19"/>
                          <a:pt x="90" y="19"/>
                          <a:pt x="90" y="19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7" y="18"/>
                          <a:pt x="57" y="27"/>
                          <a:pt x="50" y="27"/>
                        </a:cubicBezTo>
                        <a:cubicBezTo>
                          <a:pt x="43" y="27"/>
                          <a:pt x="35" y="25"/>
                          <a:pt x="35" y="25"/>
                        </a:cubicBezTo>
                        <a:cubicBezTo>
                          <a:pt x="35" y="25"/>
                          <a:pt x="29" y="21"/>
                          <a:pt x="26" y="21"/>
                        </a:cubicBezTo>
                        <a:cubicBezTo>
                          <a:pt x="23" y="21"/>
                          <a:pt x="14" y="25"/>
                          <a:pt x="14" y="25"/>
                        </a:cubicBezTo>
                        <a:cubicBezTo>
                          <a:pt x="5" y="25"/>
                          <a:pt x="5" y="25"/>
                          <a:pt x="5" y="25"/>
                        </a:cubicBezTo>
                        <a:cubicBezTo>
                          <a:pt x="4" y="30"/>
                          <a:pt x="0" y="34"/>
                          <a:pt x="0" y="34"/>
                        </a:cubicBezTo>
                        <a:cubicBezTo>
                          <a:pt x="8" y="37"/>
                          <a:pt x="8" y="37"/>
                          <a:pt x="8" y="37"/>
                        </a:cubicBezTo>
                        <a:cubicBezTo>
                          <a:pt x="3" y="62"/>
                          <a:pt x="3" y="62"/>
                          <a:pt x="3" y="62"/>
                        </a:cubicBezTo>
                        <a:cubicBezTo>
                          <a:pt x="3" y="62"/>
                          <a:pt x="26" y="66"/>
                          <a:pt x="23" y="70"/>
                        </a:cubicBezTo>
                        <a:cubicBezTo>
                          <a:pt x="22" y="72"/>
                          <a:pt x="20" y="76"/>
                          <a:pt x="18" y="80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253"/>
                  <p:cNvSpPr>
                    <a:spLocks/>
                  </p:cNvSpPr>
                  <p:nvPr/>
                </p:nvSpPr>
                <p:spPr bwMode="gray">
                  <a:xfrm>
                    <a:off x="2143945" y="5078353"/>
                    <a:ext cx="284383" cy="116779"/>
                  </a:xfrm>
                  <a:custGeom>
                    <a:avLst/>
                    <a:gdLst>
                      <a:gd name="T0" fmla="*/ 233 w 239"/>
                      <a:gd name="T1" fmla="*/ 23 h 98"/>
                      <a:gd name="T2" fmla="*/ 214 w 239"/>
                      <a:gd name="T3" fmla="*/ 19 h 98"/>
                      <a:gd name="T4" fmla="*/ 194 w 239"/>
                      <a:gd name="T5" fmla="*/ 6 h 98"/>
                      <a:gd name="T6" fmla="*/ 170 w 239"/>
                      <a:gd name="T7" fmla="*/ 14 h 98"/>
                      <a:gd name="T8" fmla="*/ 159 w 239"/>
                      <a:gd name="T9" fmla="*/ 10 h 98"/>
                      <a:gd name="T10" fmla="*/ 140 w 239"/>
                      <a:gd name="T11" fmla="*/ 9 h 98"/>
                      <a:gd name="T12" fmla="*/ 132 w 239"/>
                      <a:gd name="T13" fmla="*/ 18 h 98"/>
                      <a:gd name="T14" fmla="*/ 126 w 239"/>
                      <a:gd name="T15" fmla="*/ 11 h 98"/>
                      <a:gd name="T16" fmla="*/ 119 w 239"/>
                      <a:gd name="T17" fmla="*/ 11 h 98"/>
                      <a:gd name="T18" fmla="*/ 111 w 239"/>
                      <a:gd name="T19" fmla="*/ 2 h 98"/>
                      <a:gd name="T20" fmla="*/ 91 w 239"/>
                      <a:gd name="T21" fmla="*/ 8 h 98"/>
                      <a:gd name="T22" fmla="*/ 83 w 239"/>
                      <a:gd name="T23" fmla="*/ 2 h 98"/>
                      <a:gd name="T24" fmla="*/ 72 w 239"/>
                      <a:gd name="T25" fmla="*/ 9 h 98"/>
                      <a:gd name="T26" fmla="*/ 58 w 239"/>
                      <a:gd name="T27" fmla="*/ 15 h 98"/>
                      <a:gd name="T28" fmla="*/ 58 w 239"/>
                      <a:gd name="T29" fmla="*/ 28 h 98"/>
                      <a:gd name="T30" fmla="*/ 36 w 239"/>
                      <a:gd name="T31" fmla="*/ 40 h 98"/>
                      <a:gd name="T32" fmla="*/ 24 w 239"/>
                      <a:gd name="T33" fmla="*/ 39 h 98"/>
                      <a:gd name="T34" fmla="*/ 12 w 239"/>
                      <a:gd name="T35" fmla="*/ 41 h 98"/>
                      <a:gd name="T36" fmla="*/ 3 w 239"/>
                      <a:gd name="T37" fmla="*/ 46 h 98"/>
                      <a:gd name="T38" fmla="*/ 1 w 239"/>
                      <a:gd name="T39" fmla="*/ 60 h 98"/>
                      <a:gd name="T40" fmla="*/ 0 w 239"/>
                      <a:gd name="T41" fmla="*/ 70 h 98"/>
                      <a:gd name="T42" fmla="*/ 7 w 239"/>
                      <a:gd name="T43" fmla="*/ 75 h 98"/>
                      <a:gd name="T44" fmla="*/ 7 w 239"/>
                      <a:gd name="T45" fmla="*/ 87 h 98"/>
                      <a:gd name="T46" fmla="*/ 7 w 239"/>
                      <a:gd name="T47" fmla="*/ 87 h 98"/>
                      <a:gd name="T48" fmla="*/ 13 w 239"/>
                      <a:gd name="T49" fmla="*/ 92 h 98"/>
                      <a:gd name="T50" fmla="*/ 20 w 239"/>
                      <a:gd name="T51" fmla="*/ 81 h 98"/>
                      <a:gd name="T52" fmla="*/ 40 w 239"/>
                      <a:gd name="T53" fmla="*/ 97 h 98"/>
                      <a:gd name="T54" fmla="*/ 81 w 239"/>
                      <a:gd name="T55" fmla="*/ 94 h 98"/>
                      <a:gd name="T56" fmla="*/ 87 w 239"/>
                      <a:gd name="T57" fmla="*/ 78 h 98"/>
                      <a:gd name="T58" fmla="*/ 111 w 239"/>
                      <a:gd name="T59" fmla="*/ 81 h 98"/>
                      <a:gd name="T60" fmla="*/ 118 w 239"/>
                      <a:gd name="T61" fmla="*/ 73 h 98"/>
                      <a:gd name="T62" fmla="*/ 144 w 239"/>
                      <a:gd name="T63" fmla="*/ 69 h 98"/>
                      <a:gd name="T64" fmla="*/ 155 w 239"/>
                      <a:gd name="T65" fmla="*/ 53 h 98"/>
                      <a:gd name="T66" fmla="*/ 171 w 239"/>
                      <a:gd name="T67" fmla="*/ 53 h 98"/>
                      <a:gd name="T68" fmla="*/ 174 w 239"/>
                      <a:gd name="T69" fmla="*/ 63 h 98"/>
                      <a:gd name="T70" fmla="*/ 183 w 239"/>
                      <a:gd name="T71" fmla="*/ 64 h 98"/>
                      <a:gd name="T72" fmla="*/ 188 w 239"/>
                      <a:gd name="T73" fmla="*/ 53 h 98"/>
                      <a:gd name="T74" fmla="*/ 194 w 239"/>
                      <a:gd name="T75" fmla="*/ 63 h 98"/>
                      <a:gd name="T76" fmla="*/ 223 w 239"/>
                      <a:gd name="T77" fmla="*/ 59 h 98"/>
                      <a:gd name="T78" fmla="*/ 223 w 239"/>
                      <a:gd name="T79" fmla="*/ 59 h 98"/>
                      <a:gd name="T80" fmla="*/ 224 w 239"/>
                      <a:gd name="T81" fmla="*/ 51 h 98"/>
                      <a:gd name="T82" fmla="*/ 234 w 239"/>
                      <a:gd name="T83" fmla="*/ 43 h 98"/>
                      <a:gd name="T84" fmla="*/ 237 w 239"/>
                      <a:gd name="T85" fmla="*/ 30 h 98"/>
                      <a:gd name="T86" fmla="*/ 233 w 239"/>
                      <a:gd name="T87" fmla="*/ 23 h 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239" h="98">
                        <a:moveTo>
                          <a:pt x="233" y="23"/>
                        </a:moveTo>
                        <a:cubicBezTo>
                          <a:pt x="227" y="23"/>
                          <a:pt x="221" y="25"/>
                          <a:pt x="214" y="19"/>
                        </a:cubicBezTo>
                        <a:cubicBezTo>
                          <a:pt x="207" y="13"/>
                          <a:pt x="208" y="6"/>
                          <a:pt x="194" y="6"/>
                        </a:cubicBezTo>
                        <a:cubicBezTo>
                          <a:pt x="180" y="6"/>
                          <a:pt x="175" y="14"/>
                          <a:pt x="170" y="14"/>
                        </a:cubicBezTo>
                        <a:cubicBezTo>
                          <a:pt x="165" y="14"/>
                          <a:pt x="159" y="10"/>
                          <a:pt x="159" y="10"/>
                        </a:cubicBezTo>
                        <a:cubicBezTo>
                          <a:pt x="140" y="9"/>
                          <a:pt x="140" y="9"/>
                          <a:pt x="140" y="9"/>
                        </a:cubicBezTo>
                        <a:cubicBezTo>
                          <a:pt x="140" y="9"/>
                          <a:pt x="141" y="18"/>
                          <a:pt x="132" y="18"/>
                        </a:cubicBezTo>
                        <a:cubicBezTo>
                          <a:pt x="123" y="18"/>
                          <a:pt x="126" y="11"/>
                          <a:pt x="126" y="11"/>
                        </a:cubicBezTo>
                        <a:cubicBezTo>
                          <a:pt x="119" y="11"/>
                          <a:pt x="119" y="11"/>
                          <a:pt x="119" y="11"/>
                        </a:cubicBezTo>
                        <a:cubicBezTo>
                          <a:pt x="119" y="11"/>
                          <a:pt x="118" y="4"/>
                          <a:pt x="111" y="2"/>
                        </a:cubicBezTo>
                        <a:cubicBezTo>
                          <a:pt x="104" y="0"/>
                          <a:pt x="94" y="8"/>
                          <a:pt x="91" y="8"/>
                        </a:cubicBezTo>
                        <a:cubicBezTo>
                          <a:pt x="89" y="8"/>
                          <a:pt x="86" y="5"/>
                          <a:pt x="83" y="2"/>
                        </a:cubicBezTo>
                        <a:cubicBezTo>
                          <a:pt x="72" y="9"/>
                          <a:pt x="72" y="9"/>
                          <a:pt x="72" y="9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28"/>
                          <a:pt x="58" y="28"/>
                          <a:pt x="58" y="28"/>
                        </a:cubicBezTo>
                        <a:cubicBezTo>
                          <a:pt x="58" y="28"/>
                          <a:pt x="43" y="35"/>
                          <a:pt x="36" y="40"/>
                        </a:cubicBezTo>
                        <a:cubicBezTo>
                          <a:pt x="31" y="43"/>
                          <a:pt x="25" y="41"/>
                          <a:pt x="24" y="39"/>
                        </a:cubicBezTo>
                        <a:cubicBezTo>
                          <a:pt x="21" y="40"/>
                          <a:pt x="15" y="40"/>
                          <a:pt x="12" y="41"/>
                        </a:cubicBezTo>
                        <a:cubicBezTo>
                          <a:pt x="8" y="42"/>
                          <a:pt x="3" y="46"/>
                          <a:pt x="3" y="46"/>
                        </a:cubicBezTo>
                        <a:cubicBezTo>
                          <a:pt x="1" y="60"/>
                          <a:pt x="1" y="60"/>
                          <a:pt x="1" y="60"/>
                        </a:cubicBezTo>
                        <a:cubicBezTo>
                          <a:pt x="0" y="70"/>
                          <a:pt x="0" y="70"/>
                          <a:pt x="0" y="70"/>
                        </a:cubicBezTo>
                        <a:cubicBezTo>
                          <a:pt x="0" y="70"/>
                          <a:pt x="6" y="69"/>
                          <a:pt x="7" y="75"/>
                        </a:cubicBezTo>
                        <a:cubicBezTo>
                          <a:pt x="7" y="78"/>
                          <a:pt x="7" y="83"/>
                          <a:pt x="7" y="87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13" y="92"/>
                          <a:pt x="13" y="92"/>
                          <a:pt x="13" y="92"/>
                        </a:cubicBezTo>
                        <a:cubicBezTo>
                          <a:pt x="20" y="81"/>
                          <a:pt x="20" y="81"/>
                          <a:pt x="20" y="81"/>
                        </a:cubicBezTo>
                        <a:cubicBezTo>
                          <a:pt x="20" y="81"/>
                          <a:pt x="23" y="98"/>
                          <a:pt x="40" y="97"/>
                        </a:cubicBezTo>
                        <a:cubicBezTo>
                          <a:pt x="57" y="96"/>
                          <a:pt x="81" y="94"/>
                          <a:pt x="81" y="94"/>
                        </a:cubicBezTo>
                        <a:cubicBezTo>
                          <a:pt x="87" y="78"/>
                          <a:pt x="87" y="78"/>
                          <a:pt x="87" y="78"/>
                        </a:cubicBezTo>
                        <a:cubicBezTo>
                          <a:pt x="111" y="81"/>
                          <a:pt x="111" y="81"/>
                          <a:pt x="111" y="81"/>
                        </a:cubicBezTo>
                        <a:cubicBezTo>
                          <a:pt x="118" y="73"/>
                          <a:pt x="118" y="73"/>
                          <a:pt x="118" y="73"/>
                        </a:cubicBezTo>
                        <a:cubicBezTo>
                          <a:pt x="118" y="73"/>
                          <a:pt x="141" y="72"/>
                          <a:pt x="144" y="69"/>
                        </a:cubicBezTo>
                        <a:cubicBezTo>
                          <a:pt x="147" y="66"/>
                          <a:pt x="155" y="53"/>
                          <a:pt x="155" y="53"/>
                        </a:cubicBezTo>
                        <a:cubicBezTo>
                          <a:pt x="171" y="53"/>
                          <a:pt x="171" y="53"/>
                          <a:pt x="171" y="53"/>
                        </a:cubicBezTo>
                        <a:cubicBezTo>
                          <a:pt x="174" y="63"/>
                          <a:pt x="174" y="63"/>
                          <a:pt x="174" y="63"/>
                        </a:cubicBezTo>
                        <a:cubicBezTo>
                          <a:pt x="183" y="64"/>
                          <a:pt x="183" y="64"/>
                          <a:pt x="183" y="64"/>
                        </a:cubicBezTo>
                        <a:cubicBezTo>
                          <a:pt x="183" y="64"/>
                          <a:pt x="183" y="53"/>
                          <a:pt x="188" y="53"/>
                        </a:cubicBezTo>
                        <a:cubicBezTo>
                          <a:pt x="193" y="53"/>
                          <a:pt x="194" y="63"/>
                          <a:pt x="194" y="63"/>
                        </a:cubicBezTo>
                        <a:cubicBezTo>
                          <a:pt x="194" y="63"/>
                          <a:pt x="215" y="57"/>
                          <a:pt x="223" y="59"/>
                        </a:cubicBezTo>
                        <a:cubicBezTo>
                          <a:pt x="223" y="59"/>
                          <a:pt x="223" y="59"/>
                          <a:pt x="223" y="59"/>
                        </a:cubicBezTo>
                        <a:cubicBezTo>
                          <a:pt x="224" y="51"/>
                          <a:pt x="224" y="51"/>
                          <a:pt x="224" y="51"/>
                        </a:cubicBezTo>
                        <a:cubicBezTo>
                          <a:pt x="224" y="51"/>
                          <a:pt x="232" y="49"/>
                          <a:pt x="234" y="43"/>
                        </a:cubicBezTo>
                        <a:cubicBezTo>
                          <a:pt x="236" y="37"/>
                          <a:pt x="237" y="30"/>
                          <a:pt x="237" y="30"/>
                        </a:cubicBezTo>
                        <a:cubicBezTo>
                          <a:pt x="237" y="30"/>
                          <a:pt x="239" y="23"/>
                          <a:pt x="233" y="23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254"/>
                  <p:cNvSpPr>
                    <a:spLocks/>
                  </p:cNvSpPr>
                  <p:nvPr/>
                </p:nvSpPr>
                <p:spPr bwMode="gray">
                  <a:xfrm>
                    <a:off x="2114250" y="5141272"/>
                    <a:ext cx="340254" cy="176178"/>
                  </a:xfrm>
                  <a:custGeom>
                    <a:avLst/>
                    <a:gdLst>
                      <a:gd name="T0" fmla="*/ 31 w 286"/>
                      <a:gd name="T1" fmla="*/ 43 h 148"/>
                      <a:gd name="T2" fmla="*/ 16 w 286"/>
                      <a:gd name="T3" fmla="*/ 43 h 148"/>
                      <a:gd name="T4" fmla="*/ 15 w 286"/>
                      <a:gd name="T5" fmla="*/ 52 h 148"/>
                      <a:gd name="T6" fmla="*/ 23 w 286"/>
                      <a:gd name="T7" fmla="*/ 53 h 148"/>
                      <a:gd name="T8" fmla="*/ 15 w 286"/>
                      <a:gd name="T9" fmla="*/ 65 h 148"/>
                      <a:gd name="T10" fmla="*/ 15 w 286"/>
                      <a:gd name="T11" fmla="*/ 79 h 148"/>
                      <a:gd name="T12" fmla="*/ 2 w 286"/>
                      <a:gd name="T13" fmla="*/ 81 h 148"/>
                      <a:gd name="T14" fmla="*/ 0 w 286"/>
                      <a:gd name="T15" fmla="*/ 85 h 148"/>
                      <a:gd name="T16" fmla="*/ 7 w 286"/>
                      <a:gd name="T17" fmla="*/ 90 h 148"/>
                      <a:gd name="T18" fmla="*/ 10 w 286"/>
                      <a:gd name="T19" fmla="*/ 100 h 148"/>
                      <a:gd name="T20" fmla="*/ 20 w 286"/>
                      <a:gd name="T21" fmla="*/ 107 h 148"/>
                      <a:gd name="T22" fmla="*/ 34 w 286"/>
                      <a:gd name="T23" fmla="*/ 120 h 148"/>
                      <a:gd name="T24" fmla="*/ 54 w 286"/>
                      <a:gd name="T25" fmla="*/ 137 h 148"/>
                      <a:gd name="T26" fmla="*/ 63 w 286"/>
                      <a:gd name="T27" fmla="*/ 141 h 148"/>
                      <a:gd name="T28" fmla="*/ 75 w 286"/>
                      <a:gd name="T29" fmla="*/ 141 h 148"/>
                      <a:gd name="T30" fmla="*/ 78 w 286"/>
                      <a:gd name="T31" fmla="*/ 148 h 148"/>
                      <a:gd name="T32" fmla="*/ 106 w 286"/>
                      <a:gd name="T33" fmla="*/ 145 h 148"/>
                      <a:gd name="T34" fmla="*/ 112 w 286"/>
                      <a:gd name="T35" fmla="*/ 139 h 148"/>
                      <a:gd name="T36" fmla="*/ 115 w 286"/>
                      <a:gd name="T37" fmla="*/ 140 h 148"/>
                      <a:gd name="T38" fmla="*/ 118 w 286"/>
                      <a:gd name="T39" fmla="*/ 136 h 148"/>
                      <a:gd name="T40" fmla="*/ 133 w 286"/>
                      <a:gd name="T41" fmla="*/ 136 h 148"/>
                      <a:gd name="T42" fmla="*/ 145 w 286"/>
                      <a:gd name="T43" fmla="*/ 125 h 148"/>
                      <a:gd name="T44" fmla="*/ 163 w 286"/>
                      <a:gd name="T45" fmla="*/ 125 h 148"/>
                      <a:gd name="T46" fmla="*/ 176 w 286"/>
                      <a:gd name="T47" fmla="*/ 131 h 148"/>
                      <a:gd name="T48" fmla="*/ 192 w 286"/>
                      <a:gd name="T49" fmla="*/ 127 h 148"/>
                      <a:gd name="T50" fmla="*/ 194 w 286"/>
                      <a:gd name="T51" fmla="*/ 118 h 148"/>
                      <a:gd name="T52" fmla="*/ 205 w 286"/>
                      <a:gd name="T53" fmla="*/ 120 h 148"/>
                      <a:gd name="T54" fmla="*/ 221 w 286"/>
                      <a:gd name="T55" fmla="*/ 110 h 148"/>
                      <a:gd name="T56" fmla="*/ 222 w 286"/>
                      <a:gd name="T57" fmla="*/ 96 h 148"/>
                      <a:gd name="T58" fmla="*/ 238 w 286"/>
                      <a:gd name="T59" fmla="*/ 83 h 148"/>
                      <a:gd name="T60" fmla="*/ 245 w 286"/>
                      <a:gd name="T61" fmla="*/ 66 h 148"/>
                      <a:gd name="T62" fmla="*/ 246 w 286"/>
                      <a:gd name="T63" fmla="*/ 48 h 148"/>
                      <a:gd name="T64" fmla="*/ 266 w 286"/>
                      <a:gd name="T65" fmla="*/ 41 h 148"/>
                      <a:gd name="T66" fmla="*/ 286 w 286"/>
                      <a:gd name="T67" fmla="*/ 27 h 148"/>
                      <a:gd name="T68" fmla="*/ 264 w 286"/>
                      <a:gd name="T69" fmla="*/ 19 h 148"/>
                      <a:gd name="T70" fmla="*/ 248 w 286"/>
                      <a:gd name="T71" fmla="*/ 6 h 148"/>
                      <a:gd name="T72" fmla="*/ 219 w 286"/>
                      <a:gd name="T73" fmla="*/ 10 h 148"/>
                      <a:gd name="T74" fmla="*/ 213 w 286"/>
                      <a:gd name="T75" fmla="*/ 0 h 148"/>
                      <a:gd name="T76" fmla="*/ 208 w 286"/>
                      <a:gd name="T77" fmla="*/ 11 h 148"/>
                      <a:gd name="T78" fmla="*/ 199 w 286"/>
                      <a:gd name="T79" fmla="*/ 10 h 148"/>
                      <a:gd name="T80" fmla="*/ 196 w 286"/>
                      <a:gd name="T81" fmla="*/ 0 h 148"/>
                      <a:gd name="T82" fmla="*/ 180 w 286"/>
                      <a:gd name="T83" fmla="*/ 0 h 148"/>
                      <a:gd name="T84" fmla="*/ 169 w 286"/>
                      <a:gd name="T85" fmla="*/ 16 h 148"/>
                      <a:gd name="T86" fmla="*/ 143 w 286"/>
                      <a:gd name="T87" fmla="*/ 20 h 148"/>
                      <a:gd name="T88" fmla="*/ 136 w 286"/>
                      <a:gd name="T89" fmla="*/ 28 h 148"/>
                      <a:gd name="T90" fmla="*/ 112 w 286"/>
                      <a:gd name="T91" fmla="*/ 25 h 148"/>
                      <a:gd name="T92" fmla="*/ 106 w 286"/>
                      <a:gd name="T93" fmla="*/ 41 h 148"/>
                      <a:gd name="T94" fmla="*/ 65 w 286"/>
                      <a:gd name="T95" fmla="*/ 44 h 148"/>
                      <a:gd name="T96" fmla="*/ 45 w 286"/>
                      <a:gd name="T97" fmla="*/ 28 h 148"/>
                      <a:gd name="T98" fmla="*/ 38 w 286"/>
                      <a:gd name="T99" fmla="*/ 39 h 148"/>
                      <a:gd name="T100" fmla="*/ 32 w 286"/>
                      <a:gd name="T101" fmla="*/ 34 h 148"/>
                      <a:gd name="T102" fmla="*/ 31 w 286"/>
                      <a:gd name="T103" fmla="*/ 43 h 1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286" h="148">
                        <a:moveTo>
                          <a:pt x="31" y="43"/>
                        </a:move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23" y="53"/>
                          <a:pt x="23" y="53"/>
                          <a:pt x="23" y="53"/>
                        </a:cubicBezTo>
                        <a:cubicBezTo>
                          <a:pt x="15" y="65"/>
                          <a:pt x="15" y="65"/>
                          <a:pt x="15" y="65"/>
                        </a:cubicBezTo>
                        <a:cubicBezTo>
                          <a:pt x="15" y="79"/>
                          <a:pt x="15" y="79"/>
                          <a:pt x="15" y="79"/>
                        </a:cubicBezTo>
                        <a:cubicBezTo>
                          <a:pt x="2" y="81"/>
                          <a:pt x="2" y="81"/>
                          <a:pt x="2" y="81"/>
                        </a:cubicBezTo>
                        <a:cubicBezTo>
                          <a:pt x="0" y="85"/>
                          <a:pt x="0" y="85"/>
                          <a:pt x="0" y="85"/>
                        </a:cubicBezTo>
                        <a:cubicBezTo>
                          <a:pt x="7" y="90"/>
                          <a:pt x="7" y="90"/>
                          <a:pt x="7" y="90"/>
                        </a:cubicBezTo>
                        <a:cubicBezTo>
                          <a:pt x="10" y="100"/>
                          <a:pt x="10" y="100"/>
                          <a:pt x="10" y="100"/>
                        </a:cubicBezTo>
                        <a:cubicBezTo>
                          <a:pt x="20" y="107"/>
                          <a:pt x="20" y="107"/>
                          <a:pt x="20" y="107"/>
                        </a:cubicBezTo>
                        <a:cubicBezTo>
                          <a:pt x="20" y="107"/>
                          <a:pt x="32" y="117"/>
                          <a:pt x="34" y="120"/>
                        </a:cubicBezTo>
                        <a:cubicBezTo>
                          <a:pt x="36" y="123"/>
                          <a:pt x="54" y="137"/>
                          <a:pt x="54" y="137"/>
                        </a:cubicBezTo>
                        <a:cubicBezTo>
                          <a:pt x="63" y="141"/>
                          <a:pt x="63" y="141"/>
                          <a:pt x="63" y="141"/>
                        </a:cubicBezTo>
                        <a:cubicBezTo>
                          <a:pt x="75" y="141"/>
                          <a:pt x="75" y="141"/>
                          <a:pt x="75" y="141"/>
                        </a:cubicBezTo>
                        <a:cubicBezTo>
                          <a:pt x="78" y="148"/>
                          <a:pt x="78" y="148"/>
                          <a:pt x="78" y="148"/>
                        </a:cubicBezTo>
                        <a:cubicBezTo>
                          <a:pt x="106" y="145"/>
                          <a:pt x="106" y="145"/>
                          <a:pt x="106" y="145"/>
                        </a:cubicBezTo>
                        <a:cubicBezTo>
                          <a:pt x="112" y="139"/>
                          <a:pt x="112" y="139"/>
                          <a:pt x="112" y="139"/>
                        </a:cubicBezTo>
                        <a:cubicBezTo>
                          <a:pt x="115" y="140"/>
                          <a:pt x="115" y="140"/>
                          <a:pt x="115" y="140"/>
                        </a:cubicBezTo>
                        <a:cubicBezTo>
                          <a:pt x="118" y="136"/>
                          <a:pt x="118" y="136"/>
                          <a:pt x="118" y="136"/>
                        </a:cubicBezTo>
                        <a:cubicBezTo>
                          <a:pt x="133" y="136"/>
                          <a:pt x="133" y="136"/>
                          <a:pt x="133" y="136"/>
                        </a:cubicBezTo>
                        <a:cubicBezTo>
                          <a:pt x="133" y="136"/>
                          <a:pt x="142" y="131"/>
                          <a:pt x="145" y="125"/>
                        </a:cubicBezTo>
                        <a:cubicBezTo>
                          <a:pt x="148" y="119"/>
                          <a:pt x="163" y="125"/>
                          <a:pt x="163" y="125"/>
                        </a:cubicBezTo>
                        <a:cubicBezTo>
                          <a:pt x="176" y="131"/>
                          <a:pt x="176" y="131"/>
                          <a:pt x="176" y="131"/>
                        </a:cubicBezTo>
                        <a:cubicBezTo>
                          <a:pt x="192" y="127"/>
                          <a:pt x="192" y="127"/>
                          <a:pt x="192" y="127"/>
                        </a:cubicBezTo>
                        <a:cubicBezTo>
                          <a:pt x="194" y="118"/>
                          <a:pt x="194" y="118"/>
                          <a:pt x="194" y="118"/>
                        </a:cubicBezTo>
                        <a:cubicBezTo>
                          <a:pt x="205" y="120"/>
                          <a:pt x="205" y="120"/>
                          <a:pt x="205" y="120"/>
                        </a:cubicBezTo>
                        <a:cubicBezTo>
                          <a:pt x="205" y="120"/>
                          <a:pt x="215" y="116"/>
                          <a:pt x="221" y="110"/>
                        </a:cubicBezTo>
                        <a:cubicBezTo>
                          <a:pt x="227" y="104"/>
                          <a:pt x="222" y="96"/>
                          <a:pt x="222" y="96"/>
                        </a:cubicBezTo>
                        <a:cubicBezTo>
                          <a:pt x="222" y="96"/>
                          <a:pt x="228" y="88"/>
                          <a:pt x="238" y="83"/>
                        </a:cubicBezTo>
                        <a:cubicBezTo>
                          <a:pt x="248" y="78"/>
                          <a:pt x="245" y="66"/>
                          <a:pt x="245" y="66"/>
                        </a:cubicBezTo>
                        <a:cubicBezTo>
                          <a:pt x="245" y="66"/>
                          <a:pt x="245" y="54"/>
                          <a:pt x="246" y="48"/>
                        </a:cubicBezTo>
                        <a:cubicBezTo>
                          <a:pt x="247" y="42"/>
                          <a:pt x="256" y="42"/>
                          <a:pt x="266" y="41"/>
                        </a:cubicBezTo>
                        <a:cubicBezTo>
                          <a:pt x="276" y="40"/>
                          <a:pt x="286" y="27"/>
                          <a:pt x="286" y="27"/>
                        </a:cubicBezTo>
                        <a:cubicBezTo>
                          <a:pt x="286" y="27"/>
                          <a:pt x="270" y="20"/>
                          <a:pt x="264" y="19"/>
                        </a:cubicBezTo>
                        <a:cubicBezTo>
                          <a:pt x="258" y="18"/>
                          <a:pt x="256" y="8"/>
                          <a:pt x="248" y="6"/>
                        </a:cubicBezTo>
                        <a:cubicBezTo>
                          <a:pt x="240" y="4"/>
                          <a:pt x="219" y="10"/>
                          <a:pt x="219" y="10"/>
                        </a:cubicBezTo>
                        <a:cubicBezTo>
                          <a:pt x="219" y="10"/>
                          <a:pt x="218" y="0"/>
                          <a:pt x="213" y="0"/>
                        </a:cubicBezTo>
                        <a:cubicBezTo>
                          <a:pt x="208" y="0"/>
                          <a:pt x="208" y="11"/>
                          <a:pt x="208" y="11"/>
                        </a:cubicBezTo>
                        <a:cubicBezTo>
                          <a:pt x="199" y="10"/>
                          <a:pt x="199" y="10"/>
                          <a:pt x="199" y="10"/>
                        </a:cubicBezTo>
                        <a:cubicBezTo>
                          <a:pt x="196" y="0"/>
                          <a:pt x="196" y="0"/>
                          <a:pt x="196" y="0"/>
                        </a:cubicBezTo>
                        <a:cubicBezTo>
                          <a:pt x="180" y="0"/>
                          <a:pt x="180" y="0"/>
                          <a:pt x="180" y="0"/>
                        </a:cubicBezTo>
                        <a:cubicBezTo>
                          <a:pt x="180" y="0"/>
                          <a:pt x="172" y="13"/>
                          <a:pt x="169" y="16"/>
                        </a:cubicBezTo>
                        <a:cubicBezTo>
                          <a:pt x="166" y="19"/>
                          <a:pt x="143" y="20"/>
                          <a:pt x="143" y="20"/>
                        </a:cubicBezTo>
                        <a:cubicBezTo>
                          <a:pt x="136" y="28"/>
                          <a:pt x="136" y="28"/>
                          <a:pt x="136" y="28"/>
                        </a:cubicBezTo>
                        <a:cubicBezTo>
                          <a:pt x="112" y="25"/>
                          <a:pt x="112" y="25"/>
                          <a:pt x="112" y="25"/>
                        </a:cubicBezTo>
                        <a:cubicBezTo>
                          <a:pt x="106" y="41"/>
                          <a:pt x="106" y="41"/>
                          <a:pt x="106" y="41"/>
                        </a:cubicBezTo>
                        <a:cubicBezTo>
                          <a:pt x="106" y="41"/>
                          <a:pt x="82" y="43"/>
                          <a:pt x="65" y="44"/>
                        </a:cubicBezTo>
                        <a:cubicBezTo>
                          <a:pt x="48" y="45"/>
                          <a:pt x="45" y="28"/>
                          <a:pt x="45" y="28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2" y="34"/>
                          <a:pt x="32" y="34"/>
                          <a:pt x="32" y="34"/>
                        </a:cubicBezTo>
                        <a:cubicBezTo>
                          <a:pt x="31" y="39"/>
                          <a:pt x="31" y="43"/>
                          <a:pt x="31" y="43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9" name="Freeform 255"/>
                  <p:cNvSpPr>
                    <a:spLocks/>
                  </p:cNvSpPr>
                  <p:nvPr/>
                </p:nvSpPr>
                <p:spPr bwMode="gray">
                  <a:xfrm>
                    <a:off x="2324641" y="4655024"/>
                    <a:ext cx="273310" cy="157047"/>
                  </a:xfrm>
                  <a:custGeom>
                    <a:avLst/>
                    <a:gdLst>
                      <a:gd name="T0" fmla="*/ 222 w 230"/>
                      <a:gd name="T1" fmla="*/ 42 h 132"/>
                      <a:gd name="T2" fmla="*/ 210 w 230"/>
                      <a:gd name="T3" fmla="*/ 38 h 132"/>
                      <a:gd name="T4" fmla="*/ 195 w 230"/>
                      <a:gd name="T5" fmla="*/ 30 h 132"/>
                      <a:gd name="T6" fmla="*/ 184 w 230"/>
                      <a:gd name="T7" fmla="*/ 20 h 132"/>
                      <a:gd name="T8" fmla="*/ 157 w 230"/>
                      <a:gd name="T9" fmla="*/ 17 h 132"/>
                      <a:gd name="T10" fmla="*/ 145 w 230"/>
                      <a:gd name="T11" fmla="*/ 4 h 132"/>
                      <a:gd name="T12" fmla="*/ 128 w 230"/>
                      <a:gd name="T13" fmla="*/ 12 h 132"/>
                      <a:gd name="T14" fmla="*/ 113 w 230"/>
                      <a:gd name="T15" fmla="*/ 8 h 132"/>
                      <a:gd name="T16" fmla="*/ 104 w 230"/>
                      <a:gd name="T17" fmla="*/ 13 h 132"/>
                      <a:gd name="T18" fmla="*/ 81 w 230"/>
                      <a:gd name="T19" fmla="*/ 7 h 132"/>
                      <a:gd name="T20" fmla="*/ 73 w 230"/>
                      <a:gd name="T21" fmla="*/ 9 h 132"/>
                      <a:gd name="T22" fmla="*/ 60 w 230"/>
                      <a:gd name="T23" fmla="*/ 2 h 132"/>
                      <a:gd name="T24" fmla="*/ 46 w 230"/>
                      <a:gd name="T25" fmla="*/ 5 h 132"/>
                      <a:gd name="T26" fmla="*/ 13 w 230"/>
                      <a:gd name="T27" fmla="*/ 11 h 132"/>
                      <a:gd name="T28" fmla="*/ 0 w 230"/>
                      <a:gd name="T29" fmla="*/ 16 h 132"/>
                      <a:gd name="T30" fmla="*/ 1 w 230"/>
                      <a:gd name="T31" fmla="*/ 23 h 132"/>
                      <a:gd name="T32" fmla="*/ 11 w 230"/>
                      <a:gd name="T33" fmla="*/ 60 h 132"/>
                      <a:gd name="T34" fmla="*/ 14 w 230"/>
                      <a:gd name="T35" fmla="*/ 64 h 132"/>
                      <a:gd name="T36" fmla="*/ 19 w 230"/>
                      <a:gd name="T37" fmla="*/ 64 h 132"/>
                      <a:gd name="T38" fmla="*/ 22 w 230"/>
                      <a:gd name="T39" fmla="*/ 70 h 132"/>
                      <a:gd name="T40" fmla="*/ 30 w 230"/>
                      <a:gd name="T41" fmla="*/ 69 h 132"/>
                      <a:gd name="T42" fmla="*/ 32 w 230"/>
                      <a:gd name="T43" fmla="*/ 75 h 132"/>
                      <a:gd name="T44" fmla="*/ 64 w 230"/>
                      <a:gd name="T45" fmla="*/ 71 h 132"/>
                      <a:gd name="T46" fmla="*/ 74 w 230"/>
                      <a:gd name="T47" fmla="*/ 86 h 132"/>
                      <a:gd name="T48" fmla="*/ 65 w 230"/>
                      <a:gd name="T49" fmla="*/ 98 h 132"/>
                      <a:gd name="T50" fmla="*/ 70 w 230"/>
                      <a:gd name="T51" fmla="*/ 108 h 132"/>
                      <a:gd name="T52" fmla="*/ 74 w 230"/>
                      <a:gd name="T53" fmla="*/ 108 h 132"/>
                      <a:gd name="T54" fmla="*/ 103 w 230"/>
                      <a:gd name="T55" fmla="*/ 119 h 132"/>
                      <a:gd name="T56" fmla="*/ 103 w 230"/>
                      <a:gd name="T57" fmla="*/ 132 h 132"/>
                      <a:gd name="T58" fmla="*/ 127 w 230"/>
                      <a:gd name="T59" fmla="*/ 127 h 132"/>
                      <a:gd name="T60" fmla="*/ 137 w 230"/>
                      <a:gd name="T61" fmla="*/ 132 h 132"/>
                      <a:gd name="T62" fmla="*/ 155 w 230"/>
                      <a:gd name="T63" fmla="*/ 132 h 132"/>
                      <a:gd name="T64" fmla="*/ 157 w 230"/>
                      <a:gd name="T65" fmla="*/ 122 h 132"/>
                      <a:gd name="T66" fmla="*/ 165 w 230"/>
                      <a:gd name="T67" fmla="*/ 130 h 132"/>
                      <a:gd name="T68" fmla="*/ 169 w 230"/>
                      <a:gd name="T69" fmla="*/ 122 h 132"/>
                      <a:gd name="T70" fmla="*/ 187 w 230"/>
                      <a:gd name="T71" fmla="*/ 115 h 132"/>
                      <a:gd name="T72" fmla="*/ 193 w 230"/>
                      <a:gd name="T73" fmla="*/ 123 h 132"/>
                      <a:gd name="T74" fmla="*/ 188 w 230"/>
                      <a:gd name="T75" fmla="*/ 103 h 132"/>
                      <a:gd name="T76" fmla="*/ 195 w 230"/>
                      <a:gd name="T77" fmla="*/ 96 h 132"/>
                      <a:gd name="T78" fmla="*/ 193 w 230"/>
                      <a:gd name="T79" fmla="*/ 81 h 132"/>
                      <a:gd name="T80" fmla="*/ 208 w 230"/>
                      <a:gd name="T81" fmla="*/ 79 h 132"/>
                      <a:gd name="T82" fmla="*/ 204 w 230"/>
                      <a:gd name="T83" fmla="*/ 66 h 132"/>
                      <a:gd name="T84" fmla="*/ 217 w 230"/>
                      <a:gd name="T85" fmla="*/ 71 h 132"/>
                      <a:gd name="T86" fmla="*/ 230 w 230"/>
                      <a:gd name="T87" fmla="*/ 65 h 132"/>
                      <a:gd name="T88" fmla="*/ 216 w 230"/>
                      <a:gd name="T89" fmla="*/ 50 h 132"/>
                      <a:gd name="T90" fmla="*/ 222 w 230"/>
                      <a:gd name="T91" fmla="*/ 42 h 1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30" h="132">
                        <a:moveTo>
                          <a:pt x="222" y="42"/>
                        </a:moveTo>
                        <a:cubicBezTo>
                          <a:pt x="210" y="38"/>
                          <a:pt x="210" y="38"/>
                          <a:pt x="210" y="38"/>
                        </a:cubicBezTo>
                        <a:cubicBezTo>
                          <a:pt x="195" y="30"/>
                          <a:pt x="195" y="30"/>
                          <a:pt x="195" y="30"/>
                        </a:cubicBezTo>
                        <a:cubicBezTo>
                          <a:pt x="195" y="30"/>
                          <a:pt x="190" y="22"/>
                          <a:pt x="184" y="20"/>
                        </a:cubicBezTo>
                        <a:cubicBezTo>
                          <a:pt x="178" y="18"/>
                          <a:pt x="157" y="17"/>
                          <a:pt x="157" y="17"/>
                        </a:cubicBezTo>
                        <a:cubicBezTo>
                          <a:pt x="157" y="17"/>
                          <a:pt x="151" y="4"/>
                          <a:pt x="145" y="4"/>
                        </a:cubicBezTo>
                        <a:cubicBezTo>
                          <a:pt x="139" y="4"/>
                          <a:pt x="136" y="12"/>
                          <a:pt x="128" y="12"/>
                        </a:cubicBezTo>
                        <a:cubicBezTo>
                          <a:pt x="120" y="12"/>
                          <a:pt x="118" y="8"/>
                          <a:pt x="113" y="8"/>
                        </a:cubicBezTo>
                        <a:cubicBezTo>
                          <a:pt x="108" y="8"/>
                          <a:pt x="104" y="13"/>
                          <a:pt x="104" y="13"/>
                        </a:cubicBezTo>
                        <a:cubicBezTo>
                          <a:pt x="104" y="13"/>
                          <a:pt x="84" y="6"/>
                          <a:pt x="81" y="7"/>
                        </a:cubicBezTo>
                        <a:cubicBezTo>
                          <a:pt x="78" y="8"/>
                          <a:pt x="73" y="9"/>
                          <a:pt x="73" y="9"/>
                        </a:cubicBezTo>
                        <a:cubicBezTo>
                          <a:pt x="73" y="9"/>
                          <a:pt x="66" y="4"/>
                          <a:pt x="60" y="2"/>
                        </a:cubicBezTo>
                        <a:cubicBezTo>
                          <a:pt x="54" y="0"/>
                          <a:pt x="52" y="2"/>
                          <a:pt x="46" y="5"/>
                        </a:cubicBezTo>
                        <a:cubicBezTo>
                          <a:pt x="40" y="8"/>
                          <a:pt x="33" y="8"/>
                          <a:pt x="13" y="11"/>
                        </a:cubicBezTo>
                        <a:cubicBezTo>
                          <a:pt x="7" y="12"/>
                          <a:pt x="3" y="14"/>
                          <a:pt x="0" y="16"/>
                        </a:cubicBezTo>
                        <a:cubicBezTo>
                          <a:pt x="0" y="20"/>
                          <a:pt x="1" y="23"/>
                          <a:pt x="1" y="23"/>
                        </a:cubicBezTo>
                        <a:cubicBezTo>
                          <a:pt x="1" y="23"/>
                          <a:pt x="2" y="58"/>
                          <a:pt x="11" y="60"/>
                        </a:cubicBezTo>
                        <a:cubicBezTo>
                          <a:pt x="13" y="60"/>
                          <a:pt x="14" y="62"/>
                          <a:pt x="14" y="64"/>
                        </a:cubicBezTo>
                        <a:cubicBezTo>
                          <a:pt x="19" y="64"/>
                          <a:pt x="19" y="64"/>
                          <a:pt x="19" y="64"/>
                        </a:cubicBezTo>
                        <a:cubicBezTo>
                          <a:pt x="22" y="70"/>
                          <a:pt x="22" y="70"/>
                          <a:pt x="22" y="70"/>
                        </a:cubicBezTo>
                        <a:cubicBezTo>
                          <a:pt x="30" y="69"/>
                          <a:pt x="30" y="69"/>
                          <a:pt x="30" y="69"/>
                        </a:cubicBezTo>
                        <a:cubicBezTo>
                          <a:pt x="32" y="75"/>
                          <a:pt x="32" y="75"/>
                          <a:pt x="32" y="75"/>
                        </a:cubicBezTo>
                        <a:cubicBezTo>
                          <a:pt x="32" y="75"/>
                          <a:pt x="56" y="72"/>
                          <a:pt x="64" y="71"/>
                        </a:cubicBezTo>
                        <a:cubicBezTo>
                          <a:pt x="72" y="70"/>
                          <a:pt x="75" y="81"/>
                          <a:pt x="74" y="86"/>
                        </a:cubicBezTo>
                        <a:cubicBezTo>
                          <a:pt x="73" y="91"/>
                          <a:pt x="65" y="98"/>
                          <a:pt x="65" y="98"/>
                        </a:cubicBezTo>
                        <a:cubicBezTo>
                          <a:pt x="70" y="108"/>
                          <a:pt x="70" y="108"/>
                          <a:pt x="70" y="108"/>
                        </a:cubicBezTo>
                        <a:cubicBezTo>
                          <a:pt x="71" y="108"/>
                          <a:pt x="73" y="108"/>
                          <a:pt x="74" y="108"/>
                        </a:cubicBezTo>
                        <a:cubicBezTo>
                          <a:pt x="87" y="110"/>
                          <a:pt x="103" y="119"/>
                          <a:pt x="103" y="119"/>
                        </a:cubicBezTo>
                        <a:cubicBezTo>
                          <a:pt x="103" y="132"/>
                          <a:pt x="103" y="132"/>
                          <a:pt x="103" y="132"/>
                        </a:cubicBezTo>
                        <a:cubicBezTo>
                          <a:pt x="103" y="132"/>
                          <a:pt x="119" y="128"/>
                          <a:pt x="127" y="127"/>
                        </a:cubicBezTo>
                        <a:cubicBezTo>
                          <a:pt x="135" y="126"/>
                          <a:pt x="137" y="132"/>
                          <a:pt x="137" y="132"/>
                        </a:cubicBezTo>
                        <a:cubicBezTo>
                          <a:pt x="155" y="132"/>
                          <a:pt x="155" y="132"/>
                          <a:pt x="155" y="132"/>
                        </a:cubicBezTo>
                        <a:cubicBezTo>
                          <a:pt x="157" y="122"/>
                          <a:pt x="157" y="122"/>
                          <a:pt x="157" y="122"/>
                        </a:cubicBezTo>
                        <a:cubicBezTo>
                          <a:pt x="165" y="130"/>
                          <a:pt x="165" y="130"/>
                          <a:pt x="165" y="130"/>
                        </a:cubicBezTo>
                        <a:cubicBezTo>
                          <a:pt x="169" y="122"/>
                          <a:pt x="169" y="122"/>
                          <a:pt x="169" y="122"/>
                        </a:cubicBezTo>
                        <a:cubicBezTo>
                          <a:pt x="169" y="122"/>
                          <a:pt x="177" y="115"/>
                          <a:pt x="187" y="115"/>
                        </a:cubicBezTo>
                        <a:cubicBezTo>
                          <a:pt x="197" y="115"/>
                          <a:pt x="186" y="124"/>
                          <a:pt x="193" y="123"/>
                        </a:cubicBezTo>
                        <a:cubicBezTo>
                          <a:pt x="200" y="122"/>
                          <a:pt x="193" y="111"/>
                          <a:pt x="188" y="103"/>
                        </a:cubicBezTo>
                        <a:cubicBezTo>
                          <a:pt x="183" y="95"/>
                          <a:pt x="195" y="96"/>
                          <a:pt x="195" y="96"/>
                        </a:cubicBezTo>
                        <a:cubicBezTo>
                          <a:pt x="195" y="96"/>
                          <a:pt x="191" y="88"/>
                          <a:pt x="193" y="81"/>
                        </a:cubicBezTo>
                        <a:cubicBezTo>
                          <a:pt x="195" y="74"/>
                          <a:pt x="208" y="79"/>
                          <a:pt x="208" y="79"/>
                        </a:cubicBezTo>
                        <a:cubicBezTo>
                          <a:pt x="204" y="66"/>
                          <a:pt x="204" y="66"/>
                          <a:pt x="204" y="66"/>
                        </a:cubicBezTo>
                        <a:cubicBezTo>
                          <a:pt x="204" y="66"/>
                          <a:pt x="211" y="71"/>
                          <a:pt x="217" y="71"/>
                        </a:cubicBezTo>
                        <a:cubicBezTo>
                          <a:pt x="223" y="71"/>
                          <a:pt x="230" y="65"/>
                          <a:pt x="230" y="65"/>
                        </a:cubicBezTo>
                        <a:cubicBezTo>
                          <a:pt x="230" y="65"/>
                          <a:pt x="214" y="55"/>
                          <a:pt x="216" y="50"/>
                        </a:cubicBezTo>
                        <a:cubicBezTo>
                          <a:pt x="217" y="48"/>
                          <a:pt x="219" y="45"/>
                          <a:pt x="222" y="42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256"/>
                  <p:cNvSpPr>
                    <a:spLocks/>
                  </p:cNvSpPr>
                  <p:nvPr/>
                </p:nvSpPr>
                <p:spPr bwMode="gray">
                  <a:xfrm>
                    <a:off x="1602862" y="5185568"/>
                    <a:ext cx="233043" cy="129365"/>
                  </a:xfrm>
                  <a:custGeom>
                    <a:avLst/>
                    <a:gdLst>
                      <a:gd name="T0" fmla="*/ 93 w 196"/>
                      <a:gd name="T1" fmla="*/ 17 h 109"/>
                      <a:gd name="T2" fmla="*/ 81 w 196"/>
                      <a:gd name="T3" fmla="*/ 17 h 109"/>
                      <a:gd name="T4" fmla="*/ 70 w 196"/>
                      <a:gd name="T5" fmla="*/ 15 h 109"/>
                      <a:gd name="T6" fmla="*/ 70 w 196"/>
                      <a:gd name="T7" fmla="*/ 16 h 109"/>
                      <a:gd name="T8" fmla="*/ 65 w 196"/>
                      <a:gd name="T9" fmla="*/ 26 h 109"/>
                      <a:gd name="T10" fmla="*/ 52 w 196"/>
                      <a:gd name="T11" fmla="*/ 19 h 109"/>
                      <a:gd name="T12" fmla="*/ 47 w 196"/>
                      <a:gd name="T13" fmla="*/ 28 h 109"/>
                      <a:gd name="T14" fmla="*/ 36 w 196"/>
                      <a:gd name="T15" fmla="*/ 43 h 109"/>
                      <a:gd name="T16" fmla="*/ 25 w 196"/>
                      <a:gd name="T17" fmla="*/ 43 h 109"/>
                      <a:gd name="T18" fmla="*/ 22 w 196"/>
                      <a:gd name="T19" fmla="*/ 56 h 109"/>
                      <a:gd name="T20" fmla="*/ 4 w 196"/>
                      <a:gd name="T21" fmla="*/ 72 h 109"/>
                      <a:gd name="T22" fmla="*/ 10 w 196"/>
                      <a:gd name="T23" fmla="*/ 80 h 109"/>
                      <a:gd name="T24" fmla="*/ 6 w 196"/>
                      <a:gd name="T25" fmla="*/ 89 h 109"/>
                      <a:gd name="T26" fmla="*/ 24 w 196"/>
                      <a:gd name="T27" fmla="*/ 73 h 109"/>
                      <a:gd name="T28" fmla="*/ 39 w 196"/>
                      <a:gd name="T29" fmla="*/ 75 h 109"/>
                      <a:gd name="T30" fmla="*/ 38 w 196"/>
                      <a:gd name="T31" fmla="*/ 93 h 109"/>
                      <a:gd name="T32" fmla="*/ 45 w 196"/>
                      <a:gd name="T33" fmla="*/ 103 h 109"/>
                      <a:gd name="T34" fmla="*/ 52 w 196"/>
                      <a:gd name="T35" fmla="*/ 103 h 109"/>
                      <a:gd name="T36" fmla="*/ 66 w 196"/>
                      <a:gd name="T37" fmla="*/ 96 h 109"/>
                      <a:gd name="T38" fmla="*/ 86 w 196"/>
                      <a:gd name="T39" fmla="*/ 101 h 109"/>
                      <a:gd name="T40" fmla="*/ 92 w 196"/>
                      <a:gd name="T41" fmla="*/ 81 h 109"/>
                      <a:gd name="T42" fmla="*/ 103 w 196"/>
                      <a:gd name="T43" fmla="*/ 75 h 109"/>
                      <a:gd name="T44" fmla="*/ 111 w 196"/>
                      <a:gd name="T45" fmla="*/ 90 h 109"/>
                      <a:gd name="T46" fmla="*/ 116 w 196"/>
                      <a:gd name="T47" fmla="*/ 91 h 109"/>
                      <a:gd name="T48" fmla="*/ 132 w 196"/>
                      <a:gd name="T49" fmla="*/ 108 h 109"/>
                      <a:gd name="T50" fmla="*/ 133 w 196"/>
                      <a:gd name="T51" fmla="*/ 93 h 109"/>
                      <a:gd name="T52" fmla="*/ 139 w 196"/>
                      <a:gd name="T53" fmla="*/ 87 h 109"/>
                      <a:gd name="T54" fmla="*/ 144 w 196"/>
                      <a:gd name="T55" fmla="*/ 71 h 109"/>
                      <a:gd name="T56" fmla="*/ 150 w 196"/>
                      <a:gd name="T57" fmla="*/ 83 h 109"/>
                      <a:gd name="T58" fmla="*/ 164 w 196"/>
                      <a:gd name="T59" fmla="*/ 80 h 109"/>
                      <a:gd name="T60" fmla="*/ 175 w 196"/>
                      <a:gd name="T61" fmla="*/ 85 h 109"/>
                      <a:gd name="T62" fmla="*/ 180 w 196"/>
                      <a:gd name="T63" fmla="*/ 79 h 109"/>
                      <a:gd name="T64" fmla="*/ 176 w 196"/>
                      <a:gd name="T65" fmla="*/ 66 h 109"/>
                      <a:gd name="T66" fmla="*/ 189 w 196"/>
                      <a:gd name="T67" fmla="*/ 68 h 109"/>
                      <a:gd name="T68" fmla="*/ 191 w 196"/>
                      <a:gd name="T69" fmla="*/ 55 h 109"/>
                      <a:gd name="T70" fmla="*/ 196 w 196"/>
                      <a:gd name="T71" fmla="*/ 54 h 109"/>
                      <a:gd name="T72" fmla="*/ 187 w 196"/>
                      <a:gd name="T73" fmla="*/ 43 h 109"/>
                      <a:gd name="T74" fmla="*/ 171 w 196"/>
                      <a:gd name="T75" fmla="*/ 55 h 109"/>
                      <a:gd name="T76" fmla="*/ 166 w 196"/>
                      <a:gd name="T77" fmla="*/ 43 h 109"/>
                      <a:gd name="T78" fmla="*/ 154 w 196"/>
                      <a:gd name="T79" fmla="*/ 44 h 109"/>
                      <a:gd name="T80" fmla="*/ 146 w 196"/>
                      <a:gd name="T81" fmla="*/ 42 h 109"/>
                      <a:gd name="T82" fmla="*/ 153 w 196"/>
                      <a:gd name="T83" fmla="*/ 29 h 109"/>
                      <a:gd name="T84" fmla="*/ 154 w 196"/>
                      <a:gd name="T85" fmla="*/ 19 h 109"/>
                      <a:gd name="T86" fmla="*/ 150 w 196"/>
                      <a:gd name="T87" fmla="*/ 19 h 109"/>
                      <a:gd name="T88" fmla="*/ 144 w 196"/>
                      <a:gd name="T89" fmla="*/ 11 h 109"/>
                      <a:gd name="T90" fmla="*/ 134 w 196"/>
                      <a:gd name="T91" fmla="*/ 8 h 109"/>
                      <a:gd name="T92" fmla="*/ 125 w 196"/>
                      <a:gd name="T93" fmla="*/ 8 h 109"/>
                      <a:gd name="T94" fmla="*/ 109 w 196"/>
                      <a:gd name="T95" fmla="*/ 1 h 109"/>
                      <a:gd name="T96" fmla="*/ 107 w 196"/>
                      <a:gd name="T97" fmla="*/ 14 h 109"/>
                      <a:gd name="T98" fmla="*/ 103 w 196"/>
                      <a:gd name="T99" fmla="*/ 10 h 109"/>
                      <a:gd name="T100" fmla="*/ 93 w 196"/>
                      <a:gd name="T101" fmla="*/ 17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96" h="109">
                        <a:moveTo>
                          <a:pt x="93" y="17"/>
                        </a:moveTo>
                        <a:cubicBezTo>
                          <a:pt x="81" y="17"/>
                          <a:pt x="81" y="17"/>
                          <a:pt x="81" y="17"/>
                        </a:cubicBezTo>
                        <a:cubicBezTo>
                          <a:pt x="70" y="15"/>
                          <a:pt x="70" y="15"/>
                          <a:pt x="70" y="15"/>
                        </a:cubicBezTo>
                        <a:cubicBezTo>
                          <a:pt x="70" y="16"/>
                          <a:pt x="70" y="16"/>
                          <a:pt x="70" y="16"/>
                        </a:cubicBezTo>
                        <a:cubicBezTo>
                          <a:pt x="65" y="26"/>
                          <a:pt x="65" y="26"/>
                          <a:pt x="65" y="26"/>
                        </a:cubicBezTo>
                        <a:cubicBezTo>
                          <a:pt x="52" y="19"/>
                          <a:pt x="52" y="19"/>
                          <a:pt x="52" y="19"/>
                        </a:cubicBezTo>
                        <a:cubicBezTo>
                          <a:pt x="47" y="28"/>
                          <a:pt x="47" y="28"/>
                          <a:pt x="47" y="28"/>
                        </a:cubicBezTo>
                        <a:cubicBezTo>
                          <a:pt x="47" y="28"/>
                          <a:pt x="41" y="37"/>
                          <a:pt x="36" y="43"/>
                        </a:cubicBezTo>
                        <a:cubicBezTo>
                          <a:pt x="31" y="49"/>
                          <a:pt x="25" y="43"/>
                          <a:pt x="25" y="43"/>
                        </a:cubicBezTo>
                        <a:cubicBezTo>
                          <a:pt x="25" y="43"/>
                          <a:pt x="28" y="49"/>
                          <a:pt x="22" y="56"/>
                        </a:cubicBezTo>
                        <a:cubicBezTo>
                          <a:pt x="16" y="63"/>
                          <a:pt x="4" y="72"/>
                          <a:pt x="4" y="72"/>
                        </a:cubicBezTo>
                        <a:cubicBezTo>
                          <a:pt x="10" y="80"/>
                          <a:pt x="10" y="80"/>
                          <a:pt x="10" y="80"/>
                        </a:cubicBezTo>
                        <a:cubicBezTo>
                          <a:pt x="10" y="80"/>
                          <a:pt x="0" y="88"/>
                          <a:pt x="6" y="89"/>
                        </a:cubicBezTo>
                        <a:cubicBezTo>
                          <a:pt x="12" y="90"/>
                          <a:pt x="17" y="77"/>
                          <a:pt x="24" y="73"/>
                        </a:cubicBezTo>
                        <a:cubicBezTo>
                          <a:pt x="31" y="69"/>
                          <a:pt x="39" y="75"/>
                          <a:pt x="39" y="75"/>
                        </a:cubicBezTo>
                        <a:cubicBezTo>
                          <a:pt x="38" y="93"/>
                          <a:pt x="38" y="93"/>
                          <a:pt x="38" y="93"/>
                        </a:cubicBezTo>
                        <a:cubicBezTo>
                          <a:pt x="38" y="93"/>
                          <a:pt x="45" y="99"/>
                          <a:pt x="45" y="103"/>
                        </a:cubicBezTo>
                        <a:cubicBezTo>
                          <a:pt x="52" y="103"/>
                          <a:pt x="52" y="103"/>
                          <a:pt x="52" y="103"/>
                        </a:cubicBezTo>
                        <a:cubicBezTo>
                          <a:pt x="52" y="103"/>
                          <a:pt x="61" y="96"/>
                          <a:pt x="66" y="96"/>
                        </a:cubicBezTo>
                        <a:cubicBezTo>
                          <a:pt x="71" y="96"/>
                          <a:pt x="76" y="109"/>
                          <a:pt x="86" y="101"/>
                        </a:cubicBezTo>
                        <a:cubicBezTo>
                          <a:pt x="96" y="92"/>
                          <a:pt x="92" y="81"/>
                          <a:pt x="92" y="81"/>
                        </a:cubicBezTo>
                        <a:cubicBezTo>
                          <a:pt x="92" y="81"/>
                          <a:pt x="99" y="75"/>
                          <a:pt x="103" y="75"/>
                        </a:cubicBezTo>
                        <a:cubicBezTo>
                          <a:pt x="107" y="75"/>
                          <a:pt x="111" y="90"/>
                          <a:pt x="111" y="90"/>
                        </a:cubicBezTo>
                        <a:cubicBezTo>
                          <a:pt x="116" y="91"/>
                          <a:pt x="116" y="91"/>
                          <a:pt x="116" y="91"/>
                        </a:cubicBezTo>
                        <a:cubicBezTo>
                          <a:pt x="132" y="108"/>
                          <a:pt x="132" y="108"/>
                          <a:pt x="132" y="108"/>
                        </a:cubicBezTo>
                        <a:cubicBezTo>
                          <a:pt x="133" y="93"/>
                          <a:pt x="133" y="93"/>
                          <a:pt x="133" y="93"/>
                        </a:cubicBezTo>
                        <a:cubicBezTo>
                          <a:pt x="139" y="87"/>
                          <a:pt x="139" y="87"/>
                          <a:pt x="139" y="87"/>
                        </a:cubicBezTo>
                        <a:cubicBezTo>
                          <a:pt x="144" y="71"/>
                          <a:pt x="144" y="71"/>
                          <a:pt x="144" y="71"/>
                        </a:cubicBezTo>
                        <a:cubicBezTo>
                          <a:pt x="150" y="83"/>
                          <a:pt x="150" y="83"/>
                          <a:pt x="150" y="83"/>
                        </a:cubicBezTo>
                        <a:cubicBezTo>
                          <a:pt x="164" y="80"/>
                          <a:pt x="164" y="80"/>
                          <a:pt x="164" y="80"/>
                        </a:cubicBezTo>
                        <a:cubicBezTo>
                          <a:pt x="175" y="85"/>
                          <a:pt x="175" y="85"/>
                          <a:pt x="175" y="85"/>
                        </a:cubicBezTo>
                        <a:cubicBezTo>
                          <a:pt x="180" y="79"/>
                          <a:pt x="180" y="79"/>
                          <a:pt x="180" y="79"/>
                        </a:cubicBezTo>
                        <a:cubicBezTo>
                          <a:pt x="180" y="79"/>
                          <a:pt x="165" y="68"/>
                          <a:pt x="176" y="66"/>
                        </a:cubicBezTo>
                        <a:cubicBezTo>
                          <a:pt x="187" y="64"/>
                          <a:pt x="189" y="68"/>
                          <a:pt x="189" y="68"/>
                        </a:cubicBezTo>
                        <a:cubicBezTo>
                          <a:pt x="191" y="55"/>
                          <a:pt x="191" y="55"/>
                          <a:pt x="191" y="55"/>
                        </a:cubicBezTo>
                        <a:cubicBezTo>
                          <a:pt x="196" y="54"/>
                          <a:pt x="196" y="54"/>
                          <a:pt x="196" y="54"/>
                        </a:cubicBezTo>
                        <a:cubicBezTo>
                          <a:pt x="195" y="50"/>
                          <a:pt x="192" y="44"/>
                          <a:pt x="187" y="43"/>
                        </a:cubicBezTo>
                        <a:cubicBezTo>
                          <a:pt x="176" y="43"/>
                          <a:pt x="178" y="52"/>
                          <a:pt x="171" y="55"/>
                        </a:cubicBezTo>
                        <a:cubicBezTo>
                          <a:pt x="163" y="57"/>
                          <a:pt x="166" y="43"/>
                          <a:pt x="166" y="43"/>
                        </a:cubicBezTo>
                        <a:cubicBezTo>
                          <a:pt x="154" y="44"/>
                          <a:pt x="154" y="44"/>
                          <a:pt x="154" y="44"/>
                        </a:cubicBezTo>
                        <a:cubicBezTo>
                          <a:pt x="154" y="44"/>
                          <a:pt x="150" y="44"/>
                          <a:pt x="146" y="42"/>
                        </a:cubicBezTo>
                        <a:cubicBezTo>
                          <a:pt x="142" y="39"/>
                          <a:pt x="148" y="31"/>
                          <a:pt x="153" y="29"/>
                        </a:cubicBezTo>
                        <a:cubicBezTo>
                          <a:pt x="159" y="27"/>
                          <a:pt x="154" y="19"/>
                          <a:pt x="154" y="19"/>
                        </a:cubicBezTo>
                        <a:cubicBezTo>
                          <a:pt x="150" y="19"/>
                          <a:pt x="150" y="19"/>
                          <a:pt x="150" y="19"/>
                        </a:cubicBezTo>
                        <a:cubicBezTo>
                          <a:pt x="144" y="11"/>
                          <a:pt x="144" y="11"/>
                          <a:pt x="144" y="11"/>
                        </a:cubicBezTo>
                        <a:cubicBezTo>
                          <a:pt x="134" y="8"/>
                          <a:pt x="134" y="8"/>
                          <a:pt x="134" y="8"/>
                        </a:cubicBezTo>
                        <a:cubicBezTo>
                          <a:pt x="125" y="8"/>
                          <a:pt x="125" y="8"/>
                          <a:pt x="125" y="8"/>
                        </a:cubicBezTo>
                        <a:cubicBezTo>
                          <a:pt x="125" y="8"/>
                          <a:pt x="116" y="0"/>
                          <a:pt x="109" y="1"/>
                        </a:cubicBezTo>
                        <a:cubicBezTo>
                          <a:pt x="102" y="2"/>
                          <a:pt x="107" y="14"/>
                          <a:pt x="107" y="14"/>
                        </a:cubicBezTo>
                        <a:cubicBezTo>
                          <a:pt x="103" y="10"/>
                          <a:pt x="103" y="10"/>
                          <a:pt x="103" y="10"/>
                        </a:cubicBezTo>
                        <a:lnTo>
                          <a:pt x="93" y="17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1" name="Freeform 257"/>
                  <p:cNvSpPr>
                    <a:spLocks noEditPoints="1"/>
                  </p:cNvSpPr>
                  <p:nvPr/>
                </p:nvSpPr>
                <p:spPr bwMode="gray">
                  <a:xfrm>
                    <a:off x="1634068" y="5231877"/>
                    <a:ext cx="621616" cy="658899"/>
                  </a:xfrm>
                  <a:custGeom>
                    <a:avLst/>
                    <a:gdLst>
                      <a:gd name="T0" fmla="*/ 341 w 523"/>
                      <a:gd name="T1" fmla="*/ 483 h 554"/>
                      <a:gd name="T2" fmla="*/ 278 w 523"/>
                      <a:gd name="T3" fmla="*/ 485 h 554"/>
                      <a:gd name="T4" fmla="*/ 281 w 523"/>
                      <a:gd name="T5" fmla="*/ 507 h 554"/>
                      <a:gd name="T6" fmla="*/ 330 w 523"/>
                      <a:gd name="T7" fmla="*/ 531 h 554"/>
                      <a:gd name="T8" fmla="*/ 372 w 523"/>
                      <a:gd name="T9" fmla="*/ 513 h 554"/>
                      <a:gd name="T10" fmla="*/ 378 w 523"/>
                      <a:gd name="T11" fmla="*/ 479 h 554"/>
                      <a:gd name="T12" fmla="*/ 68 w 523"/>
                      <a:gd name="T13" fmla="*/ 320 h 554"/>
                      <a:gd name="T14" fmla="*/ 75 w 523"/>
                      <a:gd name="T15" fmla="*/ 381 h 554"/>
                      <a:gd name="T16" fmla="*/ 78 w 523"/>
                      <a:gd name="T17" fmla="*/ 424 h 554"/>
                      <a:gd name="T18" fmla="*/ 103 w 523"/>
                      <a:gd name="T19" fmla="*/ 414 h 554"/>
                      <a:gd name="T20" fmla="*/ 133 w 523"/>
                      <a:gd name="T21" fmla="*/ 388 h 554"/>
                      <a:gd name="T22" fmla="*/ 140 w 523"/>
                      <a:gd name="T23" fmla="*/ 352 h 554"/>
                      <a:gd name="T24" fmla="*/ 481 w 523"/>
                      <a:gd name="T25" fmla="*/ 337 h 554"/>
                      <a:gd name="T26" fmla="*/ 414 w 523"/>
                      <a:gd name="T27" fmla="*/ 281 h 554"/>
                      <a:gd name="T28" fmla="*/ 311 w 523"/>
                      <a:gd name="T29" fmla="*/ 216 h 554"/>
                      <a:gd name="T30" fmla="*/ 249 w 523"/>
                      <a:gd name="T31" fmla="*/ 148 h 554"/>
                      <a:gd name="T32" fmla="*/ 244 w 523"/>
                      <a:gd name="T33" fmla="*/ 92 h 554"/>
                      <a:gd name="T34" fmla="*/ 294 w 523"/>
                      <a:gd name="T35" fmla="*/ 46 h 554"/>
                      <a:gd name="T36" fmla="*/ 265 w 523"/>
                      <a:gd name="T37" fmla="*/ 29 h 554"/>
                      <a:gd name="T38" fmla="*/ 243 w 523"/>
                      <a:gd name="T39" fmla="*/ 16 h 554"/>
                      <a:gd name="T40" fmla="*/ 195 w 523"/>
                      <a:gd name="T41" fmla="*/ 7 h 554"/>
                      <a:gd name="T42" fmla="*/ 165 w 523"/>
                      <a:gd name="T43" fmla="*/ 16 h 554"/>
                      <a:gd name="T44" fmla="*/ 154 w 523"/>
                      <a:gd name="T45" fmla="*/ 40 h 554"/>
                      <a:gd name="T46" fmla="*/ 124 w 523"/>
                      <a:gd name="T47" fmla="*/ 44 h 554"/>
                      <a:gd name="T48" fmla="*/ 107 w 523"/>
                      <a:gd name="T49" fmla="*/ 54 h 554"/>
                      <a:gd name="T50" fmla="*/ 85 w 523"/>
                      <a:gd name="T51" fmla="*/ 51 h 554"/>
                      <a:gd name="T52" fmla="*/ 60 w 523"/>
                      <a:gd name="T53" fmla="*/ 62 h 554"/>
                      <a:gd name="T54" fmla="*/ 19 w 523"/>
                      <a:gd name="T55" fmla="*/ 64 h 554"/>
                      <a:gd name="T56" fmla="*/ 28 w 523"/>
                      <a:gd name="T57" fmla="*/ 93 h 554"/>
                      <a:gd name="T58" fmla="*/ 6 w 523"/>
                      <a:gd name="T59" fmla="*/ 118 h 554"/>
                      <a:gd name="T60" fmla="*/ 12 w 523"/>
                      <a:gd name="T61" fmla="*/ 141 h 554"/>
                      <a:gd name="T62" fmla="*/ 45 w 523"/>
                      <a:gd name="T63" fmla="*/ 160 h 554"/>
                      <a:gd name="T64" fmla="*/ 58 w 523"/>
                      <a:gd name="T65" fmla="*/ 173 h 554"/>
                      <a:gd name="T66" fmla="*/ 160 w 523"/>
                      <a:gd name="T67" fmla="*/ 192 h 554"/>
                      <a:gd name="T68" fmla="*/ 193 w 523"/>
                      <a:gd name="T69" fmla="*/ 236 h 554"/>
                      <a:gd name="T70" fmla="*/ 259 w 523"/>
                      <a:gd name="T71" fmla="*/ 294 h 554"/>
                      <a:gd name="T72" fmla="*/ 325 w 523"/>
                      <a:gd name="T73" fmla="*/ 334 h 554"/>
                      <a:gd name="T74" fmla="*/ 397 w 523"/>
                      <a:gd name="T75" fmla="*/ 373 h 554"/>
                      <a:gd name="T76" fmla="*/ 418 w 523"/>
                      <a:gd name="T77" fmla="*/ 446 h 554"/>
                      <a:gd name="T78" fmla="*/ 395 w 523"/>
                      <a:gd name="T79" fmla="*/ 489 h 554"/>
                      <a:gd name="T80" fmla="*/ 435 w 523"/>
                      <a:gd name="T81" fmla="*/ 466 h 554"/>
                      <a:gd name="T82" fmla="*/ 452 w 523"/>
                      <a:gd name="T83" fmla="*/ 408 h 554"/>
                      <a:gd name="T84" fmla="*/ 468 w 523"/>
                      <a:gd name="T85" fmla="*/ 361 h 554"/>
                      <a:gd name="T86" fmla="*/ 515 w 523"/>
                      <a:gd name="T87" fmla="*/ 363 h 5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523" h="554">
                        <a:moveTo>
                          <a:pt x="378" y="479"/>
                        </a:moveTo>
                        <a:cubicBezTo>
                          <a:pt x="378" y="479"/>
                          <a:pt x="365" y="472"/>
                          <a:pt x="358" y="474"/>
                        </a:cubicBezTo>
                        <a:cubicBezTo>
                          <a:pt x="351" y="476"/>
                          <a:pt x="341" y="483"/>
                          <a:pt x="341" y="483"/>
                        </a:cubicBezTo>
                        <a:cubicBezTo>
                          <a:pt x="341" y="483"/>
                          <a:pt x="322" y="486"/>
                          <a:pt x="314" y="486"/>
                        </a:cubicBezTo>
                        <a:cubicBezTo>
                          <a:pt x="306" y="486"/>
                          <a:pt x="292" y="470"/>
                          <a:pt x="289" y="473"/>
                        </a:cubicBezTo>
                        <a:cubicBezTo>
                          <a:pt x="286" y="476"/>
                          <a:pt x="278" y="485"/>
                          <a:pt x="278" y="485"/>
                        </a:cubicBezTo>
                        <a:cubicBezTo>
                          <a:pt x="265" y="477"/>
                          <a:pt x="265" y="477"/>
                          <a:pt x="265" y="477"/>
                        </a:cubicBezTo>
                        <a:cubicBezTo>
                          <a:pt x="265" y="477"/>
                          <a:pt x="245" y="482"/>
                          <a:pt x="253" y="494"/>
                        </a:cubicBezTo>
                        <a:cubicBezTo>
                          <a:pt x="264" y="510"/>
                          <a:pt x="276" y="505"/>
                          <a:pt x="281" y="507"/>
                        </a:cubicBezTo>
                        <a:cubicBezTo>
                          <a:pt x="286" y="509"/>
                          <a:pt x="291" y="517"/>
                          <a:pt x="293" y="521"/>
                        </a:cubicBezTo>
                        <a:cubicBezTo>
                          <a:pt x="295" y="525"/>
                          <a:pt x="317" y="535"/>
                          <a:pt x="317" y="535"/>
                        </a:cubicBezTo>
                        <a:cubicBezTo>
                          <a:pt x="330" y="531"/>
                          <a:pt x="330" y="531"/>
                          <a:pt x="330" y="531"/>
                        </a:cubicBezTo>
                        <a:cubicBezTo>
                          <a:pt x="330" y="531"/>
                          <a:pt x="344" y="552"/>
                          <a:pt x="363" y="553"/>
                        </a:cubicBezTo>
                        <a:cubicBezTo>
                          <a:pt x="382" y="554"/>
                          <a:pt x="377" y="537"/>
                          <a:pt x="377" y="537"/>
                        </a:cubicBezTo>
                        <a:cubicBezTo>
                          <a:pt x="377" y="537"/>
                          <a:pt x="372" y="520"/>
                          <a:pt x="372" y="513"/>
                        </a:cubicBezTo>
                        <a:cubicBezTo>
                          <a:pt x="372" y="506"/>
                          <a:pt x="377" y="496"/>
                          <a:pt x="383" y="491"/>
                        </a:cubicBezTo>
                        <a:cubicBezTo>
                          <a:pt x="389" y="486"/>
                          <a:pt x="383" y="469"/>
                          <a:pt x="383" y="469"/>
                        </a:cubicBezTo>
                        <a:lnTo>
                          <a:pt x="378" y="479"/>
                        </a:lnTo>
                        <a:close/>
                        <a:moveTo>
                          <a:pt x="119" y="312"/>
                        </a:moveTo>
                        <a:cubicBezTo>
                          <a:pt x="107" y="311"/>
                          <a:pt x="95" y="332"/>
                          <a:pt x="87" y="332"/>
                        </a:cubicBezTo>
                        <a:cubicBezTo>
                          <a:pt x="79" y="332"/>
                          <a:pt x="68" y="320"/>
                          <a:pt x="68" y="320"/>
                        </a:cubicBezTo>
                        <a:cubicBezTo>
                          <a:pt x="64" y="331"/>
                          <a:pt x="64" y="331"/>
                          <a:pt x="64" y="331"/>
                        </a:cubicBezTo>
                        <a:cubicBezTo>
                          <a:pt x="64" y="331"/>
                          <a:pt x="79" y="344"/>
                          <a:pt x="79" y="354"/>
                        </a:cubicBezTo>
                        <a:cubicBezTo>
                          <a:pt x="79" y="364"/>
                          <a:pt x="75" y="381"/>
                          <a:pt x="75" y="381"/>
                        </a:cubicBezTo>
                        <a:cubicBezTo>
                          <a:pt x="81" y="388"/>
                          <a:pt x="81" y="388"/>
                          <a:pt x="81" y="388"/>
                        </a:cubicBezTo>
                        <a:cubicBezTo>
                          <a:pt x="73" y="393"/>
                          <a:pt x="73" y="393"/>
                          <a:pt x="73" y="393"/>
                        </a:cubicBezTo>
                        <a:cubicBezTo>
                          <a:pt x="78" y="424"/>
                          <a:pt x="78" y="424"/>
                          <a:pt x="78" y="424"/>
                        </a:cubicBezTo>
                        <a:cubicBezTo>
                          <a:pt x="69" y="424"/>
                          <a:pt x="69" y="424"/>
                          <a:pt x="69" y="424"/>
                        </a:cubicBezTo>
                        <a:cubicBezTo>
                          <a:pt x="82" y="435"/>
                          <a:pt x="82" y="435"/>
                          <a:pt x="82" y="435"/>
                        </a:cubicBezTo>
                        <a:cubicBezTo>
                          <a:pt x="98" y="435"/>
                          <a:pt x="103" y="414"/>
                          <a:pt x="103" y="414"/>
                        </a:cubicBezTo>
                        <a:cubicBezTo>
                          <a:pt x="103" y="414"/>
                          <a:pt x="115" y="430"/>
                          <a:pt x="124" y="423"/>
                        </a:cubicBezTo>
                        <a:cubicBezTo>
                          <a:pt x="133" y="416"/>
                          <a:pt x="129" y="398"/>
                          <a:pt x="129" y="398"/>
                        </a:cubicBezTo>
                        <a:cubicBezTo>
                          <a:pt x="133" y="388"/>
                          <a:pt x="133" y="388"/>
                          <a:pt x="133" y="388"/>
                        </a:cubicBezTo>
                        <a:cubicBezTo>
                          <a:pt x="133" y="371"/>
                          <a:pt x="133" y="371"/>
                          <a:pt x="133" y="371"/>
                        </a:cubicBezTo>
                        <a:cubicBezTo>
                          <a:pt x="133" y="371"/>
                          <a:pt x="127" y="369"/>
                          <a:pt x="128" y="364"/>
                        </a:cubicBezTo>
                        <a:cubicBezTo>
                          <a:pt x="129" y="359"/>
                          <a:pt x="140" y="359"/>
                          <a:pt x="140" y="352"/>
                        </a:cubicBezTo>
                        <a:cubicBezTo>
                          <a:pt x="140" y="345"/>
                          <a:pt x="131" y="313"/>
                          <a:pt x="119" y="312"/>
                        </a:cubicBezTo>
                        <a:close/>
                        <a:moveTo>
                          <a:pt x="515" y="363"/>
                        </a:moveTo>
                        <a:cubicBezTo>
                          <a:pt x="507" y="354"/>
                          <a:pt x="481" y="337"/>
                          <a:pt x="481" y="337"/>
                        </a:cubicBezTo>
                        <a:cubicBezTo>
                          <a:pt x="451" y="321"/>
                          <a:pt x="451" y="321"/>
                          <a:pt x="451" y="321"/>
                        </a:cubicBezTo>
                        <a:cubicBezTo>
                          <a:pt x="451" y="321"/>
                          <a:pt x="398" y="308"/>
                          <a:pt x="402" y="299"/>
                        </a:cubicBezTo>
                        <a:cubicBezTo>
                          <a:pt x="406" y="290"/>
                          <a:pt x="415" y="289"/>
                          <a:pt x="414" y="281"/>
                        </a:cubicBezTo>
                        <a:cubicBezTo>
                          <a:pt x="413" y="273"/>
                          <a:pt x="365" y="271"/>
                          <a:pt x="365" y="271"/>
                        </a:cubicBezTo>
                        <a:cubicBezTo>
                          <a:pt x="365" y="271"/>
                          <a:pt x="351" y="266"/>
                          <a:pt x="334" y="249"/>
                        </a:cubicBezTo>
                        <a:cubicBezTo>
                          <a:pt x="317" y="232"/>
                          <a:pt x="311" y="216"/>
                          <a:pt x="311" y="216"/>
                        </a:cubicBezTo>
                        <a:cubicBezTo>
                          <a:pt x="311" y="216"/>
                          <a:pt x="306" y="192"/>
                          <a:pt x="296" y="186"/>
                        </a:cubicBezTo>
                        <a:cubicBezTo>
                          <a:pt x="286" y="180"/>
                          <a:pt x="275" y="170"/>
                          <a:pt x="275" y="170"/>
                        </a:cubicBezTo>
                        <a:cubicBezTo>
                          <a:pt x="249" y="148"/>
                          <a:pt x="249" y="148"/>
                          <a:pt x="249" y="148"/>
                        </a:cubicBezTo>
                        <a:cubicBezTo>
                          <a:pt x="249" y="148"/>
                          <a:pt x="235" y="126"/>
                          <a:pt x="240" y="124"/>
                        </a:cubicBezTo>
                        <a:cubicBezTo>
                          <a:pt x="245" y="122"/>
                          <a:pt x="253" y="120"/>
                          <a:pt x="253" y="115"/>
                        </a:cubicBezTo>
                        <a:cubicBezTo>
                          <a:pt x="253" y="110"/>
                          <a:pt x="236" y="101"/>
                          <a:pt x="244" y="92"/>
                        </a:cubicBezTo>
                        <a:cubicBezTo>
                          <a:pt x="252" y="83"/>
                          <a:pt x="275" y="77"/>
                          <a:pt x="275" y="77"/>
                        </a:cubicBezTo>
                        <a:cubicBezTo>
                          <a:pt x="289" y="71"/>
                          <a:pt x="289" y="71"/>
                          <a:pt x="289" y="71"/>
                        </a:cubicBezTo>
                        <a:cubicBezTo>
                          <a:pt x="294" y="46"/>
                          <a:pt x="294" y="46"/>
                          <a:pt x="294" y="46"/>
                        </a:cubicBezTo>
                        <a:cubicBezTo>
                          <a:pt x="286" y="43"/>
                          <a:pt x="286" y="43"/>
                          <a:pt x="286" y="43"/>
                        </a:cubicBezTo>
                        <a:cubicBezTo>
                          <a:pt x="286" y="43"/>
                          <a:pt x="294" y="36"/>
                          <a:pt x="291" y="30"/>
                        </a:cubicBezTo>
                        <a:cubicBezTo>
                          <a:pt x="288" y="25"/>
                          <a:pt x="265" y="29"/>
                          <a:pt x="265" y="29"/>
                        </a:cubicBezTo>
                        <a:cubicBezTo>
                          <a:pt x="253" y="29"/>
                          <a:pt x="253" y="29"/>
                          <a:pt x="253" y="29"/>
                        </a:cubicBezTo>
                        <a:cubicBezTo>
                          <a:pt x="248" y="16"/>
                          <a:pt x="248" y="16"/>
                          <a:pt x="248" y="16"/>
                        </a:cubicBezTo>
                        <a:cubicBezTo>
                          <a:pt x="243" y="16"/>
                          <a:pt x="243" y="16"/>
                          <a:pt x="243" y="16"/>
                        </a:cubicBezTo>
                        <a:cubicBezTo>
                          <a:pt x="243" y="16"/>
                          <a:pt x="242" y="2"/>
                          <a:pt x="233" y="1"/>
                        </a:cubicBezTo>
                        <a:cubicBezTo>
                          <a:pt x="223" y="0"/>
                          <a:pt x="221" y="9"/>
                          <a:pt x="221" y="9"/>
                        </a:cubicBezTo>
                        <a:cubicBezTo>
                          <a:pt x="195" y="7"/>
                          <a:pt x="195" y="7"/>
                          <a:pt x="195" y="7"/>
                        </a:cubicBezTo>
                        <a:cubicBezTo>
                          <a:pt x="185" y="19"/>
                          <a:pt x="185" y="19"/>
                          <a:pt x="185" y="19"/>
                        </a:cubicBezTo>
                        <a:cubicBezTo>
                          <a:pt x="179" y="15"/>
                          <a:pt x="179" y="15"/>
                          <a:pt x="179" y="15"/>
                        </a:cubicBezTo>
                        <a:cubicBezTo>
                          <a:pt x="165" y="16"/>
                          <a:pt x="165" y="16"/>
                          <a:pt x="165" y="16"/>
                        </a:cubicBezTo>
                        <a:cubicBezTo>
                          <a:pt x="163" y="29"/>
                          <a:pt x="163" y="29"/>
                          <a:pt x="163" y="29"/>
                        </a:cubicBezTo>
                        <a:cubicBezTo>
                          <a:pt x="163" y="29"/>
                          <a:pt x="161" y="25"/>
                          <a:pt x="150" y="27"/>
                        </a:cubicBezTo>
                        <a:cubicBezTo>
                          <a:pt x="139" y="29"/>
                          <a:pt x="154" y="40"/>
                          <a:pt x="154" y="40"/>
                        </a:cubicBezTo>
                        <a:cubicBezTo>
                          <a:pt x="149" y="46"/>
                          <a:pt x="149" y="46"/>
                          <a:pt x="149" y="46"/>
                        </a:cubicBezTo>
                        <a:cubicBezTo>
                          <a:pt x="138" y="41"/>
                          <a:pt x="138" y="41"/>
                          <a:pt x="138" y="41"/>
                        </a:cubicBezTo>
                        <a:cubicBezTo>
                          <a:pt x="124" y="44"/>
                          <a:pt x="124" y="44"/>
                          <a:pt x="124" y="44"/>
                        </a:cubicBezTo>
                        <a:cubicBezTo>
                          <a:pt x="118" y="32"/>
                          <a:pt x="118" y="32"/>
                          <a:pt x="118" y="32"/>
                        </a:cubicBezTo>
                        <a:cubicBezTo>
                          <a:pt x="113" y="48"/>
                          <a:pt x="113" y="48"/>
                          <a:pt x="113" y="48"/>
                        </a:cubicBezTo>
                        <a:cubicBezTo>
                          <a:pt x="107" y="54"/>
                          <a:pt x="107" y="54"/>
                          <a:pt x="107" y="54"/>
                        </a:cubicBezTo>
                        <a:cubicBezTo>
                          <a:pt x="106" y="69"/>
                          <a:pt x="106" y="69"/>
                          <a:pt x="106" y="69"/>
                        </a:cubicBezTo>
                        <a:cubicBezTo>
                          <a:pt x="90" y="52"/>
                          <a:pt x="90" y="52"/>
                          <a:pt x="90" y="52"/>
                        </a:cubicBezTo>
                        <a:cubicBezTo>
                          <a:pt x="85" y="51"/>
                          <a:pt x="85" y="51"/>
                          <a:pt x="85" y="51"/>
                        </a:cubicBezTo>
                        <a:cubicBezTo>
                          <a:pt x="85" y="51"/>
                          <a:pt x="81" y="36"/>
                          <a:pt x="77" y="36"/>
                        </a:cubicBezTo>
                        <a:cubicBezTo>
                          <a:pt x="73" y="36"/>
                          <a:pt x="66" y="42"/>
                          <a:pt x="66" y="42"/>
                        </a:cubicBezTo>
                        <a:cubicBezTo>
                          <a:pt x="66" y="42"/>
                          <a:pt x="70" y="53"/>
                          <a:pt x="60" y="62"/>
                        </a:cubicBezTo>
                        <a:cubicBezTo>
                          <a:pt x="50" y="70"/>
                          <a:pt x="45" y="57"/>
                          <a:pt x="40" y="57"/>
                        </a:cubicBezTo>
                        <a:cubicBezTo>
                          <a:pt x="35" y="57"/>
                          <a:pt x="26" y="64"/>
                          <a:pt x="26" y="64"/>
                        </a:cubicBezTo>
                        <a:cubicBezTo>
                          <a:pt x="19" y="64"/>
                          <a:pt x="19" y="64"/>
                          <a:pt x="19" y="64"/>
                        </a:cubicBezTo>
                        <a:cubicBezTo>
                          <a:pt x="19" y="68"/>
                          <a:pt x="9" y="72"/>
                          <a:pt x="9" y="72"/>
                        </a:cubicBezTo>
                        <a:cubicBezTo>
                          <a:pt x="17" y="80"/>
                          <a:pt x="17" y="80"/>
                          <a:pt x="17" y="80"/>
                        </a:cubicBezTo>
                        <a:cubicBezTo>
                          <a:pt x="17" y="80"/>
                          <a:pt x="28" y="84"/>
                          <a:pt x="28" y="93"/>
                        </a:cubicBezTo>
                        <a:cubicBezTo>
                          <a:pt x="28" y="102"/>
                          <a:pt x="9" y="103"/>
                          <a:pt x="9" y="103"/>
                        </a:cubicBezTo>
                        <a:cubicBezTo>
                          <a:pt x="0" y="105"/>
                          <a:pt x="0" y="105"/>
                          <a:pt x="0" y="105"/>
                        </a:cubicBezTo>
                        <a:cubicBezTo>
                          <a:pt x="6" y="118"/>
                          <a:pt x="6" y="118"/>
                          <a:pt x="6" y="118"/>
                        </a:cubicBezTo>
                        <a:cubicBezTo>
                          <a:pt x="13" y="118"/>
                          <a:pt x="13" y="118"/>
                          <a:pt x="13" y="118"/>
                        </a:cubicBezTo>
                        <a:cubicBezTo>
                          <a:pt x="13" y="118"/>
                          <a:pt x="17" y="121"/>
                          <a:pt x="18" y="126"/>
                        </a:cubicBezTo>
                        <a:cubicBezTo>
                          <a:pt x="19" y="131"/>
                          <a:pt x="13" y="131"/>
                          <a:pt x="12" y="141"/>
                        </a:cubicBezTo>
                        <a:cubicBezTo>
                          <a:pt x="11" y="151"/>
                          <a:pt x="25" y="152"/>
                          <a:pt x="25" y="152"/>
                        </a:cubicBezTo>
                        <a:cubicBezTo>
                          <a:pt x="28" y="158"/>
                          <a:pt x="28" y="158"/>
                          <a:pt x="28" y="158"/>
                        </a:cubicBezTo>
                        <a:cubicBezTo>
                          <a:pt x="28" y="158"/>
                          <a:pt x="42" y="156"/>
                          <a:pt x="45" y="160"/>
                        </a:cubicBezTo>
                        <a:cubicBezTo>
                          <a:pt x="48" y="164"/>
                          <a:pt x="42" y="174"/>
                          <a:pt x="38" y="174"/>
                        </a:cubicBezTo>
                        <a:cubicBezTo>
                          <a:pt x="36" y="174"/>
                          <a:pt x="35" y="176"/>
                          <a:pt x="35" y="179"/>
                        </a:cubicBezTo>
                        <a:cubicBezTo>
                          <a:pt x="44" y="178"/>
                          <a:pt x="54" y="177"/>
                          <a:pt x="58" y="173"/>
                        </a:cubicBezTo>
                        <a:cubicBezTo>
                          <a:pt x="65" y="166"/>
                          <a:pt x="83" y="145"/>
                          <a:pt x="93" y="145"/>
                        </a:cubicBezTo>
                        <a:cubicBezTo>
                          <a:pt x="103" y="145"/>
                          <a:pt x="132" y="152"/>
                          <a:pt x="144" y="162"/>
                        </a:cubicBezTo>
                        <a:cubicBezTo>
                          <a:pt x="156" y="172"/>
                          <a:pt x="160" y="192"/>
                          <a:pt x="160" y="192"/>
                        </a:cubicBezTo>
                        <a:cubicBezTo>
                          <a:pt x="168" y="200"/>
                          <a:pt x="168" y="200"/>
                          <a:pt x="168" y="200"/>
                        </a:cubicBezTo>
                        <a:cubicBezTo>
                          <a:pt x="168" y="200"/>
                          <a:pt x="160" y="221"/>
                          <a:pt x="169" y="226"/>
                        </a:cubicBezTo>
                        <a:cubicBezTo>
                          <a:pt x="178" y="231"/>
                          <a:pt x="193" y="236"/>
                          <a:pt x="193" y="236"/>
                        </a:cubicBezTo>
                        <a:cubicBezTo>
                          <a:pt x="197" y="249"/>
                          <a:pt x="197" y="249"/>
                          <a:pt x="197" y="249"/>
                        </a:cubicBezTo>
                        <a:cubicBezTo>
                          <a:pt x="217" y="250"/>
                          <a:pt x="217" y="250"/>
                          <a:pt x="217" y="250"/>
                        </a:cubicBezTo>
                        <a:cubicBezTo>
                          <a:pt x="217" y="250"/>
                          <a:pt x="250" y="284"/>
                          <a:pt x="259" y="294"/>
                        </a:cubicBezTo>
                        <a:cubicBezTo>
                          <a:pt x="268" y="304"/>
                          <a:pt x="276" y="313"/>
                          <a:pt x="276" y="313"/>
                        </a:cubicBezTo>
                        <a:cubicBezTo>
                          <a:pt x="303" y="314"/>
                          <a:pt x="303" y="314"/>
                          <a:pt x="303" y="314"/>
                        </a:cubicBezTo>
                        <a:cubicBezTo>
                          <a:pt x="303" y="314"/>
                          <a:pt x="310" y="329"/>
                          <a:pt x="325" y="334"/>
                        </a:cubicBezTo>
                        <a:cubicBezTo>
                          <a:pt x="340" y="339"/>
                          <a:pt x="359" y="335"/>
                          <a:pt x="362" y="342"/>
                        </a:cubicBezTo>
                        <a:cubicBezTo>
                          <a:pt x="365" y="349"/>
                          <a:pt x="366" y="372"/>
                          <a:pt x="379" y="375"/>
                        </a:cubicBezTo>
                        <a:cubicBezTo>
                          <a:pt x="392" y="378"/>
                          <a:pt x="397" y="373"/>
                          <a:pt x="397" y="373"/>
                        </a:cubicBezTo>
                        <a:cubicBezTo>
                          <a:pt x="397" y="373"/>
                          <a:pt x="400" y="392"/>
                          <a:pt x="402" y="406"/>
                        </a:cubicBezTo>
                        <a:cubicBezTo>
                          <a:pt x="404" y="420"/>
                          <a:pt x="417" y="419"/>
                          <a:pt x="417" y="429"/>
                        </a:cubicBezTo>
                        <a:cubicBezTo>
                          <a:pt x="417" y="439"/>
                          <a:pt x="418" y="446"/>
                          <a:pt x="418" y="446"/>
                        </a:cubicBezTo>
                        <a:cubicBezTo>
                          <a:pt x="405" y="445"/>
                          <a:pt x="405" y="445"/>
                          <a:pt x="405" y="445"/>
                        </a:cubicBezTo>
                        <a:cubicBezTo>
                          <a:pt x="404" y="460"/>
                          <a:pt x="404" y="460"/>
                          <a:pt x="404" y="460"/>
                        </a:cubicBezTo>
                        <a:cubicBezTo>
                          <a:pt x="404" y="460"/>
                          <a:pt x="384" y="489"/>
                          <a:pt x="395" y="489"/>
                        </a:cubicBezTo>
                        <a:cubicBezTo>
                          <a:pt x="406" y="489"/>
                          <a:pt x="414" y="483"/>
                          <a:pt x="414" y="483"/>
                        </a:cubicBezTo>
                        <a:cubicBezTo>
                          <a:pt x="422" y="468"/>
                          <a:pt x="422" y="468"/>
                          <a:pt x="422" y="468"/>
                        </a:cubicBezTo>
                        <a:cubicBezTo>
                          <a:pt x="435" y="466"/>
                          <a:pt x="435" y="466"/>
                          <a:pt x="435" y="466"/>
                        </a:cubicBezTo>
                        <a:cubicBezTo>
                          <a:pt x="435" y="466"/>
                          <a:pt x="432" y="444"/>
                          <a:pt x="436" y="441"/>
                        </a:cubicBezTo>
                        <a:cubicBezTo>
                          <a:pt x="440" y="438"/>
                          <a:pt x="461" y="432"/>
                          <a:pt x="461" y="432"/>
                        </a:cubicBezTo>
                        <a:cubicBezTo>
                          <a:pt x="461" y="432"/>
                          <a:pt x="456" y="412"/>
                          <a:pt x="452" y="408"/>
                        </a:cubicBezTo>
                        <a:cubicBezTo>
                          <a:pt x="448" y="404"/>
                          <a:pt x="430" y="399"/>
                          <a:pt x="431" y="392"/>
                        </a:cubicBezTo>
                        <a:cubicBezTo>
                          <a:pt x="432" y="385"/>
                          <a:pt x="445" y="351"/>
                          <a:pt x="453" y="354"/>
                        </a:cubicBezTo>
                        <a:cubicBezTo>
                          <a:pt x="461" y="357"/>
                          <a:pt x="468" y="361"/>
                          <a:pt x="468" y="361"/>
                        </a:cubicBezTo>
                        <a:cubicBezTo>
                          <a:pt x="488" y="361"/>
                          <a:pt x="488" y="361"/>
                          <a:pt x="488" y="361"/>
                        </a:cubicBezTo>
                        <a:cubicBezTo>
                          <a:pt x="488" y="361"/>
                          <a:pt x="491" y="384"/>
                          <a:pt x="505" y="385"/>
                        </a:cubicBezTo>
                        <a:cubicBezTo>
                          <a:pt x="519" y="386"/>
                          <a:pt x="523" y="372"/>
                          <a:pt x="515" y="363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258"/>
                  <p:cNvSpPr>
                    <a:spLocks/>
                  </p:cNvSpPr>
                  <p:nvPr/>
                </p:nvSpPr>
                <p:spPr bwMode="gray">
                  <a:xfrm>
                    <a:off x="1909896" y="4986739"/>
                    <a:ext cx="332702" cy="157047"/>
                  </a:xfrm>
                  <a:custGeom>
                    <a:avLst/>
                    <a:gdLst>
                      <a:gd name="T0" fmla="*/ 268 w 280"/>
                      <a:gd name="T1" fmla="*/ 67 h 132"/>
                      <a:gd name="T2" fmla="*/ 255 w 280"/>
                      <a:gd name="T3" fmla="*/ 60 h 132"/>
                      <a:gd name="T4" fmla="*/ 240 w 280"/>
                      <a:gd name="T5" fmla="*/ 57 h 132"/>
                      <a:gd name="T6" fmla="*/ 219 w 280"/>
                      <a:gd name="T7" fmla="*/ 42 h 132"/>
                      <a:gd name="T8" fmla="*/ 196 w 280"/>
                      <a:gd name="T9" fmla="*/ 47 h 132"/>
                      <a:gd name="T10" fmla="*/ 177 w 280"/>
                      <a:gd name="T11" fmla="*/ 35 h 132"/>
                      <a:gd name="T12" fmla="*/ 178 w 280"/>
                      <a:gd name="T13" fmla="*/ 28 h 132"/>
                      <a:gd name="T14" fmla="*/ 159 w 280"/>
                      <a:gd name="T15" fmla="*/ 24 h 132"/>
                      <a:gd name="T16" fmla="*/ 132 w 280"/>
                      <a:gd name="T17" fmla="*/ 13 h 132"/>
                      <a:gd name="T18" fmla="*/ 116 w 280"/>
                      <a:gd name="T19" fmla="*/ 2 h 132"/>
                      <a:gd name="T20" fmla="*/ 108 w 280"/>
                      <a:gd name="T21" fmla="*/ 11 h 132"/>
                      <a:gd name="T22" fmla="*/ 87 w 280"/>
                      <a:gd name="T23" fmla="*/ 11 h 132"/>
                      <a:gd name="T24" fmla="*/ 72 w 280"/>
                      <a:gd name="T25" fmla="*/ 19 h 132"/>
                      <a:gd name="T26" fmla="*/ 56 w 280"/>
                      <a:gd name="T27" fmla="*/ 24 h 132"/>
                      <a:gd name="T28" fmla="*/ 38 w 280"/>
                      <a:gd name="T29" fmla="*/ 36 h 132"/>
                      <a:gd name="T30" fmla="*/ 21 w 280"/>
                      <a:gd name="T31" fmla="*/ 36 h 132"/>
                      <a:gd name="T32" fmla="*/ 11 w 280"/>
                      <a:gd name="T33" fmla="*/ 42 h 132"/>
                      <a:gd name="T34" fmla="*/ 5 w 280"/>
                      <a:gd name="T35" fmla="*/ 50 h 132"/>
                      <a:gd name="T36" fmla="*/ 17 w 280"/>
                      <a:gd name="T37" fmla="*/ 60 h 132"/>
                      <a:gd name="T38" fmla="*/ 19 w 280"/>
                      <a:gd name="T39" fmla="*/ 74 h 132"/>
                      <a:gd name="T40" fmla="*/ 27 w 280"/>
                      <a:gd name="T41" fmla="*/ 82 h 132"/>
                      <a:gd name="T42" fmla="*/ 42 w 280"/>
                      <a:gd name="T43" fmla="*/ 90 h 132"/>
                      <a:gd name="T44" fmla="*/ 49 w 280"/>
                      <a:gd name="T45" fmla="*/ 98 h 132"/>
                      <a:gd name="T46" fmla="*/ 65 w 280"/>
                      <a:gd name="T47" fmla="*/ 108 h 132"/>
                      <a:gd name="T48" fmla="*/ 87 w 280"/>
                      <a:gd name="T49" fmla="*/ 131 h 132"/>
                      <a:gd name="T50" fmla="*/ 110 w 280"/>
                      <a:gd name="T51" fmla="*/ 132 h 132"/>
                      <a:gd name="T52" fmla="*/ 115 w 280"/>
                      <a:gd name="T53" fmla="*/ 119 h 132"/>
                      <a:gd name="T54" fmla="*/ 142 w 280"/>
                      <a:gd name="T55" fmla="*/ 112 h 132"/>
                      <a:gd name="T56" fmla="*/ 158 w 280"/>
                      <a:gd name="T57" fmla="*/ 113 h 132"/>
                      <a:gd name="T58" fmla="*/ 173 w 280"/>
                      <a:gd name="T59" fmla="*/ 120 h 132"/>
                      <a:gd name="T60" fmla="*/ 200 w 280"/>
                      <a:gd name="T61" fmla="*/ 123 h 132"/>
                      <a:gd name="T62" fmla="*/ 221 w 280"/>
                      <a:gd name="T63" fmla="*/ 116 h 132"/>
                      <a:gd name="T64" fmla="*/ 255 w 280"/>
                      <a:gd name="T65" fmla="*/ 105 h 132"/>
                      <a:gd name="T66" fmla="*/ 269 w 280"/>
                      <a:gd name="T67" fmla="*/ 86 h 132"/>
                      <a:gd name="T68" fmla="*/ 275 w 280"/>
                      <a:gd name="T69" fmla="*/ 73 h 1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80" h="132">
                        <a:moveTo>
                          <a:pt x="275" y="73"/>
                        </a:moveTo>
                        <a:cubicBezTo>
                          <a:pt x="268" y="67"/>
                          <a:pt x="268" y="67"/>
                          <a:pt x="268" y="67"/>
                        </a:cubicBezTo>
                        <a:cubicBezTo>
                          <a:pt x="269" y="62"/>
                          <a:pt x="269" y="62"/>
                          <a:pt x="269" y="62"/>
                        </a:cubicBezTo>
                        <a:cubicBezTo>
                          <a:pt x="269" y="62"/>
                          <a:pt x="259" y="60"/>
                          <a:pt x="255" y="60"/>
                        </a:cubicBezTo>
                        <a:cubicBezTo>
                          <a:pt x="251" y="60"/>
                          <a:pt x="247" y="51"/>
                          <a:pt x="247" y="51"/>
                        </a:cubicBezTo>
                        <a:cubicBezTo>
                          <a:pt x="240" y="57"/>
                          <a:pt x="240" y="57"/>
                          <a:pt x="240" y="57"/>
                        </a:cubicBezTo>
                        <a:cubicBezTo>
                          <a:pt x="240" y="57"/>
                          <a:pt x="235" y="44"/>
                          <a:pt x="227" y="43"/>
                        </a:cubicBezTo>
                        <a:cubicBezTo>
                          <a:pt x="219" y="42"/>
                          <a:pt x="219" y="42"/>
                          <a:pt x="219" y="42"/>
                        </a:cubicBezTo>
                        <a:cubicBezTo>
                          <a:pt x="219" y="42"/>
                          <a:pt x="224" y="35"/>
                          <a:pt x="211" y="39"/>
                        </a:cubicBezTo>
                        <a:cubicBezTo>
                          <a:pt x="198" y="43"/>
                          <a:pt x="196" y="47"/>
                          <a:pt x="196" y="47"/>
                        </a:cubicBezTo>
                        <a:cubicBezTo>
                          <a:pt x="196" y="47"/>
                          <a:pt x="185" y="45"/>
                          <a:pt x="181" y="43"/>
                        </a:cubicBezTo>
                        <a:cubicBezTo>
                          <a:pt x="177" y="41"/>
                          <a:pt x="177" y="35"/>
                          <a:pt x="177" y="35"/>
                        </a:cubicBezTo>
                        <a:cubicBezTo>
                          <a:pt x="171" y="32"/>
                          <a:pt x="171" y="32"/>
                          <a:pt x="171" y="32"/>
                        </a:cubicBezTo>
                        <a:cubicBezTo>
                          <a:pt x="178" y="28"/>
                          <a:pt x="178" y="28"/>
                          <a:pt x="178" y="28"/>
                        </a:cubicBezTo>
                        <a:cubicBezTo>
                          <a:pt x="175" y="23"/>
                          <a:pt x="175" y="23"/>
                          <a:pt x="175" y="23"/>
                        </a:cubicBezTo>
                        <a:cubicBezTo>
                          <a:pt x="175" y="23"/>
                          <a:pt x="162" y="24"/>
                          <a:pt x="159" y="24"/>
                        </a:cubicBezTo>
                        <a:cubicBezTo>
                          <a:pt x="156" y="24"/>
                          <a:pt x="158" y="18"/>
                          <a:pt x="146" y="14"/>
                        </a:cubicBezTo>
                        <a:cubicBezTo>
                          <a:pt x="134" y="10"/>
                          <a:pt x="132" y="13"/>
                          <a:pt x="132" y="13"/>
                        </a:cubicBezTo>
                        <a:cubicBezTo>
                          <a:pt x="129" y="4"/>
                          <a:pt x="129" y="4"/>
                          <a:pt x="129" y="4"/>
                        </a:cubicBezTo>
                        <a:cubicBezTo>
                          <a:pt x="116" y="2"/>
                          <a:pt x="116" y="2"/>
                          <a:pt x="116" y="2"/>
                        </a:cubicBezTo>
                        <a:cubicBezTo>
                          <a:pt x="116" y="2"/>
                          <a:pt x="116" y="2"/>
                          <a:pt x="116" y="2"/>
                        </a:cubicBezTo>
                        <a:cubicBezTo>
                          <a:pt x="114" y="6"/>
                          <a:pt x="111" y="11"/>
                          <a:pt x="108" y="11"/>
                        </a:cubicBezTo>
                        <a:cubicBezTo>
                          <a:pt x="103" y="12"/>
                          <a:pt x="98" y="0"/>
                          <a:pt x="96" y="1"/>
                        </a:cubicBezTo>
                        <a:cubicBezTo>
                          <a:pt x="94" y="2"/>
                          <a:pt x="89" y="8"/>
                          <a:pt x="87" y="11"/>
                        </a:cubicBezTo>
                        <a:cubicBezTo>
                          <a:pt x="84" y="14"/>
                          <a:pt x="73" y="13"/>
                          <a:pt x="73" y="13"/>
                        </a:cubicBezTo>
                        <a:cubicBezTo>
                          <a:pt x="73" y="13"/>
                          <a:pt x="75" y="18"/>
                          <a:pt x="72" y="19"/>
                        </a:cubicBezTo>
                        <a:cubicBezTo>
                          <a:pt x="69" y="20"/>
                          <a:pt x="58" y="20"/>
                          <a:pt x="58" y="20"/>
                        </a:cubicBezTo>
                        <a:cubicBezTo>
                          <a:pt x="56" y="24"/>
                          <a:pt x="56" y="24"/>
                          <a:pt x="56" y="24"/>
                        </a:cubicBezTo>
                        <a:cubicBezTo>
                          <a:pt x="45" y="27"/>
                          <a:pt x="45" y="27"/>
                          <a:pt x="45" y="27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8" y="36"/>
                          <a:pt x="40" y="32"/>
                          <a:pt x="31" y="30"/>
                        </a:cubicBezTo>
                        <a:cubicBezTo>
                          <a:pt x="23" y="28"/>
                          <a:pt x="21" y="36"/>
                          <a:pt x="21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4" y="36"/>
                          <a:pt x="15" y="41"/>
                          <a:pt x="11" y="42"/>
                        </a:cubicBezTo>
                        <a:cubicBezTo>
                          <a:pt x="7" y="42"/>
                          <a:pt x="7" y="36"/>
                          <a:pt x="3" y="38"/>
                        </a:cubicBezTo>
                        <a:cubicBezTo>
                          <a:pt x="0" y="41"/>
                          <a:pt x="5" y="50"/>
                          <a:pt x="5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17" y="60"/>
                          <a:pt x="17" y="60"/>
                          <a:pt x="17" y="60"/>
                        </a:cubicBezTo>
                        <a:cubicBezTo>
                          <a:pt x="17" y="60"/>
                          <a:pt x="9" y="64"/>
                          <a:pt x="10" y="66"/>
                        </a:cubicBezTo>
                        <a:cubicBezTo>
                          <a:pt x="11" y="68"/>
                          <a:pt x="19" y="74"/>
                          <a:pt x="19" y="74"/>
                        </a:cubicBezTo>
                        <a:cubicBezTo>
                          <a:pt x="21" y="80"/>
                          <a:pt x="21" y="80"/>
                          <a:pt x="21" y="80"/>
                        </a:cubicBezTo>
                        <a:cubicBezTo>
                          <a:pt x="27" y="82"/>
                          <a:pt x="27" y="82"/>
                          <a:pt x="27" y="82"/>
                        </a:cubicBezTo>
                        <a:cubicBezTo>
                          <a:pt x="27" y="82"/>
                          <a:pt x="21" y="87"/>
                          <a:pt x="29" y="88"/>
                        </a:cubicBezTo>
                        <a:cubicBezTo>
                          <a:pt x="36" y="88"/>
                          <a:pt x="42" y="90"/>
                          <a:pt x="42" y="90"/>
                        </a:cubicBezTo>
                        <a:cubicBezTo>
                          <a:pt x="45" y="98"/>
                          <a:pt x="45" y="98"/>
                          <a:pt x="45" y="98"/>
                        </a:cubicBezTo>
                        <a:cubicBezTo>
                          <a:pt x="49" y="98"/>
                          <a:pt x="49" y="98"/>
                          <a:pt x="49" y="98"/>
                        </a:cubicBezTo>
                        <a:cubicBezTo>
                          <a:pt x="55" y="107"/>
                          <a:pt x="55" y="107"/>
                          <a:pt x="55" y="107"/>
                        </a:cubicBezTo>
                        <a:cubicBezTo>
                          <a:pt x="55" y="107"/>
                          <a:pt x="60" y="105"/>
                          <a:pt x="65" y="108"/>
                        </a:cubicBezTo>
                        <a:cubicBezTo>
                          <a:pt x="71" y="112"/>
                          <a:pt x="72" y="119"/>
                          <a:pt x="72" y="119"/>
                        </a:cubicBezTo>
                        <a:cubicBezTo>
                          <a:pt x="72" y="119"/>
                          <a:pt x="80" y="131"/>
                          <a:pt x="87" y="131"/>
                        </a:cubicBezTo>
                        <a:cubicBezTo>
                          <a:pt x="95" y="131"/>
                          <a:pt x="101" y="127"/>
                          <a:pt x="101" y="127"/>
                        </a:cubicBezTo>
                        <a:cubicBezTo>
                          <a:pt x="110" y="132"/>
                          <a:pt x="110" y="132"/>
                          <a:pt x="110" y="132"/>
                        </a:cubicBezTo>
                        <a:cubicBezTo>
                          <a:pt x="111" y="120"/>
                          <a:pt x="111" y="120"/>
                          <a:pt x="111" y="120"/>
                        </a:cubicBezTo>
                        <a:cubicBezTo>
                          <a:pt x="115" y="119"/>
                          <a:pt x="115" y="119"/>
                          <a:pt x="115" y="119"/>
                        </a:cubicBezTo>
                        <a:cubicBezTo>
                          <a:pt x="115" y="119"/>
                          <a:pt x="122" y="106"/>
                          <a:pt x="125" y="105"/>
                        </a:cubicBezTo>
                        <a:cubicBezTo>
                          <a:pt x="129" y="104"/>
                          <a:pt x="142" y="112"/>
                          <a:pt x="142" y="112"/>
                        </a:cubicBezTo>
                        <a:cubicBezTo>
                          <a:pt x="151" y="118"/>
                          <a:pt x="151" y="118"/>
                          <a:pt x="151" y="118"/>
                        </a:cubicBezTo>
                        <a:cubicBezTo>
                          <a:pt x="158" y="113"/>
                          <a:pt x="158" y="113"/>
                          <a:pt x="158" y="113"/>
                        </a:cubicBezTo>
                        <a:cubicBezTo>
                          <a:pt x="165" y="121"/>
                          <a:pt x="165" y="121"/>
                          <a:pt x="165" y="121"/>
                        </a:cubicBezTo>
                        <a:cubicBezTo>
                          <a:pt x="173" y="120"/>
                          <a:pt x="173" y="120"/>
                          <a:pt x="173" y="120"/>
                        </a:cubicBezTo>
                        <a:cubicBezTo>
                          <a:pt x="173" y="120"/>
                          <a:pt x="177" y="113"/>
                          <a:pt x="184" y="115"/>
                        </a:cubicBezTo>
                        <a:cubicBezTo>
                          <a:pt x="192" y="118"/>
                          <a:pt x="200" y="123"/>
                          <a:pt x="200" y="123"/>
                        </a:cubicBezTo>
                        <a:cubicBezTo>
                          <a:pt x="200" y="123"/>
                          <a:pt x="205" y="119"/>
                          <a:pt x="209" y="118"/>
                        </a:cubicBezTo>
                        <a:cubicBezTo>
                          <a:pt x="212" y="117"/>
                          <a:pt x="218" y="117"/>
                          <a:pt x="221" y="116"/>
                        </a:cubicBezTo>
                        <a:cubicBezTo>
                          <a:pt x="222" y="118"/>
                          <a:pt x="228" y="120"/>
                          <a:pt x="233" y="117"/>
                        </a:cubicBezTo>
                        <a:cubicBezTo>
                          <a:pt x="240" y="112"/>
                          <a:pt x="255" y="105"/>
                          <a:pt x="255" y="105"/>
                        </a:cubicBezTo>
                        <a:cubicBezTo>
                          <a:pt x="255" y="92"/>
                          <a:pt x="255" y="92"/>
                          <a:pt x="255" y="92"/>
                        </a:cubicBezTo>
                        <a:cubicBezTo>
                          <a:pt x="269" y="86"/>
                          <a:pt x="269" y="86"/>
                          <a:pt x="269" y="86"/>
                        </a:cubicBezTo>
                        <a:cubicBezTo>
                          <a:pt x="280" y="79"/>
                          <a:pt x="280" y="79"/>
                          <a:pt x="280" y="79"/>
                        </a:cubicBezTo>
                        <a:cubicBezTo>
                          <a:pt x="277" y="76"/>
                          <a:pt x="275" y="73"/>
                          <a:pt x="275" y="73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259"/>
                  <p:cNvSpPr>
                    <a:spLocks/>
                  </p:cNvSpPr>
                  <p:nvPr/>
                </p:nvSpPr>
                <p:spPr bwMode="gray">
                  <a:xfrm>
                    <a:off x="2003514" y="4757207"/>
                    <a:ext cx="498301" cy="357890"/>
                  </a:xfrm>
                  <a:custGeom>
                    <a:avLst/>
                    <a:gdLst>
                      <a:gd name="T0" fmla="*/ 312 w 419"/>
                      <a:gd name="T1" fmla="*/ 276 h 301"/>
                      <a:gd name="T2" fmla="*/ 351 w 419"/>
                      <a:gd name="T3" fmla="*/ 293 h 301"/>
                      <a:gd name="T4" fmla="*/ 371 w 419"/>
                      <a:gd name="T5" fmla="*/ 301 h 301"/>
                      <a:gd name="T6" fmla="*/ 364 w 419"/>
                      <a:gd name="T7" fmla="*/ 265 h 301"/>
                      <a:gd name="T8" fmla="*/ 417 w 419"/>
                      <a:gd name="T9" fmla="*/ 224 h 301"/>
                      <a:gd name="T10" fmla="*/ 416 w 419"/>
                      <a:gd name="T11" fmla="*/ 203 h 301"/>
                      <a:gd name="T12" fmla="*/ 390 w 419"/>
                      <a:gd name="T13" fmla="*/ 180 h 301"/>
                      <a:gd name="T14" fmla="*/ 389 w 419"/>
                      <a:gd name="T15" fmla="*/ 167 h 301"/>
                      <a:gd name="T16" fmla="*/ 387 w 419"/>
                      <a:gd name="T17" fmla="*/ 140 h 301"/>
                      <a:gd name="T18" fmla="*/ 379 w 419"/>
                      <a:gd name="T19" fmla="*/ 123 h 301"/>
                      <a:gd name="T20" fmla="*/ 394 w 419"/>
                      <a:gd name="T21" fmla="*/ 106 h 301"/>
                      <a:gd name="T22" fmla="*/ 392 w 419"/>
                      <a:gd name="T23" fmla="*/ 78 h 301"/>
                      <a:gd name="T24" fmla="*/ 373 w 419"/>
                      <a:gd name="T25" fmla="*/ 46 h 301"/>
                      <a:gd name="T26" fmla="*/ 344 w 419"/>
                      <a:gd name="T27" fmla="*/ 22 h 301"/>
                      <a:gd name="T28" fmla="*/ 313 w 419"/>
                      <a:gd name="T29" fmla="*/ 26 h 301"/>
                      <a:gd name="T30" fmla="*/ 257 w 419"/>
                      <a:gd name="T31" fmla="*/ 20 h 301"/>
                      <a:gd name="T32" fmla="*/ 231 w 419"/>
                      <a:gd name="T33" fmla="*/ 18 h 301"/>
                      <a:gd name="T34" fmla="*/ 189 w 419"/>
                      <a:gd name="T35" fmla="*/ 22 h 301"/>
                      <a:gd name="T36" fmla="*/ 149 w 419"/>
                      <a:gd name="T37" fmla="*/ 0 h 301"/>
                      <a:gd name="T38" fmla="*/ 81 w 419"/>
                      <a:gd name="T39" fmla="*/ 28 h 301"/>
                      <a:gd name="T40" fmla="*/ 12 w 419"/>
                      <a:gd name="T41" fmla="*/ 48 h 301"/>
                      <a:gd name="T42" fmla="*/ 7 w 419"/>
                      <a:gd name="T43" fmla="*/ 58 h 301"/>
                      <a:gd name="T44" fmla="*/ 14 w 419"/>
                      <a:gd name="T45" fmla="*/ 75 h 301"/>
                      <a:gd name="T46" fmla="*/ 3 w 419"/>
                      <a:gd name="T47" fmla="*/ 102 h 301"/>
                      <a:gd name="T48" fmla="*/ 14 w 419"/>
                      <a:gd name="T49" fmla="*/ 111 h 301"/>
                      <a:gd name="T50" fmla="*/ 24 w 419"/>
                      <a:gd name="T51" fmla="*/ 122 h 301"/>
                      <a:gd name="T52" fmla="*/ 25 w 419"/>
                      <a:gd name="T53" fmla="*/ 132 h 301"/>
                      <a:gd name="T54" fmla="*/ 29 w 419"/>
                      <a:gd name="T55" fmla="*/ 142 h 301"/>
                      <a:gd name="T56" fmla="*/ 30 w 419"/>
                      <a:gd name="T57" fmla="*/ 161 h 301"/>
                      <a:gd name="T58" fmla="*/ 38 w 419"/>
                      <a:gd name="T59" fmla="*/ 173 h 301"/>
                      <a:gd name="T60" fmla="*/ 41 w 419"/>
                      <a:gd name="T61" fmla="*/ 187 h 301"/>
                      <a:gd name="T62" fmla="*/ 50 w 419"/>
                      <a:gd name="T63" fmla="*/ 197 h 301"/>
                      <a:gd name="T64" fmla="*/ 67 w 419"/>
                      <a:gd name="T65" fmla="*/ 207 h 301"/>
                      <a:gd name="T66" fmla="*/ 96 w 419"/>
                      <a:gd name="T67" fmla="*/ 216 h 301"/>
                      <a:gd name="T68" fmla="*/ 92 w 419"/>
                      <a:gd name="T69" fmla="*/ 225 h 301"/>
                      <a:gd name="T70" fmla="*/ 102 w 419"/>
                      <a:gd name="T71" fmla="*/ 236 h 301"/>
                      <a:gd name="T72" fmla="*/ 132 w 419"/>
                      <a:gd name="T73" fmla="*/ 232 h 301"/>
                      <a:gd name="T74" fmla="*/ 148 w 419"/>
                      <a:gd name="T75" fmla="*/ 236 h 301"/>
                      <a:gd name="T76" fmla="*/ 168 w 419"/>
                      <a:gd name="T77" fmla="*/ 244 h 301"/>
                      <a:gd name="T78" fmla="*/ 190 w 419"/>
                      <a:gd name="T79" fmla="*/ 255 h 301"/>
                      <a:gd name="T80" fmla="*/ 196 w 419"/>
                      <a:gd name="T81" fmla="*/ 266 h 301"/>
                      <a:gd name="T82" fmla="*/ 229 w 419"/>
                      <a:gd name="T83" fmla="*/ 272 h 301"/>
                      <a:gd name="T84" fmla="*/ 244 w 419"/>
                      <a:gd name="T85" fmla="*/ 281 h 301"/>
                      <a:gd name="T86" fmla="*/ 258 w 419"/>
                      <a:gd name="T87" fmla="*/ 279 h 301"/>
                      <a:gd name="T88" fmla="*/ 288 w 419"/>
                      <a:gd name="T89" fmla="*/ 284 h 3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419" h="301">
                        <a:moveTo>
                          <a:pt x="288" y="284"/>
                        </a:moveTo>
                        <a:cubicBezTo>
                          <a:pt x="293" y="284"/>
                          <a:pt x="298" y="276"/>
                          <a:pt x="312" y="276"/>
                        </a:cubicBezTo>
                        <a:cubicBezTo>
                          <a:pt x="326" y="276"/>
                          <a:pt x="325" y="283"/>
                          <a:pt x="332" y="289"/>
                        </a:cubicBezTo>
                        <a:cubicBezTo>
                          <a:pt x="339" y="295"/>
                          <a:pt x="345" y="293"/>
                          <a:pt x="351" y="293"/>
                        </a:cubicBezTo>
                        <a:cubicBezTo>
                          <a:pt x="357" y="293"/>
                          <a:pt x="355" y="300"/>
                          <a:pt x="355" y="300"/>
                        </a:cubicBezTo>
                        <a:cubicBezTo>
                          <a:pt x="371" y="301"/>
                          <a:pt x="371" y="301"/>
                          <a:pt x="371" y="301"/>
                        </a:cubicBezTo>
                        <a:cubicBezTo>
                          <a:pt x="371" y="301"/>
                          <a:pt x="362" y="295"/>
                          <a:pt x="363" y="285"/>
                        </a:cubicBezTo>
                        <a:cubicBezTo>
                          <a:pt x="364" y="275"/>
                          <a:pt x="364" y="265"/>
                          <a:pt x="364" y="265"/>
                        </a:cubicBezTo>
                        <a:cubicBezTo>
                          <a:pt x="399" y="230"/>
                          <a:pt x="399" y="230"/>
                          <a:pt x="399" y="230"/>
                        </a:cubicBezTo>
                        <a:cubicBezTo>
                          <a:pt x="399" y="230"/>
                          <a:pt x="419" y="229"/>
                          <a:pt x="417" y="224"/>
                        </a:cubicBezTo>
                        <a:cubicBezTo>
                          <a:pt x="415" y="219"/>
                          <a:pt x="409" y="211"/>
                          <a:pt x="409" y="211"/>
                        </a:cubicBezTo>
                        <a:cubicBezTo>
                          <a:pt x="416" y="203"/>
                          <a:pt x="416" y="203"/>
                          <a:pt x="416" y="203"/>
                        </a:cubicBezTo>
                        <a:cubicBezTo>
                          <a:pt x="416" y="203"/>
                          <a:pt x="404" y="200"/>
                          <a:pt x="401" y="191"/>
                        </a:cubicBezTo>
                        <a:cubicBezTo>
                          <a:pt x="398" y="182"/>
                          <a:pt x="390" y="180"/>
                          <a:pt x="390" y="180"/>
                        </a:cubicBezTo>
                        <a:cubicBezTo>
                          <a:pt x="388" y="167"/>
                          <a:pt x="388" y="167"/>
                          <a:pt x="388" y="167"/>
                        </a:cubicBezTo>
                        <a:cubicBezTo>
                          <a:pt x="388" y="167"/>
                          <a:pt x="388" y="167"/>
                          <a:pt x="389" y="167"/>
                        </a:cubicBezTo>
                        <a:cubicBezTo>
                          <a:pt x="386" y="158"/>
                          <a:pt x="386" y="158"/>
                          <a:pt x="386" y="158"/>
                        </a:cubicBezTo>
                        <a:cubicBezTo>
                          <a:pt x="386" y="158"/>
                          <a:pt x="389" y="144"/>
                          <a:pt x="387" y="140"/>
                        </a:cubicBezTo>
                        <a:cubicBezTo>
                          <a:pt x="385" y="136"/>
                          <a:pt x="371" y="133"/>
                          <a:pt x="369" y="127"/>
                        </a:cubicBezTo>
                        <a:cubicBezTo>
                          <a:pt x="367" y="121"/>
                          <a:pt x="376" y="123"/>
                          <a:pt x="379" y="123"/>
                        </a:cubicBezTo>
                        <a:cubicBezTo>
                          <a:pt x="382" y="123"/>
                          <a:pt x="380" y="111"/>
                          <a:pt x="380" y="111"/>
                        </a:cubicBezTo>
                        <a:cubicBezTo>
                          <a:pt x="394" y="106"/>
                          <a:pt x="394" y="106"/>
                          <a:pt x="394" y="106"/>
                        </a:cubicBezTo>
                        <a:cubicBezTo>
                          <a:pt x="394" y="106"/>
                          <a:pt x="396" y="98"/>
                          <a:pt x="398" y="94"/>
                        </a:cubicBezTo>
                        <a:cubicBezTo>
                          <a:pt x="400" y="90"/>
                          <a:pt x="392" y="78"/>
                          <a:pt x="392" y="78"/>
                        </a:cubicBezTo>
                        <a:cubicBezTo>
                          <a:pt x="392" y="78"/>
                          <a:pt x="381" y="69"/>
                          <a:pt x="381" y="64"/>
                        </a:cubicBezTo>
                        <a:cubicBezTo>
                          <a:pt x="381" y="59"/>
                          <a:pt x="373" y="46"/>
                          <a:pt x="373" y="46"/>
                        </a:cubicBezTo>
                        <a:cubicBezTo>
                          <a:pt x="373" y="33"/>
                          <a:pt x="373" y="33"/>
                          <a:pt x="373" y="33"/>
                        </a:cubicBezTo>
                        <a:cubicBezTo>
                          <a:pt x="373" y="33"/>
                          <a:pt x="357" y="24"/>
                          <a:pt x="344" y="22"/>
                        </a:cubicBezTo>
                        <a:cubicBezTo>
                          <a:pt x="331" y="20"/>
                          <a:pt x="336" y="27"/>
                          <a:pt x="336" y="27"/>
                        </a:cubicBezTo>
                        <a:cubicBezTo>
                          <a:pt x="336" y="27"/>
                          <a:pt x="321" y="27"/>
                          <a:pt x="313" y="26"/>
                        </a:cubicBezTo>
                        <a:cubicBezTo>
                          <a:pt x="305" y="25"/>
                          <a:pt x="274" y="27"/>
                          <a:pt x="274" y="27"/>
                        </a:cubicBezTo>
                        <a:cubicBezTo>
                          <a:pt x="274" y="27"/>
                          <a:pt x="266" y="22"/>
                          <a:pt x="257" y="20"/>
                        </a:cubicBezTo>
                        <a:cubicBezTo>
                          <a:pt x="248" y="18"/>
                          <a:pt x="236" y="23"/>
                          <a:pt x="236" y="23"/>
                        </a:cubicBezTo>
                        <a:cubicBezTo>
                          <a:pt x="231" y="18"/>
                          <a:pt x="231" y="18"/>
                          <a:pt x="231" y="18"/>
                        </a:cubicBezTo>
                        <a:cubicBezTo>
                          <a:pt x="231" y="19"/>
                          <a:pt x="231" y="19"/>
                          <a:pt x="231" y="19"/>
                        </a:cubicBezTo>
                        <a:cubicBezTo>
                          <a:pt x="231" y="19"/>
                          <a:pt x="195" y="23"/>
                          <a:pt x="189" y="22"/>
                        </a:cubicBezTo>
                        <a:cubicBezTo>
                          <a:pt x="183" y="21"/>
                          <a:pt x="178" y="4"/>
                          <a:pt x="178" y="4"/>
                        </a:cubicBezTo>
                        <a:cubicBezTo>
                          <a:pt x="178" y="4"/>
                          <a:pt x="164" y="0"/>
                          <a:pt x="149" y="0"/>
                        </a:cubicBezTo>
                        <a:cubicBezTo>
                          <a:pt x="134" y="0"/>
                          <a:pt x="94" y="17"/>
                          <a:pt x="94" y="17"/>
                        </a:cubicBezTo>
                        <a:cubicBezTo>
                          <a:pt x="81" y="28"/>
                          <a:pt x="81" y="28"/>
                          <a:pt x="81" y="28"/>
                        </a:cubicBez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41" y="33"/>
                          <a:pt x="10" y="44"/>
                          <a:pt x="12" y="48"/>
                        </a:cubicBezTo>
                        <a:cubicBezTo>
                          <a:pt x="14" y="52"/>
                          <a:pt x="14" y="62"/>
                          <a:pt x="14" y="62"/>
                        </a:cubicBezTo>
                        <a:cubicBezTo>
                          <a:pt x="7" y="58"/>
                          <a:pt x="7" y="58"/>
                          <a:pt x="7" y="58"/>
                        </a:cubicBezTo>
                        <a:cubicBezTo>
                          <a:pt x="8" y="61"/>
                          <a:pt x="9" y="65"/>
                          <a:pt x="8" y="68"/>
                        </a:cubicBezTo>
                        <a:cubicBezTo>
                          <a:pt x="6" y="74"/>
                          <a:pt x="11" y="66"/>
                          <a:pt x="14" y="75"/>
                        </a:cubicBezTo>
                        <a:cubicBezTo>
                          <a:pt x="16" y="83"/>
                          <a:pt x="18" y="85"/>
                          <a:pt x="12" y="89"/>
                        </a:cubicBezTo>
                        <a:cubicBezTo>
                          <a:pt x="6" y="94"/>
                          <a:pt x="0" y="95"/>
                          <a:pt x="3" y="102"/>
                        </a:cubicBezTo>
                        <a:cubicBezTo>
                          <a:pt x="6" y="109"/>
                          <a:pt x="10" y="105"/>
                          <a:pt x="10" y="105"/>
                        </a:cubicBezTo>
                        <a:cubicBezTo>
                          <a:pt x="14" y="111"/>
                          <a:pt x="14" y="111"/>
                          <a:pt x="14" y="111"/>
                        </a:cubicBezTo>
                        <a:cubicBezTo>
                          <a:pt x="14" y="111"/>
                          <a:pt x="18" y="107"/>
                          <a:pt x="21" y="111"/>
                        </a:cubicBezTo>
                        <a:cubicBezTo>
                          <a:pt x="24" y="116"/>
                          <a:pt x="24" y="122"/>
                          <a:pt x="24" y="122"/>
                        </a:cubicBezTo>
                        <a:cubicBezTo>
                          <a:pt x="24" y="122"/>
                          <a:pt x="18" y="125"/>
                          <a:pt x="19" y="128"/>
                        </a:cubicBezTo>
                        <a:cubicBezTo>
                          <a:pt x="20" y="131"/>
                          <a:pt x="25" y="132"/>
                          <a:pt x="25" y="132"/>
                        </a:cubicBezTo>
                        <a:cubicBezTo>
                          <a:pt x="25" y="132"/>
                          <a:pt x="22" y="139"/>
                          <a:pt x="24" y="139"/>
                        </a:cubicBezTo>
                        <a:cubicBezTo>
                          <a:pt x="26" y="140"/>
                          <a:pt x="29" y="142"/>
                          <a:pt x="29" y="142"/>
                        </a:cubicBezTo>
                        <a:cubicBezTo>
                          <a:pt x="29" y="142"/>
                          <a:pt x="20" y="148"/>
                          <a:pt x="20" y="153"/>
                        </a:cubicBezTo>
                        <a:cubicBezTo>
                          <a:pt x="21" y="159"/>
                          <a:pt x="30" y="161"/>
                          <a:pt x="30" y="161"/>
                        </a:cubicBezTo>
                        <a:cubicBezTo>
                          <a:pt x="29" y="173"/>
                          <a:pt x="29" y="173"/>
                          <a:pt x="29" y="173"/>
                        </a:cubicBezTo>
                        <a:cubicBezTo>
                          <a:pt x="29" y="173"/>
                          <a:pt x="37" y="167"/>
                          <a:pt x="38" y="173"/>
                        </a:cubicBezTo>
                        <a:cubicBezTo>
                          <a:pt x="40" y="178"/>
                          <a:pt x="36" y="183"/>
                          <a:pt x="36" y="183"/>
                        </a:cubicBezTo>
                        <a:cubicBezTo>
                          <a:pt x="36" y="183"/>
                          <a:pt x="42" y="184"/>
                          <a:pt x="41" y="187"/>
                        </a:cubicBezTo>
                        <a:cubicBezTo>
                          <a:pt x="40" y="189"/>
                          <a:pt x="39" y="192"/>
                          <a:pt x="37" y="195"/>
                        </a:cubicBezTo>
                        <a:cubicBezTo>
                          <a:pt x="50" y="197"/>
                          <a:pt x="50" y="197"/>
                          <a:pt x="50" y="197"/>
                        </a:cubicBezTo>
                        <a:cubicBezTo>
                          <a:pt x="53" y="206"/>
                          <a:pt x="53" y="206"/>
                          <a:pt x="53" y="206"/>
                        </a:cubicBezTo>
                        <a:cubicBezTo>
                          <a:pt x="53" y="206"/>
                          <a:pt x="55" y="203"/>
                          <a:pt x="67" y="207"/>
                        </a:cubicBezTo>
                        <a:cubicBezTo>
                          <a:pt x="79" y="211"/>
                          <a:pt x="77" y="217"/>
                          <a:pt x="80" y="217"/>
                        </a:cubicBezTo>
                        <a:cubicBezTo>
                          <a:pt x="83" y="217"/>
                          <a:pt x="96" y="216"/>
                          <a:pt x="96" y="216"/>
                        </a:cubicBezTo>
                        <a:cubicBezTo>
                          <a:pt x="99" y="221"/>
                          <a:pt x="99" y="221"/>
                          <a:pt x="99" y="221"/>
                        </a:cubicBezTo>
                        <a:cubicBezTo>
                          <a:pt x="92" y="225"/>
                          <a:pt x="92" y="225"/>
                          <a:pt x="92" y="225"/>
                        </a:cubicBezTo>
                        <a:cubicBezTo>
                          <a:pt x="98" y="228"/>
                          <a:pt x="98" y="228"/>
                          <a:pt x="98" y="228"/>
                        </a:cubicBezTo>
                        <a:cubicBezTo>
                          <a:pt x="98" y="228"/>
                          <a:pt x="98" y="234"/>
                          <a:pt x="102" y="236"/>
                        </a:cubicBezTo>
                        <a:cubicBezTo>
                          <a:pt x="106" y="238"/>
                          <a:pt x="117" y="240"/>
                          <a:pt x="117" y="240"/>
                        </a:cubicBezTo>
                        <a:cubicBezTo>
                          <a:pt x="117" y="240"/>
                          <a:pt x="119" y="236"/>
                          <a:pt x="132" y="232"/>
                        </a:cubicBezTo>
                        <a:cubicBezTo>
                          <a:pt x="145" y="228"/>
                          <a:pt x="140" y="235"/>
                          <a:pt x="140" y="235"/>
                        </a:cubicBezTo>
                        <a:cubicBezTo>
                          <a:pt x="140" y="235"/>
                          <a:pt x="140" y="235"/>
                          <a:pt x="148" y="236"/>
                        </a:cubicBezTo>
                        <a:cubicBezTo>
                          <a:pt x="156" y="237"/>
                          <a:pt x="161" y="250"/>
                          <a:pt x="161" y="250"/>
                        </a:cubicBezTo>
                        <a:cubicBezTo>
                          <a:pt x="168" y="244"/>
                          <a:pt x="168" y="244"/>
                          <a:pt x="168" y="244"/>
                        </a:cubicBezTo>
                        <a:cubicBezTo>
                          <a:pt x="168" y="244"/>
                          <a:pt x="172" y="253"/>
                          <a:pt x="176" y="253"/>
                        </a:cubicBezTo>
                        <a:cubicBezTo>
                          <a:pt x="180" y="253"/>
                          <a:pt x="190" y="255"/>
                          <a:pt x="190" y="255"/>
                        </a:cubicBezTo>
                        <a:cubicBezTo>
                          <a:pt x="189" y="260"/>
                          <a:pt x="189" y="260"/>
                          <a:pt x="189" y="260"/>
                        </a:cubicBezTo>
                        <a:cubicBezTo>
                          <a:pt x="196" y="266"/>
                          <a:pt x="196" y="266"/>
                          <a:pt x="196" y="266"/>
                        </a:cubicBezTo>
                        <a:cubicBezTo>
                          <a:pt x="196" y="266"/>
                          <a:pt x="206" y="278"/>
                          <a:pt x="209" y="278"/>
                        </a:cubicBezTo>
                        <a:cubicBezTo>
                          <a:pt x="212" y="278"/>
                          <a:pt x="222" y="270"/>
                          <a:pt x="229" y="272"/>
                        </a:cubicBezTo>
                        <a:cubicBezTo>
                          <a:pt x="236" y="274"/>
                          <a:pt x="237" y="281"/>
                          <a:pt x="237" y="281"/>
                        </a:cubicBezTo>
                        <a:cubicBezTo>
                          <a:pt x="244" y="281"/>
                          <a:pt x="244" y="281"/>
                          <a:pt x="244" y="281"/>
                        </a:cubicBezTo>
                        <a:cubicBezTo>
                          <a:pt x="244" y="281"/>
                          <a:pt x="241" y="288"/>
                          <a:pt x="250" y="288"/>
                        </a:cubicBezTo>
                        <a:cubicBezTo>
                          <a:pt x="259" y="288"/>
                          <a:pt x="258" y="279"/>
                          <a:pt x="258" y="279"/>
                        </a:cubicBezTo>
                        <a:cubicBezTo>
                          <a:pt x="277" y="280"/>
                          <a:pt x="277" y="280"/>
                          <a:pt x="277" y="280"/>
                        </a:cubicBezTo>
                        <a:cubicBezTo>
                          <a:pt x="277" y="280"/>
                          <a:pt x="283" y="284"/>
                          <a:pt x="288" y="284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260"/>
                  <p:cNvSpPr>
                    <a:spLocks/>
                  </p:cNvSpPr>
                  <p:nvPr/>
                </p:nvSpPr>
                <p:spPr bwMode="gray">
                  <a:xfrm>
                    <a:off x="1594811" y="5044123"/>
                    <a:ext cx="42782" cy="37751"/>
                  </a:xfrm>
                  <a:custGeom>
                    <a:avLst/>
                    <a:gdLst>
                      <a:gd name="T0" fmla="*/ 13 w 36"/>
                      <a:gd name="T1" fmla="*/ 32 h 32"/>
                      <a:gd name="T2" fmla="*/ 19 w 36"/>
                      <a:gd name="T3" fmla="*/ 27 h 32"/>
                      <a:gd name="T4" fmla="*/ 30 w 36"/>
                      <a:gd name="T5" fmla="*/ 29 h 32"/>
                      <a:gd name="T6" fmla="*/ 35 w 36"/>
                      <a:gd name="T7" fmla="*/ 20 h 32"/>
                      <a:gd name="T8" fmla="*/ 20 w 36"/>
                      <a:gd name="T9" fmla="*/ 8 h 32"/>
                      <a:gd name="T10" fmla="*/ 20 w 36"/>
                      <a:gd name="T11" fmla="*/ 0 h 32"/>
                      <a:gd name="T12" fmla="*/ 12 w 36"/>
                      <a:gd name="T13" fmla="*/ 4 h 32"/>
                      <a:gd name="T14" fmla="*/ 2 w 36"/>
                      <a:gd name="T15" fmla="*/ 18 h 32"/>
                      <a:gd name="T16" fmla="*/ 13 w 36"/>
                      <a:gd name="T17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6" h="32">
                        <a:moveTo>
                          <a:pt x="13" y="32"/>
                        </a:move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30" y="29"/>
                          <a:pt x="30" y="29"/>
                          <a:pt x="30" y="29"/>
                        </a:cubicBezTo>
                        <a:cubicBezTo>
                          <a:pt x="30" y="29"/>
                          <a:pt x="36" y="25"/>
                          <a:pt x="35" y="20"/>
                        </a:cubicBezTo>
                        <a:cubicBezTo>
                          <a:pt x="34" y="16"/>
                          <a:pt x="24" y="14"/>
                          <a:pt x="20" y="8"/>
                        </a:cubicBezTo>
                        <a:cubicBezTo>
                          <a:pt x="19" y="6"/>
                          <a:pt x="19" y="3"/>
                          <a:pt x="20" y="0"/>
                        </a:cubicBezTo>
                        <a:cubicBezTo>
                          <a:pt x="19" y="1"/>
                          <a:pt x="16" y="2"/>
                          <a:pt x="12" y="4"/>
                        </a:cubicBezTo>
                        <a:cubicBezTo>
                          <a:pt x="1" y="10"/>
                          <a:pt x="0" y="16"/>
                          <a:pt x="2" y="18"/>
                        </a:cubicBezTo>
                        <a:cubicBezTo>
                          <a:pt x="3" y="20"/>
                          <a:pt x="9" y="27"/>
                          <a:pt x="13" y="32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261"/>
                  <p:cNvSpPr>
                    <a:spLocks/>
                  </p:cNvSpPr>
                  <p:nvPr/>
                </p:nvSpPr>
                <p:spPr bwMode="gray">
                  <a:xfrm>
                    <a:off x="1787082" y="5110566"/>
                    <a:ext cx="366426" cy="164095"/>
                  </a:xfrm>
                  <a:custGeom>
                    <a:avLst/>
                    <a:gdLst>
                      <a:gd name="T0" fmla="*/ 307 w 308"/>
                      <a:gd name="T1" fmla="*/ 48 h 138"/>
                      <a:gd name="T2" fmla="*/ 301 w 308"/>
                      <a:gd name="T3" fmla="*/ 33 h 138"/>
                      <a:gd name="T4" fmla="*/ 287 w 308"/>
                      <a:gd name="T5" fmla="*/ 11 h 138"/>
                      <a:gd name="T6" fmla="*/ 268 w 308"/>
                      <a:gd name="T7" fmla="*/ 17 h 138"/>
                      <a:gd name="T8" fmla="*/ 254 w 308"/>
                      <a:gd name="T9" fmla="*/ 14 h 138"/>
                      <a:gd name="T10" fmla="*/ 228 w 308"/>
                      <a:gd name="T11" fmla="*/ 1 h 138"/>
                      <a:gd name="T12" fmla="*/ 214 w 308"/>
                      <a:gd name="T13" fmla="*/ 16 h 138"/>
                      <a:gd name="T14" fmla="*/ 204 w 308"/>
                      <a:gd name="T15" fmla="*/ 23 h 138"/>
                      <a:gd name="T16" fmla="*/ 175 w 308"/>
                      <a:gd name="T17" fmla="*/ 15 h 138"/>
                      <a:gd name="T18" fmla="*/ 156 w 308"/>
                      <a:gd name="T19" fmla="*/ 27 h 138"/>
                      <a:gd name="T20" fmla="*/ 160 w 308"/>
                      <a:gd name="T21" fmla="*/ 45 h 138"/>
                      <a:gd name="T22" fmla="*/ 133 w 308"/>
                      <a:gd name="T23" fmla="*/ 57 h 138"/>
                      <a:gd name="T24" fmla="*/ 141 w 308"/>
                      <a:gd name="T25" fmla="*/ 68 h 138"/>
                      <a:gd name="T26" fmla="*/ 131 w 308"/>
                      <a:gd name="T27" fmla="*/ 77 h 138"/>
                      <a:gd name="T28" fmla="*/ 109 w 308"/>
                      <a:gd name="T29" fmla="*/ 71 h 138"/>
                      <a:gd name="T30" fmla="*/ 84 w 308"/>
                      <a:gd name="T31" fmla="*/ 78 h 138"/>
                      <a:gd name="T32" fmla="*/ 63 w 308"/>
                      <a:gd name="T33" fmla="*/ 88 h 138"/>
                      <a:gd name="T34" fmla="*/ 33 w 308"/>
                      <a:gd name="T35" fmla="*/ 76 h 138"/>
                      <a:gd name="T36" fmla="*/ 26 w 308"/>
                      <a:gd name="T37" fmla="*/ 91 h 138"/>
                      <a:gd name="T38" fmla="*/ 0 w 308"/>
                      <a:gd name="T39" fmla="*/ 84 h 138"/>
                      <a:gd name="T40" fmla="*/ 2 w 308"/>
                      <a:gd name="T41" fmla="*/ 97 h 138"/>
                      <a:gd name="T42" fmla="*/ 11 w 308"/>
                      <a:gd name="T43" fmla="*/ 106 h 138"/>
                      <a:gd name="T44" fmla="*/ 32 w 308"/>
                      <a:gd name="T45" fmla="*/ 106 h 138"/>
                      <a:gd name="T46" fmla="*/ 50 w 308"/>
                      <a:gd name="T47" fmla="*/ 117 h 138"/>
                      <a:gd name="T48" fmla="*/ 66 w 308"/>
                      <a:gd name="T49" fmla="*/ 109 h 138"/>
                      <a:gd name="T50" fmla="*/ 104 w 308"/>
                      <a:gd name="T51" fmla="*/ 103 h 138"/>
                      <a:gd name="T52" fmla="*/ 119 w 308"/>
                      <a:gd name="T53" fmla="*/ 118 h 138"/>
                      <a:gd name="T54" fmla="*/ 136 w 308"/>
                      <a:gd name="T55" fmla="*/ 131 h 138"/>
                      <a:gd name="T56" fmla="*/ 162 w 308"/>
                      <a:gd name="T57" fmla="*/ 136 h 138"/>
                      <a:gd name="T58" fmla="*/ 183 w 308"/>
                      <a:gd name="T59" fmla="*/ 132 h 138"/>
                      <a:gd name="T60" fmla="*/ 207 w 308"/>
                      <a:gd name="T61" fmla="*/ 138 h 138"/>
                      <a:gd name="T62" fmla="*/ 247 w 308"/>
                      <a:gd name="T63" fmla="*/ 130 h 138"/>
                      <a:gd name="T64" fmla="*/ 270 w 308"/>
                      <a:gd name="T65" fmla="*/ 131 h 138"/>
                      <a:gd name="T66" fmla="*/ 277 w 308"/>
                      <a:gd name="T67" fmla="*/ 107 h 138"/>
                      <a:gd name="T68" fmla="*/ 290 w 308"/>
                      <a:gd name="T69" fmla="*/ 91 h 138"/>
                      <a:gd name="T70" fmla="*/ 290 w 308"/>
                      <a:gd name="T71" fmla="*/ 78 h 138"/>
                      <a:gd name="T72" fmla="*/ 306 w 308"/>
                      <a:gd name="T73" fmla="*/ 69 h 1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308" h="138">
                        <a:moveTo>
                          <a:pt x="306" y="69"/>
                        </a:moveTo>
                        <a:cubicBezTo>
                          <a:pt x="306" y="69"/>
                          <a:pt x="308" y="55"/>
                          <a:pt x="307" y="48"/>
                        </a:cubicBezTo>
                        <a:cubicBezTo>
                          <a:pt x="306" y="42"/>
                          <a:pt x="300" y="43"/>
                          <a:pt x="300" y="43"/>
                        </a:cubicBezTo>
                        <a:cubicBezTo>
                          <a:pt x="301" y="33"/>
                          <a:pt x="301" y="33"/>
                          <a:pt x="301" y="33"/>
                        </a:cubicBezTo>
                        <a:cubicBezTo>
                          <a:pt x="303" y="19"/>
                          <a:pt x="303" y="19"/>
                          <a:pt x="303" y="19"/>
                        </a:cubicBezTo>
                        <a:cubicBezTo>
                          <a:pt x="303" y="19"/>
                          <a:pt x="295" y="14"/>
                          <a:pt x="287" y="11"/>
                        </a:cubicBezTo>
                        <a:cubicBezTo>
                          <a:pt x="280" y="9"/>
                          <a:pt x="276" y="16"/>
                          <a:pt x="276" y="16"/>
                        </a:cubicBezTo>
                        <a:cubicBezTo>
                          <a:pt x="268" y="17"/>
                          <a:pt x="268" y="17"/>
                          <a:pt x="268" y="17"/>
                        </a:cubicBezTo>
                        <a:cubicBezTo>
                          <a:pt x="261" y="9"/>
                          <a:pt x="261" y="9"/>
                          <a:pt x="261" y="9"/>
                        </a:cubicBezTo>
                        <a:cubicBezTo>
                          <a:pt x="254" y="14"/>
                          <a:pt x="254" y="14"/>
                          <a:pt x="254" y="14"/>
                        </a:cubicBezTo>
                        <a:cubicBezTo>
                          <a:pt x="245" y="8"/>
                          <a:pt x="245" y="8"/>
                          <a:pt x="245" y="8"/>
                        </a:cubicBezTo>
                        <a:cubicBezTo>
                          <a:pt x="245" y="8"/>
                          <a:pt x="232" y="0"/>
                          <a:pt x="228" y="1"/>
                        </a:cubicBezTo>
                        <a:cubicBezTo>
                          <a:pt x="225" y="2"/>
                          <a:pt x="218" y="15"/>
                          <a:pt x="218" y="15"/>
                        </a:cubicBezTo>
                        <a:cubicBezTo>
                          <a:pt x="214" y="16"/>
                          <a:pt x="214" y="16"/>
                          <a:pt x="214" y="16"/>
                        </a:cubicBezTo>
                        <a:cubicBezTo>
                          <a:pt x="213" y="28"/>
                          <a:pt x="213" y="28"/>
                          <a:pt x="213" y="28"/>
                        </a:cubicBezTo>
                        <a:cubicBezTo>
                          <a:pt x="204" y="23"/>
                          <a:pt x="204" y="23"/>
                          <a:pt x="204" y="23"/>
                        </a:cubicBezTo>
                        <a:cubicBezTo>
                          <a:pt x="204" y="23"/>
                          <a:pt x="198" y="27"/>
                          <a:pt x="190" y="27"/>
                        </a:cubicBezTo>
                        <a:cubicBezTo>
                          <a:pt x="183" y="27"/>
                          <a:pt x="175" y="15"/>
                          <a:pt x="175" y="15"/>
                        </a:cubicBezTo>
                        <a:cubicBezTo>
                          <a:pt x="168" y="26"/>
                          <a:pt x="168" y="26"/>
                          <a:pt x="168" y="26"/>
                        </a:cubicBezTo>
                        <a:cubicBezTo>
                          <a:pt x="156" y="27"/>
                          <a:pt x="156" y="27"/>
                          <a:pt x="156" y="27"/>
                        </a:cubicBezTo>
                        <a:cubicBezTo>
                          <a:pt x="160" y="34"/>
                          <a:pt x="160" y="34"/>
                          <a:pt x="160" y="34"/>
                        </a:cubicBezTo>
                        <a:cubicBezTo>
                          <a:pt x="160" y="45"/>
                          <a:pt x="160" y="45"/>
                          <a:pt x="160" y="45"/>
                        </a:cubicBezTo>
                        <a:cubicBezTo>
                          <a:pt x="160" y="45"/>
                          <a:pt x="147" y="42"/>
                          <a:pt x="142" y="43"/>
                        </a:cubicBezTo>
                        <a:cubicBezTo>
                          <a:pt x="138" y="44"/>
                          <a:pt x="133" y="57"/>
                          <a:pt x="133" y="57"/>
                        </a:cubicBezTo>
                        <a:cubicBezTo>
                          <a:pt x="141" y="59"/>
                          <a:pt x="141" y="59"/>
                          <a:pt x="141" y="59"/>
                        </a:cubicBezTo>
                        <a:cubicBezTo>
                          <a:pt x="141" y="68"/>
                          <a:pt x="141" y="68"/>
                          <a:pt x="141" y="68"/>
                        </a:cubicBezTo>
                        <a:cubicBezTo>
                          <a:pt x="141" y="68"/>
                          <a:pt x="142" y="78"/>
                          <a:pt x="141" y="84"/>
                        </a:cubicBezTo>
                        <a:cubicBezTo>
                          <a:pt x="139" y="91"/>
                          <a:pt x="131" y="77"/>
                          <a:pt x="131" y="77"/>
                        </a:cubicBezTo>
                        <a:cubicBezTo>
                          <a:pt x="118" y="72"/>
                          <a:pt x="118" y="72"/>
                          <a:pt x="118" y="72"/>
                        </a:cubicBezTo>
                        <a:cubicBezTo>
                          <a:pt x="109" y="71"/>
                          <a:pt x="109" y="71"/>
                          <a:pt x="109" y="71"/>
                        </a:cubicBezTo>
                        <a:cubicBezTo>
                          <a:pt x="98" y="77"/>
                          <a:pt x="98" y="77"/>
                          <a:pt x="98" y="77"/>
                        </a:cubicBezTo>
                        <a:cubicBezTo>
                          <a:pt x="84" y="78"/>
                          <a:pt x="84" y="78"/>
                          <a:pt x="84" y="78"/>
                        </a:cubicBezTo>
                        <a:cubicBezTo>
                          <a:pt x="75" y="86"/>
                          <a:pt x="75" y="86"/>
                          <a:pt x="75" y="86"/>
                        </a:cubicBezTo>
                        <a:cubicBezTo>
                          <a:pt x="75" y="86"/>
                          <a:pt x="69" y="88"/>
                          <a:pt x="63" y="88"/>
                        </a:cubicBezTo>
                        <a:cubicBezTo>
                          <a:pt x="56" y="88"/>
                          <a:pt x="46" y="77"/>
                          <a:pt x="46" y="77"/>
                        </a:cubicBezTo>
                        <a:cubicBezTo>
                          <a:pt x="33" y="76"/>
                          <a:pt x="33" y="76"/>
                          <a:pt x="33" y="76"/>
                        </a:cubicBezTo>
                        <a:cubicBezTo>
                          <a:pt x="33" y="85"/>
                          <a:pt x="33" y="85"/>
                          <a:pt x="33" y="85"/>
                        </a:cubicBezTo>
                        <a:cubicBezTo>
                          <a:pt x="33" y="85"/>
                          <a:pt x="30" y="90"/>
                          <a:pt x="26" y="91"/>
                        </a:cubicBezTo>
                        <a:cubicBezTo>
                          <a:pt x="22" y="92"/>
                          <a:pt x="21" y="82"/>
                          <a:pt x="12" y="81"/>
                        </a:cubicBezTo>
                        <a:cubicBezTo>
                          <a:pt x="6" y="79"/>
                          <a:pt x="2" y="82"/>
                          <a:pt x="0" y="84"/>
                        </a:cubicBezTo>
                        <a:cubicBezTo>
                          <a:pt x="1" y="86"/>
                          <a:pt x="2" y="89"/>
                          <a:pt x="0" y="91"/>
                        </a:cubicBezTo>
                        <a:cubicBezTo>
                          <a:pt x="1" y="93"/>
                          <a:pt x="2" y="95"/>
                          <a:pt x="2" y="97"/>
                        </a:cubicBezTo>
                        <a:cubicBezTo>
                          <a:pt x="2" y="100"/>
                          <a:pt x="2" y="105"/>
                          <a:pt x="2" y="107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11" y="106"/>
                          <a:pt x="8" y="120"/>
                          <a:pt x="16" y="118"/>
                        </a:cubicBezTo>
                        <a:cubicBezTo>
                          <a:pt x="23" y="115"/>
                          <a:pt x="21" y="106"/>
                          <a:pt x="32" y="106"/>
                        </a:cubicBezTo>
                        <a:cubicBezTo>
                          <a:pt x="37" y="107"/>
                          <a:pt x="40" y="113"/>
                          <a:pt x="41" y="117"/>
                        </a:cubicBezTo>
                        <a:cubicBezTo>
                          <a:pt x="50" y="117"/>
                          <a:pt x="50" y="117"/>
                          <a:pt x="50" y="117"/>
                        </a:cubicBezTo>
                        <a:cubicBezTo>
                          <a:pt x="56" y="121"/>
                          <a:pt x="56" y="121"/>
                          <a:pt x="56" y="121"/>
                        </a:cubicBezTo>
                        <a:cubicBezTo>
                          <a:pt x="66" y="109"/>
                          <a:pt x="66" y="109"/>
                          <a:pt x="66" y="109"/>
                        </a:cubicBezTo>
                        <a:cubicBezTo>
                          <a:pt x="92" y="111"/>
                          <a:pt x="92" y="111"/>
                          <a:pt x="92" y="111"/>
                        </a:cubicBezTo>
                        <a:cubicBezTo>
                          <a:pt x="92" y="111"/>
                          <a:pt x="94" y="102"/>
                          <a:pt x="104" y="103"/>
                        </a:cubicBezTo>
                        <a:cubicBezTo>
                          <a:pt x="113" y="104"/>
                          <a:pt x="114" y="118"/>
                          <a:pt x="114" y="118"/>
                        </a:cubicBezTo>
                        <a:cubicBezTo>
                          <a:pt x="119" y="118"/>
                          <a:pt x="119" y="118"/>
                          <a:pt x="119" y="118"/>
                        </a:cubicBezTo>
                        <a:cubicBezTo>
                          <a:pt x="124" y="131"/>
                          <a:pt x="124" y="131"/>
                          <a:pt x="124" y="131"/>
                        </a:cubicBezTo>
                        <a:cubicBezTo>
                          <a:pt x="136" y="131"/>
                          <a:pt x="136" y="131"/>
                          <a:pt x="136" y="131"/>
                        </a:cubicBezTo>
                        <a:cubicBezTo>
                          <a:pt x="136" y="131"/>
                          <a:pt x="159" y="127"/>
                          <a:pt x="162" y="132"/>
                        </a:cubicBezTo>
                        <a:cubicBezTo>
                          <a:pt x="162" y="134"/>
                          <a:pt x="162" y="135"/>
                          <a:pt x="162" y="136"/>
                        </a:cubicBezTo>
                        <a:cubicBezTo>
                          <a:pt x="171" y="136"/>
                          <a:pt x="171" y="136"/>
                          <a:pt x="171" y="136"/>
                        </a:cubicBezTo>
                        <a:cubicBezTo>
                          <a:pt x="171" y="136"/>
                          <a:pt x="180" y="132"/>
                          <a:pt x="183" y="132"/>
                        </a:cubicBezTo>
                        <a:cubicBezTo>
                          <a:pt x="186" y="132"/>
                          <a:pt x="192" y="136"/>
                          <a:pt x="192" y="136"/>
                        </a:cubicBezTo>
                        <a:cubicBezTo>
                          <a:pt x="192" y="136"/>
                          <a:pt x="200" y="138"/>
                          <a:pt x="207" y="138"/>
                        </a:cubicBezTo>
                        <a:cubicBezTo>
                          <a:pt x="214" y="138"/>
                          <a:pt x="214" y="129"/>
                          <a:pt x="214" y="129"/>
                        </a:cubicBezTo>
                        <a:cubicBezTo>
                          <a:pt x="247" y="130"/>
                          <a:pt x="247" y="130"/>
                          <a:pt x="247" y="130"/>
                        </a:cubicBezTo>
                        <a:cubicBezTo>
                          <a:pt x="254" y="126"/>
                          <a:pt x="254" y="126"/>
                          <a:pt x="254" y="126"/>
                        </a:cubicBezTo>
                        <a:cubicBezTo>
                          <a:pt x="270" y="131"/>
                          <a:pt x="270" y="131"/>
                          <a:pt x="270" y="131"/>
                        </a:cubicBezTo>
                        <a:cubicBezTo>
                          <a:pt x="272" y="119"/>
                          <a:pt x="272" y="119"/>
                          <a:pt x="272" y="119"/>
                        </a:cubicBezTo>
                        <a:cubicBezTo>
                          <a:pt x="277" y="107"/>
                          <a:pt x="277" y="107"/>
                          <a:pt x="277" y="107"/>
                        </a:cubicBezTo>
                        <a:cubicBezTo>
                          <a:pt x="290" y="105"/>
                          <a:pt x="290" y="105"/>
                          <a:pt x="290" y="105"/>
                        </a:cubicBezTo>
                        <a:cubicBezTo>
                          <a:pt x="290" y="91"/>
                          <a:pt x="290" y="91"/>
                          <a:pt x="290" y="91"/>
                        </a:cubicBezTo>
                        <a:cubicBezTo>
                          <a:pt x="298" y="79"/>
                          <a:pt x="298" y="79"/>
                          <a:pt x="298" y="79"/>
                        </a:cubicBezTo>
                        <a:cubicBezTo>
                          <a:pt x="290" y="78"/>
                          <a:pt x="290" y="78"/>
                          <a:pt x="290" y="78"/>
                        </a:cubicBezTo>
                        <a:cubicBezTo>
                          <a:pt x="291" y="69"/>
                          <a:pt x="291" y="69"/>
                          <a:pt x="291" y="69"/>
                        </a:cubicBezTo>
                        <a:lnTo>
                          <a:pt x="306" y="69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6" name="Freeform 262"/>
                  <p:cNvSpPr>
                    <a:spLocks/>
                  </p:cNvSpPr>
                  <p:nvPr/>
                </p:nvSpPr>
                <p:spPr bwMode="gray">
                  <a:xfrm>
                    <a:off x="1463941" y="4841774"/>
                    <a:ext cx="216433" cy="172654"/>
                  </a:xfrm>
                  <a:custGeom>
                    <a:avLst/>
                    <a:gdLst>
                      <a:gd name="T0" fmla="*/ 14 w 182"/>
                      <a:gd name="T1" fmla="*/ 104 h 145"/>
                      <a:gd name="T2" fmla="*/ 0 w 182"/>
                      <a:gd name="T3" fmla="*/ 116 h 145"/>
                      <a:gd name="T4" fmla="*/ 0 w 182"/>
                      <a:gd name="T5" fmla="*/ 116 h 145"/>
                      <a:gd name="T6" fmla="*/ 9 w 182"/>
                      <a:gd name="T7" fmla="*/ 108 h 145"/>
                      <a:gd name="T8" fmla="*/ 10 w 182"/>
                      <a:gd name="T9" fmla="*/ 110 h 145"/>
                      <a:gd name="T10" fmla="*/ 18 w 182"/>
                      <a:gd name="T11" fmla="*/ 108 h 145"/>
                      <a:gd name="T12" fmla="*/ 22 w 182"/>
                      <a:gd name="T13" fmla="*/ 114 h 145"/>
                      <a:gd name="T14" fmla="*/ 34 w 182"/>
                      <a:gd name="T15" fmla="*/ 112 h 145"/>
                      <a:gd name="T16" fmla="*/ 43 w 182"/>
                      <a:gd name="T17" fmla="*/ 117 h 145"/>
                      <a:gd name="T18" fmla="*/ 46 w 182"/>
                      <a:gd name="T19" fmla="*/ 110 h 145"/>
                      <a:gd name="T20" fmla="*/ 56 w 182"/>
                      <a:gd name="T21" fmla="*/ 112 h 145"/>
                      <a:gd name="T22" fmla="*/ 56 w 182"/>
                      <a:gd name="T23" fmla="*/ 106 h 145"/>
                      <a:gd name="T24" fmla="*/ 65 w 182"/>
                      <a:gd name="T25" fmla="*/ 108 h 145"/>
                      <a:gd name="T26" fmla="*/ 71 w 182"/>
                      <a:gd name="T27" fmla="*/ 104 h 145"/>
                      <a:gd name="T28" fmla="*/ 90 w 182"/>
                      <a:gd name="T29" fmla="*/ 104 h 145"/>
                      <a:gd name="T30" fmla="*/ 94 w 182"/>
                      <a:gd name="T31" fmla="*/ 114 h 145"/>
                      <a:gd name="T32" fmla="*/ 108 w 182"/>
                      <a:gd name="T33" fmla="*/ 114 h 145"/>
                      <a:gd name="T34" fmla="*/ 119 w 182"/>
                      <a:gd name="T35" fmla="*/ 121 h 145"/>
                      <a:gd name="T36" fmla="*/ 114 w 182"/>
                      <a:gd name="T37" fmla="*/ 130 h 145"/>
                      <a:gd name="T38" fmla="*/ 112 w 182"/>
                      <a:gd name="T39" fmla="*/ 140 h 145"/>
                      <a:gd name="T40" fmla="*/ 123 w 182"/>
                      <a:gd name="T41" fmla="*/ 140 h 145"/>
                      <a:gd name="T42" fmla="*/ 127 w 182"/>
                      <a:gd name="T43" fmla="*/ 124 h 145"/>
                      <a:gd name="T44" fmla="*/ 123 w 182"/>
                      <a:gd name="T45" fmla="*/ 116 h 145"/>
                      <a:gd name="T46" fmla="*/ 134 w 182"/>
                      <a:gd name="T47" fmla="*/ 106 h 145"/>
                      <a:gd name="T48" fmla="*/ 130 w 182"/>
                      <a:gd name="T49" fmla="*/ 95 h 145"/>
                      <a:gd name="T50" fmla="*/ 124 w 182"/>
                      <a:gd name="T51" fmla="*/ 80 h 145"/>
                      <a:gd name="T52" fmla="*/ 148 w 182"/>
                      <a:gd name="T53" fmla="*/ 85 h 145"/>
                      <a:gd name="T54" fmla="*/ 152 w 182"/>
                      <a:gd name="T55" fmla="*/ 77 h 145"/>
                      <a:gd name="T56" fmla="*/ 158 w 182"/>
                      <a:gd name="T57" fmla="*/ 78 h 145"/>
                      <a:gd name="T58" fmla="*/ 160 w 182"/>
                      <a:gd name="T59" fmla="*/ 67 h 145"/>
                      <a:gd name="T60" fmla="*/ 168 w 182"/>
                      <a:gd name="T61" fmla="*/ 59 h 145"/>
                      <a:gd name="T62" fmla="*/ 153 w 182"/>
                      <a:gd name="T63" fmla="*/ 47 h 145"/>
                      <a:gd name="T64" fmla="*/ 164 w 182"/>
                      <a:gd name="T65" fmla="*/ 40 h 145"/>
                      <a:gd name="T66" fmla="*/ 172 w 182"/>
                      <a:gd name="T67" fmla="*/ 40 h 145"/>
                      <a:gd name="T68" fmla="*/ 170 w 182"/>
                      <a:gd name="T69" fmla="*/ 28 h 145"/>
                      <a:gd name="T70" fmla="*/ 182 w 182"/>
                      <a:gd name="T71" fmla="*/ 20 h 145"/>
                      <a:gd name="T72" fmla="*/ 177 w 182"/>
                      <a:gd name="T73" fmla="*/ 12 h 145"/>
                      <a:gd name="T74" fmla="*/ 180 w 182"/>
                      <a:gd name="T75" fmla="*/ 10 h 145"/>
                      <a:gd name="T76" fmla="*/ 176 w 182"/>
                      <a:gd name="T77" fmla="*/ 7 h 145"/>
                      <a:gd name="T78" fmla="*/ 154 w 182"/>
                      <a:gd name="T79" fmla="*/ 1 h 145"/>
                      <a:gd name="T80" fmla="*/ 125 w 182"/>
                      <a:gd name="T81" fmla="*/ 0 h 145"/>
                      <a:gd name="T82" fmla="*/ 103 w 182"/>
                      <a:gd name="T83" fmla="*/ 10 h 145"/>
                      <a:gd name="T84" fmla="*/ 107 w 182"/>
                      <a:gd name="T85" fmla="*/ 21 h 145"/>
                      <a:gd name="T86" fmla="*/ 111 w 182"/>
                      <a:gd name="T87" fmla="*/ 34 h 145"/>
                      <a:gd name="T88" fmla="*/ 116 w 182"/>
                      <a:gd name="T89" fmla="*/ 40 h 145"/>
                      <a:gd name="T90" fmla="*/ 122 w 182"/>
                      <a:gd name="T91" fmla="*/ 48 h 145"/>
                      <a:gd name="T92" fmla="*/ 104 w 182"/>
                      <a:gd name="T93" fmla="*/ 60 h 145"/>
                      <a:gd name="T94" fmla="*/ 92 w 182"/>
                      <a:gd name="T95" fmla="*/ 52 h 145"/>
                      <a:gd name="T96" fmla="*/ 100 w 182"/>
                      <a:gd name="T97" fmla="*/ 37 h 145"/>
                      <a:gd name="T98" fmla="*/ 102 w 182"/>
                      <a:gd name="T99" fmla="*/ 24 h 145"/>
                      <a:gd name="T100" fmla="*/ 97 w 182"/>
                      <a:gd name="T101" fmla="*/ 16 h 145"/>
                      <a:gd name="T102" fmla="*/ 81 w 182"/>
                      <a:gd name="T103" fmla="*/ 30 h 145"/>
                      <a:gd name="T104" fmla="*/ 64 w 182"/>
                      <a:gd name="T105" fmla="*/ 49 h 145"/>
                      <a:gd name="T106" fmla="*/ 60 w 182"/>
                      <a:gd name="T107" fmla="*/ 69 h 145"/>
                      <a:gd name="T108" fmla="*/ 42 w 182"/>
                      <a:gd name="T109" fmla="*/ 89 h 145"/>
                      <a:gd name="T110" fmla="*/ 48 w 182"/>
                      <a:gd name="T111" fmla="*/ 97 h 145"/>
                      <a:gd name="T112" fmla="*/ 31 w 182"/>
                      <a:gd name="T113" fmla="*/ 98 h 145"/>
                      <a:gd name="T114" fmla="*/ 14 w 182"/>
                      <a:gd name="T115" fmla="*/ 104 h 1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82" h="145">
                        <a:moveTo>
                          <a:pt x="14" y="104"/>
                        </a:moveTo>
                        <a:cubicBezTo>
                          <a:pt x="0" y="116"/>
                          <a:pt x="0" y="116"/>
                          <a:pt x="0" y="116"/>
                        </a:cubicBezTo>
                        <a:cubicBezTo>
                          <a:pt x="0" y="116"/>
                          <a:pt x="0" y="116"/>
                          <a:pt x="0" y="116"/>
                        </a:cubicBezTo>
                        <a:cubicBezTo>
                          <a:pt x="9" y="108"/>
                          <a:pt x="9" y="108"/>
                          <a:pt x="9" y="108"/>
                        </a:cubicBezTo>
                        <a:cubicBezTo>
                          <a:pt x="10" y="110"/>
                          <a:pt x="10" y="110"/>
                          <a:pt x="10" y="110"/>
                        </a:cubicBezTo>
                        <a:cubicBezTo>
                          <a:pt x="18" y="108"/>
                          <a:pt x="18" y="108"/>
                          <a:pt x="18" y="108"/>
                        </a:cubicBezTo>
                        <a:cubicBezTo>
                          <a:pt x="22" y="114"/>
                          <a:pt x="22" y="114"/>
                          <a:pt x="22" y="114"/>
                        </a:cubicBezTo>
                        <a:cubicBezTo>
                          <a:pt x="22" y="114"/>
                          <a:pt x="30" y="113"/>
                          <a:pt x="34" y="112"/>
                        </a:cubicBezTo>
                        <a:cubicBezTo>
                          <a:pt x="39" y="112"/>
                          <a:pt x="43" y="117"/>
                          <a:pt x="43" y="117"/>
                        </a:cubicBezTo>
                        <a:cubicBezTo>
                          <a:pt x="46" y="110"/>
                          <a:pt x="46" y="110"/>
                          <a:pt x="46" y="110"/>
                        </a:cubicBezTo>
                        <a:cubicBezTo>
                          <a:pt x="56" y="112"/>
                          <a:pt x="56" y="112"/>
                          <a:pt x="56" y="112"/>
                        </a:cubicBezTo>
                        <a:cubicBezTo>
                          <a:pt x="56" y="106"/>
                          <a:pt x="56" y="106"/>
                          <a:pt x="56" y="106"/>
                        </a:cubicBezTo>
                        <a:cubicBezTo>
                          <a:pt x="65" y="108"/>
                          <a:pt x="65" y="108"/>
                          <a:pt x="65" y="108"/>
                        </a:cubicBezTo>
                        <a:cubicBezTo>
                          <a:pt x="65" y="108"/>
                          <a:pt x="66" y="105"/>
                          <a:pt x="71" y="104"/>
                        </a:cubicBezTo>
                        <a:cubicBezTo>
                          <a:pt x="76" y="102"/>
                          <a:pt x="90" y="104"/>
                          <a:pt x="90" y="104"/>
                        </a:cubicBezTo>
                        <a:cubicBezTo>
                          <a:pt x="90" y="104"/>
                          <a:pt x="91" y="110"/>
                          <a:pt x="94" y="114"/>
                        </a:cubicBezTo>
                        <a:cubicBezTo>
                          <a:pt x="96" y="118"/>
                          <a:pt x="108" y="114"/>
                          <a:pt x="108" y="114"/>
                        </a:cubicBezTo>
                        <a:cubicBezTo>
                          <a:pt x="108" y="114"/>
                          <a:pt x="118" y="112"/>
                          <a:pt x="119" y="121"/>
                        </a:cubicBezTo>
                        <a:cubicBezTo>
                          <a:pt x="120" y="130"/>
                          <a:pt x="114" y="130"/>
                          <a:pt x="114" y="130"/>
                        </a:cubicBezTo>
                        <a:cubicBezTo>
                          <a:pt x="114" y="130"/>
                          <a:pt x="110" y="134"/>
                          <a:pt x="112" y="140"/>
                        </a:cubicBezTo>
                        <a:cubicBezTo>
                          <a:pt x="114" y="145"/>
                          <a:pt x="123" y="140"/>
                          <a:pt x="123" y="140"/>
                        </a:cubicBezTo>
                        <a:cubicBezTo>
                          <a:pt x="123" y="140"/>
                          <a:pt x="126" y="126"/>
                          <a:pt x="127" y="124"/>
                        </a:cubicBezTo>
                        <a:cubicBezTo>
                          <a:pt x="128" y="122"/>
                          <a:pt x="123" y="116"/>
                          <a:pt x="123" y="116"/>
                        </a:cubicBezTo>
                        <a:cubicBezTo>
                          <a:pt x="123" y="116"/>
                          <a:pt x="134" y="110"/>
                          <a:pt x="134" y="106"/>
                        </a:cubicBezTo>
                        <a:cubicBezTo>
                          <a:pt x="135" y="103"/>
                          <a:pt x="130" y="95"/>
                          <a:pt x="130" y="95"/>
                        </a:cubicBezTo>
                        <a:cubicBezTo>
                          <a:pt x="124" y="80"/>
                          <a:pt x="124" y="80"/>
                          <a:pt x="124" y="80"/>
                        </a:cubicBezTo>
                        <a:cubicBezTo>
                          <a:pt x="124" y="80"/>
                          <a:pt x="146" y="88"/>
                          <a:pt x="148" y="85"/>
                        </a:cubicBezTo>
                        <a:cubicBezTo>
                          <a:pt x="150" y="82"/>
                          <a:pt x="152" y="77"/>
                          <a:pt x="152" y="77"/>
                        </a:cubicBezTo>
                        <a:cubicBezTo>
                          <a:pt x="158" y="78"/>
                          <a:pt x="158" y="78"/>
                          <a:pt x="158" y="78"/>
                        </a:cubicBezTo>
                        <a:cubicBezTo>
                          <a:pt x="160" y="67"/>
                          <a:pt x="160" y="67"/>
                          <a:pt x="160" y="67"/>
                        </a:cubicBezTo>
                        <a:cubicBezTo>
                          <a:pt x="160" y="67"/>
                          <a:pt x="168" y="63"/>
                          <a:pt x="168" y="59"/>
                        </a:cubicBezTo>
                        <a:cubicBezTo>
                          <a:pt x="168" y="55"/>
                          <a:pt x="154" y="50"/>
                          <a:pt x="153" y="47"/>
                        </a:cubicBezTo>
                        <a:cubicBezTo>
                          <a:pt x="152" y="44"/>
                          <a:pt x="164" y="40"/>
                          <a:pt x="164" y="40"/>
                        </a:cubicBezTo>
                        <a:cubicBezTo>
                          <a:pt x="172" y="40"/>
                          <a:pt x="172" y="40"/>
                          <a:pt x="172" y="40"/>
                        </a:cubicBezTo>
                        <a:cubicBezTo>
                          <a:pt x="172" y="40"/>
                          <a:pt x="168" y="32"/>
                          <a:pt x="170" y="28"/>
                        </a:cubicBezTo>
                        <a:cubicBezTo>
                          <a:pt x="171" y="24"/>
                          <a:pt x="182" y="20"/>
                          <a:pt x="182" y="20"/>
                        </a:cubicBezTo>
                        <a:cubicBezTo>
                          <a:pt x="177" y="12"/>
                          <a:pt x="177" y="12"/>
                          <a:pt x="177" y="12"/>
                        </a:cubicBezTo>
                        <a:cubicBezTo>
                          <a:pt x="180" y="10"/>
                          <a:pt x="180" y="10"/>
                          <a:pt x="180" y="10"/>
                        </a:cubicBezTo>
                        <a:cubicBezTo>
                          <a:pt x="176" y="7"/>
                          <a:pt x="176" y="7"/>
                          <a:pt x="176" y="7"/>
                        </a:cubicBezTo>
                        <a:cubicBezTo>
                          <a:pt x="176" y="7"/>
                          <a:pt x="160" y="1"/>
                          <a:pt x="154" y="1"/>
                        </a:cubicBezTo>
                        <a:cubicBezTo>
                          <a:pt x="148" y="1"/>
                          <a:pt x="125" y="0"/>
                          <a:pt x="125" y="0"/>
                        </a:cubicBezTo>
                        <a:cubicBezTo>
                          <a:pt x="125" y="0"/>
                          <a:pt x="111" y="5"/>
                          <a:pt x="103" y="10"/>
                        </a:cubicBezTo>
                        <a:cubicBezTo>
                          <a:pt x="104" y="14"/>
                          <a:pt x="107" y="19"/>
                          <a:pt x="107" y="21"/>
                        </a:cubicBezTo>
                        <a:cubicBezTo>
                          <a:pt x="108" y="24"/>
                          <a:pt x="111" y="34"/>
                          <a:pt x="111" y="34"/>
                        </a:cubicBezTo>
                        <a:cubicBezTo>
                          <a:pt x="111" y="34"/>
                          <a:pt x="114" y="40"/>
                          <a:pt x="116" y="40"/>
                        </a:cubicBezTo>
                        <a:cubicBezTo>
                          <a:pt x="119" y="40"/>
                          <a:pt x="122" y="43"/>
                          <a:pt x="122" y="48"/>
                        </a:cubicBezTo>
                        <a:cubicBezTo>
                          <a:pt x="123" y="52"/>
                          <a:pt x="111" y="59"/>
                          <a:pt x="104" y="60"/>
                        </a:cubicBezTo>
                        <a:cubicBezTo>
                          <a:pt x="98" y="60"/>
                          <a:pt x="95" y="55"/>
                          <a:pt x="92" y="52"/>
                        </a:cubicBezTo>
                        <a:cubicBezTo>
                          <a:pt x="88" y="48"/>
                          <a:pt x="94" y="45"/>
                          <a:pt x="100" y="37"/>
                        </a:cubicBezTo>
                        <a:cubicBezTo>
                          <a:pt x="106" y="29"/>
                          <a:pt x="102" y="24"/>
                          <a:pt x="102" y="24"/>
                        </a:cubicBezTo>
                        <a:cubicBezTo>
                          <a:pt x="102" y="24"/>
                          <a:pt x="99" y="21"/>
                          <a:pt x="97" y="16"/>
                        </a:cubicBezTo>
                        <a:cubicBezTo>
                          <a:pt x="92" y="23"/>
                          <a:pt x="81" y="30"/>
                          <a:pt x="81" y="30"/>
                        </a:cubicBezTo>
                        <a:cubicBezTo>
                          <a:pt x="81" y="30"/>
                          <a:pt x="64" y="42"/>
                          <a:pt x="64" y="49"/>
                        </a:cubicBezTo>
                        <a:cubicBezTo>
                          <a:pt x="64" y="56"/>
                          <a:pt x="60" y="69"/>
                          <a:pt x="60" y="69"/>
                        </a:cubicBezTo>
                        <a:cubicBezTo>
                          <a:pt x="42" y="89"/>
                          <a:pt x="42" y="89"/>
                          <a:pt x="42" y="89"/>
                        </a:cubicBezTo>
                        <a:cubicBezTo>
                          <a:pt x="48" y="97"/>
                          <a:pt x="48" y="97"/>
                          <a:pt x="48" y="97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lnTo>
                          <a:pt x="14" y="104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7" name="Freeform 263"/>
                  <p:cNvSpPr>
                    <a:spLocks/>
                  </p:cNvSpPr>
                  <p:nvPr/>
                </p:nvSpPr>
                <p:spPr bwMode="gray">
                  <a:xfrm>
                    <a:off x="1454380" y="4963081"/>
                    <a:ext cx="177175" cy="121310"/>
                  </a:xfrm>
                  <a:custGeom>
                    <a:avLst/>
                    <a:gdLst>
                      <a:gd name="T0" fmla="*/ 0 w 149"/>
                      <a:gd name="T1" fmla="*/ 29 h 102"/>
                      <a:gd name="T2" fmla="*/ 6 w 149"/>
                      <a:gd name="T3" fmla="*/ 43 h 102"/>
                      <a:gd name="T4" fmla="*/ 22 w 149"/>
                      <a:gd name="T5" fmla="*/ 47 h 102"/>
                      <a:gd name="T6" fmla="*/ 29 w 149"/>
                      <a:gd name="T7" fmla="*/ 54 h 102"/>
                      <a:gd name="T8" fmla="*/ 52 w 149"/>
                      <a:gd name="T9" fmla="*/ 59 h 102"/>
                      <a:gd name="T10" fmla="*/ 57 w 149"/>
                      <a:gd name="T11" fmla="*/ 78 h 102"/>
                      <a:gd name="T12" fmla="*/ 72 w 149"/>
                      <a:gd name="T13" fmla="*/ 78 h 102"/>
                      <a:gd name="T14" fmla="*/ 82 w 149"/>
                      <a:gd name="T15" fmla="*/ 71 h 102"/>
                      <a:gd name="T16" fmla="*/ 82 w 149"/>
                      <a:gd name="T17" fmla="*/ 87 h 102"/>
                      <a:gd name="T18" fmla="*/ 106 w 149"/>
                      <a:gd name="T19" fmla="*/ 94 h 102"/>
                      <a:gd name="T20" fmla="*/ 109 w 149"/>
                      <a:gd name="T21" fmla="*/ 98 h 102"/>
                      <a:gd name="T22" fmla="*/ 123 w 149"/>
                      <a:gd name="T23" fmla="*/ 98 h 102"/>
                      <a:gd name="T24" fmla="*/ 128 w 149"/>
                      <a:gd name="T25" fmla="*/ 102 h 102"/>
                      <a:gd name="T26" fmla="*/ 131 w 149"/>
                      <a:gd name="T27" fmla="*/ 100 h 102"/>
                      <a:gd name="T28" fmla="*/ 120 w 149"/>
                      <a:gd name="T29" fmla="*/ 86 h 102"/>
                      <a:gd name="T30" fmla="*/ 130 w 149"/>
                      <a:gd name="T31" fmla="*/ 72 h 102"/>
                      <a:gd name="T32" fmla="*/ 138 w 149"/>
                      <a:gd name="T33" fmla="*/ 68 h 102"/>
                      <a:gd name="T34" fmla="*/ 138 w 149"/>
                      <a:gd name="T35" fmla="*/ 68 h 102"/>
                      <a:gd name="T36" fmla="*/ 140 w 149"/>
                      <a:gd name="T37" fmla="*/ 62 h 102"/>
                      <a:gd name="T38" fmla="*/ 149 w 149"/>
                      <a:gd name="T39" fmla="*/ 61 h 102"/>
                      <a:gd name="T40" fmla="*/ 146 w 149"/>
                      <a:gd name="T41" fmla="*/ 48 h 102"/>
                      <a:gd name="T42" fmla="*/ 136 w 149"/>
                      <a:gd name="T43" fmla="*/ 39 h 102"/>
                      <a:gd name="T44" fmla="*/ 131 w 149"/>
                      <a:gd name="T45" fmla="*/ 38 h 102"/>
                      <a:gd name="T46" fmla="*/ 120 w 149"/>
                      <a:gd name="T47" fmla="*/ 38 h 102"/>
                      <a:gd name="T48" fmla="*/ 122 w 149"/>
                      <a:gd name="T49" fmla="*/ 28 h 102"/>
                      <a:gd name="T50" fmla="*/ 127 w 149"/>
                      <a:gd name="T51" fmla="*/ 19 h 102"/>
                      <a:gd name="T52" fmla="*/ 116 w 149"/>
                      <a:gd name="T53" fmla="*/ 12 h 102"/>
                      <a:gd name="T54" fmla="*/ 102 w 149"/>
                      <a:gd name="T55" fmla="*/ 12 h 102"/>
                      <a:gd name="T56" fmla="*/ 98 w 149"/>
                      <a:gd name="T57" fmla="*/ 2 h 102"/>
                      <a:gd name="T58" fmla="*/ 79 w 149"/>
                      <a:gd name="T59" fmla="*/ 2 h 102"/>
                      <a:gd name="T60" fmla="*/ 73 w 149"/>
                      <a:gd name="T61" fmla="*/ 6 h 102"/>
                      <a:gd name="T62" fmla="*/ 64 w 149"/>
                      <a:gd name="T63" fmla="*/ 4 h 102"/>
                      <a:gd name="T64" fmla="*/ 64 w 149"/>
                      <a:gd name="T65" fmla="*/ 10 h 102"/>
                      <a:gd name="T66" fmla="*/ 54 w 149"/>
                      <a:gd name="T67" fmla="*/ 8 h 102"/>
                      <a:gd name="T68" fmla="*/ 51 w 149"/>
                      <a:gd name="T69" fmla="*/ 15 h 102"/>
                      <a:gd name="T70" fmla="*/ 42 w 149"/>
                      <a:gd name="T71" fmla="*/ 10 h 102"/>
                      <a:gd name="T72" fmla="*/ 30 w 149"/>
                      <a:gd name="T73" fmla="*/ 12 h 102"/>
                      <a:gd name="T74" fmla="*/ 26 w 149"/>
                      <a:gd name="T75" fmla="*/ 6 h 102"/>
                      <a:gd name="T76" fmla="*/ 18 w 149"/>
                      <a:gd name="T77" fmla="*/ 8 h 102"/>
                      <a:gd name="T78" fmla="*/ 17 w 149"/>
                      <a:gd name="T79" fmla="*/ 6 h 102"/>
                      <a:gd name="T80" fmla="*/ 1 w 149"/>
                      <a:gd name="T81" fmla="*/ 20 h 102"/>
                      <a:gd name="T82" fmla="*/ 0 w 149"/>
                      <a:gd name="T83" fmla="*/ 29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49" h="102">
                        <a:moveTo>
                          <a:pt x="0" y="29"/>
                        </a:moveTo>
                        <a:cubicBezTo>
                          <a:pt x="6" y="43"/>
                          <a:pt x="6" y="43"/>
                          <a:pt x="6" y="43"/>
                        </a:cubicBezTo>
                        <a:cubicBezTo>
                          <a:pt x="22" y="47"/>
                          <a:pt x="22" y="47"/>
                          <a:pt x="22" y="47"/>
                        </a:cubicBezTo>
                        <a:cubicBezTo>
                          <a:pt x="29" y="54"/>
                          <a:pt x="29" y="54"/>
                          <a:pt x="29" y="54"/>
                        </a:cubicBezTo>
                        <a:cubicBezTo>
                          <a:pt x="29" y="54"/>
                          <a:pt x="47" y="56"/>
                          <a:pt x="52" y="59"/>
                        </a:cubicBezTo>
                        <a:cubicBezTo>
                          <a:pt x="57" y="62"/>
                          <a:pt x="57" y="78"/>
                          <a:pt x="57" y="78"/>
                        </a:cubicBezTo>
                        <a:cubicBezTo>
                          <a:pt x="72" y="78"/>
                          <a:pt x="72" y="78"/>
                          <a:pt x="72" y="78"/>
                        </a:cubicBezTo>
                        <a:cubicBezTo>
                          <a:pt x="82" y="71"/>
                          <a:pt x="82" y="71"/>
                          <a:pt x="82" y="71"/>
                        </a:cubicBezTo>
                        <a:cubicBezTo>
                          <a:pt x="82" y="87"/>
                          <a:pt x="82" y="87"/>
                          <a:pt x="82" y="87"/>
                        </a:cubicBezTo>
                        <a:cubicBezTo>
                          <a:pt x="82" y="87"/>
                          <a:pt x="104" y="91"/>
                          <a:pt x="106" y="94"/>
                        </a:cubicBezTo>
                        <a:cubicBezTo>
                          <a:pt x="108" y="97"/>
                          <a:pt x="109" y="98"/>
                          <a:pt x="109" y="98"/>
                        </a:cubicBezTo>
                        <a:cubicBezTo>
                          <a:pt x="123" y="98"/>
                          <a:pt x="123" y="98"/>
                          <a:pt x="123" y="98"/>
                        </a:cubicBezTo>
                        <a:cubicBezTo>
                          <a:pt x="128" y="102"/>
                          <a:pt x="128" y="102"/>
                          <a:pt x="128" y="102"/>
                        </a:cubicBezTo>
                        <a:cubicBezTo>
                          <a:pt x="131" y="100"/>
                          <a:pt x="131" y="100"/>
                          <a:pt x="131" y="100"/>
                        </a:cubicBezTo>
                        <a:cubicBezTo>
                          <a:pt x="127" y="95"/>
                          <a:pt x="121" y="88"/>
                          <a:pt x="120" y="86"/>
                        </a:cubicBezTo>
                        <a:cubicBezTo>
                          <a:pt x="118" y="84"/>
                          <a:pt x="119" y="78"/>
                          <a:pt x="130" y="72"/>
                        </a:cubicBezTo>
                        <a:cubicBezTo>
                          <a:pt x="134" y="70"/>
                          <a:pt x="137" y="69"/>
                          <a:pt x="138" y="68"/>
                        </a:cubicBezTo>
                        <a:cubicBezTo>
                          <a:pt x="138" y="68"/>
                          <a:pt x="138" y="68"/>
                          <a:pt x="138" y="68"/>
                        </a:cubicBezTo>
                        <a:cubicBezTo>
                          <a:pt x="139" y="65"/>
                          <a:pt x="140" y="62"/>
                          <a:pt x="140" y="62"/>
                        </a:cubicBezTo>
                        <a:cubicBezTo>
                          <a:pt x="149" y="61"/>
                          <a:pt x="149" y="61"/>
                          <a:pt x="149" y="61"/>
                        </a:cubicBezTo>
                        <a:cubicBezTo>
                          <a:pt x="149" y="61"/>
                          <a:pt x="146" y="54"/>
                          <a:pt x="146" y="48"/>
                        </a:cubicBezTo>
                        <a:cubicBezTo>
                          <a:pt x="145" y="42"/>
                          <a:pt x="136" y="39"/>
                          <a:pt x="136" y="39"/>
                        </a:cubicBezTo>
                        <a:cubicBezTo>
                          <a:pt x="131" y="38"/>
                          <a:pt x="131" y="38"/>
                          <a:pt x="131" y="38"/>
                        </a:cubicBezTo>
                        <a:cubicBezTo>
                          <a:pt x="131" y="38"/>
                          <a:pt x="122" y="43"/>
                          <a:pt x="120" y="38"/>
                        </a:cubicBezTo>
                        <a:cubicBezTo>
                          <a:pt x="118" y="32"/>
                          <a:pt x="122" y="28"/>
                          <a:pt x="122" y="28"/>
                        </a:cubicBezTo>
                        <a:cubicBezTo>
                          <a:pt x="122" y="28"/>
                          <a:pt x="128" y="28"/>
                          <a:pt x="127" y="19"/>
                        </a:cubicBezTo>
                        <a:cubicBezTo>
                          <a:pt x="126" y="10"/>
                          <a:pt x="116" y="12"/>
                          <a:pt x="116" y="12"/>
                        </a:cubicBezTo>
                        <a:cubicBezTo>
                          <a:pt x="116" y="12"/>
                          <a:pt x="104" y="16"/>
                          <a:pt x="102" y="12"/>
                        </a:cubicBezTo>
                        <a:cubicBezTo>
                          <a:pt x="99" y="8"/>
                          <a:pt x="98" y="2"/>
                          <a:pt x="98" y="2"/>
                        </a:cubicBezTo>
                        <a:cubicBezTo>
                          <a:pt x="98" y="2"/>
                          <a:pt x="84" y="0"/>
                          <a:pt x="79" y="2"/>
                        </a:cubicBezTo>
                        <a:cubicBezTo>
                          <a:pt x="74" y="3"/>
                          <a:pt x="73" y="6"/>
                          <a:pt x="73" y="6"/>
                        </a:cubicBezTo>
                        <a:cubicBezTo>
                          <a:pt x="64" y="4"/>
                          <a:pt x="64" y="4"/>
                          <a:pt x="64" y="4"/>
                        </a:cubicBezTo>
                        <a:cubicBezTo>
                          <a:pt x="64" y="10"/>
                          <a:pt x="64" y="10"/>
                          <a:pt x="64" y="10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1" y="15"/>
                          <a:pt x="51" y="15"/>
                          <a:pt x="51" y="15"/>
                        </a:cubicBezTo>
                        <a:cubicBezTo>
                          <a:pt x="51" y="15"/>
                          <a:pt x="47" y="10"/>
                          <a:pt x="42" y="10"/>
                        </a:cubicBezTo>
                        <a:cubicBezTo>
                          <a:pt x="38" y="11"/>
                          <a:pt x="30" y="12"/>
                          <a:pt x="30" y="12"/>
                        </a:cubicBezTo>
                        <a:cubicBezTo>
                          <a:pt x="26" y="6"/>
                          <a:pt x="26" y="6"/>
                          <a:pt x="26" y="6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lnTo>
                          <a:pt x="0" y="29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8" name="Freeform 264"/>
                  <p:cNvSpPr>
                    <a:spLocks/>
                  </p:cNvSpPr>
                  <p:nvPr/>
                </p:nvSpPr>
                <p:spPr bwMode="gray">
                  <a:xfrm>
                    <a:off x="1609910" y="4752676"/>
                    <a:ext cx="443941" cy="467118"/>
                  </a:xfrm>
                  <a:custGeom>
                    <a:avLst/>
                    <a:gdLst>
                      <a:gd name="T0" fmla="*/ 21 w 373"/>
                      <a:gd name="T1" fmla="*/ 294 h 393"/>
                      <a:gd name="T2" fmla="*/ 62 w 373"/>
                      <a:gd name="T3" fmla="*/ 297 h 393"/>
                      <a:gd name="T4" fmla="*/ 90 w 373"/>
                      <a:gd name="T5" fmla="*/ 305 h 393"/>
                      <a:gd name="T6" fmla="*/ 74 w 373"/>
                      <a:gd name="T7" fmla="*/ 330 h 393"/>
                      <a:gd name="T8" fmla="*/ 75 w 373"/>
                      <a:gd name="T9" fmla="*/ 381 h 393"/>
                      <a:gd name="T10" fmla="*/ 101 w 373"/>
                      <a:gd name="T11" fmla="*/ 378 h 393"/>
                      <a:gd name="T12" fmla="*/ 128 w 373"/>
                      <a:gd name="T13" fmla="*/ 372 h 393"/>
                      <a:gd name="T14" fmla="*/ 148 w 373"/>
                      <a:gd name="T15" fmla="*/ 383 h 393"/>
                      <a:gd name="T16" fmla="*/ 161 w 373"/>
                      <a:gd name="T17" fmla="*/ 382 h 393"/>
                      <a:gd name="T18" fmla="*/ 182 w 373"/>
                      <a:gd name="T19" fmla="*/ 377 h 393"/>
                      <a:gd name="T20" fmla="*/ 224 w 373"/>
                      <a:gd name="T21" fmla="*/ 387 h 393"/>
                      <a:gd name="T22" fmla="*/ 258 w 373"/>
                      <a:gd name="T23" fmla="*/ 372 h 393"/>
                      <a:gd name="T24" fmla="*/ 290 w 373"/>
                      <a:gd name="T25" fmla="*/ 385 h 393"/>
                      <a:gd name="T26" fmla="*/ 282 w 373"/>
                      <a:gd name="T27" fmla="*/ 358 h 393"/>
                      <a:gd name="T28" fmla="*/ 309 w 373"/>
                      <a:gd name="T29" fmla="*/ 335 h 393"/>
                      <a:gd name="T30" fmla="*/ 324 w 373"/>
                      <a:gd name="T31" fmla="*/ 316 h 393"/>
                      <a:gd name="T32" fmla="*/ 301 w 373"/>
                      <a:gd name="T33" fmla="*/ 295 h 393"/>
                      <a:gd name="T34" fmla="*/ 281 w 373"/>
                      <a:gd name="T35" fmla="*/ 285 h 393"/>
                      <a:gd name="T36" fmla="*/ 271 w 373"/>
                      <a:gd name="T37" fmla="*/ 271 h 393"/>
                      <a:gd name="T38" fmla="*/ 263 w 373"/>
                      <a:gd name="T39" fmla="*/ 248 h 393"/>
                      <a:gd name="T40" fmla="*/ 263 w 373"/>
                      <a:gd name="T41" fmla="*/ 239 h 393"/>
                      <a:gd name="T42" fmla="*/ 283 w 373"/>
                      <a:gd name="T43" fmla="*/ 227 h 393"/>
                      <a:gd name="T44" fmla="*/ 308 w 373"/>
                      <a:gd name="T45" fmla="*/ 221 h 393"/>
                      <a:gd name="T46" fmla="*/ 325 w 373"/>
                      <a:gd name="T47" fmla="*/ 210 h 393"/>
                      <a:gd name="T48" fmla="*/ 360 w 373"/>
                      <a:gd name="T49" fmla="*/ 208 h 393"/>
                      <a:gd name="T50" fmla="*/ 369 w 373"/>
                      <a:gd name="T51" fmla="*/ 177 h 393"/>
                      <a:gd name="T52" fmla="*/ 351 w 373"/>
                      <a:gd name="T53" fmla="*/ 157 h 393"/>
                      <a:gd name="T54" fmla="*/ 356 w 373"/>
                      <a:gd name="T55" fmla="*/ 136 h 393"/>
                      <a:gd name="T56" fmla="*/ 352 w 373"/>
                      <a:gd name="T57" fmla="*/ 115 h 393"/>
                      <a:gd name="T58" fmla="*/ 334 w 373"/>
                      <a:gd name="T59" fmla="*/ 106 h 393"/>
                      <a:gd name="T60" fmla="*/ 339 w 373"/>
                      <a:gd name="T61" fmla="*/ 72 h 393"/>
                      <a:gd name="T62" fmla="*/ 321 w 373"/>
                      <a:gd name="T63" fmla="*/ 55 h 393"/>
                      <a:gd name="T64" fmla="*/ 296 w 373"/>
                      <a:gd name="T65" fmla="*/ 35 h 393"/>
                      <a:gd name="T66" fmla="*/ 226 w 373"/>
                      <a:gd name="T67" fmla="*/ 35 h 393"/>
                      <a:gd name="T68" fmla="*/ 202 w 373"/>
                      <a:gd name="T69" fmla="*/ 35 h 393"/>
                      <a:gd name="T70" fmla="*/ 168 w 373"/>
                      <a:gd name="T71" fmla="*/ 22 h 393"/>
                      <a:gd name="T72" fmla="*/ 145 w 373"/>
                      <a:gd name="T73" fmla="*/ 3 h 393"/>
                      <a:gd name="T74" fmla="*/ 112 w 373"/>
                      <a:gd name="T75" fmla="*/ 0 h 393"/>
                      <a:gd name="T76" fmla="*/ 130 w 373"/>
                      <a:gd name="T77" fmla="*/ 49 h 393"/>
                      <a:gd name="T78" fmla="*/ 105 w 373"/>
                      <a:gd name="T79" fmla="*/ 55 h 393"/>
                      <a:gd name="T80" fmla="*/ 82 w 373"/>
                      <a:gd name="T81" fmla="*/ 62 h 393"/>
                      <a:gd name="T82" fmla="*/ 57 w 373"/>
                      <a:gd name="T83" fmla="*/ 85 h 393"/>
                      <a:gd name="T84" fmla="*/ 47 w 373"/>
                      <a:gd name="T85" fmla="*/ 103 h 393"/>
                      <a:gd name="T86" fmla="*/ 30 w 373"/>
                      <a:gd name="T87" fmla="*/ 122 h 393"/>
                      <a:gd name="T88" fmla="*/ 35 w 373"/>
                      <a:gd name="T89" fmla="*/ 153 h 393"/>
                      <a:gd name="T90" fmla="*/ 1 w 373"/>
                      <a:gd name="T91" fmla="*/ 155 h 393"/>
                      <a:gd name="T92" fmla="*/ 0 w 373"/>
                      <a:gd name="T93" fmla="*/ 191 h 393"/>
                      <a:gd name="T94" fmla="*/ 5 w 373"/>
                      <a:gd name="T95" fmla="*/ 216 h 393"/>
                      <a:gd name="T96" fmla="*/ 9 w 373"/>
                      <a:gd name="T97" fmla="*/ 239 h 393"/>
                      <a:gd name="T98" fmla="*/ 17 w 373"/>
                      <a:gd name="T99" fmla="*/ 274 h 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373" h="393">
                        <a:moveTo>
                          <a:pt x="17" y="274"/>
                        </a:moveTo>
                        <a:cubicBezTo>
                          <a:pt x="17" y="274"/>
                          <a:pt x="19" y="278"/>
                          <a:pt x="22" y="281"/>
                        </a:cubicBezTo>
                        <a:cubicBezTo>
                          <a:pt x="25" y="284"/>
                          <a:pt x="21" y="294"/>
                          <a:pt x="21" y="294"/>
                        </a:cubicBezTo>
                        <a:cubicBezTo>
                          <a:pt x="38" y="294"/>
                          <a:pt x="38" y="294"/>
                          <a:pt x="38" y="294"/>
                        </a:cubicBezTo>
                        <a:cubicBezTo>
                          <a:pt x="38" y="294"/>
                          <a:pt x="36" y="299"/>
                          <a:pt x="42" y="300"/>
                        </a:cubicBezTo>
                        <a:cubicBezTo>
                          <a:pt x="48" y="301"/>
                          <a:pt x="62" y="297"/>
                          <a:pt x="62" y="297"/>
                        </a:cubicBezTo>
                        <a:cubicBezTo>
                          <a:pt x="62" y="301"/>
                          <a:pt x="62" y="301"/>
                          <a:pt x="62" y="301"/>
                        </a:cubicBezTo>
                        <a:cubicBezTo>
                          <a:pt x="80" y="300"/>
                          <a:pt x="80" y="300"/>
                          <a:pt x="80" y="300"/>
                        </a:cubicBezTo>
                        <a:cubicBezTo>
                          <a:pt x="90" y="305"/>
                          <a:pt x="90" y="305"/>
                          <a:pt x="90" y="305"/>
                        </a:cubicBezTo>
                        <a:cubicBezTo>
                          <a:pt x="88" y="311"/>
                          <a:pt x="88" y="311"/>
                          <a:pt x="88" y="311"/>
                        </a:cubicBezTo>
                        <a:cubicBezTo>
                          <a:pt x="74" y="322"/>
                          <a:pt x="74" y="322"/>
                          <a:pt x="74" y="322"/>
                        </a:cubicBezTo>
                        <a:cubicBezTo>
                          <a:pt x="74" y="330"/>
                          <a:pt x="74" y="330"/>
                          <a:pt x="74" y="330"/>
                        </a:cubicBezTo>
                        <a:cubicBezTo>
                          <a:pt x="74" y="330"/>
                          <a:pt x="64" y="349"/>
                          <a:pt x="62" y="360"/>
                        </a:cubicBezTo>
                        <a:cubicBezTo>
                          <a:pt x="60" y="369"/>
                          <a:pt x="63" y="377"/>
                          <a:pt x="64" y="379"/>
                        </a:cubicBezTo>
                        <a:cubicBezTo>
                          <a:pt x="75" y="381"/>
                          <a:pt x="75" y="381"/>
                          <a:pt x="75" y="381"/>
                        </a:cubicBezTo>
                        <a:cubicBezTo>
                          <a:pt x="87" y="381"/>
                          <a:pt x="87" y="381"/>
                          <a:pt x="87" y="381"/>
                        </a:cubicBezTo>
                        <a:cubicBezTo>
                          <a:pt x="97" y="374"/>
                          <a:pt x="97" y="374"/>
                          <a:pt x="97" y="374"/>
                        </a:cubicBezTo>
                        <a:cubicBezTo>
                          <a:pt x="101" y="378"/>
                          <a:pt x="101" y="378"/>
                          <a:pt x="101" y="378"/>
                        </a:cubicBezTo>
                        <a:cubicBezTo>
                          <a:pt x="101" y="378"/>
                          <a:pt x="96" y="366"/>
                          <a:pt x="103" y="365"/>
                        </a:cubicBezTo>
                        <a:cubicBezTo>
                          <a:pt x="110" y="364"/>
                          <a:pt x="119" y="372"/>
                          <a:pt x="119" y="372"/>
                        </a:cubicBezTo>
                        <a:cubicBezTo>
                          <a:pt x="128" y="372"/>
                          <a:pt x="128" y="372"/>
                          <a:pt x="128" y="372"/>
                        </a:cubicBezTo>
                        <a:cubicBezTo>
                          <a:pt x="138" y="375"/>
                          <a:pt x="138" y="375"/>
                          <a:pt x="138" y="375"/>
                        </a:cubicBezTo>
                        <a:cubicBezTo>
                          <a:pt x="144" y="383"/>
                          <a:pt x="144" y="383"/>
                          <a:pt x="144" y="383"/>
                        </a:cubicBezTo>
                        <a:cubicBezTo>
                          <a:pt x="148" y="383"/>
                          <a:pt x="148" y="383"/>
                          <a:pt x="148" y="383"/>
                        </a:cubicBezTo>
                        <a:cubicBezTo>
                          <a:pt x="148" y="383"/>
                          <a:pt x="149" y="384"/>
                          <a:pt x="149" y="385"/>
                        </a:cubicBezTo>
                        <a:cubicBezTo>
                          <a:pt x="149" y="385"/>
                          <a:pt x="149" y="385"/>
                          <a:pt x="149" y="385"/>
                        </a:cubicBezTo>
                        <a:cubicBezTo>
                          <a:pt x="151" y="383"/>
                          <a:pt x="155" y="380"/>
                          <a:pt x="161" y="382"/>
                        </a:cubicBezTo>
                        <a:cubicBezTo>
                          <a:pt x="170" y="383"/>
                          <a:pt x="171" y="393"/>
                          <a:pt x="175" y="392"/>
                        </a:cubicBezTo>
                        <a:cubicBezTo>
                          <a:pt x="179" y="391"/>
                          <a:pt x="182" y="386"/>
                          <a:pt x="182" y="386"/>
                        </a:cubicBezTo>
                        <a:cubicBezTo>
                          <a:pt x="182" y="377"/>
                          <a:pt x="182" y="377"/>
                          <a:pt x="182" y="377"/>
                        </a:cubicBezTo>
                        <a:cubicBezTo>
                          <a:pt x="195" y="378"/>
                          <a:pt x="195" y="378"/>
                          <a:pt x="195" y="378"/>
                        </a:cubicBezTo>
                        <a:cubicBezTo>
                          <a:pt x="195" y="378"/>
                          <a:pt x="205" y="389"/>
                          <a:pt x="212" y="389"/>
                        </a:cubicBezTo>
                        <a:cubicBezTo>
                          <a:pt x="218" y="389"/>
                          <a:pt x="224" y="387"/>
                          <a:pt x="224" y="387"/>
                        </a:cubicBezTo>
                        <a:cubicBezTo>
                          <a:pt x="233" y="379"/>
                          <a:pt x="233" y="379"/>
                          <a:pt x="233" y="379"/>
                        </a:cubicBezTo>
                        <a:cubicBezTo>
                          <a:pt x="247" y="378"/>
                          <a:pt x="247" y="378"/>
                          <a:pt x="247" y="378"/>
                        </a:cubicBezTo>
                        <a:cubicBezTo>
                          <a:pt x="258" y="372"/>
                          <a:pt x="258" y="372"/>
                          <a:pt x="258" y="372"/>
                        </a:cubicBezTo>
                        <a:cubicBezTo>
                          <a:pt x="267" y="373"/>
                          <a:pt x="267" y="373"/>
                          <a:pt x="267" y="373"/>
                        </a:cubicBezTo>
                        <a:cubicBezTo>
                          <a:pt x="280" y="378"/>
                          <a:pt x="280" y="378"/>
                          <a:pt x="280" y="378"/>
                        </a:cubicBezTo>
                        <a:cubicBezTo>
                          <a:pt x="280" y="378"/>
                          <a:pt x="288" y="392"/>
                          <a:pt x="290" y="385"/>
                        </a:cubicBezTo>
                        <a:cubicBezTo>
                          <a:pt x="291" y="379"/>
                          <a:pt x="290" y="369"/>
                          <a:pt x="290" y="369"/>
                        </a:cubicBezTo>
                        <a:cubicBezTo>
                          <a:pt x="290" y="360"/>
                          <a:pt x="290" y="360"/>
                          <a:pt x="290" y="360"/>
                        </a:cubicBezTo>
                        <a:cubicBezTo>
                          <a:pt x="282" y="358"/>
                          <a:pt x="282" y="358"/>
                          <a:pt x="282" y="358"/>
                        </a:cubicBezTo>
                        <a:cubicBezTo>
                          <a:pt x="282" y="358"/>
                          <a:pt x="287" y="345"/>
                          <a:pt x="291" y="344"/>
                        </a:cubicBezTo>
                        <a:cubicBezTo>
                          <a:pt x="296" y="343"/>
                          <a:pt x="309" y="346"/>
                          <a:pt x="309" y="346"/>
                        </a:cubicBezTo>
                        <a:cubicBezTo>
                          <a:pt x="309" y="335"/>
                          <a:pt x="309" y="335"/>
                          <a:pt x="309" y="335"/>
                        </a:cubicBezTo>
                        <a:cubicBezTo>
                          <a:pt x="305" y="328"/>
                          <a:pt x="305" y="328"/>
                          <a:pt x="305" y="328"/>
                        </a:cubicBezTo>
                        <a:cubicBezTo>
                          <a:pt x="317" y="327"/>
                          <a:pt x="317" y="327"/>
                          <a:pt x="317" y="327"/>
                        </a:cubicBezTo>
                        <a:cubicBezTo>
                          <a:pt x="324" y="316"/>
                          <a:pt x="324" y="316"/>
                          <a:pt x="324" y="316"/>
                        </a:cubicBezTo>
                        <a:cubicBezTo>
                          <a:pt x="324" y="316"/>
                          <a:pt x="323" y="309"/>
                          <a:pt x="317" y="305"/>
                        </a:cubicBezTo>
                        <a:cubicBezTo>
                          <a:pt x="312" y="302"/>
                          <a:pt x="307" y="304"/>
                          <a:pt x="307" y="304"/>
                        </a:cubicBezTo>
                        <a:cubicBezTo>
                          <a:pt x="301" y="295"/>
                          <a:pt x="301" y="295"/>
                          <a:pt x="301" y="295"/>
                        </a:cubicBezTo>
                        <a:cubicBezTo>
                          <a:pt x="297" y="295"/>
                          <a:pt x="297" y="295"/>
                          <a:pt x="297" y="295"/>
                        </a:cubicBezTo>
                        <a:cubicBezTo>
                          <a:pt x="294" y="287"/>
                          <a:pt x="294" y="287"/>
                          <a:pt x="294" y="287"/>
                        </a:cubicBezTo>
                        <a:cubicBezTo>
                          <a:pt x="294" y="287"/>
                          <a:pt x="288" y="285"/>
                          <a:pt x="281" y="285"/>
                        </a:cubicBezTo>
                        <a:cubicBezTo>
                          <a:pt x="273" y="284"/>
                          <a:pt x="279" y="279"/>
                          <a:pt x="279" y="279"/>
                        </a:cubicBezTo>
                        <a:cubicBezTo>
                          <a:pt x="273" y="277"/>
                          <a:pt x="273" y="277"/>
                          <a:pt x="273" y="277"/>
                        </a:cubicBezTo>
                        <a:cubicBezTo>
                          <a:pt x="271" y="271"/>
                          <a:pt x="271" y="271"/>
                          <a:pt x="271" y="271"/>
                        </a:cubicBezTo>
                        <a:cubicBezTo>
                          <a:pt x="271" y="271"/>
                          <a:pt x="263" y="265"/>
                          <a:pt x="262" y="263"/>
                        </a:cubicBezTo>
                        <a:cubicBezTo>
                          <a:pt x="261" y="261"/>
                          <a:pt x="269" y="257"/>
                          <a:pt x="269" y="257"/>
                        </a:cubicBezTo>
                        <a:cubicBezTo>
                          <a:pt x="263" y="248"/>
                          <a:pt x="263" y="248"/>
                          <a:pt x="263" y="248"/>
                        </a:cubicBezTo>
                        <a:cubicBezTo>
                          <a:pt x="257" y="247"/>
                          <a:pt x="257" y="247"/>
                          <a:pt x="257" y="247"/>
                        </a:cubicBezTo>
                        <a:cubicBezTo>
                          <a:pt x="257" y="247"/>
                          <a:pt x="252" y="238"/>
                          <a:pt x="255" y="235"/>
                        </a:cubicBezTo>
                        <a:cubicBezTo>
                          <a:pt x="259" y="233"/>
                          <a:pt x="259" y="239"/>
                          <a:pt x="263" y="239"/>
                        </a:cubicBezTo>
                        <a:cubicBezTo>
                          <a:pt x="267" y="238"/>
                          <a:pt x="266" y="233"/>
                          <a:pt x="266" y="233"/>
                        </a:cubicBezTo>
                        <a:cubicBezTo>
                          <a:pt x="273" y="233"/>
                          <a:pt x="273" y="233"/>
                          <a:pt x="273" y="233"/>
                        </a:cubicBezTo>
                        <a:cubicBezTo>
                          <a:pt x="273" y="233"/>
                          <a:pt x="275" y="225"/>
                          <a:pt x="283" y="227"/>
                        </a:cubicBezTo>
                        <a:cubicBezTo>
                          <a:pt x="292" y="229"/>
                          <a:pt x="290" y="233"/>
                          <a:pt x="290" y="233"/>
                        </a:cubicBezTo>
                        <a:cubicBezTo>
                          <a:pt x="297" y="224"/>
                          <a:pt x="297" y="224"/>
                          <a:pt x="297" y="224"/>
                        </a:cubicBezTo>
                        <a:cubicBezTo>
                          <a:pt x="308" y="221"/>
                          <a:pt x="308" y="221"/>
                          <a:pt x="308" y="221"/>
                        </a:cubicBezTo>
                        <a:cubicBezTo>
                          <a:pt x="310" y="217"/>
                          <a:pt x="310" y="217"/>
                          <a:pt x="310" y="217"/>
                        </a:cubicBezTo>
                        <a:cubicBezTo>
                          <a:pt x="310" y="217"/>
                          <a:pt x="321" y="217"/>
                          <a:pt x="324" y="216"/>
                        </a:cubicBezTo>
                        <a:cubicBezTo>
                          <a:pt x="327" y="215"/>
                          <a:pt x="325" y="210"/>
                          <a:pt x="325" y="210"/>
                        </a:cubicBezTo>
                        <a:cubicBezTo>
                          <a:pt x="325" y="210"/>
                          <a:pt x="336" y="211"/>
                          <a:pt x="339" y="208"/>
                        </a:cubicBezTo>
                        <a:cubicBezTo>
                          <a:pt x="341" y="205"/>
                          <a:pt x="346" y="199"/>
                          <a:pt x="348" y="198"/>
                        </a:cubicBezTo>
                        <a:cubicBezTo>
                          <a:pt x="350" y="197"/>
                          <a:pt x="355" y="209"/>
                          <a:pt x="360" y="208"/>
                        </a:cubicBezTo>
                        <a:cubicBezTo>
                          <a:pt x="365" y="207"/>
                          <a:pt x="371" y="195"/>
                          <a:pt x="372" y="191"/>
                        </a:cubicBezTo>
                        <a:cubicBezTo>
                          <a:pt x="373" y="188"/>
                          <a:pt x="367" y="187"/>
                          <a:pt x="367" y="187"/>
                        </a:cubicBezTo>
                        <a:cubicBezTo>
                          <a:pt x="367" y="187"/>
                          <a:pt x="371" y="182"/>
                          <a:pt x="369" y="177"/>
                        </a:cubicBezTo>
                        <a:cubicBezTo>
                          <a:pt x="368" y="171"/>
                          <a:pt x="360" y="177"/>
                          <a:pt x="360" y="177"/>
                        </a:cubicBezTo>
                        <a:cubicBezTo>
                          <a:pt x="361" y="165"/>
                          <a:pt x="361" y="165"/>
                          <a:pt x="361" y="165"/>
                        </a:cubicBezTo>
                        <a:cubicBezTo>
                          <a:pt x="361" y="165"/>
                          <a:pt x="352" y="163"/>
                          <a:pt x="351" y="157"/>
                        </a:cubicBezTo>
                        <a:cubicBezTo>
                          <a:pt x="351" y="152"/>
                          <a:pt x="360" y="146"/>
                          <a:pt x="360" y="146"/>
                        </a:cubicBezTo>
                        <a:cubicBezTo>
                          <a:pt x="360" y="146"/>
                          <a:pt x="357" y="144"/>
                          <a:pt x="355" y="143"/>
                        </a:cubicBezTo>
                        <a:cubicBezTo>
                          <a:pt x="353" y="143"/>
                          <a:pt x="356" y="136"/>
                          <a:pt x="356" y="136"/>
                        </a:cubicBezTo>
                        <a:cubicBezTo>
                          <a:pt x="356" y="136"/>
                          <a:pt x="351" y="135"/>
                          <a:pt x="350" y="132"/>
                        </a:cubicBezTo>
                        <a:cubicBezTo>
                          <a:pt x="349" y="129"/>
                          <a:pt x="355" y="126"/>
                          <a:pt x="355" y="126"/>
                        </a:cubicBezTo>
                        <a:cubicBezTo>
                          <a:pt x="355" y="126"/>
                          <a:pt x="355" y="120"/>
                          <a:pt x="352" y="115"/>
                        </a:cubicBezTo>
                        <a:cubicBezTo>
                          <a:pt x="349" y="111"/>
                          <a:pt x="345" y="115"/>
                          <a:pt x="345" y="115"/>
                        </a:cubicBezTo>
                        <a:cubicBezTo>
                          <a:pt x="341" y="109"/>
                          <a:pt x="341" y="109"/>
                          <a:pt x="341" y="109"/>
                        </a:cubicBezTo>
                        <a:cubicBezTo>
                          <a:pt x="341" y="109"/>
                          <a:pt x="337" y="113"/>
                          <a:pt x="334" y="106"/>
                        </a:cubicBezTo>
                        <a:cubicBezTo>
                          <a:pt x="331" y="99"/>
                          <a:pt x="337" y="98"/>
                          <a:pt x="343" y="93"/>
                        </a:cubicBezTo>
                        <a:cubicBezTo>
                          <a:pt x="349" y="89"/>
                          <a:pt x="347" y="87"/>
                          <a:pt x="345" y="79"/>
                        </a:cubicBezTo>
                        <a:cubicBezTo>
                          <a:pt x="342" y="70"/>
                          <a:pt x="337" y="78"/>
                          <a:pt x="339" y="72"/>
                        </a:cubicBezTo>
                        <a:cubicBezTo>
                          <a:pt x="340" y="69"/>
                          <a:pt x="339" y="65"/>
                          <a:pt x="338" y="62"/>
                        </a:cubicBezTo>
                        <a:cubicBezTo>
                          <a:pt x="334" y="60"/>
                          <a:pt x="334" y="60"/>
                          <a:pt x="334" y="60"/>
                        </a:cubicBezTo>
                        <a:cubicBezTo>
                          <a:pt x="321" y="55"/>
                          <a:pt x="321" y="55"/>
                          <a:pt x="321" y="55"/>
                        </a:cubicBezTo>
                        <a:cubicBezTo>
                          <a:pt x="321" y="55"/>
                          <a:pt x="323" y="50"/>
                          <a:pt x="318" y="44"/>
                        </a:cubicBezTo>
                        <a:cubicBezTo>
                          <a:pt x="313" y="38"/>
                          <a:pt x="301" y="41"/>
                          <a:pt x="301" y="41"/>
                        </a:cubicBezTo>
                        <a:cubicBezTo>
                          <a:pt x="296" y="35"/>
                          <a:pt x="296" y="35"/>
                          <a:pt x="296" y="35"/>
                        </a:cubicBezTo>
                        <a:cubicBezTo>
                          <a:pt x="296" y="35"/>
                          <a:pt x="270" y="23"/>
                          <a:pt x="265" y="26"/>
                        </a:cubicBezTo>
                        <a:cubicBezTo>
                          <a:pt x="260" y="29"/>
                          <a:pt x="253" y="36"/>
                          <a:pt x="253" y="36"/>
                        </a:cubicBezTo>
                        <a:cubicBezTo>
                          <a:pt x="226" y="35"/>
                          <a:pt x="226" y="35"/>
                          <a:pt x="226" y="35"/>
                        </a:cubicBezTo>
                        <a:cubicBezTo>
                          <a:pt x="226" y="47"/>
                          <a:pt x="226" y="47"/>
                          <a:pt x="226" y="47"/>
                        </a:cubicBezTo>
                        <a:cubicBezTo>
                          <a:pt x="200" y="46"/>
                          <a:pt x="200" y="46"/>
                          <a:pt x="200" y="46"/>
                        </a:cubicBezTo>
                        <a:cubicBezTo>
                          <a:pt x="200" y="46"/>
                          <a:pt x="198" y="38"/>
                          <a:pt x="202" y="35"/>
                        </a:cubicBezTo>
                        <a:cubicBezTo>
                          <a:pt x="206" y="32"/>
                          <a:pt x="209" y="20"/>
                          <a:pt x="209" y="20"/>
                        </a:cubicBezTo>
                        <a:cubicBezTo>
                          <a:pt x="196" y="27"/>
                          <a:pt x="196" y="27"/>
                          <a:pt x="196" y="27"/>
                        </a:cubicBezTo>
                        <a:cubicBezTo>
                          <a:pt x="168" y="22"/>
                          <a:pt x="168" y="22"/>
                          <a:pt x="168" y="22"/>
                        </a:cubicBezTo>
                        <a:cubicBezTo>
                          <a:pt x="168" y="22"/>
                          <a:pt x="160" y="14"/>
                          <a:pt x="156" y="4"/>
                        </a:cubicBezTo>
                        <a:cubicBezTo>
                          <a:pt x="154" y="5"/>
                          <a:pt x="153" y="6"/>
                          <a:pt x="153" y="6"/>
                        </a:cubicBezTo>
                        <a:cubicBezTo>
                          <a:pt x="153" y="6"/>
                          <a:pt x="152" y="2"/>
                          <a:pt x="145" y="3"/>
                        </a:cubicBezTo>
                        <a:cubicBezTo>
                          <a:pt x="137" y="3"/>
                          <a:pt x="135" y="5"/>
                          <a:pt x="135" y="5"/>
                        </a:cubicBezTo>
                        <a:cubicBezTo>
                          <a:pt x="135" y="5"/>
                          <a:pt x="127" y="0"/>
                          <a:pt x="123" y="0"/>
                        </a:cubicBezTo>
                        <a:cubicBezTo>
                          <a:pt x="119" y="0"/>
                          <a:pt x="112" y="0"/>
                          <a:pt x="112" y="0"/>
                        </a:cubicBezTo>
                        <a:cubicBezTo>
                          <a:pt x="126" y="23"/>
                          <a:pt x="126" y="23"/>
                          <a:pt x="126" y="23"/>
                        </a:cubicBezTo>
                        <a:cubicBezTo>
                          <a:pt x="117" y="31"/>
                          <a:pt x="117" y="31"/>
                          <a:pt x="117" y="31"/>
                        </a:cubicBezTo>
                        <a:cubicBezTo>
                          <a:pt x="130" y="49"/>
                          <a:pt x="130" y="49"/>
                          <a:pt x="130" y="49"/>
                        </a:cubicBezTo>
                        <a:cubicBezTo>
                          <a:pt x="142" y="58"/>
                          <a:pt x="142" y="58"/>
                          <a:pt x="142" y="58"/>
                        </a:cubicBezTo>
                        <a:cubicBezTo>
                          <a:pt x="123" y="51"/>
                          <a:pt x="123" y="51"/>
                          <a:pt x="123" y="51"/>
                        </a:cubicBezTo>
                        <a:cubicBezTo>
                          <a:pt x="105" y="55"/>
                          <a:pt x="105" y="55"/>
                          <a:pt x="105" y="55"/>
                        </a:cubicBezTo>
                        <a:cubicBezTo>
                          <a:pt x="105" y="55"/>
                          <a:pt x="110" y="70"/>
                          <a:pt x="104" y="72"/>
                        </a:cubicBezTo>
                        <a:cubicBezTo>
                          <a:pt x="98" y="74"/>
                          <a:pt x="88" y="72"/>
                          <a:pt x="88" y="72"/>
                        </a:cubicBezTo>
                        <a:cubicBezTo>
                          <a:pt x="82" y="62"/>
                          <a:pt x="82" y="62"/>
                          <a:pt x="82" y="62"/>
                        </a:cubicBezTo>
                        <a:cubicBezTo>
                          <a:pt x="82" y="62"/>
                          <a:pt x="55" y="59"/>
                          <a:pt x="54" y="64"/>
                        </a:cubicBezTo>
                        <a:cubicBezTo>
                          <a:pt x="53" y="69"/>
                          <a:pt x="53" y="82"/>
                          <a:pt x="53" y="82"/>
                        </a:cubicBezTo>
                        <a:cubicBezTo>
                          <a:pt x="57" y="85"/>
                          <a:pt x="57" y="85"/>
                          <a:pt x="57" y="85"/>
                        </a:cubicBezTo>
                        <a:cubicBezTo>
                          <a:pt x="54" y="87"/>
                          <a:pt x="54" y="87"/>
                          <a:pt x="54" y="87"/>
                        </a:cubicBezTo>
                        <a:cubicBezTo>
                          <a:pt x="59" y="95"/>
                          <a:pt x="59" y="95"/>
                          <a:pt x="59" y="95"/>
                        </a:cubicBezTo>
                        <a:cubicBezTo>
                          <a:pt x="59" y="95"/>
                          <a:pt x="48" y="99"/>
                          <a:pt x="47" y="103"/>
                        </a:cubicBezTo>
                        <a:cubicBezTo>
                          <a:pt x="45" y="107"/>
                          <a:pt x="49" y="115"/>
                          <a:pt x="49" y="115"/>
                        </a:cubicBezTo>
                        <a:cubicBezTo>
                          <a:pt x="41" y="115"/>
                          <a:pt x="41" y="115"/>
                          <a:pt x="41" y="115"/>
                        </a:cubicBezTo>
                        <a:cubicBezTo>
                          <a:pt x="41" y="115"/>
                          <a:pt x="29" y="119"/>
                          <a:pt x="30" y="122"/>
                        </a:cubicBezTo>
                        <a:cubicBezTo>
                          <a:pt x="31" y="125"/>
                          <a:pt x="45" y="130"/>
                          <a:pt x="45" y="134"/>
                        </a:cubicBezTo>
                        <a:cubicBezTo>
                          <a:pt x="45" y="138"/>
                          <a:pt x="37" y="142"/>
                          <a:pt x="37" y="142"/>
                        </a:cubicBezTo>
                        <a:cubicBezTo>
                          <a:pt x="35" y="153"/>
                          <a:pt x="35" y="153"/>
                          <a:pt x="35" y="153"/>
                        </a:cubicBezTo>
                        <a:cubicBezTo>
                          <a:pt x="29" y="152"/>
                          <a:pt x="29" y="152"/>
                          <a:pt x="29" y="152"/>
                        </a:cubicBezTo>
                        <a:cubicBezTo>
                          <a:pt x="29" y="152"/>
                          <a:pt x="27" y="157"/>
                          <a:pt x="25" y="160"/>
                        </a:cubicBezTo>
                        <a:cubicBezTo>
                          <a:pt x="23" y="163"/>
                          <a:pt x="1" y="155"/>
                          <a:pt x="1" y="155"/>
                        </a:cubicBezTo>
                        <a:cubicBezTo>
                          <a:pt x="7" y="170"/>
                          <a:pt x="7" y="170"/>
                          <a:pt x="7" y="170"/>
                        </a:cubicBezTo>
                        <a:cubicBezTo>
                          <a:pt x="7" y="170"/>
                          <a:pt x="12" y="178"/>
                          <a:pt x="11" y="181"/>
                        </a:cubicBezTo>
                        <a:cubicBezTo>
                          <a:pt x="11" y="185"/>
                          <a:pt x="0" y="191"/>
                          <a:pt x="0" y="191"/>
                        </a:cubicBezTo>
                        <a:cubicBezTo>
                          <a:pt x="0" y="191"/>
                          <a:pt x="5" y="197"/>
                          <a:pt x="4" y="199"/>
                        </a:cubicBezTo>
                        <a:cubicBezTo>
                          <a:pt x="3" y="201"/>
                          <a:pt x="0" y="215"/>
                          <a:pt x="0" y="215"/>
                        </a:cubicBezTo>
                        <a:cubicBezTo>
                          <a:pt x="5" y="216"/>
                          <a:pt x="5" y="216"/>
                          <a:pt x="5" y="216"/>
                        </a:cubicBezTo>
                        <a:cubicBezTo>
                          <a:pt x="5" y="216"/>
                          <a:pt x="14" y="219"/>
                          <a:pt x="15" y="225"/>
                        </a:cubicBezTo>
                        <a:cubicBezTo>
                          <a:pt x="15" y="231"/>
                          <a:pt x="18" y="238"/>
                          <a:pt x="18" y="238"/>
                        </a:cubicBezTo>
                        <a:cubicBezTo>
                          <a:pt x="9" y="239"/>
                          <a:pt x="9" y="239"/>
                          <a:pt x="9" y="239"/>
                        </a:cubicBezTo>
                        <a:cubicBezTo>
                          <a:pt x="9" y="239"/>
                          <a:pt x="4" y="247"/>
                          <a:pt x="7" y="253"/>
                        </a:cubicBezTo>
                        <a:cubicBezTo>
                          <a:pt x="11" y="259"/>
                          <a:pt x="21" y="261"/>
                          <a:pt x="22" y="265"/>
                        </a:cubicBezTo>
                        <a:cubicBezTo>
                          <a:pt x="23" y="270"/>
                          <a:pt x="17" y="274"/>
                          <a:pt x="17" y="274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271"/>
                  <p:cNvSpPr>
                    <a:spLocks/>
                  </p:cNvSpPr>
                  <p:nvPr/>
                </p:nvSpPr>
                <p:spPr bwMode="gray">
                  <a:xfrm>
                    <a:off x="2318603" y="4558885"/>
                    <a:ext cx="340254" cy="145975"/>
                  </a:xfrm>
                  <a:custGeom>
                    <a:avLst/>
                    <a:gdLst>
                      <a:gd name="T0" fmla="*/ 5 w 286"/>
                      <a:gd name="T1" fmla="*/ 97 h 123"/>
                      <a:gd name="T2" fmla="*/ 18 w 286"/>
                      <a:gd name="T3" fmla="*/ 92 h 123"/>
                      <a:gd name="T4" fmla="*/ 51 w 286"/>
                      <a:gd name="T5" fmla="*/ 86 h 123"/>
                      <a:gd name="T6" fmla="*/ 65 w 286"/>
                      <a:gd name="T7" fmla="*/ 83 h 123"/>
                      <a:gd name="T8" fmla="*/ 78 w 286"/>
                      <a:gd name="T9" fmla="*/ 90 h 123"/>
                      <a:gd name="T10" fmla="*/ 86 w 286"/>
                      <a:gd name="T11" fmla="*/ 88 h 123"/>
                      <a:gd name="T12" fmla="*/ 109 w 286"/>
                      <a:gd name="T13" fmla="*/ 94 h 123"/>
                      <a:gd name="T14" fmla="*/ 118 w 286"/>
                      <a:gd name="T15" fmla="*/ 89 h 123"/>
                      <a:gd name="T16" fmla="*/ 133 w 286"/>
                      <a:gd name="T17" fmla="*/ 93 h 123"/>
                      <a:gd name="T18" fmla="*/ 150 w 286"/>
                      <a:gd name="T19" fmla="*/ 85 h 123"/>
                      <a:gd name="T20" fmla="*/ 162 w 286"/>
                      <a:gd name="T21" fmla="*/ 98 h 123"/>
                      <a:gd name="T22" fmla="*/ 189 w 286"/>
                      <a:gd name="T23" fmla="*/ 101 h 123"/>
                      <a:gd name="T24" fmla="*/ 200 w 286"/>
                      <a:gd name="T25" fmla="*/ 111 h 123"/>
                      <a:gd name="T26" fmla="*/ 215 w 286"/>
                      <a:gd name="T27" fmla="*/ 119 h 123"/>
                      <a:gd name="T28" fmla="*/ 227 w 286"/>
                      <a:gd name="T29" fmla="*/ 123 h 123"/>
                      <a:gd name="T30" fmla="*/ 243 w 286"/>
                      <a:gd name="T31" fmla="*/ 113 h 123"/>
                      <a:gd name="T32" fmla="*/ 259 w 286"/>
                      <a:gd name="T33" fmla="*/ 119 h 123"/>
                      <a:gd name="T34" fmla="*/ 264 w 286"/>
                      <a:gd name="T35" fmla="*/ 113 h 123"/>
                      <a:gd name="T36" fmla="*/ 278 w 286"/>
                      <a:gd name="T37" fmla="*/ 100 h 123"/>
                      <a:gd name="T38" fmla="*/ 286 w 286"/>
                      <a:gd name="T39" fmla="*/ 101 h 123"/>
                      <a:gd name="T40" fmla="*/ 280 w 286"/>
                      <a:gd name="T41" fmla="*/ 82 h 123"/>
                      <a:gd name="T42" fmla="*/ 268 w 286"/>
                      <a:gd name="T43" fmla="*/ 65 h 123"/>
                      <a:gd name="T44" fmla="*/ 255 w 286"/>
                      <a:gd name="T45" fmla="*/ 61 h 123"/>
                      <a:gd name="T46" fmla="*/ 256 w 286"/>
                      <a:gd name="T47" fmla="*/ 52 h 123"/>
                      <a:gd name="T48" fmla="*/ 268 w 286"/>
                      <a:gd name="T49" fmla="*/ 45 h 123"/>
                      <a:gd name="T50" fmla="*/ 246 w 286"/>
                      <a:gd name="T51" fmla="*/ 30 h 123"/>
                      <a:gd name="T52" fmla="*/ 238 w 286"/>
                      <a:gd name="T53" fmla="*/ 31 h 123"/>
                      <a:gd name="T54" fmla="*/ 225 w 286"/>
                      <a:gd name="T55" fmla="*/ 26 h 123"/>
                      <a:gd name="T56" fmla="*/ 214 w 286"/>
                      <a:gd name="T57" fmla="*/ 32 h 123"/>
                      <a:gd name="T58" fmla="*/ 194 w 286"/>
                      <a:gd name="T59" fmla="*/ 20 h 123"/>
                      <a:gd name="T60" fmla="*/ 166 w 286"/>
                      <a:gd name="T61" fmla="*/ 3 h 123"/>
                      <a:gd name="T62" fmla="*/ 145 w 286"/>
                      <a:gd name="T63" fmla="*/ 4 h 123"/>
                      <a:gd name="T64" fmla="*/ 124 w 286"/>
                      <a:gd name="T65" fmla="*/ 10 h 123"/>
                      <a:gd name="T66" fmla="*/ 120 w 286"/>
                      <a:gd name="T67" fmla="*/ 10 h 123"/>
                      <a:gd name="T68" fmla="*/ 119 w 286"/>
                      <a:gd name="T69" fmla="*/ 12 h 123"/>
                      <a:gd name="T70" fmla="*/ 123 w 286"/>
                      <a:gd name="T71" fmla="*/ 55 h 123"/>
                      <a:gd name="T72" fmla="*/ 86 w 286"/>
                      <a:gd name="T73" fmla="*/ 52 h 123"/>
                      <a:gd name="T74" fmla="*/ 79 w 286"/>
                      <a:gd name="T75" fmla="*/ 37 h 123"/>
                      <a:gd name="T76" fmla="*/ 56 w 286"/>
                      <a:gd name="T77" fmla="*/ 18 h 123"/>
                      <a:gd name="T78" fmla="*/ 21 w 286"/>
                      <a:gd name="T79" fmla="*/ 30 h 123"/>
                      <a:gd name="T80" fmla="*/ 16 w 286"/>
                      <a:gd name="T81" fmla="*/ 46 h 123"/>
                      <a:gd name="T82" fmla="*/ 0 w 286"/>
                      <a:gd name="T83" fmla="*/ 69 h 123"/>
                      <a:gd name="T84" fmla="*/ 6 w 286"/>
                      <a:gd name="T85" fmla="*/ 104 h 123"/>
                      <a:gd name="T86" fmla="*/ 5 w 286"/>
                      <a:gd name="T87" fmla="*/ 97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286" h="123">
                        <a:moveTo>
                          <a:pt x="5" y="97"/>
                        </a:moveTo>
                        <a:cubicBezTo>
                          <a:pt x="8" y="95"/>
                          <a:pt x="12" y="93"/>
                          <a:pt x="18" y="92"/>
                        </a:cubicBezTo>
                        <a:cubicBezTo>
                          <a:pt x="38" y="89"/>
                          <a:pt x="45" y="89"/>
                          <a:pt x="51" y="86"/>
                        </a:cubicBezTo>
                        <a:cubicBezTo>
                          <a:pt x="57" y="83"/>
                          <a:pt x="59" y="81"/>
                          <a:pt x="65" y="83"/>
                        </a:cubicBezTo>
                        <a:cubicBezTo>
                          <a:pt x="71" y="85"/>
                          <a:pt x="78" y="90"/>
                          <a:pt x="78" y="90"/>
                        </a:cubicBezTo>
                        <a:cubicBezTo>
                          <a:pt x="78" y="90"/>
                          <a:pt x="83" y="89"/>
                          <a:pt x="86" y="88"/>
                        </a:cubicBezTo>
                        <a:cubicBezTo>
                          <a:pt x="89" y="87"/>
                          <a:pt x="109" y="94"/>
                          <a:pt x="109" y="94"/>
                        </a:cubicBezTo>
                        <a:cubicBezTo>
                          <a:pt x="109" y="94"/>
                          <a:pt x="113" y="89"/>
                          <a:pt x="118" y="89"/>
                        </a:cubicBezTo>
                        <a:cubicBezTo>
                          <a:pt x="123" y="89"/>
                          <a:pt x="125" y="93"/>
                          <a:pt x="133" y="93"/>
                        </a:cubicBezTo>
                        <a:cubicBezTo>
                          <a:pt x="141" y="93"/>
                          <a:pt x="144" y="85"/>
                          <a:pt x="150" y="85"/>
                        </a:cubicBezTo>
                        <a:cubicBezTo>
                          <a:pt x="156" y="85"/>
                          <a:pt x="162" y="98"/>
                          <a:pt x="162" y="98"/>
                        </a:cubicBezTo>
                        <a:cubicBezTo>
                          <a:pt x="162" y="98"/>
                          <a:pt x="183" y="99"/>
                          <a:pt x="189" y="101"/>
                        </a:cubicBezTo>
                        <a:cubicBezTo>
                          <a:pt x="195" y="103"/>
                          <a:pt x="200" y="111"/>
                          <a:pt x="200" y="111"/>
                        </a:cubicBezTo>
                        <a:cubicBezTo>
                          <a:pt x="215" y="119"/>
                          <a:pt x="215" y="119"/>
                          <a:pt x="215" y="119"/>
                        </a:cubicBezTo>
                        <a:cubicBezTo>
                          <a:pt x="227" y="123"/>
                          <a:pt x="227" y="123"/>
                          <a:pt x="227" y="123"/>
                        </a:cubicBezTo>
                        <a:cubicBezTo>
                          <a:pt x="233" y="118"/>
                          <a:pt x="240" y="113"/>
                          <a:pt x="243" y="113"/>
                        </a:cubicBezTo>
                        <a:cubicBezTo>
                          <a:pt x="248" y="113"/>
                          <a:pt x="259" y="119"/>
                          <a:pt x="259" y="119"/>
                        </a:cubicBezTo>
                        <a:cubicBezTo>
                          <a:pt x="259" y="119"/>
                          <a:pt x="264" y="110"/>
                          <a:pt x="264" y="113"/>
                        </a:cubicBezTo>
                        <a:cubicBezTo>
                          <a:pt x="264" y="116"/>
                          <a:pt x="278" y="100"/>
                          <a:pt x="278" y="100"/>
                        </a:cubicBezTo>
                        <a:cubicBezTo>
                          <a:pt x="278" y="100"/>
                          <a:pt x="282" y="101"/>
                          <a:pt x="286" y="101"/>
                        </a:cubicBezTo>
                        <a:cubicBezTo>
                          <a:pt x="286" y="97"/>
                          <a:pt x="286" y="87"/>
                          <a:pt x="280" y="82"/>
                        </a:cubicBezTo>
                        <a:cubicBezTo>
                          <a:pt x="273" y="76"/>
                          <a:pt x="268" y="65"/>
                          <a:pt x="268" y="65"/>
                        </a:cubicBezTo>
                        <a:cubicBezTo>
                          <a:pt x="255" y="61"/>
                          <a:pt x="255" y="61"/>
                          <a:pt x="255" y="61"/>
                        </a:cubicBezTo>
                        <a:cubicBezTo>
                          <a:pt x="256" y="52"/>
                          <a:pt x="256" y="52"/>
                          <a:pt x="256" y="52"/>
                        </a:cubicBezTo>
                        <a:cubicBezTo>
                          <a:pt x="256" y="52"/>
                          <a:pt x="269" y="50"/>
                          <a:pt x="268" y="45"/>
                        </a:cubicBezTo>
                        <a:cubicBezTo>
                          <a:pt x="267" y="40"/>
                          <a:pt x="246" y="30"/>
                          <a:pt x="246" y="30"/>
                        </a:cubicBezTo>
                        <a:cubicBezTo>
                          <a:pt x="238" y="31"/>
                          <a:pt x="238" y="31"/>
                          <a:pt x="238" y="31"/>
                        </a:cubicBezTo>
                        <a:cubicBezTo>
                          <a:pt x="238" y="31"/>
                          <a:pt x="228" y="27"/>
                          <a:pt x="225" y="26"/>
                        </a:cubicBezTo>
                        <a:cubicBezTo>
                          <a:pt x="222" y="25"/>
                          <a:pt x="220" y="32"/>
                          <a:pt x="214" y="32"/>
                        </a:cubicBezTo>
                        <a:cubicBezTo>
                          <a:pt x="208" y="32"/>
                          <a:pt x="205" y="29"/>
                          <a:pt x="194" y="20"/>
                        </a:cubicBezTo>
                        <a:cubicBezTo>
                          <a:pt x="183" y="11"/>
                          <a:pt x="181" y="6"/>
                          <a:pt x="166" y="3"/>
                        </a:cubicBezTo>
                        <a:cubicBezTo>
                          <a:pt x="151" y="0"/>
                          <a:pt x="145" y="4"/>
                          <a:pt x="145" y="4"/>
                        </a:cubicBezTo>
                        <a:cubicBezTo>
                          <a:pt x="124" y="10"/>
                          <a:pt x="124" y="10"/>
                          <a:pt x="124" y="10"/>
                        </a:cubicBezTo>
                        <a:cubicBezTo>
                          <a:pt x="120" y="10"/>
                          <a:pt x="120" y="10"/>
                          <a:pt x="120" y="10"/>
                        </a:cubicBezTo>
                        <a:cubicBezTo>
                          <a:pt x="119" y="12"/>
                          <a:pt x="119" y="12"/>
                          <a:pt x="119" y="12"/>
                        </a:cubicBezTo>
                        <a:cubicBezTo>
                          <a:pt x="119" y="12"/>
                          <a:pt x="136" y="55"/>
                          <a:pt x="123" y="55"/>
                        </a:cubicBezTo>
                        <a:cubicBezTo>
                          <a:pt x="110" y="55"/>
                          <a:pt x="86" y="52"/>
                          <a:pt x="86" y="52"/>
                        </a:cubicBezTo>
                        <a:cubicBezTo>
                          <a:pt x="79" y="37"/>
                          <a:pt x="79" y="37"/>
                          <a:pt x="79" y="37"/>
                        </a:cubicBezTo>
                        <a:cubicBezTo>
                          <a:pt x="56" y="18"/>
                          <a:pt x="56" y="18"/>
                          <a:pt x="56" y="18"/>
                        </a:cubicBezTo>
                        <a:cubicBezTo>
                          <a:pt x="56" y="18"/>
                          <a:pt x="24" y="23"/>
                          <a:pt x="21" y="30"/>
                        </a:cubicBezTo>
                        <a:cubicBezTo>
                          <a:pt x="18" y="37"/>
                          <a:pt x="16" y="46"/>
                          <a:pt x="16" y="46"/>
                        </a:cubicBezTo>
                        <a:cubicBezTo>
                          <a:pt x="16" y="46"/>
                          <a:pt x="0" y="64"/>
                          <a:pt x="0" y="69"/>
                        </a:cubicBezTo>
                        <a:cubicBezTo>
                          <a:pt x="0" y="74"/>
                          <a:pt x="6" y="104"/>
                          <a:pt x="6" y="104"/>
                        </a:cubicBezTo>
                        <a:cubicBezTo>
                          <a:pt x="6" y="104"/>
                          <a:pt x="5" y="101"/>
                          <a:pt x="5" y="97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272"/>
                  <p:cNvSpPr>
                    <a:spLocks/>
                  </p:cNvSpPr>
                  <p:nvPr/>
                </p:nvSpPr>
                <p:spPr bwMode="gray">
                  <a:xfrm>
                    <a:off x="2249646" y="3884380"/>
                    <a:ext cx="501822" cy="570811"/>
                  </a:xfrm>
                  <a:custGeom>
                    <a:avLst/>
                    <a:gdLst>
                      <a:gd name="T0" fmla="*/ 88 w 422"/>
                      <a:gd name="T1" fmla="*/ 64 h 480"/>
                      <a:gd name="T2" fmla="*/ 64 w 422"/>
                      <a:gd name="T3" fmla="*/ 59 h 480"/>
                      <a:gd name="T4" fmla="*/ 40 w 422"/>
                      <a:gd name="T5" fmla="*/ 47 h 480"/>
                      <a:gd name="T6" fmla="*/ 16 w 422"/>
                      <a:gd name="T7" fmla="*/ 36 h 480"/>
                      <a:gd name="T8" fmla="*/ 2 w 422"/>
                      <a:gd name="T9" fmla="*/ 40 h 480"/>
                      <a:gd name="T10" fmla="*/ 17 w 422"/>
                      <a:gd name="T11" fmla="*/ 56 h 480"/>
                      <a:gd name="T12" fmla="*/ 48 w 422"/>
                      <a:gd name="T13" fmla="*/ 72 h 480"/>
                      <a:gd name="T14" fmla="*/ 92 w 422"/>
                      <a:gd name="T15" fmla="*/ 85 h 480"/>
                      <a:gd name="T16" fmla="*/ 103 w 422"/>
                      <a:gd name="T17" fmla="*/ 114 h 480"/>
                      <a:gd name="T18" fmla="*/ 107 w 422"/>
                      <a:gd name="T19" fmla="*/ 132 h 480"/>
                      <a:gd name="T20" fmla="*/ 113 w 422"/>
                      <a:gd name="T21" fmla="*/ 165 h 480"/>
                      <a:gd name="T22" fmla="*/ 138 w 422"/>
                      <a:gd name="T23" fmla="*/ 204 h 480"/>
                      <a:gd name="T24" fmla="*/ 179 w 422"/>
                      <a:gd name="T25" fmla="*/ 217 h 480"/>
                      <a:gd name="T26" fmla="*/ 167 w 422"/>
                      <a:gd name="T27" fmla="*/ 234 h 480"/>
                      <a:gd name="T28" fmla="*/ 119 w 422"/>
                      <a:gd name="T29" fmla="*/ 283 h 480"/>
                      <a:gd name="T30" fmla="*/ 81 w 422"/>
                      <a:gd name="T31" fmla="*/ 309 h 480"/>
                      <a:gd name="T32" fmla="*/ 45 w 422"/>
                      <a:gd name="T33" fmla="*/ 336 h 480"/>
                      <a:gd name="T34" fmla="*/ 49 w 422"/>
                      <a:gd name="T35" fmla="*/ 364 h 480"/>
                      <a:gd name="T36" fmla="*/ 62 w 422"/>
                      <a:gd name="T37" fmla="*/ 393 h 480"/>
                      <a:gd name="T38" fmla="*/ 71 w 422"/>
                      <a:gd name="T39" fmla="*/ 452 h 480"/>
                      <a:gd name="T40" fmla="*/ 114 w 422"/>
                      <a:gd name="T41" fmla="*/ 460 h 480"/>
                      <a:gd name="T42" fmla="*/ 180 w 422"/>
                      <a:gd name="T43" fmla="*/ 475 h 480"/>
                      <a:gd name="T44" fmla="*/ 222 w 422"/>
                      <a:gd name="T45" fmla="*/ 465 h 480"/>
                      <a:gd name="T46" fmla="*/ 304 w 422"/>
                      <a:gd name="T47" fmla="*/ 451 h 480"/>
                      <a:gd name="T48" fmla="*/ 305 w 422"/>
                      <a:gd name="T49" fmla="*/ 441 h 480"/>
                      <a:gd name="T50" fmla="*/ 382 w 422"/>
                      <a:gd name="T51" fmla="*/ 381 h 480"/>
                      <a:gd name="T52" fmla="*/ 421 w 422"/>
                      <a:gd name="T53" fmla="*/ 340 h 480"/>
                      <a:gd name="T54" fmla="*/ 360 w 422"/>
                      <a:gd name="T55" fmla="*/ 295 h 480"/>
                      <a:gd name="T56" fmla="*/ 368 w 422"/>
                      <a:gd name="T57" fmla="*/ 265 h 480"/>
                      <a:gd name="T58" fmla="*/ 359 w 422"/>
                      <a:gd name="T59" fmla="*/ 247 h 480"/>
                      <a:gd name="T60" fmla="*/ 339 w 422"/>
                      <a:gd name="T61" fmla="*/ 228 h 480"/>
                      <a:gd name="T62" fmla="*/ 337 w 422"/>
                      <a:gd name="T63" fmla="*/ 202 h 480"/>
                      <a:gd name="T64" fmla="*/ 312 w 422"/>
                      <a:gd name="T65" fmla="*/ 156 h 480"/>
                      <a:gd name="T66" fmla="*/ 316 w 422"/>
                      <a:gd name="T67" fmla="*/ 133 h 480"/>
                      <a:gd name="T68" fmla="*/ 312 w 422"/>
                      <a:gd name="T69" fmla="*/ 98 h 480"/>
                      <a:gd name="T70" fmla="*/ 275 w 422"/>
                      <a:gd name="T71" fmla="*/ 82 h 480"/>
                      <a:gd name="T72" fmla="*/ 282 w 422"/>
                      <a:gd name="T73" fmla="*/ 62 h 480"/>
                      <a:gd name="T74" fmla="*/ 280 w 422"/>
                      <a:gd name="T75" fmla="*/ 36 h 480"/>
                      <a:gd name="T76" fmla="*/ 271 w 422"/>
                      <a:gd name="T77" fmla="*/ 13 h 480"/>
                      <a:gd name="T78" fmla="*/ 240 w 422"/>
                      <a:gd name="T79" fmla="*/ 1 h 480"/>
                      <a:gd name="T80" fmla="*/ 198 w 422"/>
                      <a:gd name="T81" fmla="*/ 5 h 480"/>
                      <a:gd name="T82" fmla="*/ 173 w 422"/>
                      <a:gd name="T83" fmla="*/ 30 h 480"/>
                      <a:gd name="T84" fmla="*/ 157 w 422"/>
                      <a:gd name="T85" fmla="*/ 50 h 480"/>
                      <a:gd name="T86" fmla="*/ 123 w 422"/>
                      <a:gd name="T87" fmla="*/ 56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422" h="480">
                        <a:moveTo>
                          <a:pt x="107" y="59"/>
                        </a:moveTo>
                        <a:cubicBezTo>
                          <a:pt x="107" y="59"/>
                          <a:pt x="98" y="67"/>
                          <a:pt x="88" y="64"/>
                        </a:cubicBezTo>
                        <a:cubicBezTo>
                          <a:pt x="78" y="61"/>
                          <a:pt x="78" y="61"/>
                          <a:pt x="78" y="61"/>
                        </a:cubicBezTo>
                        <a:cubicBezTo>
                          <a:pt x="78" y="61"/>
                          <a:pt x="78" y="60"/>
                          <a:pt x="64" y="59"/>
                        </a:cubicBezTo>
                        <a:cubicBezTo>
                          <a:pt x="50" y="58"/>
                          <a:pt x="49" y="48"/>
                          <a:pt x="49" y="48"/>
                        </a:cubicBezTo>
                        <a:cubicBezTo>
                          <a:pt x="40" y="47"/>
                          <a:pt x="40" y="47"/>
                          <a:pt x="40" y="47"/>
                        </a:cubicBezTo>
                        <a:cubicBezTo>
                          <a:pt x="40" y="47"/>
                          <a:pt x="31" y="33"/>
                          <a:pt x="27" y="33"/>
                        </a:cubicBezTo>
                        <a:cubicBezTo>
                          <a:pt x="23" y="33"/>
                          <a:pt x="16" y="36"/>
                          <a:pt x="16" y="36"/>
                        </a:cubicBezTo>
                        <a:cubicBezTo>
                          <a:pt x="14" y="45"/>
                          <a:pt x="14" y="45"/>
                          <a:pt x="14" y="45"/>
                        </a:cubicBezTo>
                        <a:cubicBezTo>
                          <a:pt x="2" y="40"/>
                          <a:pt x="2" y="40"/>
                          <a:pt x="2" y="40"/>
                        </a:cubicBezTo>
                        <a:cubicBezTo>
                          <a:pt x="0" y="45"/>
                          <a:pt x="0" y="45"/>
                          <a:pt x="0" y="45"/>
                        </a:cubicBezTo>
                        <a:cubicBezTo>
                          <a:pt x="0" y="45"/>
                          <a:pt x="7" y="52"/>
                          <a:pt x="17" y="56"/>
                        </a:cubicBezTo>
                        <a:cubicBezTo>
                          <a:pt x="27" y="60"/>
                          <a:pt x="40" y="64"/>
                          <a:pt x="40" y="64"/>
                        </a:cubicBezTo>
                        <a:cubicBezTo>
                          <a:pt x="48" y="72"/>
                          <a:pt x="48" y="72"/>
                          <a:pt x="48" y="72"/>
                        </a:cubicBezTo>
                        <a:cubicBezTo>
                          <a:pt x="70" y="73"/>
                          <a:pt x="70" y="73"/>
                          <a:pt x="70" y="73"/>
                        </a:cubicBezTo>
                        <a:cubicBezTo>
                          <a:pt x="92" y="85"/>
                          <a:pt x="92" y="85"/>
                          <a:pt x="92" y="85"/>
                        </a:cubicBezTo>
                        <a:cubicBezTo>
                          <a:pt x="92" y="85"/>
                          <a:pt x="110" y="90"/>
                          <a:pt x="109" y="95"/>
                        </a:cubicBezTo>
                        <a:cubicBezTo>
                          <a:pt x="108" y="100"/>
                          <a:pt x="103" y="114"/>
                          <a:pt x="103" y="114"/>
                        </a:cubicBezTo>
                        <a:cubicBezTo>
                          <a:pt x="111" y="119"/>
                          <a:pt x="111" y="119"/>
                          <a:pt x="111" y="119"/>
                        </a:cubicBezTo>
                        <a:cubicBezTo>
                          <a:pt x="107" y="132"/>
                          <a:pt x="107" y="132"/>
                          <a:pt x="107" y="132"/>
                        </a:cubicBezTo>
                        <a:cubicBezTo>
                          <a:pt x="124" y="142"/>
                          <a:pt x="124" y="142"/>
                          <a:pt x="124" y="142"/>
                        </a:cubicBezTo>
                        <a:cubicBezTo>
                          <a:pt x="124" y="142"/>
                          <a:pt x="111" y="157"/>
                          <a:pt x="113" y="165"/>
                        </a:cubicBezTo>
                        <a:cubicBezTo>
                          <a:pt x="115" y="173"/>
                          <a:pt x="130" y="183"/>
                          <a:pt x="130" y="183"/>
                        </a:cubicBezTo>
                        <a:cubicBezTo>
                          <a:pt x="138" y="204"/>
                          <a:pt x="138" y="204"/>
                          <a:pt x="138" y="204"/>
                        </a:cubicBezTo>
                        <a:cubicBezTo>
                          <a:pt x="148" y="198"/>
                          <a:pt x="148" y="198"/>
                          <a:pt x="148" y="198"/>
                        </a:cubicBezTo>
                        <a:cubicBezTo>
                          <a:pt x="148" y="198"/>
                          <a:pt x="177" y="205"/>
                          <a:pt x="179" y="217"/>
                        </a:cubicBezTo>
                        <a:cubicBezTo>
                          <a:pt x="181" y="229"/>
                          <a:pt x="182" y="239"/>
                          <a:pt x="182" y="239"/>
                        </a:cubicBezTo>
                        <a:cubicBezTo>
                          <a:pt x="182" y="239"/>
                          <a:pt x="170" y="233"/>
                          <a:pt x="167" y="234"/>
                        </a:cubicBezTo>
                        <a:cubicBezTo>
                          <a:pt x="164" y="235"/>
                          <a:pt x="142" y="260"/>
                          <a:pt x="142" y="260"/>
                        </a:cubicBezTo>
                        <a:cubicBezTo>
                          <a:pt x="119" y="283"/>
                          <a:pt x="119" y="283"/>
                          <a:pt x="119" y="283"/>
                        </a:cubicBezTo>
                        <a:cubicBezTo>
                          <a:pt x="96" y="288"/>
                          <a:pt x="96" y="288"/>
                          <a:pt x="96" y="288"/>
                        </a:cubicBezTo>
                        <a:cubicBezTo>
                          <a:pt x="96" y="288"/>
                          <a:pt x="81" y="300"/>
                          <a:pt x="81" y="309"/>
                        </a:cubicBezTo>
                        <a:cubicBezTo>
                          <a:pt x="81" y="318"/>
                          <a:pt x="61" y="318"/>
                          <a:pt x="61" y="318"/>
                        </a:cubicBezTo>
                        <a:cubicBezTo>
                          <a:pt x="45" y="336"/>
                          <a:pt x="45" y="336"/>
                          <a:pt x="45" y="336"/>
                        </a:cubicBezTo>
                        <a:cubicBezTo>
                          <a:pt x="45" y="336"/>
                          <a:pt x="41" y="348"/>
                          <a:pt x="43" y="352"/>
                        </a:cubicBezTo>
                        <a:cubicBezTo>
                          <a:pt x="45" y="356"/>
                          <a:pt x="49" y="364"/>
                          <a:pt x="49" y="364"/>
                        </a:cubicBezTo>
                        <a:cubicBezTo>
                          <a:pt x="47" y="380"/>
                          <a:pt x="47" y="380"/>
                          <a:pt x="47" y="380"/>
                        </a:cubicBezTo>
                        <a:cubicBezTo>
                          <a:pt x="62" y="393"/>
                          <a:pt x="62" y="393"/>
                          <a:pt x="62" y="393"/>
                        </a:cubicBezTo>
                        <a:cubicBezTo>
                          <a:pt x="62" y="393"/>
                          <a:pt x="52" y="425"/>
                          <a:pt x="56" y="434"/>
                        </a:cubicBezTo>
                        <a:cubicBezTo>
                          <a:pt x="60" y="443"/>
                          <a:pt x="71" y="452"/>
                          <a:pt x="71" y="452"/>
                        </a:cubicBezTo>
                        <a:cubicBezTo>
                          <a:pt x="86" y="463"/>
                          <a:pt x="86" y="463"/>
                          <a:pt x="86" y="463"/>
                        </a:cubicBezTo>
                        <a:cubicBezTo>
                          <a:pt x="114" y="460"/>
                          <a:pt x="114" y="460"/>
                          <a:pt x="114" y="460"/>
                        </a:cubicBezTo>
                        <a:cubicBezTo>
                          <a:pt x="114" y="460"/>
                          <a:pt x="105" y="476"/>
                          <a:pt x="125" y="478"/>
                        </a:cubicBezTo>
                        <a:cubicBezTo>
                          <a:pt x="145" y="480"/>
                          <a:pt x="180" y="475"/>
                          <a:pt x="180" y="475"/>
                        </a:cubicBezTo>
                        <a:cubicBezTo>
                          <a:pt x="199" y="465"/>
                          <a:pt x="199" y="465"/>
                          <a:pt x="199" y="465"/>
                        </a:cubicBezTo>
                        <a:cubicBezTo>
                          <a:pt x="222" y="465"/>
                          <a:pt x="222" y="465"/>
                          <a:pt x="222" y="465"/>
                        </a:cubicBezTo>
                        <a:cubicBezTo>
                          <a:pt x="255" y="448"/>
                          <a:pt x="255" y="448"/>
                          <a:pt x="255" y="448"/>
                        </a:cubicBezTo>
                        <a:cubicBezTo>
                          <a:pt x="304" y="451"/>
                          <a:pt x="304" y="451"/>
                          <a:pt x="304" y="451"/>
                        </a:cubicBezTo>
                        <a:cubicBezTo>
                          <a:pt x="309" y="448"/>
                          <a:pt x="309" y="448"/>
                          <a:pt x="309" y="448"/>
                        </a:cubicBezTo>
                        <a:cubicBezTo>
                          <a:pt x="305" y="441"/>
                          <a:pt x="305" y="441"/>
                          <a:pt x="305" y="441"/>
                        </a:cubicBezTo>
                        <a:cubicBezTo>
                          <a:pt x="305" y="441"/>
                          <a:pt x="346" y="417"/>
                          <a:pt x="350" y="412"/>
                        </a:cubicBezTo>
                        <a:cubicBezTo>
                          <a:pt x="354" y="407"/>
                          <a:pt x="382" y="381"/>
                          <a:pt x="382" y="381"/>
                        </a:cubicBezTo>
                        <a:cubicBezTo>
                          <a:pt x="382" y="381"/>
                          <a:pt x="403" y="369"/>
                          <a:pt x="407" y="362"/>
                        </a:cubicBezTo>
                        <a:cubicBezTo>
                          <a:pt x="411" y="355"/>
                          <a:pt x="420" y="348"/>
                          <a:pt x="421" y="340"/>
                        </a:cubicBezTo>
                        <a:cubicBezTo>
                          <a:pt x="422" y="332"/>
                          <a:pt x="399" y="313"/>
                          <a:pt x="399" y="313"/>
                        </a:cubicBezTo>
                        <a:cubicBezTo>
                          <a:pt x="360" y="295"/>
                          <a:pt x="360" y="295"/>
                          <a:pt x="360" y="295"/>
                        </a:cubicBezTo>
                        <a:cubicBezTo>
                          <a:pt x="360" y="295"/>
                          <a:pt x="381" y="281"/>
                          <a:pt x="380" y="277"/>
                        </a:cubicBezTo>
                        <a:cubicBezTo>
                          <a:pt x="379" y="273"/>
                          <a:pt x="368" y="265"/>
                          <a:pt x="368" y="265"/>
                        </a:cubicBezTo>
                        <a:cubicBezTo>
                          <a:pt x="353" y="262"/>
                          <a:pt x="353" y="262"/>
                          <a:pt x="353" y="262"/>
                        </a:cubicBezTo>
                        <a:cubicBezTo>
                          <a:pt x="353" y="262"/>
                          <a:pt x="360" y="251"/>
                          <a:pt x="359" y="247"/>
                        </a:cubicBezTo>
                        <a:cubicBezTo>
                          <a:pt x="358" y="243"/>
                          <a:pt x="339" y="238"/>
                          <a:pt x="339" y="238"/>
                        </a:cubicBezTo>
                        <a:cubicBezTo>
                          <a:pt x="339" y="228"/>
                          <a:pt x="339" y="228"/>
                          <a:pt x="339" y="228"/>
                        </a:cubicBezTo>
                        <a:cubicBezTo>
                          <a:pt x="332" y="222"/>
                          <a:pt x="332" y="222"/>
                          <a:pt x="332" y="222"/>
                        </a:cubicBezTo>
                        <a:cubicBezTo>
                          <a:pt x="337" y="202"/>
                          <a:pt x="337" y="202"/>
                          <a:pt x="337" y="202"/>
                        </a:cubicBezTo>
                        <a:cubicBezTo>
                          <a:pt x="337" y="202"/>
                          <a:pt x="365" y="208"/>
                          <a:pt x="359" y="198"/>
                        </a:cubicBezTo>
                        <a:cubicBezTo>
                          <a:pt x="353" y="188"/>
                          <a:pt x="312" y="156"/>
                          <a:pt x="312" y="156"/>
                        </a:cubicBezTo>
                        <a:cubicBezTo>
                          <a:pt x="299" y="145"/>
                          <a:pt x="299" y="145"/>
                          <a:pt x="299" y="145"/>
                        </a:cubicBezTo>
                        <a:cubicBezTo>
                          <a:pt x="299" y="145"/>
                          <a:pt x="316" y="138"/>
                          <a:pt x="316" y="133"/>
                        </a:cubicBezTo>
                        <a:cubicBezTo>
                          <a:pt x="316" y="128"/>
                          <a:pt x="340" y="126"/>
                          <a:pt x="331" y="116"/>
                        </a:cubicBezTo>
                        <a:cubicBezTo>
                          <a:pt x="322" y="106"/>
                          <a:pt x="316" y="103"/>
                          <a:pt x="312" y="98"/>
                        </a:cubicBezTo>
                        <a:cubicBezTo>
                          <a:pt x="308" y="93"/>
                          <a:pt x="303" y="86"/>
                          <a:pt x="297" y="86"/>
                        </a:cubicBezTo>
                        <a:cubicBezTo>
                          <a:pt x="291" y="86"/>
                          <a:pt x="277" y="94"/>
                          <a:pt x="275" y="82"/>
                        </a:cubicBezTo>
                        <a:cubicBezTo>
                          <a:pt x="273" y="70"/>
                          <a:pt x="270" y="67"/>
                          <a:pt x="270" y="67"/>
                        </a:cubicBezTo>
                        <a:cubicBezTo>
                          <a:pt x="270" y="67"/>
                          <a:pt x="283" y="65"/>
                          <a:pt x="282" y="62"/>
                        </a:cubicBezTo>
                        <a:cubicBezTo>
                          <a:pt x="281" y="59"/>
                          <a:pt x="277" y="53"/>
                          <a:pt x="277" y="53"/>
                        </a:cubicBezTo>
                        <a:cubicBezTo>
                          <a:pt x="280" y="36"/>
                          <a:pt x="280" y="36"/>
                          <a:pt x="280" y="36"/>
                        </a:cubicBezTo>
                        <a:cubicBezTo>
                          <a:pt x="280" y="36"/>
                          <a:pt x="293" y="48"/>
                          <a:pt x="289" y="31"/>
                        </a:cubicBezTo>
                        <a:cubicBezTo>
                          <a:pt x="285" y="14"/>
                          <a:pt x="271" y="13"/>
                          <a:pt x="271" y="13"/>
                        </a:cubicBezTo>
                        <a:cubicBezTo>
                          <a:pt x="248" y="8"/>
                          <a:pt x="248" y="8"/>
                          <a:pt x="248" y="8"/>
                        </a:cubicBezTo>
                        <a:cubicBezTo>
                          <a:pt x="248" y="8"/>
                          <a:pt x="255" y="2"/>
                          <a:pt x="240" y="1"/>
                        </a:cubicBezTo>
                        <a:cubicBezTo>
                          <a:pt x="225" y="0"/>
                          <a:pt x="214" y="7"/>
                          <a:pt x="214" y="7"/>
                        </a:cubicBezTo>
                        <a:cubicBezTo>
                          <a:pt x="214" y="7"/>
                          <a:pt x="203" y="6"/>
                          <a:pt x="198" y="5"/>
                        </a:cubicBezTo>
                        <a:cubicBezTo>
                          <a:pt x="193" y="4"/>
                          <a:pt x="176" y="13"/>
                          <a:pt x="176" y="13"/>
                        </a:cubicBezTo>
                        <a:cubicBezTo>
                          <a:pt x="176" y="13"/>
                          <a:pt x="172" y="26"/>
                          <a:pt x="173" y="30"/>
                        </a:cubicBezTo>
                        <a:cubicBezTo>
                          <a:pt x="174" y="34"/>
                          <a:pt x="173" y="50"/>
                          <a:pt x="173" y="50"/>
                        </a:cubicBezTo>
                        <a:cubicBezTo>
                          <a:pt x="173" y="50"/>
                          <a:pt x="164" y="45"/>
                          <a:pt x="157" y="50"/>
                        </a:cubicBezTo>
                        <a:cubicBezTo>
                          <a:pt x="150" y="55"/>
                          <a:pt x="156" y="65"/>
                          <a:pt x="148" y="65"/>
                        </a:cubicBezTo>
                        <a:cubicBezTo>
                          <a:pt x="140" y="65"/>
                          <a:pt x="128" y="57"/>
                          <a:pt x="123" y="56"/>
                        </a:cubicBezTo>
                        <a:cubicBezTo>
                          <a:pt x="118" y="55"/>
                          <a:pt x="107" y="59"/>
                          <a:pt x="107" y="59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1" name="Freeform 318"/>
                  <p:cNvSpPr>
                    <a:spLocks noEditPoints="1"/>
                  </p:cNvSpPr>
                  <p:nvPr/>
                </p:nvSpPr>
                <p:spPr bwMode="gray">
                  <a:xfrm>
                    <a:off x="1868118" y="3940254"/>
                    <a:ext cx="545614" cy="789774"/>
                  </a:xfrm>
                  <a:custGeom>
                    <a:avLst/>
                    <a:gdLst>
                      <a:gd name="T0" fmla="*/ 445 w 459"/>
                      <a:gd name="T1" fmla="*/ 95 h 664"/>
                      <a:gd name="T2" fmla="*/ 424 w 459"/>
                      <a:gd name="T3" fmla="*/ 67 h 664"/>
                      <a:gd name="T4" fmla="*/ 391 w 459"/>
                      <a:gd name="T5" fmla="*/ 26 h 664"/>
                      <a:gd name="T6" fmla="*/ 338 w 459"/>
                      <a:gd name="T7" fmla="*/ 9 h 664"/>
                      <a:gd name="T8" fmla="*/ 305 w 459"/>
                      <a:gd name="T9" fmla="*/ 14 h 664"/>
                      <a:gd name="T10" fmla="*/ 284 w 459"/>
                      <a:gd name="T11" fmla="*/ 25 h 664"/>
                      <a:gd name="T12" fmla="*/ 243 w 459"/>
                      <a:gd name="T13" fmla="*/ 25 h 664"/>
                      <a:gd name="T14" fmla="*/ 216 w 459"/>
                      <a:gd name="T15" fmla="*/ 45 h 664"/>
                      <a:gd name="T16" fmla="*/ 165 w 459"/>
                      <a:gd name="T17" fmla="*/ 71 h 664"/>
                      <a:gd name="T18" fmla="*/ 161 w 459"/>
                      <a:gd name="T19" fmla="*/ 99 h 664"/>
                      <a:gd name="T20" fmla="*/ 146 w 459"/>
                      <a:gd name="T21" fmla="*/ 128 h 664"/>
                      <a:gd name="T22" fmla="*/ 118 w 459"/>
                      <a:gd name="T23" fmla="*/ 144 h 664"/>
                      <a:gd name="T24" fmla="*/ 96 w 459"/>
                      <a:gd name="T25" fmla="*/ 194 h 664"/>
                      <a:gd name="T26" fmla="*/ 68 w 459"/>
                      <a:gd name="T27" fmla="*/ 227 h 664"/>
                      <a:gd name="T28" fmla="*/ 28 w 459"/>
                      <a:gd name="T29" fmla="*/ 260 h 664"/>
                      <a:gd name="T30" fmla="*/ 21 w 459"/>
                      <a:gd name="T31" fmla="*/ 290 h 664"/>
                      <a:gd name="T32" fmla="*/ 33 w 459"/>
                      <a:gd name="T33" fmla="*/ 334 h 664"/>
                      <a:gd name="T34" fmla="*/ 50 w 459"/>
                      <a:gd name="T35" fmla="*/ 374 h 664"/>
                      <a:gd name="T36" fmla="*/ 51 w 459"/>
                      <a:gd name="T37" fmla="*/ 409 h 664"/>
                      <a:gd name="T38" fmla="*/ 36 w 459"/>
                      <a:gd name="T39" fmla="*/ 431 h 664"/>
                      <a:gd name="T40" fmla="*/ 15 w 459"/>
                      <a:gd name="T41" fmla="*/ 452 h 664"/>
                      <a:gd name="T42" fmla="*/ 0 w 459"/>
                      <a:gd name="T43" fmla="*/ 469 h 664"/>
                      <a:gd name="T44" fmla="*/ 19 w 459"/>
                      <a:gd name="T45" fmla="*/ 515 h 664"/>
                      <a:gd name="T46" fmla="*/ 49 w 459"/>
                      <a:gd name="T47" fmla="*/ 586 h 664"/>
                      <a:gd name="T48" fmla="*/ 53 w 459"/>
                      <a:gd name="T49" fmla="*/ 607 h 664"/>
                      <a:gd name="T50" fmla="*/ 69 w 459"/>
                      <a:gd name="T51" fmla="*/ 656 h 664"/>
                      <a:gd name="T52" fmla="*/ 120 w 459"/>
                      <a:gd name="T53" fmla="*/ 631 h 664"/>
                      <a:gd name="T54" fmla="*/ 176 w 459"/>
                      <a:gd name="T55" fmla="*/ 618 h 664"/>
                      <a:gd name="T56" fmla="*/ 206 w 459"/>
                      <a:gd name="T57" fmla="*/ 549 h 664"/>
                      <a:gd name="T58" fmla="*/ 196 w 459"/>
                      <a:gd name="T59" fmla="*/ 507 h 664"/>
                      <a:gd name="T60" fmla="*/ 237 w 459"/>
                      <a:gd name="T61" fmla="*/ 489 h 664"/>
                      <a:gd name="T62" fmla="*/ 270 w 459"/>
                      <a:gd name="T63" fmla="*/ 456 h 664"/>
                      <a:gd name="T64" fmla="*/ 271 w 459"/>
                      <a:gd name="T65" fmla="*/ 409 h 664"/>
                      <a:gd name="T66" fmla="*/ 217 w 459"/>
                      <a:gd name="T67" fmla="*/ 350 h 664"/>
                      <a:gd name="T68" fmla="*/ 237 w 459"/>
                      <a:gd name="T69" fmla="*/ 303 h 664"/>
                      <a:gd name="T70" fmla="*/ 271 w 459"/>
                      <a:gd name="T71" fmla="*/ 270 h 664"/>
                      <a:gd name="T72" fmla="*/ 340 w 459"/>
                      <a:gd name="T73" fmla="*/ 249 h 664"/>
                      <a:gd name="T74" fmla="*/ 372 w 459"/>
                      <a:gd name="T75" fmla="*/ 175 h 664"/>
                      <a:gd name="T76" fmla="*/ 396 w 459"/>
                      <a:gd name="T77" fmla="*/ 144 h 664"/>
                      <a:gd name="T78" fmla="*/ 459 w 459"/>
                      <a:gd name="T79" fmla="*/ 157 h 664"/>
                      <a:gd name="T80" fmla="*/ 271 w 459"/>
                      <a:gd name="T81" fmla="*/ 583 h 664"/>
                      <a:gd name="T82" fmla="*/ 290 w 459"/>
                      <a:gd name="T83" fmla="*/ 543 h 664"/>
                      <a:gd name="T84" fmla="*/ 200 w 459"/>
                      <a:gd name="T85" fmla="*/ 597 h 664"/>
                      <a:gd name="T86" fmla="*/ 230 w 459"/>
                      <a:gd name="T87" fmla="*/ 570 h 6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459" h="664">
                        <a:moveTo>
                          <a:pt x="451" y="136"/>
                        </a:moveTo>
                        <a:cubicBezTo>
                          <a:pt x="451" y="136"/>
                          <a:pt x="436" y="126"/>
                          <a:pt x="434" y="118"/>
                        </a:cubicBezTo>
                        <a:cubicBezTo>
                          <a:pt x="432" y="110"/>
                          <a:pt x="445" y="95"/>
                          <a:pt x="445" y="95"/>
                        </a:cubicBezTo>
                        <a:cubicBezTo>
                          <a:pt x="428" y="85"/>
                          <a:pt x="428" y="85"/>
                          <a:pt x="428" y="85"/>
                        </a:cubicBezTo>
                        <a:cubicBezTo>
                          <a:pt x="432" y="72"/>
                          <a:pt x="432" y="72"/>
                          <a:pt x="432" y="72"/>
                        </a:cubicBezTo>
                        <a:cubicBezTo>
                          <a:pt x="424" y="67"/>
                          <a:pt x="424" y="67"/>
                          <a:pt x="424" y="67"/>
                        </a:cubicBezTo>
                        <a:cubicBezTo>
                          <a:pt x="424" y="67"/>
                          <a:pt x="429" y="53"/>
                          <a:pt x="430" y="48"/>
                        </a:cubicBezTo>
                        <a:cubicBezTo>
                          <a:pt x="431" y="43"/>
                          <a:pt x="413" y="38"/>
                          <a:pt x="413" y="38"/>
                        </a:cubicBezTo>
                        <a:cubicBezTo>
                          <a:pt x="391" y="26"/>
                          <a:pt x="391" y="26"/>
                          <a:pt x="391" y="26"/>
                        </a:cubicBezTo>
                        <a:cubicBezTo>
                          <a:pt x="369" y="25"/>
                          <a:pt x="369" y="25"/>
                          <a:pt x="369" y="25"/>
                        </a:cubicBezTo>
                        <a:cubicBezTo>
                          <a:pt x="361" y="17"/>
                          <a:pt x="361" y="17"/>
                          <a:pt x="361" y="17"/>
                        </a:cubicBezTo>
                        <a:cubicBezTo>
                          <a:pt x="361" y="17"/>
                          <a:pt x="348" y="13"/>
                          <a:pt x="338" y="9"/>
                        </a:cubicBezTo>
                        <a:cubicBezTo>
                          <a:pt x="332" y="7"/>
                          <a:pt x="327" y="3"/>
                          <a:pt x="324" y="1"/>
                        </a:cubicBezTo>
                        <a:cubicBezTo>
                          <a:pt x="304" y="0"/>
                          <a:pt x="304" y="0"/>
                          <a:pt x="304" y="0"/>
                        </a:cubicBezTo>
                        <a:cubicBezTo>
                          <a:pt x="305" y="14"/>
                          <a:pt x="305" y="14"/>
                          <a:pt x="305" y="14"/>
                        </a:cubicBezTo>
                        <a:cubicBezTo>
                          <a:pt x="305" y="14"/>
                          <a:pt x="298" y="11"/>
                          <a:pt x="298" y="16"/>
                        </a:cubicBezTo>
                        <a:cubicBezTo>
                          <a:pt x="298" y="21"/>
                          <a:pt x="311" y="27"/>
                          <a:pt x="303" y="29"/>
                        </a:cubicBezTo>
                        <a:cubicBezTo>
                          <a:pt x="295" y="31"/>
                          <a:pt x="284" y="25"/>
                          <a:pt x="284" y="25"/>
                        </a:cubicBezTo>
                        <a:cubicBezTo>
                          <a:pt x="275" y="25"/>
                          <a:pt x="275" y="25"/>
                          <a:pt x="275" y="25"/>
                        </a:cubicBezTo>
                        <a:cubicBezTo>
                          <a:pt x="262" y="21"/>
                          <a:pt x="262" y="21"/>
                          <a:pt x="262" y="21"/>
                        </a:cubicBezTo>
                        <a:cubicBezTo>
                          <a:pt x="243" y="25"/>
                          <a:pt x="243" y="25"/>
                          <a:pt x="243" y="25"/>
                        </a:cubicBezTo>
                        <a:cubicBezTo>
                          <a:pt x="243" y="25"/>
                          <a:pt x="243" y="12"/>
                          <a:pt x="235" y="18"/>
                        </a:cubicBezTo>
                        <a:cubicBezTo>
                          <a:pt x="227" y="24"/>
                          <a:pt x="237" y="35"/>
                          <a:pt x="234" y="40"/>
                        </a:cubicBezTo>
                        <a:cubicBezTo>
                          <a:pt x="231" y="45"/>
                          <a:pt x="216" y="45"/>
                          <a:pt x="216" y="45"/>
                        </a:cubicBezTo>
                        <a:cubicBezTo>
                          <a:pt x="190" y="49"/>
                          <a:pt x="190" y="49"/>
                          <a:pt x="190" y="49"/>
                        </a:cubicBezTo>
                        <a:cubicBezTo>
                          <a:pt x="181" y="59"/>
                          <a:pt x="181" y="59"/>
                          <a:pt x="181" y="59"/>
                        </a:cubicBezTo>
                        <a:cubicBezTo>
                          <a:pt x="181" y="59"/>
                          <a:pt x="164" y="67"/>
                          <a:pt x="165" y="71"/>
                        </a:cubicBezTo>
                        <a:cubicBezTo>
                          <a:pt x="166" y="75"/>
                          <a:pt x="177" y="83"/>
                          <a:pt x="177" y="83"/>
                        </a:cubicBezTo>
                        <a:cubicBezTo>
                          <a:pt x="172" y="93"/>
                          <a:pt x="172" y="93"/>
                          <a:pt x="172" y="93"/>
                        </a:cubicBezTo>
                        <a:cubicBezTo>
                          <a:pt x="172" y="93"/>
                          <a:pt x="167" y="94"/>
                          <a:pt x="161" y="99"/>
                        </a:cubicBezTo>
                        <a:cubicBezTo>
                          <a:pt x="155" y="104"/>
                          <a:pt x="153" y="111"/>
                          <a:pt x="153" y="111"/>
                        </a:cubicBezTo>
                        <a:cubicBezTo>
                          <a:pt x="139" y="112"/>
                          <a:pt x="139" y="112"/>
                          <a:pt x="139" y="112"/>
                        </a:cubicBezTo>
                        <a:cubicBezTo>
                          <a:pt x="139" y="112"/>
                          <a:pt x="153" y="126"/>
                          <a:pt x="146" y="128"/>
                        </a:cubicBezTo>
                        <a:cubicBezTo>
                          <a:pt x="139" y="130"/>
                          <a:pt x="130" y="135"/>
                          <a:pt x="130" y="135"/>
                        </a:cubicBezTo>
                        <a:cubicBezTo>
                          <a:pt x="116" y="128"/>
                          <a:pt x="116" y="128"/>
                          <a:pt x="116" y="128"/>
                        </a:cubicBezTo>
                        <a:cubicBezTo>
                          <a:pt x="118" y="144"/>
                          <a:pt x="118" y="144"/>
                          <a:pt x="118" y="144"/>
                        </a:cubicBezTo>
                        <a:cubicBezTo>
                          <a:pt x="115" y="149"/>
                          <a:pt x="115" y="149"/>
                          <a:pt x="115" y="149"/>
                        </a:cubicBezTo>
                        <a:cubicBezTo>
                          <a:pt x="111" y="178"/>
                          <a:pt x="111" y="178"/>
                          <a:pt x="111" y="178"/>
                        </a:cubicBezTo>
                        <a:cubicBezTo>
                          <a:pt x="111" y="178"/>
                          <a:pt x="101" y="190"/>
                          <a:pt x="96" y="194"/>
                        </a:cubicBezTo>
                        <a:cubicBezTo>
                          <a:pt x="91" y="198"/>
                          <a:pt x="82" y="204"/>
                          <a:pt x="82" y="204"/>
                        </a:cubicBezTo>
                        <a:cubicBezTo>
                          <a:pt x="82" y="204"/>
                          <a:pt x="103" y="214"/>
                          <a:pt x="99" y="223"/>
                        </a:cubicBezTo>
                        <a:cubicBezTo>
                          <a:pt x="95" y="232"/>
                          <a:pt x="68" y="227"/>
                          <a:pt x="68" y="227"/>
                        </a:cubicBezTo>
                        <a:cubicBezTo>
                          <a:pt x="68" y="227"/>
                          <a:pt x="53" y="239"/>
                          <a:pt x="46" y="244"/>
                        </a:cubicBezTo>
                        <a:cubicBezTo>
                          <a:pt x="39" y="249"/>
                          <a:pt x="33" y="254"/>
                          <a:pt x="33" y="254"/>
                        </a:cubicBezTo>
                        <a:cubicBezTo>
                          <a:pt x="28" y="260"/>
                          <a:pt x="28" y="260"/>
                          <a:pt x="28" y="260"/>
                        </a:cubicBezTo>
                        <a:cubicBezTo>
                          <a:pt x="28" y="260"/>
                          <a:pt x="22" y="265"/>
                          <a:pt x="22" y="268"/>
                        </a:cubicBezTo>
                        <a:cubicBezTo>
                          <a:pt x="22" y="271"/>
                          <a:pt x="40" y="271"/>
                          <a:pt x="34" y="277"/>
                        </a:cubicBezTo>
                        <a:cubicBezTo>
                          <a:pt x="28" y="283"/>
                          <a:pt x="19" y="285"/>
                          <a:pt x="21" y="290"/>
                        </a:cubicBezTo>
                        <a:cubicBezTo>
                          <a:pt x="23" y="295"/>
                          <a:pt x="29" y="303"/>
                          <a:pt x="29" y="303"/>
                        </a:cubicBezTo>
                        <a:cubicBezTo>
                          <a:pt x="29" y="303"/>
                          <a:pt x="40" y="310"/>
                          <a:pt x="39" y="315"/>
                        </a:cubicBezTo>
                        <a:cubicBezTo>
                          <a:pt x="38" y="320"/>
                          <a:pt x="32" y="327"/>
                          <a:pt x="33" y="334"/>
                        </a:cubicBezTo>
                        <a:cubicBezTo>
                          <a:pt x="34" y="341"/>
                          <a:pt x="42" y="348"/>
                          <a:pt x="42" y="348"/>
                        </a:cubicBezTo>
                        <a:cubicBezTo>
                          <a:pt x="42" y="348"/>
                          <a:pt x="61" y="354"/>
                          <a:pt x="59" y="361"/>
                        </a:cubicBezTo>
                        <a:cubicBezTo>
                          <a:pt x="57" y="368"/>
                          <a:pt x="50" y="374"/>
                          <a:pt x="50" y="374"/>
                        </a:cubicBezTo>
                        <a:cubicBezTo>
                          <a:pt x="35" y="377"/>
                          <a:pt x="35" y="377"/>
                          <a:pt x="35" y="377"/>
                        </a:cubicBezTo>
                        <a:cubicBezTo>
                          <a:pt x="35" y="377"/>
                          <a:pt x="41" y="394"/>
                          <a:pt x="44" y="397"/>
                        </a:cubicBezTo>
                        <a:cubicBezTo>
                          <a:pt x="47" y="400"/>
                          <a:pt x="51" y="409"/>
                          <a:pt x="51" y="409"/>
                        </a:cubicBezTo>
                        <a:cubicBezTo>
                          <a:pt x="44" y="409"/>
                          <a:pt x="44" y="409"/>
                          <a:pt x="44" y="409"/>
                        </a:cubicBezTo>
                        <a:cubicBezTo>
                          <a:pt x="44" y="426"/>
                          <a:pt x="44" y="426"/>
                          <a:pt x="44" y="426"/>
                        </a:cubicBezTo>
                        <a:cubicBezTo>
                          <a:pt x="44" y="426"/>
                          <a:pt x="41" y="431"/>
                          <a:pt x="36" y="431"/>
                        </a:cubicBezTo>
                        <a:cubicBezTo>
                          <a:pt x="31" y="431"/>
                          <a:pt x="17" y="425"/>
                          <a:pt x="19" y="431"/>
                        </a:cubicBezTo>
                        <a:cubicBezTo>
                          <a:pt x="21" y="437"/>
                          <a:pt x="21" y="441"/>
                          <a:pt x="21" y="441"/>
                        </a:cubicBezTo>
                        <a:cubicBezTo>
                          <a:pt x="21" y="441"/>
                          <a:pt x="12" y="444"/>
                          <a:pt x="15" y="452"/>
                        </a:cubicBezTo>
                        <a:cubicBezTo>
                          <a:pt x="18" y="460"/>
                          <a:pt x="24" y="461"/>
                          <a:pt x="22" y="466"/>
                        </a:cubicBezTo>
                        <a:cubicBezTo>
                          <a:pt x="20" y="471"/>
                          <a:pt x="14" y="482"/>
                          <a:pt x="14" y="482"/>
                        </a:cubicBezTo>
                        <a:cubicBezTo>
                          <a:pt x="0" y="469"/>
                          <a:pt x="0" y="469"/>
                          <a:pt x="0" y="469"/>
                        </a:cubicBezTo>
                        <a:cubicBezTo>
                          <a:pt x="2" y="510"/>
                          <a:pt x="2" y="510"/>
                          <a:pt x="2" y="510"/>
                        </a:cubicBezTo>
                        <a:cubicBezTo>
                          <a:pt x="2" y="510"/>
                          <a:pt x="16" y="499"/>
                          <a:pt x="23" y="511"/>
                        </a:cubicBezTo>
                        <a:cubicBezTo>
                          <a:pt x="30" y="523"/>
                          <a:pt x="19" y="515"/>
                          <a:pt x="19" y="515"/>
                        </a:cubicBezTo>
                        <a:cubicBezTo>
                          <a:pt x="19" y="515"/>
                          <a:pt x="14" y="549"/>
                          <a:pt x="18" y="553"/>
                        </a:cubicBezTo>
                        <a:cubicBezTo>
                          <a:pt x="22" y="557"/>
                          <a:pt x="34" y="562"/>
                          <a:pt x="34" y="562"/>
                        </a:cubicBezTo>
                        <a:cubicBezTo>
                          <a:pt x="34" y="562"/>
                          <a:pt x="43" y="579"/>
                          <a:pt x="49" y="586"/>
                        </a:cubicBezTo>
                        <a:cubicBezTo>
                          <a:pt x="55" y="593"/>
                          <a:pt x="66" y="597"/>
                          <a:pt x="66" y="597"/>
                        </a:cubicBezTo>
                        <a:cubicBezTo>
                          <a:pt x="65" y="605"/>
                          <a:pt x="65" y="605"/>
                          <a:pt x="65" y="605"/>
                        </a:cubicBezTo>
                        <a:cubicBezTo>
                          <a:pt x="53" y="607"/>
                          <a:pt x="53" y="607"/>
                          <a:pt x="53" y="607"/>
                        </a:cubicBezTo>
                        <a:cubicBezTo>
                          <a:pt x="53" y="607"/>
                          <a:pt x="51" y="615"/>
                          <a:pt x="52" y="621"/>
                        </a:cubicBezTo>
                        <a:cubicBezTo>
                          <a:pt x="53" y="627"/>
                          <a:pt x="68" y="640"/>
                          <a:pt x="68" y="640"/>
                        </a:cubicBezTo>
                        <a:cubicBezTo>
                          <a:pt x="68" y="640"/>
                          <a:pt x="64" y="653"/>
                          <a:pt x="69" y="656"/>
                        </a:cubicBezTo>
                        <a:cubicBezTo>
                          <a:pt x="74" y="659"/>
                          <a:pt x="94" y="657"/>
                          <a:pt x="94" y="657"/>
                        </a:cubicBezTo>
                        <a:cubicBezTo>
                          <a:pt x="94" y="657"/>
                          <a:pt x="122" y="664"/>
                          <a:pt x="121" y="655"/>
                        </a:cubicBezTo>
                        <a:cubicBezTo>
                          <a:pt x="120" y="646"/>
                          <a:pt x="120" y="631"/>
                          <a:pt x="120" y="631"/>
                        </a:cubicBezTo>
                        <a:cubicBezTo>
                          <a:pt x="132" y="625"/>
                          <a:pt x="132" y="625"/>
                          <a:pt x="132" y="625"/>
                        </a:cubicBezTo>
                        <a:cubicBezTo>
                          <a:pt x="133" y="615"/>
                          <a:pt x="133" y="615"/>
                          <a:pt x="133" y="615"/>
                        </a:cubicBezTo>
                        <a:cubicBezTo>
                          <a:pt x="176" y="618"/>
                          <a:pt x="176" y="618"/>
                          <a:pt x="176" y="618"/>
                        </a:cubicBezTo>
                        <a:cubicBezTo>
                          <a:pt x="185" y="623"/>
                          <a:pt x="185" y="623"/>
                          <a:pt x="185" y="623"/>
                        </a:cubicBezTo>
                        <a:cubicBezTo>
                          <a:pt x="199" y="581"/>
                          <a:pt x="199" y="581"/>
                          <a:pt x="199" y="581"/>
                        </a:cubicBezTo>
                        <a:cubicBezTo>
                          <a:pt x="199" y="581"/>
                          <a:pt x="208" y="555"/>
                          <a:pt x="206" y="549"/>
                        </a:cubicBezTo>
                        <a:cubicBezTo>
                          <a:pt x="204" y="543"/>
                          <a:pt x="198" y="532"/>
                          <a:pt x="198" y="532"/>
                        </a:cubicBezTo>
                        <a:cubicBezTo>
                          <a:pt x="198" y="532"/>
                          <a:pt x="219" y="529"/>
                          <a:pt x="217" y="518"/>
                        </a:cubicBezTo>
                        <a:cubicBezTo>
                          <a:pt x="215" y="507"/>
                          <a:pt x="196" y="507"/>
                          <a:pt x="196" y="507"/>
                        </a:cubicBezTo>
                        <a:cubicBezTo>
                          <a:pt x="209" y="502"/>
                          <a:pt x="209" y="502"/>
                          <a:pt x="209" y="502"/>
                        </a:cubicBezTo>
                        <a:cubicBezTo>
                          <a:pt x="200" y="498"/>
                          <a:pt x="200" y="498"/>
                          <a:pt x="200" y="498"/>
                        </a:cubicBezTo>
                        <a:cubicBezTo>
                          <a:pt x="200" y="498"/>
                          <a:pt x="234" y="500"/>
                          <a:pt x="237" y="489"/>
                        </a:cubicBezTo>
                        <a:cubicBezTo>
                          <a:pt x="240" y="478"/>
                          <a:pt x="245" y="472"/>
                          <a:pt x="245" y="472"/>
                        </a:cubicBezTo>
                        <a:cubicBezTo>
                          <a:pt x="245" y="472"/>
                          <a:pt x="256" y="490"/>
                          <a:pt x="266" y="478"/>
                        </a:cubicBezTo>
                        <a:cubicBezTo>
                          <a:pt x="276" y="466"/>
                          <a:pt x="270" y="456"/>
                          <a:pt x="270" y="456"/>
                        </a:cubicBezTo>
                        <a:cubicBezTo>
                          <a:pt x="270" y="456"/>
                          <a:pt x="297" y="451"/>
                          <a:pt x="290" y="437"/>
                        </a:cubicBezTo>
                        <a:cubicBezTo>
                          <a:pt x="283" y="423"/>
                          <a:pt x="271" y="420"/>
                          <a:pt x="271" y="420"/>
                        </a:cubicBezTo>
                        <a:cubicBezTo>
                          <a:pt x="271" y="409"/>
                          <a:pt x="271" y="409"/>
                          <a:pt x="271" y="409"/>
                        </a:cubicBezTo>
                        <a:cubicBezTo>
                          <a:pt x="247" y="399"/>
                          <a:pt x="247" y="399"/>
                          <a:pt x="247" y="399"/>
                        </a:cubicBezTo>
                        <a:cubicBezTo>
                          <a:pt x="247" y="399"/>
                          <a:pt x="236" y="406"/>
                          <a:pt x="228" y="399"/>
                        </a:cubicBezTo>
                        <a:cubicBezTo>
                          <a:pt x="220" y="392"/>
                          <a:pt x="217" y="350"/>
                          <a:pt x="217" y="350"/>
                        </a:cubicBezTo>
                        <a:cubicBezTo>
                          <a:pt x="217" y="350"/>
                          <a:pt x="228" y="340"/>
                          <a:pt x="229" y="329"/>
                        </a:cubicBezTo>
                        <a:cubicBezTo>
                          <a:pt x="230" y="318"/>
                          <a:pt x="219" y="308"/>
                          <a:pt x="219" y="308"/>
                        </a:cubicBezTo>
                        <a:cubicBezTo>
                          <a:pt x="219" y="308"/>
                          <a:pt x="233" y="311"/>
                          <a:pt x="237" y="303"/>
                        </a:cubicBezTo>
                        <a:cubicBezTo>
                          <a:pt x="241" y="295"/>
                          <a:pt x="232" y="283"/>
                          <a:pt x="232" y="283"/>
                        </a:cubicBezTo>
                        <a:cubicBezTo>
                          <a:pt x="232" y="283"/>
                          <a:pt x="249" y="292"/>
                          <a:pt x="254" y="287"/>
                        </a:cubicBezTo>
                        <a:cubicBezTo>
                          <a:pt x="259" y="282"/>
                          <a:pt x="271" y="270"/>
                          <a:pt x="271" y="270"/>
                        </a:cubicBezTo>
                        <a:cubicBezTo>
                          <a:pt x="291" y="273"/>
                          <a:pt x="291" y="273"/>
                          <a:pt x="291" y="273"/>
                        </a:cubicBezTo>
                        <a:cubicBezTo>
                          <a:pt x="299" y="258"/>
                          <a:pt x="299" y="258"/>
                          <a:pt x="299" y="258"/>
                        </a:cubicBezTo>
                        <a:cubicBezTo>
                          <a:pt x="299" y="258"/>
                          <a:pt x="330" y="259"/>
                          <a:pt x="340" y="249"/>
                        </a:cubicBezTo>
                        <a:cubicBezTo>
                          <a:pt x="350" y="239"/>
                          <a:pt x="364" y="213"/>
                          <a:pt x="364" y="213"/>
                        </a:cubicBezTo>
                        <a:cubicBezTo>
                          <a:pt x="352" y="198"/>
                          <a:pt x="352" y="198"/>
                          <a:pt x="352" y="198"/>
                        </a:cubicBezTo>
                        <a:cubicBezTo>
                          <a:pt x="372" y="175"/>
                          <a:pt x="372" y="175"/>
                          <a:pt x="372" y="175"/>
                        </a:cubicBezTo>
                        <a:cubicBezTo>
                          <a:pt x="361" y="162"/>
                          <a:pt x="361" y="162"/>
                          <a:pt x="361" y="162"/>
                        </a:cubicBezTo>
                        <a:cubicBezTo>
                          <a:pt x="386" y="156"/>
                          <a:pt x="386" y="156"/>
                          <a:pt x="386" y="156"/>
                        </a:cubicBezTo>
                        <a:cubicBezTo>
                          <a:pt x="396" y="144"/>
                          <a:pt x="396" y="144"/>
                          <a:pt x="396" y="144"/>
                        </a:cubicBezTo>
                        <a:cubicBezTo>
                          <a:pt x="449" y="146"/>
                          <a:pt x="449" y="146"/>
                          <a:pt x="449" y="146"/>
                        </a:cubicBezTo>
                        <a:cubicBezTo>
                          <a:pt x="457" y="159"/>
                          <a:pt x="457" y="159"/>
                          <a:pt x="457" y="159"/>
                        </a:cubicBezTo>
                        <a:cubicBezTo>
                          <a:pt x="459" y="157"/>
                          <a:pt x="459" y="157"/>
                          <a:pt x="459" y="157"/>
                        </a:cubicBezTo>
                        <a:lnTo>
                          <a:pt x="451" y="136"/>
                        </a:lnTo>
                        <a:close/>
                        <a:moveTo>
                          <a:pt x="262" y="549"/>
                        </a:moveTo>
                        <a:cubicBezTo>
                          <a:pt x="259" y="560"/>
                          <a:pt x="271" y="583"/>
                          <a:pt x="271" y="583"/>
                        </a:cubicBezTo>
                        <a:cubicBezTo>
                          <a:pt x="279" y="566"/>
                          <a:pt x="279" y="566"/>
                          <a:pt x="279" y="566"/>
                        </a:cubicBezTo>
                        <a:cubicBezTo>
                          <a:pt x="279" y="566"/>
                          <a:pt x="285" y="569"/>
                          <a:pt x="290" y="560"/>
                        </a:cubicBezTo>
                        <a:cubicBezTo>
                          <a:pt x="296" y="552"/>
                          <a:pt x="290" y="543"/>
                          <a:pt x="290" y="543"/>
                        </a:cubicBezTo>
                        <a:cubicBezTo>
                          <a:pt x="302" y="531"/>
                          <a:pt x="302" y="531"/>
                          <a:pt x="302" y="531"/>
                        </a:cubicBezTo>
                        <a:cubicBezTo>
                          <a:pt x="302" y="531"/>
                          <a:pt x="265" y="538"/>
                          <a:pt x="262" y="549"/>
                        </a:cubicBezTo>
                        <a:close/>
                        <a:moveTo>
                          <a:pt x="200" y="597"/>
                        </a:moveTo>
                        <a:cubicBezTo>
                          <a:pt x="200" y="602"/>
                          <a:pt x="199" y="615"/>
                          <a:pt x="199" y="615"/>
                        </a:cubicBezTo>
                        <a:cubicBezTo>
                          <a:pt x="207" y="615"/>
                          <a:pt x="216" y="584"/>
                          <a:pt x="216" y="584"/>
                        </a:cubicBezTo>
                        <a:cubicBezTo>
                          <a:pt x="230" y="570"/>
                          <a:pt x="230" y="570"/>
                          <a:pt x="230" y="570"/>
                        </a:cubicBezTo>
                        <a:cubicBezTo>
                          <a:pt x="226" y="557"/>
                          <a:pt x="226" y="557"/>
                          <a:pt x="226" y="557"/>
                        </a:cubicBezTo>
                        <a:cubicBezTo>
                          <a:pt x="226" y="557"/>
                          <a:pt x="200" y="591"/>
                          <a:pt x="200" y="597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330"/>
                  <p:cNvSpPr>
                    <a:spLocks noEditPoints="1"/>
                  </p:cNvSpPr>
                  <p:nvPr/>
                </p:nvSpPr>
                <p:spPr bwMode="gray">
                  <a:xfrm>
                    <a:off x="939468" y="4400828"/>
                    <a:ext cx="469609" cy="652857"/>
                  </a:xfrm>
                  <a:custGeom>
                    <a:avLst/>
                    <a:gdLst>
                      <a:gd name="T0" fmla="*/ 118 w 395"/>
                      <a:gd name="T1" fmla="*/ 256 h 549"/>
                      <a:gd name="T2" fmla="*/ 111 w 395"/>
                      <a:gd name="T3" fmla="*/ 221 h 549"/>
                      <a:gd name="T4" fmla="*/ 98 w 395"/>
                      <a:gd name="T5" fmla="*/ 248 h 549"/>
                      <a:gd name="T6" fmla="*/ 222 w 395"/>
                      <a:gd name="T7" fmla="*/ 93 h 549"/>
                      <a:gd name="T8" fmla="*/ 97 w 395"/>
                      <a:gd name="T9" fmla="*/ 159 h 549"/>
                      <a:gd name="T10" fmla="*/ 93 w 395"/>
                      <a:gd name="T11" fmla="*/ 183 h 549"/>
                      <a:gd name="T12" fmla="*/ 325 w 395"/>
                      <a:gd name="T13" fmla="*/ 1 h 549"/>
                      <a:gd name="T14" fmla="*/ 296 w 395"/>
                      <a:gd name="T15" fmla="*/ 36 h 549"/>
                      <a:gd name="T16" fmla="*/ 301 w 395"/>
                      <a:gd name="T17" fmla="*/ 12 h 549"/>
                      <a:gd name="T18" fmla="*/ 296 w 395"/>
                      <a:gd name="T19" fmla="*/ 36 h 549"/>
                      <a:gd name="T20" fmla="*/ 246 w 395"/>
                      <a:gd name="T21" fmla="*/ 96 h 549"/>
                      <a:gd name="T22" fmla="*/ 128 w 395"/>
                      <a:gd name="T23" fmla="*/ 258 h 549"/>
                      <a:gd name="T24" fmla="*/ 331 w 395"/>
                      <a:gd name="T25" fmla="*/ 402 h 549"/>
                      <a:gd name="T26" fmla="*/ 330 w 395"/>
                      <a:gd name="T27" fmla="*/ 357 h 549"/>
                      <a:gd name="T28" fmla="*/ 291 w 395"/>
                      <a:gd name="T29" fmla="*/ 314 h 549"/>
                      <a:gd name="T30" fmla="*/ 265 w 395"/>
                      <a:gd name="T31" fmla="*/ 261 h 549"/>
                      <a:gd name="T32" fmla="*/ 191 w 395"/>
                      <a:gd name="T33" fmla="*/ 235 h 549"/>
                      <a:gd name="T34" fmla="*/ 214 w 395"/>
                      <a:gd name="T35" fmla="*/ 222 h 549"/>
                      <a:gd name="T36" fmla="*/ 261 w 395"/>
                      <a:gd name="T37" fmla="*/ 177 h 549"/>
                      <a:gd name="T38" fmla="*/ 211 w 395"/>
                      <a:gd name="T39" fmla="*/ 154 h 549"/>
                      <a:gd name="T40" fmla="*/ 179 w 395"/>
                      <a:gd name="T41" fmla="*/ 147 h 549"/>
                      <a:gd name="T42" fmla="*/ 224 w 395"/>
                      <a:gd name="T43" fmla="*/ 112 h 549"/>
                      <a:gd name="T44" fmla="*/ 153 w 395"/>
                      <a:gd name="T45" fmla="*/ 110 h 549"/>
                      <a:gd name="T46" fmla="*/ 144 w 395"/>
                      <a:gd name="T47" fmla="*/ 148 h 549"/>
                      <a:gd name="T48" fmla="*/ 121 w 395"/>
                      <a:gd name="T49" fmla="*/ 162 h 549"/>
                      <a:gd name="T50" fmla="*/ 116 w 395"/>
                      <a:gd name="T51" fmla="*/ 198 h 549"/>
                      <a:gd name="T52" fmla="*/ 134 w 395"/>
                      <a:gd name="T53" fmla="*/ 202 h 549"/>
                      <a:gd name="T54" fmla="*/ 116 w 395"/>
                      <a:gd name="T55" fmla="*/ 250 h 549"/>
                      <a:gd name="T56" fmla="*/ 144 w 395"/>
                      <a:gd name="T57" fmla="*/ 251 h 549"/>
                      <a:gd name="T58" fmla="*/ 146 w 395"/>
                      <a:gd name="T59" fmla="*/ 306 h 549"/>
                      <a:gd name="T60" fmla="*/ 211 w 395"/>
                      <a:gd name="T61" fmla="*/ 295 h 549"/>
                      <a:gd name="T62" fmla="*/ 216 w 395"/>
                      <a:gd name="T63" fmla="*/ 349 h 549"/>
                      <a:gd name="T64" fmla="*/ 162 w 395"/>
                      <a:gd name="T65" fmla="*/ 377 h 549"/>
                      <a:gd name="T66" fmla="*/ 135 w 395"/>
                      <a:gd name="T67" fmla="*/ 402 h 549"/>
                      <a:gd name="T68" fmla="*/ 117 w 395"/>
                      <a:gd name="T69" fmla="*/ 448 h 549"/>
                      <a:gd name="T70" fmla="*/ 151 w 395"/>
                      <a:gd name="T71" fmla="*/ 466 h 549"/>
                      <a:gd name="T72" fmla="*/ 202 w 395"/>
                      <a:gd name="T73" fmla="*/ 467 h 549"/>
                      <a:gd name="T74" fmla="*/ 156 w 395"/>
                      <a:gd name="T75" fmla="*/ 485 h 549"/>
                      <a:gd name="T76" fmla="*/ 129 w 395"/>
                      <a:gd name="T77" fmla="*/ 516 h 549"/>
                      <a:gd name="T78" fmla="*/ 83 w 395"/>
                      <a:gd name="T79" fmla="*/ 545 h 549"/>
                      <a:gd name="T80" fmla="*/ 147 w 395"/>
                      <a:gd name="T81" fmla="*/ 530 h 549"/>
                      <a:gd name="T82" fmla="*/ 211 w 395"/>
                      <a:gd name="T83" fmla="*/ 519 h 549"/>
                      <a:gd name="T84" fmla="*/ 273 w 395"/>
                      <a:gd name="T85" fmla="*/ 520 h 549"/>
                      <a:gd name="T86" fmla="*/ 293 w 395"/>
                      <a:gd name="T87" fmla="*/ 508 h 549"/>
                      <a:gd name="T88" fmla="*/ 340 w 395"/>
                      <a:gd name="T89" fmla="*/ 474 h 549"/>
                      <a:gd name="T90" fmla="*/ 375 w 395"/>
                      <a:gd name="T91" fmla="*/ 447 h 549"/>
                      <a:gd name="T92" fmla="*/ 157 w 395"/>
                      <a:gd name="T93" fmla="*/ 325 h 549"/>
                      <a:gd name="T94" fmla="*/ 94 w 395"/>
                      <a:gd name="T95" fmla="*/ 338 h 549"/>
                      <a:gd name="T96" fmla="*/ 110 w 395"/>
                      <a:gd name="T97" fmla="*/ 308 h 549"/>
                      <a:gd name="T98" fmla="*/ 86 w 395"/>
                      <a:gd name="T99" fmla="*/ 281 h 549"/>
                      <a:gd name="T100" fmla="*/ 58 w 395"/>
                      <a:gd name="T101" fmla="*/ 288 h 549"/>
                      <a:gd name="T102" fmla="*/ 13 w 395"/>
                      <a:gd name="T103" fmla="*/ 325 h 549"/>
                      <a:gd name="T104" fmla="*/ 67 w 395"/>
                      <a:gd name="T105" fmla="*/ 335 h 549"/>
                      <a:gd name="T106" fmla="*/ 63 w 395"/>
                      <a:gd name="T107" fmla="*/ 155 h 549"/>
                      <a:gd name="T108" fmla="*/ 63 w 395"/>
                      <a:gd name="T109" fmla="*/ 155 h 549"/>
                      <a:gd name="T110" fmla="*/ 108 w 395"/>
                      <a:gd name="T111" fmla="*/ 115 h 549"/>
                      <a:gd name="T112" fmla="*/ 72 w 395"/>
                      <a:gd name="T113" fmla="*/ 128 h 549"/>
                      <a:gd name="T114" fmla="*/ 57 w 395"/>
                      <a:gd name="T115" fmla="*/ 169 h 549"/>
                      <a:gd name="T116" fmla="*/ 57 w 395"/>
                      <a:gd name="T117" fmla="*/ 169 h 5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95" h="549">
                        <a:moveTo>
                          <a:pt x="118" y="256"/>
                        </a:moveTo>
                        <a:cubicBezTo>
                          <a:pt x="110" y="256"/>
                          <a:pt x="109" y="262"/>
                          <a:pt x="106" y="277"/>
                        </a:cubicBezTo>
                        <a:cubicBezTo>
                          <a:pt x="104" y="289"/>
                          <a:pt x="126" y="256"/>
                          <a:pt x="118" y="256"/>
                        </a:cubicBezTo>
                        <a:close/>
                        <a:moveTo>
                          <a:pt x="100" y="210"/>
                        </a:moveTo>
                        <a:cubicBezTo>
                          <a:pt x="96" y="210"/>
                          <a:pt x="90" y="222"/>
                          <a:pt x="94" y="225"/>
                        </a:cubicBezTo>
                        <a:cubicBezTo>
                          <a:pt x="98" y="228"/>
                          <a:pt x="111" y="221"/>
                          <a:pt x="111" y="221"/>
                        </a:cubicBezTo>
                        <a:cubicBezTo>
                          <a:pt x="111" y="221"/>
                          <a:pt x="104" y="210"/>
                          <a:pt x="100" y="210"/>
                        </a:cubicBezTo>
                        <a:close/>
                        <a:moveTo>
                          <a:pt x="87" y="261"/>
                        </a:moveTo>
                        <a:cubicBezTo>
                          <a:pt x="102" y="261"/>
                          <a:pt x="109" y="250"/>
                          <a:pt x="98" y="248"/>
                        </a:cubicBezTo>
                        <a:cubicBezTo>
                          <a:pt x="87" y="246"/>
                          <a:pt x="78" y="261"/>
                          <a:pt x="87" y="261"/>
                        </a:cubicBezTo>
                        <a:close/>
                        <a:moveTo>
                          <a:pt x="231" y="85"/>
                        </a:moveTo>
                        <a:cubicBezTo>
                          <a:pt x="223" y="78"/>
                          <a:pt x="222" y="93"/>
                          <a:pt x="222" y="93"/>
                        </a:cubicBezTo>
                        <a:cubicBezTo>
                          <a:pt x="229" y="99"/>
                          <a:pt x="239" y="92"/>
                          <a:pt x="231" y="85"/>
                        </a:cubicBezTo>
                        <a:close/>
                        <a:moveTo>
                          <a:pt x="103" y="176"/>
                        </a:moveTo>
                        <a:cubicBezTo>
                          <a:pt x="103" y="176"/>
                          <a:pt x="107" y="159"/>
                          <a:pt x="97" y="159"/>
                        </a:cubicBezTo>
                        <a:cubicBezTo>
                          <a:pt x="87" y="159"/>
                          <a:pt x="93" y="169"/>
                          <a:pt x="93" y="169"/>
                        </a:cubicBezTo>
                        <a:cubicBezTo>
                          <a:pt x="93" y="169"/>
                          <a:pt x="85" y="166"/>
                          <a:pt x="82" y="169"/>
                        </a:cubicBezTo>
                        <a:cubicBezTo>
                          <a:pt x="79" y="172"/>
                          <a:pt x="91" y="179"/>
                          <a:pt x="93" y="183"/>
                        </a:cubicBezTo>
                        <a:cubicBezTo>
                          <a:pt x="95" y="187"/>
                          <a:pt x="110" y="184"/>
                          <a:pt x="110" y="184"/>
                        </a:cubicBezTo>
                        <a:lnTo>
                          <a:pt x="103" y="176"/>
                        </a:lnTo>
                        <a:close/>
                        <a:moveTo>
                          <a:pt x="325" y="1"/>
                        </a:moveTo>
                        <a:cubicBezTo>
                          <a:pt x="318" y="2"/>
                          <a:pt x="316" y="11"/>
                          <a:pt x="316" y="11"/>
                        </a:cubicBezTo>
                        <a:cubicBezTo>
                          <a:pt x="327" y="16"/>
                          <a:pt x="332" y="0"/>
                          <a:pt x="325" y="1"/>
                        </a:cubicBezTo>
                        <a:close/>
                        <a:moveTo>
                          <a:pt x="296" y="36"/>
                        </a:moveTo>
                        <a:cubicBezTo>
                          <a:pt x="300" y="45"/>
                          <a:pt x="300" y="45"/>
                          <a:pt x="300" y="45"/>
                        </a:cubicBezTo>
                        <a:cubicBezTo>
                          <a:pt x="305" y="49"/>
                          <a:pt x="312" y="28"/>
                          <a:pt x="311" y="24"/>
                        </a:cubicBezTo>
                        <a:cubicBezTo>
                          <a:pt x="310" y="20"/>
                          <a:pt x="301" y="12"/>
                          <a:pt x="301" y="12"/>
                        </a:cubicBezTo>
                        <a:cubicBezTo>
                          <a:pt x="300" y="21"/>
                          <a:pt x="300" y="21"/>
                          <a:pt x="300" y="21"/>
                        </a:cubicBezTo>
                        <a:cubicBezTo>
                          <a:pt x="300" y="21"/>
                          <a:pt x="287" y="25"/>
                          <a:pt x="288" y="29"/>
                        </a:cubicBezTo>
                        <a:cubicBezTo>
                          <a:pt x="289" y="33"/>
                          <a:pt x="296" y="36"/>
                          <a:pt x="296" y="36"/>
                        </a:cubicBezTo>
                        <a:close/>
                        <a:moveTo>
                          <a:pt x="239" y="94"/>
                        </a:moveTo>
                        <a:cubicBezTo>
                          <a:pt x="237" y="104"/>
                          <a:pt x="237" y="104"/>
                          <a:pt x="237" y="104"/>
                        </a:cubicBezTo>
                        <a:cubicBezTo>
                          <a:pt x="246" y="96"/>
                          <a:pt x="246" y="96"/>
                          <a:pt x="246" y="96"/>
                        </a:cubicBezTo>
                        <a:lnTo>
                          <a:pt x="239" y="94"/>
                        </a:lnTo>
                        <a:close/>
                        <a:moveTo>
                          <a:pt x="137" y="269"/>
                        </a:moveTo>
                        <a:cubicBezTo>
                          <a:pt x="143" y="265"/>
                          <a:pt x="134" y="252"/>
                          <a:pt x="128" y="258"/>
                        </a:cubicBezTo>
                        <a:cubicBezTo>
                          <a:pt x="122" y="264"/>
                          <a:pt x="130" y="273"/>
                          <a:pt x="137" y="269"/>
                        </a:cubicBezTo>
                        <a:close/>
                        <a:moveTo>
                          <a:pt x="346" y="395"/>
                        </a:moveTo>
                        <a:cubicBezTo>
                          <a:pt x="346" y="395"/>
                          <a:pt x="341" y="409"/>
                          <a:pt x="331" y="402"/>
                        </a:cubicBezTo>
                        <a:cubicBezTo>
                          <a:pt x="321" y="394"/>
                          <a:pt x="341" y="387"/>
                          <a:pt x="340" y="378"/>
                        </a:cubicBezTo>
                        <a:cubicBezTo>
                          <a:pt x="339" y="369"/>
                          <a:pt x="308" y="364"/>
                          <a:pt x="308" y="359"/>
                        </a:cubicBezTo>
                        <a:cubicBezTo>
                          <a:pt x="308" y="354"/>
                          <a:pt x="330" y="357"/>
                          <a:pt x="330" y="357"/>
                        </a:cubicBezTo>
                        <a:cubicBezTo>
                          <a:pt x="321" y="349"/>
                          <a:pt x="321" y="349"/>
                          <a:pt x="321" y="349"/>
                        </a:cubicBezTo>
                        <a:cubicBezTo>
                          <a:pt x="321" y="349"/>
                          <a:pt x="312" y="328"/>
                          <a:pt x="308" y="321"/>
                        </a:cubicBezTo>
                        <a:cubicBezTo>
                          <a:pt x="304" y="314"/>
                          <a:pt x="291" y="314"/>
                          <a:pt x="291" y="314"/>
                        </a:cubicBezTo>
                        <a:cubicBezTo>
                          <a:pt x="291" y="314"/>
                          <a:pt x="283" y="305"/>
                          <a:pt x="275" y="299"/>
                        </a:cubicBezTo>
                        <a:cubicBezTo>
                          <a:pt x="267" y="293"/>
                          <a:pt x="273" y="261"/>
                          <a:pt x="273" y="261"/>
                        </a:cubicBezTo>
                        <a:cubicBezTo>
                          <a:pt x="265" y="261"/>
                          <a:pt x="265" y="261"/>
                          <a:pt x="265" y="261"/>
                        </a:cubicBezTo>
                        <a:cubicBezTo>
                          <a:pt x="265" y="261"/>
                          <a:pt x="264" y="255"/>
                          <a:pt x="250" y="245"/>
                        </a:cubicBezTo>
                        <a:cubicBezTo>
                          <a:pt x="235" y="235"/>
                          <a:pt x="216" y="245"/>
                          <a:pt x="208" y="246"/>
                        </a:cubicBezTo>
                        <a:cubicBezTo>
                          <a:pt x="200" y="247"/>
                          <a:pt x="191" y="235"/>
                          <a:pt x="191" y="235"/>
                        </a:cubicBezTo>
                        <a:cubicBezTo>
                          <a:pt x="191" y="235"/>
                          <a:pt x="205" y="240"/>
                          <a:pt x="209" y="239"/>
                        </a:cubicBezTo>
                        <a:cubicBezTo>
                          <a:pt x="213" y="238"/>
                          <a:pt x="231" y="234"/>
                          <a:pt x="232" y="228"/>
                        </a:cubicBezTo>
                        <a:cubicBezTo>
                          <a:pt x="233" y="223"/>
                          <a:pt x="214" y="222"/>
                          <a:pt x="214" y="222"/>
                        </a:cubicBezTo>
                        <a:cubicBezTo>
                          <a:pt x="230" y="218"/>
                          <a:pt x="230" y="218"/>
                          <a:pt x="230" y="218"/>
                        </a:cubicBezTo>
                        <a:cubicBezTo>
                          <a:pt x="230" y="218"/>
                          <a:pt x="239" y="211"/>
                          <a:pt x="245" y="206"/>
                        </a:cubicBezTo>
                        <a:cubicBezTo>
                          <a:pt x="250" y="201"/>
                          <a:pt x="261" y="177"/>
                          <a:pt x="261" y="177"/>
                        </a:cubicBezTo>
                        <a:cubicBezTo>
                          <a:pt x="261" y="177"/>
                          <a:pt x="276" y="168"/>
                          <a:pt x="276" y="161"/>
                        </a:cubicBezTo>
                        <a:cubicBezTo>
                          <a:pt x="276" y="154"/>
                          <a:pt x="222" y="159"/>
                          <a:pt x="222" y="159"/>
                        </a:cubicBezTo>
                        <a:cubicBezTo>
                          <a:pt x="222" y="159"/>
                          <a:pt x="223" y="154"/>
                          <a:pt x="211" y="154"/>
                        </a:cubicBezTo>
                        <a:cubicBezTo>
                          <a:pt x="199" y="154"/>
                          <a:pt x="177" y="162"/>
                          <a:pt x="177" y="162"/>
                        </a:cubicBezTo>
                        <a:cubicBezTo>
                          <a:pt x="185" y="155"/>
                          <a:pt x="185" y="155"/>
                          <a:pt x="185" y="155"/>
                        </a:cubicBezTo>
                        <a:cubicBezTo>
                          <a:pt x="179" y="147"/>
                          <a:pt x="179" y="147"/>
                          <a:pt x="179" y="147"/>
                        </a:cubicBezTo>
                        <a:cubicBezTo>
                          <a:pt x="191" y="145"/>
                          <a:pt x="191" y="145"/>
                          <a:pt x="191" y="145"/>
                        </a:cubicBezTo>
                        <a:cubicBezTo>
                          <a:pt x="212" y="132"/>
                          <a:pt x="212" y="132"/>
                          <a:pt x="212" y="132"/>
                        </a:cubicBezTo>
                        <a:cubicBezTo>
                          <a:pt x="212" y="132"/>
                          <a:pt x="223" y="123"/>
                          <a:pt x="224" y="112"/>
                        </a:cubicBezTo>
                        <a:cubicBezTo>
                          <a:pt x="225" y="105"/>
                          <a:pt x="211" y="107"/>
                          <a:pt x="203" y="108"/>
                        </a:cubicBezTo>
                        <a:cubicBezTo>
                          <a:pt x="195" y="109"/>
                          <a:pt x="183" y="115"/>
                          <a:pt x="175" y="115"/>
                        </a:cubicBezTo>
                        <a:cubicBezTo>
                          <a:pt x="167" y="115"/>
                          <a:pt x="160" y="106"/>
                          <a:pt x="153" y="110"/>
                        </a:cubicBezTo>
                        <a:cubicBezTo>
                          <a:pt x="146" y="114"/>
                          <a:pt x="153" y="124"/>
                          <a:pt x="153" y="124"/>
                        </a:cubicBezTo>
                        <a:cubicBezTo>
                          <a:pt x="153" y="124"/>
                          <a:pt x="146" y="125"/>
                          <a:pt x="141" y="129"/>
                        </a:cubicBezTo>
                        <a:cubicBezTo>
                          <a:pt x="136" y="133"/>
                          <a:pt x="144" y="148"/>
                          <a:pt x="144" y="148"/>
                        </a:cubicBezTo>
                        <a:cubicBezTo>
                          <a:pt x="115" y="151"/>
                          <a:pt x="115" y="151"/>
                          <a:pt x="115" y="151"/>
                        </a:cubicBezTo>
                        <a:cubicBezTo>
                          <a:pt x="115" y="157"/>
                          <a:pt x="115" y="157"/>
                          <a:pt x="115" y="157"/>
                        </a:cubicBezTo>
                        <a:cubicBezTo>
                          <a:pt x="121" y="162"/>
                          <a:pt x="121" y="162"/>
                          <a:pt x="121" y="162"/>
                        </a:cubicBezTo>
                        <a:cubicBezTo>
                          <a:pt x="130" y="180"/>
                          <a:pt x="130" y="180"/>
                          <a:pt x="130" y="180"/>
                        </a:cubicBezTo>
                        <a:cubicBezTo>
                          <a:pt x="130" y="180"/>
                          <a:pt x="124" y="185"/>
                          <a:pt x="121" y="188"/>
                        </a:cubicBezTo>
                        <a:cubicBezTo>
                          <a:pt x="118" y="191"/>
                          <a:pt x="116" y="198"/>
                          <a:pt x="116" y="198"/>
                        </a:cubicBezTo>
                        <a:cubicBezTo>
                          <a:pt x="105" y="203"/>
                          <a:pt x="105" y="203"/>
                          <a:pt x="105" y="203"/>
                        </a:cubicBezTo>
                        <a:cubicBezTo>
                          <a:pt x="105" y="203"/>
                          <a:pt x="111" y="212"/>
                          <a:pt x="119" y="211"/>
                        </a:cubicBezTo>
                        <a:cubicBezTo>
                          <a:pt x="127" y="210"/>
                          <a:pt x="134" y="202"/>
                          <a:pt x="134" y="202"/>
                        </a:cubicBezTo>
                        <a:cubicBezTo>
                          <a:pt x="133" y="214"/>
                          <a:pt x="133" y="214"/>
                          <a:pt x="133" y="214"/>
                        </a:cubicBezTo>
                        <a:cubicBezTo>
                          <a:pt x="133" y="214"/>
                          <a:pt x="120" y="220"/>
                          <a:pt x="115" y="228"/>
                        </a:cubicBezTo>
                        <a:cubicBezTo>
                          <a:pt x="110" y="237"/>
                          <a:pt x="116" y="250"/>
                          <a:pt x="116" y="250"/>
                        </a:cubicBezTo>
                        <a:cubicBezTo>
                          <a:pt x="116" y="250"/>
                          <a:pt x="127" y="242"/>
                          <a:pt x="134" y="247"/>
                        </a:cubicBezTo>
                        <a:cubicBezTo>
                          <a:pt x="140" y="252"/>
                          <a:pt x="153" y="241"/>
                          <a:pt x="153" y="241"/>
                        </a:cubicBezTo>
                        <a:cubicBezTo>
                          <a:pt x="144" y="251"/>
                          <a:pt x="144" y="251"/>
                          <a:pt x="144" y="251"/>
                        </a:cubicBezTo>
                        <a:cubicBezTo>
                          <a:pt x="149" y="269"/>
                          <a:pt x="149" y="269"/>
                          <a:pt x="149" y="269"/>
                        </a:cubicBezTo>
                        <a:cubicBezTo>
                          <a:pt x="149" y="269"/>
                          <a:pt x="138" y="282"/>
                          <a:pt x="130" y="296"/>
                        </a:cubicBezTo>
                        <a:cubicBezTo>
                          <a:pt x="123" y="309"/>
                          <a:pt x="146" y="306"/>
                          <a:pt x="146" y="306"/>
                        </a:cubicBezTo>
                        <a:cubicBezTo>
                          <a:pt x="146" y="306"/>
                          <a:pt x="159" y="300"/>
                          <a:pt x="166" y="303"/>
                        </a:cubicBezTo>
                        <a:cubicBezTo>
                          <a:pt x="173" y="306"/>
                          <a:pt x="189" y="293"/>
                          <a:pt x="189" y="293"/>
                        </a:cubicBezTo>
                        <a:cubicBezTo>
                          <a:pt x="211" y="295"/>
                          <a:pt x="211" y="295"/>
                          <a:pt x="211" y="295"/>
                        </a:cubicBezTo>
                        <a:cubicBezTo>
                          <a:pt x="211" y="295"/>
                          <a:pt x="188" y="308"/>
                          <a:pt x="186" y="318"/>
                        </a:cubicBezTo>
                        <a:cubicBezTo>
                          <a:pt x="185" y="328"/>
                          <a:pt x="215" y="335"/>
                          <a:pt x="215" y="335"/>
                        </a:cubicBezTo>
                        <a:cubicBezTo>
                          <a:pt x="216" y="349"/>
                          <a:pt x="216" y="349"/>
                          <a:pt x="216" y="349"/>
                        </a:cubicBezTo>
                        <a:cubicBezTo>
                          <a:pt x="208" y="361"/>
                          <a:pt x="208" y="361"/>
                          <a:pt x="208" y="361"/>
                        </a:cubicBezTo>
                        <a:cubicBezTo>
                          <a:pt x="208" y="361"/>
                          <a:pt x="210" y="375"/>
                          <a:pt x="207" y="379"/>
                        </a:cubicBezTo>
                        <a:cubicBezTo>
                          <a:pt x="204" y="383"/>
                          <a:pt x="162" y="377"/>
                          <a:pt x="162" y="377"/>
                        </a:cubicBezTo>
                        <a:cubicBezTo>
                          <a:pt x="162" y="377"/>
                          <a:pt x="152" y="374"/>
                          <a:pt x="143" y="376"/>
                        </a:cubicBezTo>
                        <a:cubicBezTo>
                          <a:pt x="134" y="378"/>
                          <a:pt x="149" y="389"/>
                          <a:pt x="149" y="389"/>
                        </a:cubicBezTo>
                        <a:cubicBezTo>
                          <a:pt x="135" y="402"/>
                          <a:pt x="135" y="402"/>
                          <a:pt x="135" y="402"/>
                        </a:cubicBezTo>
                        <a:cubicBezTo>
                          <a:pt x="163" y="400"/>
                          <a:pt x="163" y="400"/>
                          <a:pt x="163" y="400"/>
                        </a:cubicBezTo>
                        <a:cubicBezTo>
                          <a:pt x="163" y="400"/>
                          <a:pt x="163" y="423"/>
                          <a:pt x="156" y="430"/>
                        </a:cubicBezTo>
                        <a:cubicBezTo>
                          <a:pt x="149" y="437"/>
                          <a:pt x="121" y="445"/>
                          <a:pt x="117" y="448"/>
                        </a:cubicBezTo>
                        <a:cubicBezTo>
                          <a:pt x="113" y="451"/>
                          <a:pt x="118" y="466"/>
                          <a:pt x="122" y="468"/>
                        </a:cubicBezTo>
                        <a:cubicBezTo>
                          <a:pt x="126" y="470"/>
                          <a:pt x="144" y="456"/>
                          <a:pt x="144" y="456"/>
                        </a:cubicBezTo>
                        <a:cubicBezTo>
                          <a:pt x="144" y="456"/>
                          <a:pt x="147" y="462"/>
                          <a:pt x="151" y="466"/>
                        </a:cubicBezTo>
                        <a:cubicBezTo>
                          <a:pt x="155" y="470"/>
                          <a:pt x="165" y="466"/>
                          <a:pt x="165" y="466"/>
                        </a:cubicBezTo>
                        <a:cubicBezTo>
                          <a:pt x="165" y="466"/>
                          <a:pt x="173" y="475"/>
                          <a:pt x="181" y="476"/>
                        </a:cubicBezTo>
                        <a:cubicBezTo>
                          <a:pt x="190" y="477"/>
                          <a:pt x="197" y="472"/>
                          <a:pt x="202" y="467"/>
                        </a:cubicBezTo>
                        <a:cubicBezTo>
                          <a:pt x="207" y="462"/>
                          <a:pt x="220" y="463"/>
                          <a:pt x="220" y="463"/>
                        </a:cubicBezTo>
                        <a:cubicBezTo>
                          <a:pt x="220" y="463"/>
                          <a:pt x="204" y="478"/>
                          <a:pt x="194" y="485"/>
                        </a:cubicBezTo>
                        <a:cubicBezTo>
                          <a:pt x="183" y="492"/>
                          <a:pt x="163" y="485"/>
                          <a:pt x="156" y="485"/>
                        </a:cubicBezTo>
                        <a:cubicBezTo>
                          <a:pt x="149" y="485"/>
                          <a:pt x="151" y="495"/>
                          <a:pt x="151" y="495"/>
                        </a:cubicBezTo>
                        <a:cubicBezTo>
                          <a:pt x="151" y="495"/>
                          <a:pt x="142" y="495"/>
                          <a:pt x="135" y="498"/>
                        </a:cubicBezTo>
                        <a:cubicBezTo>
                          <a:pt x="127" y="501"/>
                          <a:pt x="135" y="507"/>
                          <a:pt x="129" y="516"/>
                        </a:cubicBezTo>
                        <a:cubicBezTo>
                          <a:pt x="124" y="524"/>
                          <a:pt x="117" y="520"/>
                          <a:pt x="110" y="520"/>
                        </a:cubicBezTo>
                        <a:cubicBezTo>
                          <a:pt x="103" y="520"/>
                          <a:pt x="106" y="530"/>
                          <a:pt x="99" y="536"/>
                        </a:cubicBezTo>
                        <a:cubicBezTo>
                          <a:pt x="92" y="542"/>
                          <a:pt x="83" y="541"/>
                          <a:pt x="83" y="545"/>
                        </a:cubicBezTo>
                        <a:cubicBezTo>
                          <a:pt x="83" y="549"/>
                          <a:pt x="102" y="549"/>
                          <a:pt x="105" y="549"/>
                        </a:cubicBezTo>
                        <a:cubicBezTo>
                          <a:pt x="108" y="549"/>
                          <a:pt x="116" y="539"/>
                          <a:pt x="122" y="534"/>
                        </a:cubicBezTo>
                        <a:cubicBezTo>
                          <a:pt x="128" y="529"/>
                          <a:pt x="138" y="530"/>
                          <a:pt x="147" y="530"/>
                        </a:cubicBezTo>
                        <a:cubicBezTo>
                          <a:pt x="156" y="530"/>
                          <a:pt x="159" y="540"/>
                          <a:pt x="165" y="540"/>
                        </a:cubicBezTo>
                        <a:cubicBezTo>
                          <a:pt x="171" y="540"/>
                          <a:pt x="184" y="515"/>
                          <a:pt x="191" y="512"/>
                        </a:cubicBezTo>
                        <a:cubicBezTo>
                          <a:pt x="197" y="508"/>
                          <a:pt x="211" y="519"/>
                          <a:pt x="211" y="519"/>
                        </a:cubicBezTo>
                        <a:cubicBezTo>
                          <a:pt x="228" y="520"/>
                          <a:pt x="228" y="520"/>
                          <a:pt x="228" y="520"/>
                        </a:cubicBezTo>
                        <a:cubicBezTo>
                          <a:pt x="248" y="512"/>
                          <a:pt x="248" y="512"/>
                          <a:pt x="248" y="512"/>
                        </a:cubicBezTo>
                        <a:cubicBezTo>
                          <a:pt x="248" y="512"/>
                          <a:pt x="267" y="521"/>
                          <a:pt x="273" y="520"/>
                        </a:cubicBezTo>
                        <a:cubicBezTo>
                          <a:pt x="279" y="519"/>
                          <a:pt x="265" y="508"/>
                          <a:pt x="271" y="503"/>
                        </a:cubicBezTo>
                        <a:cubicBezTo>
                          <a:pt x="277" y="498"/>
                          <a:pt x="286" y="513"/>
                          <a:pt x="286" y="513"/>
                        </a:cubicBezTo>
                        <a:cubicBezTo>
                          <a:pt x="293" y="508"/>
                          <a:pt x="293" y="508"/>
                          <a:pt x="293" y="508"/>
                        </a:cubicBezTo>
                        <a:cubicBezTo>
                          <a:pt x="293" y="508"/>
                          <a:pt x="346" y="508"/>
                          <a:pt x="359" y="501"/>
                        </a:cubicBezTo>
                        <a:cubicBezTo>
                          <a:pt x="371" y="494"/>
                          <a:pt x="379" y="479"/>
                          <a:pt x="379" y="479"/>
                        </a:cubicBezTo>
                        <a:cubicBezTo>
                          <a:pt x="340" y="474"/>
                          <a:pt x="340" y="474"/>
                          <a:pt x="340" y="474"/>
                        </a:cubicBezTo>
                        <a:cubicBezTo>
                          <a:pt x="358" y="471"/>
                          <a:pt x="358" y="471"/>
                          <a:pt x="358" y="471"/>
                        </a:cubicBezTo>
                        <a:cubicBezTo>
                          <a:pt x="354" y="461"/>
                          <a:pt x="354" y="461"/>
                          <a:pt x="354" y="461"/>
                        </a:cubicBezTo>
                        <a:cubicBezTo>
                          <a:pt x="354" y="461"/>
                          <a:pt x="368" y="448"/>
                          <a:pt x="375" y="447"/>
                        </a:cubicBezTo>
                        <a:cubicBezTo>
                          <a:pt x="382" y="446"/>
                          <a:pt x="393" y="435"/>
                          <a:pt x="394" y="415"/>
                        </a:cubicBezTo>
                        <a:cubicBezTo>
                          <a:pt x="395" y="394"/>
                          <a:pt x="346" y="395"/>
                          <a:pt x="346" y="395"/>
                        </a:cubicBezTo>
                        <a:close/>
                        <a:moveTo>
                          <a:pt x="157" y="325"/>
                        </a:moveTo>
                        <a:cubicBezTo>
                          <a:pt x="152" y="310"/>
                          <a:pt x="147" y="330"/>
                          <a:pt x="138" y="338"/>
                        </a:cubicBezTo>
                        <a:cubicBezTo>
                          <a:pt x="138" y="338"/>
                          <a:pt x="162" y="340"/>
                          <a:pt x="157" y="325"/>
                        </a:cubicBezTo>
                        <a:close/>
                        <a:moveTo>
                          <a:pt x="94" y="338"/>
                        </a:moveTo>
                        <a:cubicBezTo>
                          <a:pt x="97" y="335"/>
                          <a:pt x="99" y="329"/>
                          <a:pt x="99" y="329"/>
                        </a:cubicBezTo>
                        <a:cubicBezTo>
                          <a:pt x="99" y="329"/>
                          <a:pt x="104" y="336"/>
                          <a:pt x="107" y="330"/>
                        </a:cubicBezTo>
                        <a:cubicBezTo>
                          <a:pt x="110" y="324"/>
                          <a:pt x="117" y="314"/>
                          <a:pt x="110" y="308"/>
                        </a:cubicBezTo>
                        <a:cubicBezTo>
                          <a:pt x="103" y="302"/>
                          <a:pt x="103" y="293"/>
                          <a:pt x="103" y="293"/>
                        </a:cubicBezTo>
                        <a:cubicBezTo>
                          <a:pt x="98" y="295"/>
                          <a:pt x="98" y="295"/>
                          <a:pt x="98" y="295"/>
                        </a:cubicBezTo>
                        <a:cubicBezTo>
                          <a:pt x="98" y="295"/>
                          <a:pt x="93" y="283"/>
                          <a:pt x="86" y="281"/>
                        </a:cubicBezTo>
                        <a:cubicBezTo>
                          <a:pt x="79" y="279"/>
                          <a:pt x="61" y="282"/>
                          <a:pt x="61" y="282"/>
                        </a:cubicBezTo>
                        <a:cubicBezTo>
                          <a:pt x="61" y="282"/>
                          <a:pt x="61" y="282"/>
                          <a:pt x="61" y="281"/>
                        </a:cubicBezTo>
                        <a:cubicBezTo>
                          <a:pt x="58" y="288"/>
                          <a:pt x="58" y="288"/>
                          <a:pt x="58" y="288"/>
                        </a:cubicBezTo>
                        <a:cubicBezTo>
                          <a:pt x="28" y="302"/>
                          <a:pt x="28" y="302"/>
                          <a:pt x="28" y="302"/>
                        </a:cubicBezTo>
                        <a:cubicBezTo>
                          <a:pt x="29" y="312"/>
                          <a:pt x="29" y="312"/>
                          <a:pt x="29" y="312"/>
                        </a:cubicBezTo>
                        <a:cubicBezTo>
                          <a:pt x="29" y="312"/>
                          <a:pt x="0" y="318"/>
                          <a:pt x="13" y="325"/>
                        </a:cubicBezTo>
                        <a:cubicBezTo>
                          <a:pt x="26" y="333"/>
                          <a:pt x="38" y="335"/>
                          <a:pt x="38" y="335"/>
                        </a:cubicBezTo>
                        <a:cubicBezTo>
                          <a:pt x="55" y="319"/>
                          <a:pt x="55" y="319"/>
                          <a:pt x="55" y="319"/>
                        </a:cubicBezTo>
                        <a:cubicBezTo>
                          <a:pt x="67" y="335"/>
                          <a:pt x="67" y="335"/>
                          <a:pt x="67" y="335"/>
                        </a:cubicBezTo>
                        <a:cubicBezTo>
                          <a:pt x="89" y="340"/>
                          <a:pt x="89" y="340"/>
                          <a:pt x="89" y="340"/>
                        </a:cubicBezTo>
                        <a:cubicBezTo>
                          <a:pt x="91" y="340"/>
                          <a:pt x="93" y="339"/>
                          <a:pt x="94" y="338"/>
                        </a:cubicBezTo>
                        <a:close/>
                        <a:moveTo>
                          <a:pt x="63" y="155"/>
                        </a:moveTo>
                        <a:cubicBezTo>
                          <a:pt x="57" y="155"/>
                          <a:pt x="54" y="155"/>
                          <a:pt x="52" y="163"/>
                        </a:cubicBezTo>
                        <a:cubicBezTo>
                          <a:pt x="66" y="163"/>
                          <a:pt x="66" y="163"/>
                          <a:pt x="66" y="163"/>
                        </a:cubicBezTo>
                        <a:cubicBezTo>
                          <a:pt x="66" y="163"/>
                          <a:pt x="69" y="155"/>
                          <a:pt x="63" y="155"/>
                        </a:cubicBezTo>
                        <a:close/>
                        <a:moveTo>
                          <a:pt x="82" y="144"/>
                        </a:moveTo>
                        <a:cubicBezTo>
                          <a:pt x="82" y="144"/>
                          <a:pt x="88" y="146"/>
                          <a:pt x="94" y="145"/>
                        </a:cubicBezTo>
                        <a:cubicBezTo>
                          <a:pt x="100" y="144"/>
                          <a:pt x="108" y="115"/>
                          <a:pt x="108" y="115"/>
                        </a:cubicBezTo>
                        <a:cubicBezTo>
                          <a:pt x="108" y="115"/>
                          <a:pt x="100" y="117"/>
                          <a:pt x="94" y="122"/>
                        </a:cubicBezTo>
                        <a:cubicBezTo>
                          <a:pt x="88" y="126"/>
                          <a:pt x="86" y="133"/>
                          <a:pt x="86" y="133"/>
                        </a:cubicBezTo>
                        <a:cubicBezTo>
                          <a:pt x="86" y="133"/>
                          <a:pt x="78" y="125"/>
                          <a:pt x="72" y="128"/>
                        </a:cubicBezTo>
                        <a:cubicBezTo>
                          <a:pt x="67" y="131"/>
                          <a:pt x="73" y="153"/>
                          <a:pt x="73" y="153"/>
                        </a:cubicBezTo>
                        <a:lnTo>
                          <a:pt x="82" y="144"/>
                        </a:lnTo>
                        <a:close/>
                        <a:moveTo>
                          <a:pt x="57" y="169"/>
                        </a:moveTo>
                        <a:cubicBezTo>
                          <a:pt x="51" y="191"/>
                          <a:pt x="51" y="191"/>
                          <a:pt x="51" y="191"/>
                        </a:cubicBezTo>
                        <a:cubicBezTo>
                          <a:pt x="62" y="177"/>
                          <a:pt x="62" y="177"/>
                          <a:pt x="62" y="177"/>
                        </a:cubicBezTo>
                        <a:lnTo>
                          <a:pt x="57" y="169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3" name="Freeform 331"/>
                  <p:cNvSpPr>
                    <a:spLocks/>
                  </p:cNvSpPr>
                  <p:nvPr/>
                </p:nvSpPr>
                <p:spPr bwMode="gray">
                  <a:xfrm>
                    <a:off x="820681" y="4726501"/>
                    <a:ext cx="224488" cy="240104"/>
                  </a:xfrm>
                  <a:custGeom>
                    <a:avLst/>
                    <a:gdLst>
                      <a:gd name="T0" fmla="*/ 186 w 189"/>
                      <a:gd name="T1" fmla="*/ 104 h 202"/>
                      <a:gd name="T2" fmla="*/ 177 w 189"/>
                      <a:gd name="T3" fmla="*/ 87 h 202"/>
                      <a:gd name="T4" fmla="*/ 175 w 189"/>
                      <a:gd name="T5" fmla="*/ 73 h 202"/>
                      <a:gd name="T6" fmla="*/ 189 w 189"/>
                      <a:gd name="T7" fmla="*/ 66 h 202"/>
                      <a:gd name="T8" fmla="*/ 167 w 189"/>
                      <a:gd name="T9" fmla="*/ 61 h 202"/>
                      <a:gd name="T10" fmla="*/ 155 w 189"/>
                      <a:gd name="T11" fmla="*/ 45 h 202"/>
                      <a:gd name="T12" fmla="*/ 138 w 189"/>
                      <a:gd name="T13" fmla="*/ 61 h 202"/>
                      <a:gd name="T14" fmla="*/ 113 w 189"/>
                      <a:gd name="T15" fmla="*/ 51 h 202"/>
                      <a:gd name="T16" fmla="*/ 129 w 189"/>
                      <a:gd name="T17" fmla="*/ 38 h 202"/>
                      <a:gd name="T18" fmla="*/ 128 w 189"/>
                      <a:gd name="T19" fmla="*/ 28 h 202"/>
                      <a:gd name="T20" fmla="*/ 158 w 189"/>
                      <a:gd name="T21" fmla="*/ 14 h 202"/>
                      <a:gd name="T22" fmla="*/ 161 w 189"/>
                      <a:gd name="T23" fmla="*/ 7 h 202"/>
                      <a:gd name="T24" fmla="*/ 153 w 189"/>
                      <a:gd name="T25" fmla="*/ 2 h 202"/>
                      <a:gd name="T26" fmla="*/ 138 w 189"/>
                      <a:gd name="T27" fmla="*/ 14 h 202"/>
                      <a:gd name="T28" fmla="*/ 134 w 189"/>
                      <a:gd name="T29" fmla="*/ 4 h 202"/>
                      <a:gd name="T30" fmla="*/ 107 w 189"/>
                      <a:gd name="T31" fmla="*/ 9 h 202"/>
                      <a:gd name="T32" fmla="*/ 99 w 189"/>
                      <a:gd name="T33" fmla="*/ 30 h 202"/>
                      <a:gd name="T34" fmla="*/ 84 w 189"/>
                      <a:gd name="T35" fmla="*/ 35 h 202"/>
                      <a:gd name="T36" fmla="*/ 102 w 189"/>
                      <a:gd name="T37" fmla="*/ 44 h 202"/>
                      <a:gd name="T38" fmla="*/ 92 w 189"/>
                      <a:gd name="T39" fmla="*/ 50 h 202"/>
                      <a:gd name="T40" fmla="*/ 87 w 189"/>
                      <a:gd name="T41" fmla="*/ 57 h 202"/>
                      <a:gd name="T42" fmla="*/ 69 w 189"/>
                      <a:gd name="T43" fmla="*/ 56 h 202"/>
                      <a:gd name="T44" fmla="*/ 69 w 189"/>
                      <a:gd name="T45" fmla="*/ 61 h 202"/>
                      <a:gd name="T46" fmla="*/ 48 w 189"/>
                      <a:gd name="T47" fmla="*/ 51 h 202"/>
                      <a:gd name="T48" fmla="*/ 30 w 189"/>
                      <a:gd name="T49" fmla="*/ 54 h 202"/>
                      <a:gd name="T50" fmla="*/ 33 w 189"/>
                      <a:gd name="T51" fmla="*/ 71 h 202"/>
                      <a:gd name="T52" fmla="*/ 42 w 189"/>
                      <a:gd name="T53" fmla="*/ 79 h 202"/>
                      <a:gd name="T54" fmla="*/ 31 w 189"/>
                      <a:gd name="T55" fmla="*/ 86 h 202"/>
                      <a:gd name="T56" fmla="*/ 25 w 189"/>
                      <a:gd name="T57" fmla="*/ 98 h 202"/>
                      <a:gd name="T58" fmla="*/ 48 w 189"/>
                      <a:gd name="T59" fmla="*/ 107 h 202"/>
                      <a:gd name="T60" fmla="*/ 66 w 189"/>
                      <a:gd name="T61" fmla="*/ 107 h 202"/>
                      <a:gd name="T62" fmla="*/ 50 w 189"/>
                      <a:gd name="T63" fmla="*/ 116 h 202"/>
                      <a:gd name="T64" fmla="*/ 50 w 189"/>
                      <a:gd name="T65" fmla="*/ 130 h 202"/>
                      <a:gd name="T66" fmla="*/ 35 w 189"/>
                      <a:gd name="T67" fmla="*/ 134 h 202"/>
                      <a:gd name="T68" fmla="*/ 30 w 189"/>
                      <a:gd name="T69" fmla="*/ 156 h 202"/>
                      <a:gd name="T70" fmla="*/ 4 w 189"/>
                      <a:gd name="T71" fmla="*/ 161 h 202"/>
                      <a:gd name="T72" fmla="*/ 15 w 189"/>
                      <a:gd name="T73" fmla="*/ 167 h 202"/>
                      <a:gd name="T74" fmla="*/ 0 w 189"/>
                      <a:gd name="T75" fmla="*/ 176 h 202"/>
                      <a:gd name="T76" fmla="*/ 7 w 189"/>
                      <a:gd name="T77" fmla="*/ 183 h 202"/>
                      <a:gd name="T78" fmla="*/ 30 w 189"/>
                      <a:gd name="T79" fmla="*/ 180 h 202"/>
                      <a:gd name="T80" fmla="*/ 19 w 189"/>
                      <a:gd name="T81" fmla="*/ 192 h 202"/>
                      <a:gd name="T82" fmla="*/ 35 w 189"/>
                      <a:gd name="T83" fmla="*/ 190 h 202"/>
                      <a:gd name="T84" fmla="*/ 29 w 189"/>
                      <a:gd name="T85" fmla="*/ 202 h 202"/>
                      <a:gd name="T86" fmla="*/ 74 w 189"/>
                      <a:gd name="T87" fmla="*/ 191 h 202"/>
                      <a:gd name="T88" fmla="*/ 83 w 189"/>
                      <a:gd name="T89" fmla="*/ 178 h 202"/>
                      <a:gd name="T90" fmla="*/ 102 w 189"/>
                      <a:gd name="T91" fmla="*/ 178 h 202"/>
                      <a:gd name="T92" fmla="*/ 124 w 189"/>
                      <a:gd name="T93" fmla="*/ 166 h 202"/>
                      <a:gd name="T94" fmla="*/ 140 w 189"/>
                      <a:gd name="T95" fmla="*/ 165 h 202"/>
                      <a:gd name="T96" fmla="*/ 143 w 189"/>
                      <a:gd name="T97" fmla="*/ 159 h 202"/>
                      <a:gd name="T98" fmla="*/ 168 w 189"/>
                      <a:gd name="T99" fmla="*/ 160 h 202"/>
                      <a:gd name="T100" fmla="*/ 167 w 189"/>
                      <a:gd name="T101" fmla="*/ 148 h 202"/>
                      <a:gd name="T102" fmla="*/ 179 w 189"/>
                      <a:gd name="T103" fmla="*/ 146 h 202"/>
                      <a:gd name="T104" fmla="*/ 178 w 189"/>
                      <a:gd name="T105" fmla="*/ 133 h 202"/>
                      <a:gd name="T106" fmla="*/ 186 w 189"/>
                      <a:gd name="T107" fmla="*/ 104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89" h="202">
                        <a:moveTo>
                          <a:pt x="186" y="104"/>
                        </a:moveTo>
                        <a:cubicBezTo>
                          <a:pt x="186" y="94"/>
                          <a:pt x="177" y="87"/>
                          <a:pt x="177" y="87"/>
                        </a:cubicBezTo>
                        <a:cubicBezTo>
                          <a:pt x="177" y="87"/>
                          <a:pt x="177" y="78"/>
                          <a:pt x="175" y="73"/>
                        </a:cubicBezTo>
                        <a:cubicBezTo>
                          <a:pt x="175" y="69"/>
                          <a:pt x="184" y="68"/>
                          <a:pt x="189" y="66"/>
                        </a:cubicBezTo>
                        <a:cubicBezTo>
                          <a:pt x="167" y="61"/>
                          <a:pt x="167" y="61"/>
                          <a:pt x="167" y="61"/>
                        </a:cubicBezTo>
                        <a:cubicBezTo>
                          <a:pt x="155" y="45"/>
                          <a:pt x="155" y="45"/>
                          <a:pt x="155" y="45"/>
                        </a:cubicBezTo>
                        <a:cubicBezTo>
                          <a:pt x="138" y="61"/>
                          <a:pt x="138" y="61"/>
                          <a:pt x="138" y="61"/>
                        </a:cubicBezTo>
                        <a:cubicBezTo>
                          <a:pt x="138" y="61"/>
                          <a:pt x="126" y="59"/>
                          <a:pt x="113" y="51"/>
                        </a:cubicBezTo>
                        <a:cubicBezTo>
                          <a:pt x="100" y="44"/>
                          <a:pt x="129" y="38"/>
                          <a:pt x="129" y="38"/>
                        </a:cubicBezTo>
                        <a:cubicBezTo>
                          <a:pt x="128" y="28"/>
                          <a:pt x="128" y="28"/>
                          <a:pt x="128" y="28"/>
                        </a:cubicBezTo>
                        <a:cubicBezTo>
                          <a:pt x="158" y="14"/>
                          <a:pt x="158" y="14"/>
                          <a:pt x="158" y="14"/>
                        </a:cubicBezTo>
                        <a:cubicBezTo>
                          <a:pt x="161" y="7"/>
                          <a:pt x="161" y="7"/>
                          <a:pt x="161" y="7"/>
                        </a:cubicBezTo>
                        <a:cubicBezTo>
                          <a:pt x="160" y="6"/>
                          <a:pt x="158" y="4"/>
                          <a:pt x="153" y="2"/>
                        </a:cubicBezTo>
                        <a:cubicBezTo>
                          <a:pt x="146" y="0"/>
                          <a:pt x="138" y="14"/>
                          <a:pt x="138" y="14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4" y="4"/>
                          <a:pt x="111" y="4"/>
                          <a:pt x="107" y="9"/>
                        </a:cubicBezTo>
                        <a:cubicBezTo>
                          <a:pt x="103" y="15"/>
                          <a:pt x="99" y="30"/>
                          <a:pt x="99" y="30"/>
                        </a:cubicBezTo>
                        <a:cubicBezTo>
                          <a:pt x="99" y="30"/>
                          <a:pt x="84" y="29"/>
                          <a:pt x="84" y="35"/>
                        </a:cubicBezTo>
                        <a:cubicBezTo>
                          <a:pt x="84" y="41"/>
                          <a:pt x="106" y="37"/>
                          <a:pt x="102" y="44"/>
                        </a:cubicBezTo>
                        <a:cubicBezTo>
                          <a:pt x="98" y="51"/>
                          <a:pt x="94" y="47"/>
                          <a:pt x="92" y="50"/>
                        </a:cubicBezTo>
                        <a:cubicBezTo>
                          <a:pt x="90" y="53"/>
                          <a:pt x="87" y="57"/>
                          <a:pt x="87" y="57"/>
                        </a:cubicBezTo>
                        <a:cubicBezTo>
                          <a:pt x="69" y="56"/>
                          <a:pt x="69" y="56"/>
                          <a:pt x="69" y="56"/>
                        </a:cubicBezTo>
                        <a:cubicBezTo>
                          <a:pt x="69" y="61"/>
                          <a:pt x="69" y="61"/>
                          <a:pt x="69" y="61"/>
                        </a:cubicBezTo>
                        <a:cubicBezTo>
                          <a:pt x="69" y="61"/>
                          <a:pt x="56" y="47"/>
                          <a:pt x="48" y="51"/>
                        </a:cubicBezTo>
                        <a:cubicBezTo>
                          <a:pt x="40" y="55"/>
                          <a:pt x="30" y="54"/>
                          <a:pt x="30" y="54"/>
                        </a:cubicBezTo>
                        <a:cubicBezTo>
                          <a:pt x="30" y="54"/>
                          <a:pt x="28" y="71"/>
                          <a:pt x="33" y="71"/>
                        </a:cubicBezTo>
                        <a:cubicBezTo>
                          <a:pt x="38" y="71"/>
                          <a:pt x="42" y="79"/>
                          <a:pt x="42" y="79"/>
                        </a:cubicBezTo>
                        <a:cubicBezTo>
                          <a:pt x="31" y="86"/>
                          <a:pt x="31" y="86"/>
                          <a:pt x="31" y="86"/>
                        </a:cubicBezTo>
                        <a:cubicBezTo>
                          <a:pt x="31" y="86"/>
                          <a:pt x="20" y="90"/>
                          <a:pt x="25" y="98"/>
                        </a:cubicBezTo>
                        <a:cubicBezTo>
                          <a:pt x="30" y="106"/>
                          <a:pt x="48" y="107"/>
                          <a:pt x="48" y="107"/>
                        </a:cubicBezTo>
                        <a:cubicBezTo>
                          <a:pt x="48" y="107"/>
                          <a:pt x="67" y="99"/>
                          <a:pt x="66" y="107"/>
                        </a:cubicBezTo>
                        <a:cubicBezTo>
                          <a:pt x="65" y="115"/>
                          <a:pt x="50" y="116"/>
                          <a:pt x="50" y="116"/>
                        </a:cubicBezTo>
                        <a:cubicBezTo>
                          <a:pt x="50" y="130"/>
                          <a:pt x="50" y="130"/>
                          <a:pt x="50" y="130"/>
                        </a:cubicBezTo>
                        <a:cubicBezTo>
                          <a:pt x="50" y="130"/>
                          <a:pt x="37" y="125"/>
                          <a:pt x="35" y="134"/>
                        </a:cubicBezTo>
                        <a:cubicBezTo>
                          <a:pt x="33" y="143"/>
                          <a:pt x="30" y="156"/>
                          <a:pt x="30" y="156"/>
                        </a:cubicBezTo>
                        <a:cubicBezTo>
                          <a:pt x="30" y="156"/>
                          <a:pt x="5" y="156"/>
                          <a:pt x="4" y="161"/>
                        </a:cubicBezTo>
                        <a:cubicBezTo>
                          <a:pt x="3" y="166"/>
                          <a:pt x="15" y="167"/>
                          <a:pt x="15" y="167"/>
                        </a:cubicBezTo>
                        <a:cubicBezTo>
                          <a:pt x="15" y="167"/>
                          <a:pt x="0" y="169"/>
                          <a:pt x="0" y="176"/>
                        </a:cubicBezTo>
                        <a:cubicBezTo>
                          <a:pt x="0" y="184"/>
                          <a:pt x="7" y="183"/>
                          <a:pt x="7" y="183"/>
                        </a:cubicBezTo>
                        <a:cubicBezTo>
                          <a:pt x="30" y="180"/>
                          <a:pt x="30" y="180"/>
                          <a:pt x="30" y="180"/>
                        </a:cubicBezTo>
                        <a:cubicBezTo>
                          <a:pt x="19" y="192"/>
                          <a:pt x="19" y="192"/>
                          <a:pt x="19" y="192"/>
                        </a:cubicBezTo>
                        <a:cubicBezTo>
                          <a:pt x="19" y="192"/>
                          <a:pt x="36" y="187"/>
                          <a:pt x="35" y="190"/>
                        </a:cubicBezTo>
                        <a:cubicBezTo>
                          <a:pt x="34" y="193"/>
                          <a:pt x="14" y="202"/>
                          <a:pt x="29" y="202"/>
                        </a:cubicBezTo>
                        <a:cubicBezTo>
                          <a:pt x="44" y="202"/>
                          <a:pt x="65" y="196"/>
                          <a:pt x="74" y="191"/>
                        </a:cubicBezTo>
                        <a:cubicBezTo>
                          <a:pt x="83" y="186"/>
                          <a:pt x="83" y="178"/>
                          <a:pt x="83" y="178"/>
                        </a:cubicBezTo>
                        <a:cubicBezTo>
                          <a:pt x="83" y="178"/>
                          <a:pt x="93" y="184"/>
                          <a:pt x="102" y="178"/>
                        </a:cubicBezTo>
                        <a:cubicBezTo>
                          <a:pt x="111" y="173"/>
                          <a:pt x="112" y="167"/>
                          <a:pt x="124" y="166"/>
                        </a:cubicBezTo>
                        <a:cubicBezTo>
                          <a:pt x="135" y="165"/>
                          <a:pt x="140" y="165"/>
                          <a:pt x="140" y="165"/>
                        </a:cubicBezTo>
                        <a:cubicBezTo>
                          <a:pt x="143" y="159"/>
                          <a:pt x="143" y="159"/>
                          <a:pt x="143" y="159"/>
                        </a:cubicBezTo>
                        <a:cubicBezTo>
                          <a:pt x="168" y="160"/>
                          <a:pt x="168" y="160"/>
                          <a:pt x="168" y="160"/>
                        </a:cubicBezTo>
                        <a:cubicBezTo>
                          <a:pt x="167" y="148"/>
                          <a:pt x="167" y="148"/>
                          <a:pt x="167" y="148"/>
                        </a:cubicBezTo>
                        <a:cubicBezTo>
                          <a:pt x="167" y="148"/>
                          <a:pt x="179" y="150"/>
                          <a:pt x="179" y="146"/>
                        </a:cubicBezTo>
                        <a:cubicBezTo>
                          <a:pt x="179" y="142"/>
                          <a:pt x="174" y="138"/>
                          <a:pt x="178" y="133"/>
                        </a:cubicBezTo>
                        <a:cubicBezTo>
                          <a:pt x="181" y="128"/>
                          <a:pt x="186" y="114"/>
                          <a:pt x="186" y="104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333"/>
                  <p:cNvSpPr>
                    <a:spLocks noEditPoints="1"/>
                  </p:cNvSpPr>
                  <p:nvPr/>
                </p:nvSpPr>
                <p:spPr bwMode="gray">
                  <a:xfrm>
                    <a:off x="2344775" y="4469788"/>
                    <a:ext cx="281866" cy="126848"/>
                  </a:xfrm>
                  <a:custGeom>
                    <a:avLst/>
                    <a:gdLst>
                      <a:gd name="T0" fmla="*/ 228 w 237"/>
                      <a:gd name="T1" fmla="*/ 76 h 107"/>
                      <a:gd name="T2" fmla="*/ 221 w 237"/>
                      <a:gd name="T3" fmla="*/ 74 h 107"/>
                      <a:gd name="T4" fmla="*/ 226 w 237"/>
                      <a:gd name="T5" fmla="*/ 56 h 107"/>
                      <a:gd name="T6" fmla="*/ 217 w 237"/>
                      <a:gd name="T7" fmla="*/ 52 h 107"/>
                      <a:gd name="T8" fmla="*/ 220 w 237"/>
                      <a:gd name="T9" fmla="*/ 36 h 107"/>
                      <a:gd name="T10" fmla="*/ 231 w 237"/>
                      <a:gd name="T11" fmla="*/ 30 h 107"/>
                      <a:gd name="T12" fmla="*/ 228 w 237"/>
                      <a:gd name="T13" fmla="*/ 21 h 107"/>
                      <a:gd name="T14" fmla="*/ 231 w 237"/>
                      <a:gd name="T15" fmla="*/ 11 h 107"/>
                      <a:gd name="T16" fmla="*/ 170 w 237"/>
                      <a:gd name="T17" fmla="*/ 1 h 107"/>
                      <a:gd name="T18" fmla="*/ 110 w 237"/>
                      <a:gd name="T19" fmla="*/ 6 h 107"/>
                      <a:gd name="T20" fmla="*/ 60 w 237"/>
                      <a:gd name="T21" fmla="*/ 31 h 107"/>
                      <a:gd name="T22" fmla="*/ 66 w 237"/>
                      <a:gd name="T23" fmla="*/ 56 h 107"/>
                      <a:gd name="T24" fmla="*/ 105 w 237"/>
                      <a:gd name="T25" fmla="*/ 61 h 107"/>
                      <a:gd name="T26" fmla="*/ 98 w 237"/>
                      <a:gd name="T27" fmla="*/ 85 h 107"/>
                      <a:gd name="T28" fmla="*/ 102 w 237"/>
                      <a:gd name="T29" fmla="*/ 85 h 107"/>
                      <a:gd name="T30" fmla="*/ 123 w 237"/>
                      <a:gd name="T31" fmla="*/ 79 h 107"/>
                      <a:gd name="T32" fmla="*/ 144 w 237"/>
                      <a:gd name="T33" fmla="*/ 78 h 107"/>
                      <a:gd name="T34" fmla="*/ 172 w 237"/>
                      <a:gd name="T35" fmla="*/ 95 h 107"/>
                      <a:gd name="T36" fmla="*/ 192 w 237"/>
                      <a:gd name="T37" fmla="*/ 107 h 107"/>
                      <a:gd name="T38" fmla="*/ 203 w 237"/>
                      <a:gd name="T39" fmla="*/ 101 h 107"/>
                      <a:gd name="T40" fmla="*/ 216 w 237"/>
                      <a:gd name="T41" fmla="*/ 106 h 107"/>
                      <a:gd name="T42" fmla="*/ 224 w 237"/>
                      <a:gd name="T43" fmla="*/ 105 h 107"/>
                      <a:gd name="T44" fmla="*/ 224 w 237"/>
                      <a:gd name="T45" fmla="*/ 97 h 107"/>
                      <a:gd name="T46" fmla="*/ 237 w 237"/>
                      <a:gd name="T47" fmla="*/ 88 h 107"/>
                      <a:gd name="T48" fmla="*/ 228 w 237"/>
                      <a:gd name="T49" fmla="*/ 76 h 107"/>
                      <a:gd name="T50" fmla="*/ 27 w 237"/>
                      <a:gd name="T51" fmla="*/ 53 h 107"/>
                      <a:gd name="T52" fmla="*/ 7 w 237"/>
                      <a:gd name="T53" fmla="*/ 55 h 107"/>
                      <a:gd name="T54" fmla="*/ 9 w 237"/>
                      <a:gd name="T55" fmla="*/ 74 h 107"/>
                      <a:gd name="T56" fmla="*/ 14 w 237"/>
                      <a:gd name="T57" fmla="*/ 87 h 107"/>
                      <a:gd name="T58" fmla="*/ 34 w 237"/>
                      <a:gd name="T59" fmla="*/ 74 h 107"/>
                      <a:gd name="T60" fmla="*/ 55 w 237"/>
                      <a:gd name="T61" fmla="*/ 60 h 107"/>
                      <a:gd name="T62" fmla="*/ 51 w 237"/>
                      <a:gd name="T63" fmla="*/ 49 h 107"/>
                      <a:gd name="T64" fmla="*/ 27 w 237"/>
                      <a:gd name="T65" fmla="*/ 53 h 107"/>
                      <a:gd name="T66" fmla="*/ 29 w 237"/>
                      <a:gd name="T67" fmla="*/ 45 h 107"/>
                      <a:gd name="T68" fmla="*/ 35 w 237"/>
                      <a:gd name="T69" fmla="*/ 25 h 107"/>
                      <a:gd name="T70" fmla="*/ 29 w 237"/>
                      <a:gd name="T71" fmla="*/ 45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237" h="107">
                        <a:moveTo>
                          <a:pt x="228" y="76"/>
                        </a:moveTo>
                        <a:cubicBezTo>
                          <a:pt x="221" y="74"/>
                          <a:pt x="221" y="74"/>
                          <a:pt x="221" y="74"/>
                        </a:cubicBezTo>
                        <a:cubicBezTo>
                          <a:pt x="226" y="56"/>
                          <a:pt x="226" y="56"/>
                          <a:pt x="226" y="56"/>
                        </a:cubicBezTo>
                        <a:cubicBezTo>
                          <a:pt x="217" y="52"/>
                          <a:pt x="217" y="52"/>
                          <a:pt x="217" y="52"/>
                        </a:cubicBezTo>
                        <a:cubicBezTo>
                          <a:pt x="217" y="52"/>
                          <a:pt x="216" y="38"/>
                          <a:pt x="220" y="36"/>
                        </a:cubicBezTo>
                        <a:cubicBezTo>
                          <a:pt x="224" y="34"/>
                          <a:pt x="231" y="30"/>
                          <a:pt x="231" y="30"/>
                        </a:cubicBezTo>
                        <a:cubicBezTo>
                          <a:pt x="228" y="21"/>
                          <a:pt x="228" y="21"/>
                          <a:pt x="228" y="21"/>
                        </a:cubicBezTo>
                        <a:cubicBezTo>
                          <a:pt x="231" y="11"/>
                          <a:pt x="231" y="11"/>
                          <a:pt x="231" y="11"/>
                        </a:cubicBezTo>
                        <a:cubicBezTo>
                          <a:pt x="215" y="8"/>
                          <a:pt x="180" y="2"/>
                          <a:pt x="170" y="1"/>
                        </a:cubicBezTo>
                        <a:cubicBezTo>
                          <a:pt x="157" y="0"/>
                          <a:pt x="110" y="6"/>
                          <a:pt x="110" y="6"/>
                        </a:cubicBezTo>
                        <a:cubicBezTo>
                          <a:pt x="110" y="6"/>
                          <a:pt x="60" y="24"/>
                          <a:pt x="60" y="31"/>
                        </a:cubicBezTo>
                        <a:cubicBezTo>
                          <a:pt x="60" y="38"/>
                          <a:pt x="66" y="56"/>
                          <a:pt x="66" y="56"/>
                        </a:cubicBezTo>
                        <a:cubicBezTo>
                          <a:pt x="105" y="61"/>
                          <a:pt x="105" y="61"/>
                          <a:pt x="105" y="61"/>
                        </a:cubicBezTo>
                        <a:cubicBezTo>
                          <a:pt x="98" y="85"/>
                          <a:pt x="98" y="85"/>
                          <a:pt x="98" y="85"/>
                        </a:cubicBezTo>
                        <a:cubicBezTo>
                          <a:pt x="102" y="85"/>
                          <a:pt x="102" y="85"/>
                          <a:pt x="102" y="85"/>
                        </a:cubicBezTo>
                        <a:cubicBezTo>
                          <a:pt x="123" y="79"/>
                          <a:pt x="123" y="79"/>
                          <a:pt x="123" y="79"/>
                        </a:cubicBezTo>
                        <a:cubicBezTo>
                          <a:pt x="123" y="79"/>
                          <a:pt x="129" y="75"/>
                          <a:pt x="144" y="78"/>
                        </a:cubicBezTo>
                        <a:cubicBezTo>
                          <a:pt x="159" y="81"/>
                          <a:pt x="161" y="86"/>
                          <a:pt x="172" y="95"/>
                        </a:cubicBezTo>
                        <a:cubicBezTo>
                          <a:pt x="183" y="104"/>
                          <a:pt x="186" y="107"/>
                          <a:pt x="192" y="107"/>
                        </a:cubicBezTo>
                        <a:cubicBezTo>
                          <a:pt x="198" y="107"/>
                          <a:pt x="200" y="100"/>
                          <a:pt x="203" y="101"/>
                        </a:cubicBezTo>
                        <a:cubicBezTo>
                          <a:pt x="206" y="102"/>
                          <a:pt x="216" y="106"/>
                          <a:pt x="216" y="106"/>
                        </a:cubicBezTo>
                        <a:cubicBezTo>
                          <a:pt x="224" y="105"/>
                          <a:pt x="224" y="105"/>
                          <a:pt x="224" y="105"/>
                        </a:cubicBezTo>
                        <a:cubicBezTo>
                          <a:pt x="224" y="97"/>
                          <a:pt x="224" y="97"/>
                          <a:pt x="224" y="97"/>
                        </a:cubicBezTo>
                        <a:cubicBezTo>
                          <a:pt x="237" y="88"/>
                          <a:pt x="237" y="88"/>
                          <a:pt x="237" y="88"/>
                        </a:cubicBezTo>
                        <a:lnTo>
                          <a:pt x="228" y="76"/>
                        </a:lnTo>
                        <a:close/>
                        <a:moveTo>
                          <a:pt x="27" y="53"/>
                        </a:moveTo>
                        <a:cubicBezTo>
                          <a:pt x="27" y="53"/>
                          <a:pt x="14" y="52"/>
                          <a:pt x="7" y="55"/>
                        </a:cubicBezTo>
                        <a:cubicBezTo>
                          <a:pt x="0" y="57"/>
                          <a:pt x="9" y="74"/>
                          <a:pt x="9" y="74"/>
                        </a:cubicBezTo>
                        <a:cubicBezTo>
                          <a:pt x="14" y="87"/>
                          <a:pt x="14" y="87"/>
                          <a:pt x="14" y="87"/>
                        </a:cubicBezTo>
                        <a:cubicBezTo>
                          <a:pt x="14" y="87"/>
                          <a:pt x="30" y="74"/>
                          <a:pt x="34" y="74"/>
                        </a:cubicBezTo>
                        <a:cubicBezTo>
                          <a:pt x="38" y="74"/>
                          <a:pt x="55" y="60"/>
                          <a:pt x="55" y="60"/>
                        </a:cubicBezTo>
                        <a:cubicBezTo>
                          <a:pt x="51" y="49"/>
                          <a:pt x="51" y="49"/>
                          <a:pt x="51" y="49"/>
                        </a:cubicBezTo>
                        <a:lnTo>
                          <a:pt x="27" y="53"/>
                        </a:lnTo>
                        <a:close/>
                        <a:moveTo>
                          <a:pt x="29" y="45"/>
                        </a:moveTo>
                        <a:cubicBezTo>
                          <a:pt x="44" y="45"/>
                          <a:pt x="48" y="23"/>
                          <a:pt x="35" y="25"/>
                        </a:cubicBezTo>
                        <a:cubicBezTo>
                          <a:pt x="22" y="28"/>
                          <a:pt x="15" y="45"/>
                          <a:pt x="29" y="45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5" name="Freeform 355"/>
                  <p:cNvSpPr>
                    <a:spLocks/>
                  </p:cNvSpPr>
                  <p:nvPr/>
                </p:nvSpPr>
                <p:spPr bwMode="gray">
                  <a:xfrm>
                    <a:off x="2233036" y="5452853"/>
                    <a:ext cx="95129" cy="107214"/>
                  </a:xfrm>
                  <a:custGeom>
                    <a:avLst/>
                    <a:gdLst>
                      <a:gd name="T0" fmla="*/ 79 w 80"/>
                      <a:gd name="T1" fmla="*/ 27 h 90"/>
                      <a:gd name="T2" fmla="*/ 73 w 80"/>
                      <a:gd name="T3" fmla="*/ 31 h 90"/>
                      <a:gd name="T4" fmla="*/ 65 w 80"/>
                      <a:gd name="T5" fmla="*/ 17 h 90"/>
                      <a:gd name="T6" fmla="*/ 56 w 80"/>
                      <a:gd name="T7" fmla="*/ 10 h 90"/>
                      <a:gd name="T8" fmla="*/ 46 w 80"/>
                      <a:gd name="T9" fmla="*/ 0 h 90"/>
                      <a:gd name="T10" fmla="*/ 29 w 80"/>
                      <a:gd name="T11" fmla="*/ 0 h 90"/>
                      <a:gd name="T12" fmla="*/ 29 w 80"/>
                      <a:gd name="T13" fmla="*/ 15 h 90"/>
                      <a:gd name="T14" fmla="*/ 18 w 80"/>
                      <a:gd name="T15" fmla="*/ 14 h 90"/>
                      <a:gd name="T16" fmla="*/ 9 w 80"/>
                      <a:gd name="T17" fmla="*/ 29 h 90"/>
                      <a:gd name="T18" fmla="*/ 4 w 80"/>
                      <a:gd name="T19" fmla="*/ 29 h 90"/>
                      <a:gd name="T20" fmla="*/ 3 w 80"/>
                      <a:gd name="T21" fmla="*/ 39 h 90"/>
                      <a:gd name="T22" fmla="*/ 17 w 80"/>
                      <a:gd name="T23" fmla="*/ 48 h 90"/>
                      <a:gd name="T24" fmla="*/ 4 w 80"/>
                      <a:gd name="T25" fmla="*/ 64 h 90"/>
                      <a:gd name="T26" fmla="*/ 6 w 80"/>
                      <a:gd name="T27" fmla="*/ 65 h 90"/>
                      <a:gd name="T28" fmla="*/ 24 w 80"/>
                      <a:gd name="T29" fmla="*/ 62 h 90"/>
                      <a:gd name="T30" fmla="*/ 24 w 80"/>
                      <a:gd name="T31" fmla="*/ 74 h 90"/>
                      <a:gd name="T32" fmla="*/ 41 w 80"/>
                      <a:gd name="T33" fmla="*/ 90 h 90"/>
                      <a:gd name="T34" fmla="*/ 48 w 80"/>
                      <a:gd name="T35" fmla="*/ 81 h 90"/>
                      <a:gd name="T36" fmla="*/ 46 w 80"/>
                      <a:gd name="T37" fmla="*/ 71 h 90"/>
                      <a:gd name="T38" fmla="*/ 40 w 80"/>
                      <a:gd name="T39" fmla="*/ 74 h 90"/>
                      <a:gd name="T40" fmla="*/ 31 w 80"/>
                      <a:gd name="T41" fmla="*/ 68 h 90"/>
                      <a:gd name="T42" fmla="*/ 46 w 80"/>
                      <a:gd name="T43" fmla="*/ 68 h 90"/>
                      <a:gd name="T44" fmla="*/ 52 w 80"/>
                      <a:gd name="T45" fmla="*/ 63 h 90"/>
                      <a:gd name="T46" fmla="*/ 54 w 80"/>
                      <a:gd name="T47" fmla="*/ 49 h 90"/>
                      <a:gd name="T48" fmla="*/ 72 w 80"/>
                      <a:gd name="T49" fmla="*/ 59 h 90"/>
                      <a:gd name="T50" fmla="*/ 78 w 80"/>
                      <a:gd name="T51" fmla="*/ 53 h 90"/>
                      <a:gd name="T52" fmla="*/ 80 w 80"/>
                      <a:gd name="T53" fmla="*/ 56 h 90"/>
                      <a:gd name="T54" fmla="*/ 79 w 80"/>
                      <a:gd name="T55" fmla="*/ 27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80" h="90">
                        <a:moveTo>
                          <a:pt x="79" y="27"/>
                        </a:moveTo>
                        <a:cubicBezTo>
                          <a:pt x="73" y="31"/>
                          <a:pt x="73" y="31"/>
                          <a:pt x="73" y="31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56" y="10"/>
                          <a:pt x="56" y="10"/>
                          <a:pt x="56" y="10"/>
                        </a:cubicBezTo>
                        <a:cubicBezTo>
                          <a:pt x="46" y="0"/>
                          <a:pt x="46" y="0"/>
                          <a:pt x="46" y="0"/>
                        </a:cubicBezTo>
                        <a:cubicBezTo>
                          <a:pt x="39" y="2"/>
                          <a:pt x="29" y="0"/>
                          <a:pt x="29" y="0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29" y="15"/>
                          <a:pt x="21" y="10"/>
                          <a:pt x="18" y="14"/>
                        </a:cubicBezTo>
                        <a:cubicBezTo>
                          <a:pt x="15" y="18"/>
                          <a:pt x="9" y="29"/>
                          <a:pt x="9" y="29"/>
                        </a:cubicBezTo>
                        <a:cubicBezTo>
                          <a:pt x="4" y="29"/>
                          <a:pt x="4" y="29"/>
                          <a:pt x="4" y="29"/>
                        </a:cubicBezTo>
                        <a:cubicBezTo>
                          <a:pt x="4" y="29"/>
                          <a:pt x="0" y="36"/>
                          <a:pt x="3" y="39"/>
                        </a:cubicBezTo>
                        <a:cubicBezTo>
                          <a:pt x="6" y="42"/>
                          <a:pt x="17" y="48"/>
                          <a:pt x="17" y="48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5" y="65"/>
                          <a:pt x="6" y="65"/>
                          <a:pt x="6" y="65"/>
                        </a:cubicBezTo>
                        <a:cubicBezTo>
                          <a:pt x="13" y="67"/>
                          <a:pt x="24" y="62"/>
                          <a:pt x="24" y="62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41" y="90"/>
                          <a:pt x="41" y="90"/>
                          <a:pt x="41" y="90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6" y="71"/>
                          <a:pt x="46" y="71"/>
                          <a:pt x="46" y="71"/>
                        </a:cubicBezTo>
                        <a:cubicBezTo>
                          <a:pt x="40" y="74"/>
                          <a:pt x="40" y="74"/>
                          <a:pt x="40" y="74"/>
                        </a:cubicBezTo>
                        <a:cubicBezTo>
                          <a:pt x="31" y="68"/>
                          <a:pt x="31" y="68"/>
                          <a:pt x="31" y="68"/>
                        </a:cubicBezTo>
                        <a:cubicBezTo>
                          <a:pt x="46" y="68"/>
                          <a:pt x="46" y="68"/>
                          <a:pt x="46" y="68"/>
                        </a:cubicBezTo>
                        <a:cubicBezTo>
                          <a:pt x="52" y="63"/>
                          <a:pt x="52" y="63"/>
                          <a:pt x="52" y="63"/>
                        </a:cubicBezTo>
                        <a:cubicBezTo>
                          <a:pt x="54" y="49"/>
                          <a:pt x="54" y="49"/>
                          <a:pt x="54" y="49"/>
                        </a:cubicBezTo>
                        <a:cubicBezTo>
                          <a:pt x="72" y="59"/>
                          <a:pt x="72" y="59"/>
                          <a:pt x="72" y="59"/>
                        </a:cubicBezTo>
                        <a:cubicBezTo>
                          <a:pt x="78" y="53"/>
                          <a:pt x="78" y="53"/>
                          <a:pt x="78" y="53"/>
                        </a:cubicBezTo>
                        <a:cubicBezTo>
                          <a:pt x="80" y="56"/>
                          <a:pt x="80" y="56"/>
                          <a:pt x="80" y="56"/>
                        </a:cubicBezTo>
                        <a:lnTo>
                          <a:pt x="79" y="27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6" name="Freeform 356"/>
                  <p:cNvSpPr>
                    <a:spLocks noEditPoints="1"/>
                  </p:cNvSpPr>
                  <p:nvPr/>
                </p:nvSpPr>
                <p:spPr bwMode="gray">
                  <a:xfrm>
                    <a:off x="2251157" y="5282716"/>
                    <a:ext cx="219957" cy="277351"/>
                  </a:xfrm>
                  <a:custGeom>
                    <a:avLst/>
                    <a:gdLst>
                      <a:gd name="T0" fmla="*/ 167 w 185"/>
                      <a:gd name="T1" fmla="*/ 152 h 233"/>
                      <a:gd name="T2" fmla="*/ 160 w 185"/>
                      <a:gd name="T3" fmla="*/ 140 h 233"/>
                      <a:gd name="T4" fmla="*/ 166 w 185"/>
                      <a:gd name="T5" fmla="*/ 120 h 233"/>
                      <a:gd name="T6" fmla="*/ 161 w 185"/>
                      <a:gd name="T7" fmla="*/ 102 h 233"/>
                      <a:gd name="T8" fmla="*/ 171 w 185"/>
                      <a:gd name="T9" fmla="*/ 88 h 233"/>
                      <a:gd name="T10" fmla="*/ 139 w 185"/>
                      <a:gd name="T11" fmla="*/ 91 h 233"/>
                      <a:gd name="T12" fmla="*/ 117 w 185"/>
                      <a:gd name="T13" fmla="*/ 82 h 233"/>
                      <a:gd name="T14" fmla="*/ 115 w 185"/>
                      <a:gd name="T15" fmla="*/ 56 h 233"/>
                      <a:gd name="T16" fmla="*/ 91 w 185"/>
                      <a:gd name="T17" fmla="*/ 48 h 233"/>
                      <a:gd name="T18" fmla="*/ 77 w 185"/>
                      <a:gd name="T19" fmla="*/ 27 h 233"/>
                      <a:gd name="T20" fmla="*/ 48 w 185"/>
                      <a:gd name="T21" fmla="*/ 6 h 233"/>
                      <a:gd name="T22" fmla="*/ 18 w 185"/>
                      <a:gd name="T23" fmla="*/ 17 h 233"/>
                      <a:gd name="T24" fmla="*/ 0 w 185"/>
                      <a:gd name="T25" fmla="*/ 21 h 233"/>
                      <a:gd name="T26" fmla="*/ 6 w 185"/>
                      <a:gd name="T27" fmla="*/ 40 h 233"/>
                      <a:gd name="T28" fmla="*/ 8 w 185"/>
                      <a:gd name="T29" fmla="*/ 53 h 233"/>
                      <a:gd name="T30" fmla="*/ 12 w 185"/>
                      <a:gd name="T31" fmla="*/ 65 h 233"/>
                      <a:gd name="T32" fmla="*/ 5 w 185"/>
                      <a:gd name="T33" fmla="*/ 72 h 233"/>
                      <a:gd name="T34" fmla="*/ 27 w 185"/>
                      <a:gd name="T35" fmla="*/ 76 h 233"/>
                      <a:gd name="T36" fmla="*/ 15 w 185"/>
                      <a:gd name="T37" fmla="*/ 106 h 233"/>
                      <a:gd name="T38" fmla="*/ 37 w 185"/>
                      <a:gd name="T39" fmla="*/ 118 h 233"/>
                      <a:gd name="T40" fmla="*/ 35 w 185"/>
                      <a:gd name="T41" fmla="*/ 140 h 233"/>
                      <a:gd name="T42" fmla="*/ 41 w 185"/>
                      <a:gd name="T43" fmla="*/ 153 h 233"/>
                      <a:gd name="T44" fmla="*/ 58 w 185"/>
                      <a:gd name="T45" fmla="*/ 174 h 233"/>
                      <a:gd name="T46" fmla="*/ 65 w 185"/>
                      <a:gd name="T47" fmla="*/ 199 h 233"/>
                      <a:gd name="T48" fmla="*/ 71 w 185"/>
                      <a:gd name="T49" fmla="*/ 211 h 233"/>
                      <a:gd name="T50" fmla="*/ 84 w 185"/>
                      <a:gd name="T51" fmla="*/ 221 h 233"/>
                      <a:gd name="T52" fmla="*/ 95 w 185"/>
                      <a:gd name="T53" fmla="*/ 229 h 233"/>
                      <a:gd name="T54" fmla="*/ 112 w 185"/>
                      <a:gd name="T55" fmla="*/ 221 h 233"/>
                      <a:gd name="T56" fmla="*/ 128 w 185"/>
                      <a:gd name="T57" fmla="*/ 213 h 233"/>
                      <a:gd name="T58" fmla="*/ 158 w 185"/>
                      <a:gd name="T59" fmla="*/ 207 h 233"/>
                      <a:gd name="T60" fmla="*/ 165 w 185"/>
                      <a:gd name="T61" fmla="*/ 192 h 233"/>
                      <a:gd name="T62" fmla="*/ 177 w 185"/>
                      <a:gd name="T63" fmla="*/ 180 h 233"/>
                      <a:gd name="T64" fmla="*/ 180 w 185"/>
                      <a:gd name="T65" fmla="*/ 159 h 233"/>
                      <a:gd name="T66" fmla="*/ 27 w 185"/>
                      <a:gd name="T67" fmla="*/ 144 h 233"/>
                      <a:gd name="T68" fmla="*/ 24 w 185"/>
                      <a:gd name="T69" fmla="*/ 144 h 233"/>
                      <a:gd name="T70" fmla="*/ 24 w 185"/>
                      <a:gd name="T71" fmla="*/ 144 h 2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85" h="233">
                        <a:moveTo>
                          <a:pt x="180" y="159"/>
                        </a:moveTo>
                        <a:cubicBezTo>
                          <a:pt x="167" y="152"/>
                          <a:pt x="167" y="152"/>
                          <a:pt x="167" y="152"/>
                        </a:cubicBezTo>
                        <a:cubicBezTo>
                          <a:pt x="169" y="145"/>
                          <a:pt x="169" y="145"/>
                          <a:pt x="169" y="145"/>
                        </a:cubicBezTo>
                        <a:cubicBezTo>
                          <a:pt x="160" y="140"/>
                          <a:pt x="160" y="140"/>
                          <a:pt x="160" y="140"/>
                        </a:cubicBezTo>
                        <a:cubicBezTo>
                          <a:pt x="157" y="128"/>
                          <a:pt x="157" y="128"/>
                          <a:pt x="157" y="128"/>
                        </a:cubicBezTo>
                        <a:cubicBezTo>
                          <a:pt x="166" y="120"/>
                          <a:pt x="166" y="120"/>
                          <a:pt x="166" y="120"/>
                        </a:cubicBezTo>
                        <a:cubicBezTo>
                          <a:pt x="168" y="106"/>
                          <a:pt x="168" y="106"/>
                          <a:pt x="168" y="106"/>
                        </a:cubicBezTo>
                        <a:cubicBezTo>
                          <a:pt x="161" y="102"/>
                          <a:pt x="161" y="102"/>
                          <a:pt x="161" y="102"/>
                        </a:cubicBezTo>
                        <a:cubicBezTo>
                          <a:pt x="168" y="94"/>
                          <a:pt x="168" y="94"/>
                          <a:pt x="168" y="94"/>
                        </a:cubicBezTo>
                        <a:cubicBezTo>
                          <a:pt x="171" y="88"/>
                          <a:pt x="171" y="88"/>
                          <a:pt x="171" y="88"/>
                        </a:cubicBezTo>
                        <a:cubicBezTo>
                          <a:pt x="155" y="84"/>
                          <a:pt x="155" y="84"/>
                          <a:pt x="155" y="84"/>
                        </a:cubicBezTo>
                        <a:cubicBezTo>
                          <a:pt x="139" y="91"/>
                          <a:pt x="139" y="91"/>
                          <a:pt x="139" y="91"/>
                        </a:cubicBezTo>
                        <a:cubicBezTo>
                          <a:pt x="133" y="84"/>
                          <a:pt x="133" y="84"/>
                          <a:pt x="133" y="84"/>
                        </a:cubicBezTo>
                        <a:cubicBezTo>
                          <a:pt x="117" y="82"/>
                          <a:pt x="117" y="82"/>
                          <a:pt x="117" y="82"/>
                        </a:cubicBezTo>
                        <a:cubicBezTo>
                          <a:pt x="112" y="71"/>
                          <a:pt x="112" y="71"/>
                          <a:pt x="112" y="71"/>
                        </a:cubicBezTo>
                        <a:cubicBezTo>
                          <a:pt x="112" y="71"/>
                          <a:pt x="117" y="62"/>
                          <a:pt x="115" y="56"/>
                        </a:cubicBezTo>
                        <a:cubicBezTo>
                          <a:pt x="113" y="50"/>
                          <a:pt x="101" y="49"/>
                          <a:pt x="99" y="54"/>
                        </a:cubicBezTo>
                        <a:cubicBezTo>
                          <a:pt x="97" y="59"/>
                          <a:pt x="91" y="48"/>
                          <a:pt x="91" y="48"/>
                        </a:cubicBezTo>
                        <a:cubicBezTo>
                          <a:pt x="83" y="25"/>
                          <a:pt x="83" y="25"/>
                          <a:pt x="83" y="25"/>
                        </a:cubicBezTo>
                        <a:cubicBezTo>
                          <a:pt x="77" y="27"/>
                          <a:pt x="77" y="27"/>
                          <a:pt x="77" y="27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48" y="6"/>
                          <a:pt x="48" y="6"/>
                          <a:pt x="48" y="6"/>
                        </a:cubicBezTo>
                        <a:cubicBezTo>
                          <a:pt x="48" y="6"/>
                          <a:pt x="33" y="0"/>
                          <a:pt x="30" y="6"/>
                        </a:cubicBezTo>
                        <a:cubicBezTo>
                          <a:pt x="27" y="12"/>
                          <a:pt x="18" y="17"/>
                          <a:pt x="18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2" y="22"/>
                          <a:pt x="2" y="22"/>
                          <a:pt x="2" y="22"/>
                        </a:cubicBezTo>
                        <a:cubicBezTo>
                          <a:pt x="6" y="40"/>
                          <a:pt x="6" y="40"/>
                          <a:pt x="6" y="40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8" y="53"/>
                          <a:pt x="8" y="53"/>
                          <a:pt x="8" y="53"/>
                        </a:cubicBezTo>
                        <a:cubicBezTo>
                          <a:pt x="8" y="53"/>
                          <a:pt x="24" y="56"/>
                          <a:pt x="25" y="59"/>
                        </a:cubicBezTo>
                        <a:cubicBezTo>
                          <a:pt x="26" y="62"/>
                          <a:pt x="12" y="65"/>
                          <a:pt x="12" y="65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5" y="72"/>
                          <a:pt x="5" y="72"/>
                          <a:pt x="5" y="72"/>
                        </a:cubicBezTo>
                        <a:cubicBezTo>
                          <a:pt x="8" y="77"/>
                          <a:pt x="8" y="77"/>
                          <a:pt x="8" y="77"/>
                        </a:cubicBezTo>
                        <a:cubicBezTo>
                          <a:pt x="8" y="77"/>
                          <a:pt x="27" y="71"/>
                          <a:pt x="27" y="76"/>
                        </a:cubicBezTo>
                        <a:cubicBezTo>
                          <a:pt x="27" y="81"/>
                          <a:pt x="15" y="95"/>
                          <a:pt x="15" y="95"/>
                        </a:cubicBezTo>
                        <a:cubicBezTo>
                          <a:pt x="15" y="106"/>
                          <a:pt x="15" y="106"/>
                          <a:pt x="15" y="106"/>
                        </a:cubicBezTo>
                        <a:cubicBezTo>
                          <a:pt x="15" y="106"/>
                          <a:pt x="19" y="103"/>
                          <a:pt x="26" y="105"/>
                        </a:cubicBezTo>
                        <a:cubicBezTo>
                          <a:pt x="33" y="107"/>
                          <a:pt x="37" y="118"/>
                          <a:pt x="37" y="118"/>
                        </a:cubicBezTo>
                        <a:cubicBezTo>
                          <a:pt x="23" y="120"/>
                          <a:pt x="23" y="120"/>
                          <a:pt x="23" y="120"/>
                        </a:cubicBezTo>
                        <a:cubicBezTo>
                          <a:pt x="23" y="120"/>
                          <a:pt x="37" y="133"/>
                          <a:pt x="35" y="140"/>
                        </a:cubicBezTo>
                        <a:cubicBezTo>
                          <a:pt x="34" y="142"/>
                          <a:pt x="33" y="143"/>
                          <a:pt x="31" y="143"/>
                        </a:cubicBezTo>
                        <a:cubicBezTo>
                          <a:pt x="41" y="153"/>
                          <a:pt x="41" y="153"/>
                          <a:pt x="41" y="153"/>
                        </a:cubicBezTo>
                        <a:cubicBezTo>
                          <a:pt x="50" y="160"/>
                          <a:pt x="50" y="160"/>
                          <a:pt x="50" y="160"/>
                        </a:cubicBezTo>
                        <a:cubicBezTo>
                          <a:pt x="58" y="174"/>
                          <a:pt x="58" y="174"/>
                          <a:pt x="58" y="174"/>
                        </a:cubicBezTo>
                        <a:cubicBezTo>
                          <a:pt x="64" y="170"/>
                          <a:pt x="64" y="170"/>
                          <a:pt x="64" y="170"/>
                        </a:cubicBezTo>
                        <a:cubicBezTo>
                          <a:pt x="65" y="199"/>
                          <a:pt x="65" y="199"/>
                          <a:pt x="65" y="199"/>
                        </a:cubicBezTo>
                        <a:cubicBezTo>
                          <a:pt x="63" y="196"/>
                          <a:pt x="63" y="196"/>
                          <a:pt x="63" y="196"/>
                        </a:cubicBezTo>
                        <a:cubicBezTo>
                          <a:pt x="71" y="211"/>
                          <a:pt x="71" y="211"/>
                          <a:pt x="71" y="211"/>
                        </a:cubicBezTo>
                        <a:cubicBezTo>
                          <a:pt x="80" y="211"/>
                          <a:pt x="80" y="211"/>
                          <a:pt x="80" y="211"/>
                        </a:cubicBezTo>
                        <a:cubicBezTo>
                          <a:pt x="84" y="221"/>
                          <a:pt x="84" y="221"/>
                          <a:pt x="84" y="221"/>
                        </a:cubicBezTo>
                        <a:cubicBezTo>
                          <a:pt x="84" y="233"/>
                          <a:pt x="84" y="233"/>
                          <a:pt x="84" y="233"/>
                        </a:cubicBezTo>
                        <a:cubicBezTo>
                          <a:pt x="95" y="229"/>
                          <a:pt x="95" y="229"/>
                          <a:pt x="95" y="229"/>
                        </a:cubicBezTo>
                        <a:cubicBezTo>
                          <a:pt x="100" y="221"/>
                          <a:pt x="100" y="221"/>
                          <a:pt x="100" y="221"/>
                        </a:cubicBezTo>
                        <a:cubicBezTo>
                          <a:pt x="100" y="221"/>
                          <a:pt x="105" y="221"/>
                          <a:pt x="112" y="221"/>
                        </a:cubicBezTo>
                        <a:cubicBezTo>
                          <a:pt x="119" y="221"/>
                          <a:pt x="115" y="213"/>
                          <a:pt x="115" y="213"/>
                        </a:cubicBezTo>
                        <a:cubicBezTo>
                          <a:pt x="128" y="213"/>
                          <a:pt x="128" y="213"/>
                          <a:pt x="128" y="213"/>
                        </a:cubicBezTo>
                        <a:cubicBezTo>
                          <a:pt x="132" y="209"/>
                          <a:pt x="132" y="209"/>
                          <a:pt x="132" y="209"/>
                        </a:cubicBezTo>
                        <a:cubicBezTo>
                          <a:pt x="158" y="207"/>
                          <a:pt x="158" y="207"/>
                          <a:pt x="158" y="207"/>
                        </a:cubicBezTo>
                        <a:cubicBezTo>
                          <a:pt x="158" y="207"/>
                          <a:pt x="166" y="206"/>
                          <a:pt x="167" y="203"/>
                        </a:cubicBezTo>
                        <a:cubicBezTo>
                          <a:pt x="168" y="200"/>
                          <a:pt x="165" y="192"/>
                          <a:pt x="165" y="192"/>
                        </a:cubicBezTo>
                        <a:cubicBezTo>
                          <a:pt x="165" y="192"/>
                          <a:pt x="162" y="185"/>
                          <a:pt x="164" y="181"/>
                        </a:cubicBezTo>
                        <a:cubicBezTo>
                          <a:pt x="166" y="177"/>
                          <a:pt x="177" y="180"/>
                          <a:pt x="177" y="180"/>
                        </a:cubicBezTo>
                        <a:cubicBezTo>
                          <a:pt x="177" y="180"/>
                          <a:pt x="181" y="173"/>
                          <a:pt x="183" y="169"/>
                        </a:cubicBezTo>
                        <a:cubicBezTo>
                          <a:pt x="185" y="165"/>
                          <a:pt x="180" y="159"/>
                          <a:pt x="180" y="159"/>
                        </a:cubicBezTo>
                        <a:close/>
                        <a:moveTo>
                          <a:pt x="24" y="144"/>
                        </a:moveTo>
                        <a:cubicBezTo>
                          <a:pt x="25" y="144"/>
                          <a:pt x="26" y="144"/>
                          <a:pt x="27" y="144"/>
                        </a:cubicBezTo>
                        <a:cubicBezTo>
                          <a:pt x="26" y="144"/>
                          <a:pt x="25" y="144"/>
                          <a:pt x="24" y="144"/>
                        </a:cubicBezTo>
                        <a:close/>
                        <a:moveTo>
                          <a:pt x="24" y="144"/>
                        </a:moveTo>
                        <a:cubicBezTo>
                          <a:pt x="22" y="144"/>
                          <a:pt x="19" y="144"/>
                          <a:pt x="18" y="143"/>
                        </a:cubicBezTo>
                        <a:cubicBezTo>
                          <a:pt x="19" y="144"/>
                          <a:pt x="22" y="144"/>
                          <a:pt x="24" y="144"/>
                        </a:cubicBezTo>
                        <a:close/>
                      </a:path>
                    </a:pathLst>
                  </a:custGeom>
                  <a:grpFill/>
                  <a:ln w="3175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</p:grpSp>
          <p:grpSp>
            <p:nvGrpSpPr>
              <p:cNvPr id="219" name="Gruppieren 218"/>
              <p:cNvGrpSpPr/>
              <p:nvPr/>
            </p:nvGrpSpPr>
            <p:grpSpPr>
              <a:xfrm>
                <a:off x="1411846" y="1774325"/>
                <a:ext cx="5998258" cy="4968674"/>
                <a:chOff x="1411846" y="1774325"/>
                <a:chExt cx="5998258" cy="4968674"/>
              </a:xfrm>
            </p:grpSpPr>
            <p:grpSp>
              <p:nvGrpSpPr>
                <p:cNvPr id="214" name="Gruppieren 213"/>
                <p:cNvGrpSpPr/>
                <p:nvPr/>
              </p:nvGrpSpPr>
              <p:grpSpPr>
                <a:xfrm>
                  <a:off x="5753842" y="3026760"/>
                  <a:ext cx="1639858" cy="1279841"/>
                  <a:chOff x="5753842" y="3026760"/>
                  <a:chExt cx="1639858" cy="1279841"/>
                </a:xfrm>
              </p:grpSpPr>
              <p:sp>
                <p:nvSpPr>
                  <p:cNvPr id="188" name="Rechteck 187"/>
                  <p:cNvSpPr/>
                  <p:nvPr/>
                </p:nvSpPr>
                <p:spPr bwMode="gray">
                  <a:xfrm>
                    <a:off x="6098104" y="3472789"/>
                    <a:ext cx="1295596" cy="833812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pPr lvl="0"/>
                    <a:r>
                      <a:rPr lang="en-US" sz="2000" dirty="0" smtClean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000" b="1" dirty="0" smtClean="0">
                        <a:solidFill>
                          <a:srgbClr val="FFFFFF"/>
                        </a:solidFill>
                      </a:rPr>
                      <a:t> B</a:t>
                    </a:r>
                    <a:endParaRPr lang="en-US" sz="2000" b="1" dirty="0">
                      <a:solidFill>
                        <a:srgbClr val="FFFFFF"/>
                      </a:solidFill>
                    </a:endParaRPr>
                  </a:p>
                  <a:p>
                    <a:pPr lvl="0"/>
                    <a:r>
                      <a:rPr lang="en-US" sz="1000" dirty="0">
                        <a:solidFill>
                          <a:schemeClr val="bg1"/>
                        </a:solidFill>
                      </a:rPr>
                      <a:t>Replace this text with your own information. </a:t>
                    </a:r>
                  </a:p>
                </p:txBody>
              </p:sp>
              <p:grpSp>
                <p:nvGrpSpPr>
                  <p:cNvPr id="191" name="Gruppieren 190"/>
                  <p:cNvGrpSpPr>
                    <a:grpSpLocks noChangeAspect="1"/>
                  </p:cNvGrpSpPr>
                  <p:nvPr/>
                </p:nvGrpSpPr>
                <p:grpSpPr>
                  <a:xfrm>
                    <a:off x="5753842" y="3026760"/>
                    <a:ext cx="796849" cy="646388"/>
                    <a:chOff x="8985396" y="584541"/>
                    <a:chExt cx="1868959" cy="1516062"/>
                  </a:xfrm>
                  <a:solidFill>
                    <a:schemeClr val="accent1">
                      <a:lumMod val="20000"/>
                      <a:lumOff val="80000"/>
                    </a:schemeClr>
                  </a:solidFill>
                </p:grpSpPr>
                <p:sp>
                  <p:nvSpPr>
                    <p:cNvPr id="204" name="Ellipse 203"/>
                    <p:cNvSpPr/>
                    <p:nvPr/>
                  </p:nvSpPr>
                  <p:spPr bwMode="auto">
                    <a:xfrm>
                      <a:off x="9338293" y="584541"/>
                      <a:ext cx="1516062" cy="1516062"/>
                    </a:xfrm>
                    <a:prstGeom prst="ellipse">
                      <a:avLst/>
                    </a:prstGeom>
                    <a:solidFill>
                      <a:schemeClr val="accent1">
                        <a:lumMod val="20000"/>
                        <a:lumOff val="80000"/>
                        <a:alpha val="73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05" name="Ellipse 204"/>
                    <p:cNvSpPr/>
                    <p:nvPr/>
                  </p:nvSpPr>
                  <p:spPr bwMode="auto">
                    <a:xfrm>
                      <a:off x="8985396" y="584541"/>
                      <a:ext cx="1516062" cy="1516062"/>
                    </a:xfrm>
                    <a:prstGeom prst="ellipse">
                      <a:avLst/>
                    </a:prstGeom>
                    <a:grpFill/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06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340674" y="605972"/>
                      <a:ext cx="1166813" cy="1473200"/>
                    </a:xfrm>
                    <a:custGeom>
                      <a:avLst/>
                      <a:gdLst>
                        <a:gd name="T0" fmla="*/ 311 w 311"/>
                        <a:gd name="T1" fmla="*/ 196 h 393"/>
                        <a:gd name="T2" fmla="*/ 156 w 311"/>
                        <a:gd name="T3" fmla="*/ 0 h 393"/>
                        <a:gd name="T4" fmla="*/ 0 w 311"/>
                        <a:gd name="T5" fmla="*/ 196 h 393"/>
                        <a:gd name="T6" fmla="*/ 156 w 311"/>
                        <a:gd name="T7" fmla="*/ 393 h 393"/>
                        <a:gd name="T8" fmla="*/ 311 w 311"/>
                        <a:gd name="T9" fmla="*/ 196 h 3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1" h="393">
                          <a:moveTo>
                            <a:pt x="311" y="196"/>
                          </a:moveTo>
                          <a:cubicBezTo>
                            <a:pt x="311" y="101"/>
                            <a:pt x="245" y="21"/>
                            <a:pt x="156" y="0"/>
                          </a:cubicBezTo>
                          <a:cubicBezTo>
                            <a:pt x="67" y="21"/>
                            <a:pt x="0" y="101"/>
                            <a:pt x="0" y="196"/>
                          </a:cubicBezTo>
                          <a:cubicBezTo>
                            <a:pt x="0" y="292"/>
                            <a:pt x="67" y="372"/>
                            <a:pt x="156" y="393"/>
                          </a:cubicBezTo>
                          <a:cubicBezTo>
                            <a:pt x="245" y="372"/>
                            <a:pt x="311" y="292"/>
                            <a:pt x="311" y="196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40000"/>
                        <a:lumOff val="60000"/>
                        <a:alpha val="53000"/>
                      </a:scheme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algn="ctr"/>
                      <a:r>
                        <a:rPr lang="de-DE" sz="2400" b="1" dirty="0" smtClean="0">
                          <a:solidFill>
                            <a:schemeClr val="bg1"/>
                          </a:solidFill>
                        </a:rPr>
                        <a:t>B</a:t>
                      </a:r>
                      <a:endParaRPr lang="de-DE" sz="2400" b="1" dirty="0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213" name="Gruppieren 212"/>
                <p:cNvGrpSpPr/>
                <p:nvPr/>
              </p:nvGrpSpPr>
              <p:grpSpPr>
                <a:xfrm>
                  <a:off x="4436066" y="1774325"/>
                  <a:ext cx="1794214" cy="1034582"/>
                  <a:chOff x="4436066" y="1774325"/>
                  <a:chExt cx="1794214" cy="1034582"/>
                </a:xfrm>
              </p:grpSpPr>
              <p:sp>
                <p:nvSpPr>
                  <p:cNvPr id="187" name="Rechteck 186"/>
                  <p:cNvSpPr/>
                  <p:nvPr/>
                </p:nvSpPr>
                <p:spPr bwMode="gray">
                  <a:xfrm>
                    <a:off x="4793004" y="2007791"/>
                    <a:ext cx="1437276" cy="801116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pPr lvl="0"/>
                    <a:r>
                      <a:rPr lang="en-US" sz="2000" dirty="0" smtClean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000" b="1" dirty="0" smtClean="0">
                        <a:solidFill>
                          <a:srgbClr val="FFFFFF"/>
                        </a:solidFill>
                      </a:rPr>
                      <a:t> A</a:t>
                    </a:r>
                    <a:endParaRPr lang="en-US" sz="2000" b="1" dirty="0">
                      <a:solidFill>
                        <a:srgbClr val="FFFFFF"/>
                      </a:solidFill>
                    </a:endParaRPr>
                  </a:p>
                  <a:p>
                    <a:pPr lvl="0"/>
                    <a:r>
                      <a:rPr lang="en-US" sz="1000" dirty="0">
                        <a:solidFill>
                          <a:schemeClr val="bg1"/>
                        </a:solidFill>
                      </a:rPr>
                      <a:t>Replace this text with your own information. </a:t>
                    </a:r>
                  </a:p>
                </p:txBody>
              </p:sp>
              <p:grpSp>
                <p:nvGrpSpPr>
                  <p:cNvPr id="192" name="Gruppieren 191"/>
                  <p:cNvGrpSpPr>
                    <a:grpSpLocks noChangeAspect="1"/>
                  </p:cNvGrpSpPr>
                  <p:nvPr/>
                </p:nvGrpSpPr>
                <p:grpSpPr>
                  <a:xfrm>
                    <a:off x="4436066" y="1774325"/>
                    <a:ext cx="581336" cy="471567"/>
                    <a:chOff x="8985396" y="584541"/>
                    <a:chExt cx="1868959" cy="1516062"/>
                  </a:xfrm>
                  <a:solidFill>
                    <a:schemeClr val="accent1">
                      <a:lumMod val="20000"/>
                      <a:lumOff val="80000"/>
                    </a:schemeClr>
                  </a:solidFill>
                </p:grpSpPr>
                <p:sp>
                  <p:nvSpPr>
                    <p:cNvPr id="201" name="Ellipse 200"/>
                    <p:cNvSpPr/>
                    <p:nvPr/>
                  </p:nvSpPr>
                  <p:spPr bwMode="auto">
                    <a:xfrm>
                      <a:off x="9338293" y="584541"/>
                      <a:ext cx="1516062" cy="1516062"/>
                    </a:xfrm>
                    <a:prstGeom prst="ellipse">
                      <a:avLst/>
                    </a:prstGeom>
                    <a:solidFill>
                      <a:schemeClr val="accent1">
                        <a:lumMod val="20000"/>
                        <a:lumOff val="80000"/>
                        <a:alpha val="73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02" name="Ellipse 201"/>
                    <p:cNvSpPr/>
                    <p:nvPr/>
                  </p:nvSpPr>
                  <p:spPr bwMode="auto">
                    <a:xfrm>
                      <a:off x="8985396" y="584541"/>
                      <a:ext cx="1516062" cy="1516062"/>
                    </a:xfrm>
                    <a:prstGeom prst="ellipse">
                      <a:avLst/>
                    </a:prstGeom>
                    <a:grpFill/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03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340674" y="605972"/>
                      <a:ext cx="1166813" cy="1473200"/>
                    </a:xfrm>
                    <a:custGeom>
                      <a:avLst/>
                      <a:gdLst>
                        <a:gd name="T0" fmla="*/ 311 w 311"/>
                        <a:gd name="T1" fmla="*/ 196 h 393"/>
                        <a:gd name="T2" fmla="*/ 156 w 311"/>
                        <a:gd name="T3" fmla="*/ 0 h 393"/>
                        <a:gd name="T4" fmla="*/ 0 w 311"/>
                        <a:gd name="T5" fmla="*/ 196 h 393"/>
                        <a:gd name="T6" fmla="*/ 156 w 311"/>
                        <a:gd name="T7" fmla="*/ 393 h 393"/>
                        <a:gd name="T8" fmla="*/ 311 w 311"/>
                        <a:gd name="T9" fmla="*/ 196 h 3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1" h="393">
                          <a:moveTo>
                            <a:pt x="311" y="196"/>
                          </a:moveTo>
                          <a:cubicBezTo>
                            <a:pt x="311" y="101"/>
                            <a:pt x="245" y="21"/>
                            <a:pt x="156" y="0"/>
                          </a:cubicBezTo>
                          <a:cubicBezTo>
                            <a:pt x="67" y="21"/>
                            <a:pt x="0" y="101"/>
                            <a:pt x="0" y="196"/>
                          </a:cubicBezTo>
                          <a:cubicBezTo>
                            <a:pt x="0" y="292"/>
                            <a:pt x="67" y="372"/>
                            <a:pt x="156" y="393"/>
                          </a:cubicBezTo>
                          <a:cubicBezTo>
                            <a:pt x="245" y="372"/>
                            <a:pt x="311" y="292"/>
                            <a:pt x="311" y="196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40000"/>
                        <a:lumOff val="60000"/>
                        <a:alpha val="53000"/>
                      </a:scheme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algn="ctr"/>
                      <a:r>
                        <a:rPr lang="de-DE" sz="2000" b="1" dirty="0" smtClean="0">
                          <a:solidFill>
                            <a:schemeClr val="bg1"/>
                          </a:solidFill>
                        </a:rPr>
                        <a:t>A</a:t>
                      </a:r>
                      <a:endParaRPr lang="de-DE" sz="2000" b="1" dirty="0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215" name="Gruppieren 214"/>
                <p:cNvGrpSpPr/>
                <p:nvPr/>
              </p:nvGrpSpPr>
              <p:grpSpPr>
                <a:xfrm>
                  <a:off x="5839626" y="4753661"/>
                  <a:ext cx="1570478" cy="950837"/>
                  <a:chOff x="5839626" y="4753661"/>
                  <a:chExt cx="1570478" cy="950837"/>
                </a:xfrm>
              </p:grpSpPr>
              <p:sp>
                <p:nvSpPr>
                  <p:cNvPr id="189" name="Rechteck 188"/>
                  <p:cNvSpPr/>
                  <p:nvPr/>
                </p:nvSpPr>
                <p:spPr bwMode="gray">
                  <a:xfrm>
                    <a:off x="6067342" y="4923130"/>
                    <a:ext cx="1342762" cy="78136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pPr lvl="0"/>
                    <a:r>
                      <a:rPr lang="en-US" sz="1600" dirty="0" smtClean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1600" b="1" dirty="0" smtClean="0">
                        <a:solidFill>
                          <a:srgbClr val="FFFFFF"/>
                        </a:solidFill>
                      </a:rPr>
                      <a:t> C</a:t>
                    </a:r>
                    <a:endParaRPr lang="en-US" sz="1600" b="1" dirty="0">
                      <a:solidFill>
                        <a:srgbClr val="FFFFFF"/>
                      </a:solidFill>
                    </a:endParaRPr>
                  </a:p>
                  <a:p>
                    <a:pPr lvl="0"/>
                    <a:r>
                      <a:rPr lang="en-US" sz="1000" dirty="0">
                        <a:solidFill>
                          <a:schemeClr val="bg1"/>
                        </a:solidFill>
                      </a:rPr>
                      <a:t>Replace this text with your own information. </a:t>
                    </a:r>
                  </a:p>
                </p:txBody>
              </p:sp>
              <p:grpSp>
                <p:nvGrpSpPr>
                  <p:cNvPr id="193" name="Gruppieren 192"/>
                  <p:cNvGrpSpPr>
                    <a:grpSpLocks noChangeAspect="1"/>
                  </p:cNvGrpSpPr>
                  <p:nvPr/>
                </p:nvGrpSpPr>
                <p:grpSpPr>
                  <a:xfrm>
                    <a:off x="5839626" y="4753661"/>
                    <a:ext cx="457567" cy="371169"/>
                    <a:chOff x="8985396" y="584541"/>
                    <a:chExt cx="1868959" cy="1516062"/>
                  </a:xfrm>
                  <a:solidFill>
                    <a:schemeClr val="accent1">
                      <a:lumMod val="20000"/>
                      <a:lumOff val="80000"/>
                    </a:schemeClr>
                  </a:solidFill>
                </p:grpSpPr>
                <p:sp>
                  <p:nvSpPr>
                    <p:cNvPr id="198" name="Ellipse 197"/>
                    <p:cNvSpPr/>
                    <p:nvPr/>
                  </p:nvSpPr>
                  <p:spPr bwMode="auto">
                    <a:xfrm>
                      <a:off x="9338293" y="584541"/>
                      <a:ext cx="1516062" cy="1516062"/>
                    </a:xfrm>
                    <a:prstGeom prst="ellipse">
                      <a:avLst/>
                    </a:prstGeom>
                    <a:solidFill>
                      <a:schemeClr val="accent1">
                        <a:lumMod val="20000"/>
                        <a:lumOff val="80000"/>
                        <a:alpha val="73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" name="Ellipse 198"/>
                    <p:cNvSpPr/>
                    <p:nvPr/>
                  </p:nvSpPr>
                  <p:spPr bwMode="auto">
                    <a:xfrm>
                      <a:off x="8985396" y="584541"/>
                      <a:ext cx="1516062" cy="1516062"/>
                    </a:xfrm>
                    <a:prstGeom prst="ellipse">
                      <a:avLst/>
                    </a:prstGeom>
                    <a:grpFill/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00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340674" y="605972"/>
                      <a:ext cx="1166813" cy="1473200"/>
                    </a:xfrm>
                    <a:custGeom>
                      <a:avLst/>
                      <a:gdLst>
                        <a:gd name="T0" fmla="*/ 311 w 311"/>
                        <a:gd name="T1" fmla="*/ 196 h 393"/>
                        <a:gd name="T2" fmla="*/ 156 w 311"/>
                        <a:gd name="T3" fmla="*/ 0 h 393"/>
                        <a:gd name="T4" fmla="*/ 0 w 311"/>
                        <a:gd name="T5" fmla="*/ 196 h 393"/>
                        <a:gd name="T6" fmla="*/ 156 w 311"/>
                        <a:gd name="T7" fmla="*/ 393 h 393"/>
                        <a:gd name="T8" fmla="*/ 311 w 311"/>
                        <a:gd name="T9" fmla="*/ 196 h 3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1" h="393">
                          <a:moveTo>
                            <a:pt x="311" y="196"/>
                          </a:moveTo>
                          <a:cubicBezTo>
                            <a:pt x="311" y="101"/>
                            <a:pt x="245" y="21"/>
                            <a:pt x="156" y="0"/>
                          </a:cubicBezTo>
                          <a:cubicBezTo>
                            <a:pt x="67" y="21"/>
                            <a:pt x="0" y="101"/>
                            <a:pt x="0" y="196"/>
                          </a:cubicBezTo>
                          <a:cubicBezTo>
                            <a:pt x="0" y="292"/>
                            <a:pt x="67" y="372"/>
                            <a:pt x="156" y="393"/>
                          </a:cubicBezTo>
                          <a:cubicBezTo>
                            <a:pt x="245" y="372"/>
                            <a:pt x="311" y="292"/>
                            <a:pt x="311" y="196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40000"/>
                        <a:lumOff val="60000"/>
                        <a:alpha val="53000"/>
                      </a:scheme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algn="ctr"/>
                      <a:r>
                        <a:rPr lang="de-DE" b="1" dirty="0" smtClean="0">
                          <a:solidFill>
                            <a:schemeClr val="bg1"/>
                          </a:solidFill>
                        </a:rPr>
                        <a:t>C</a:t>
                      </a:r>
                      <a:endParaRPr lang="de-DE" b="1" dirty="0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216" name="Gruppieren 215"/>
                <p:cNvGrpSpPr/>
                <p:nvPr/>
              </p:nvGrpSpPr>
              <p:grpSpPr>
                <a:xfrm>
                  <a:off x="5222002" y="5781324"/>
                  <a:ext cx="1661887" cy="961675"/>
                  <a:chOff x="5222002" y="5781324"/>
                  <a:chExt cx="1661887" cy="961675"/>
                </a:xfrm>
              </p:grpSpPr>
              <p:sp>
                <p:nvSpPr>
                  <p:cNvPr id="190" name="Rechteck 189"/>
                  <p:cNvSpPr/>
                  <p:nvPr/>
                </p:nvSpPr>
                <p:spPr bwMode="gray">
                  <a:xfrm>
                    <a:off x="5555444" y="6012288"/>
                    <a:ext cx="1328445" cy="730711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pPr lvl="0"/>
                    <a:r>
                      <a:rPr lang="en-US" dirty="0" smtClean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b="1" dirty="0" smtClean="0">
                        <a:solidFill>
                          <a:srgbClr val="FFFFFF"/>
                        </a:solidFill>
                      </a:rPr>
                      <a:t> D</a:t>
                    </a:r>
                    <a:endParaRPr lang="en-US" b="1" dirty="0">
                      <a:solidFill>
                        <a:srgbClr val="FFFFFF"/>
                      </a:solidFill>
                    </a:endParaRPr>
                  </a:p>
                  <a:p>
                    <a:pPr lvl="0"/>
                    <a:r>
                      <a:rPr lang="en-US" sz="1000" dirty="0">
                        <a:solidFill>
                          <a:schemeClr val="bg1"/>
                        </a:solidFill>
                      </a:rPr>
                      <a:t>Replace this text with your own information. </a:t>
                    </a:r>
                  </a:p>
                </p:txBody>
              </p:sp>
              <p:grpSp>
                <p:nvGrpSpPr>
                  <p:cNvPr id="194" name="Gruppieren 193"/>
                  <p:cNvGrpSpPr>
                    <a:grpSpLocks noChangeAspect="1"/>
                  </p:cNvGrpSpPr>
                  <p:nvPr/>
                </p:nvGrpSpPr>
                <p:grpSpPr>
                  <a:xfrm>
                    <a:off x="5222002" y="5781324"/>
                    <a:ext cx="497336" cy="403429"/>
                    <a:chOff x="8985396" y="584541"/>
                    <a:chExt cx="1868959" cy="1516062"/>
                  </a:xfrm>
                  <a:solidFill>
                    <a:schemeClr val="accent1">
                      <a:lumMod val="20000"/>
                      <a:lumOff val="80000"/>
                    </a:schemeClr>
                  </a:solidFill>
                </p:grpSpPr>
                <p:sp>
                  <p:nvSpPr>
                    <p:cNvPr id="195" name="Ellipse 194"/>
                    <p:cNvSpPr/>
                    <p:nvPr/>
                  </p:nvSpPr>
                  <p:spPr bwMode="auto">
                    <a:xfrm>
                      <a:off x="9338293" y="584541"/>
                      <a:ext cx="1516062" cy="1516062"/>
                    </a:xfrm>
                    <a:prstGeom prst="ellipse">
                      <a:avLst/>
                    </a:prstGeom>
                    <a:solidFill>
                      <a:schemeClr val="accent1">
                        <a:lumMod val="20000"/>
                        <a:lumOff val="80000"/>
                        <a:alpha val="73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6" name="Ellipse 195"/>
                    <p:cNvSpPr/>
                    <p:nvPr/>
                  </p:nvSpPr>
                  <p:spPr bwMode="auto">
                    <a:xfrm>
                      <a:off x="8985396" y="584541"/>
                      <a:ext cx="1516062" cy="1516062"/>
                    </a:xfrm>
                    <a:prstGeom prst="ellipse">
                      <a:avLst/>
                    </a:prstGeom>
                    <a:grpFill/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340674" y="605972"/>
                      <a:ext cx="1166813" cy="1473200"/>
                    </a:xfrm>
                    <a:custGeom>
                      <a:avLst/>
                      <a:gdLst>
                        <a:gd name="T0" fmla="*/ 311 w 311"/>
                        <a:gd name="T1" fmla="*/ 196 h 393"/>
                        <a:gd name="T2" fmla="*/ 156 w 311"/>
                        <a:gd name="T3" fmla="*/ 0 h 393"/>
                        <a:gd name="T4" fmla="*/ 0 w 311"/>
                        <a:gd name="T5" fmla="*/ 196 h 393"/>
                        <a:gd name="T6" fmla="*/ 156 w 311"/>
                        <a:gd name="T7" fmla="*/ 393 h 393"/>
                        <a:gd name="T8" fmla="*/ 311 w 311"/>
                        <a:gd name="T9" fmla="*/ 196 h 3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1" h="393">
                          <a:moveTo>
                            <a:pt x="311" y="196"/>
                          </a:moveTo>
                          <a:cubicBezTo>
                            <a:pt x="311" y="101"/>
                            <a:pt x="245" y="21"/>
                            <a:pt x="156" y="0"/>
                          </a:cubicBezTo>
                          <a:cubicBezTo>
                            <a:pt x="67" y="21"/>
                            <a:pt x="0" y="101"/>
                            <a:pt x="0" y="196"/>
                          </a:cubicBezTo>
                          <a:cubicBezTo>
                            <a:pt x="0" y="292"/>
                            <a:pt x="67" y="372"/>
                            <a:pt x="156" y="393"/>
                          </a:cubicBezTo>
                          <a:cubicBezTo>
                            <a:pt x="245" y="372"/>
                            <a:pt x="311" y="292"/>
                            <a:pt x="311" y="196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40000"/>
                        <a:lumOff val="60000"/>
                        <a:alpha val="53000"/>
                      </a:scheme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algn="ctr"/>
                      <a:r>
                        <a:rPr lang="de-DE" sz="2000" b="1" dirty="0" smtClean="0">
                          <a:solidFill>
                            <a:schemeClr val="bg1"/>
                          </a:solidFill>
                        </a:rPr>
                        <a:t>D</a:t>
                      </a:r>
                      <a:endParaRPr lang="de-DE" sz="2000" b="1" dirty="0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212" name="Gruppieren 211"/>
                <p:cNvGrpSpPr/>
                <p:nvPr/>
              </p:nvGrpSpPr>
              <p:grpSpPr>
                <a:xfrm>
                  <a:off x="1411846" y="2194562"/>
                  <a:ext cx="4425670" cy="4156161"/>
                  <a:chOff x="1411846" y="2194562"/>
                  <a:chExt cx="4425670" cy="4156161"/>
                </a:xfrm>
              </p:grpSpPr>
              <p:grpSp>
                <p:nvGrpSpPr>
                  <p:cNvPr id="210" name="Gruppieren 209"/>
                  <p:cNvGrpSpPr/>
                  <p:nvPr/>
                </p:nvGrpSpPr>
                <p:grpSpPr>
                  <a:xfrm>
                    <a:off x="1411846" y="2294755"/>
                    <a:ext cx="3835220" cy="4055968"/>
                    <a:chOff x="1411846" y="2294755"/>
                    <a:chExt cx="3835220" cy="4055968"/>
                  </a:xfrm>
                </p:grpSpPr>
                <p:sp>
                  <p:nvSpPr>
                    <p:cNvPr id="183" name="Rechteck 95"/>
                    <p:cNvSpPr/>
                    <p:nvPr/>
                  </p:nvSpPr>
                  <p:spPr bwMode="auto">
                    <a:xfrm rot="19940117">
                      <a:off x="1411846" y="4929805"/>
                      <a:ext cx="3283867" cy="120590"/>
                    </a:xfrm>
                    <a:custGeom>
                      <a:avLst/>
                      <a:gdLst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95569 h 95569"/>
                        <a:gd name="connsiteX4" fmla="*/ 0 w 3762839"/>
                        <a:gd name="connsiteY4" fmla="*/ 0 h 95569"/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0 h 9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839" h="95569">
                          <a:moveTo>
                            <a:pt x="0" y="0"/>
                          </a:moveTo>
                          <a:lnTo>
                            <a:pt x="3762839" y="0"/>
                          </a:lnTo>
                          <a:lnTo>
                            <a:pt x="3762839" y="9556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1">
                        <a:lumMod val="50000"/>
                        <a:alpha val="4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84" name="Rechteck 95"/>
                    <p:cNvSpPr/>
                    <p:nvPr/>
                  </p:nvSpPr>
                  <p:spPr bwMode="auto">
                    <a:xfrm rot="21004267">
                      <a:off x="1483347" y="5405980"/>
                      <a:ext cx="3763719" cy="45719"/>
                    </a:xfrm>
                    <a:custGeom>
                      <a:avLst/>
                      <a:gdLst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95569 h 95569"/>
                        <a:gd name="connsiteX4" fmla="*/ 0 w 3762839"/>
                        <a:gd name="connsiteY4" fmla="*/ 0 h 95569"/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0 h 9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839" h="95569">
                          <a:moveTo>
                            <a:pt x="0" y="0"/>
                          </a:moveTo>
                          <a:lnTo>
                            <a:pt x="3762839" y="0"/>
                          </a:lnTo>
                          <a:lnTo>
                            <a:pt x="3762839" y="9556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  <a:alpha val="6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85" name="Rechteck 95"/>
                    <p:cNvSpPr/>
                    <p:nvPr/>
                  </p:nvSpPr>
                  <p:spPr bwMode="auto">
                    <a:xfrm rot="263511">
                      <a:off x="1921335" y="5767316"/>
                      <a:ext cx="2439409" cy="45719"/>
                    </a:xfrm>
                    <a:custGeom>
                      <a:avLst/>
                      <a:gdLst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95569 h 95569"/>
                        <a:gd name="connsiteX4" fmla="*/ 0 w 3762839"/>
                        <a:gd name="connsiteY4" fmla="*/ 0 h 95569"/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0 h 9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839" h="95569">
                          <a:moveTo>
                            <a:pt x="0" y="0"/>
                          </a:moveTo>
                          <a:lnTo>
                            <a:pt x="3762839" y="0"/>
                          </a:lnTo>
                          <a:lnTo>
                            <a:pt x="3762839" y="9556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1">
                        <a:lumMod val="50000"/>
                        <a:alpha val="36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86" name="Rechteck 95"/>
                    <p:cNvSpPr/>
                    <p:nvPr/>
                  </p:nvSpPr>
                  <p:spPr bwMode="auto">
                    <a:xfrm rot="18517837">
                      <a:off x="775927" y="4299879"/>
                      <a:ext cx="4055968" cy="45719"/>
                    </a:xfrm>
                    <a:custGeom>
                      <a:avLst/>
                      <a:gdLst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95569 h 95569"/>
                        <a:gd name="connsiteX4" fmla="*/ 0 w 3762839"/>
                        <a:gd name="connsiteY4" fmla="*/ 0 h 95569"/>
                        <a:gd name="connsiteX0" fmla="*/ 0 w 3762839"/>
                        <a:gd name="connsiteY0" fmla="*/ 0 h 95569"/>
                        <a:gd name="connsiteX1" fmla="*/ 3762839 w 3762839"/>
                        <a:gd name="connsiteY1" fmla="*/ 0 h 95569"/>
                        <a:gd name="connsiteX2" fmla="*/ 3762839 w 3762839"/>
                        <a:gd name="connsiteY2" fmla="*/ 95569 h 95569"/>
                        <a:gd name="connsiteX3" fmla="*/ 0 w 3762839"/>
                        <a:gd name="connsiteY3" fmla="*/ 0 h 9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839" h="95569">
                          <a:moveTo>
                            <a:pt x="0" y="0"/>
                          </a:moveTo>
                          <a:lnTo>
                            <a:pt x="3762839" y="0"/>
                          </a:lnTo>
                          <a:lnTo>
                            <a:pt x="3762839" y="9556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  <a:alpha val="4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grpSp>
                <p:nvGrpSpPr>
                  <p:cNvPr id="211" name="Gruppieren 210"/>
                  <p:cNvGrpSpPr/>
                  <p:nvPr/>
                </p:nvGrpSpPr>
                <p:grpSpPr>
                  <a:xfrm>
                    <a:off x="4058229" y="2194562"/>
                    <a:ext cx="1779287" cy="4015900"/>
                    <a:chOff x="4058229" y="2194562"/>
                    <a:chExt cx="1779287" cy="4015900"/>
                  </a:xfrm>
                </p:grpSpPr>
                <p:sp>
                  <p:nvSpPr>
                    <p:cNvPr id="178" name="Freeform 6"/>
                    <p:cNvSpPr>
                      <a:spLocks/>
                    </p:cNvSpPr>
                    <p:nvPr/>
                  </p:nvSpPr>
                  <p:spPr bwMode="auto">
                    <a:xfrm rot="18816058">
                      <a:off x="4006830" y="2245961"/>
                      <a:ext cx="600094" cy="497296"/>
                    </a:xfrm>
                    <a:custGeom>
                      <a:avLst/>
                      <a:gdLst>
                        <a:gd name="T0" fmla="*/ 163 w 264"/>
                        <a:gd name="T1" fmla="*/ 88 h 219"/>
                        <a:gd name="T2" fmla="*/ 95 w 264"/>
                        <a:gd name="T3" fmla="*/ 0 h 219"/>
                        <a:gd name="T4" fmla="*/ 76 w 264"/>
                        <a:gd name="T5" fmla="*/ 0 h 219"/>
                        <a:gd name="T6" fmla="*/ 111 w 264"/>
                        <a:gd name="T7" fmla="*/ 92 h 219"/>
                        <a:gd name="T8" fmla="*/ 39 w 264"/>
                        <a:gd name="T9" fmla="*/ 98 h 219"/>
                        <a:gd name="T10" fmla="*/ 13 w 264"/>
                        <a:gd name="T11" fmla="*/ 72 h 219"/>
                        <a:gd name="T12" fmla="*/ 0 w 264"/>
                        <a:gd name="T13" fmla="*/ 72 h 219"/>
                        <a:gd name="T14" fmla="*/ 11 w 264"/>
                        <a:gd name="T15" fmla="*/ 110 h 219"/>
                        <a:gd name="T16" fmla="*/ 0 w 264"/>
                        <a:gd name="T17" fmla="*/ 147 h 219"/>
                        <a:gd name="T18" fmla="*/ 13 w 264"/>
                        <a:gd name="T19" fmla="*/ 147 h 219"/>
                        <a:gd name="T20" fmla="*/ 39 w 264"/>
                        <a:gd name="T21" fmla="*/ 121 h 219"/>
                        <a:gd name="T22" fmla="*/ 111 w 264"/>
                        <a:gd name="T23" fmla="*/ 127 h 219"/>
                        <a:gd name="T24" fmla="*/ 76 w 264"/>
                        <a:gd name="T25" fmla="*/ 219 h 219"/>
                        <a:gd name="T26" fmla="*/ 95 w 264"/>
                        <a:gd name="T27" fmla="*/ 219 h 219"/>
                        <a:gd name="T28" fmla="*/ 163 w 264"/>
                        <a:gd name="T29" fmla="*/ 132 h 219"/>
                        <a:gd name="T30" fmla="*/ 264 w 264"/>
                        <a:gd name="T31" fmla="*/ 110 h 219"/>
                        <a:gd name="T32" fmla="*/ 163 w 264"/>
                        <a:gd name="T33" fmla="*/ 88 h 2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264" h="219">
                          <a:moveTo>
                            <a:pt x="163" y="88"/>
                          </a:moveTo>
                          <a:cubicBezTo>
                            <a:pt x="95" y="0"/>
                            <a:pt x="95" y="0"/>
                            <a:pt x="95" y="0"/>
                          </a:cubicBezTo>
                          <a:cubicBezTo>
                            <a:pt x="76" y="0"/>
                            <a:pt x="76" y="0"/>
                            <a:pt x="76" y="0"/>
                          </a:cubicBezTo>
                          <a:cubicBezTo>
                            <a:pt x="111" y="92"/>
                            <a:pt x="111" y="92"/>
                            <a:pt x="111" y="92"/>
                          </a:cubicBezTo>
                          <a:cubicBezTo>
                            <a:pt x="39" y="98"/>
                            <a:pt x="39" y="98"/>
                            <a:pt x="39" y="98"/>
                          </a:cubicBezTo>
                          <a:cubicBezTo>
                            <a:pt x="13" y="72"/>
                            <a:pt x="13" y="72"/>
                            <a:pt x="13" y="72"/>
                          </a:cubicBezTo>
                          <a:cubicBezTo>
                            <a:pt x="0" y="72"/>
                            <a:pt x="0" y="72"/>
                            <a:pt x="0" y="72"/>
                          </a:cubicBezTo>
                          <a:cubicBezTo>
                            <a:pt x="11" y="110"/>
                            <a:pt x="11" y="110"/>
                            <a:pt x="11" y="110"/>
                          </a:cubicBezTo>
                          <a:cubicBezTo>
                            <a:pt x="0" y="147"/>
                            <a:pt x="0" y="147"/>
                            <a:pt x="0" y="147"/>
                          </a:cubicBezTo>
                          <a:cubicBezTo>
                            <a:pt x="13" y="147"/>
                            <a:pt x="13" y="147"/>
                            <a:pt x="13" y="147"/>
                          </a:cubicBezTo>
                          <a:cubicBezTo>
                            <a:pt x="39" y="121"/>
                            <a:pt x="39" y="121"/>
                            <a:pt x="39" y="121"/>
                          </a:cubicBezTo>
                          <a:cubicBezTo>
                            <a:pt x="111" y="127"/>
                            <a:pt x="111" y="127"/>
                            <a:pt x="111" y="127"/>
                          </a:cubicBezTo>
                          <a:cubicBezTo>
                            <a:pt x="76" y="219"/>
                            <a:pt x="76" y="219"/>
                            <a:pt x="76" y="219"/>
                          </a:cubicBezTo>
                          <a:cubicBezTo>
                            <a:pt x="95" y="219"/>
                            <a:pt x="95" y="219"/>
                            <a:pt x="95" y="219"/>
                          </a:cubicBezTo>
                          <a:cubicBezTo>
                            <a:pt x="163" y="132"/>
                            <a:pt x="163" y="132"/>
                            <a:pt x="163" y="132"/>
                          </a:cubicBezTo>
                          <a:cubicBezTo>
                            <a:pt x="239" y="134"/>
                            <a:pt x="264" y="110"/>
                            <a:pt x="264" y="110"/>
                          </a:cubicBezTo>
                          <a:cubicBezTo>
                            <a:pt x="264" y="110"/>
                            <a:pt x="239" y="85"/>
                            <a:pt x="163" y="88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6"/>
                    <p:cNvSpPr>
                      <a:spLocks/>
                    </p:cNvSpPr>
                    <p:nvPr/>
                  </p:nvSpPr>
                  <p:spPr bwMode="auto">
                    <a:xfrm rot="20968253">
                      <a:off x="5251584" y="4827556"/>
                      <a:ext cx="531099" cy="440121"/>
                    </a:xfrm>
                    <a:custGeom>
                      <a:avLst/>
                      <a:gdLst>
                        <a:gd name="T0" fmla="*/ 163 w 264"/>
                        <a:gd name="T1" fmla="*/ 88 h 219"/>
                        <a:gd name="T2" fmla="*/ 95 w 264"/>
                        <a:gd name="T3" fmla="*/ 0 h 219"/>
                        <a:gd name="T4" fmla="*/ 76 w 264"/>
                        <a:gd name="T5" fmla="*/ 0 h 219"/>
                        <a:gd name="T6" fmla="*/ 111 w 264"/>
                        <a:gd name="T7" fmla="*/ 92 h 219"/>
                        <a:gd name="T8" fmla="*/ 39 w 264"/>
                        <a:gd name="T9" fmla="*/ 98 h 219"/>
                        <a:gd name="T10" fmla="*/ 13 w 264"/>
                        <a:gd name="T11" fmla="*/ 72 h 219"/>
                        <a:gd name="T12" fmla="*/ 0 w 264"/>
                        <a:gd name="T13" fmla="*/ 72 h 219"/>
                        <a:gd name="T14" fmla="*/ 11 w 264"/>
                        <a:gd name="T15" fmla="*/ 110 h 219"/>
                        <a:gd name="T16" fmla="*/ 0 w 264"/>
                        <a:gd name="T17" fmla="*/ 147 h 219"/>
                        <a:gd name="T18" fmla="*/ 13 w 264"/>
                        <a:gd name="T19" fmla="*/ 147 h 219"/>
                        <a:gd name="T20" fmla="*/ 39 w 264"/>
                        <a:gd name="T21" fmla="*/ 121 h 219"/>
                        <a:gd name="T22" fmla="*/ 111 w 264"/>
                        <a:gd name="T23" fmla="*/ 127 h 219"/>
                        <a:gd name="T24" fmla="*/ 76 w 264"/>
                        <a:gd name="T25" fmla="*/ 219 h 219"/>
                        <a:gd name="T26" fmla="*/ 95 w 264"/>
                        <a:gd name="T27" fmla="*/ 219 h 219"/>
                        <a:gd name="T28" fmla="*/ 163 w 264"/>
                        <a:gd name="T29" fmla="*/ 132 h 219"/>
                        <a:gd name="T30" fmla="*/ 264 w 264"/>
                        <a:gd name="T31" fmla="*/ 110 h 219"/>
                        <a:gd name="T32" fmla="*/ 163 w 264"/>
                        <a:gd name="T33" fmla="*/ 88 h 2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264" h="219">
                          <a:moveTo>
                            <a:pt x="163" y="88"/>
                          </a:moveTo>
                          <a:cubicBezTo>
                            <a:pt x="95" y="0"/>
                            <a:pt x="95" y="0"/>
                            <a:pt x="95" y="0"/>
                          </a:cubicBezTo>
                          <a:cubicBezTo>
                            <a:pt x="76" y="0"/>
                            <a:pt x="76" y="0"/>
                            <a:pt x="76" y="0"/>
                          </a:cubicBezTo>
                          <a:cubicBezTo>
                            <a:pt x="111" y="92"/>
                            <a:pt x="111" y="92"/>
                            <a:pt x="111" y="92"/>
                          </a:cubicBezTo>
                          <a:cubicBezTo>
                            <a:pt x="39" y="98"/>
                            <a:pt x="39" y="98"/>
                            <a:pt x="39" y="98"/>
                          </a:cubicBezTo>
                          <a:cubicBezTo>
                            <a:pt x="13" y="72"/>
                            <a:pt x="13" y="72"/>
                            <a:pt x="13" y="72"/>
                          </a:cubicBezTo>
                          <a:cubicBezTo>
                            <a:pt x="0" y="72"/>
                            <a:pt x="0" y="72"/>
                            <a:pt x="0" y="72"/>
                          </a:cubicBezTo>
                          <a:cubicBezTo>
                            <a:pt x="11" y="110"/>
                            <a:pt x="11" y="110"/>
                            <a:pt x="11" y="110"/>
                          </a:cubicBezTo>
                          <a:cubicBezTo>
                            <a:pt x="0" y="147"/>
                            <a:pt x="0" y="147"/>
                            <a:pt x="0" y="147"/>
                          </a:cubicBezTo>
                          <a:cubicBezTo>
                            <a:pt x="13" y="147"/>
                            <a:pt x="13" y="147"/>
                            <a:pt x="13" y="147"/>
                          </a:cubicBezTo>
                          <a:cubicBezTo>
                            <a:pt x="39" y="121"/>
                            <a:pt x="39" y="121"/>
                            <a:pt x="39" y="121"/>
                          </a:cubicBezTo>
                          <a:cubicBezTo>
                            <a:pt x="111" y="127"/>
                            <a:pt x="111" y="127"/>
                            <a:pt x="111" y="127"/>
                          </a:cubicBezTo>
                          <a:cubicBezTo>
                            <a:pt x="76" y="219"/>
                            <a:pt x="76" y="219"/>
                            <a:pt x="76" y="219"/>
                          </a:cubicBezTo>
                          <a:cubicBezTo>
                            <a:pt x="95" y="219"/>
                            <a:pt x="95" y="219"/>
                            <a:pt x="95" y="219"/>
                          </a:cubicBezTo>
                          <a:cubicBezTo>
                            <a:pt x="163" y="132"/>
                            <a:pt x="163" y="132"/>
                            <a:pt x="163" y="132"/>
                          </a:cubicBezTo>
                          <a:cubicBezTo>
                            <a:pt x="239" y="134"/>
                            <a:pt x="264" y="110"/>
                            <a:pt x="264" y="110"/>
                          </a:cubicBezTo>
                          <a:cubicBezTo>
                            <a:pt x="264" y="110"/>
                            <a:pt x="239" y="85"/>
                            <a:pt x="163" y="88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0" name="Freeform 6"/>
                    <p:cNvSpPr>
                      <a:spLocks/>
                    </p:cNvSpPr>
                    <p:nvPr/>
                  </p:nvSpPr>
                  <p:spPr bwMode="auto">
                    <a:xfrm rot="317652">
                      <a:off x="4402326" y="5620017"/>
                      <a:ext cx="712497" cy="590445"/>
                    </a:xfrm>
                    <a:custGeom>
                      <a:avLst/>
                      <a:gdLst>
                        <a:gd name="T0" fmla="*/ 163 w 264"/>
                        <a:gd name="T1" fmla="*/ 88 h 219"/>
                        <a:gd name="T2" fmla="*/ 95 w 264"/>
                        <a:gd name="T3" fmla="*/ 0 h 219"/>
                        <a:gd name="T4" fmla="*/ 76 w 264"/>
                        <a:gd name="T5" fmla="*/ 0 h 219"/>
                        <a:gd name="T6" fmla="*/ 111 w 264"/>
                        <a:gd name="T7" fmla="*/ 92 h 219"/>
                        <a:gd name="T8" fmla="*/ 39 w 264"/>
                        <a:gd name="T9" fmla="*/ 98 h 219"/>
                        <a:gd name="T10" fmla="*/ 13 w 264"/>
                        <a:gd name="T11" fmla="*/ 72 h 219"/>
                        <a:gd name="T12" fmla="*/ 0 w 264"/>
                        <a:gd name="T13" fmla="*/ 72 h 219"/>
                        <a:gd name="T14" fmla="*/ 11 w 264"/>
                        <a:gd name="T15" fmla="*/ 110 h 219"/>
                        <a:gd name="T16" fmla="*/ 0 w 264"/>
                        <a:gd name="T17" fmla="*/ 147 h 219"/>
                        <a:gd name="T18" fmla="*/ 13 w 264"/>
                        <a:gd name="T19" fmla="*/ 147 h 219"/>
                        <a:gd name="T20" fmla="*/ 39 w 264"/>
                        <a:gd name="T21" fmla="*/ 121 h 219"/>
                        <a:gd name="T22" fmla="*/ 111 w 264"/>
                        <a:gd name="T23" fmla="*/ 127 h 219"/>
                        <a:gd name="T24" fmla="*/ 76 w 264"/>
                        <a:gd name="T25" fmla="*/ 219 h 219"/>
                        <a:gd name="T26" fmla="*/ 95 w 264"/>
                        <a:gd name="T27" fmla="*/ 219 h 219"/>
                        <a:gd name="T28" fmla="*/ 163 w 264"/>
                        <a:gd name="T29" fmla="*/ 132 h 219"/>
                        <a:gd name="T30" fmla="*/ 264 w 264"/>
                        <a:gd name="T31" fmla="*/ 110 h 219"/>
                        <a:gd name="T32" fmla="*/ 163 w 264"/>
                        <a:gd name="T33" fmla="*/ 88 h 2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264" h="219">
                          <a:moveTo>
                            <a:pt x="163" y="88"/>
                          </a:moveTo>
                          <a:cubicBezTo>
                            <a:pt x="95" y="0"/>
                            <a:pt x="95" y="0"/>
                            <a:pt x="95" y="0"/>
                          </a:cubicBezTo>
                          <a:cubicBezTo>
                            <a:pt x="76" y="0"/>
                            <a:pt x="76" y="0"/>
                            <a:pt x="76" y="0"/>
                          </a:cubicBezTo>
                          <a:cubicBezTo>
                            <a:pt x="111" y="92"/>
                            <a:pt x="111" y="92"/>
                            <a:pt x="111" y="92"/>
                          </a:cubicBezTo>
                          <a:cubicBezTo>
                            <a:pt x="39" y="98"/>
                            <a:pt x="39" y="98"/>
                            <a:pt x="39" y="98"/>
                          </a:cubicBezTo>
                          <a:cubicBezTo>
                            <a:pt x="13" y="72"/>
                            <a:pt x="13" y="72"/>
                            <a:pt x="13" y="72"/>
                          </a:cubicBezTo>
                          <a:cubicBezTo>
                            <a:pt x="0" y="72"/>
                            <a:pt x="0" y="72"/>
                            <a:pt x="0" y="72"/>
                          </a:cubicBezTo>
                          <a:cubicBezTo>
                            <a:pt x="11" y="110"/>
                            <a:pt x="11" y="110"/>
                            <a:pt x="11" y="110"/>
                          </a:cubicBezTo>
                          <a:cubicBezTo>
                            <a:pt x="0" y="147"/>
                            <a:pt x="0" y="147"/>
                            <a:pt x="0" y="147"/>
                          </a:cubicBezTo>
                          <a:cubicBezTo>
                            <a:pt x="13" y="147"/>
                            <a:pt x="13" y="147"/>
                            <a:pt x="13" y="147"/>
                          </a:cubicBezTo>
                          <a:cubicBezTo>
                            <a:pt x="39" y="121"/>
                            <a:pt x="39" y="121"/>
                            <a:pt x="39" y="121"/>
                          </a:cubicBezTo>
                          <a:cubicBezTo>
                            <a:pt x="111" y="127"/>
                            <a:pt x="111" y="127"/>
                            <a:pt x="111" y="127"/>
                          </a:cubicBezTo>
                          <a:cubicBezTo>
                            <a:pt x="76" y="219"/>
                            <a:pt x="76" y="219"/>
                            <a:pt x="76" y="219"/>
                          </a:cubicBezTo>
                          <a:cubicBezTo>
                            <a:pt x="95" y="219"/>
                            <a:pt x="95" y="219"/>
                            <a:pt x="95" y="219"/>
                          </a:cubicBezTo>
                          <a:cubicBezTo>
                            <a:pt x="163" y="132"/>
                            <a:pt x="163" y="132"/>
                            <a:pt x="163" y="132"/>
                          </a:cubicBezTo>
                          <a:cubicBezTo>
                            <a:pt x="239" y="134"/>
                            <a:pt x="264" y="110"/>
                            <a:pt x="264" y="110"/>
                          </a:cubicBezTo>
                          <a:cubicBezTo>
                            <a:pt x="264" y="110"/>
                            <a:pt x="239" y="85"/>
                            <a:pt x="163" y="88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2" name="Freeform 6"/>
                    <p:cNvSpPr>
                      <a:spLocks/>
                    </p:cNvSpPr>
                    <p:nvPr/>
                  </p:nvSpPr>
                  <p:spPr bwMode="auto">
                    <a:xfrm rot="19945268">
                      <a:off x="4440186" y="3303619"/>
                      <a:ext cx="1397330" cy="1157965"/>
                    </a:xfrm>
                    <a:custGeom>
                      <a:avLst/>
                      <a:gdLst>
                        <a:gd name="T0" fmla="*/ 163 w 264"/>
                        <a:gd name="T1" fmla="*/ 88 h 219"/>
                        <a:gd name="T2" fmla="*/ 95 w 264"/>
                        <a:gd name="T3" fmla="*/ 0 h 219"/>
                        <a:gd name="T4" fmla="*/ 76 w 264"/>
                        <a:gd name="T5" fmla="*/ 0 h 219"/>
                        <a:gd name="T6" fmla="*/ 111 w 264"/>
                        <a:gd name="T7" fmla="*/ 92 h 219"/>
                        <a:gd name="T8" fmla="*/ 39 w 264"/>
                        <a:gd name="T9" fmla="*/ 98 h 219"/>
                        <a:gd name="T10" fmla="*/ 13 w 264"/>
                        <a:gd name="T11" fmla="*/ 72 h 219"/>
                        <a:gd name="T12" fmla="*/ 0 w 264"/>
                        <a:gd name="T13" fmla="*/ 72 h 219"/>
                        <a:gd name="T14" fmla="*/ 11 w 264"/>
                        <a:gd name="T15" fmla="*/ 110 h 219"/>
                        <a:gd name="T16" fmla="*/ 0 w 264"/>
                        <a:gd name="T17" fmla="*/ 147 h 219"/>
                        <a:gd name="T18" fmla="*/ 13 w 264"/>
                        <a:gd name="T19" fmla="*/ 147 h 219"/>
                        <a:gd name="T20" fmla="*/ 39 w 264"/>
                        <a:gd name="T21" fmla="*/ 121 h 219"/>
                        <a:gd name="T22" fmla="*/ 111 w 264"/>
                        <a:gd name="T23" fmla="*/ 127 h 219"/>
                        <a:gd name="T24" fmla="*/ 76 w 264"/>
                        <a:gd name="T25" fmla="*/ 219 h 219"/>
                        <a:gd name="T26" fmla="*/ 95 w 264"/>
                        <a:gd name="T27" fmla="*/ 219 h 219"/>
                        <a:gd name="T28" fmla="*/ 163 w 264"/>
                        <a:gd name="T29" fmla="*/ 132 h 219"/>
                        <a:gd name="T30" fmla="*/ 264 w 264"/>
                        <a:gd name="T31" fmla="*/ 110 h 219"/>
                        <a:gd name="T32" fmla="*/ 163 w 264"/>
                        <a:gd name="T33" fmla="*/ 88 h 2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264" h="219">
                          <a:moveTo>
                            <a:pt x="163" y="88"/>
                          </a:moveTo>
                          <a:cubicBezTo>
                            <a:pt x="95" y="0"/>
                            <a:pt x="95" y="0"/>
                            <a:pt x="95" y="0"/>
                          </a:cubicBezTo>
                          <a:cubicBezTo>
                            <a:pt x="76" y="0"/>
                            <a:pt x="76" y="0"/>
                            <a:pt x="76" y="0"/>
                          </a:cubicBezTo>
                          <a:cubicBezTo>
                            <a:pt x="111" y="92"/>
                            <a:pt x="111" y="92"/>
                            <a:pt x="111" y="92"/>
                          </a:cubicBezTo>
                          <a:cubicBezTo>
                            <a:pt x="39" y="98"/>
                            <a:pt x="39" y="98"/>
                            <a:pt x="39" y="98"/>
                          </a:cubicBezTo>
                          <a:cubicBezTo>
                            <a:pt x="13" y="72"/>
                            <a:pt x="13" y="72"/>
                            <a:pt x="13" y="72"/>
                          </a:cubicBezTo>
                          <a:cubicBezTo>
                            <a:pt x="0" y="72"/>
                            <a:pt x="0" y="72"/>
                            <a:pt x="0" y="72"/>
                          </a:cubicBezTo>
                          <a:cubicBezTo>
                            <a:pt x="11" y="110"/>
                            <a:pt x="11" y="110"/>
                            <a:pt x="11" y="110"/>
                          </a:cubicBezTo>
                          <a:cubicBezTo>
                            <a:pt x="0" y="147"/>
                            <a:pt x="0" y="147"/>
                            <a:pt x="0" y="147"/>
                          </a:cubicBezTo>
                          <a:cubicBezTo>
                            <a:pt x="13" y="147"/>
                            <a:pt x="13" y="147"/>
                            <a:pt x="13" y="147"/>
                          </a:cubicBezTo>
                          <a:cubicBezTo>
                            <a:pt x="39" y="121"/>
                            <a:pt x="39" y="121"/>
                            <a:pt x="39" y="121"/>
                          </a:cubicBezTo>
                          <a:cubicBezTo>
                            <a:pt x="111" y="127"/>
                            <a:pt x="111" y="127"/>
                            <a:pt x="111" y="127"/>
                          </a:cubicBezTo>
                          <a:cubicBezTo>
                            <a:pt x="76" y="219"/>
                            <a:pt x="76" y="219"/>
                            <a:pt x="76" y="219"/>
                          </a:cubicBezTo>
                          <a:cubicBezTo>
                            <a:pt x="95" y="219"/>
                            <a:pt x="95" y="219"/>
                            <a:pt x="95" y="219"/>
                          </a:cubicBezTo>
                          <a:cubicBezTo>
                            <a:pt x="163" y="132"/>
                            <a:pt x="163" y="132"/>
                            <a:pt x="163" y="132"/>
                          </a:cubicBezTo>
                          <a:cubicBezTo>
                            <a:pt x="239" y="134"/>
                            <a:pt x="264" y="110"/>
                            <a:pt x="264" y="110"/>
                          </a:cubicBezTo>
                          <a:cubicBezTo>
                            <a:pt x="264" y="110"/>
                            <a:pt x="239" y="85"/>
                            <a:pt x="163" y="88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</p:grpSp>
        </p:grpSp>
        <p:sp>
          <p:nvSpPr>
            <p:cNvPr id="208" name="Rechteck 207"/>
            <p:cNvSpPr/>
            <p:nvPr/>
          </p:nvSpPr>
          <p:spPr bwMode="gray">
            <a:xfrm>
              <a:off x="0" y="2308605"/>
              <a:ext cx="3124199" cy="645299"/>
            </a:xfrm>
            <a:prstGeom prst="rect">
              <a:avLst/>
            </a:prstGeom>
          </p:spPr>
          <p:txBody>
            <a:bodyPr wrap="square" lIns="180000" tIns="0" rIns="360000" bIns="0" anchor="ctr">
              <a:noAutofit/>
            </a:bodyPr>
            <a:lstStyle/>
            <a:p>
              <a:pPr lvl="0" algn="ctr">
                <a:spcAft>
                  <a:spcPts val="300"/>
                </a:spcAft>
              </a:pPr>
              <a:r>
                <a:rPr lang="en-US" sz="4000" b="1" spc="-150" dirty="0" smtClean="0">
                  <a:solidFill>
                    <a:schemeClr val="accent1">
                      <a:lumMod val="50000"/>
                    </a:schemeClr>
                  </a:solidFill>
                </a:rPr>
                <a:t>TRAVEL</a:t>
              </a:r>
              <a:endParaRPr lang="en-US" sz="4000" b="1" spc="-150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grpSp>
          <p:nvGrpSpPr>
            <p:cNvPr id="105" name="Gruppieren 80"/>
            <p:cNvGrpSpPr/>
            <p:nvPr/>
          </p:nvGrpSpPr>
          <p:grpSpPr bwMode="gray">
            <a:xfrm>
              <a:off x="330230" y="5377071"/>
              <a:ext cx="2218655" cy="703813"/>
              <a:chOff x="6264000" y="2966944"/>
              <a:chExt cx="2952488" cy="936602"/>
            </a:xfrm>
          </p:grpSpPr>
          <p:grpSp>
            <p:nvGrpSpPr>
              <p:cNvPr id="106" name="Gruppieren 92"/>
              <p:cNvGrpSpPr/>
              <p:nvPr/>
            </p:nvGrpSpPr>
            <p:grpSpPr bwMode="gray">
              <a:xfrm>
                <a:off x="6264000" y="3015395"/>
                <a:ext cx="1389386" cy="845836"/>
                <a:chOff x="6425041" y="3015395"/>
                <a:chExt cx="1980729" cy="1205836"/>
              </a:xfrm>
            </p:grpSpPr>
            <p:sp>
              <p:nvSpPr>
                <p:cNvPr id="10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425041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0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832887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240733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648578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628962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036807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44648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852498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056413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260316" y="386321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425041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1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832887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240733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dirty="0"/>
                </a:p>
              </p:txBody>
            </p:sp>
            <p:sp>
              <p:nvSpPr>
                <p:cNvPr id="12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648578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628962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036807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44648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852498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056413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260316" y="3439306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425041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2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832887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240733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dirty="0"/>
                </a:p>
              </p:txBody>
            </p:sp>
            <p:sp>
              <p:nvSpPr>
                <p:cNvPr id="13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648578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628962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036807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44648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852498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3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056413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dirty="0"/>
                </a:p>
              </p:txBody>
            </p:sp>
            <p:sp>
              <p:nvSpPr>
                <p:cNvPr id="13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260316" y="3015395"/>
                  <a:ext cx="145454" cy="358016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107" name="Rechteckige Legende 106"/>
              <p:cNvSpPr/>
              <p:nvPr/>
            </p:nvSpPr>
            <p:spPr bwMode="gray">
              <a:xfrm>
                <a:off x="7828858" y="2966944"/>
                <a:ext cx="1387630" cy="936602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chemeClr val="bg1"/>
              </a:solidFill>
              <a:ln w="6350">
                <a:solidFill>
                  <a:schemeClr val="accent1">
                    <a:lumMod val="60000"/>
                    <a:lumOff val="40000"/>
                  </a:schemeClr>
                </a:solidFill>
                <a:round/>
                <a:headEnd/>
                <a:tailEnd/>
              </a:ln>
              <a:effectLst/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24</a:t>
                </a:r>
                <a:r>
                  <a:rPr lang="de-DE" sz="20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/30</a:t>
                </a:r>
              </a:p>
              <a:p>
                <a:pPr>
                  <a:lnSpc>
                    <a:spcPct val="80000"/>
                  </a:lnSpc>
                </a:pPr>
                <a:r>
                  <a:rPr lang="de-DE" sz="2000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use it.</a:t>
                </a:r>
                <a:endParaRPr lang="de-DE" sz="28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75" name="Rechteck 74"/>
            <p:cNvSpPr/>
            <p:nvPr/>
          </p:nvSpPr>
          <p:spPr bwMode="auto">
            <a:xfrm>
              <a:off x="1" y="1"/>
              <a:ext cx="3134154" cy="222561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91" name="Gruppieren 90"/>
            <p:cNvGrpSpPr/>
            <p:nvPr/>
          </p:nvGrpSpPr>
          <p:grpSpPr>
            <a:xfrm>
              <a:off x="390617" y="381177"/>
              <a:ext cx="2736345" cy="1588883"/>
              <a:chOff x="426210" y="421925"/>
              <a:chExt cx="3641407" cy="2114413"/>
            </a:xfrm>
          </p:grpSpPr>
          <p:sp>
            <p:nvSpPr>
              <p:cNvPr id="92" name="Textfeld 91"/>
              <p:cNvSpPr txBox="1"/>
              <p:nvPr/>
            </p:nvSpPr>
            <p:spPr bwMode="gray">
              <a:xfrm>
                <a:off x="1229320" y="421925"/>
                <a:ext cx="2838297" cy="858635"/>
              </a:xfrm>
              <a:prstGeom prst="rect">
                <a:avLst/>
              </a:prstGeom>
              <a:noFill/>
            </p:spPr>
            <p:txBody>
              <a:bodyPr wrap="square" lIns="180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en-US" sz="2400" b="1" dirty="0">
                    <a:solidFill>
                      <a:schemeClr val="bg1"/>
                    </a:solidFill>
                    <a:effectLst>
                      <a:outerShdw blurRad="50800" dist="50800" dir="5400000" algn="ctr" rotWithShape="0">
                        <a:schemeClr val="accent1"/>
                      </a:outerShdw>
                    </a:effectLst>
                  </a:rPr>
                  <a:t>Topic</a:t>
                </a:r>
                <a:r>
                  <a:rPr lang="en-US" sz="2400" dirty="0">
                    <a:solidFill>
                      <a:schemeClr val="bg1"/>
                    </a:solidFill>
                    <a:effectLst>
                      <a:outerShdw blurRad="50800" dist="50800" dir="5400000" algn="ctr" rotWithShape="0">
                        <a:schemeClr val="accent1"/>
                      </a:outerShdw>
                    </a:effectLst>
                  </a:rPr>
                  <a:t> of </a:t>
                </a:r>
                <a:r>
                  <a:rPr lang="en-US" sz="2400" noProof="1">
                    <a:solidFill>
                      <a:schemeClr val="bg1"/>
                    </a:solidFill>
                    <a:effectLst>
                      <a:outerShdw blurRad="50800" dist="50800" dir="5400000" algn="ctr" rotWithShape="0">
                        <a:schemeClr val="accent1"/>
                      </a:outerShdw>
                    </a:effectLst>
                  </a:rPr>
                  <a:t>Infographic</a:t>
                </a:r>
              </a:p>
            </p:txBody>
          </p:sp>
          <p:sp>
            <p:nvSpPr>
              <p:cNvPr id="93" name="Rechteck 92"/>
              <p:cNvSpPr/>
              <p:nvPr/>
            </p:nvSpPr>
            <p:spPr bwMode="gray">
              <a:xfrm>
                <a:off x="426210" y="1498663"/>
                <a:ext cx="3504608" cy="1037675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600" noProof="1" smtClean="0">
                    <a:solidFill>
                      <a:schemeClr val="bg1"/>
                    </a:solidFill>
                  </a:rPr>
                  <a:t>Subheadline</a:t>
                </a:r>
                <a:r>
                  <a:rPr lang="en-US" sz="1600" dirty="0" smtClean="0">
                    <a:solidFill>
                      <a:schemeClr val="bg1"/>
                    </a:solidFill>
                  </a:rPr>
                  <a:t> for further information on the topic or a short introduction.</a:t>
                </a:r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4" name="Freeform 76"/>
              <p:cNvSpPr>
                <a:spLocks noEditPoints="1"/>
              </p:cNvSpPr>
              <p:nvPr/>
            </p:nvSpPr>
            <p:spPr bwMode="auto">
              <a:xfrm>
                <a:off x="488221" y="444883"/>
                <a:ext cx="718744" cy="717134"/>
              </a:xfrm>
              <a:custGeom>
                <a:avLst/>
                <a:gdLst>
                  <a:gd name="T0" fmla="*/ 155 w 189"/>
                  <a:gd name="T1" fmla="*/ 22 h 189"/>
                  <a:gd name="T2" fmla="*/ 94 w 189"/>
                  <a:gd name="T3" fmla="*/ 0 h 189"/>
                  <a:gd name="T4" fmla="*/ 32 w 189"/>
                  <a:gd name="T5" fmla="*/ 22 h 189"/>
                  <a:gd name="T6" fmla="*/ 0 w 189"/>
                  <a:gd name="T7" fmla="*/ 95 h 189"/>
                  <a:gd name="T8" fmla="*/ 32 w 189"/>
                  <a:gd name="T9" fmla="*/ 167 h 189"/>
                  <a:gd name="T10" fmla="*/ 94 w 189"/>
                  <a:gd name="T11" fmla="*/ 189 h 189"/>
                  <a:gd name="T12" fmla="*/ 155 w 189"/>
                  <a:gd name="T13" fmla="*/ 22 h 189"/>
                  <a:gd name="T14" fmla="*/ 142 w 189"/>
                  <a:gd name="T15" fmla="*/ 89 h 189"/>
                  <a:gd name="T16" fmla="*/ 150 w 189"/>
                  <a:gd name="T17" fmla="*/ 28 h 189"/>
                  <a:gd name="T18" fmla="*/ 94 w 189"/>
                  <a:gd name="T19" fmla="*/ 179 h 189"/>
                  <a:gd name="T20" fmla="*/ 94 w 189"/>
                  <a:gd name="T21" fmla="*/ 146 h 189"/>
                  <a:gd name="T22" fmla="*/ 94 w 189"/>
                  <a:gd name="T23" fmla="*/ 179 h 189"/>
                  <a:gd name="T24" fmla="*/ 145 w 189"/>
                  <a:gd name="T25" fmla="*/ 166 h 189"/>
                  <a:gd name="T26" fmla="*/ 130 w 189"/>
                  <a:gd name="T27" fmla="*/ 156 h 189"/>
                  <a:gd name="T28" fmla="*/ 43 w 189"/>
                  <a:gd name="T29" fmla="*/ 166 h 189"/>
                  <a:gd name="T30" fmla="*/ 77 w 189"/>
                  <a:gd name="T31" fmla="*/ 181 h 189"/>
                  <a:gd name="T32" fmla="*/ 59 w 189"/>
                  <a:gd name="T33" fmla="*/ 147 h 189"/>
                  <a:gd name="T34" fmla="*/ 139 w 189"/>
                  <a:gd name="T35" fmla="*/ 96 h 189"/>
                  <a:gd name="T36" fmla="*/ 94 w 189"/>
                  <a:gd name="T37" fmla="*/ 140 h 189"/>
                  <a:gd name="T38" fmla="*/ 58 w 189"/>
                  <a:gd name="T39" fmla="*/ 42 h 189"/>
                  <a:gd name="T40" fmla="*/ 130 w 189"/>
                  <a:gd name="T41" fmla="*/ 41 h 189"/>
                  <a:gd name="T42" fmla="*/ 50 w 189"/>
                  <a:gd name="T43" fmla="*/ 89 h 189"/>
                  <a:gd name="T44" fmla="*/ 94 w 189"/>
                  <a:gd name="T45" fmla="*/ 7 h 189"/>
                  <a:gd name="T46" fmla="*/ 127 w 189"/>
                  <a:gd name="T47" fmla="*/ 35 h 189"/>
                  <a:gd name="T48" fmla="*/ 61 w 189"/>
                  <a:gd name="T49" fmla="*/ 35 h 189"/>
                  <a:gd name="T50" fmla="*/ 145 w 189"/>
                  <a:gd name="T51" fmla="*/ 23 h 189"/>
                  <a:gd name="T52" fmla="*/ 116 w 189"/>
                  <a:gd name="T53" fmla="*/ 10 h 189"/>
                  <a:gd name="T54" fmla="*/ 57 w 189"/>
                  <a:gd name="T55" fmla="*/ 33 h 189"/>
                  <a:gd name="T56" fmla="*/ 73 w 189"/>
                  <a:gd name="T57" fmla="*/ 10 h 189"/>
                  <a:gd name="T58" fmla="*/ 38 w 189"/>
                  <a:gd name="T59" fmla="*/ 28 h 189"/>
                  <a:gd name="T60" fmla="*/ 46 w 189"/>
                  <a:gd name="T61" fmla="*/ 89 h 189"/>
                  <a:gd name="T62" fmla="*/ 38 w 189"/>
                  <a:gd name="T63" fmla="*/ 28 h 189"/>
                  <a:gd name="T64" fmla="*/ 46 w 189"/>
                  <a:gd name="T65" fmla="*/ 96 h 189"/>
                  <a:gd name="T66" fmla="*/ 38 w 189"/>
                  <a:gd name="T67" fmla="*/ 161 h 189"/>
                  <a:gd name="T68" fmla="*/ 150 w 189"/>
                  <a:gd name="T69" fmla="*/ 162 h 189"/>
                  <a:gd name="T70" fmla="*/ 143 w 189"/>
                  <a:gd name="T71" fmla="*/ 96 h 189"/>
                  <a:gd name="T72" fmla="*/ 150 w 189"/>
                  <a:gd name="T73" fmla="*/ 16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9" h="189">
                    <a:moveTo>
                      <a:pt x="155" y="22"/>
                    </a:move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39" y="9"/>
                      <a:pt x="117" y="0"/>
                      <a:pt x="94" y="0"/>
                    </a:cubicBezTo>
                    <a:cubicBezTo>
                      <a:pt x="71" y="0"/>
                      <a:pt x="50" y="9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3" y="23"/>
                      <a:pt x="33" y="23"/>
                    </a:cubicBezTo>
                    <a:cubicBezTo>
                      <a:pt x="12" y="40"/>
                      <a:pt x="0" y="66"/>
                      <a:pt x="0" y="95"/>
                    </a:cubicBezTo>
                    <a:cubicBezTo>
                      <a:pt x="0" y="124"/>
                      <a:pt x="12" y="149"/>
                      <a:pt x="33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49" y="181"/>
                      <a:pt x="71" y="189"/>
                      <a:pt x="94" y="189"/>
                    </a:cubicBezTo>
                    <a:cubicBezTo>
                      <a:pt x="146" y="189"/>
                      <a:pt x="189" y="147"/>
                      <a:pt x="189" y="95"/>
                    </a:cubicBezTo>
                    <a:cubicBezTo>
                      <a:pt x="189" y="66"/>
                      <a:pt x="176" y="40"/>
                      <a:pt x="155" y="22"/>
                    </a:cubicBezTo>
                    <a:close/>
                    <a:moveTo>
                      <a:pt x="181" y="89"/>
                    </a:moveTo>
                    <a:cubicBezTo>
                      <a:pt x="142" y="89"/>
                      <a:pt x="142" y="89"/>
                      <a:pt x="142" y="89"/>
                    </a:cubicBezTo>
                    <a:cubicBezTo>
                      <a:pt x="142" y="70"/>
                      <a:pt x="139" y="53"/>
                      <a:pt x="134" y="39"/>
                    </a:cubicBezTo>
                    <a:cubicBezTo>
                      <a:pt x="140" y="36"/>
                      <a:pt x="145" y="32"/>
                      <a:pt x="150" y="28"/>
                    </a:cubicBezTo>
                    <a:cubicBezTo>
                      <a:pt x="168" y="42"/>
                      <a:pt x="180" y="64"/>
                      <a:pt x="181" y="89"/>
                    </a:cubicBezTo>
                    <a:close/>
                    <a:moveTo>
                      <a:pt x="94" y="179"/>
                    </a:moveTo>
                    <a:cubicBezTo>
                      <a:pt x="82" y="179"/>
                      <a:pt x="70" y="169"/>
                      <a:pt x="62" y="153"/>
                    </a:cubicBezTo>
                    <a:cubicBezTo>
                      <a:pt x="72" y="149"/>
                      <a:pt x="83" y="146"/>
                      <a:pt x="94" y="146"/>
                    </a:cubicBezTo>
                    <a:cubicBezTo>
                      <a:pt x="105" y="146"/>
                      <a:pt x="116" y="149"/>
                      <a:pt x="126" y="154"/>
                    </a:cubicBezTo>
                    <a:cubicBezTo>
                      <a:pt x="118" y="169"/>
                      <a:pt x="107" y="179"/>
                      <a:pt x="94" y="179"/>
                    </a:cubicBezTo>
                    <a:close/>
                    <a:moveTo>
                      <a:pt x="130" y="156"/>
                    </a:moveTo>
                    <a:cubicBezTo>
                      <a:pt x="135" y="159"/>
                      <a:pt x="140" y="162"/>
                      <a:pt x="145" y="166"/>
                    </a:cubicBezTo>
                    <a:cubicBezTo>
                      <a:pt x="135" y="173"/>
                      <a:pt x="123" y="178"/>
                      <a:pt x="111" y="181"/>
                    </a:cubicBezTo>
                    <a:cubicBezTo>
                      <a:pt x="118" y="175"/>
                      <a:pt x="125" y="167"/>
                      <a:pt x="130" y="156"/>
                    </a:cubicBezTo>
                    <a:close/>
                    <a:moveTo>
                      <a:pt x="77" y="181"/>
                    </a:moveTo>
                    <a:cubicBezTo>
                      <a:pt x="65" y="178"/>
                      <a:pt x="53" y="173"/>
                      <a:pt x="43" y="166"/>
                    </a:cubicBezTo>
                    <a:cubicBezTo>
                      <a:pt x="48" y="162"/>
                      <a:pt x="53" y="158"/>
                      <a:pt x="58" y="155"/>
                    </a:cubicBezTo>
                    <a:cubicBezTo>
                      <a:pt x="63" y="167"/>
                      <a:pt x="70" y="175"/>
                      <a:pt x="77" y="181"/>
                    </a:cubicBezTo>
                    <a:close/>
                    <a:moveTo>
                      <a:pt x="94" y="140"/>
                    </a:moveTo>
                    <a:cubicBezTo>
                      <a:pt x="82" y="140"/>
                      <a:pt x="70" y="142"/>
                      <a:pt x="59" y="147"/>
                    </a:cubicBezTo>
                    <a:cubicBezTo>
                      <a:pt x="54" y="133"/>
                      <a:pt x="50" y="115"/>
                      <a:pt x="50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115"/>
                      <a:pt x="135" y="133"/>
                      <a:pt x="129" y="147"/>
                    </a:cubicBezTo>
                    <a:cubicBezTo>
                      <a:pt x="118" y="142"/>
                      <a:pt x="106" y="140"/>
                      <a:pt x="94" y="140"/>
                    </a:cubicBezTo>
                    <a:close/>
                    <a:moveTo>
                      <a:pt x="50" y="89"/>
                    </a:moveTo>
                    <a:cubicBezTo>
                      <a:pt x="50" y="71"/>
                      <a:pt x="53" y="55"/>
                      <a:pt x="58" y="42"/>
                    </a:cubicBezTo>
                    <a:cubicBezTo>
                      <a:pt x="69" y="47"/>
                      <a:pt x="81" y="50"/>
                      <a:pt x="94" y="50"/>
                    </a:cubicBezTo>
                    <a:cubicBezTo>
                      <a:pt x="107" y="50"/>
                      <a:pt x="119" y="47"/>
                      <a:pt x="130" y="41"/>
                    </a:cubicBezTo>
                    <a:cubicBezTo>
                      <a:pt x="135" y="55"/>
                      <a:pt x="138" y="71"/>
                      <a:pt x="139" y="89"/>
                    </a:cubicBezTo>
                    <a:lnTo>
                      <a:pt x="50" y="89"/>
                    </a:lnTo>
                    <a:close/>
                    <a:moveTo>
                      <a:pt x="91" y="7"/>
                    </a:moveTo>
                    <a:cubicBezTo>
                      <a:pt x="92" y="7"/>
                      <a:pt x="93" y="7"/>
                      <a:pt x="94" y="7"/>
                    </a:cubicBezTo>
                    <a:cubicBezTo>
                      <a:pt x="95" y="7"/>
                      <a:pt x="96" y="7"/>
                      <a:pt x="97" y="7"/>
                    </a:cubicBezTo>
                    <a:cubicBezTo>
                      <a:pt x="109" y="9"/>
                      <a:pt x="120" y="19"/>
                      <a:pt x="127" y="35"/>
                    </a:cubicBezTo>
                    <a:cubicBezTo>
                      <a:pt x="117" y="40"/>
                      <a:pt x="106" y="43"/>
                      <a:pt x="94" y="43"/>
                    </a:cubicBezTo>
                    <a:cubicBezTo>
                      <a:pt x="82" y="43"/>
                      <a:pt x="71" y="40"/>
                      <a:pt x="61" y="35"/>
                    </a:cubicBezTo>
                    <a:cubicBezTo>
                      <a:pt x="69" y="19"/>
                      <a:pt x="79" y="9"/>
                      <a:pt x="91" y="7"/>
                    </a:cubicBezTo>
                    <a:close/>
                    <a:moveTo>
                      <a:pt x="145" y="23"/>
                    </a:moveTo>
                    <a:cubicBezTo>
                      <a:pt x="140" y="27"/>
                      <a:pt x="136" y="30"/>
                      <a:pt x="131" y="33"/>
                    </a:cubicBezTo>
                    <a:cubicBezTo>
                      <a:pt x="127" y="24"/>
                      <a:pt x="122" y="16"/>
                      <a:pt x="116" y="10"/>
                    </a:cubicBezTo>
                    <a:cubicBezTo>
                      <a:pt x="126" y="13"/>
                      <a:pt x="136" y="17"/>
                      <a:pt x="145" y="23"/>
                    </a:cubicBezTo>
                    <a:close/>
                    <a:moveTo>
                      <a:pt x="57" y="33"/>
                    </a:moveTo>
                    <a:cubicBezTo>
                      <a:pt x="52" y="31"/>
                      <a:pt x="48" y="27"/>
                      <a:pt x="43" y="24"/>
                    </a:cubicBezTo>
                    <a:cubicBezTo>
                      <a:pt x="52" y="18"/>
                      <a:pt x="62" y="13"/>
                      <a:pt x="73" y="10"/>
                    </a:cubicBezTo>
                    <a:cubicBezTo>
                      <a:pt x="67" y="16"/>
                      <a:pt x="61" y="24"/>
                      <a:pt x="57" y="33"/>
                    </a:cubicBezTo>
                    <a:close/>
                    <a:moveTo>
                      <a:pt x="38" y="28"/>
                    </a:moveTo>
                    <a:cubicBezTo>
                      <a:pt x="43" y="33"/>
                      <a:pt x="49" y="36"/>
                      <a:pt x="55" y="40"/>
                    </a:cubicBezTo>
                    <a:cubicBezTo>
                      <a:pt x="50" y="54"/>
                      <a:pt x="46" y="70"/>
                      <a:pt x="46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9" y="64"/>
                      <a:pt x="20" y="43"/>
                      <a:pt x="38" y="28"/>
                    </a:cubicBezTo>
                    <a:close/>
                    <a:moveTo>
                      <a:pt x="7" y="96"/>
                    </a:move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116"/>
                      <a:pt x="50" y="134"/>
                      <a:pt x="56" y="149"/>
                    </a:cubicBezTo>
                    <a:cubicBezTo>
                      <a:pt x="49" y="152"/>
                      <a:pt x="43" y="157"/>
                      <a:pt x="38" y="161"/>
                    </a:cubicBezTo>
                    <a:cubicBezTo>
                      <a:pt x="19" y="146"/>
                      <a:pt x="7" y="122"/>
                      <a:pt x="7" y="96"/>
                    </a:cubicBezTo>
                    <a:close/>
                    <a:moveTo>
                      <a:pt x="150" y="162"/>
                    </a:moveTo>
                    <a:cubicBezTo>
                      <a:pt x="145" y="157"/>
                      <a:pt x="139" y="153"/>
                      <a:pt x="133" y="149"/>
                    </a:cubicBezTo>
                    <a:cubicBezTo>
                      <a:pt x="139" y="134"/>
                      <a:pt x="142" y="116"/>
                      <a:pt x="143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1" y="122"/>
                      <a:pt x="169" y="146"/>
                      <a:pt x="150" y="1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dist="25400" dir="5400000" algn="ctr" rotWithShape="0">
                  <a:schemeClr val="accent1"/>
                </a:outerShdw>
              </a:effectLst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21" name="Gruppieren 220"/>
            <p:cNvGrpSpPr/>
            <p:nvPr/>
          </p:nvGrpSpPr>
          <p:grpSpPr>
            <a:xfrm>
              <a:off x="5387793" y="647918"/>
              <a:ext cx="1979181" cy="1205715"/>
              <a:chOff x="7892678" y="827166"/>
              <a:chExt cx="1979181" cy="1205715"/>
            </a:xfrm>
          </p:grpSpPr>
          <p:sp>
            <p:nvSpPr>
              <p:cNvPr id="222" name="Textfeld 221"/>
              <p:cNvSpPr txBox="1"/>
              <p:nvPr/>
            </p:nvSpPr>
            <p:spPr bwMode="gray">
              <a:xfrm>
                <a:off x="8575859" y="1222901"/>
                <a:ext cx="1296000" cy="809980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FFFFFF"/>
                    </a:solidFill>
                  </a:rPr>
                  <a:t>This is a placeholder text. Replace this text with your own information. This text demonstrates how your text will look like. </a:t>
                </a:r>
              </a:p>
              <a:p>
                <a:pPr algn="l"/>
                <a:endParaRPr lang="en-US" sz="800" dirty="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223" name="Group 5"/>
              <p:cNvGrpSpPr>
                <a:grpSpLocks noChangeAspect="1"/>
              </p:cNvGrpSpPr>
              <p:nvPr/>
            </p:nvGrpSpPr>
            <p:grpSpPr bwMode="auto">
              <a:xfrm>
                <a:off x="7892678" y="827166"/>
                <a:ext cx="698675" cy="1058827"/>
                <a:chOff x="4985" y="503"/>
                <a:chExt cx="549" cy="832"/>
              </a:xfrm>
            </p:grpSpPr>
            <p:sp>
              <p:nvSpPr>
                <p:cNvPr id="224" name="Freeform 6"/>
                <p:cNvSpPr>
                  <a:spLocks noEditPoints="1"/>
                </p:cNvSpPr>
                <p:nvPr/>
              </p:nvSpPr>
              <p:spPr bwMode="auto">
                <a:xfrm>
                  <a:off x="4985" y="647"/>
                  <a:ext cx="549" cy="688"/>
                </a:xfrm>
                <a:custGeom>
                  <a:avLst/>
                  <a:gdLst>
                    <a:gd name="T0" fmla="*/ 190 w 232"/>
                    <a:gd name="T1" fmla="*/ 229 h 291"/>
                    <a:gd name="T2" fmla="*/ 179 w 232"/>
                    <a:gd name="T3" fmla="*/ 229 h 291"/>
                    <a:gd name="T4" fmla="*/ 148 w 232"/>
                    <a:gd name="T5" fmla="*/ 185 h 291"/>
                    <a:gd name="T6" fmla="*/ 123 w 232"/>
                    <a:gd name="T7" fmla="*/ 0 h 291"/>
                    <a:gd name="T8" fmla="*/ 117 w 232"/>
                    <a:gd name="T9" fmla="*/ 0 h 291"/>
                    <a:gd name="T10" fmla="*/ 116 w 232"/>
                    <a:gd name="T11" fmla="*/ 0 h 291"/>
                    <a:gd name="T12" fmla="*/ 116 w 232"/>
                    <a:gd name="T13" fmla="*/ 0 h 291"/>
                    <a:gd name="T14" fmla="*/ 110 w 232"/>
                    <a:gd name="T15" fmla="*/ 0 h 291"/>
                    <a:gd name="T16" fmla="*/ 85 w 232"/>
                    <a:gd name="T17" fmla="*/ 185 h 291"/>
                    <a:gd name="T18" fmla="*/ 54 w 232"/>
                    <a:gd name="T19" fmla="*/ 229 h 291"/>
                    <a:gd name="T20" fmla="*/ 43 w 232"/>
                    <a:gd name="T21" fmla="*/ 229 h 291"/>
                    <a:gd name="T22" fmla="*/ 0 w 232"/>
                    <a:gd name="T23" fmla="*/ 291 h 291"/>
                    <a:gd name="T24" fmla="*/ 35 w 232"/>
                    <a:gd name="T25" fmla="*/ 291 h 291"/>
                    <a:gd name="T26" fmla="*/ 62 w 232"/>
                    <a:gd name="T27" fmla="*/ 252 h 291"/>
                    <a:gd name="T28" fmla="*/ 171 w 232"/>
                    <a:gd name="T29" fmla="*/ 252 h 291"/>
                    <a:gd name="T30" fmla="*/ 198 w 232"/>
                    <a:gd name="T31" fmla="*/ 291 h 291"/>
                    <a:gd name="T32" fmla="*/ 232 w 232"/>
                    <a:gd name="T33" fmla="*/ 291 h 291"/>
                    <a:gd name="T34" fmla="*/ 190 w 232"/>
                    <a:gd name="T35" fmla="*/ 229 h 291"/>
                    <a:gd name="T36" fmla="*/ 100 w 232"/>
                    <a:gd name="T37" fmla="*/ 180 h 291"/>
                    <a:gd name="T38" fmla="*/ 133 w 232"/>
                    <a:gd name="T39" fmla="*/ 180 h 291"/>
                    <a:gd name="T40" fmla="*/ 137 w 232"/>
                    <a:gd name="T41" fmla="*/ 190 h 291"/>
                    <a:gd name="T42" fmla="*/ 141 w 232"/>
                    <a:gd name="T43" fmla="*/ 199 h 291"/>
                    <a:gd name="T44" fmla="*/ 92 w 232"/>
                    <a:gd name="T45" fmla="*/ 199 h 291"/>
                    <a:gd name="T46" fmla="*/ 96 w 232"/>
                    <a:gd name="T47" fmla="*/ 190 h 291"/>
                    <a:gd name="T48" fmla="*/ 100 w 232"/>
                    <a:gd name="T49" fmla="*/ 180 h 291"/>
                    <a:gd name="T50" fmla="*/ 116 w 232"/>
                    <a:gd name="T51" fmla="*/ 84 h 291"/>
                    <a:gd name="T52" fmla="*/ 131 w 232"/>
                    <a:gd name="T53" fmla="*/ 171 h 291"/>
                    <a:gd name="T54" fmla="*/ 102 w 232"/>
                    <a:gd name="T55" fmla="*/ 171 h 291"/>
                    <a:gd name="T56" fmla="*/ 116 w 232"/>
                    <a:gd name="T57" fmla="*/ 84 h 291"/>
                    <a:gd name="T58" fmla="*/ 84 w 232"/>
                    <a:gd name="T59" fmla="*/ 213 h 291"/>
                    <a:gd name="T60" fmla="*/ 149 w 232"/>
                    <a:gd name="T61" fmla="*/ 213 h 291"/>
                    <a:gd name="T62" fmla="*/ 161 w 232"/>
                    <a:gd name="T63" fmla="*/ 229 h 291"/>
                    <a:gd name="T64" fmla="*/ 72 w 232"/>
                    <a:gd name="T65" fmla="*/ 229 h 291"/>
                    <a:gd name="T66" fmla="*/ 84 w 232"/>
                    <a:gd name="T67" fmla="*/ 213 h 2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32" h="291">
                      <a:moveTo>
                        <a:pt x="190" y="229"/>
                      </a:moveTo>
                      <a:cubicBezTo>
                        <a:pt x="179" y="229"/>
                        <a:pt x="179" y="229"/>
                        <a:pt x="179" y="229"/>
                      </a:cubicBezTo>
                      <a:cubicBezTo>
                        <a:pt x="172" y="223"/>
                        <a:pt x="158" y="209"/>
                        <a:pt x="148" y="185"/>
                      </a:cubicBezTo>
                      <a:cubicBezTo>
                        <a:pt x="135" y="151"/>
                        <a:pt x="124" y="9"/>
                        <a:pt x="123" y="0"/>
                      </a:cubicBezTo>
                      <a:cubicBezTo>
                        <a:pt x="117" y="0"/>
                        <a:pt x="117" y="0"/>
                        <a:pt x="117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10" y="0"/>
                        <a:pt x="110" y="0"/>
                        <a:pt x="110" y="0"/>
                      </a:cubicBezTo>
                      <a:cubicBezTo>
                        <a:pt x="109" y="9"/>
                        <a:pt x="98" y="151"/>
                        <a:pt x="85" y="185"/>
                      </a:cubicBezTo>
                      <a:cubicBezTo>
                        <a:pt x="75" y="209"/>
                        <a:pt x="61" y="223"/>
                        <a:pt x="54" y="229"/>
                      </a:cubicBezTo>
                      <a:cubicBezTo>
                        <a:pt x="43" y="229"/>
                        <a:pt x="43" y="229"/>
                        <a:pt x="43" y="229"/>
                      </a:cubicBezTo>
                      <a:cubicBezTo>
                        <a:pt x="0" y="291"/>
                        <a:pt x="0" y="291"/>
                        <a:pt x="0" y="291"/>
                      </a:cubicBezTo>
                      <a:cubicBezTo>
                        <a:pt x="35" y="291"/>
                        <a:pt x="35" y="291"/>
                        <a:pt x="35" y="291"/>
                      </a:cubicBezTo>
                      <a:cubicBezTo>
                        <a:pt x="62" y="252"/>
                        <a:pt x="62" y="252"/>
                        <a:pt x="62" y="252"/>
                      </a:cubicBezTo>
                      <a:cubicBezTo>
                        <a:pt x="171" y="252"/>
                        <a:pt x="171" y="252"/>
                        <a:pt x="171" y="252"/>
                      </a:cubicBezTo>
                      <a:cubicBezTo>
                        <a:pt x="198" y="291"/>
                        <a:pt x="198" y="291"/>
                        <a:pt x="198" y="291"/>
                      </a:cubicBezTo>
                      <a:cubicBezTo>
                        <a:pt x="232" y="291"/>
                        <a:pt x="232" y="291"/>
                        <a:pt x="232" y="291"/>
                      </a:cubicBezTo>
                      <a:lnTo>
                        <a:pt x="190" y="229"/>
                      </a:lnTo>
                      <a:close/>
                      <a:moveTo>
                        <a:pt x="100" y="180"/>
                      </a:moveTo>
                      <a:cubicBezTo>
                        <a:pt x="133" y="180"/>
                        <a:pt x="133" y="180"/>
                        <a:pt x="133" y="180"/>
                      </a:cubicBezTo>
                      <a:cubicBezTo>
                        <a:pt x="134" y="184"/>
                        <a:pt x="136" y="187"/>
                        <a:pt x="137" y="190"/>
                      </a:cubicBezTo>
                      <a:cubicBezTo>
                        <a:pt x="138" y="193"/>
                        <a:pt x="139" y="196"/>
                        <a:pt x="141" y="199"/>
                      </a:cubicBezTo>
                      <a:cubicBezTo>
                        <a:pt x="92" y="199"/>
                        <a:pt x="92" y="199"/>
                        <a:pt x="92" y="199"/>
                      </a:cubicBezTo>
                      <a:cubicBezTo>
                        <a:pt x="94" y="196"/>
                        <a:pt x="95" y="193"/>
                        <a:pt x="96" y="190"/>
                      </a:cubicBezTo>
                      <a:cubicBezTo>
                        <a:pt x="97" y="187"/>
                        <a:pt x="98" y="184"/>
                        <a:pt x="100" y="180"/>
                      </a:cubicBezTo>
                      <a:close/>
                      <a:moveTo>
                        <a:pt x="116" y="84"/>
                      </a:moveTo>
                      <a:cubicBezTo>
                        <a:pt x="120" y="113"/>
                        <a:pt x="125" y="148"/>
                        <a:pt x="131" y="171"/>
                      </a:cubicBezTo>
                      <a:cubicBezTo>
                        <a:pt x="102" y="171"/>
                        <a:pt x="102" y="171"/>
                        <a:pt x="102" y="171"/>
                      </a:cubicBezTo>
                      <a:cubicBezTo>
                        <a:pt x="108" y="148"/>
                        <a:pt x="113" y="113"/>
                        <a:pt x="116" y="84"/>
                      </a:cubicBezTo>
                      <a:close/>
                      <a:moveTo>
                        <a:pt x="84" y="213"/>
                      </a:moveTo>
                      <a:cubicBezTo>
                        <a:pt x="149" y="213"/>
                        <a:pt x="149" y="213"/>
                        <a:pt x="149" y="213"/>
                      </a:cubicBezTo>
                      <a:cubicBezTo>
                        <a:pt x="153" y="219"/>
                        <a:pt x="157" y="225"/>
                        <a:pt x="161" y="229"/>
                      </a:cubicBezTo>
                      <a:cubicBezTo>
                        <a:pt x="72" y="229"/>
                        <a:pt x="72" y="229"/>
                        <a:pt x="72" y="229"/>
                      </a:cubicBezTo>
                      <a:cubicBezTo>
                        <a:pt x="76" y="225"/>
                        <a:pt x="80" y="219"/>
                        <a:pt x="84" y="213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25" name="Freeform 7"/>
                <p:cNvSpPr>
                  <a:spLocks/>
                </p:cNvSpPr>
                <p:nvPr/>
              </p:nvSpPr>
              <p:spPr bwMode="auto">
                <a:xfrm>
                  <a:off x="5252" y="503"/>
                  <a:ext cx="17" cy="137"/>
                </a:xfrm>
                <a:custGeom>
                  <a:avLst/>
                  <a:gdLst>
                    <a:gd name="T0" fmla="*/ 17 w 17"/>
                    <a:gd name="T1" fmla="*/ 137 h 137"/>
                    <a:gd name="T2" fmla="*/ 0 w 17"/>
                    <a:gd name="T3" fmla="*/ 137 h 137"/>
                    <a:gd name="T4" fmla="*/ 7 w 17"/>
                    <a:gd name="T5" fmla="*/ 0 h 137"/>
                    <a:gd name="T6" fmla="*/ 7 w 17"/>
                    <a:gd name="T7" fmla="*/ 0 h 137"/>
                    <a:gd name="T8" fmla="*/ 17 w 17"/>
                    <a:gd name="T9" fmla="*/ 137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" h="137">
                      <a:moveTo>
                        <a:pt x="17" y="137"/>
                      </a:moveTo>
                      <a:lnTo>
                        <a:pt x="0" y="13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17" y="137"/>
                      </a:lnTo>
                      <a:close/>
                    </a:path>
                  </a:pathLst>
                </a:custGeom>
                <a:solidFill>
                  <a:srgbClr val="1E3D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101624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" name="Gruppieren 255"/>
          <p:cNvGrpSpPr/>
          <p:nvPr/>
        </p:nvGrpSpPr>
        <p:grpSpPr>
          <a:xfrm>
            <a:off x="1" y="-4"/>
            <a:ext cx="9182391" cy="6858006"/>
            <a:chOff x="1" y="-4"/>
            <a:chExt cx="9182391" cy="6858006"/>
          </a:xfrm>
        </p:grpSpPr>
        <p:sp>
          <p:nvSpPr>
            <p:cNvPr id="197" name="Rechteck 196"/>
            <p:cNvSpPr/>
            <p:nvPr/>
          </p:nvSpPr>
          <p:spPr bwMode="auto">
            <a:xfrm>
              <a:off x="1" y="3022912"/>
              <a:ext cx="3134154" cy="3835088"/>
            </a:xfrm>
            <a:prstGeom prst="rect">
              <a:avLst/>
            </a:prstGeom>
            <a:solidFill>
              <a:srgbClr val="FBCDC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95" name="Rechteck 194"/>
            <p:cNvSpPr/>
            <p:nvPr/>
          </p:nvSpPr>
          <p:spPr bwMode="auto">
            <a:xfrm>
              <a:off x="1" y="1"/>
              <a:ext cx="3134154" cy="2225614"/>
            </a:xfrm>
            <a:prstGeom prst="rect">
              <a:avLst/>
            </a:prstGeom>
            <a:solidFill>
              <a:srgbClr val="FBCDC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4" name="Rechteck 93"/>
            <p:cNvSpPr/>
            <p:nvPr/>
          </p:nvSpPr>
          <p:spPr bwMode="gray">
            <a:xfrm>
              <a:off x="7475283" y="-2"/>
              <a:ext cx="1707108" cy="6858004"/>
            </a:xfrm>
            <a:prstGeom prst="rect">
              <a:avLst/>
            </a:prstGeom>
            <a:solidFill>
              <a:srgbClr val="FBCDC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8" name="Rechteck 97"/>
            <p:cNvSpPr/>
            <p:nvPr/>
          </p:nvSpPr>
          <p:spPr bwMode="gray">
            <a:xfrm>
              <a:off x="8923160" y="-2"/>
              <a:ext cx="259232" cy="6858002"/>
            </a:xfrm>
            <a:prstGeom prst="rect">
              <a:avLst/>
            </a:prstGeom>
            <a:solidFill>
              <a:srgbClr val="F3686D"/>
            </a:solidFill>
            <a:ln w="12700">
              <a:noFill/>
              <a:round/>
              <a:headEnd/>
              <a:tailEnd/>
            </a:ln>
          </p:spPr>
          <p:txBody>
            <a:bodyPr rot="0" spcFirstLastPara="0" vertOverflow="overflow" horzOverflow="overflow" vert="vert" wrap="squar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2000" b="1" spc="600" dirty="0">
                  <a:solidFill>
                    <a:srgbClr val="F9B3B6"/>
                  </a:solidFill>
                  <a:effectLst>
                    <a:outerShdw dist="38100" dir="2700000" algn="tl" rotWithShape="0">
                      <a:srgbClr val="EF353C"/>
                    </a:outerShdw>
                  </a:effectLst>
                </a:rPr>
                <a:t>OVERALL IMPROVEMENT</a:t>
              </a:r>
            </a:p>
          </p:txBody>
        </p:sp>
        <p:sp>
          <p:nvSpPr>
            <p:cNvPr id="6" name="Rechteck 5"/>
            <p:cNvSpPr/>
            <p:nvPr/>
          </p:nvSpPr>
          <p:spPr bwMode="gray">
            <a:xfrm>
              <a:off x="3131660" y="-2"/>
              <a:ext cx="4343624" cy="6858003"/>
            </a:xfrm>
            <a:prstGeom prst="rect">
              <a:avLst/>
            </a:prstGeom>
            <a:solidFill>
              <a:srgbClr val="EF353C"/>
            </a:soli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AutoShape 127"/>
            <p:cNvSpPr>
              <a:spLocks noChangeAspect="1" noChangeArrowheads="1" noTextEdit="1"/>
            </p:cNvSpPr>
            <p:nvPr/>
          </p:nvSpPr>
          <p:spPr bwMode="gray">
            <a:xfrm>
              <a:off x="3267586" y="3031523"/>
              <a:ext cx="1887447" cy="1169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9" name="Gruppieren 228"/>
            <p:cNvGrpSpPr/>
            <p:nvPr/>
          </p:nvGrpSpPr>
          <p:grpSpPr>
            <a:xfrm>
              <a:off x="390617" y="381177"/>
              <a:ext cx="2736345" cy="1588883"/>
              <a:chOff x="390617" y="381177"/>
              <a:chExt cx="2736345" cy="1588883"/>
            </a:xfrm>
          </p:grpSpPr>
          <p:grpSp>
            <p:nvGrpSpPr>
              <p:cNvPr id="179" name="Gruppieren 178"/>
              <p:cNvGrpSpPr/>
              <p:nvPr/>
            </p:nvGrpSpPr>
            <p:grpSpPr bwMode="gray">
              <a:xfrm>
                <a:off x="427046" y="387399"/>
                <a:ext cx="555947" cy="555947"/>
                <a:chOff x="493051" y="478236"/>
                <a:chExt cx="738068" cy="738068"/>
              </a:xfrm>
            </p:grpSpPr>
            <p:sp>
              <p:nvSpPr>
                <p:cNvPr id="180" name="Ellipse 179"/>
                <p:cNvSpPr/>
                <p:nvPr/>
              </p:nvSpPr>
              <p:spPr bwMode="gray">
                <a:xfrm>
                  <a:off x="512697" y="500265"/>
                  <a:ext cx="696978" cy="696977"/>
                </a:xfrm>
                <a:prstGeom prst="ellipse">
                  <a:avLst/>
                </a:prstGeom>
                <a:solidFill>
                  <a:srgbClr val="EF353C"/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81" name="Freeform 22"/>
                <p:cNvSpPr>
                  <a:spLocks/>
                </p:cNvSpPr>
                <p:nvPr/>
              </p:nvSpPr>
              <p:spPr bwMode="gray">
                <a:xfrm>
                  <a:off x="668208" y="657112"/>
                  <a:ext cx="386438" cy="384272"/>
                </a:xfrm>
                <a:custGeom>
                  <a:avLst/>
                  <a:gdLst>
                    <a:gd name="T0" fmla="*/ 357 w 357"/>
                    <a:gd name="T1" fmla="*/ 102 h 355"/>
                    <a:gd name="T2" fmla="*/ 253 w 357"/>
                    <a:gd name="T3" fmla="*/ 102 h 355"/>
                    <a:gd name="T4" fmla="*/ 253 w 357"/>
                    <a:gd name="T5" fmla="*/ 0 h 355"/>
                    <a:gd name="T6" fmla="*/ 104 w 357"/>
                    <a:gd name="T7" fmla="*/ 0 h 355"/>
                    <a:gd name="T8" fmla="*/ 104 w 357"/>
                    <a:gd name="T9" fmla="*/ 102 h 355"/>
                    <a:gd name="T10" fmla="*/ 0 w 357"/>
                    <a:gd name="T11" fmla="*/ 102 h 355"/>
                    <a:gd name="T12" fmla="*/ 0 w 357"/>
                    <a:gd name="T13" fmla="*/ 253 h 355"/>
                    <a:gd name="T14" fmla="*/ 104 w 357"/>
                    <a:gd name="T15" fmla="*/ 253 h 355"/>
                    <a:gd name="T16" fmla="*/ 104 w 357"/>
                    <a:gd name="T17" fmla="*/ 355 h 355"/>
                    <a:gd name="T18" fmla="*/ 253 w 357"/>
                    <a:gd name="T19" fmla="*/ 355 h 355"/>
                    <a:gd name="T20" fmla="*/ 253 w 357"/>
                    <a:gd name="T21" fmla="*/ 253 h 355"/>
                    <a:gd name="T22" fmla="*/ 357 w 357"/>
                    <a:gd name="T23" fmla="*/ 253 h 355"/>
                    <a:gd name="T24" fmla="*/ 357 w 357"/>
                    <a:gd name="T25" fmla="*/ 102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7" h="355">
                      <a:moveTo>
                        <a:pt x="357" y="102"/>
                      </a:moveTo>
                      <a:lnTo>
                        <a:pt x="253" y="102"/>
                      </a:lnTo>
                      <a:lnTo>
                        <a:pt x="253" y="0"/>
                      </a:lnTo>
                      <a:lnTo>
                        <a:pt x="104" y="0"/>
                      </a:lnTo>
                      <a:lnTo>
                        <a:pt x="104" y="102"/>
                      </a:lnTo>
                      <a:lnTo>
                        <a:pt x="0" y="102"/>
                      </a:lnTo>
                      <a:lnTo>
                        <a:pt x="0" y="253"/>
                      </a:lnTo>
                      <a:lnTo>
                        <a:pt x="104" y="253"/>
                      </a:lnTo>
                      <a:lnTo>
                        <a:pt x="104" y="355"/>
                      </a:lnTo>
                      <a:lnTo>
                        <a:pt x="253" y="355"/>
                      </a:lnTo>
                      <a:lnTo>
                        <a:pt x="253" y="253"/>
                      </a:lnTo>
                      <a:lnTo>
                        <a:pt x="357" y="253"/>
                      </a:lnTo>
                      <a:lnTo>
                        <a:pt x="357" y="102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2" name="Freeform 23"/>
                <p:cNvSpPr>
                  <a:spLocks noEditPoints="1"/>
                </p:cNvSpPr>
                <p:nvPr/>
              </p:nvSpPr>
              <p:spPr bwMode="gray">
                <a:xfrm>
                  <a:off x="493051" y="478236"/>
                  <a:ext cx="738068" cy="738068"/>
                </a:xfrm>
                <a:custGeom>
                  <a:avLst/>
                  <a:gdLst>
                    <a:gd name="T0" fmla="*/ 118 w 237"/>
                    <a:gd name="T1" fmla="*/ 237 h 237"/>
                    <a:gd name="T2" fmla="*/ 0 w 237"/>
                    <a:gd name="T3" fmla="*/ 119 h 237"/>
                    <a:gd name="T4" fmla="*/ 118 w 237"/>
                    <a:gd name="T5" fmla="*/ 0 h 237"/>
                    <a:gd name="T6" fmla="*/ 237 w 237"/>
                    <a:gd name="T7" fmla="*/ 119 h 237"/>
                    <a:gd name="T8" fmla="*/ 118 w 237"/>
                    <a:gd name="T9" fmla="*/ 237 h 237"/>
                    <a:gd name="T10" fmla="*/ 118 w 237"/>
                    <a:gd name="T11" fmla="*/ 11 h 237"/>
                    <a:gd name="T12" fmla="*/ 10 w 237"/>
                    <a:gd name="T13" fmla="*/ 119 h 237"/>
                    <a:gd name="T14" fmla="*/ 118 w 237"/>
                    <a:gd name="T15" fmla="*/ 227 h 237"/>
                    <a:gd name="T16" fmla="*/ 226 w 237"/>
                    <a:gd name="T17" fmla="*/ 119 h 237"/>
                    <a:gd name="T18" fmla="*/ 118 w 237"/>
                    <a:gd name="T19" fmla="*/ 11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7" h="237">
                      <a:moveTo>
                        <a:pt x="118" y="237"/>
                      </a:moveTo>
                      <a:cubicBezTo>
                        <a:pt x="53" y="237"/>
                        <a:pt x="0" y="184"/>
                        <a:pt x="0" y="119"/>
                      </a:cubicBezTo>
                      <a:cubicBezTo>
                        <a:pt x="0" y="54"/>
                        <a:pt x="53" y="0"/>
                        <a:pt x="118" y="0"/>
                      </a:cubicBezTo>
                      <a:cubicBezTo>
                        <a:pt x="183" y="0"/>
                        <a:pt x="237" y="54"/>
                        <a:pt x="237" y="119"/>
                      </a:cubicBezTo>
                      <a:cubicBezTo>
                        <a:pt x="237" y="184"/>
                        <a:pt x="183" y="237"/>
                        <a:pt x="118" y="237"/>
                      </a:cubicBezTo>
                      <a:close/>
                      <a:moveTo>
                        <a:pt x="118" y="11"/>
                      </a:moveTo>
                      <a:cubicBezTo>
                        <a:pt x="58" y="11"/>
                        <a:pt x="10" y="59"/>
                        <a:pt x="10" y="119"/>
                      </a:cubicBezTo>
                      <a:cubicBezTo>
                        <a:pt x="10" y="179"/>
                        <a:pt x="58" y="227"/>
                        <a:pt x="118" y="227"/>
                      </a:cubicBezTo>
                      <a:cubicBezTo>
                        <a:pt x="178" y="227"/>
                        <a:pt x="226" y="179"/>
                        <a:pt x="226" y="119"/>
                      </a:cubicBezTo>
                      <a:cubicBezTo>
                        <a:pt x="226" y="59"/>
                        <a:pt x="178" y="11"/>
                        <a:pt x="118" y="11"/>
                      </a:cubicBezTo>
                      <a:close/>
                    </a:path>
                  </a:pathLst>
                </a:custGeom>
                <a:solidFill>
                  <a:srgbClr val="F5818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93" name="Rechteck 192"/>
              <p:cNvSpPr/>
              <p:nvPr/>
            </p:nvSpPr>
            <p:spPr bwMode="gray">
              <a:xfrm>
                <a:off x="390617" y="1190295"/>
                <a:ext cx="2633547" cy="779765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600" noProof="1" smtClean="0"/>
                  <a:t>Subheadline</a:t>
                </a:r>
                <a:r>
                  <a:rPr lang="en-US" sz="1600" dirty="0" smtClean="0"/>
                  <a:t> for further information on the topic or a short introduction.</a:t>
                </a:r>
                <a:endParaRPr lang="en-US" sz="1600" dirty="0"/>
              </a:p>
            </p:txBody>
          </p:sp>
          <p:sp>
            <p:nvSpPr>
              <p:cNvPr id="198" name="Textfeld 197"/>
              <p:cNvSpPr txBox="1"/>
              <p:nvPr/>
            </p:nvSpPr>
            <p:spPr bwMode="gray">
              <a:xfrm>
                <a:off x="994116" y="381177"/>
                <a:ext cx="2132846" cy="645224"/>
              </a:xfrm>
              <a:prstGeom prst="rect">
                <a:avLst/>
              </a:prstGeom>
              <a:noFill/>
            </p:spPr>
            <p:txBody>
              <a:bodyPr wrap="square" lIns="180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en-US" sz="2400" b="1" dirty="0">
                    <a:solidFill>
                      <a:srgbClr val="FF0000"/>
                    </a:solidFill>
                  </a:rPr>
                  <a:t>Topic</a:t>
                </a:r>
                <a:r>
                  <a:rPr lang="en-US" sz="2400" dirty="0">
                    <a:solidFill>
                      <a:srgbClr val="FF0000"/>
                    </a:solidFill>
                  </a:rPr>
                  <a:t> of </a:t>
                </a:r>
                <a:r>
                  <a:rPr lang="en-US" sz="2400" noProof="1">
                    <a:solidFill>
                      <a:srgbClr val="FF0000"/>
                    </a:solidFill>
                  </a:rPr>
                  <a:t>Infographic</a:t>
                </a:r>
              </a:p>
            </p:txBody>
          </p:sp>
        </p:grpSp>
        <p:sp>
          <p:nvSpPr>
            <p:cNvPr id="199" name="Rechteck 198"/>
            <p:cNvSpPr/>
            <p:nvPr/>
          </p:nvSpPr>
          <p:spPr bwMode="gray">
            <a:xfrm>
              <a:off x="60382" y="2299979"/>
              <a:ext cx="3126962" cy="645299"/>
            </a:xfrm>
            <a:prstGeom prst="rect">
              <a:avLst/>
            </a:prstGeom>
          </p:spPr>
          <p:txBody>
            <a:bodyPr wrap="square" lIns="180000" tIns="0" rIns="360000" bIns="0" anchor="ctr">
              <a:noAutofit/>
            </a:bodyPr>
            <a:lstStyle/>
            <a:p>
              <a:pPr lvl="0" algn="ctr">
                <a:spcAft>
                  <a:spcPts val="300"/>
                </a:spcAft>
              </a:pPr>
              <a:r>
                <a:rPr lang="en-US" sz="4000" b="1" spc="-150" dirty="0" smtClean="0">
                  <a:solidFill>
                    <a:srgbClr val="FF0000"/>
                  </a:solidFill>
                </a:rPr>
                <a:t>HEALTHCARE</a:t>
              </a:r>
              <a:endParaRPr lang="en-US" sz="4000" b="1" spc="-150" dirty="0">
                <a:solidFill>
                  <a:srgbClr val="FF0000"/>
                </a:solidFill>
              </a:endParaRPr>
            </a:p>
          </p:txBody>
        </p:sp>
        <p:grpSp>
          <p:nvGrpSpPr>
            <p:cNvPr id="230" name="Gruppieren 229"/>
            <p:cNvGrpSpPr/>
            <p:nvPr/>
          </p:nvGrpSpPr>
          <p:grpSpPr>
            <a:xfrm>
              <a:off x="2724906" y="-4"/>
              <a:ext cx="4688213" cy="6858004"/>
              <a:chOff x="2724906" y="-4"/>
              <a:chExt cx="4688213" cy="6858004"/>
            </a:xfrm>
          </p:grpSpPr>
          <p:grpSp>
            <p:nvGrpSpPr>
              <p:cNvPr id="7" name="Gruppieren 6"/>
              <p:cNvGrpSpPr/>
              <p:nvPr/>
            </p:nvGrpSpPr>
            <p:grpSpPr bwMode="gray">
              <a:xfrm>
                <a:off x="2724906" y="-4"/>
                <a:ext cx="3866730" cy="6858004"/>
                <a:chOff x="3617546" y="-3"/>
                <a:chExt cx="5133416" cy="6858002"/>
              </a:xfrm>
            </p:grpSpPr>
            <p:grpSp>
              <p:nvGrpSpPr>
                <p:cNvPr id="73" name="Gruppieren 72"/>
                <p:cNvGrpSpPr/>
                <p:nvPr/>
              </p:nvGrpSpPr>
              <p:grpSpPr bwMode="gray">
                <a:xfrm>
                  <a:off x="3617546" y="-3"/>
                  <a:ext cx="5133416" cy="6858002"/>
                  <a:chOff x="3617546" y="-3"/>
                  <a:chExt cx="5133416" cy="6858002"/>
                </a:xfrm>
              </p:grpSpPr>
              <p:sp>
                <p:nvSpPr>
                  <p:cNvPr id="79" name="Rechteck 78"/>
                  <p:cNvSpPr/>
                  <p:nvPr/>
                </p:nvSpPr>
                <p:spPr bwMode="gray">
                  <a:xfrm>
                    <a:off x="5989794" y="1224960"/>
                    <a:ext cx="2102038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1600" dirty="0">
                        <a:solidFill>
                          <a:srgbClr val="FBCDCE"/>
                        </a:solidFill>
                      </a:rPr>
                      <a:t>Enter text </a:t>
                    </a:r>
                    <a:r>
                      <a:rPr lang="en-US" sz="1600" dirty="0" smtClean="0">
                        <a:solidFill>
                          <a:srgbClr val="FBCDCE"/>
                        </a:solidFill>
                      </a:rPr>
                      <a:t>here.</a:t>
                    </a:r>
                    <a:endParaRPr lang="en-US" sz="1600" dirty="0">
                      <a:solidFill>
                        <a:srgbClr val="FBCDCE"/>
                      </a:solidFill>
                    </a:endParaRPr>
                  </a:p>
                </p:txBody>
              </p:sp>
              <p:sp>
                <p:nvSpPr>
                  <p:cNvPr id="80" name="Rechteck 79"/>
                  <p:cNvSpPr/>
                  <p:nvPr/>
                </p:nvSpPr>
                <p:spPr bwMode="gray">
                  <a:xfrm>
                    <a:off x="4276675" y="5695820"/>
                    <a:ext cx="3815157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1600" dirty="0" smtClean="0">
                        <a:solidFill>
                          <a:srgbClr val="FBCDCE"/>
                        </a:solidFill>
                      </a:rPr>
                      <a:t>Text</a:t>
                    </a:r>
                    <a:endParaRPr lang="en-US" sz="1600" dirty="0">
                      <a:solidFill>
                        <a:srgbClr val="FBCDCE"/>
                      </a:solidFill>
                    </a:endParaRPr>
                  </a:p>
                </p:txBody>
              </p:sp>
              <p:sp>
                <p:nvSpPr>
                  <p:cNvPr id="81" name="Rechteck 333"/>
                  <p:cNvSpPr/>
                  <p:nvPr/>
                </p:nvSpPr>
                <p:spPr bwMode="gray">
                  <a:xfrm flipH="1">
                    <a:off x="8091832" y="5576690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2" name="Rechteck 81"/>
                  <p:cNvSpPr/>
                  <p:nvPr/>
                </p:nvSpPr>
                <p:spPr bwMode="gray">
                  <a:xfrm rot="5400000">
                    <a:off x="7412920" y="4238648"/>
                    <a:ext cx="2136083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1600" dirty="0" smtClean="0">
                        <a:solidFill>
                          <a:srgbClr val="FBCDCE"/>
                        </a:solidFill>
                      </a:rPr>
                      <a:t>Text</a:t>
                    </a:r>
                    <a:endParaRPr lang="en-US" sz="1600" dirty="0">
                      <a:solidFill>
                        <a:srgbClr val="FBCDCE"/>
                      </a:solidFill>
                    </a:endParaRPr>
                  </a:p>
                </p:txBody>
              </p:sp>
              <p:sp>
                <p:nvSpPr>
                  <p:cNvPr id="83" name="Rechteck 82"/>
                  <p:cNvSpPr/>
                  <p:nvPr/>
                </p:nvSpPr>
                <p:spPr bwMode="gray">
                  <a:xfrm>
                    <a:off x="5989794" y="2781475"/>
                    <a:ext cx="2102038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lIns="36000" rIns="36000" rtlCol="0" anchor="ctr"/>
                  <a:lstStyle/>
                  <a:p>
                    <a:pPr algn="ctr"/>
                    <a:r>
                      <a:rPr lang="en-US" sz="1600" dirty="0" smtClean="0">
                        <a:solidFill>
                          <a:srgbClr val="FBCDCE"/>
                        </a:solidFill>
                      </a:rPr>
                      <a:t>Enter text here.</a:t>
                    </a:r>
                    <a:endParaRPr lang="en-US" sz="1600" dirty="0">
                      <a:solidFill>
                        <a:srgbClr val="FBCDCE"/>
                      </a:solidFill>
                    </a:endParaRPr>
                  </a:p>
                </p:txBody>
              </p:sp>
              <p:sp>
                <p:nvSpPr>
                  <p:cNvPr id="84" name="Rechteck 83"/>
                  <p:cNvSpPr/>
                  <p:nvPr/>
                </p:nvSpPr>
                <p:spPr bwMode="gray">
                  <a:xfrm>
                    <a:off x="5989794" y="2003218"/>
                    <a:ext cx="2102038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1600" dirty="0" smtClean="0">
                        <a:solidFill>
                          <a:srgbClr val="FBCDCE"/>
                        </a:solidFill>
                      </a:rPr>
                      <a:t>Enter text here.</a:t>
                    </a:r>
                    <a:endParaRPr lang="en-US" sz="1600" dirty="0">
                      <a:solidFill>
                        <a:srgbClr val="FBCDCE"/>
                      </a:solidFill>
                    </a:endParaRPr>
                  </a:p>
                </p:txBody>
              </p:sp>
              <p:sp>
                <p:nvSpPr>
                  <p:cNvPr id="85" name="Rechteck 333"/>
                  <p:cNvSpPr/>
                  <p:nvPr/>
                </p:nvSpPr>
                <p:spPr bwMode="gray">
                  <a:xfrm>
                    <a:off x="5330665" y="2662345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6" name="Rechteck 333"/>
                  <p:cNvSpPr/>
                  <p:nvPr/>
                </p:nvSpPr>
                <p:spPr bwMode="gray">
                  <a:xfrm flipV="1">
                    <a:off x="5330665" y="2003218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7" name="Rechteck 333"/>
                  <p:cNvSpPr/>
                  <p:nvPr/>
                </p:nvSpPr>
                <p:spPr bwMode="gray">
                  <a:xfrm flipH="1" flipV="1">
                    <a:off x="8091832" y="2781475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8" name="Rechteck 333"/>
                  <p:cNvSpPr/>
                  <p:nvPr/>
                </p:nvSpPr>
                <p:spPr bwMode="gray">
                  <a:xfrm flipH="1">
                    <a:off x="8091832" y="1884087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9" name="Rechteck 333"/>
                  <p:cNvSpPr/>
                  <p:nvPr/>
                </p:nvSpPr>
                <p:spPr bwMode="gray">
                  <a:xfrm flipH="1" flipV="1">
                    <a:off x="8091832" y="1224960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90" name="Rechteck 333"/>
                  <p:cNvSpPr/>
                  <p:nvPr/>
                </p:nvSpPr>
                <p:spPr bwMode="gray">
                  <a:xfrm flipV="1">
                    <a:off x="3617546" y="5695820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91" name="Rechteck 90"/>
                  <p:cNvSpPr/>
                  <p:nvPr/>
                </p:nvSpPr>
                <p:spPr bwMode="gray">
                  <a:xfrm rot="16200000">
                    <a:off x="3636022" y="6336475"/>
                    <a:ext cx="503049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dirty="0">
                      <a:solidFill>
                        <a:srgbClr val="F79A9E"/>
                      </a:solidFill>
                    </a:endParaRPr>
                  </a:p>
                </p:txBody>
              </p:sp>
              <p:sp>
                <p:nvSpPr>
                  <p:cNvPr id="92" name="Rechteck 333"/>
                  <p:cNvSpPr/>
                  <p:nvPr/>
                </p:nvSpPr>
                <p:spPr bwMode="gray">
                  <a:xfrm>
                    <a:off x="5330665" y="1105830"/>
                    <a:ext cx="659130" cy="6591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9130" h="659130">
                        <a:moveTo>
                          <a:pt x="0" y="0"/>
                        </a:moveTo>
                        <a:lnTo>
                          <a:pt x="540003" y="0"/>
                        </a:lnTo>
                        <a:cubicBezTo>
                          <a:pt x="540003" y="65793"/>
                          <a:pt x="593337" y="119128"/>
                          <a:pt x="659130" y="119128"/>
                        </a:cubicBezTo>
                        <a:lnTo>
                          <a:pt x="659130" y="659130"/>
                        </a:lnTo>
                        <a:cubicBezTo>
                          <a:pt x="295103" y="659130"/>
                          <a:pt x="0" y="3640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93" name="Rechteck 92"/>
                  <p:cNvSpPr/>
                  <p:nvPr/>
                </p:nvSpPr>
                <p:spPr bwMode="gray">
                  <a:xfrm rot="16200000">
                    <a:off x="5048179" y="282483"/>
                    <a:ext cx="1104972" cy="540000"/>
                  </a:xfrm>
                  <a:prstGeom prst="rect">
                    <a:avLst/>
                  </a:prstGeom>
                  <a:solidFill>
                    <a:srgbClr val="F3686D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dirty="0">
                      <a:solidFill>
                        <a:srgbClr val="F79A9E"/>
                      </a:solidFill>
                    </a:endParaRPr>
                  </a:p>
                </p:txBody>
              </p:sp>
            </p:grpSp>
            <p:sp>
              <p:nvSpPr>
                <p:cNvPr id="74" name="Pfeil nach unten 73"/>
                <p:cNvSpPr/>
                <p:nvPr/>
              </p:nvSpPr>
              <p:spPr bwMode="gray">
                <a:xfrm>
                  <a:off x="5502979" y="415880"/>
                  <a:ext cx="195372" cy="273205"/>
                </a:xfrm>
                <a:prstGeom prst="downArrow">
                  <a:avLst>
                    <a:gd name="adj1" fmla="val 50000"/>
                    <a:gd name="adj2" fmla="val 78033"/>
                  </a:avLst>
                </a:prstGeom>
                <a:noFill/>
                <a:ln w="28575">
                  <a:solidFill>
                    <a:srgbClr val="EF353C"/>
                  </a:solidFill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5" name="Pfeil nach unten 74"/>
                <p:cNvSpPr/>
                <p:nvPr/>
              </p:nvSpPr>
              <p:spPr bwMode="gray">
                <a:xfrm rot="5400000">
                  <a:off x="7857544" y="5829677"/>
                  <a:ext cx="195372" cy="273205"/>
                </a:xfrm>
                <a:prstGeom prst="downArrow">
                  <a:avLst>
                    <a:gd name="adj1" fmla="val 50000"/>
                    <a:gd name="adj2" fmla="val 78033"/>
                  </a:avLst>
                </a:prstGeom>
                <a:noFill/>
                <a:ln w="28575">
                  <a:solidFill>
                    <a:srgbClr val="EF353C"/>
                  </a:solidFill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6" name="Pfeil nach unten 75"/>
                <p:cNvSpPr/>
                <p:nvPr/>
              </p:nvSpPr>
              <p:spPr bwMode="gray">
                <a:xfrm>
                  <a:off x="8383275" y="1747486"/>
                  <a:ext cx="195372" cy="273205"/>
                </a:xfrm>
                <a:prstGeom prst="downArrow">
                  <a:avLst>
                    <a:gd name="adj1" fmla="val 50000"/>
                    <a:gd name="adj2" fmla="val 78033"/>
                  </a:avLst>
                </a:prstGeom>
                <a:noFill/>
                <a:ln w="28575">
                  <a:solidFill>
                    <a:srgbClr val="EF353C"/>
                  </a:solidFill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" name="Pfeil nach unten 76"/>
                <p:cNvSpPr/>
                <p:nvPr/>
              </p:nvSpPr>
              <p:spPr bwMode="gray">
                <a:xfrm>
                  <a:off x="5502979" y="2525744"/>
                  <a:ext cx="195372" cy="273205"/>
                </a:xfrm>
                <a:prstGeom prst="downArrow">
                  <a:avLst>
                    <a:gd name="adj1" fmla="val 50000"/>
                    <a:gd name="adj2" fmla="val 78033"/>
                  </a:avLst>
                </a:prstGeom>
                <a:noFill/>
                <a:ln w="28575">
                  <a:solidFill>
                    <a:srgbClr val="EF353C"/>
                  </a:solidFill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" name="Pfeil nach unten 77"/>
                <p:cNvSpPr/>
                <p:nvPr/>
              </p:nvSpPr>
              <p:spPr bwMode="gray">
                <a:xfrm rot="5400000">
                  <a:off x="4380366" y="5829678"/>
                  <a:ext cx="195372" cy="273205"/>
                </a:xfrm>
                <a:prstGeom prst="downArrow">
                  <a:avLst>
                    <a:gd name="adj1" fmla="val 50000"/>
                    <a:gd name="adj2" fmla="val 78033"/>
                  </a:avLst>
                </a:prstGeom>
                <a:noFill/>
                <a:ln w="28575">
                  <a:solidFill>
                    <a:srgbClr val="EF353C"/>
                  </a:solidFill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" name="Rechteck 7"/>
              <p:cNvSpPr/>
              <p:nvPr/>
            </p:nvSpPr>
            <p:spPr bwMode="gray">
              <a:xfrm>
                <a:off x="3138261" y="6244688"/>
                <a:ext cx="3324051" cy="217398"/>
              </a:xfrm>
              <a:prstGeom prst="rect">
                <a:avLst/>
              </a:prstGeom>
            </p:spPr>
            <p:txBody>
              <a:bodyPr wrap="square" lIns="72000" tIns="0" rIns="0" bIns="0" anchor="ctr">
                <a:noAutofit/>
              </a:bodyPr>
              <a:lstStyle/>
              <a:p>
                <a:pPr lvl="0"/>
                <a:r>
                  <a:rPr lang="en-US" sz="1000" dirty="0" smtClean="0">
                    <a:solidFill>
                      <a:srgbClr val="FBCDCE"/>
                    </a:solidFill>
                  </a:rPr>
                  <a:t>Additional </a:t>
                </a:r>
                <a:r>
                  <a:rPr lang="en-US" sz="1000" dirty="0">
                    <a:solidFill>
                      <a:srgbClr val="FBCDCE"/>
                    </a:solidFill>
                  </a:rPr>
                  <a:t>information can be put here</a:t>
                </a:r>
                <a:r>
                  <a:rPr lang="en-US" sz="1000" dirty="0" smtClean="0">
                    <a:solidFill>
                      <a:srgbClr val="FBCDCE"/>
                    </a:solidFill>
                  </a:rPr>
                  <a:t>.</a:t>
                </a:r>
                <a:endParaRPr lang="en-US" sz="2400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hteck 14"/>
              <p:cNvSpPr/>
              <p:nvPr/>
            </p:nvSpPr>
            <p:spPr bwMode="gray">
              <a:xfrm>
                <a:off x="5423856" y="4505348"/>
                <a:ext cx="761026" cy="1109937"/>
              </a:xfrm>
              <a:prstGeom prst="rect">
                <a:avLst/>
              </a:prstGeom>
            </p:spPr>
            <p:txBody>
              <a:bodyPr wrap="square" lIns="0" tIns="0" rIns="180000" bIns="0" anchor="b">
                <a:noAutofit/>
              </a:bodyPr>
              <a:lstStyle/>
              <a:p>
                <a:pPr lvl="0"/>
                <a:endParaRPr lang="en-US" sz="1000" dirty="0" smtClean="0">
                  <a:solidFill>
                    <a:srgbClr val="FBCDCE"/>
                  </a:solidFill>
                </a:endParaRPr>
              </a:p>
              <a:p>
                <a:pPr lvl="0"/>
                <a:r>
                  <a:rPr lang="en-US" sz="2000" b="1" dirty="0" smtClean="0">
                    <a:solidFill>
                      <a:srgbClr val="FFFFFF"/>
                    </a:solidFill>
                  </a:rPr>
                  <a:t>69%</a:t>
                </a:r>
              </a:p>
              <a:p>
                <a:pPr lvl="0"/>
                <a:r>
                  <a:rPr lang="en-US" sz="800" dirty="0" smtClean="0">
                    <a:solidFill>
                      <a:srgbClr val="FBCDCE"/>
                    </a:solidFill>
                  </a:rPr>
                  <a:t>This </a:t>
                </a:r>
                <a:r>
                  <a:rPr lang="en-US" sz="800" dirty="0">
                    <a:solidFill>
                      <a:srgbClr val="FBCDCE"/>
                    </a:solidFill>
                  </a:rPr>
                  <a:t>is a placeholder text. Replace this text with your own information. </a:t>
                </a:r>
              </a:p>
            </p:txBody>
          </p:sp>
          <p:grpSp>
            <p:nvGrpSpPr>
              <p:cNvPr id="16" name="Gruppieren 15"/>
              <p:cNvGrpSpPr/>
              <p:nvPr/>
            </p:nvGrpSpPr>
            <p:grpSpPr bwMode="gray">
              <a:xfrm>
                <a:off x="6662506" y="1301547"/>
                <a:ext cx="745040" cy="1580578"/>
                <a:chOff x="8845047" y="1224041"/>
                <a:chExt cx="989104" cy="2098353"/>
              </a:xfrm>
            </p:grpSpPr>
            <p:grpSp>
              <p:nvGrpSpPr>
                <p:cNvPr id="36" name="Gruppieren 35"/>
                <p:cNvGrpSpPr/>
                <p:nvPr/>
              </p:nvGrpSpPr>
              <p:grpSpPr bwMode="gray">
                <a:xfrm>
                  <a:off x="8845047" y="1224041"/>
                  <a:ext cx="895022" cy="540920"/>
                  <a:chOff x="8845047" y="1224041"/>
                  <a:chExt cx="895022" cy="540920"/>
                </a:xfrm>
              </p:grpSpPr>
              <p:sp>
                <p:nvSpPr>
                  <p:cNvPr id="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845047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182674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520304" y="1224041"/>
                    <a:ext cx="219765" cy="54092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" name="Rechteck 36"/>
                <p:cNvSpPr/>
                <p:nvPr/>
              </p:nvSpPr>
              <p:spPr bwMode="gray">
                <a:xfrm>
                  <a:off x="8845047" y="1851095"/>
                  <a:ext cx="989104" cy="1471299"/>
                </a:xfrm>
                <a:prstGeom prst="rect">
                  <a:avLst/>
                </a:prstGeom>
              </p:spPr>
              <p:txBody>
                <a:bodyPr wrap="square" lIns="72000" tIns="0" rIns="0" bIns="0" anchor="t">
                  <a:noAutofit/>
                </a:bodyPr>
                <a:lstStyle/>
                <a:p>
                  <a:r>
                    <a:rPr lang="en-US" sz="2000" dirty="0">
                      <a:solidFill>
                        <a:srgbClr val="FFFFFF"/>
                      </a:solidFill>
                    </a:rPr>
                    <a:t>Step</a:t>
                  </a:r>
                  <a:r>
                    <a:rPr lang="en-US" sz="2000" b="1" dirty="0">
                      <a:solidFill>
                        <a:srgbClr val="FFFFFF"/>
                      </a:solidFill>
                    </a:rPr>
                    <a:t> B</a:t>
                  </a:r>
                  <a:endParaRPr lang="en-US" sz="2000" b="1" dirty="0" smtClean="0">
                    <a:solidFill>
                      <a:srgbClr val="FFFFFF"/>
                    </a:solidFill>
                  </a:endParaRPr>
                </a:p>
                <a:p>
                  <a:pPr lvl="0"/>
                  <a:r>
                    <a:rPr lang="en-US" sz="1000" dirty="0" smtClean="0">
                      <a:solidFill>
                        <a:srgbClr val="FBCDCE"/>
                      </a:solidFill>
                    </a:rPr>
                    <a:t>Additional </a:t>
                  </a:r>
                  <a:r>
                    <a:rPr lang="en-US" sz="1000" dirty="0">
                      <a:solidFill>
                        <a:srgbClr val="FBCDCE"/>
                      </a:solidFill>
                    </a:rPr>
                    <a:t>information can be put here</a:t>
                  </a:r>
                  <a:r>
                    <a:rPr lang="en-US" sz="1000" dirty="0" smtClean="0">
                      <a:solidFill>
                        <a:srgbClr val="FBCDCE"/>
                      </a:solidFill>
                    </a:rPr>
                    <a:t>.</a:t>
                  </a:r>
                  <a:endParaRPr lang="en-US" sz="2400" b="1" dirty="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17" name="Gruppieren 16"/>
              <p:cNvGrpSpPr>
                <a:grpSpLocks noChangeAspect="1"/>
              </p:cNvGrpSpPr>
              <p:nvPr/>
            </p:nvGrpSpPr>
            <p:grpSpPr bwMode="gray">
              <a:xfrm>
                <a:off x="3278810" y="292487"/>
                <a:ext cx="596572" cy="519120"/>
                <a:chOff x="10310585" y="1774283"/>
                <a:chExt cx="287248" cy="249955"/>
              </a:xfrm>
            </p:grpSpPr>
            <p:sp>
              <p:nvSpPr>
                <p:cNvPr id="34" name="Freeform 12"/>
                <p:cNvSpPr>
                  <a:spLocks/>
                </p:cNvSpPr>
                <p:nvPr/>
              </p:nvSpPr>
              <p:spPr bwMode="gray">
                <a:xfrm>
                  <a:off x="10362984" y="1838955"/>
                  <a:ext cx="185283" cy="185283"/>
                </a:xfrm>
                <a:custGeom>
                  <a:avLst/>
                  <a:gdLst>
                    <a:gd name="T0" fmla="*/ 30 w 60"/>
                    <a:gd name="T1" fmla="*/ 0 h 60"/>
                    <a:gd name="T2" fmla="*/ 0 w 60"/>
                    <a:gd name="T3" fmla="*/ 22 h 60"/>
                    <a:gd name="T4" fmla="*/ 0 w 60"/>
                    <a:gd name="T5" fmla="*/ 52 h 60"/>
                    <a:gd name="T6" fmla="*/ 8 w 60"/>
                    <a:gd name="T7" fmla="*/ 60 h 60"/>
                    <a:gd name="T8" fmla="*/ 22 w 60"/>
                    <a:gd name="T9" fmla="*/ 60 h 60"/>
                    <a:gd name="T10" fmla="*/ 22 w 60"/>
                    <a:gd name="T11" fmla="*/ 32 h 60"/>
                    <a:gd name="T12" fmla="*/ 38 w 60"/>
                    <a:gd name="T13" fmla="*/ 32 h 60"/>
                    <a:gd name="T14" fmla="*/ 38 w 60"/>
                    <a:gd name="T15" fmla="*/ 60 h 60"/>
                    <a:gd name="T16" fmla="*/ 51 w 60"/>
                    <a:gd name="T17" fmla="*/ 60 h 60"/>
                    <a:gd name="T18" fmla="*/ 60 w 60"/>
                    <a:gd name="T19" fmla="*/ 52 h 60"/>
                    <a:gd name="T20" fmla="*/ 60 w 60"/>
                    <a:gd name="T21" fmla="*/ 22 h 60"/>
                    <a:gd name="T22" fmla="*/ 30 w 60"/>
                    <a:gd name="T23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0" h="60">
                      <a:moveTo>
                        <a:pt x="30" y="0"/>
                      </a:move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6"/>
                        <a:pt x="3" y="60"/>
                        <a:pt x="8" y="60"/>
                      </a:cubicBezTo>
                      <a:cubicBezTo>
                        <a:pt x="22" y="60"/>
                        <a:pt x="22" y="60"/>
                        <a:pt x="22" y="60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60"/>
                        <a:pt x="38" y="60"/>
                        <a:pt x="38" y="60"/>
                      </a:cubicBezTo>
                      <a:cubicBezTo>
                        <a:pt x="51" y="60"/>
                        <a:pt x="51" y="60"/>
                        <a:pt x="51" y="60"/>
                      </a:cubicBezTo>
                      <a:cubicBezTo>
                        <a:pt x="56" y="60"/>
                        <a:pt x="60" y="56"/>
                        <a:pt x="60" y="52"/>
                      </a:cubicBezTo>
                      <a:cubicBezTo>
                        <a:pt x="60" y="22"/>
                        <a:pt x="60" y="22"/>
                        <a:pt x="60" y="22"/>
                      </a:cubicBez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F79A9E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" name="Freeform 13"/>
                <p:cNvSpPr>
                  <a:spLocks/>
                </p:cNvSpPr>
                <p:nvPr/>
              </p:nvSpPr>
              <p:spPr bwMode="gray">
                <a:xfrm>
                  <a:off x="10310585" y="1774283"/>
                  <a:ext cx="287248" cy="126512"/>
                </a:xfrm>
                <a:custGeom>
                  <a:avLst/>
                  <a:gdLst>
                    <a:gd name="T0" fmla="*/ 3 w 93"/>
                    <a:gd name="T1" fmla="*/ 40 h 41"/>
                    <a:gd name="T2" fmla="*/ 7 w 93"/>
                    <a:gd name="T3" fmla="*/ 41 h 41"/>
                    <a:gd name="T4" fmla="*/ 47 w 93"/>
                    <a:gd name="T5" fmla="*/ 13 h 41"/>
                    <a:gd name="T6" fmla="*/ 47 w 93"/>
                    <a:gd name="T7" fmla="*/ 13 h 41"/>
                    <a:gd name="T8" fmla="*/ 47 w 93"/>
                    <a:gd name="T9" fmla="*/ 13 h 41"/>
                    <a:gd name="T10" fmla="*/ 47 w 93"/>
                    <a:gd name="T11" fmla="*/ 13 h 41"/>
                    <a:gd name="T12" fmla="*/ 47 w 93"/>
                    <a:gd name="T13" fmla="*/ 13 h 41"/>
                    <a:gd name="T14" fmla="*/ 86 w 93"/>
                    <a:gd name="T15" fmla="*/ 41 h 41"/>
                    <a:gd name="T16" fmla="*/ 90 w 93"/>
                    <a:gd name="T17" fmla="*/ 40 h 41"/>
                    <a:gd name="T18" fmla="*/ 92 w 93"/>
                    <a:gd name="T19" fmla="*/ 38 h 41"/>
                    <a:gd name="T20" fmla="*/ 91 w 93"/>
                    <a:gd name="T21" fmla="*/ 32 h 41"/>
                    <a:gd name="T22" fmla="*/ 80 w 93"/>
                    <a:gd name="T23" fmla="*/ 24 h 41"/>
                    <a:gd name="T24" fmla="*/ 76 w 93"/>
                    <a:gd name="T25" fmla="*/ 17 h 41"/>
                    <a:gd name="T26" fmla="*/ 76 w 93"/>
                    <a:gd name="T27" fmla="*/ 4 h 41"/>
                    <a:gd name="T28" fmla="*/ 72 w 93"/>
                    <a:gd name="T29" fmla="*/ 0 h 41"/>
                    <a:gd name="T30" fmla="*/ 68 w 93"/>
                    <a:gd name="T31" fmla="*/ 0 h 41"/>
                    <a:gd name="T32" fmla="*/ 64 w 93"/>
                    <a:gd name="T33" fmla="*/ 4 h 41"/>
                    <a:gd name="T34" fmla="*/ 64 w 93"/>
                    <a:gd name="T35" fmla="*/ 9 h 41"/>
                    <a:gd name="T36" fmla="*/ 61 w 93"/>
                    <a:gd name="T37" fmla="*/ 10 h 41"/>
                    <a:gd name="T38" fmla="*/ 50 w 93"/>
                    <a:gd name="T39" fmla="*/ 2 h 41"/>
                    <a:gd name="T40" fmla="*/ 47 w 93"/>
                    <a:gd name="T41" fmla="*/ 0 h 41"/>
                    <a:gd name="T42" fmla="*/ 47 w 93"/>
                    <a:gd name="T43" fmla="*/ 0 h 41"/>
                    <a:gd name="T44" fmla="*/ 47 w 93"/>
                    <a:gd name="T45" fmla="*/ 0 h 41"/>
                    <a:gd name="T46" fmla="*/ 47 w 93"/>
                    <a:gd name="T47" fmla="*/ 0 h 41"/>
                    <a:gd name="T48" fmla="*/ 43 w 93"/>
                    <a:gd name="T49" fmla="*/ 2 h 41"/>
                    <a:gd name="T50" fmla="*/ 3 w 93"/>
                    <a:gd name="T51" fmla="*/ 32 h 41"/>
                    <a:gd name="T52" fmla="*/ 2 w 93"/>
                    <a:gd name="T53" fmla="*/ 38 h 41"/>
                    <a:gd name="T54" fmla="*/ 3 w 93"/>
                    <a:gd name="T55" fmla="*/ 4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93" h="41">
                      <a:moveTo>
                        <a:pt x="3" y="40"/>
                      </a:moveTo>
                      <a:cubicBezTo>
                        <a:pt x="4" y="41"/>
                        <a:pt x="5" y="41"/>
                        <a:pt x="7" y="41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86" y="41"/>
                        <a:pt x="86" y="41"/>
                        <a:pt x="86" y="41"/>
                      </a:cubicBezTo>
                      <a:cubicBezTo>
                        <a:pt x="88" y="41"/>
                        <a:pt x="89" y="41"/>
                        <a:pt x="90" y="40"/>
                      </a:cubicBezTo>
                      <a:cubicBezTo>
                        <a:pt x="92" y="38"/>
                        <a:pt x="92" y="38"/>
                        <a:pt x="92" y="38"/>
                      </a:cubicBezTo>
                      <a:cubicBezTo>
                        <a:pt x="93" y="36"/>
                        <a:pt x="93" y="33"/>
                        <a:pt x="91" y="32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78" y="23"/>
                        <a:pt x="76" y="20"/>
                        <a:pt x="76" y="17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2"/>
                        <a:pt x="74" y="0"/>
                        <a:pt x="72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6" y="0"/>
                        <a:pt x="64" y="2"/>
                        <a:pt x="64" y="4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11"/>
                        <a:pt x="63" y="12"/>
                        <a:pt x="61" y="10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48" y="1"/>
                        <a:pt x="47" y="0"/>
                        <a:pt x="47" y="0"/>
                      </a:cubicBez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7" y="0"/>
                        <a:pt x="45" y="1"/>
                        <a:pt x="43" y="2"/>
                      </a:cubicBez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1" y="33"/>
                        <a:pt x="0" y="36"/>
                        <a:pt x="2" y="38"/>
                      </a:cubicBezTo>
                      <a:lnTo>
                        <a:pt x="3" y="40"/>
                      </a:lnTo>
                      <a:close/>
                    </a:path>
                  </a:pathLst>
                </a:custGeom>
                <a:solidFill>
                  <a:srgbClr val="F79A9E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18" name="Rechteck 17"/>
              <p:cNvSpPr/>
              <p:nvPr/>
            </p:nvSpPr>
            <p:spPr bwMode="gray">
              <a:xfrm>
                <a:off x="4483449" y="250162"/>
                <a:ext cx="1611700" cy="677038"/>
              </a:xfrm>
              <a:prstGeom prst="rect">
                <a:avLst/>
              </a:prstGeom>
            </p:spPr>
            <p:txBody>
              <a:bodyPr wrap="square" lIns="72000" tIns="0" rIns="0" bIns="0" anchor="b">
                <a:noAutofit/>
              </a:bodyPr>
              <a:lstStyle/>
              <a:p>
                <a:pPr lvl="0"/>
                <a:r>
                  <a:rPr lang="en-US" sz="2000" dirty="0" smtClean="0">
                    <a:solidFill>
                      <a:srgbClr val="FFFFFF"/>
                    </a:solidFill>
                  </a:rPr>
                  <a:t>Step</a:t>
                </a:r>
                <a:r>
                  <a:rPr lang="en-US" sz="2000" b="1" dirty="0" smtClean="0">
                    <a:solidFill>
                      <a:srgbClr val="FFFFFF"/>
                    </a:solidFill>
                  </a:rPr>
                  <a:t> A</a:t>
                </a:r>
                <a:endParaRPr lang="en-US" sz="2000" b="1" dirty="0">
                  <a:solidFill>
                    <a:srgbClr val="FFFFFF"/>
                  </a:solidFill>
                </a:endParaRPr>
              </a:p>
              <a:p>
                <a:pPr lvl="0"/>
                <a:r>
                  <a:rPr lang="en-US" sz="1000" dirty="0">
                    <a:solidFill>
                      <a:srgbClr val="FBCDCE"/>
                    </a:solidFill>
                  </a:rPr>
                  <a:t>Replace this text with your own information. </a:t>
                </a:r>
              </a:p>
            </p:txBody>
          </p:sp>
          <p:grpSp>
            <p:nvGrpSpPr>
              <p:cNvPr id="19" name="Gruppieren 18"/>
              <p:cNvGrpSpPr/>
              <p:nvPr/>
            </p:nvGrpSpPr>
            <p:grpSpPr bwMode="gray">
              <a:xfrm>
                <a:off x="3267586" y="2267127"/>
                <a:ext cx="747722" cy="1084130"/>
                <a:chOff x="4338000" y="2121429"/>
                <a:chExt cx="992665" cy="1439275"/>
              </a:xfrm>
            </p:grpSpPr>
            <p:grpSp>
              <p:nvGrpSpPr>
                <p:cNvPr id="29" name="Gruppieren 28"/>
                <p:cNvGrpSpPr/>
                <p:nvPr/>
              </p:nvGrpSpPr>
              <p:grpSpPr bwMode="gray">
                <a:xfrm>
                  <a:off x="4338000" y="2121429"/>
                  <a:ext cx="895019" cy="540919"/>
                  <a:chOff x="8845047" y="1224041"/>
                  <a:chExt cx="895019" cy="540919"/>
                </a:xfrm>
              </p:grpSpPr>
              <p:sp>
                <p:nvSpPr>
                  <p:cNvPr id="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845047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182674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520302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" name="Rechteck 29"/>
                <p:cNvSpPr/>
                <p:nvPr/>
              </p:nvSpPr>
              <p:spPr bwMode="gray">
                <a:xfrm>
                  <a:off x="4342215" y="2781475"/>
                  <a:ext cx="988450" cy="779229"/>
                </a:xfrm>
                <a:prstGeom prst="rect">
                  <a:avLst/>
                </a:prstGeom>
              </p:spPr>
              <p:txBody>
                <a:bodyPr wrap="square" lIns="72000" tIns="0" rIns="0" bIns="0" anchor="t">
                  <a:noAutofit/>
                </a:bodyPr>
                <a:lstStyle/>
                <a:p>
                  <a:pPr lvl="0"/>
                  <a:r>
                    <a:rPr lang="en-US" dirty="0">
                      <a:solidFill>
                        <a:srgbClr val="FFFFFF"/>
                      </a:solidFill>
                    </a:rPr>
                    <a:t>Step</a:t>
                  </a:r>
                  <a:r>
                    <a:rPr lang="en-US" b="1" dirty="0">
                      <a:solidFill>
                        <a:srgbClr val="FFFFFF"/>
                      </a:solidFill>
                    </a:rPr>
                    <a:t> </a:t>
                  </a:r>
                  <a:r>
                    <a:rPr lang="en-US" b="1" dirty="0" smtClean="0">
                      <a:solidFill>
                        <a:srgbClr val="FFFFFF"/>
                      </a:solidFill>
                    </a:rPr>
                    <a:t>C</a:t>
                  </a:r>
                  <a:endParaRPr lang="en-US" b="1" dirty="0">
                    <a:solidFill>
                      <a:srgbClr val="FFFFFF"/>
                    </a:solidFill>
                  </a:endParaRPr>
                </a:p>
                <a:p>
                  <a:pPr lvl="0"/>
                  <a:r>
                    <a:rPr lang="en-US" sz="1000" dirty="0" smtClean="0">
                      <a:solidFill>
                        <a:srgbClr val="FBCDCE"/>
                      </a:solidFill>
                    </a:rPr>
                    <a:t>Replace this </a:t>
                  </a:r>
                  <a:endParaRPr lang="en-US" sz="1000" dirty="0">
                    <a:solidFill>
                      <a:srgbClr val="FBCDCE"/>
                    </a:solidFill>
                  </a:endParaRPr>
                </a:p>
              </p:txBody>
            </p:sp>
          </p:grpSp>
          <p:grpSp>
            <p:nvGrpSpPr>
              <p:cNvPr id="20" name="Gruppieren 19"/>
              <p:cNvGrpSpPr/>
              <p:nvPr/>
            </p:nvGrpSpPr>
            <p:grpSpPr bwMode="gray">
              <a:xfrm>
                <a:off x="6653149" y="4957829"/>
                <a:ext cx="759970" cy="1311112"/>
                <a:chOff x="8825226" y="4496126"/>
                <a:chExt cx="1008925" cy="1740613"/>
              </a:xfrm>
            </p:grpSpPr>
            <p:grpSp>
              <p:nvGrpSpPr>
                <p:cNvPr id="24" name="Gruppieren 23"/>
                <p:cNvGrpSpPr/>
                <p:nvPr/>
              </p:nvGrpSpPr>
              <p:grpSpPr bwMode="gray">
                <a:xfrm>
                  <a:off x="8825226" y="5695820"/>
                  <a:ext cx="895019" cy="540919"/>
                  <a:chOff x="8845047" y="1224041"/>
                  <a:chExt cx="895019" cy="540919"/>
                </a:xfrm>
              </p:grpSpPr>
              <p:sp>
                <p:nvSpPr>
                  <p:cNvPr id="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845047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182674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520302" y="1224041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" name="Rechteck 24"/>
                <p:cNvSpPr/>
                <p:nvPr/>
              </p:nvSpPr>
              <p:spPr bwMode="gray">
                <a:xfrm>
                  <a:off x="8845047" y="4496126"/>
                  <a:ext cx="989104" cy="1080564"/>
                </a:xfrm>
                <a:prstGeom prst="rect">
                  <a:avLst/>
                </a:prstGeom>
              </p:spPr>
              <p:txBody>
                <a:bodyPr wrap="square" lIns="72000" tIns="0" rIns="0" bIns="0" anchor="b">
                  <a:noAutofit/>
                </a:bodyPr>
                <a:lstStyle/>
                <a:p>
                  <a:r>
                    <a:rPr lang="en-US" dirty="0">
                      <a:solidFill>
                        <a:srgbClr val="FFFFFF"/>
                      </a:solidFill>
                    </a:rPr>
                    <a:t>Step</a:t>
                  </a:r>
                  <a:r>
                    <a:rPr lang="en-US" b="1" dirty="0">
                      <a:solidFill>
                        <a:srgbClr val="FFFFFF"/>
                      </a:solidFill>
                    </a:rPr>
                    <a:t> </a:t>
                  </a:r>
                  <a:r>
                    <a:rPr lang="en-US" b="1" dirty="0" smtClean="0">
                      <a:solidFill>
                        <a:srgbClr val="FFFFFF"/>
                      </a:solidFill>
                    </a:rPr>
                    <a:t>D</a:t>
                  </a:r>
                </a:p>
                <a:p>
                  <a:pPr lvl="0"/>
                  <a:r>
                    <a:rPr lang="en-US" sz="1000" dirty="0" smtClean="0">
                      <a:solidFill>
                        <a:srgbClr val="FBCDCE"/>
                      </a:solidFill>
                    </a:rPr>
                    <a:t>Additional </a:t>
                  </a:r>
                  <a:r>
                    <a:rPr lang="en-US" sz="1000" dirty="0">
                      <a:solidFill>
                        <a:srgbClr val="FBCDCE"/>
                      </a:solidFill>
                    </a:rPr>
                    <a:t>information can be put here</a:t>
                  </a:r>
                  <a:r>
                    <a:rPr lang="en-US" sz="1000" dirty="0" smtClean="0">
                      <a:solidFill>
                        <a:srgbClr val="FBCDCE"/>
                      </a:solidFill>
                    </a:rPr>
                    <a:t>.</a:t>
                  </a:r>
                  <a:endParaRPr lang="en-US" sz="2400" b="1" dirty="0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21" name="Freeform 6"/>
              <p:cNvSpPr>
                <a:spLocks noChangeAspect="1" noEditPoints="1"/>
              </p:cNvSpPr>
              <p:nvPr/>
            </p:nvSpPr>
            <p:spPr bwMode="gray">
              <a:xfrm flipH="1">
                <a:off x="3730585" y="1355327"/>
                <a:ext cx="672499" cy="359575"/>
              </a:xfrm>
              <a:custGeom>
                <a:avLst/>
                <a:gdLst>
                  <a:gd name="T0" fmla="*/ 278 w 397"/>
                  <a:gd name="T1" fmla="*/ 81 h 212"/>
                  <a:gd name="T2" fmla="*/ 264 w 397"/>
                  <a:gd name="T3" fmla="*/ 98 h 212"/>
                  <a:gd name="T4" fmla="*/ 258 w 397"/>
                  <a:gd name="T5" fmla="*/ 104 h 212"/>
                  <a:gd name="T6" fmla="*/ 241 w 397"/>
                  <a:gd name="T7" fmla="*/ 118 h 212"/>
                  <a:gd name="T8" fmla="*/ 241 w 397"/>
                  <a:gd name="T9" fmla="*/ 98 h 212"/>
                  <a:gd name="T10" fmla="*/ 220 w 397"/>
                  <a:gd name="T11" fmla="*/ 98 h 212"/>
                  <a:gd name="T12" fmla="*/ 235 w 397"/>
                  <a:gd name="T13" fmla="*/ 81 h 212"/>
                  <a:gd name="T14" fmla="*/ 241 w 397"/>
                  <a:gd name="T15" fmla="*/ 75 h 212"/>
                  <a:gd name="T16" fmla="*/ 258 w 397"/>
                  <a:gd name="T17" fmla="*/ 61 h 212"/>
                  <a:gd name="T18" fmla="*/ 258 w 397"/>
                  <a:gd name="T19" fmla="*/ 81 h 212"/>
                  <a:gd name="T20" fmla="*/ 397 w 397"/>
                  <a:gd name="T21" fmla="*/ 149 h 212"/>
                  <a:gd name="T22" fmla="*/ 395 w 397"/>
                  <a:gd name="T23" fmla="*/ 179 h 212"/>
                  <a:gd name="T24" fmla="*/ 329 w 397"/>
                  <a:gd name="T25" fmla="*/ 138 h 212"/>
                  <a:gd name="T26" fmla="*/ 110 w 397"/>
                  <a:gd name="T27" fmla="*/ 179 h 212"/>
                  <a:gd name="T28" fmla="*/ 28 w 397"/>
                  <a:gd name="T29" fmla="*/ 179 h 212"/>
                  <a:gd name="T30" fmla="*/ 0 w 397"/>
                  <a:gd name="T31" fmla="*/ 177 h 212"/>
                  <a:gd name="T32" fmla="*/ 3 w 397"/>
                  <a:gd name="T33" fmla="*/ 146 h 212"/>
                  <a:gd name="T34" fmla="*/ 12 w 397"/>
                  <a:gd name="T35" fmla="*/ 117 h 212"/>
                  <a:gd name="T36" fmla="*/ 55 w 397"/>
                  <a:gd name="T37" fmla="*/ 100 h 212"/>
                  <a:gd name="T38" fmla="*/ 81 w 397"/>
                  <a:gd name="T39" fmla="*/ 35 h 212"/>
                  <a:gd name="T40" fmla="*/ 138 w 397"/>
                  <a:gd name="T41" fmla="*/ 0 h 212"/>
                  <a:gd name="T42" fmla="*/ 387 w 397"/>
                  <a:gd name="T43" fmla="*/ 146 h 212"/>
                  <a:gd name="T44" fmla="*/ 397 w 397"/>
                  <a:gd name="T45" fmla="*/ 149 h 212"/>
                  <a:gd name="T46" fmla="*/ 116 w 397"/>
                  <a:gd name="T47" fmla="*/ 44 h 212"/>
                  <a:gd name="T48" fmla="*/ 83 w 397"/>
                  <a:gd name="T49" fmla="*/ 49 h 212"/>
                  <a:gd name="T50" fmla="*/ 73 w 397"/>
                  <a:gd name="T51" fmla="*/ 99 h 212"/>
                  <a:gd name="T52" fmla="*/ 121 w 397"/>
                  <a:gd name="T53" fmla="*/ 93 h 212"/>
                  <a:gd name="T54" fmla="*/ 304 w 397"/>
                  <a:gd name="T55" fmla="*/ 90 h 212"/>
                  <a:gd name="T56" fmla="*/ 195 w 397"/>
                  <a:gd name="T57" fmla="*/ 90 h 212"/>
                  <a:gd name="T58" fmla="*/ 304 w 397"/>
                  <a:gd name="T59" fmla="*/ 90 h 212"/>
                  <a:gd name="T60" fmla="*/ 372 w 397"/>
                  <a:gd name="T61" fmla="*/ 8 h 212"/>
                  <a:gd name="T62" fmla="*/ 356 w 397"/>
                  <a:gd name="T63" fmla="*/ 14 h 212"/>
                  <a:gd name="T64" fmla="*/ 362 w 397"/>
                  <a:gd name="T65" fmla="*/ 22 h 212"/>
                  <a:gd name="T66" fmla="*/ 377 w 397"/>
                  <a:gd name="T67" fmla="*/ 17 h 212"/>
                  <a:gd name="T68" fmla="*/ 299 w 397"/>
                  <a:gd name="T69" fmla="*/ 90 h 212"/>
                  <a:gd name="T70" fmla="*/ 199 w 397"/>
                  <a:gd name="T71" fmla="*/ 90 h 212"/>
                  <a:gd name="T72" fmla="*/ 299 w 397"/>
                  <a:gd name="T73" fmla="*/ 90 h 212"/>
                  <a:gd name="T74" fmla="*/ 264 w 397"/>
                  <a:gd name="T75" fmla="*/ 75 h 212"/>
                  <a:gd name="T76" fmla="*/ 235 w 397"/>
                  <a:gd name="T77" fmla="*/ 55 h 212"/>
                  <a:gd name="T78" fmla="*/ 214 w 397"/>
                  <a:gd name="T79" fmla="*/ 75 h 212"/>
                  <a:gd name="T80" fmla="*/ 235 w 397"/>
                  <a:gd name="T81" fmla="*/ 104 h 212"/>
                  <a:gd name="T82" fmla="*/ 264 w 397"/>
                  <a:gd name="T83" fmla="*/ 124 h 212"/>
                  <a:gd name="T84" fmla="*/ 284 w 397"/>
                  <a:gd name="T85" fmla="*/ 104 h 212"/>
                  <a:gd name="T86" fmla="*/ 106 w 397"/>
                  <a:gd name="T87" fmla="*/ 29 h 212"/>
                  <a:gd name="T88" fmla="*/ 132 w 397"/>
                  <a:gd name="T89" fmla="*/ 24 h 212"/>
                  <a:gd name="T90" fmla="*/ 127 w 397"/>
                  <a:gd name="T91" fmla="*/ 8 h 212"/>
                  <a:gd name="T92" fmla="*/ 101 w 397"/>
                  <a:gd name="T93" fmla="*/ 14 h 212"/>
                  <a:gd name="T94" fmla="*/ 106 w 397"/>
                  <a:gd name="T95" fmla="*/ 29 h 212"/>
                  <a:gd name="T96" fmla="*/ 69 w 397"/>
                  <a:gd name="T97" fmla="*/ 212 h 212"/>
                  <a:gd name="T98" fmla="*/ 69 w 397"/>
                  <a:gd name="T99" fmla="*/ 146 h 212"/>
                  <a:gd name="T100" fmla="*/ 86 w 397"/>
                  <a:gd name="T101" fmla="*/ 179 h 212"/>
                  <a:gd name="T102" fmla="*/ 52 w 397"/>
                  <a:gd name="T103" fmla="*/ 179 h 212"/>
                  <a:gd name="T104" fmla="*/ 86 w 397"/>
                  <a:gd name="T105" fmla="*/ 179 h 212"/>
                  <a:gd name="T106" fmla="*/ 329 w 397"/>
                  <a:gd name="T107" fmla="*/ 212 h 212"/>
                  <a:gd name="T108" fmla="*/ 329 w 397"/>
                  <a:gd name="T109" fmla="*/ 146 h 212"/>
                  <a:gd name="T110" fmla="*/ 346 w 397"/>
                  <a:gd name="T111" fmla="*/ 179 h 212"/>
                  <a:gd name="T112" fmla="*/ 311 w 397"/>
                  <a:gd name="T113" fmla="*/ 179 h 212"/>
                  <a:gd name="T114" fmla="*/ 346 w 397"/>
                  <a:gd name="T115" fmla="*/ 179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7" h="212">
                    <a:moveTo>
                      <a:pt x="264" y="81"/>
                    </a:moveTo>
                    <a:cubicBezTo>
                      <a:pt x="278" y="81"/>
                      <a:pt x="278" y="81"/>
                      <a:pt x="278" y="81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64" y="98"/>
                      <a:pt x="264" y="98"/>
                      <a:pt x="264" y="98"/>
                    </a:cubicBezTo>
                    <a:cubicBezTo>
                      <a:pt x="258" y="98"/>
                      <a:pt x="258" y="98"/>
                      <a:pt x="258" y="98"/>
                    </a:cubicBezTo>
                    <a:cubicBezTo>
                      <a:pt x="258" y="104"/>
                      <a:pt x="258" y="104"/>
                      <a:pt x="258" y="104"/>
                    </a:cubicBezTo>
                    <a:cubicBezTo>
                      <a:pt x="258" y="118"/>
                      <a:pt x="258" y="118"/>
                      <a:pt x="258" y="118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1" y="104"/>
                      <a:pt x="241" y="104"/>
                      <a:pt x="241" y="104"/>
                    </a:cubicBezTo>
                    <a:cubicBezTo>
                      <a:pt x="241" y="98"/>
                      <a:pt x="241" y="98"/>
                      <a:pt x="241" y="98"/>
                    </a:cubicBezTo>
                    <a:cubicBezTo>
                      <a:pt x="235" y="98"/>
                      <a:pt x="235" y="98"/>
                      <a:pt x="235" y="98"/>
                    </a:cubicBezTo>
                    <a:cubicBezTo>
                      <a:pt x="220" y="98"/>
                      <a:pt x="220" y="98"/>
                      <a:pt x="220" y="98"/>
                    </a:cubicBezTo>
                    <a:cubicBezTo>
                      <a:pt x="220" y="81"/>
                      <a:pt x="220" y="81"/>
                      <a:pt x="220" y="81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41" y="81"/>
                      <a:pt x="241" y="81"/>
                      <a:pt x="241" y="81"/>
                    </a:cubicBezTo>
                    <a:cubicBezTo>
                      <a:pt x="241" y="75"/>
                      <a:pt x="241" y="75"/>
                      <a:pt x="241" y="75"/>
                    </a:cubicBezTo>
                    <a:cubicBezTo>
                      <a:pt x="241" y="61"/>
                      <a:pt x="241" y="61"/>
                      <a:pt x="241" y="61"/>
                    </a:cubicBezTo>
                    <a:cubicBezTo>
                      <a:pt x="258" y="61"/>
                      <a:pt x="258" y="61"/>
                      <a:pt x="258" y="61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81"/>
                      <a:pt x="258" y="81"/>
                      <a:pt x="258" y="81"/>
                    </a:cubicBezTo>
                    <a:lnTo>
                      <a:pt x="264" y="81"/>
                    </a:lnTo>
                    <a:close/>
                    <a:moveTo>
                      <a:pt x="397" y="149"/>
                    </a:moveTo>
                    <a:cubicBezTo>
                      <a:pt x="397" y="177"/>
                      <a:pt x="397" y="177"/>
                      <a:pt x="397" y="177"/>
                    </a:cubicBezTo>
                    <a:cubicBezTo>
                      <a:pt x="397" y="178"/>
                      <a:pt x="396" y="179"/>
                      <a:pt x="395" y="179"/>
                    </a:cubicBezTo>
                    <a:cubicBezTo>
                      <a:pt x="369" y="179"/>
                      <a:pt x="369" y="179"/>
                      <a:pt x="369" y="179"/>
                    </a:cubicBezTo>
                    <a:cubicBezTo>
                      <a:pt x="369" y="157"/>
                      <a:pt x="351" y="138"/>
                      <a:pt x="329" y="138"/>
                    </a:cubicBezTo>
                    <a:cubicBezTo>
                      <a:pt x="306" y="138"/>
                      <a:pt x="288" y="157"/>
                      <a:pt x="288" y="179"/>
                    </a:cubicBezTo>
                    <a:cubicBezTo>
                      <a:pt x="110" y="179"/>
                      <a:pt x="110" y="179"/>
                      <a:pt x="110" y="179"/>
                    </a:cubicBezTo>
                    <a:cubicBezTo>
                      <a:pt x="110" y="157"/>
                      <a:pt x="92" y="138"/>
                      <a:pt x="69" y="138"/>
                    </a:cubicBezTo>
                    <a:cubicBezTo>
                      <a:pt x="46" y="138"/>
                      <a:pt x="28" y="157"/>
                      <a:pt x="28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2" y="179"/>
                      <a:pt x="0" y="178"/>
                      <a:pt x="0" y="177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7"/>
                      <a:pt x="2" y="146"/>
                      <a:pt x="3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4"/>
                      <a:pt x="15" y="111"/>
                      <a:pt x="17" y="111"/>
                    </a:cubicBezTo>
                    <a:cubicBezTo>
                      <a:pt x="55" y="100"/>
                      <a:pt x="55" y="100"/>
                      <a:pt x="55" y="10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5" y="37"/>
                      <a:pt x="78" y="35"/>
                      <a:pt x="81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387" y="0"/>
                      <a:pt x="387" y="0"/>
                      <a:pt x="387" y="0"/>
                    </a:cubicBezTo>
                    <a:cubicBezTo>
                      <a:pt x="387" y="146"/>
                      <a:pt x="387" y="146"/>
                      <a:pt x="387" y="146"/>
                    </a:cubicBezTo>
                    <a:cubicBezTo>
                      <a:pt x="395" y="146"/>
                      <a:pt x="395" y="146"/>
                      <a:pt x="395" y="146"/>
                    </a:cubicBezTo>
                    <a:cubicBezTo>
                      <a:pt x="396" y="146"/>
                      <a:pt x="397" y="147"/>
                      <a:pt x="397" y="149"/>
                    </a:cubicBezTo>
                    <a:close/>
                    <a:moveTo>
                      <a:pt x="121" y="50"/>
                    </a:moveTo>
                    <a:cubicBezTo>
                      <a:pt x="121" y="47"/>
                      <a:pt x="119" y="44"/>
                      <a:pt x="116" y="44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6" y="44"/>
                      <a:pt x="83" y="47"/>
                      <a:pt x="83" y="49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8" y="96"/>
                      <a:pt x="70" y="99"/>
                      <a:pt x="73" y="99"/>
                    </a:cubicBezTo>
                    <a:cubicBezTo>
                      <a:pt x="116" y="99"/>
                      <a:pt x="116" y="99"/>
                      <a:pt x="116" y="99"/>
                    </a:cubicBezTo>
                    <a:cubicBezTo>
                      <a:pt x="119" y="99"/>
                      <a:pt x="121" y="96"/>
                      <a:pt x="121" y="93"/>
                    </a:cubicBezTo>
                    <a:lnTo>
                      <a:pt x="121" y="50"/>
                    </a:lnTo>
                    <a:close/>
                    <a:moveTo>
                      <a:pt x="304" y="90"/>
                    </a:moveTo>
                    <a:cubicBezTo>
                      <a:pt x="304" y="60"/>
                      <a:pt x="279" y="35"/>
                      <a:pt x="249" y="35"/>
                    </a:cubicBezTo>
                    <a:cubicBezTo>
                      <a:pt x="219" y="35"/>
                      <a:pt x="195" y="60"/>
                      <a:pt x="195" y="90"/>
                    </a:cubicBezTo>
                    <a:cubicBezTo>
                      <a:pt x="195" y="120"/>
                      <a:pt x="219" y="144"/>
                      <a:pt x="249" y="144"/>
                    </a:cubicBezTo>
                    <a:cubicBezTo>
                      <a:pt x="279" y="144"/>
                      <a:pt x="304" y="120"/>
                      <a:pt x="304" y="90"/>
                    </a:cubicBezTo>
                    <a:close/>
                    <a:moveTo>
                      <a:pt x="377" y="14"/>
                    </a:moveTo>
                    <a:cubicBezTo>
                      <a:pt x="377" y="11"/>
                      <a:pt x="375" y="8"/>
                      <a:pt x="372" y="8"/>
                    </a:cubicBezTo>
                    <a:cubicBezTo>
                      <a:pt x="362" y="8"/>
                      <a:pt x="362" y="8"/>
                      <a:pt x="362" y="8"/>
                    </a:cubicBezTo>
                    <a:cubicBezTo>
                      <a:pt x="359" y="8"/>
                      <a:pt x="356" y="11"/>
                      <a:pt x="356" y="14"/>
                    </a:cubicBezTo>
                    <a:cubicBezTo>
                      <a:pt x="356" y="17"/>
                      <a:pt x="356" y="17"/>
                      <a:pt x="356" y="17"/>
                    </a:cubicBezTo>
                    <a:cubicBezTo>
                      <a:pt x="356" y="20"/>
                      <a:pt x="359" y="22"/>
                      <a:pt x="362" y="22"/>
                    </a:cubicBezTo>
                    <a:cubicBezTo>
                      <a:pt x="372" y="22"/>
                      <a:pt x="372" y="22"/>
                      <a:pt x="372" y="22"/>
                    </a:cubicBezTo>
                    <a:cubicBezTo>
                      <a:pt x="375" y="22"/>
                      <a:pt x="377" y="20"/>
                      <a:pt x="377" y="17"/>
                    </a:cubicBezTo>
                    <a:lnTo>
                      <a:pt x="377" y="14"/>
                    </a:lnTo>
                    <a:close/>
                    <a:moveTo>
                      <a:pt x="299" y="90"/>
                    </a:moveTo>
                    <a:cubicBezTo>
                      <a:pt x="299" y="117"/>
                      <a:pt x="276" y="139"/>
                      <a:pt x="249" y="139"/>
                    </a:cubicBezTo>
                    <a:cubicBezTo>
                      <a:pt x="222" y="139"/>
                      <a:pt x="199" y="117"/>
                      <a:pt x="199" y="90"/>
                    </a:cubicBezTo>
                    <a:cubicBezTo>
                      <a:pt x="199" y="62"/>
                      <a:pt x="222" y="40"/>
                      <a:pt x="249" y="40"/>
                    </a:cubicBezTo>
                    <a:cubicBezTo>
                      <a:pt x="276" y="40"/>
                      <a:pt x="299" y="62"/>
                      <a:pt x="299" y="90"/>
                    </a:cubicBezTo>
                    <a:close/>
                    <a:moveTo>
                      <a:pt x="284" y="75"/>
                    </a:moveTo>
                    <a:cubicBezTo>
                      <a:pt x="264" y="75"/>
                      <a:pt x="264" y="75"/>
                      <a:pt x="264" y="75"/>
                    </a:cubicBezTo>
                    <a:cubicBezTo>
                      <a:pt x="264" y="55"/>
                      <a:pt x="264" y="55"/>
                      <a:pt x="26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75"/>
                      <a:pt x="235" y="75"/>
                      <a:pt x="235" y="75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4" y="104"/>
                      <a:pt x="214" y="104"/>
                      <a:pt x="214" y="104"/>
                    </a:cubicBezTo>
                    <a:cubicBezTo>
                      <a:pt x="235" y="104"/>
                      <a:pt x="235" y="104"/>
                      <a:pt x="235" y="104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64" y="124"/>
                      <a:pt x="264" y="124"/>
                      <a:pt x="264" y="124"/>
                    </a:cubicBezTo>
                    <a:cubicBezTo>
                      <a:pt x="264" y="104"/>
                      <a:pt x="264" y="104"/>
                      <a:pt x="264" y="104"/>
                    </a:cubicBezTo>
                    <a:cubicBezTo>
                      <a:pt x="284" y="104"/>
                      <a:pt x="284" y="104"/>
                      <a:pt x="284" y="104"/>
                    </a:cubicBezTo>
                    <a:lnTo>
                      <a:pt x="284" y="75"/>
                    </a:lnTo>
                    <a:close/>
                    <a:moveTo>
                      <a:pt x="106" y="29"/>
                    </a:moveTo>
                    <a:cubicBezTo>
                      <a:pt x="127" y="29"/>
                      <a:pt x="127" y="29"/>
                      <a:pt x="127" y="29"/>
                    </a:cubicBezTo>
                    <a:cubicBezTo>
                      <a:pt x="130" y="29"/>
                      <a:pt x="132" y="27"/>
                      <a:pt x="132" y="2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1"/>
                      <a:pt x="130" y="8"/>
                      <a:pt x="127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3" y="8"/>
                      <a:pt x="101" y="11"/>
                      <a:pt x="101" y="1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7"/>
                      <a:pt x="103" y="29"/>
                      <a:pt x="106" y="29"/>
                    </a:cubicBezTo>
                    <a:close/>
                    <a:moveTo>
                      <a:pt x="102" y="179"/>
                    </a:moveTo>
                    <a:cubicBezTo>
                      <a:pt x="102" y="198"/>
                      <a:pt x="87" y="212"/>
                      <a:pt x="69" y="212"/>
                    </a:cubicBezTo>
                    <a:cubicBezTo>
                      <a:pt x="51" y="212"/>
                      <a:pt x="36" y="198"/>
                      <a:pt x="36" y="179"/>
                    </a:cubicBezTo>
                    <a:cubicBezTo>
                      <a:pt x="36" y="161"/>
                      <a:pt x="51" y="146"/>
                      <a:pt x="69" y="146"/>
                    </a:cubicBezTo>
                    <a:cubicBezTo>
                      <a:pt x="87" y="146"/>
                      <a:pt x="102" y="161"/>
                      <a:pt x="102" y="179"/>
                    </a:cubicBezTo>
                    <a:close/>
                    <a:moveTo>
                      <a:pt x="86" y="179"/>
                    </a:moveTo>
                    <a:cubicBezTo>
                      <a:pt x="86" y="170"/>
                      <a:pt x="79" y="162"/>
                      <a:pt x="69" y="162"/>
                    </a:cubicBezTo>
                    <a:cubicBezTo>
                      <a:pt x="59" y="162"/>
                      <a:pt x="52" y="170"/>
                      <a:pt x="52" y="179"/>
                    </a:cubicBezTo>
                    <a:cubicBezTo>
                      <a:pt x="52" y="189"/>
                      <a:pt x="59" y="197"/>
                      <a:pt x="69" y="197"/>
                    </a:cubicBezTo>
                    <a:cubicBezTo>
                      <a:pt x="79" y="197"/>
                      <a:pt x="86" y="189"/>
                      <a:pt x="86" y="179"/>
                    </a:cubicBezTo>
                    <a:close/>
                    <a:moveTo>
                      <a:pt x="362" y="179"/>
                    </a:moveTo>
                    <a:cubicBezTo>
                      <a:pt x="362" y="198"/>
                      <a:pt x="347" y="212"/>
                      <a:pt x="329" y="212"/>
                    </a:cubicBezTo>
                    <a:cubicBezTo>
                      <a:pt x="310" y="212"/>
                      <a:pt x="296" y="198"/>
                      <a:pt x="296" y="179"/>
                    </a:cubicBezTo>
                    <a:cubicBezTo>
                      <a:pt x="296" y="161"/>
                      <a:pt x="310" y="146"/>
                      <a:pt x="329" y="146"/>
                    </a:cubicBezTo>
                    <a:cubicBezTo>
                      <a:pt x="347" y="146"/>
                      <a:pt x="362" y="161"/>
                      <a:pt x="362" y="179"/>
                    </a:cubicBezTo>
                    <a:close/>
                    <a:moveTo>
                      <a:pt x="346" y="179"/>
                    </a:moveTo>
                    <a:cubicBezTo>
                      <a:pt x="346" y="170"/>
                      <a:pt x="338" y="162"/>
                      <a:pt x="329" y="162"/>
                    </a:cubicBezTo>
                    <a:cubicBezTo>
                      <a:pt x="319" y="162"/>
                      <a:pt x="311" y="170"/>
                      <a:pt x="311" y="179"/>
                    </a:cubicBezTo>
                    <a:cubicBezTo>
                      <a:pt x="311" y="189"/>
                      <a:pt x="319" y="197"/>
                      <a:pt x="329" y="197"/>
                    </a:cubicBezTo>
                    <a:cubicBezTo>
                      <a:pt x="338" y="197"/>
                      <a:pt x="346" y="189"/>
                      <a:pt x="346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2" name="Freeform 6"/>
              <p:cNvSpPr>
                <a:spLocks noChangeAspect="1" noEditPoints="1"/>
              </p:cNvSpPr>
              <p:nvPr/>
            </p:nvSpPr>
            <p:spPr bwMode="gray">
              <a:xfrm rot="5400000" flipH="1">
                <a:off x="6434899" y="3870498"/>
                <a:ext cx="672499" cy="359575"/>
              </a:xfrm>
              <a:custGeom>
                <a:avLst/>
                <a:gdLst>
                  <a:gd name="T0" fmla="*/ 278 w 397"/>
                  <a:gd name="T1" fmla="*/ 81 h 212"/>
                  <a:gd name="T2" fmla="*/ 264 w 397"/>
                  <a:gd name="T3" fmla="*/ 98 h 212"/>
                  <a:gd name="T4" fmla="*/ 258 w 397"/>
                  <a:gd name="T5" fmla="*/ 104 h 212"/>
                  <a:gd name="T6" fmla="*/ 241 w 397"/>
                  <a:gd name="T7" fmla="*/ 118 h 212"/>
                  <a:gd name="T8" fmla="*/ 241 w 397"/>
                  <a:gd name="T9" fmla="*/ 98 h 212"/>
                  <a:gd name="T10" fmla="*/ 220 w 397"/>
                  <a:gd name="T11" fmla="*/ 98 h 212"/>
                  <a:gd name="T12" fmla="*/ 235 w 397"/>
                  <a:gd name="T13" fmla="*/ 81 h 212"/>
                  <a:gd name="T14" fmla="*/ 241 w 397"/>
                  <a:gd name="T15" fmla="*/ 75 h 212"/>
                  <a:gd name="T16" fmla="*/ 258 w 397"/>
                  <a:gd name="T17" fmla="*/ 61 h 212"/>
                  <a:gd name="T18" fmla="*/ 258 w 397"/>
                  <a:gd name="T19" fmla="*/ 81 h 212"/>
                  <a:gd name="T20" fmla="*/ 397 w 397"/>
                  <a:gd name="T21" fmla="*/ 149 h 212"/>
                  <a:gd name="T22" fmla="*/ 395 w 397"/>
                  <a:gd name="T23" fmla="*/ 179 h 212"/>
                  <a:gd name="T24" fmla="*/ 329 w 397"/>
                  <a:gd name="T25" fmla="*/ 138 h 212"/>
                  <a:gd name="T26" fmla="*/ 110 w 397"/>
                  <a:gd name="T27" fmla="*/ 179 h 212"/>
                  <a:gd name="T28" fmla="*/ 28 w 397"/>
                  <a:gd name="T29" fmla="*/ 179 h 212"/>
                  <a:gd name="T30" fmla="*/ 0 w 397"/>
                  <a:gd name="T31" fmla="*/ 177 h 212"/>
                  <a:gd name="T32" fmla="*/ 3 w 397"/>
                  <a:gd name="T33" fmla="*/ 146 h 212"/>
                  <a:gd name="T34" fmla="*/ 12 w 397"/>
                  <a:gd name="T35" fmla="*/ 117 h 212"/>
                  <a:gd name="T36" fmla="*/ 55 w 397"/>
                  <a:gd name="T37" fmla="*/ 100 h 212"/>
                  <a:gd name="T38" fmla="*/ 81 w 397"/>
                  <a:gd name="T39" fmla="*/ 35 h 212"/>
                  <a:gd name="T40" fmla="*/ 138 w 397"/>
                  <a:gd name="T41" fmla="*/ 0 h 212"/>
                  <a:gd name="T42" fmla="*/ 387 w 397"/>
                  <a:gd name="T43" fmla="*/ 146 h 212"/>
                  <a:gd name="T44" fmla="*/ 397 w 397"/>
                  <a:gd name="T45" fmla="*/ 149 h 212"/>
                  <a:gd name="T46" fmla="*/ 116 w 397"/>
                  <a:gd name="T47" fmla="*/ 44 h 212"/>
                  <a:gd name="T48" fmla="*/ 83 w 397"/>
                  <a:gd name="T49" fmla="*/ 49 h 212"/>
                  <a:gd name="T50" fmla="*/ 73 w 397"/>
                  <a:gd name="T51" fmla="*/ 99 h 212"/>
                  <a:gd name="T52" fmla="*/ 121 w 397"/>
                  <a:gd name="T53" fmla="*/ 93 h 212"/>
                  <a:gd name="T54" fmla="*/ 304 w 397"/>
                  <a:gd name="T55" fmla="*/ 90 h 212"/>
                  <a:gd name="T56" fmla="*/ 195 w 397"/>
                  <a:gd name="T57" fmla="*/ 90 h 212"/>
                  <a:gd name="T58" fmla="*/ 304 w 397"/>
                  <a:gd name="T59" fmla="*/ 90 h 212"/>
                  <a:gd name="T60" fmla="*/ 372 w 397"/>
                  <a:gd name="T61" fmla="*/ 8 h 212"/>
                  <a:gd name="T62" fmla="*/ 356 w 397"/>
                  <a:gd name="T63" fmla="*/ 14 h 212"/>
                  <a:gd name="T64" fmla="*/ 362 w 397"/>
                  <a:gd name="T65" fmla="*/ 22 h 212"/>
                  <a:gd name="T66" fmla="*/ 377 w 397"/>
                  <a:gd name="T67" fmla="*/ 17 h 212"/>
                  <a:gd name="T68" fmla="*/ 299 w 397"/>
                  <a:gd name="T69" fmla="*/ 90 h 212"/>
                  <a:gd name="T70" fmla="*/ 199 w 397"/>
                  <a:gd name="T71" fmla="*/ 90 h 212"/>
                  <a:gd name="T72" fmla="*/ 299 w 397"/>
                  <a:gd name="T73" fmla="*/ 90 h 212"/>
                  <a:gd name="T74" fmla="*/ 264 w 397"/>
                  <a:gd name="T75" fmla="*/ 75 h 212"/>
                  <a:gd name="T76" fmla="*/ 235 w 397"/>
                  <a:gd name="T77" fmla="*/ 55 h 212"/>
                  <a:gd name="T78" fmla="*/ 214 w 397"/>
                  <a:gd name="T79" fmla="*/ 75 h 212"/>
                  <a:gd name="T80" fmla="*/ 235 w 397"/>
                  <a:gd name="T81" fmla="*/ 104 h 212"/>
                  <a:gd name="T82" fmla="*/ 264 w 397"/>
                  <a:gd name="T83" fmla="*/ 124 h 212"/>
                  <a:gd name="T84" fmla="*/ 284 w 397"/>
                  <a:gd name="T85" fmla="*/ 104 h 212"/>
                  <a:gd name="T86" fmla="*/ 106 w 397"/>
                  <a:gd name="T87" fmla="*/ 29 h 212"/>
                  <a:gd name="T88" fmla="*/ 132 w 397"/>
                  <a:gd name="T89" fmla="*/ 24 h 212"/>
                  <a:gd name="T90" fmla="*/ 127 w 397"/>
                  <a:gd name="T91" fmla="*/ 8 h 212"/>
                  <a:gd name="T92" fmla="*/ 101 w 397"/>
                  <a:gd name="T93" fmla="*/ 14 h 212"/>
                  <a:gd name="T94" fmla="*/ 106 w 397"/>
                  <a:gd name="T95" fmla="*/ 29 h 212"/>
                  <a:gd name="T96" fmla="*/ 69 w 397"/>
                  <a:gd name="T97" fmla="*/ 212 h 212"/>
                  <a:gd name="T98" fmla="*/ 69 w 397"/>
                  <a:gd name="T99" fmla="*/ 146 h 212"/>
                  <a:gd name="T100" fmla="*/ 86 w 397"/>
                  <a:gd name="T101" fmla="*/ 179 h 212"/>
                  <a:gd name="T102" fmla="*/ 52 w 397"/>
                  <a:gd name="T103" fmla="*/ 179 h 212"/>
                  <a:gd name="T104" fmla="*/ 86 w 397"/>
                  <a:gd name="T105" fmla="*/ 179 h 212"/>
                  <a:gd name="T106" fmla="*/ 329 w 397"/>
                  <a:gd name="T107" fmla="*/ 212 h 212"/>
                  <a:gd name="T108" fmla="*/ 329 w 397"/>
                  <a:gd name="T109" fmla="*/ 146 h 212"/>
                  <a:gd name="T110" fmla="*/ 346 w 397"/>
                  <a:gd name="T111" fmla="*/ 179 h 212"/>
                  <a:gd name="T112" fmla="*/ 311 w 397"/>
                  <a:gd name="T113" fmla="*/ 179 h 212"/>
                  <a:gd name="T114" fmla="*/ 346 w 397"/>
                  <a:gd name="T115" fmla="*/ 179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7" h="212">
                    <a:moveTo>
                      <a:pt x="264" y="81"/>
                    </a:moveTo>
                    <a:cubicBezTo>
                      <a:pt x="278" y="81"/>
                      <a:pt x="278" y="81"/>
                      <a:pt x="278" y="81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64" y="98"/>
                      <a:pt x="264" y="98"/>
                      <a:pt x="264" y="98"/>
                    </a:cubicBezTo>
                    <a:cubicBezTo>
                      <a:pt x="258" y="98"/>
                      <a:pt x="258" y="98"/>
                      <a:pt x="258" y="98"/>
                    </a:cubicBezTo>
                    <a:cubicBezTo>
                      <a:pt x="258" y="104"/>
                      <a:pt x="258" y="104"/>
                      <a:pt x="258" y="104"/>
                    </a:cubicBezTo>
                    <a:cubicBezTo>
                      <a:pt x="258" y="118"/>
                      <a:pt x="258" y="118"/>
                      <a:pt x="258" y="118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1" y="104"/>
                      <a:pt x="241" y="104"/>
                      <a:pt x="241" y="104"/>
                    </a:cubicBezTo>
                    <a:cubicBezTo>
                      <a:pt x="241" y="98"/>
                      <a:pt x="241" y="98"/>
                      <a:pt x="241" y="98"/>
                    </a:cubicBezTo>
                    <a:cubicBezTo>
                      <a:pt x="235" y="98"/>
                      <a:pt x="235" y="98"/>
                      <a:pt x="235" y="98"/>
                    </a:cubicBezTo>
                    <a:cubicBezTo>
                      <a:pt x="220" y="98"/>
                      <a:pt x="220" y="98"/>
                      <a:pt x="220" y="98"/>
                    </a:cubicBezTo>
                    <a:cubicBezTo>
                      <a:pt x="220" y="81"/>
                      <a:pt x="220" y="81"/>
                      <a:pt x="220" y="81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41" y="81"/>
                      <a:pt x="241" y="81"/>
                      <a:pt x="241" y="81"/>
                    </a:cubicBezTo>
                    <a:cubicBezTo>
                      <a:pt x="241" y="75"/>
                      <a:pt x="241" y="75"/>
                      <a:pt x="241" y="75"/>
                    </a:cubicBezTo>
                    <a:cubicBezTo>
                      <a:pt x="241" y="61"/>
                      <a:pt x="241" y="61"/>
                      <a:pt x="241" y="61"/>
                    </a:cubicBezTo>
                    <a:cubicBezTo>
                      <a:pt x="258" y="61"/>
                      <a:pt x="258" y="61"/>
                      <a:pt x="258" y="61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81"/>
                      <a:pt x="258" y="81"/>
                      <a:pt x="258" y="81"/>
                    </a:cubicBezTo>
                    <a:lnTo>
                      <a:pt x="264" y="81"/>
                    </a:lnTo>
                    <a:close/>
                    <a:moveTo>
                      <a:pt x="397" y="149"/>
                    </a:moveTo>
                    <a:cubicBezTo>
                      <a:pt x="397" y="177"/>
                      <a:pt x="397" y="177"/>
                      <a:pt x="397" y="177"/>
                    </a:cubicBezTo>
                    <a:cubicBezTo>
                      <a:pt x="397" y="178"/>
                      <a:pt x="396" y="179"/>
                      <a:pt x="395" y="179"/>
                    </a:cubicBezTo>
                    <a:cubicBezTo>
                      <a:pt x="369" y="179"/>
                      <a:pt x="369" y="179"/>
                      <a:pt x="369" y="179"/>
                    </a:cubicBezTo>
                    <a:cubicBezTo>
                      <a:pt x="369" y="157"/>
                      <a:pt x="351" y="138"/>
                      <a:pt x="329" y="138"/>
                    </a:cubicBezTo>
                    <a:cubicBezTo>
                      <a:pt x="306" y="138"/>
                      <a:pt x="288" y="157"/>
                      <a:pt x="288" y="179"/>
                    </a:cubicBezTo>
                    <a:cubicBezTo>
                      <a:pt x="110" y="179"/>
                      <a:pt x="110" y="179"/>
                      <a:pt x="110" y="179"/>
                    </a:cubicBezTo>
                    <a:cubicBezTo>
                      <a:pt x="110" y="157"/>
                      <a:pt x="92" y="138"/>
                      <a:pt x="69" y="138"/>
                    </a:cubicBezTo>
                    <a:cubicBezTo>
                      <a:pt x="46" y="138"/>
                      <a:pt x="28" y="157"/>
                      <a:pt x="28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2" y="179"/>
                      <a:pt x="0" y="178"/>
                      <a:pt x="0" y="177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7"/>
                      <a:pt x="2" y="146"/>
                      <a:pt x="3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4"/>
                      <a:pt x="15" y="111"/>
                      <a:pt x="17" y="111"/>
                    </a:cubicBezTo>
                    <a:cubicBezTo>
                      <a:pt x="55" y="100"/>
                      <a:pt x="55" y="100"/>
                      <a:pt x="55" y="10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5" y="37"/>
                      <a:pt x="78" y="35"/>
                      <a:pt x="81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387" y="0"/>
                      <a:pt x="387" y="0"/>
                      <a:pt x="387" y="0"/>
                    </a:cubicBezTo>
                    <a:cubicBezTo>
                      <a:pt x="387" y="146"/>
                      <a:pt x="387" y="146"/>
                      <a:pt x="387" y="146"/>
                    </a:cubicBezTo>
                    <a:cubicBezTo>
                      <a:pt x="395" y="146"/>
                      <a:pt x="395" y="146"/>
                      <a:pt x="395" y="146"/>
                    </a:cubicBezTo>
                    <a:cubicBezTo>
                      <a:pt x="396" y="146"/>
                      <a:pt x="397" y="147"/>
                      <a:pt x="397" y="149"/>
                    </a:cubicBezTo>
                    <a:close/>
                    <a:moveTo>
                      <a:pt x="121" y="50"/>
                    </a:moveTo>
                    <a:cubicBezTo>
                      <a:pt x="121" y="47"/>
                      <a:pt x="119" y="44"/>
                      <a:pt x="116" y="44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6" y="44"/>
                      <a:pt x="83" y="47"/>
                      <a:pt x="83" y="49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8" y="96"/>
                      <a:pt x="70" y="99"/>
                      <a:pt x="73" y="99"/>
                    </a:cubicBezTo>
                    <a:cubicBezTo>
                      <a:pt x="116" y="99"/>
                      <a:pt x="116" y="99"/>
                      <a:pt x="116" y="99"/>
                    </a:cubicBezTo>
                    <a:cubicBezTo>
                      <a:pt x="119" y="99"/>
                      <a:pt x="121" y="96"/>
                      <a:pt x="121" y="93"/>
                    </a:cubicBezTo>
                    <a:lnTo>
                      <a:pt x="121" y="50"/>
                    </a:lnTo>
                    <a:close/>
                    <a:moveTo>
                      <a:pt x="304" y="90"/>
                    </a:moveTo>
                    <a:cubicBezTo>
                      <a:pt x="304" y="60"/>
                      <a:pt x="279" y="35"/>
                      <a:pt x="249" y="35"/>
                    </a:cubicBezTo>
                    <a:cubicBezTo>
                      <a:pt x="219" y="35"/>
                      <a:pt x="195" y="60"/>
                      <a:pt x="195" y="90"/>
                    </a:cubicBezTo>
                    <a:cubicBezTo>
                      <a:pt x="195" y="120"/>
                      <a:pt x="219" y="144"/>
                      <a:pt x="249" y="144"/>
                    </a:cubicBezTo>
                    <a:cubicBezTo>
                      <a:pt x="279" y="144"/>
                      <a:pt x="304" y="120"/>
                      <a:pt x="304" y="90"/>
                    </a:cubicBezTo>
                    <a:close/>
                    <a:moveTo>
                      <a:pt x="377" y="14"/>
                    </a:moveTo>
                    <a:cubicBezTo>
                      <a:pt x="377" y="11"/>
                      <a:pt x="375" y="8"/>
                      <a:pt x="372" y="8"/>
                    </a:cubicBezTo>
                    <a:cubicBezTo>
                      <a:pt x="362" y="8"/>
                      <a:pt x="362" y="8"/>
                      <a:pt x="362" y="8"/>
                    </a:cubicBezTo>
                    <a:cubicBezTo>
                      <a:pt x="359" y="8"/>
                      <a:pt x="356" y="11"/>
                      <a:pt x="356" y="14"/>
                    </a:cubicBezTo>
                    <a:cubicBezTo>
                      <a:pt x="356" y="17"/>
                      <a:pt x="356" y="17"/>
                      <a:pt x="356" y="17"/>
                    </a:cubicBezTo>
                    <a:cubicBezTo>
                      <a:pt x="356" y="20"/>
                      <a:pt x="359" y="22"/>
                      <a:pt x="362" y="22"/>
                    </a:cubicBezTo>
                    <a:cubicBezTo>
                      <a:pt x="372" y="22"/>
                      <a:pt x="372" y="22"/>
                      <a:pt x="372" y="22"/>
                    </a:cubicBezTo>
                    <a:cubicBezTo>
                      <a:pt x="375" y="22"/>
                      <a:pt x="377" y="20"/>
                      <a:pt x="377" y="17"/>
                    </a:cubicBezTo>
                    <a:lnTo>
                      <a:pt x="377" y="14"/>
                    </a:lnTo>
                    <a:close/>
                    <a:moveTo>
                      <a:pt x="299" y="90"/>
                    </a:moveTo>
                    <a:cubicBezTo>
                      <a:pt x="299" y="117"/>
                      <a:pt x="276" y="139"/>
                      <a:pt x="249" y="139"/>
                    </a:cubicBezTo>
                    <a:cubicBezTo>
                      <a:pt x="222" y="139"/>
                      <a:pt x="199" y="117"/>
                      <a:pt x="199" y="90"/>
                    </a:cubicBezTo>
                    <a:cubicBezTo>
                      <a:pt x="199" y="62"/>
                      <a:pt x="222" y="40"/>
                      <a:pt x="249" y="40"/>
                    </a:cubicBezTo>
                    <a:cubicBezTo>
                      <a:pt x="276" y="40"/>
                      <a:pt x="299" y="62"/>
                      <a:pt x="299" y="90"/>
                    </a:cubicBezTo>
                    <a:close/>
                    <a:moveTo>
                      <a:pt x="284" y="75"/>
                    </a:moveTo>
                    <a:cubicBezTo>
                      <a:pt x="264" y="75"/>
                      <a:pt x="264" y="75"/>
                      <a:pt x="264" y="75"/>
                    </a:cubicBezTo>
                    <a:cubicBezTo>
                      <a:pt x="264" y="55"/>
                      <a:pt x="264" y="55"/>
                      <a:pt x="26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75"/>
                      <a:pt x="235" y="75"/>
                      <a:pt x="235" y="75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4" y="104"/>
                      <a:pt x="214" y="104"/>
                      <a:pt x="214" y="104"/>
                    </a:cubicBezTo>
                    <a:cubicBezTo>
                      <a:pt x="235" y="104"/>
                      <a:pt x="235" y="104"/>
                      <a:pt x="235" y="104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64" y="124"/>
                      <a:pt x="264" y="124"/>
                      <a:pt x="264" y="124"/>
                    </a:cubicBezTo>
                    <a:cubicBezTo>
                      <a:pt x="264" y="104"/>
                      <a:pt x="264" y="104"/>
                      <a:pt x="264" y="104"/>
                    </a:cubicBezTo>
                    <a:cubicBezTo>
                      <a:pt x="284" y="104"/>
                      <a:pt x="284" y="104"/>
                      <a:pt x="284" y="104"/>
                    </a:cubicBezTo>
                    <a:lnTo>
                      <a:pt x="284" y="75"/>
                    </a:lnTo>
                    <a:close/>
                    <a:moveTo>
                      <a:pt x="106" y="29"/>
                    </a:moveTo>
                    <a:cubicBezTo>
                      <a:pt x="127" y="29"/>
                      <a:pt x="127" y="29"/>
                      <a:pt x="127" y="29"/>
                    </a:cubicBezTo>
                    <a:cubicBezTo>
                      <a:pt x="130" y="29"/>
                      <a:pt x="132" y="27"/>
                      <a:pt x="132" y="2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1"/>
                      <a:pt x="130" y="8"/>
                      <a:pt x="127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3" y="8"/>
                      <a:pt x="101" y="11"/>
                      <a:pt x="101" y="1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7"/>
                      <a:pt x="103" y="29"/>
                      <a:pt x="106" y="29"/>
                    </a:cubicBezTo>
                    <a:close/>
                    <a:moveTo>
                      <a:pt x="102" y="179"/>
                    </a:moveTo>
                    <a:cubicBezTo>
                      <a:pt x="102" y="198"/>
                      <a:pt x="87" y="212"/>
                      <a:pt x="69" y="212"/>
                    </a:cubicBezTo>
                    <a:cubicBezTo>
                      <a:pt x="51" y="212"/>
                      <a:pt x="36" y="198"/>
                      <a:pt x="36" y="179"/>
                    </a:cubicBezTo>
                    <a:cubicBezTo>
                      <a:pt x="36" y="161"/>
                      <a:pt x="51" y="146"/>
                      <a:pt x="69" y="146"/>
                    </a:cubicBezTo>
                    <a:cubicBezTo>
                      <a:pt x="87" y="146"/>
                      <a:pt x="102" y="161"/>
                      <a:pt x="102" y="179"/>
                    </a:cubicBezTo>
                    <a:close/>
                    <a:moveTo>
                      <a:pt x="86" y="179"/>
                    </a:moveTo>
                    <a:cubicBezTo>
                      <a:pt x="86" y="170"/>
                      <a:pt x="79" y="162"/>
                      <a:pt x="69" y="162"/>
                    </a:cubicBezTo>
                    <a:cubicBezTo>
                      <a:pt x="59" y="162"/>
                      <a:pt x="52" y="170"/>
                      <a:pt x="52" y="179"/>
                    </a:cubicBezTo>
                    <a:cubicBezTo>
                      <a:pt x="52" y="189"/>
                      <a:pt x="59" y="197"/>
                      <a:pt x="69" y="197"/>
                    </a:cubicBezTo>
                    <a:cubicBezTo>
                      <a:pt x="79" y="197"/>
                      <a:pt x="86" y="189"/>
                      <a:pt x="86" y="179"/>
                    </a:cubicBezTo>
                    <a:close/>
                    <a:moveTo>
                      <a:pt x="362" y="179"/>
                    </a:moveTo>
                    <a:cubicBezTo>
                      <a:pt x="362" y="198"/>
                      <a:pt x="347" y="212"/>
                      <a:pt x="329" y="212"/>
                    </a:cubicBezTo>
                    <a:cubicBezTo>
                      <a:pt x="310" y="212"/>
                      <a:pt x="296" y="198"/>
                      <a:pt x="296" y="179"/>
                    </a:cubicBezTo>
                    <a:cubicBezTo>
                      <a:pt x="296" y="161"/>
                      <a:pt x="310" y="146"/>
                      <a:pt x="329" y="146"/>
                    </a:cubicBezTo>
                    <a:cubicBezTo>
                      <a:pt x="347" y="146"/>
                      <a:pt x="362" y="161"/>
                      <a:pt x="362" y="179"/>
                    </a:cubicBezTo>
                    <a:close/>
                    <a:moveTo>
                      <a:pt x="346" y="179"/>
                    </a:moveTo>
                    <a:cubicBezTo>
                      <a:pt x="346" y="170"/>
                      <a:pt x="338" y="162"/>
                      <a:pt x="329" y="162"/>
                    </a:cubicBezTo>
                    <a:cubicBezTo>
                      <a:pt x="319" y="162"/>
                      <a:pt x="311" y="170"/>
                      <a:pt x="311" y="179"/>
                    </a:cubicBezTo>
                    <a:cubicBezTo>
                      <a:pt x="311" y="189"/>
                      <a:pt x="319" y="197"/>
                      <a:pt x="329" y="197"/>
                    </a:cubicBezTo>
                    <a:cubicBezTo>
                      <a:pt x="338" y="197"/>
                      <a:pt x="346" y="189"/>
                      <a:pt x="346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202" name="Gruppieren 201"/>
              <p:cNvGrpSpPr/>
              <p:nvPr/>
            </p:nvGrpSpPr>
            <p:grpSpPr>
              <a:xfrm>
                <a:off x="3278810" y="4171375"/>
                <a:ext cx="1882251" cy="1491397"/>
                <a:chOff x="3278810" y="4171375"/>
                <a:chExt cx="1882251" cy="1491397"/>
              </a:xfrm>
            </p:grpSpPr>
            <p:grpSp>
              <p:nvGrpSpPr>
                <p:cNvPr id="9" name="Gruppieren 8"/>
                <p:cNvGrpSpPr/>
                <p:nvPr/>
              </p:nvGrpSpPr>
              <p:grpSpPr bwMode="gray">
                <a:xfrm>
                  <a:off x="4423075" y="4171375"/>
                  <a:ext cx="736572" cy="377207"/>
                  <a:chOff x="6413942" y="3577367"/>
                  <a:chExt cx="1137869" cy="582716"/>
                </a:xfrm>
              </p:grpSpPr>
              <p:grpSp>
                <p:nvGrpSpPr>
                  <p:cNvPr id="67" name="Gruppieren 66"/>
                  <p:cNvGrpSpPr/>
                  <p:nvPr/>
                </p:nvGrpSpPr>
                <p:grpSpPr bwMode="gray">
                  <a:xfrm>
                    <a:off x="6413942" y="3577367"/>
                    <a:ext cx="1137869" cy="582716"/>
                    <a:chOff x="6413942" y="3577367"/>
                    <a:chExt cx="1137869" cy="582716"/>
                  </a:xfrm>
                  <a:solidFill>
                    <a:srgbClr val="FFFFFF"/>
                  </a:solidFill>
                </p:grpSpPr>
                <p:sp>
                  <p:nvSpPr>
                    <p:cNvPr id="69" name="Freeform 148"/>
                    <p:cNvSpPr>
                      <a:spLocks/>
                    </p:cNvSpPr>
                    <p:nvPr/>
                  </p:nvSpPr>
                  <p:spPr bwMode="gray">
                    <a:xfrm rot="627942">
                      <a:off x="6438559" y="4111703"/>
                      <a:ext cx="619709" cy="48380"/>
                    </a:xfrm>
                    <a:custGeom>
                      <a:avLst/>
                      <a:gdLst>
                        <a:gd name="T0" fmla="*/ 109 w 114"/>
                        <a:gd name="T1" fmla="*/ 0 h 9"/>
                        <a:gd name="T2" fmla="*/ 5 w 114"/>
                        <a:gd name="T3" fmla="*/ 0 h 9"/>
                        <a:gd name="T4" fmla="*/ 0 w 114"/>
                        <a:gd name="T5" fmla="*/ 4 h 9"/>
                        <a:gd name="T6" fmla="*/ 5 w 114"/>
                        <a:gd name="T7" fmla="*/ 9 h 9"/>
                        <a:gd name="T8" fmla="*/ 109 w 114"/>
                        <a:gd name="T9" fmla="*/ 9 h 9"/>
                        <a:gd name="T10" fmla="*/ 114 w 114"/>
                        <a:gd name="T11" fmla="*/ 4 h 9"/>
                        <a:gd name="T12" fmla="*/ 109 w 114"/>
                        <a:gd name="T13" fmla="*/ 0 h 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114" h="9">
                          <a:moveTo>
                            <a:pt x="109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2" y="0"/>
                            <a:pt x="0" y="2"/>
                            <a:pt x="0" y="4"/>
                          </a:cubicBezTo>
                          <a:cubicBezTo>
                            <a:pt x="0" y="7"/>
                            <a:pt x="2" y="9"/>
                            <a:pt x="5" y="9"/>
                          </a:cubicBezTo>
                          <a:cubicBezTo>
                            <a:pt x="109" y="9"/>
                            <a:pt x="109" y="9"/>
                            <a:pt x="109" y="9"/>
                          </a:cubicBezTo>
                          <a:cubicBezTo>
                            <a:pt x="112" y="9"/>
                            <a:pt x="114" y="7"/>
                            <a:pt x="114" y="4"/>
                          </a:cubicBezTo>
                          <a:cubicBezTo>
                            <a:pt x="114" y="2"/>
                            <a:pt x="112" y="0"/>
                            <a:pt x="10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0" name="Freeform 149"/>
                    <p:cNvSpPr>
                      <a:spLocks/>
                    </p:cNvSpPr>
                    <p:nvPr/>
                  </p:nvSpPr>
                  <p:spPr bwMode="gray">
                    <a:xfrm rot="627942">
                      <a:off x="6789862" y="3625151"/>
                      <a:ext cx="103669" cy="36860"/>
                    </a:xfrm>
                    <a:custGeom>
                      <a:avLst/>
                      <a:gdLst>
                        <a:gd name="T0" fmla="*/ 3 w 19"/>
                        <a:gd name="T1" fmla="*/ 0 h 7"/>
                        <a:gd name="T2" fmla="*/ 0 w 19"/>
                        <a:gd name="T3" fmla="*/ 3 h 7"/>
                        <a:gd name="T4" fmla="*/ 3 w 19"/>
                        <a:gd name="T5" fmla="*/ 7 h 7"/>
                        <a:gd name="T6" fmla="*/ 15 w 19"/>
                        <a:gd name="T7" fmla="*/ 7 h 7"/>
                        <a:gd name="T8" fmla="*/ 19 w 19"/>
                        <a:gd name="T9" fmla="*/ 3 h 7"/>
                        <a:gd name="T10" fmla="*/ 15 w 19"/>
                        <a:gd name="T11" fmla="*/ 0 h 7"/>
                        <a:gd name="T12" fmla="*/ 3 w 19"/>
                        <a:gd name="T13" fmla="*/ 0 h 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19" h="7">
                          <a:moveTo>
                            <a:pt x="3" y="0"/>
                          </a:moveTo>
                          <a:cubicBezTo>
                            <a:pt x="1" y="0"/>
                            <a:pt x="0" y="1"/>
                            <a:pt x="0" y="3"/>
                          </a:cubicBezTo>
                          <a:cubicBezTo>
                            <a:pt x="0" y="5"/>
                            <a:pt x="1" y="7"/>
                            <a:pt x="3" y="7"/>
                          </a:cubicBezTo>
                          <a:cubicBezTo>
                            <a:pt x="15" y="7"/>
                            <a:pt x="15" y="7"/>
                            <a:pt x="15" y="7"/>
                          </a:cubicBezTo>
                          <a:cubicBezTo>
                            <a:pt x="17" y="7"/>
                            <a:pt x="19" y="5"/>
                            <a:pt x="19" y="3"/>
                          </a:cubicBezTo>
                          <a:cubicBezTo>
                            <a:pt x="19" y="1"/>
                            <a:pt x="17" y="0"/>
                            <a:pt x="15" y="0"/>
                          </a:cubicBez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1" name="Freeform 150"/>
                    <p:cNvSpPr>
                      <a:spLocks/>
                    </p:cNvSpPr>
                    <p:nvPr/>
                  </p:nvSpPr>
                  <p:spPr bwMode="gray">
                    <a:xfrm rot="627942">
                      <a:off x="6413942" y="3577367"/>
                      <a:ext cx="870817" cy="36860"/>
                    </a:xfrm>
                    <a:custGeom>
                      <a:avLst/>
                      <a:gdLst>
                        <a:gd name="T0" fmla="*/ 160 w 160"/>
                        <a:gd name="T1" fmla="*/ 4 h 7"/>
                        <a:gd name="T2" fmla="*/ 157 w 160"/>
                        <a:gd name="T3" fmla="*/ 0 h 7"/>
                        <a:gd name="T4" fmla="*/ 4 w 160"/>
                        <a:gd name="T5" fmla="*/ 0 h 7"/>
                        <a:gd name="T6" fmla="*/ 0 w 160"/>
                        <a:gd name="T7" fmla="*/ 4 h 7"/>
                        <a:gd name="T8" fmla="*/ 4 w 160"/>
                        <a:gd name="T9" fmla="*/ 7 h 7"/>
                        <a:gd name="T10" fmla="*/ 157 w 160"/>
                        <a:gd name="T11" fmla="*/ 7 h 7"/>
                        <a:gd name="T12" fmla="*/ 160 w 160"/>
                        <a:gd name="T13" fmla="*/ 4 h 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160" h="7">
                          <a:moveTo>
                            <a:pt x="160" y="4"/>
                          </a:moveTo>
                          <a:cubicBezTo>
                            <a:pt x="160" y="2"/>
                            <a:pt x="158" y="0"/>
                            <a:pt x="157" y="0"/>
                          </a:cubicBez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0"/>
                            <a:pt x="0" y="2"/>
                            <a:pt x="0" y="4"/>
                          </a:cubicBezTo>
                          <a:cubicBezTo>
                            <a:pt x="0" y="6"/>
                            <a:pt x="2" y="7"/>
                            <a:pt x="4" y="7"/>
                          </a:cubicBezTo>
                          <a:cubicBezTo>
                            <a:pt x="157" y="7"/>
                            <a:pt x="157" y="7"/>
                            <a:pt x="157" y="7"/>
                          </a:cubicBezTo>
                          <a:cubicBezTo>
                            <a:pt x="158" y="7"/>
                            <a:pt x="160" y="6"/>
                            <a:pt x="160" y="4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" name="Freeform 151"/>
                    <p:cNvSpPr>
                      <a:spLocks noEditPoints="1"/>
                    </p:cNvSpPr>
                    <p:nvPr/>
                  </p:nvSpPr>
                  <p:spPr bwMode="gray">
                    <a:xfrm rot="627942">
                      <a:off x="6446011" y="3694871"/>
                      <a:ext cx="1105800" cy="414676"/>
                    </a:xfrm>
                    <a:custGeom>
                      <a:avLst/>
                      <a:gdLst>
                        <a:gd name="T0" fmla="*/ 193 w 203"/>
                        <a:gd name="T1" fmla="*/ 0 h 76"/>
                        <a:gd name="T2" fmla="*/ 179 w 203"/>
                        <a:gd name="T3" fmla="*/ 11 h 76"/>
                        <a:gd name="T4" fmla="*/ 177 w 203"/>
                        <a:gd name="T5" fmla="*/ 18 h 76"/>
                        <a:gd name="T6" fmla="*/ 132 w 203"/>
                        <a:gd name="T7" fmla="*/ 18 h 76"/>
                        <a:gd name="T8" fmla="*/ 140 w 203"/>
                        <a:gd name="T9" fmla="*/ 9 h 76"/>
                        <a:gd name="T10" fmla="*/ 132 w 203"/>
                        <a:gd name="T11" fmla="*/ 1 h 76"/>
                        <a:gd name="T12" fmla="*/ 91 w 203"/>
                        <a:gd name="T13" fmla="*/ 1 h 76"/>
                        <a:gd name="T14" fmla="*/ 38 w 203"/>
                        <a:gd name="T15" fmla="*/ 1 h 76"/>
                        <a:gd name="T16" fmla="*/ 0 w 203"/>
                        <a:gd name="T17" fmla="*/ 38 h 76"/>
                        <a:gd name="T18" fmla="*/ 38 w 203"/>
                        <a:gd name="T19" fmla="*/ 76 h 76"/>
                        <a:gd name="T20" fmla="*/ 91 w 203"/>
                        <a:gd name="T21" fmla="*/ 76 h 76"/>
                        <a:gd name="T22" fmla="*/ 91 w 203"/>
                        <a:gd name="T23" fmla="*/ 76 h 76"/>
                        <a:gd name="T24" fmla="*/ 91 w 203"/>
                        <a:gd name="T25" fmla="*/ 76 h 76"/>
                        <a:gd name="T26" fmla="*/ 129 w 203"/>
                        <a:gd name="T27" fmla="*/ 38 h 76"/>
                        <a:gd name="T28" fmla="*/ 129 w 203"/>
                        <a:gd name="T29" fmla="*/ 35 h 76"/>
                        <a:gd name="T30" fmla="*/ 173 w 203"/>
                        <a:gd name="T31" fmla="*/ 35 h 76"/>
                        <a:gd name="T32" fmla="*/ 172 w 203"/>
                        <a:gd name="T33" fmla="*/ 41 h 76"/>
                        <a:gd name="T34" fmla="*/ 180 w 203"/>
                        <a:gd name="T35" fmla="*/ 53 h 76"/>
                        <a:gd name="T36" fmla="*/ 195 w 203"/>
                        <a:gd name="T37" fmla="*/ 41 h 76"/>
                        <a:gd name="T38" fmla="*/ 202 w 203"/>
                        <a:gd name="T39" fmla="*/ 11 h 76"/>
                        <a:gd name="T40" fmla="*/ 193 w 203"/>
                        <a:gd name="T41" fmla="*/ 0 h 76"/>
                        <a:gd name="T42" fmla="*/ 38 w 203"/>
                        <a:gd name="T43" fmla="*/ 38 h 76"/>
                        <a:gd name="T44" fmla="*/ 8 w 203"/>
                        <a:gd name="T45" fmla="*/ 38 h 76"/>
                        <a:gd name="T46" fmla="*/ 38 w 203"/>
                        <a:gd name="T47" fmla="*/ 9 h 76"/>
                        <a:gd name="T48" fmla="*/ 38 w 203"/>
                        <a:gd name="T49" fmla="*/ 38 h 76"/>
                        <a:gd name="T50" fmla="*/ 64 w 203"/>
                        <a:gd name="T51" fmla="*/ 26 h 76"/>
                        <a:gd name="T52" fmla="*/ 56 w 203"/>
                        <a:gd name="T53" fmla="*/ 18 h 76"/>
                        <a:gd name="T54" fmla="*/ 64 w 203"/>
                        <a:gd name="T55" fmla="*/ 9 h 76"/>
                        <a:gd name="T56" fmla="*/ 73 w 203"/>
                        <a:gd name="T57" fmla="*/ 18 h 76"/>
                        <a:gd name="T58" fmla="*/ 64 w 203"/>
                        <a:gd name="T59" fmla="*/ 26 h 76"/>
                        <a:gd name="T60" fmla="*/ 89 w 203"/>
                        <a:gd name="T61" fmla="*/ 26 h 76"/>
                        <a:gd name="T62" fmla="*/ 80 w 203"/>
                        <a:gd name="T63" fmla="*/ 18 h 76"/>
                        <a:gd name="T64" fmla="*/ 89 w 203"/>
                        <a:gd name="T65" fmla="*/ 9 h 76"/>
                        <a:gd name="T66" fmla="*/ 97 w 203"/>
                        <a:gd name="T67" fmla="*/ 18 h 76"/>
                        <a:gd name="T68" fmla="*/ 89 w 203"/>
                        <a:gd name="T69" fmla="*/ 26 h 7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</a:cxnLst>
                      <a:rect l="0" t="0" r="r" b="b"/>
                      <a:pathLst>
                        <a:path w="203" h="76">
                          <a:moveTo>
                            <a:pt x="193" y="0"/>
                          </a:moveTo>
                          <a:cubicBezTo>
                            <a:pt x="186" y="0"/>
                            <a:pt x="180" y="5"/>
                            <a:pt x="179" y="11"/>
                          </a:cubicBezTo>
                          <a:cubicBezTo>
                            <a:pt x="177" y="18"/>
                            <a:pt x="177" y="18"/>
                            <a:pt x="177" y="18"/>
                          </a:cubicBezTo>
                          <a:cubicBezTo>
                            <a:pt x="132" y="18"/>
                            <a:pt x="132" y="18"/>
                            <a:pt x="132" y="18"/>
                          </a:cubicBezTo>
                          <a:cubicBezTo>
                            <a:pt x="136" y="18"/>
                            <a:pt x="140" y="14"/>
                            <a:pt x="140" y="9"/>
                          </a:cubicBezTo>
                          <a:cubicBezTo>
                            <a:pt x="140" y="5"/>
                            <a:pt x="136" y="1"/>
                            <a:pt x="132" y="1"/>
                          </a:cubicBezTo>
                          <a:cubicBezTo>
                            <a:pt x="91" y="1"/>
                            <a:pt x="91" y="1"/>
                            <a:pt x="91" y="1"/>
                          </a:cubicBezTo>
                          <a:cubicBezTo>
                            <a:pt x="38" y="1"/>
                            <a:pt x="38" y="1"/>
                            <a:pt x="38" y="1"/>
                          </a:cubicBezTo>
                          <a:cubicBezTo>
                            <a:pt x="17" y="1"/>
                            <a:pt x="0" y="18"/>
                            <a:pt x="0" y="38"/>
                          </a:cubicBezTo>
                          <a:cubicBezTo>
                            <a:pt x="0" y="59"/>
                            <a:pt x="17" y="76"/>
                            <a:pt x="38" y="76"/>
                          </a:cubicBezTo>
                          <a:cubicBezTo>
                            <a:pt x="91" y="76"/>
                            <a:pt x="91" y="76"/>
                            <a:pt x="91" y="76"/>
                          </a:cubicBezTo>
                          <a:cubicBezTo>
                            <a:pt x="91" y="76"/>
                            <a:pt x="91" y="76"/>
                            <a:pt x="91" y="76"/>
                          </a:cubicBezTo>
                          <a:cubicBezTo>
                            <a:pt x="91" y="76"/>
                            <a:pt x="91" y="76"/>
                            <a:pt x="91" y="76"/>
                          </a:cubicBezTo>
                          <a:cubicBezTo>
                            <a:pt x="112" y="76"/>
                            <a:pt x="129" y="59"/>
                            <a:pt x="129" y="38"/>
                          </a:cubicBezTo>
                          <a:cubicBezTo>
                            <a:pt x="129" y="37"/>
                            <a:pt x="129" y="36"/>
                            <a:pt x="129" y="35"/>
                          </a:cubicBezTo>
                          <a:cubicBezTo>
                            <a:pt x="173" y="35"/>
                            <a:pt x="173" y="35"/>
                            <a:pt x="173" y="35"/>
                          </a:cubicBezTo>
                          <a:cubicBezTo>
                            <a:pt x="172" y="41"/>
                            <a:pt x="172" y="41"/>
                            <a:pt x="172" y="41"/>
                          </a:cubicBezTo>
                          <a:cubicBezTo>
                            <a:pt x="170" y="48"/>
                            <a:pt x="174" y="53"/>
                            <a:pt x="180" y="53"/>
                          </a:cubicBezTo>
                          <a:cubicBezTo>
                            <a:pt x="187" y="53"/>
                            <a:pt x="193" y="48"/>
                            <a:pt x="195" y="41"/>
                          </a:cubicBezTo>
                          <a:cubicBezTo>
                            <a:pt x="202" y="11"/>
                            <a:pt x="202" y="11"/>
                            <a:pt x="202" y="11"/>
                          </a:cubicBezTo>
                          <a:cubicBezTo>
                            <a:pt x="203" y="5"/>
                            <a:pt x="199" y="0"/>
                            <a:pt x="193" y="0"/>
                          </a:cubicBezTo>
                          <a:close/>
                          <a:moveTo>
                            <a:pt x="38" y="38"/>
                          </a:moveTo>
                          <a:cubicBezTo>
                            <a:pt x="8" y="38"/>
                            <a:pt x="8" y="38"/>
                            <a:pt x="8" y="38"/>
                          </a:cubicBezTo>
                          <a:cubicBezTo>
                            <a:pt x="8" y="22"/>
                            <a:pt x="21" y="9"/>
                            <a:pt x="38" y="9"/>
                          </a:cubicBezTo>
                          <a:lnTo>
                            <a:pt x="38" y="38"/>
                          </a:lnTo>
                          <a:close/>
                          <a:moveTo>
                            <a:pt x="64" y="26"/>
                          </a:moveTo>
                          <a:cubicBezTo>
                            <a:pt x="59" y="26"/>
                            <a:pt x="56" y="22"/>
                            <a:pt x="56" y="18"/>
                          </a:cubicBezTo>
                          <a:cubicBezTo>
                            <a:pt x="56" y="13"/>
                            <a:pt x="59" y="9"/>
                            <a:pt x="64" y="9"/>
                          </a:cubicBezTo>
                          <a:cubicBezTo>
                            <a:pt x="69" y="9"/>
                            <a:pt x="73" y="13"/>
                            <a:pt x="73" y="18"/>
                          </a:cubicBezTo>
                          <a:cubicBezTo>
                            <a:pt x="73" y="22"/>
                            <a:pt x="69" y="26"/>
                            <a:pt x="64" y="26"/>
                          </a:cubicBezTo>
                          <a:close/>
                          <a:moveTo>
                            <a:pt x="89" y="26"/>
                          </a:moveTo>
                          <a:cubicBezTo>
                            <a:pt x="84" y="26"/>
                            <a:pt x="80" y="22"/>
                            <a:pt x="80" y="18"/>
                          </a:cubicBezTo>
                          <a:cubicBezTo>
                            <a:pt x="80" y="13"/>
                            <a:pt x="84" y="9"/>
                            <a:pt x="89" y="9"/>
                          </a:cubicBezTo>
                          <a:cubicBezTo>
                            <a:pt x="93" y="9"/>
                            <a:pt x="97" y="13"/>
                            <a:pt x="97" y="18"/>
                          </a:cubicBezTo>
                          <a:cubicBezTo>
                            <a:pt x="97" y="22"/>
                            <a:pt x="93" y="26"/>
                            <a:pt x="89" y="2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68" name="Freeform 152"/>
                  <p:cNvSpPr>
                    <a:spLocks noEditPoints="1"/>
                  </p:cNvSpPr>
                  <p:nvPr/>
                </p:nvSpPr>
                <p:spPr bwMode="gray">
                  <a:xfrm rot="627942">
                    <a:off x="6751809" y="3857332"/>
                    <a:ext cx="170477" cy="168175"/>
                  </a:xfrm>
                  <a:custGeom>
                    <a:avLst/>
                    <a:gdLst>
                      <a:gd name="T0" fmla="*/ 55 w 74"/>
                      <a:gd name="T1" fmla="*/ 73 h 73"/>
                      <a:gd name="T2" fmla="*/ 19 w 74"/>
                      <a:gd name="T3" fmla="*/ 73 h 73"/>
                      <a:gd name="T4" fmla="*/ 19 w 74"/>
                      <a:gd name="T5" fmla="*/ 54 h 73"/>
                      <a:gd name="T6" fmla="*/ 0 w 74"/>
                      <a:gd name="T7" fmla="*/ 54 h 73"/>
                      <a:gd name="T8" fmla="*/ 0 w 74"/>
                      <a:gd name="T9" fmla="*/ 19 h 73"/>
                      <a:gd name="T10" fmla="*/ 19 w 74"/>
                      <a:gd name="T11" fmla="*/ 19 h 73"/>
                      <a:gd name="T12" fmla="*/ 19 w 74"/>
                      <a:gd name="T13" fmla="*/ 0 h 73"/>
                      <a:gd name="T14" fmla="*/ 55 w 74"/>
                      <a:gd name="T15" fmla="*/ 0 h 73"/>
                      <a:gd name="T16" fmla="*/ 55 w 74"/>
                      <a:gd name="T17" fmla="*/ 19 h 73"/>
                      <a:gd name="T18" fmla="*/ 74 w 74"/>
                      <a:gd name="T19" fmla="*/ 19 h 73"/>
                      <a:gd name="T20" fmla="*/ 74 w 74"/>
                      <a:gd name="T21" fmla="*/ 54 h 73"/>
                      <a:gd name="T22" fmla="*/ 55 w 74"/>
                      <a:gd name="T23" fmla="*/ 54 h 73"/>
                      <a:gd name="T24" fmla="*/ 55 w 74"/>
                      <a:gd name="T25" fmla="*/ 73 h 73"/>
                      <a:gd name="T26" fmla="*/ 29 w 74"/>
                      <a:gd name="T27" fmla="*/ 64 h 73"/>
                      <a:gd name="T28" fmla="*/ 45 w 74"/>
                      <a:gd name="T29" fmla="*/ 64 h 73"/>
                      <a:gd name="T30" fmla="*/ 45 w 74"/>
                      <a:gd name="T31" fmla="*/ 45 h 73"/>
                      <a:gd name="T32" fmla="*/ 64 w 74"/>
                      <a:gd name="T33" fmla="*/ 45 h 73"/>
                      <a:gd name="T34" fmla="*/ 64 w 74"/>
                      <a:gd name="T35" fmla="*/ 28 h 73"/>
                      <a:gd name="T36" fmla="*/ 45 w 74"/>
                      <a:gd name="T37" fmla="*/ 28 h 73"/>
                      <a:gd name="T38" fmla="*/ 45 w 74"/>
                      <a:gd name="T39" fmla="*/ 9 h 73"/>
                      <a:gd name="T40" fmla="*/ 29 w 74"/>
                      <a:gd name="T41" fmla="*/ 9 h 73"/>
                      <a:gd name="T42" fmla="*/ 29 w 74"/>
                      <a:gd name="T43" fmla="*/ 28 h 73"/>
                      <a:gd name="T44" fmla="*/ 10 w 74"/>
                      <a:gd name="T45" fmla="*/ 28 h 73"/>
                      <a:gd name="T46" fmla="*/ 10 w 74"/>
                      <a:gd name="T47" fmla="*/ 45 h 73"/>
                      <a:gd name="T48" fmla="*/ 29 w 74"/>
                      <a:gd name="T49" fmla="*/ 45 h 73"/>
                      <a:gd name="T50" fmla="*/ 29 w 74"/>
                      <a:gd name="T51" fmla="*/ 64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74" h="73">
                        <a:moveTo>
                          <a:pt x="55" y="73"/>
                        </a:moveTo>
                        <a:lnTo>
                          <a:pt x="19" y="73"/>
                        </a:lnTo>
                        <a:lnTo>
                          <a:pt x="19" y="54"/>
                        </a:lnTo>
                        <a:lnTo>
                          <a:pt x="0" y="54"/>
                        </a:lnTo>
                        <a:lnTo>
                          <a:pt x="0" y="19"/>
                        </a:lnTo>
                        <a:lnTo>
                          <a:pt x="19" y="19"/>
                        </a:lnTo>
                        <a:lnTo>
                          <a:pt x="19" y="0"/>
                        </a:lnTo>
                        <a:lnTo>
                          <a:pt x="55" y="0"/>
                        </a:lnTo>
                        <a:lnTo>
                          <a:pt x="55" y="19"/>
                        </a:lnTo>
                        <a:lnTo>
                          <a:pt x="74" y="19"/>
                        </a:lnTo>
                        <a:lnTo>
                          <a:pt x="74" y="54"/>
                        </a:lnTo>
                        <a:lnTo>
                          <a:pt x="55" y="54"/>
                        </a:lnTo>
                        <a:lnTo>
                          <a:pt x="55" y="73"/>
                        </a:lnTo>
                        <a:close/>
                        <a:moveTo>
                          <a:pt x="29" y="64"/>
                        </a:moveTo>
                        <a:lnTo>
                          <a:pt x="45" y="64"/>
                        </a:lnTo>
                        <a:lnTo>
                          <a:pt x="45" y="45"/>
                        </a:lnTo>
                        <a:lnTo>
                          <a:pt x="64" y="45"/>
                        </a:lnTo>
                        <a:lnTo>
                          <a:pt x="64" y="28"/>
                        </a:lnTo>
                        <a:lnTo>
                          <a:pt x="45" y="28"/>
                        </a:lnTo>
                        <a:lnTo>
                          <a:pt x="45" y="9"/>
                        </a:lnTo>
                        <a:lnTo>
                          <a:pt x="29" y="9"/>
                        </a:lnTo>
                        <a:lnTo>
                          <a:pt x="29" y="28"/>
                        </a:lnTo>
                        <a:lnTo>
                          <a:pt x="10" y="28"/>
                        </a:lnTo>
                        <a:lnTo>
                          <a:pt x="10" y="45"/>
                        </a:lnTo>
                        <a:lnTo>
                          <a:pt x="29" y="45"/>
                        </a:lnTo>
                        <a:lnTo>
                          <a:pt x="29" y="64"/>
                        </a:lnTo>
                        <a:close/>
                      </a:path>
                    </a:pathLst>
                  </a:custGeom>
                  <a:solidFill>
                    <a:srgbClr val="F9B3B6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01" name="Gruppieren 200"/>
                <p:cNvGrpSpPr/>
                <p:nvPr/>
              </p:nvGrpSpPr>
              <p:grpSpPr>
                <a:xfrm>
                  <a:off x="3278810" y="4400459"/>
                  <a:ext cx="1882251" cy="1171698"/>
                  <a:chOff x="3278810" y="4400459"/>
                  <a:chExt cx="1882251" cy="1171698"/>
                </a:xfrm>
              </p:grpSpPr>
              <p:sp>
                <p:nvSpPr>
                  <p:cNvPr id="11" name="Freeform 129"/>
                  <p:cNvSpPr>
                    <a:spLocks/>
                  </p:cNvSpPr>
                  <p:nvPr/>
                </p:nvSpPr>
                <p:spPr bwMode="gray">
                  <a:xfrm>
                    <a:off x="3278810" y="4400459"/>
                    <a:ext cx="1882251" cy="1171698"/>
                  </a:xfrm>
                  <a:custGeom>
                    <a:avLst/>
                    <a:gdLst>
                      <a:gd name="T0" fmla="*/ 723 w 1449"/>
                      <a:gd name="T1" fmla="*/ 0 h 902"/>
                      <a:gd name="T2" fmla="*/ 0 w 1449"/>
                      <a:gd name="T3" fmla="*/ 0 h 902"/>
                      <a:gd name="T4" fmla="*/ 0 w 1449"/>
                      <a:gd name="T5" fmla="*/ 902 h 902"/>
                      <a:gd name="T6" fmla="*/ 641 w 1449"/>
                      <a:gd name="T7" fmla="*/ 902 h 902"/>
                      <a:gd name="T8" fmla="*/ 641 w 1449"/>
                      <a:gd name="T9" fmla="*/ 727 h 902"/>
                      <a:gd name="T10" fmla="*/ 808 w 1449"/>
                      <a:gd name="T11" fmla="*/ 727 h 902"/>
                      <a:gd name="T12" fmla="*/ 808 w 1449"/>
                      <a:gd name="T13" fmla="*/ 902 h 902"/>
                      <a:gd name="T14" fmla="*/ 1449 w 1449"/>
                      <a:gd name="T15" fmla="*/ 902 h 902"/>
                      <a:gd name="T16" fmla="*/ 1449 w 1449"/>
                      <a:gd name="T17" fmla="*/ 271 h 902"/>
                      <a:gd name="T18" fmla="*/ 723 w 1449"/>
                      <a:gd name="T19" fmla="*/ 271 h 902"/>
                      <a:gd name="T20" fmla="*/ 723 w 1449"/>
                      <a:gd name="T21" fmla="*/ 0 h 9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49" h="902">
                        <a:moveTo>
                          <a:pt x="723" y="0"/>
                        </a:moveTo>
                        <a:lnTo>
                          <a:pt x="0" y="0"/>
                        </a:lnTo>
                        <a:lnTo>
                          <a:pt x="0" y="902"/>
                        </a:lnTo>
                        <a:lnTo>
                          <a:pt x="641" y="902"/>
                        </a:lnTo>
                        <a:lnTo>
                          <a:pt x="641" y="727"/>
                        </a:lnTo>
                        <a:lnTo>
                          <a:pt x="808" y="727"/>
                        </a:lnTo>
                        <a:lnTo>
                          <a:pt x="808" y="902"/>
                        </a:lnTo>
                        <a:lnTo>
                          <a:pt x="1449" y="902"/>
                        </a:lnTo>
                        <a:lnTo>
                          <a:pt x="1449" y="271"/>
                        </a:lnTo>
                        <a:lnTo>
                          <a:pt x="723" y="271"/>
                        </a:lnTo>
                        <a:lnTo>
                          <a:pt x="723" y="0"/>
                        </a:lnTo>
                        <a:close/>
                      </a:path>
                    </a:pathLst>
                  </a:custGeom>
                  <a:solidFill>
                    <a:srgbClr val="F79A9E"/>
                  </a:solidFill>
                  <a:ln>
                    <a:noFill/>
                  </a:ln>
                  <a:scene3d>
                    <a:camera prst="obliqueTopLeft"/>
                    <a:lightRig rig="threePt" dir="t"/>
                  </a:scene3d>
                  <a:sp3d extrusionH="508000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3" name="Gruppieren 12"/>
                  <p:cNvGrpSpPr/>
                  <p:nvPr/>
                </p:nvGrpSpPr>
                <p:grpSpPr bwMode="gray">
                  <a:xfrm>
                    <a:off x="3393589" y="4471307"/>
                    <a:ext cx="281883" cy="281885"/>
                    <a:chOff x="4505280" y="4122909"/>
                    <a:chExt cx="374224" cy="374226"/>
                  </a:xfrm>
                </p:grpSpPr>
                <p:sp>
                  <p:nvSpPr>
                    <p:cNvPr id="49" name="Freeform 146"/>
                    <p:cNvSpPr>
                      <a:spLocks/>
                    </p:cNvSpPr>
                    <p:nvPr/>
                  </p:nvSpPr>
                  <p:spPr bwMode="gray">
                    <a:xfrm>
                      <a:off x="4574263" y="4191892"/>
                      <a:ext cx="239711" cy="236262"/>
                    </a:xfrm>
                    <a:custGeom>
                      <a:avLst/>
                      <a:gdLst>
                        <a:gd name="T0" fmla="*/ 139 w 139"/>
                        <a:gd name="T1" fmla="*/ 40 h 137"/>
                        <a:gd name="T2" fmla="*/ 99 w 139"/>
                        <a:gd name="T3" fmla="*/ 40 h 137"/>
                        <a:gd name="T4" fmla="*/ 99 w 139"/>
                        <a:gd name="T5" fmla="*/ 0 h 137"/>
                        <a:gd name="T6" fmla="*/ 40 w 139"/>
                        <a:gd name="T7" fmla="*/ 0 h 137"/>
                        <a:gd name="T8" fmla="*/ 40 w 139"/>
                        <a:gd name="T9" fmla="*/ 40 h 137"/>
                        <a:gd name="T10" fmla="*/ 0 w 139"/>
                        <a:gd name="T11" fmla="*/ 40 h 137"/>
                        <a:gd name="T12" fmla="*/ 0 w 139"/>
                        <a:gd name="T13" fmla="*/ 97 h 137"/>
                        <a:gd name="T14" fmla="*/ 40 w 139"/>
                        <a:gd name="T15" fmla="*/ 97 h 137"/>
                        <a:gd name="T16" fmla="*/ 40 w 139"/>
                        <a:gd name="T17" fmla="*/ 137 h 137"/>
                        <a:gd name="T18" fmla="*/ 99 w 139"/>
                        <a:gd name="T19" fmla="*/ 137 h 137"/>
                        <a:gd name="T20" fmla="*/ 99 w 139"/>
                        <a:gd name="T21" fmla="*/ 97 h 137"/>
                        <a:gd name="T22" fmla="*/ 139 w 139"/>
                        <a:gd name="T23" fmla="*/ 97 h 137"/>
                        <a:gd name="T24" fmla="*/ 139 w 139"/>
                        <a:gd name="T25" fmla="*/ 40 h 1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</a:cxnLst>
                      <a:rect l="0" t="0" r="r" b="b"/>
                      <a:pathLst>
                        <a:path w="139" h="137">
                          <a:moveTo>
                            <a:pt x="139" y="40"/>
                          </a:moveTo>
                          <a:lnTo>
                            <a:pt x="99" y="40"/>
                          </a:lnTo>
                          <a:lnTo>
                            <a:pt x="99" y="0"/>
                          </a:lnTo>
                          <a:lnTo>
                            <a:pt x="40" y="0"/>
                          </a:lnTo>
                          <a:lnTo>
                            <a:pt x="40" y="40"/>
                          </a:lnTo>
                          <a:lnTo>
                            <a:pt x="0" y="40"/>
                          </a:lnTo>
                          <a:lnTo>
                            <a:pt x="0" y="97"/>
                          </a:lnTo>
                          <a:lnTo>
                            <a:pt x="40" y="97"/>
                          </a:lnTo>
                          <a:lnTo>
                            <a:pt x="40" y="137"/>
                          </a:lnTo>
                          <a:lnTo>
                            <a:pt x="99" y="137"/>
                          </a:lnTo>
                          <a:lnTo>
                            <a:pt x="99" y="97"/>
                          </a:lnTo>
                          <a:lnTo>
                            <a:pt x="139" y="97"/>
                          </a:lnTo>
                          <a:lnTo>
                            <a:pt x="139" y="4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0" name="Freeform 147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505280" y="4122909"/>
                      <a:ext cx="374224" cy="374226"/>
                    </a:xfrm>
                    <a:custGeom>
                      <a:avLst/>
                      <a:gdLst>
                        <a:gd name="T0" fmla="*/ 46 w 92"/>
                        <a:gd name="T1" fmla="*/ 92 h 92"/>
                        <a:gd name="T2" fmla="*/ 0 w 92"/>
                        <a:gd name="T3" fmla="*/ 46 h 92"/>
                        <a:gd name="T4" fmla="*/ 46 w 92"/>
                        <a:gd name="T5" fmla="*/ 0 h 92"/>
                        <a:gd name="T6" fmla="*/ 92 w 92"/>
                        <a:gd name="T7" fmla="*/ 46 h 92"/>
                        <a:gd name="T8" fmla="*/ 46 w 92"/>
                        <a:gd name="T9" fmla="*/ 92 h 92"/>
                        <a:gd name="T10" fmla="*/ 46 w 92"/>
                        <a:gd name="T11" fmla="*/ 4 h 92"/>
                        <a:gd name="T12" fmla="*/ 4 w 92"/>
                        <a:gd name="T13" fmla="*/ 46 h 92"/>
                        <a:gd name="T14" fmla="*/ 46 w 92"/>
                        <a:gd name="T15" fmla="*/ 88 h 92"/>
                        <a:gd name="T16" fmla="*/ 88 w 92"/>
                        <a:gd name="T17" fmla="*/ 46 h 92"/>
                        <a:gd name="T18" fmla="*/ 46 w 92"/>
                        <a:gd name="T19" fmla="*/ 4 h 9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92" h="92">
                          <a:moveTo>
                            <a:pt x="46" y="92"/>
                          </a:moveTo>
                          <a:cubicBezTo>
                            <a:pt x="21" y="92"/>
                            <a:pt x="0" y="71"/>
                            <a:pt x="0" y="46"/>
                          </a:cubicBezTo>
                          <a:cubicBezTo>
                            <a:pt x="0" y="21"/>
                            <a:pt x="21" y="0"/>
                            <a:pt x="46" y="0"/>
                          </a:cubicBezTo>
                          <a:cubicBezTo>
                            <a:pt x="72" y="0"/>
                            <a:pt x="92" y="21"/>
                            <a:pt x="92" y="46"/>
                          </a:cubicBezTo>
                          <a:cubicBezTo>
                            <a:pt x="92" y="71"/>
                            <a:pt x="72" y="92"/>
                            <a:pt x="46" y="92"/>
                          </a:cubicBezTo>
                          <a:close/>
                          <a:moveTo>
                            <a:pt x="46" y="4"/>
                          </a:moveTo>
                          <a:cubicBezTo>
                            <a:pt x="23" y="4"/>
                            <a:pt x="4" y="23"/>
                            <a:pt x="4" y="46"/>
                          </a:cubicBezTo>
                          <a:cubicBezTo>
                            <a:pt x="4" y="69"/>
                            <a:pt x="23" y="88"/>
                            <a:pt x="46" y="88"/>
                          </a:cubicBezTo>
                          <a:cubicBezTo>
                            <a:pt x="69" y="88"/>
                            <a:pt x="88" y="69"/>
                            <a:pt x="88" y="46"/>
                          </a:cubicBezTo>
                          <a:cubicBezTo>
                            <a:pt x="88" y="23"/>
                            <a:pt x="69" y="4"/>
                            <a:pt x="46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4" name="Gruppieren 13"/>
                  <p:cNvGrpSpPr/>
                  <p:nvPr/>
                </p:nvGrpSpPr>
                <p:grpSpPr bwMode="gray">
                  <a:xfrm>
                    <a:off x="3832651" y="4471317"/>
                    <a:ext cx="322152" cy="281885"/>
                    <a:chOff x="1265238" y="4540251"/>
                    <a:chExt cx="393700" cy="344488"/>
                  </a:xfrm>
                  <a:solidFill>
                    <a:srgbClr val="F14E55"/>
                  </a:solidFill>
                </p:grpSpPr>
                <p:sp>
                  <p:nvSpPr>
                    <p:cNvPr id="41" name="Rectangle 153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366838" y="4749801"/>
                      <a:ext cx="8890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" name="Rectangle 154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471613" y="4749801"/>
                      <a:ext cx="8890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" name="Rectangle 15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579563" y="4749801"/>
                      <a:ext cx="793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" name="Rectangle 156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265238" y="4749801"/>
                      <a:ext cx="8255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5" name="Rectangle 15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366838" y="4540251"/>
                      <a:ext cx="8890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" name="Rectangle 158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471613" y="4540251"/>
                      <a:ext cx="8890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" name="Rectangle 159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579563" y="4540251"/>
                      <a:ext cx="793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8" name="Rectangle 160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265238" y="4540251"/>
                      <a:ext cx="82550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2" name="Gruppieren 11"/>
                  <p:cNvGrpSpPr/>
                  <p:nvPr/>
                </p:nvGrpSpPr>
                <p:grpSpPr bwMode="gray">
                  <a:xfrm>
                    <a:off x="3408710" y="4875895"/>
                    <a:ext cx="1622450" cy="340339"/>
                    <a:chOff x="736600" y="5027613"/>
                    <a:chExt cx="1982788" cy="415926"/>
                  </a:xfrm>
                  <a:solidFill>
                    <a:srgbClr val="F14E55"/>
                  </a:solidFill>
                </p:grpSpPr>
                <p:sp>
                  <p:nvSpPr>
                    <p:cNvPr id="51" name="Rectangle 130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736600" y="5308601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2" name="Rectangle 131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736600" y="5027613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3" name="Rectangle 132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001713" y="5308601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" name="Rectangle 133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001713" y="5027613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5" name="Rectangle 134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265238" y="5308601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6" name="Rectangle 13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265238" y="5027613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7" name="Rectangle 136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530350" y="5308601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8" name="Rectangle 13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530350" y="5027613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9" name="Rectangle 138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797050" y="5308601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" name="Rectangle 139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1797050" y="5027613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1" name="Rectangle 140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060575" y="5308601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2" name="Rectangle 141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060575" y="5027613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" name="Rectangle 142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325688" y="5308601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4" name="Rectangle 143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325688" y="5027613"/>
                      <a:ext cx="128588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5" name="Rectangle 144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589213" y="5308601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6" name="Rectangle 14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589213" y="5027613"/>
                      <a:ext cx="130175" cy="134938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23" name="Freeform 6"/>
                <p:cNvSpPr>
                  <a:spLocks noChangeAspect="1" noEditPoints="1"/>
                </p:cNvSpPr>
                <p:nvPr/>
              </p:nvSpPr>
              <p:spPr bwMode="gray">
                <a:xfrm>
                  <a:off x="4381661" y="5303197"/>
                  <a:ext cx="672499" cy="359575"/>
                </a:xfrm>
                <a:custGeom>
                  <a:avLst/>
                  <a:gdLst>
                    <a:gd name="T0" fmla="*/ 278 w 397"/>
                    <a:gd name="T1" fmla="*/ 81 h 212"/>
                    <a:gd name="T2" fmla="*/ 264 w 397"/>
                    <a:gd name="T3" fmla="*/ 98 h 212"/>
                    <a:gd name="T4" fmla="*/ 258 w 397"/>
                    <a:gd name="T5" fmla="*/ 104 h 212"/>
                    <a:gd name="T6" fmla="*/ 241 w 397"/>
                    <a:gd name="T7" fmla="*/ 118 h 212"/>
                    <a:gd name="T8" fmla="*/ 241 w 397"/>
                    <a:gd name="T9" fmla="*/ 98 h 212"/>
                    <a:gd name="T10" fmla="*/ 220 w 397"/>
                    <a:gd name="T11" fmla="*/ 98 h 212"/>
                    <a:gd name="T12" fmla="*/ 235 w 397"/>
                    <a:gd name="T13" fmla="*/ 81 h 212"/>
                    <a:gd name="T14" fmla="*/ 241 w 397"/>
                    <a:gd name="T15" fmla="*/ 75 h 212"/>
                    <a:gd name="T16" fmla="*/ 258 w 397"/>
                    <a:gd name="T17" fmla="*/ 61 h 212"/>
                    <a:gd name="T18" fmla="*/ 258 w 397"/>
                    <a:gd name="T19" fmla="*/ 81 h 212"/>
                    <a:gd name="T20" fmla="*/ 397 w 397"/>
                    <a:gd name="T21" fmla="*/ 149 h 212"/>
                    <a:gd name="T22" fmla="*/ 395 w 397"/>
                    <a:gd name="T23" fmla="*/ 179 h 212"/>
                    <a:gd name="T24" fmla="*/ 329 w 397"/>
                    <a:gd name="T25" fmla="*/ 138 h 212"/>
                    <a:gd name="T26" fmla="*/ 110 w 397"/>
                    <a:gd name="T27" fmla="*/ 179 h 212"/>
                    <a:gd name="T28" fmla="*/ 28 w 397"/>
                    <a:gd name="T29" fmla="*/ 179 h 212"/>
                    <a:gd name="T30" fmla="*/ 0 w 397"/>
                    <a:gd name="T31" fmla="*/ 177 h 212"/>
                    <a:gd name="T32" fmla="*/ 3 w 397"/>
                    <a:gd name="T33" fmla="*/ 146 h 212"/>
                    <a:gd name="T34" fmla="*/ 12 w 397"/>
                    <a:gd name="T35" fmla="*/ 117 h 212"/>
                    <a:gd name="T36" fmla="*/ 55 w 397"/>
                    <a:gd name="T37" fmla="*/ 100 h 212"/>
                    <a:gd name="T38" fmla="*/ 81 w 397"/>
                    <a:gd name="T39" fmla="*/ 35 h 212"/>
                    <a:gd name="T40" fmla="*/ 138 w 397"/>
                    <a:gd name="T41" fmla="*/ 0 h 212"/>
                    <a:gd name="T42" fmla="*/ 387 w 397"/>
                    <a:gd name="T43" fmla="*/ 146 h 212"/>
                    <a:gd name="T44" fmla="*/ 397 w 397"/>
                    <a:gd name="T45" fmla="*/ 149 h 212"/>
                    <a:gd name="T46" fmla="*/ 116 w 397"/>
                    <a:gd name="T47" fmla="*/ 44 h 212"/>
                    <a:gd name="T48" fmla="*/ 83 w 397"/>
                    <a:gd name="T49" fmla="*/ 49 h 212"/>
                    <a:gd name="T50" fmla="*/ 73 w 397"/>
                    <a:gd name="T51" fmla="*/ 99 h 212"/>
                    <a:gd name="T52" fmla="*/ 121 w 397"/>
                    <a:gd name="T53" fmla="*/ 93 h 212"/>
                    <a:gd name="T54" fmla="*/ 304 w 397"/>
                    <a:gd name="T55" fmla="*/ 90 h 212"/>
                    <a:gd name="T56" fmla="*/ 195 w 397"/>
                    <a:gd name="T57" fmla="*/ 90 h 212"/>
                    <a:gd name="T58" fmla="*/ 304 w 397"/>
                    <a:gd name="T59" fmla="*/ 90 h 212"/>
                    <a:gd name="T60" fmla="*/ 372 w 397"/>
                    <a:gd name="T61" fmla="*/ 8 h 212"/>
                    <a:gd name="T62" fmla="*/ 356 w 397"/>
                    <a:gd name="T63" fmla="*/ 14 h 212"/>
                    <a:gd name="T64" fmla="*/ 362 w 397"/>
                    <a:gd name="T65" fmla="*/ 22 h 212"/>
                    <a:gd name="T66" fmla="*/ 377 w 397"/>
                    <a:gd name="T67" fmla="*/ 17 h 212"/>
                    <a:gd name="T68" fmla="*/ 299 w 397"/>
                    <a:gd name="T69" fmla="*/ 90 h 212"/>
                    <a:gd name="T70" fmla="*/ 199 w 397"/>
                    <a:gd name="T71" fmla="*/ 90 h 212"/>
                    <a:gd name="T72" fmla="*/ 299 w 397"/>
                    <a:gd name="T73" fmla="*/ 90 h 212"/>
                    <a:gd name="T74" fmla="*/ 264 w 397"/>
                    <a:gd name="T75" fmla="*/ 75 h 212"/>
                    <a:gd name="T76" fmla="*/ 235 w 397"/>
                    <a:gd name="T77" fmla="*/ 55 h 212"/>
                    <a:gd name="T78" fmla="*/ 214 w 397"/>
                    <a:gd name="T79" fmla="*/ 75 h 212"/>
                    <a:gd name="T80" fmla="*/ 235 w 397"/>
                    <a:gd name="T81" fmla="*/ 104 h 212"/>
                    <a:gd name="T82" fmla="*/ 264 w 397"/>
                    <a:gd name="T83" fmla="*/ 124 h 212"/>
                    <a:gd name="T84" fmla="*/ 284 w 397"/>
                    <a:gd name="T85" fmla="*/ 104 h 212"/>
                    <a:gd name="T86" fmla="*/ 106 w 397"/>
                    <a:gd name="T87" fmla="*/ 29 h 212"/>
                    <a:gd name="T88" fmla="*/ 132 w 397"/>
                    <a:gd name="T89" fmla="*/ 24 h 212"/>
                    <a:gd name="T90" fmla="*/ 127 w 397"/>
                    <a:gd name="T91" fmla="*/ 8 h 212"/>
                    <a:gd name="T92" fmla="*/ 101 w 397"/>
                    <a:gd name="T93" fmla="*/ 14 h 212"/>
                    <a:gd name="T94" fmla="*/ 106 w 397"/>
                    <a:gd name="T95" fmla="*/ 29 h 212"/>
                    <a:gd name="T96" fmla="*/ 69 w 397"/>
                    <a:gd name="T97" fmla="*/ 212 h 212"/>
                    <a:gd name="T98" fmla="*/ 69 w 397"/>
                    <a:gd name="T99" fmla="*/ 146 h 212"/>
                    <a:gd name="T100" fmla="*/ 86 w 397"/>
                    <a:gd name="T101" fmla="*/ 179 h 212"/>
                    <a:gd name="T102" fmla="*/ 52 w 397"/>
                    <a:gd name="T103" fmla="*/ 179 h 212"/>
                    <a:gd name="T104" fmla="*/ 86 w 397"/>
                    <a:gd name="T105" fmla="*/ 179 h 212"/>
                    <a:gd name="T106" fmla="*/ 329 w 397"/>
                    <a:gd name="T107" fmla="*/ 212 h 212"/>
                    <a:gd name="T108" fmla="*/ 329 w 397"/>
                    <a:gd name="T109" fmla="*/ 146 h 212"/>
                    <a:gd name="T110" fmla="*/ 346 w 397"/>
                    <a:gd name="T111" fmla="*/ 179 h 212"/>
                    <a:gd name="T112" fmla="*/ 311 w 397"/>
                    <a:gd name="T113" fmla="*/ 179 h 212"/>
                    <a:gd name="T114" fmla="*/ 346 w 397"/>
                    <a:gd name="T115" fmla="*/ 179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97" h="212">
                      <a:moveTo>
                        <a:pt x="264" y="81"/>
                      </a:moveTo>
                      <a:cubicBezTo>
                        <a:pt x="278" y="81"/>
                        <a:pt x="278" y="81"/>
                        <a:pt x="278" y="81"/>
                      </a:cubicBezTo>
                      <a:cubicBezTo>
                        <a:pt x="278" y="98"/>
                        <a:pt x="278" y="98"/>
                        <a:pt x="278" y="98"/>
                      </a:cubicBezTo>
                      <a:cubicBezTo>
                        <a:pt x="264" y="98"/>
                        <a:pt x="264" y="98"/>
                        <a:pt x="264" y="98"/>
                      </a:cubicBezTo>
                      <a:cubicBezTo>
                        <a:pt x="258" y="98"/>
                        <a:pt x="258" y="98"/>
                        <a:pt x="258" y="98"/>
                      </a:cubicBezTo>
                      <a:cubicBezTo>
                        <a:pt x="258" y="104"/>
                        <a:pt x="258" y="104"/>
                        <a:pt x="258" y="104"/>
                      </a:cubicBezTo>
                      <a:cubicBezTo>
                        <a:pt x="258" y="118"/>
                        <a:pt x="258" y="118"/>
                        <a:pt x="258" y="118"/>
                      </a:cubicBezTo>
                      <a:cubicBezTo>
                        <a:pt x="241" y="118"/>
                        <a:pt x="241" y="118"/>
                        <a:pt x="241" y="118"/>
                      </a:cubicBezTo>
                      <a:cubicBezTo>
                        <a:pt x="241" y="104"/>
                        <a:pt x="241" y="104"/>
                        <a:pt x="241" y="104"/>
                      </a:cubicBezTo>
                      <a:cubicBezTo>
                        <a:pt x="241" y="98"/>
                        <a:pt x="241" y="98"/>
                        <a:pt x="241" y="98"/>
                      </a:cubicBezTo>
                      <a:cubicBezTo>
                        <a:pt x="235" y="98"/>
                        <a:pt x="235" y="98"/>
                        <a:pt x="235" y="98"/>
                      </a:cubicBezTo>
                      <a:cubicBezTo>
                        <a:pt x="220" y="98"/>
                        <a:pt x="220" y="98"/>
                        <a:pt x="220" y="98"/>
                      </a:cubicBezTo>
                      <a:cubicBezTo>
                        <a:pt x="220" y="81"/>
                        <a:pt x="220" y="81"/>
                        <a:pt x="220" y="81"/>
                      </a:cubicBezTo>
                      <a:cubicBezTo>
                        <a:pt x="235" y="81"/>
                        <a:pt x="235" y="81"/>
                        <a:pt x="235" y="81"/>
                      </a:cubicBezTo>
                      <a:cubicBezTo>
                        <a:pt x="241" y="81"/>
                        <a:pt x="241" y="81"/>
                        <a:pt x="241" y="81"/>
                      </a:cubicBezTo>
                      <a:cubicBezTo>
                        <a:pt x="241" y="75"/>
                        <a:pt x="241" y="75"/>
                        <a:pt x="241" y="75"/>
                      </a:cubicBezTo>
                      <a:cubicBezTo>
                        <a:pt x="241" y="61"/>
                        <a:pt x="241" y="61"/>
                        <a:pt x="241" y="61"/>
                      </a:cubicBezTo>
                      <a:cubicBezTo>
                        <a:pt x="258" y="61"/>
                        <a:pt x="258" y="61"/>
                        <a:pt x="258" y="61"/>
                      </a:cubicBezTo>
                      <a:cubicBezTo>
                        <a:pt x="258" y="75"/>
                        <a:pt x="258" y="75"/>
                        <a:pt x="258" y="75"/>
                      </a:cubicBezTo>
                      <a:cubicBezTo>
                        <a:pt x="258" y="81"/>
                        <a:pt x="258" y="81"/>
                        <a:pt x="258" y="81"/>
                      </a:cubicBezTo>
                      <a:lnTo>
                        <a:pt x="264" y="81"/>
                      </a:lnTo>
                      <a:close/>
                      <a:moveTo>
                        <a:pt x="397" y="149"/>
                      </a:moveTo>
                      <a:cubicBezTo>
                        <a:pt x="397" y="177"/>
                        <a:pt x="397" y="177"/>
                        <a:pt x="397" y="177"/>
                      </a:cubicBezTo>
                      <a:cubicBezTo>
                        <a:pt x="397" y="178"/>
                        <a:pt x="396" y="179"/>
                        <a:pt x="395" y="179"/>
                      </a:cubicBezTo>
                      <a:cubicBezTo>
                        <a:pt x="369" y="179"/>
                        <a:pt x="369" y="179"/>
                        <a:pt x="369" y="179"/>
                      </a:cubicBezTo>
                      <a:cubicBezTo>
                        <a:pt x="369" y="157"/>
                        <a:pt x="351" y="138"/>
                        <a:pt x="329" y="138"/>
                      </a:cubicBezTo>
                      <a:cubicBezTo>
                        <a:pt x="306" y="138"/>
                        <a:pt x="288" y="157"/>
                        <a:pt x="288" y="179"/>
                      </a:cubicBezTo>
                      <a:cubicBezTo>
                        <a:pt x="110" y="179"/>
                        <a:pt x="110" y="179"/>
                        <a:pt x="110" y="179"/>
                      </a:cubicBezTo>
                      <a:cubicBezTo>
                        <a:pt x="110" y="157"/>
                        <a:pt x="92" y="138"/>
                        <a:pt x="69" y="138"/>
                      </a:cubicBezTo>
                      <a:cubicBezTo>
                        <a:pt x="46" y="138"/>
                        <a:pt x="28" y="157"/>
                        <a:pt x="28" y="179"/>
                      </a:cubicBezTo>
                      <a:cubicBezTo>
                        <a:pt x="3" y="179"/>
                        <a:pt x="3" y="179"/>
                        <a:pt x="3" y="179"/>
                      </a:cubicBezTo>
                      <a:cubicBezTo>
                        <a:pt x="2" y="179"/>
                        <a:pt x="0" y="178"/>
                        <a:pt x="0" y="177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0" y="147"/>
                        <a:pt x="2" y="146"/>
                        <a:pt x="3" y="146"/>
                      </a:cubicBezTo>
                      <a:cubicBezTo>
                        <a:pt x="7" y="146"/>
                        <a:pt x="7" y="146"/>
                        <a:pt x="7" y="146"/>
                      </a:cubicBezTo>
                      <a:cubicBezTo>
                        <a:pt x="12" y="117"/>
                        <a:pt x="12" y="117"/>
                        <a:pt x="12" y="117"/>
                      </a:cubicBezTo>
                      <a:cubicBezTo>
                        <a:pt x="12" y="114"/>
                        <a:pt x="15" y="111"/>
                        <a:pt x="17" y="111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74" y="40"/>
                        <a:pt x="74" y="40"/>
                        <a:pt x="74" y="40"/>
                      </a:cubicBezTo>
                      <a:cubicBezTo>
                        <a:pt x="75" y="37"/>
                        <a:pt x="78" y="35"/>
                        <a:pt x="81" y="35"/>
                      </a:cubicBezTo>
                      <a:cubicBezTo>
                        <a:pt x="138" y="35"/>
                        <a:pt x="138" y="35"/>
                        <a:pt x="138" y="35"/>
                      </a:cubicBezTo>
                      <a:cubicBezTo>
                        <a:pt x="138" y="0"/>
                        <a:pt x="138" y="0"/>
                        <a:pt x="138" y="0"/>
                      </a:cubicBezTo>
                      <a:cubicBezTo>
                        <a:pt x="387" y="0"/>
                        <a:pt x="387" y="0"/>
                        <a:pt x="387" y="0"/>
                      </a:cubicBezTo>
                      <a:cubicBezTo>
                        <a:pt x="387" y="146"/>
                        <a:pt x="387" y="146"/>
                        <a:pt x="387" y="146"/>
                      </a:cubicBezTo>
                      <a:cubicBezTo>
                        <a:pt x="395" y="146"/>
                        <a:pt x="395" y="146"/>
                        <a:pt x="395" y="146"/>
                      </a:cubicBezTo>
                      <a:cubicBezTo>
                        <a:pt x="396" y="146"/>
                        <a:pt x="397" y="147"/>
                        <a:pt x="397" y="149"/>
                      </a:cubicBezTo>
                      <a:close/>
                      <a:moveTo>
                        <a:pt x="121" y="50"/>
                      </a:moveTo>
                      <a:cubicBezTo>
                        <a:pt x="121" y="47"/>
                        <a:pt x="119" y="44"/>
                        <a:pt x="116" y="44"/>
                      </a:cubicBezTo>
                      <a:cubicBezTo>
                        <a:pt x="89" y="44"/>
                        <a:pt x="89" y="44"/>
                        <a:pt x="89" y="44"/>
                      </a:cubicBezTo>
                      <a:cubicBezTo>
                        <a:pt x="86" y="44"/>
                        <a:pt x="83" y="47"/>
                        <a:pt x="83" y="49"/>
                      </a:cubicBezTo>
                      <a:cubicBezTo>
                        <a:pt x="69" y="94"/>
                        <a:pt x="69" y="94"/>
                        <a:pt x="69" y="94"/>
                      </a:cubicBezTo>
                      <a:cubicBezTo>
                        <a:pt x="68" y="96"/>
                        <a:pt x="70" y="99"/>
                        <a:pt x="73" y="99"/>
                      </a:cubicBezTo>
                      <a:cubicBezTo>
                        <a:pt x="116" y="99"/>
                        <a:pt x="116" y="99"/>
                        <a:pt x="116" y="99"/>
                      </a:cubicBezTo>
                      <a:cubicBezTo>
                        <a:pt x="119" y="99"/>
                        <a:pt x="121" y="96"/>
                        <a:pt x="121" y="93"/>
                      </a:cubicBezTo>
                      <a:lnTo>
                        <a:pt x="121" y="50"/>
                      </a:lnTo>
                      <a:close/>
                      <a:moveTo>
                        <a:pt x="304" y="90"/>
                      </a:moveTo>
                      <a:cubicBezTo>
                        <a:pt x="304" y="60"/>
                        <a:pt x="279" y="35"/>
                        <a:pt x="249" y="35"/>
                      </a:cubicBezTo>
                      <a:cubicBezTo>
                        <a:pt x="219" y="35"/>
                        <a:pt x="195" y="60"/>
                        <a:pt x="195" y="90"/>
                      </a:cubicBezTo>
                      <a:cubicBezTo>
                        <a:pt x="195" y="120"/>
                        <a:pt x="219" y="144"/>
                        <a:pt x="249" y="144"/>
                      </a:cubicBezTo>
                      <a:cubicBezTo>
                        <a:pt x="279" y="144"/>
                        <a:pt x="304" y="120"/>
                        <a:pt x="304" y="90"/>
                      </a:cubicBezTo>
                      <a:close/>
                      <a:moveTo>
                        <a:pt x="377" y="14"/>
                      </a:moveTo>
                      <a:cubicBezTo>
                        <a:pt x="377" y="11"/>
                        <a:pt x="375" y="8"/>
                        <a:pt x="372" y="8"/>
                      </a:cubicBezTo>
                      <a:cubicBezTo>
                        <a:pt x="362" y="8"/>
                        <a:pt x="362" y="8"/>
                        <a:pt x="362" y="8"/>
                      </a:cubicBezTo>
                      <a:cubicBezTo>
                        <a:pt x="359" y="8"/>
                        <a:pt x="356" y="11"/>
                        <a:pt x="356" y="14"/>
                      </a:cubicBezTo>
                      <a:cubicBezTo>
                        <a:pt x="356" y="17"/>
                        <a:pt x="356" y="17"/>
                        <a:pt x="356" y="17"/>
                      </a:cubicBezTo>
                      <a:cubicBezTo>
                        <a:pt x="356" y="20"/>
                        <a:pt x="359" y="22"/>
                        <a:pt x="362" y="22"/>
                      </a:cubicBezTo>
                      <a:cubicBezTo>
                        <a:pt x="372" y="22"/>
                        <a:pt x="372" y="22"/>
                        <a:pt x="372" y="22"/>
                      </a:cubicBezTo>
                      <a:cubicBezTo>
                        <a:pt x="375" y="22"/>
                        <a:pt x="377" y="20"/>
                        <a:pt x="377" y="17"/>
                      </a:cubicBezTo>
                      <a:lnTo>
                        <a:pt x="377" y="14"/>
                      </a:lnTo>
                      <a:close/>
                      <a:moveTo>
                        <a:pt x="299" y="90"/>
                      </a:moveTo>
                      <a:cubicBezTo>
                        <a:pt x="299" y="117"/>
                        <a:pt x="276" y="139"/>
                        <a:pt x="249" y="139"/>
                      </a:cubicBezTo>
                      <a:cubicBezTo>
                        <a:pt x="222" y="139"/>
                        <a:pt x="199" y="117"/>
                        <a:pt x="199" y="90"/>
                      </a:cubicBezTo>
                      <a:cubicBezTo>
                        <a:pt x="199" y="62"/>
                        <a:pt x="222" y="40"/>
                        <a:pt x="249" y="40"/>
                      </a:cubicBezTo>
                      <a:cubicBezTo>
                        <a:pt x="276" y="40"/>
                        <a:pt x="299" y="62"/>
                        <a:pt x="299" y="90"/>
                      </a:cubicBezTo>
                      <a:close/>
                      <a:moveTo>
                        <a:pt x="284" y="75"/>
                      </a:moveTo>
                      <a:cubicBezTo>
                        <a:pt x="264" y="75"/>
                        <a:pt x="264" y="75"/>
                        <a:pt x="264" y="75"/>
                      </a:cubicBezTo>
                      <a:cubicBezTo>
                        <a:pt x="264" y="55"/>
                        <a:pt x="264" y="55"/>
                        <a:pt x="264" y="55"/>
                      </a:cubicBezTo>
                      <a:cubicBezTo>
                        <a:pt x="235" y="55"/>
                        <a:pt x="235" y="55"/>
                        <a:pt x="235" y="55"/>
                      </a:cubicBezTo>
                      <a:cubicBezTo>
                        <a:pt x="235" y="75"/>
                        <a:pt x="235" y="75"/>
                        <a:pt x="235" y="75"/>
                      </a:cubicBezTo>
                      <a:cubicBezTo>
                        <a:pt x="214" y="75"/>
                        <a:pt x="214" y="75"/>
                        <a:pt x="214" y="75"/>
                      </a:cubicBezTo>
                      <a:cubicBezTo>
                        <a:pt x="214" y="104"/>
                        <a:pt x="214" y="104"/>
                        <a:pt x="214" y="104"/>
                      </a:cubicBezTo>
                      <a:cubicBezTo>
                        <a:pt x="235" y="104"/>
                        <a:pt x="235" y="104"/>
                        <a:pt x="235" y="104"/>
                      </a:cubicBezTo>
                      <a:cubicBezTo>
                        <a:pt x="235" y="124"/>
                        <a:pt x="235" y="124"/>
                        <a:pt x="235" y="124"/>
                      </a:cubicBezTo>
                      <a:cubicBezTo>
                        <a:pt x="264" y="124"/>
                        <a:pt x="264" y="124"/>
                        <a:pt x="264" y="124"/>
                      </a:cubicBezTo>
                      <a:cubicBezTo>
                        <a:pt x="264" y="104"/>
                        <a:pt x="264" y="104"/>
                        <a:pt x="264" y="104"/>
                      </a:cubicBezTo>
                      <a:cubicBezTo>
                        <a:pt x="284" y="104"/>
                        <a:pt x="284" y="104"/>
                        <a:pt x="284" y="104"/>
                      </a:cubicBezTo>
                      <a:lnTo>
                        <a:pt x="284" y="75"/>
                      </a:lnTo>
                      <a:close/>
                      <a:moveTo>
                        <a:pt x="106" y="29"/>
                      </a:moveTo>
                      <a:cubicBezTo>
                        <a:pt x="127" y="29"/>
                        <a:pt x="127" y="29"/>
                        <a:pt x="127" y="29"/>
                      </a:cubicBezTo>
                      <a:cubicBezTo>
                        <a:pt x="130" y="29"/>
                        <a:pt x="132" y="27"/>
                        <a:pt x="132" y="24"/>
                      </a:cubicBezTo>
                      <a:cubicBezTo>
                        <a:pt x="132" y="14"/>
                        <a:pt x="132" y="14"/>
                        <a:pt x="132" y="14"/>
                      </a:cubicBezTo>
                      <a:cubicBezTo>
                        <a:pt x="132" y="11"/>
                        <a:pt x="130" y="8"/>
                        <a:pt x="127" y="8"/>
                      </a:cubicBezTo>
                      <a:cubicBezTo>
                        <a:pt x="106" y="8"/>
                        <a:pt x="106" y="8"/>
                        <a:pt x="106" y="8"/>
                      </a:cubicBezTo>
                      <a:cubicBezTo>
                        <a:pt x="103" y="8"/>
                        <a:pt x="101" y="11"/>
                        <a:pt x="101" y="14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1" y="27"/>
                        <a:pt x="103" y="29"/>
                        <a:pt x="106" y="29"/>
                      </a:cubicBezTo>
                      <a:close/>
                      <a:moveTo>
                        <a:pt x="102" y="179"/>
                      </a:moveTo>
                      <a:cubicBezTo>
                        <a:pt x="102" y="198"/>
                        <a:pt x="87" y="212"/>
                        <a:pt x="69" y="212"/>
                      </a:cubicBezTo>
                      <a:cubicBezTo>
                        <a:pt x="51" y="212"/>
                        <a:pt x="36" y="198"/>
                        <a:pt x="36" y="179"/>
                      </a:cubicBezTo>
                      <a:cubicBezTo>
                        <a:pt x="36" y="161"/>
                        <a:pt x="51" y="146"/>
                        <a:pt x="69" y="146"/>
                      </a:cubicBezTo>
                      <a:cubicBezTo>
                        <a:pt x="87" y="146"/>
                        <a:pt x="102" y="161"/>
                        <a:pt x="102" y="179"/>
                      </a:cubicBezTo>
                      <a:close/>
                      <a:moveTo>
                        <a:pt x="86" y="179"/>
                      </a:moveTo>
                      <a:cubicBezTo>
                        <a:pt x="86" y="170"/>
                        <a:pt x="79" y="162"/>
                        <a:pt x="69" y="162"/>
                      </a:cubicBezTo>
                      <a:cubicBezTo>
                        <a:pt x="59" y="162"/>
                        <a:pt x="52" y="170"/>
                        <a:pt x="52" y="179"/>
                      </a:cubicBezTo>
                      <a:cubicBezTo>
                        <a:pt x="52" y="189"/>
                        <a:pt x="59" y="197"/>
                        <a:pt x="69" y="197"/>
                      </a:cubicBezTo>
                      <a:cubicBezTo>
                        <a:pt x="79" y="197"/>
                        <a:pt x="86" y="189"/>
                        <a:pt x="86" y="179"/>
                      </a:cubicBezTo>
                      <a:close/>
                      <a:moveTo>
                        <a:pt x="362" y="179"/>
                      </a:moveTo>
                      <a:cubicBezTo>
                        <a:pt x="362" y="198"/>
                        <a:pt x="347" y="212"/>
                        <a:pt x="329" y="212"/>
                      </a:cubicBezTo>
                      <a:cubicBezTo>
                        <a:pt x="310" y="212"/>
                        <a:pt x="296" y="198"/>
                        <a:pt x="296" y="179"/>
                      </a:cubicBezTo>
                      <a:cubicBezTo>
                        <a:pt x="296" y="161"/>
                        <a:pt x="310" y="146"/>
                        <a:pt x="329" y="146"/>
                      </a:cubicBezTo>
                      <a:cubicBezTo>
                        <a:pt x="347" y="146"/>
                        <a:pt x="362" y="161"/>
                        <a:pt x="362" y="179"/>
                      </a:cubicBezTo>
                      <a:close/>
                      <a:moveTo>
                        <a:pt x="346" y="179"/>
                      </a:moveTo>
                      <a:cubicBezTo>
                        <a:pt x="346" y="170"/>
                        <a:pt x="338" y="162"/>
                        <a:pt x="329" y="162"/>
                      </a:cubicBezTo>
                      <a:cubicBezTo>
                        <a:pt x="319" y="162"/>
                        <a:pt x="311" y="170"/>
                        <a:pt x="311" y="179"/>
                      </a:cubicBezTo>
                      <a:cubicBezTo>
                        <a:pt x="311" y="189"/>
                        <a:pt x="319" y="197"/>
                        <a:pt x="329" y="197"/>
                      </a:cubicBezTo>
                      <a:cubicBezTo>
                        <a:pt x="338" y="197"/>
                        <a:pt x="346" y="189"/>
                        <a:pt x="346" y="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  <p:grpSp>
          <p:nvGrpSpPr>
            <p:cNvPr id="228" name="Gruppieren 227"/>
            <p:cNvGrpSpPr/>
            <p:nvPr/>
          </p:nvGrpSpPr>
          <p:grpSpPr>
            <a:xfrm>
              <a:off x="196096" y="3836035"/>
              <a:ext cx="3185270" cy="2905788"/>
              <a:chOff x="196096" y="3465117"/>
              <a:chExt cx="3185270" cy="2905788"/>
            </a:xfrm>
          </p:grpSpPr>
          <p:grpSp>
            <p:nvGrpSpPr>
              <p:cNvPr id="226" name="Gruppieren 225"/>
              <p:cNvGrpSpPr/>
              <p:nvPr/>
            </p:nvGrpSpPr>
            <p:grpSpPr>
              <a:xfrm>
                <a:off x="196096" y="3465117"/>
                <a:ext cx="3185270" cy="1430000"/>
                <a:chOff x="196096" y="3465117"/>
                <a:chExt cx="3185270" cy="1430000"/>
              </a:xfrm>
            </p:grpSpPr>
            <p:grpSp>
              <p:nvGrpSpPr>
                <p:cNvPr id="223" name="Gruppieren 222"/>
                <p:cNvGrpSpPr/>
                <p:nvPr/>
              </p:nvGrpSpPr>
              <p:grpSpPr>
                <a:xfrm>
                  <a:off x="196096" y="3570180"/>
                  <a:ext cx="882216" cy="882216"/>
                  <a:chOff x="403120" y="3630562"/>
                  <a:chExt cx="1200224" cy="1200224"/>
                </a:xfrm>
              </p:grpSpPr>
              <p:sp>
                <p:nvSpPr>
                  <p:cNvPr id="214" name="Rechteck 213"/>
                  <p:cNvSpPr/>
                  <p:nvPr/>
                </p:nvSpPr>
                <p:spPr bwMode="gray">
                  <a:xfrm>
                    <a:off x="403120" y="3630562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000" b="1" dirty="0">
                        <a:solidFill>
                          <a:srgbClr val="EF353C"/>
                        </a:solidFill>
                      </a:rPr>
                      <a:t>80</a:t>
                    </a:r>
                    <a:r>
                      <a:rPr lang="de-DE" sz="1200" b="1" dirty="0">
                        <a:solidFill>
                          <a:srgbClr val="EF353C"/>
                        </a:solidFill>
                      </a:rPr>
                      <a:t>%</a:t>
                    </a:r>
                  </a:p>
                </p:txBody>
              </p:sp>
              <p:grpSp>
                <p:nvGrpSpPr>
                  <p:cNvPr id="221" name="Gruppieren 220"/>
                  <p:cNvGrpSpPr/>
                  <p:nvPr/>
                </p:nvGrpSpPr>
                <p:grpSpPr>
                  <a:xfrm>
                    <a:off x="403120" y="3630562"/>
                    <a:ext cx="1200224" cy="1200224"/>
                    <a:chOff x="403120" y="3630562"/>
                    <a:chExt cx="1200224" cy="1200224"/>
                  </a:xfrm>
                </p:grpSpPr>
                <p:sp>
                  <p:nvSpPr>
                    <p:cNvPr id="213" name="Rad 212"/>
                    <p:cNvSpPr/>
                    <p:nvPr/>
                  </p:nvSpPr>
                  <p:spPr bwMode="gray">
                    <a:xfrm flipH="1">
                      <a:off x="403120" y="3630562"/>
                      <a:ext cx="1200224" cy="1200224"/>
                    </a:xfrm>
                    <a:prstGeom prst="donut">
                      <a:avLst>
                        <a:gd name="adj" fmla="val 17195"/>
                      </a:avLst>
                    </a:prstGeom>
                    <a:solidFill>
                      <a:srgbClr val="F79A9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5" name="Halbbogen 214"/>
                    <p:cNvSpPr/>
                    <p:nvPr/>
                  </p:nvSpPr>
                  <p:spPr bwMode="gray">
                    <a:xfrm flipH="1">
                      <a:off x="403120" y="3630562"/>
                      <a:ext cx="1200224" cy="1200224"/>
                    </a:xfrm>
                    <a:prstGeom prst="blockArc">
                      <a:avLst>
                        <a:gd name="adj1" fmla="val 19193318"/>
                        <a:gd name="adj2" fmla="val 16224598"/>
                        <a:gd name="adj3" fmla="val 17222"/>
                      </a:avLst>
                    </a:prstGeom>
                    <a:solidFill>
                      <a:srgbClr val="F3686D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>
                        <a:solidFill>
                          <a:srgbClr val="FFFFFF"/>
                        </a:solidFill>
                      </a:endParaRPr>
                    </a:p>
                  </p:txBody>
                </p:sp>
              </p:grpSp>
            </p:grpSp>
            <p:sp>
              <p:nvSpPr>
                <p:cNvPr id="219" name="Rechteck 218"/>
                <p:cNvSpPr/>
                <p:nvPr/>
              </p:nvSpPr>
              <p:spPr bwMode="gray">
                <a:xfrm>
                  <a:off x="1037599" y="3465117"/>
                  <a:ext cx="2343767" cy="1430000"/>
                </a:xfrm>
                <a:prstGeom prst="rect">
                  <a:avLst/>
                </a:prstGeom>
              </p:spPr>
              <p:txBody>
                <a:bodyPr wrap="square" lIns="180000" tIns="72000" rIns="72000" bIns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en-US" sz="1600" b="1" dirty="0" smtClean="0">
                      <a:solidFill>
                        <a:srgbClr val="EF353C"/>
                      </a:solidFill>
                    </a:rPr>
                    <a:t>This is a placeholder. </a:t>
                  </a:r>
                </a:p>
                <a:p>
                  <a:pPr lvl="0">
                    <a:spcAft>
                      <a:spcPts val="600"/>
                    </a:spcAft>
                  </a:pPr>
                  <a:r>
                    <a:rPr lang="en-US" sz="900" b="1" dirty="0" smtClean="0">
                      <a:solidFill>
                        <a:srgbClr val="474747"/>
                      </a:solidFill>
                    </a:rPr>
                    <a:t>It can be replaced </a:t>
                  </a:r>
                  <a:r>
                    <a:rPr lang="en-US" sz="900" dirty="0" smtClean="0">
                      <a:solidFill>
                        <a:srgbClr val="474747"/>
                      </a:solidFill>
                    </a:rPr>
                    <a:t>with </a:t>
                  </a:r>
                  <a:br>
                    <a:rPr lang="en-US" sz="900" dirty="0" smtClean="0">
                      <a:solidFill>
                        <a:srgbClr val="474747"/>
                      </a:solidFill>
                    </a:rPr>
                  </a:br>
                  <a:r>
                    <a:rPr lang="en-US" sz="900" dirty="0" smtClean="0">
                      <a:solidFill>
                        <a:srgbClr val="474747"/>
                      </a:solidFill>
                    </a:rPr>
                    <a:t>your own text.</a:t>
                  </a:r>
                </a:p>
                <a:p>
                  <a:pPr lvl="0">
                    <a:spcAft>
                      <a:spcPts val="600"/>
                    </a:spcAft>
                  </a:pPr>
                  <a:r>
                    <a:rPr lang="en-US" sz="900" dirty="0" smtClean="0">
                      <a:solidFill>
                        <a:srgbClr val="F3686D"/>
                      </a:solidFill>
                    </a:rPr>
                    <a:t>All additional information </a:t>
                  </a:r>
                  <a:br>
                    <a:rPr lang="en-US" sz="900" dirty="0" smtClean="0">
                      <a:solidFill>
                        <a:srgbClr val="F3686D"/>
                      </a:solidFill>
                    </a:rPr>
                  </a:br>
                  <a:r>
                    <a:rPr lang="en-US" sz="900" dirty="0" smtClean="0">
                      <a:solidFill>
                        <a:srgbClr val="F3686D"/>
                      </a:solidFill>
                    </a:rPr>
                    <a:t>can be put here.</a:t>
                  </a:r>
                  <a:endParaRPr lang="en-US" sz="900" dirty="0">
                    <a:solidFill>
                      <a:srgbClr val="F3686D"/>
                    </a:solidFill>
                  </a:endParaRPr>
                </a:p>
              </p:txBody>
            </p:sp>
          </p:grpSp>
          <p:grpSp>
            <p:nvGrpSpPr>
              <p:cNvPr id="227" name="Gruppieren 226"/>
              <p:cNvGrpSpPr/>
              <p:nvPr/>
            </p:nvGrpSpPr>
            <p:grpSpPr>
              <a:xfrm>
                <a:off x="196096" y="4940905"/>
                <a:ext cx="3179164" cy="1430000"/>
                <a:chOff x="196096" y="4940905"/>
                <a:chExt cx="3179164" cy="1430000"/>
              </a:xfrm>
            </p:grpSpPr>
            <p:grpSp>
              <p:nvGrpSpPr>
                <p:cNvPr id="224" name="Gruppieren 223"/>
                <p:cNvGrpSpPr/>
                <p:nvPr/>
              </p:nvGrpSpPr>
              <p:grpSpPr>
                <a:xfrm>
                  <a:off x="196096" y="5059011"/>
                  <a:ext cx="882216" cy="882216"/>
                  <a:chOff x="403120" y="5119393"/>
                  <a:chExt cx="1200224" cy="1200224"/>
                </a:xfrm>
              </p:grpSpPr>
              <p:sp>
                <p:nvSpPr>
                  <p:cNvPr id="217" name="Rechteck 216"/>
                  <p:cNvSpPr/>
                  <p:nvPr/>
                </p:nvSpPr>
                <p:spPr bwMode="gray">
                  <a:xfrm>
                    <a:off x="403120" y="511939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000" b="1" dirty="0">
                        <a:solidFill>
                          <a:srgbClr val="EF353C"/>
                        </a:solidFill>
                      </a:rPr>
                      <a:t>80</a:t>
                    </a:r>
                    <a:r>
                      <a:rPr lang="de-DE" sz="1200" b="1" dirty="0">
                        <a:solidFill>
                          <a:srgbClr val="EF353C"/>
                        </a:solidFill>
                      </a:rPr>
                      <a:t>%</a:t>
                    </a:r>
                  </a:p>
                </p:txBody>
              </p:sp>
              <p:grpSp>
                <p:nvGrpSpPr>
                  <p:cNvPr id="222" name="Gruppieren 221"/>
                  <p:cNvGrpSpPr/>
                  <p:nvPr/>
                </p:nvGrpSpPr>
                <p:grpSpPr>
                  <a:xfrm>
                    <a:off x="403120" y="5119393"/>
                    <a:ext cx="1200224" cy="1200224"/>
                    <a:chOff x="403120" y="5119393"/>
                    <a:chExt cx="1200224" cy="1200224"/>
                  </a:xfrm>
                </p:grpSpPr>
                <p:sp>
                  <p:nvSpPr>
                    <p:cNvPr id="216" name="Rad 215"/>
                    <p:cNvSpPr/>
                    <p:nvPr/>
                  </p:nvSpPr>
                  <p:spPr bwMode="gray">
                    <a:xfrm flipH="1">
                      <a:off x="403120" y="5119393"/>
                      <a:ext cx="1200224" cy="1200224"/>
                    </a:xfrm>
                    <a:prstGeom prst="donut">
                      <a:avLst>
                        <a:gd name="adj" fmla="val 17195"/>
                      </a:avLst>
                    </a:prstGeom>
                    <a:solidFill>
                      <a:srgbClr val="F79A9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Halbbogen 217"/>
                    <p:cNvSpPr/>
                    <p:nvPr/>
                  </p:nvSpPr>
                  <p:spPr bwMode="gray">
                    <a:xfrm flipH="1">
                      <a:off x="403120" y="5119393"/>
                      <a:ext cx="1200224" cy="1200224"/>
                    </a:xfrm>
                    <a:prstGeom prst="blockArc">
                      <a:avLst>
                        <a:gd name="adj1" fmla="val 19193318"/>
                        <a:gd name="adj2" fmla="val 16224598"/>
                        <a:gd name="adj3" fmla="val 17222"/>
                      </a:avLst>
                    </a:prstGeom>
                    <a:solidFill>
                      <a:srgbClr val="F3686D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>
                        <a:solidFill>
                          <a:srgbClr val="FFFFFF"/>
                        </a:solidFill>
                      </a:endParaRPr>
                    </a:p>
                  </p:txBody>
                </p:sp>
              </p:grpSp>
            </p:grpSp>
            <p:sp>
              <p:nvSpPr>
                <p:cNvPr id="225" name="Rechteck 224"/>
                <p:cNvSpPr/>
                <p:nvPr/>
              </p:nvSpPr>
              <p:spPr bwMode="gray">
                <a:xfrm>
                  <a:off x="1031493" y="4940905"/>
                  <a:ext cx="2343767" cy="1430000"/>
                </a:xfrm>
                <a:prstGeom prst="rect">
                  <a:avLst/>
                </a:prstGeom>
              </p:spPr>
              <p:txBody>
                <a:bodyPr wrap="square" lIns="180000" tIns="72000" rIns="72000" bIns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en-US" sz="1600" b="1" dirty="0" smtClean="0">
                      <a:solidFill>
                        <a:srgbClr val="EF353C"/>
                      </a:solidFill>
                    </a:rPr>
                    <a:t>This is a placeholder. </a:t>
                  </a:r>
                </a:p>
                <a:p>
                  <a:pPr lvl="0">
                    <a:spcAft>
                      <a:spcPts val="600"/>
                    </a:spcAft>
                  </a:pPr>
                  <a:r>
                    <a:rPr lang="en-US" sz="900" b="1" dirty="0" smtClean="0">
                      <a:solidFill>
                        <a:srgbClr val="474747"/>
                      </a:solidFill>
                    </a:rPr>
                    <a:t>It can be replaced </a:t>
                  </a:r>
                  <a:r>
                    <a:rPr lang="en-US" sz="900" dirty="0" smtClean="0">
                      <a:solidFill>
                        <a:srgbClr val="474747"/>
                      </a:solidFill>
                    </a:rPr>
                    <a:t>with </a:t>
                  </a:r>
                  <a:br>
                    <a:rPr lang="en-US" sz="900" dirty="0" smtClean="0">
                      <a:solidFill>
                        <a:srgbClr val="474747"/>
                      </a:solidFill>
                    </a:rPr>
                  </a:br>
                  <a:r>
                    <a:rPr lang="en-US" sz="900" dirty="0" smtClean="0">
                      <a:solidFill>
                        <a:srgbClr val="474747"/>
                      </a:solidFill>
                    </a:rPr>
                    <a:t>your own text.</a:t>
                  </a:r>
                </a:p>
                <a:p>
                  <a:pPr lvl="0">
                    <a:spcAft>
                      <a:spcPts val="600"/>
                    </a:spcAft>
                  </a:pPr>
                  <a:r>
                    <a:rPr lang="en-US" sz="900" dirty="0" smtClean="0">
                      <a:solidFill>
                        <a:srgbClr val="F3686D"/>
                      </a:solidFill>
                    </a:rPr>
                    <a:t>All additional information </a:t>
                  </a:r>
                  <a:br>
                    <a:rPr lang="en-US" sz="900" dirty="0" smtClean="0">
                      <a:solidFill>
                        <a:srgbClr val="F3686D"/>
                      </a:solidFill>
                    </a:rPr>
                  </a:br>
                  <a:r>
                    <a:rPr lang="en-US" sz="900" dirty="0" smtClean="0">
                      <a:solidFill>
                        <a:srgbClr val="F3686D"/>
                      </a:solidFill>
                    </a:rPr>
                    <a:t>can be put here.</a:t>
                  </a:r>
                  <a:endParaRPr lang="en-US" sz="900" dirty="0">
                    <a:solidFill>
                      <a:srgbClr val="F3686D"/>
                    </a:solidFill>
                  </a:endParaRPr>
                </a:p>
              </p:txBody>
            </p:sp>
          </p:grpSp>
        </p:grpSp>
        <p:cxnSp>
          <p:nvCxnSpPr>
            <p:cNvPr id="231" name="Gerade Verbindung 230"/>
            <p:cNvCxnSpPr/>
            <p:nvPr/>
          </p:nvCxnSpPr>
          <p:spPr bwMode="gray">
            <a:xfrm flipH="1" flipV="1">
              <a:off x="7467433" y="2230497"/>
              <a:ext cx="1444427" cy="1"/>
            </a:xfrm>
            <a:prstGeom prst="line">
              <a:avLst/>
            </a:prstGeom>
            <a:ln w="635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Gerade Verbindung 231"/>
            <p:cNvCxnSpPr/>
            <p:nvPr/>
          </p:nvCxnSpPr>
          <p:spPr bwMode="gray">
            <a:xfrm flipH="1">
              <a:off x="7454972" y="4513526"/>
              <a:ext cx="1444427" cy="0"/>
            </a:xfrm>
            <a:prstGeom prst="line">
              <a:avLst/>
            </a:prstGeom>
            <a:ln w="635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8" name="Gruppieren 237"/>
            <p:cNvGrpSpPr/>
            <p:nvPr/>
          </p:nvGrpSpPr>
          <p:grpSpPr>
            <a:xfrm>
              <a:off x="7548968" y="269898"/>
              <a:ext cx="1309271" cy="1688453"/>
              <a:chOff x="7548968" y="269898"/>
              <a:chExt cx="1309271" cy="1688453"/>
            </a:xfrm>
          </p:grpSpPr>
          <p:grpSp>
            <p:nvGrpSpPr>
              <p:cNvPr id="110" name="Gruppieren 109"/>
              <p:cNvGrpSpPr/>
              <p:nvPr/>
            </p:nvGrpSpPr>
            <p:grpSpPr bwMode="gray">
              <a:xfrm>
                <a:off x="7692818" y="269898"/>
                <a:ext cx="1003237" cy="664822"/>
                <a:chOff x="8555038" y="2459038"/>
                <a:chExt cx="1458913" cy="966787"/>
              </a:xfrm>
            </p:grpSpPr>
            <p:grpSp>
              <p:nvGrpSpPr>
                <p:cNvPr id="112" name="Gruppieren 111"/>
                <p:cNvGrpSpPr/>
                <p:nvPr/>
              </p:nvGrpSpPr>
              <p:grpSpPr bwMode="gray">
                <a:xfrm>
                  <a:off x="8555038" y="2533649"/>
                  <a:ext cx="652463" cy="892176"/>
                  <a:chOff x="8555038" y="2533650"/>
                  <a:chExt cx="652463" cy="892175"/>
                </a:xfrm>
              </p:grpSpPr>
              <p:sp>
                <p:nvSpPr>
                  <p:cNvPr id="128" name="Freeform 165"/>
                  <p:cNvSpPr>
                    <a:spLocks/>
                  </p:cNvSpPr>
                  <p:nvPr/>
                </p:nvSpPr>
                <p:spPr bwMode="gray">
                  <a:xfrm>
                    <a:off x="8555038" y="2533650"/>
                    <a:ext cx="652463" cy="892175"/>
                  </a:xfrm>
                  <a:custGeom>
                    <a:avLst/>
                    <a:gdLst>
                      <a:gd name="T0" fmla="*/ 0 w 174"/>
                      <a:gd name="T1" fmla="*/ 212 h 238"/>
                      <a:gd name="T2" fmla="*/ 26 w 174"/>
                      <a:gd name="T3" fmla="*/ 238 h 238"/>
                      <a:gd name="T4" fmla="*/ 148 w 174"/>
                      <a:gd name="T5" fmla="*/ 238 h 238"/>
                      <a:gd name="T6" fmla="*/ 174 w 174"/>
                      <a:gd name="T7" fmla="*/ 212 h 238"/>
                      <a:gd name="T8" fmla="*/ 174 w 174"/>
                      <a:gd name="T9" fmla="*/ 26 h 238"/>
                      <a:gd name="T10" fmla="*/ 148 w 174"/>
                      <a:gd name="T11" fmla="*/ 0 h 238"/>
                      <a:gd name="T12" fmla="*/ 26 w 174"/>
                      <a:gd name="T13" fmla="*/ 0 h 238"/>
                      <a:gd name="T14" fmla="*/ 0 w 174"/>
                      <a:gd name="T15" fmla="*/ 26 h 238"/>
                      <a:gd name="T16" fmla="*/ 0 w 174"/>
                      <a:gd name="T17" fmla="*/ 212 h 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74" h="238">
                        <a:moveTo>
                          <a:pt x="0" y="212"/>
                        </a:moveTo>
                        <a:cubicBezTo>
                          <a:pt x="0" y="226"/>
                          <a:pt x="12" y="238"/>
                          <a:pt x="26" y="238"/>
                        </a:cubicBezTo>
                        <a:cubicBezTo>
                          <a:pt x="148" y="238"/>
                          <a:pt x="148" y="238"/>
                          <a:pt x="148" y="238"/>
                        </a:cubicBezTo>
                        <a:cubicBezTo>
                          <a:pt x="163" y="238"/>
                          <a:pt x="174" y="226"/>
                          <a:pt x="174" y="212"/>
                        </a:cubicBezTo>
                        <a:cubicBezTo>
                          <a:pt x="174" y="26"/>
                          <a:pt x="174" y="26"/>
                          <a:pt x="174" y="26"/>
                        </a:cubicBezTo>
                        <a:cubicBezTo>
                          <a:pt x="174" y="12"/>
                          <a:pt x="163" y="0"/>
                          <a:pt x="148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12" y="0"/>
                          <a:pt x="0" y="12"/>
                          <a:pt x="0" y="26"/>
                        </a:cubicBezTo>
                        <a:lnTo>
                          <a:pt x="0" y="212"/>
                        </a:lnTo>
                        <a:close/>
                      </a:path>
                    </a:pathLst>
                  </a:custGeom>
                  <a:solidFill>
                    <a:srgbClr val="F79A9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29" name="Gruppieren 128"/>
                  <p:cNvGrpSpPr/>
                  <p:nvPr/>
                </p:nvGrpSpPr>
                <p:grpSpPr bwMode="gray">
                  <a:xfrm>
                    <a:off x="8634413" y="2593975"/>
                    <a:ext cx="212725" cy="212725"/>
                    <a:chOff x="8634413" y="2593975"/>
                    <a:chExt cx="212725" cy="212725"/>
                  </a:xfrm>
                </p:grpSpPr>
                <p:sp>
                  <p:nvSpPr>
                    <p:cNvPr id="145" name="Oval 166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634413" y="2593975"/>
                      <a:ext cx="212725" cy="212725"/>
                    </a:xfrm>
                    <a:prstGeom prst="ellipse">
                      <a:avLst/>
                    </a:pr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Oval 16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664575" y="2627313"/>
                      <a:ext cx="152400" cy="150812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30" name="Gruppieren 129"/>
                  <p:cNvGrpSpPr/>
                  <p:nvPr/>
                </p:nvGrpSpPr>
                <p:grpSpPr bwMode="gray">
                  <a:xfrm>
                    <a:off x="8923338" y="2593975"/>
                    <a:ext cx="217488" cy="212725"/>
                    <a:chOff x="8923338" y="2593975"/>
                    <a:chExt cx="217488" cy="212725"/>
                  </a:xfrm>
                </p:grpSpPr>
                <p:sp>
                  <p:nvSpPr>
                    <p:cNvPr id="143" name="Oval 168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23338" y="2593975"/>
                      <a:ext cx="217488" cy="212725"/>
                    </a:xfrm>
                    <a:prstGeom prst="ellipse">
                      <a:avLst/>
                    </a:pr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Oval 169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56675" y="2627313"/>
                      <a:ext cx="149225" cy="150812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31" name="Gruppieren 130"/>
                  <p:cNvGrpSpPr/>
                  <p:nvPr/>
                </p:nvGrpSpPr>
                <p:grpSpPr bwMode="gray">
                  <a:xfrm>
                    <a:off x="8634413" y="2867025"/>
                    <a:ext cx="212725" cy="214312"/>
                    <a:chOff x="8634413" y="2867025"/>
                    <a:chExt cx="212725" cy="214312"/>
                  </a:xfrm>
                </p:grpSpPr>
                <p:sp>
                  <p:nvSpPr>
                    <p:cNvPr id="141" name="Oval 170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634413" y="2867025"/>
                      <a:ext cx="212725" cy="214312"/>
                    </a:xfrm>
                    <a:prstGeom prst="ellipse">
                      <a:avLst/>
                    </a:pr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Oval 171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664575" y="2897188"/>
                      <a:ext cx="152400" cy="15398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32" name="Gruppieren 131"/>
                  <p:cNvGrpSpPr/>
                  <p:nvPr/>
                </p:nvGrpSpPr>
                <p:grpSpPr bwMode="gray">
                  <a:xfrm>
                    <a:off x="8923338" y="2867025"/>
                    <a:ext cx="217488" cy="214312"/>
                    <a:chOff x="8923338" y="2867025"/>
                    <a:chExt cx="217488" cy="214312"/>
                  </a:xfrm>
                </p:grpSpPr>
                <p:sp>
                  <p:nvSpPr>
                    <p:cNvPr id="139" name="Oval 173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23338" y="2867025"/>
                      <a:ext cx="217488" cy="214312"/>
                    </a:xfrm>
                    <a:prstGeom prst="ellipse">
                      <a:avLst/>
                    </a:pr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Oval 174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56675" y="2897188"/>
                      <a:ext cx="149225" cy="15398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33" name="Gruppieren 132"/>
                  <p:cNvGrpSpPr/>
                  <p:nvPr/>
                </p:nvGrpSpPr>
                <p:grpSpPr bwMode="gray">
                  <a:xfrm>
                    <a:off x="8645525" y="3144838"/>
                    <a:ext cx="195263" cy="198437"/>
                    <a:chOff x="8645525" y="3144838"/>
                    <a:chExt cx="195263" cy="198437"/>
                  </a:xfrm>
                </p:grpSpPr>
                <p:sp>
                  <p:nvSpPr>
                    <p:cNvPr id="137" name="Freeform 175"/>
                    <p:cNvSpPr>
                      <a:spLocks/>
                    </p:cNvSpPr>
                    <p:nvPr/>
                  </p:nvSpPr>
                  <p:spPr bwMode="gray">
                    <a:xfrm>
                      <a:off x="8645525" y="3144838"/>
                      <a:ext cx="195263" cy="198437"/>
                    </a:xfrm>
                    <a:custGeom>
                      <a:avLst/>
                      <a:gdLst>
                        <a:gd name="T0" fmla="*/ 0 w 52"/>
                        <a:gd name="T1" fmla="*/ 27 h 53"/>
                        <a:gd name="T2" fmla="*/ 2 w 52"/>
                        <a:gd name="T3" fmla="*/ 13 h 53"/>
                        <a:gd name="T4" fmla="*/ 12 w 52"/>
                        <a:gd name="T5" fmla="*/ 4 h 53"/>
                        <a:gd name="T6" fmla="*/ 26 w 52"/>
                        <a:gd name="T7" fmla="*/ 0 h 53"/>
                        <a:gd name="T8" fmla="*/ 39 w 52"/>
                        <a:gd name="T9" fmla="*/ 4 h 53"/>
                        <a:gd name="T10" fmla="*/ 49 w 52"/>
                        <a:gd name="T11" fmla="*/ 13 h 53"/>
                        <a:gd name="T12" fmla="*/ 51 w 52"/>
                        <a:gd name="T13" fmla="*/ 27 h 53"/>
                        <a:gd name="T14" fmla="*/ 49 w 52"/>
                        <a:gd name="T15" fmla="*/ 41 h 53"/>
                        <a:gd name="T16" fmla="*/ 39 w 52"/>
                        <a:gd name="T17" fmla="*/ 51 h 53"/>
                        <a:gd name="T18" fmla="*/ 26 w 52"/>
                        <a:gd name="T19" fmla="*/ 51 h 53"/>
                        <a:gd name="T20" fmla="*/ 13 w 52"/>
                        <a:gd name="T21" fmla="*/ 50 h 53"/>
                        <a:gd name="T22" fmla="*/ 5 w 52"/>
                        <a:gd name="T23" fmla="*/ 39 h 53"/>
                        <a:gd name="T24" fmla="*/ 0 w 52"/>
                        <a:gd name="T25" fmla="*/ 27 h 5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</a:cxnLst>
                      <a:rect l="0" t="0" r="r" b="b"/>
                      <a:pathLst>
                        <a:path w="52" h="53">
                          <a:moveTo>
                            <a:pt x="0" y="27"/>
                          </a:moveTo>
                          <a:cubicBezTo>
                            <a:pt x="0" y="22"/>
                            <a:pt x="0" y="17"/>
                            <a:pt x="2" y="13"/>
                          </a:cubicBezTo>
                          <a:cubicBezTo>
                            <a:pt x="5" y="10"/>
                            <a:pt x="8" y="6"/>
                            <a:pt x="12" y="4"/>
                          </a:cubicBezTo>
                          <a:cubicBezTo>
                            <a:pt x="16" y="1"/>
                            <a:pt x="21" y="0"/>
                            <a:pt x="26" y="0"/>
                          </a:cubicBezTo>
                          <a:cubicBezTo>
                            <a:pt x="30" y="0"/>
                            <a:pt x="35" y="2"/>
                            <a:pt x="39" y="4"/>
                          </a:cubicBezTo>
                          <a:cubicBezTo>
                            <a:pt x="43" y="6"/>
                            <a:pt x="47" y="9"/>
                            <a:pt x="49" y="13"/>
                          </a:cubicBezTo>
                          <a:cubicBezTo>
                            <a:pt x="52" y="17"/>
                            <a:pt x="51" y="22"/>
                            <a:pt x="51" y="27"/>
                          </a:cubicBezTo>
                          <a:cubicBezTo>
                            <a:pt x="51" y="32"/>
                            <a:pt x="51" y="37"/>
                            <a:pt x="49" y="41"/>
                          </a:cubicBezTo>
                          <a:cubicBezTo>
                            <a:pt x="47" y="44"/>
                            <a:pt x="43" y="49"/>
                            <a:pt x="39" y="51"/>
                          </a:cubicBezTo>
                          <a:cubicBezTo>
                            <a:pt x="36" y="53"/>
                            <a:pt x="30" y="51"/>
                            <a:pt x="26" y="51"/>
                          </a:cubicBezTo>
                          <a:cubicBezTo>
                            <a:pt x="21" y="51"/>
                            <a:pt x="16" y="52"/>
                            <a:pt x="13" y="50"/>
                          </a:cubicBezTo>
                          <a:cubicBezTo>
                            <a:pt x="9" y="47"/>
                            <a:pt x="7" y="43"/>
                            <a:pt x="5" y="39"/>
                          </a:cubicBezTo>
                          <a:cubicBezTo>
                            <a:pt x="3" y="35"/>
                            <a:pt x="0" y="32"/>
                            <a:pt x="0" y="27"/>
                          </a:cubicBezTo>
                          <a:close/>
                        </a:path>
                      </a:pathLst>
                    </a:cu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Freeform 176"/>
                    <p:cNvSpPr>
                      <a:spLocks/>
                    </p:cNvSpPr>
                    <p:nvPr/>
                  </p:nvSpPr>
                  <p:spPr bwMode="gray">
                    <a:xfrm>
                      <a:off x="8664575" y="3160713"/>
                      <a:ext cx="152400" cy="171450"/>
                    </a:xfrm>
                    <a:custGeom>
                      <a:avLst/>
                      <a:gdLst>
                        <a:gd name="T0" fmla="*/ 7 w 96"/>
                        <a:gd name="T1" fmla="*/ 54 h 108"/>
                        <a:gd name="T2" fmla="*/ 0 w 96"/>
                        <a:gd name="T3" fmla="*/ 37 h 108"/>
                        <a:gd name="T4" fmla="*/ 7 w 96"/>
                        <a:gd name="T5" fmla="*/ 23 h 108"/>
                        <a:gd name="T6" fmla="*/ 19 w 96"/>
                        <a:gd name="T7" fmla="*/ 14 h 108"/>
                        <a:gd name="T8" fmla="*/ 33 w 96"/>
                        <a:gd name="T9" fmla="*/ 9 h 108"/>
                        <a:gd name="T10" fmla="*/ 49 w 96"/>
                        <a:gd name="T11" fmla="*/ 0 h 108"/>
                        <a:gd name="T12" fmla="*/ 61 w 96"/>
                        <a:gd name="T13" fmla="*/ 16 h 108"/>
                        <a:gd name="T14" fmla="*/ 80 w 96"/>
                        <a:gd name="T15" fmla="*/ 9 h 108"/>
                        <a:gd name="T16" fmla="*/ 94 w 96"/>
                        <a:gd name="T17" fmla="*/ 21 h 108"/>
                        <a:gd name="T18" fmla="*/ 80 w 96"/>
                        <a:gd name="T19" fmla="*/ 45 h 108"/>
                        <a:gd name="T20" fmla="*/ 96 w 96"/>
                        <a:gd name="T21" fmla="*/ 54 h 108"/>
                        <a:gd name="T22" fmla="*/ 80 w 96"/>
                        <a:gd name="T23" fmla="*/ 63 h 108"/>
                        <a:gd name="T24" fmla="*/ 70 w 96"/>
                        <a:gd name="T25" fmla="*/ 71 h 108"/>
                        <a:gd name="T26" fmla="*/ 75 w 96"/>
                        <a:gd name="T27" fmla="*/ 92 h 108"/>
                        <a:gd name="T28" fmla="*/ 66 w 96"/>
                        <a:gd name="T29" fmla="*/ 108 h 108"/>
                        <a:gd name="T30" fmla="*/ 49 w 96"/>
                        <a:gd name="T31" fmla="*/ 99 h 108"/>
                        <a:gd name="T32" fmla="*/ 35 w 96"/>
                        <a:gd name="T33" fmla="*/ 94 h 108"/>
                        <a:gd name="T34" fmla="*/ 21 w 96"/>
                        <a:gd name="T35" fmla="*/ 92 h 108"/>
                        <a:gd name="T36" fmla="*/ 19 w 96"/>
                        <a:gd name="T37" fmla="*/ 75 h 108"/>
                        <a:gd name="T38" fmla="*/ 14 w 96"/>
                        <a:gd name="T39" fmla="*/ 66 h 108"/>
                        <a:gd name="T40" fmla="*/ 7 w 96"/>
                        <a:gd name="T41" fmla="*/ 54 h 10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</a:cxnLst>
                      <a:rect l="0" t="0" r="r" b="b"/>
                      <a:pathLst>
                        <a:path w="96" h="108">
                          <a:moveTo>
                            <a:pt x="7" y="54"/>
                          </a:moveTo>
                          <a:lnTo>
                            <a:pt x="0" y="37"/>
                          </a:lnTo>
                          <a:lnTo>
                            <a:pt x="7" y="23"/>
                          </a:lnTo>
                          <a:lnTo>
                            <a:pt x="19" y="14"/>
                          </a:lnTo>
                          <a:lnTo>
                            <a:pt x="33" y="9"/>
                          </a:lnTo>
                          <a:lnTo>
                            <a:pt x="49" y="0"/>
                          </a:lnTo>
                          <a:lnTo>
                            <a:pt x="61" y="16"/>
                          </a:lnTo>
                          <a:lnTo>
                            <a:pt x="80" y="9"/>
                          </a:lnTo>
                          <a:lnTo>
                            <a:pt x="94" y="21"/>
                          </a:lnTo>
                          <a:lnTo>
                            <a:pt x="80" y="45"/>
                          </a:lnTo>
                          <a:lnTo>
                            <a:pt x="96" y="54"/>
                          </a:lnTo>
                          <a:lnTo>
                            <a:pt x="80" y="63"/>
                          </a:lnTo>
                          <a:lnTo>
                            <a:pt x="70" y="71"/>
                          </a:lnTo>
                          <a:lnTo>
                            <a:pt x="75" y="92"/>
                          </a:lnTo>
                          <a:lnTo>
                            <a:pt x="66" y="108"/>
                          </a:lnTo>
                          <a:lnTo>
                            <a:pt x="49" y="99"/>
                          </a:lnTo>
                          <a:lnTo>
                            <a:pt x="35" y="94"/>
                          </a:lnTo>
                          <a:lnTo>
                            <a:pt x="21" y="92"/>
                          </a:lnTo>
                          <a:lnTo>
                            <a:pt x="19" y="75"/>
                          </a:lnTo>
                          <a:lnTo>
                            <a:pt x="14" y="66"/>
                          </a:lnTo>
                          <a:lnTo>
                            <a:pt x="7" y="54"/>
                          </a:lnTo>
                          <a:close/>
                        </a:path>
                      </a:pathLst>
                    </a:custGeom>
                    <a:solidFill>
                      <a:srgbClr val="FBCDC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134" name="Gruppieren 133"/>
                  <p:cNvGrpSpPr/>
                  <p:nvPr/>
                </p:nvGrpSpPr>
                <p:grpSpPr bwMode="gray">
                  <a:xfrm>
                    <a:off x="8923338" y="3136900"/>
                    <a:ext cx="217488" cy="219075"/>
                    <a:chOff x="8923338" y="3136900"/>
                    <a:chExt cx="217488" cy="219075"/>
                  </a:xfrm>
                </p:grpSpPr>
                <p:sp>
                  <p:nvSpPr>
                    <p:cNvPr id="135" name="Oval 17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23338" y="3136900"/>
                      <a:ext cx="217488" cy="219075"/>
                    </a:xfrm>
                    <a:prstGeom prst="ellipse">
                      <a:avLst/>
                    </a:prstGeom>
                    <a:solidFill>
                      <a:srgbClr val="F5818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Oval 178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8956675" y="3171825"/>
                      <a:ext cx="149225" cy="149225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13" name="Gruppieren 112"/>
                <p:cNvGrpSpPr/>
                <p:nvPr/>
              </p:nvGrpSpPr>
              <p:grpSpPr bwMode="gray">
                <a:xfrm>
                  <a:off x="9499600" y="2500313"/>
                  <a:ext cx="307976" cy="195262"/>
                  <a:chOff x="9499600" y="2500313"/>
                  <a:chExt cx="307976" cy="195262"/>
                </a:xfrm>
              </p:grpSpPr>
              <p:sp>
                <p:nvSpPr>
                  <p:cNvPr id="126" name="Freeform 179"/>
                  <p:cNvSpPr>
                    <a:spLocks/>
                  </p:cNvSpPr>
                  <p:nvPr/>
                </p:nvSpPr>
                <p:spPr bwMode="gray">
                  <a:xfrm>
                    <a:off x="9634538" y="2536825"/>
                    <a:ext cx="173038" cy="158750"/>
                  </a:xfrm>
                  <a:custGeom>
                    <a:avLst/>
                    <a:gdLst>
                      <a:gd name="T0" fmla="*/ 32 w 46"/>
                      <a:gd name="T1" fmla="*/ 8 h 42"/>
                      <a:gd name="T2" fmla="*/ 10 w 46"/>
                      <a:gd name="T3" fmla="*/ 0 h 42"/>
                      <a:gd name="T4" fmla="*/ 0 w 46"/>
                      <a:gd name="T5" fmla="*/ 32 h 42"/>
                      <a:gd name="T6" fmla="*/ 22 w 46"/>
                      <a:gd name="T7" fmla="*/ 39 h 42"/>
                      <a:gd name="T8" fmla="*/ 43 w 46"/>
                      <a:gd name="T9" fmla="*/ 28 h 42"/>
                      <a:gd name="T10" fmla="*/ 32 w 46"/>
                      <a:gd name="T11" fmla="*/ 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6" h="42">
                        <a:moveTo>
                          <a:pt x="32" y="8"/>
                        </a:move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0" y="32"/>
                          <a:pt x="0" y="32"/>
                          <a:pt x="0" y="32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31" y="42"/>
                          <a:pt x="40" y="37"/>
                          <a:pt x="43" y="28"/>
                        </a:cubicBezTo>
                        <a:cubicBezTo>
                          <a:pt x="46" y="20"/>
                          <a:pt x="41" y="10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180"/>
                  <p:cNvSpPr>
                    <a:spLocks/>
                  </p:cNvSpPr>
                  <p:nvPr/>
                </p:nvSpPr>
                <p:spPr bwMode="gray">
                  <a:xfrm>
                    <a:off x="9499600" y="2500313"/>
                    <a:ext cx="173038" cy="157162"/>
                  </a:xfrm>
                  <a:custGeom>
                    <a:avLst/>
                    <a:gdLst>
                      <a:gd name="T0" fmla="*/ 23 w 46"/>
                      <a:gd name="T1" fmla="*/ 3 h 42"/>
                      <a:gd name="T2" fmla="*/ 3 w 46"/>
                      <a:gd name="T3" fmla="*/ 14 h 42"/>
                      <a:gd name="T4" fmla="*/ 13 w 46"/>
                      <a:gd name="T5" fmla="*/ 34 h 42"/>
                      <a:gd name="T6" fmla="*/ 36 w 46"/>
                      <a:gd name="T7" fmla="*/ 42 h 42"/>
                      <a:gd name="T8" fmla="*/ 46 w 46"/>
                      <a:gd name="T9" fmla="*/ 10 h 42"/>
                      <a:gd name="T10" fmla="*/ 23 w 46"/>
                      <a:gd name="T11" fmla="*/ 3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6" h="42">
                        <a:moveTo>
                          <a:pt x="23" y="3"/>
                        </a:moveTo>
                        <a:cubicBezTo>
                          <a:pt x="15" y="0"/>
                          <a:pt x="5" y="5"/>
                          <a:pt x="3" y="14"/>
                        </a:cubicBezTo>
                        <a:cubicBezTo>
                          <a:pt x="0" y="22"/>
                          <a:pt x="4" y="32"/>
                          <a:pt x="13" y="34"/>
                        </a:cubicBezTo>
                        <a:cubicBezTo>
                          <a:pt x="36" y="42"/>
                          <a:pt x="36" y="42"/>
                          <a:pt x="36" y="42"/>
                        </a:cubicBezTo>
                        <a:cubicBezTo>
                          <a:pt x="46" y="10"/>
                          <a:pt x="46" y="10"/>
                          <a:pt x="46" y="10"/>
                        </a:cubicBezTo>
                        <a:lnTo>
                          <a:pt x="23" y="3"/>
                        </a:ln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" name="Gruppieren 113"/>
                <p:cNvGrpSpPr/>
                <p:nvPr/>
              </p:nvGrpSpPr>
              <p:grpSpPr bwMode="gray">
                <a:xfrm>
                  <a:off x="9563100" y="2833688"/>
                  <a:ext cx="307975" cy="165100"/>
                  <a:chOff x="9563100" y="2833688"/>
                  <a:chExt cx="307975" cy="165100"/>
                </a:xfrm>
              </p:grpSpPr>
              <p:sp>
                <p:nvSpPr>
                  <p:cNvPr id="124" name="Freeform 181"/>
                  <p:cNvSpPr>
                    <a:spLocks/>
                  </p:cNvSpPr>
                  <p:nvPr/>
                </p:nvSpPr>
                <p:spPr bwMode="gray">
                  <a:xfrm>
                    <a:off x="9705975" y="2833688"/>
                    <a:ext cx="165100" cy="146050"/>
                  </a:xfrm>
                  <a:custGeom>
                    <a:avLst/>
                    <a:gdLst>
                      <a:gd name="T0" fmla="*/ 23 w 44"/>
                      <a:gd name="T1" fmla="*/ 2 h 39"/>
                      <a:gd name="T2" fmla="*/ 0 w 44"/>
                      <a:gd name="T3" fmla="*/ 6 h 39"/>
                      <a:gd name="T4" fmla="*/ 6 w 44"/>
                      <a:gd name="T5" fmla="*/ 39 h 39"/>
                      <a:gd name="T6" fmla="*/ 29 w 44"/>
                      <a:gd name="T7" fmla="*/ 34 h 39"/>
                      <a:gd name="T8" fmla="*/ 42 w 44"/>
                      <a:gd name="T9" fmla="*/ 15 h 39"/>
                      <a:gd name="T10" fmla="*/ 23 w 44"/>
                      <a:gd name="T11" fmla="*/ 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4" h="39">
                        <a:moveTo>
                          <a:pt x="23" y="2"/>
                        </a:move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6" y="39"/>
                          <a:pt x="6" y="39"/>
                          <a:pt x="6" y="39"/>
                        </a:cubicBezTo>
                        <a:cubicBezTo>
                          <a:pt x="29" y="34"/>
                          <a:pt x="29" y="34"/>
                          <a:pt x="29" y="34"/>
                        </a:cubicBezTo>
                        <a:cubicBezTo>
                          <a:pt x="38" y="33"/>
                          <a:pt x="44" y="24"/>
                          <a:pt x="42" y="15"/>
                        </a:cubicBezTo>
                        <a:cubicBezTo>
                          <a:pt x="41" y="6"/>
                          <a:pt x="32" y="0"/>
                          <a:pt x="23" y="2"/>
                        </a:cubicBez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" name="Freeform 182"/>
                  <p:cNvSpPr>
                    <a:spLocks/>
                  </p:cNvSpPr>
                  <p:nvPr/>
                </p:nvSpPr>
                <p:spPr bwMode="gray">
                  <a:xfrm>
                    <a:off x="9563100" y="2855913"/>
                    <a:ext cx="165100" cy="142875"/>
                  </a:xfrm>
                  <a:custGeom>
                    <a:avLst/>
                    <a:gdLst>
                      <a:gd name="T0" fmla="*/ 15 w 44"/>
                      <a:gd name="T1" fmla="*/ 4 h 38"/>
                      <a:gd name="T2" fmla="*/ 1 w 44"/>
                      <a:gd name="T3" fmla="*/ 23 h 38"/>
                      <a:gd name="T4" fmla="*/ 20 w 44"/>
                      <a:gd name="T5" fmla="*/ 37 h 38"/>
                      <a:gd name="T6" fmla="*/ 44 w 44"/>
                      <a:gd name="T7" fmla="*/ 33 h 38"/>
                      <a:gd name="T8" fmla="*/ 38 w 44"/>
                      <a:gd name="T9" fmla="*/ 0 h 38"/>
                      <a:gd name="T10" fmla="*/ 15 w 44"/>
                      <a:gd name="T11" fmla="*/ 4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4" h="38">
                        <a:moveTo>
                          <a:pt x="15" y="4"/>
                        </a:moveTo>
                        <a:cubicBezTo>
                          <a:pt x="6" y="6"/>
                          <a:pt x="0" y="14"/>
                          <a:pt x="1" y="23"/>
                        </a:cubicBezTo>
                        <a:cubicBezTo>
                          <a:pt x="3" y="32"/>
                          <a:pt x="11" y="38"/>
                          <a:pt x="20" y="37"/>
                        </a:cubicBezTo>
                        <a:cubicBezTo>
                          <a:pt x="44" y="33"/>
                          <a:pt x="44" y="33"/>
                          <a:pt x="44" y="3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5" name="Gruppieren 114"/>
                <p:cNvGrpSpPr/>
                <p:nvPr/>
              </p:nvGrpSpPr>
              <p:grpSpPr bwMode="gray">
                <a:xfrm>
                  <a:off x="9593263" y="3073400"/>
                  <a:ext cx="307975" cy="146050"/>
                  <a:chOff x="9593263" y="3073400"/>
                  <a:chExt cx="307975" cy="146050"/>
                </a:xfrm>
              </p:grpSpPr>
              <p:sp>
                <p:nvSpPr>
                  <p:cNvPr id="122" name="Freeform 183"/>
                  <p:cNvSpPr>
                    <a:spLocks/>
                  </p:cNvSpPr>
                  <p:nvPr/>
                </p:nvSpPr>
                <p:spPr bwMode="gray">
                  <a:xfrm>
                    <a:off x="9744075" y="3084513"/>
                    <a:ext cx="157163" cy="134937"/>
                  </a:xfrm>
                  <a:custGeom>
                    <a:avLst/>
                    <a:gdLst>
                      <a:gd name="T0" fmla="*/ 26 w 42"/>
                      <a:gd name="T1" fmla="*/ 2 h 36"/>
                      <a:gd name="T2" fmla="*/ 3 w 42"/>
                      <a:gd name="T3" fmla="*/ 0 h 36"/>
                      <a:gd name="T4" fmla="*/ 0 w 42"/>
                      <a:gd name="T5" fmla="*/ 33 h 36"/>
                      <a:gd name="T6" fmla="*/ 23 w 42"/>
                      <a:gd name="T7" fmla="*/ 35 h 36"/>
                      <a:gd name="T8" fmla="*/ 41 w 42"/>
                      <a:gd name="T9" fmla="*/ 20 h 36"/>
                      <a:gd name="T10" fmla="*/ 26 w 42"/>
                      <a:gd name="T11" fmla="*/ 2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2" h="36">
                        <a:moveTo>
                          <a:pt x="26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33"/>
                          <a:pt x="0" y="33"/>
                          <a:pt x="0" y="33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2" y="36"/>
                          <a:pt x="40" y="29"/>
                          <a:pt x="41" y="20"/>
                        </a:cubicBezTo>
                        <a:cubicBezTo>
                          <a:pt x="42" y="11"/>
                          <a:pt x="35" y="3"/>
                          <a:pt x="26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" name="Freeform 184"/>
                  <p:cNvSpPr>
                    <a:spLocks/>
                  </p:cNvSpPr>
                  <p:nvPr/>
                </p:nvSpPr>
                <p:spPr bwMode="gray">
                  <a:xfrm>
                    <a:off x="9593263" y="3073400"/>
                    <a:ext cx="161925" cy="134937"/>
                  </a:xfrm>
                  <a:custGeom>
                    <a:avLst/>
                    <a:gdLst>
                      <a:gd name="T0" fmla="*/ 19 w 43"/>
                      <a:gd name="T1" fmla="*/ 1 h 36"/>
                      <a:gd name="T2" fmla="*/ 1 w 43"/>
                      <a:gd name="T3" fmla="*/ 15 h 36"/>
                      <a:gd name="T4" fmla="*/ 16 w 43"/>
                      <a:gd name="T5" fmla="*/ 34 h 36"/>
                      <a:gd name="T6" fmla="*/ 40 w 43"/>
                      <a:gd name="T7" fmla="*/ 36 h 36"/>
                      <a:gd name="T8" fmla="*/ 43 w 43"/>
                      <a:gd name="T9" fmla="*/ 3 h 36"/>
                      <a:gd name="T10" fmla="*/ 19 w 43"/>
                      <a:gd name="T11" fmla="*/ 1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3" h="36">
                        <a:moveTo>
                          <a:pt x="19" y="1"/>
                        </a:moveTo>
                        <a:cubicBezTo>
                          <a:pt x="10" y="0"/>
                          <a:pt x="2" y="6"/>
                          <a:pt x="1" y="15"/>
                        </a:cubicBezTo>
                        <a:cubicBezTo>
                          <a:pt x="0" y="25"/>
                          <a:pt x="7" y="33"/>
                          <a:pt x="16" y="34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3" y="3"/>
                          <a:pt x="43" y="3"/>
                          <a:pt x="43" y="3"/>
                        </a:cubicBezTo>
                        <a:lnTo>
                          <a:pt x="19" y="1"/>
                        </a:ln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6" name="Gruppieren 115"/>
                <p:cNvGrpSpPr/>
                <p:nvPr/>
              </p:nvGrpSpPr>
              <p:grpSpPr bwMode="gray">
                <a:xfrm>
                  <a:off x="9875838" y="2459038"/>
                  <a:ext cx="138113" cy="306387"/>
                  <a:chOff x="9875838" y="2459038"/>
                  <a:chExt cx="138113" cy="306387"/>
                </a:xfrm>
              </p:grpSpPr>
              <p:sp>
                <p:nvSpPr>
                  <p:cNvPr id="120" name="Freeform 185"/>
                  <p:cNvSpPr>
                    <a:spLocks/>
                  </p:cNvSpPr>
                  <p:nvPr/>
                </p:nvSpPr>
                <p:spPr bwMode="gray">
                  <a:xfrm>
                    <a:off x="9875838" y="2608263"/>
                    <a:ext cx="130175" cy="157162"/>
                  </a:xfrm>
                  <a:custGeom>
                    <a:avLst/>
                    <a:gdLst>
                      <a:gd name="T0" fmla="*/ 34 w 35"/>
                      <a:gd name="T1" fmla="*/ 26 h 42"/>
                      <a:gd name="T2" fmla="*/ 35 w 35"/>
                      <a:gd name="T3" fmla="*/ 2 h 42"/>
                      <a:gd name="T4" fmla="*/ 2 w 35"/>
                      <a:gd name="T5" fmla="*/ 0 h 42"/>
                      <a:gd name="T6" fmla="*/ 1 w 35"/>
                      <a:gd name="T7" fmla="*/ 24 h 42"/>
                      <a:gd name="T8" fmla="*/ 16 w 35"/>
                      <a:gd name="T9" fmla="*/ 41 h 42"/>
                      <a:gd name="T10" fmla="*/ 34 w 35"/>
                      <a:gd name="T11" fmla="*/ 26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5" h="42">
                        <a:moveTo>
                          <a:pt x="34" y="26"/>
                        </a:moveTo>
                        <a:cubicBezTo>
                          <a:pt x="35" y="2"/>
                          <a:pt x="35" y="2"/>
                          <a:pt x="35" y="2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4"/>
                          <a:pt x="1" y="24"/>
                          <a:pt x="1" y="24"/>
                        </a:cubicBezTo>
                        <a:cubicBezTo>
                          <a:pt x="0" y="33"/>
                          <a:pt x="7" y="41"/>
                          <a:pt x="16" y="41"/>
                        </a:cubicBezTo>
                        <a:cubicBezTo>
                          <a:pt x="25" y="42"/>
                          <a:pt x="33" y="35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" name="Freeform 186"/>
                  <p:cNvSpPr>
                    <a:spLocks/>
                  </p:cNvSpPr>
                  <p:nvPr/>
                </p:nvSpPr>
                <p:spPr bwMode="gray">
                  <a:xfrm>
                    <a:off x="9882188" y="2459038"/>
                    <a:ext cx="131763" cy="157162"/>
                  </a:xfrm>
                  <a:custGeom>
                    <a:avLst/>
                    <a:gdLst>
                      <a:gd name="T0" fmla="*/ 34 w 35"/>
                      <a:gd name="T1" fmla="*/ 18 h 42"/>
                      <a:gd name="T2" fmla="*/ 19 w 35"/>
                      <a:gd name="T3" fmla="*/ 1 h 42"/>
                      <a:gd name="T4" fmla="*/ 1 w 35"/>
                      <a:gd name="T5" fmla="*/ 16 h 42"/>
                      <a:gd name="T6" fmla="*/ 0 w 35"/>
                      <a:gd name="T7" fmla="*/ 40 h 42"/>
                      <a:gd name="T8" fmla="*/ 33 w 35"/>
                      <a:gd name="T9" fmla="*/ 42 h 42"/>
                      <a:gd name="T10" fmla="*/ 34 w 35"/>
                      <a:gd name="T11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5" h="42">
                        <a:moveTo>
                          <a:pt x="34" y="18"/>
                        </a:moveTo>
                        <a:cubicBezTo>
                          <a:pt x="35" y="9"/>
                          <a:pt x="28" y="1"/>
                          <a:pt x="19" y="1"/>
                        </a:cubicBezTo>
                        <a:cubicBezTo>
                          <a:pt x="10" y="0"/>
                          <a:pt x="2" y="7"/>
                          <a:pt x="1" y="16"/>
                        </a:cubicBezTo>
                        <a:cubicBezTo>
                          <a:pt x="0" y="40"/>
                          <a:pt x="0" y="40"/>
                          <a:pt x="0" y="40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lnTo>
                          <a:pt x="34" y="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7" name="Gruppieren 116"/>
                <p:cNvGrpSpPr/>
                <p:nvPr/>
              </p:nvGrpSpPr>
              <p:grpSpPr bwMode="gray">
                <a:xfrm>
                  <a:off x="9317038" y="2759075"/>
                  <a:ext cx="246062" cy="277812"/>
                  <a:chOff x="9317038" y="2759075"/>
                  <a:chExt cx="246062" cy="277812"/>
                </a:xfrm>
              </p:grpSpPr>
              <p:sp>
                <p:nvSpPr>
                  <p:cNvPr id="118" name="Freeform 187"/>
                  <p:cNvSpPr>
                    <a:spLocks/>
                  </p:cNvSpPr>
                  <p:nvPr/>
                </p:nvSpPr>
                <p:spPr bwMode="gray">
                  <a:xfrm>
                    <a:off x="9391650" y="2759075"/>
                    <a:ext cx="171450" cy="176212"/>
                  </a:xfrm>
                  <a:custGeom>
                    <a:avLst/>
                    <a:gdLst>
                      <a:gd name="T0" fmla="*/ 15 w 46"/>
                      <a:gd name="T1" fmla="*/ 8 h 47"/>
                      <a:gd name="T2" fmla="*/ 0 w 46"/>
                      <a:gd name="T3" fmla="*/ 27 h 47"/>
                      <a:gd name="T4" fmla="*/ 26 w 46"/>
                      <a:gd name="T5" fmla="*/ 47 h 47"/>
                      <a:gd name="T6" fmla="*/ 41 w 46"/>
                      <a:gd name="T7" fmla="*/ 29 h 47"/>
                      <a:gd name="T8" fmla="*/ 38 w 46"/>
                      <a:gd name="T9" fmla="*/ 6 h 47"/>
                      <a:gd name="T10" fmla="*/ 15 w 46"/>
                      <a:gd name="T1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6" h="47">
                        <a:moveTo>
                          <a:pt x="15" y="8"/>
                        </a:moveTo>
                        <a:cubicBezTo>
                          <a:pt x="0" y="27"/>
                          <a:pt x="0" y="27"/>
                          <a:pt x="0" y="27"/>
                        </a:cubicBezTo>
                        <a:cubicBezTo>
                          <a:pt x="26" y="47"/>
                          <a:pt x="26" y="47"/>
                          <a:pt x="26" y="47"/>
                        </a:cubicBezTo>
                        <a:cubicBezTo>
                          <a:pt x="41" y="29"/>
                          <a:pt x="41" y="29"/>
                          <a:pt x="41" y="29"/>
                        </a:cubicBezTo>
                        <a:cubicBezTo>
                          <a:pt x="46" y="22"/>
                          <a:pt x="45" y="11"/>
                          <a:pt x="38" y="6"/>
                        </a:cubicBezTo>
                        <a:cubicBezTo>
                          <a:pt x="31" y="0"/>
                          <a:pt x="20" y="1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88"/>
                  <p:cNvSpPr>
                    <a:spLocks/>
                  </p:cNvSpPr>
                  <p:nvPr/>
                </p:nvSpPr>
                <p:spPr bwMode="gray">
                  <a:xfrm>
                    <a:off x="9317038" y="2860675"/>
                    <a:ext cx="171450" cy="176212"/>
                  </a:xfrm>
                  <a:custGeom>
                    <a:avLst/>
                    <a:gdLst>
                      <a:gd name="T0" fmla="*/ 5 w 46"/>
                      <a:gd name="T1" fmla="*/ 18 h 47"/>
                      <a:gd name="T2" fmla="*/ 8 w 46"/>
                      <a:gd name="T3" fmla="*/ 42 h 47"/>
                      <a:gd name="T4" fmla="*/ 31 w 46"/>
                      <a:gd name="T5" fmla="*/ 39 h 47"/>
                      <a:gd name="T6" fmla="*/ 46 w 46"/>
                      <a:gd name="T7" fmla="*/ 20 h 47"/>
                      <a:gd name="T8" fmla="*/ 20 w 46"/>
                      <a:gd name="T9" fmla="*/ 0 h 47"/>
                      <a:gd name="T10" fmla="*/ 5 w 46"/>
                      <a:gd name="T11" fmla="*/ 1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6" h="47">
                        <a:moveTo>
                          <a:pt x="5" y="18"/>
                        </a:moveTo>
                        <a:cubicBezTo>
                          <a:pt x="0" y="25"/>
                          <a:pt x="1" y="36"/>
                          <a:pt x="8" y="42"/>
                        </a:cubicBezTo>
                        <a:cubicBezTo>
                          <a:pt x="15" y="47"/>
                          <a:pt x="25" y="46"/>
                          <a:pt x="31" y="39"/>
                        </a:cubicBezTo>
                        <a:cubicBezTo>
                          <a:pt x="46" y="20"/>
                          <a:pt x="46" y="20"/>
                          <a:pt x="46" y="2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5" y="18"/>
                        </a:ln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235" name="Gruppieren 234"/>
              <p:cNvGrpSpPr/>
              <p:nvPr/>
            </p:nvGrpSpPr>
            <p:grpSpPr>
              <a:xfrm>
                <a:off x="7548968" y="992132"/>
                <a:ext cx="1309271" cy="966219"/>
                <a:chOff x="10173505" y="1276764"/>
                <a:chExt cx="1742320" cy="1285801"/>
              </a:xfrm>
            </p:grpSpPr>
            <p:sp>
              <p:nvSpPr>
                <p:cNvPr id="236" name="Textfeld 235"/>
                <p:cNvSpPr txBox="1"/>
                <p:nvPr/>
              </p:nvSpPr>
              <p:spPr bwMode="gray">
                <a:xfrm>
                  <a:off x="10173505" y="1896542"/>
                  <a:ext cx="1742320" cy="666023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7" name="Textfeld 236"/>
                <p:cNvSpPr txBox="1"/>
                <p:nvPr/>
              </p:nvSpPr>
              <p:spPr bwMode="gray">
                <a:xfrm>
                  <a:off x="10173505" y="1276764"/>
                  <a:ext cx="1742320" cy="619777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rgbClr val="FF0000"/>
                      </a:solidFill>
                    </a:rPr>
                    <a:t>75</a:t>
                  </a:r>
                  <a:r>
                    <a:rPr lang="en-US" sz="1800" b="1" dirty="0" smtClean="0">
                      <a:solidFill>
                        <a:srgbClr val="FF0000"/>
                      </a:solidFill>
                    </a:rPr>
                    <a:t>%</a:t>
                  </a:r>
                  <a:endParaRPr lang="en-US" sz="2400" b="1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grpSp>
          <p:nvGrpSpPr>
            <p:cNvPr id="247" name="Gruppieren 246"/>
            <p:cNvGrpSpPr/>
            <p:nvPr/>
          </p:nvGrpSpPr>
          <p:grpSpPr>
            <a:xfrm>
              <a:off x="7558879" y="2496902"/>
              <a:ext cx="1309271" cy="1757944"/>
              <a:chOff x="7558879" y="2496902"/>
              <a:chExt cx="1309271" cy="1757944"/>
            </a:xfrm>
          </p:grpSpPr>
          <p:grpSp>
            <p:nvGrpSpPr>
              <p:cNvPr id="99" name="Gruppieren 98"/>
              <p:cNvGrpSpPr>
                <a:grpSpLocks noChangeAspect="1"/>
              </p:cNvGrpSpPr>
              <p:nvPr/>
            </p:nvGrpSpPr>
            <p:grpSpPr bwMode="gray">
              <a:xfrm>
                <a:off x="7656811" y="2496902"/>
                <a:ext cx="1033785" cy="677922"/>
                <a:chOff x="9437369" y="4110877"/>
                <a:chExt cx="2131006" cy="1397444"/>
              </a:xfrm>
            </p:grpSpPr>
            <p:sp>
              <p:nvSpPr>
                <p:cNvPr id="103" name="Freeform 124"/>
                <p:cNvSpPr>
                  <a:spLocks/>
                </p:cNvSpPr>
                <p:nvPr/>
              </p:nvSpPr>
              <p:spPr bwMode="gray">
                <a:xfrm rot="16585909">
                  <a:off x="9798600" y="4019038"/>
                  <a:ext cx="793164" cy="1515625"/>
                </a:xfrm>
                <a:custGeom>
                  <a:avLst/>
                  <a:gdLst>
                    <a:gd name="T0" fmla="*/ 68 w 109"/>
                    <a:gd name="T1" fmla="*/ 206 h 209"/>
                    <a:gd name="T2" fmla="*/ 66 w 109"/>
                    <a:gd name="T3" fmla="*/ 209 h 209"/>
                    <a:gd name="T4" fmla="*/ 46 w 109"/>
                    <a:gd name="T5" fmla="*/ 209 h 209"/>
                    <a:gd name="T6" fmla="*/ 44 w 109"/>
                    <a:gd name="T7" fmla="*/ 190 h 209"/>
                    <a:gd name="T8" fmla="*/ 0 w 109"/>
                    <a:gd name="T9" fmla="*/ 134 h 209"/>
                    <a:gd name="T10" fmla="*/ 2 w 109"/>
                    <a:gd name="T11" fmla="*/ 131 h 209"/>
                    <a:gd name="T12" fmla="*/ 37 w 109"/>
                    <a:gd name="T13" fmla="*/ 129 h 209"/>
                    <a:gd name="T14" fmla="*/ 40 w 109"/>
                    <a:gd name="T15" fmla="*/ 132 h 209"/>
                    <a:gd name="T16" fmla="*/ 52 w 109"/>
                    <a:gd name="T17" fmla="*/ 148 h 209"/>
                    <a:gd name="T18" fmla="*/ 59 w 109"/>
                    <a:gd name="T19" fmla="*/ 142 h 209"/>
                    <a:gd name="T20" fmla="*/ 30 w 109"/>
                    <a:gd name="T21" fmla="*/ 113 h 209"/>
                    <a:gd name="T22" fmla="*/ 4 w 109"/>
                    <a:gd name="T23" fmla="*/ 66 h 209"/>
                    <a:gd name="T24" fmla="*/ 44 w 109"/>
                    <a:gd name="T25" fmla="*/ 18 h 209"/>
                    <a:gd name="T26" fmla="*/ 44 w 109"/>
                    <a:gd name="T27" fmla="*/ 3 h 209"/>
                    <a:gd name="T28" fmla="*/ 46 w 109"/>
                    <a:gd name="T29" fmla="*/ 0 h 209"/>
                    <a:gd name="T30" fmla="*/ 66 w 109"/>
                    <a:gd name="T31" fmla="*/ 0 h 209"/>
                    <a:gd name="T32" fmla="*/ 68 w 109"/>
                    <a:gd name="T33" fmla="*/ 18 h 209"/>
                    <a:gd name="T34" fmla="*/ 108 w 109"/>
                    <a:gd name="T35" fmla="*/ 68 h 209"/>
                    <a:gd name="T36" fmla="*/ 105 w 109"/>
                    <a:gd name="T37" fmla="*/ 71 h 209"/>
                    <a:gd name="T38" fmla="*/ 68 w 109"/>
                    <a:gd name="T39" fmla="*/ 73 h 209"/>
                    <a:gd name="T40" fmla="*/ 59 w 109"/>
                    <a:gd name="T41" fmla="*/ 63 h 209"/>
                    <a:gd name="T42" fmla="*/ 55 w 109"/>
                    <a:gd name="T43" fmla="*/ 67 h 209"/>
                    <a:gd name="T44" fmla="*/ 83 w 109"/>
                    <a:gd name="T45" fmla="*/ 94 h 209"/>
                    <a:gd name="T46" fmla="*/ 109 w 109"/>
                    <a:gd name="T47" fmla="*/ 140 h 209"/>
                    <a:gd name="T48" fmla="*/ 68 w 109"/>
                    <a:gd name="T49" fmla="*/ 191 h 209"/>
                    <a:gd name="T50" fmla="*/ 68 w 109"/>
                    <a:gd name="T51" fmla="*/ 206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09" h="209">
                      <a:moveTo>
                        <a:pt x="68" y="206"/>
                      </a:moveTo>
                      <a:cubicBezTo>
                        <a:pt x="68" y="208"/>
                        <a:pt x="67" y="209"/>
                        <a:pt x="66" y="209"/>
                      </a:cubicBezTo>
                      <a:cubicBezTo>
                        <a:pt x="46" y="209"/>
                        <a:pt x="46" y="209"/>
                        <a:pt x="46" y="209"/>
                      </a:cubicBezTo>
                      <a:cubicBezTo>
                        <a:pt x="44" y="209"/>
                        <a:pt x="44" y="207"/>
                        <a:pt x="44" y="190"/>
                      </a:cubicBezTo>
                      <a:cubicBezTo>
                        <a:pt x="15" y="185"/>
                        <a:pt x="0" y="166"/>
                        <a:pt x="0" y="134"/>
                      </a:cubicBezTo>
                      <a:cubicBezTo>
                        <a:pt x="0" y="132"/>
                        <a:pt x="1" y="132"/>
                        <a:pt x="2" y="131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8" y="129"/>
                        <a:pt x="39" y="130"/>
                        <a:pt x="40" y="132"/>
                      </a:cubicBezTo>
                      <a:cubicBezTo>
                        <a:pt x="42" y="142"/>
                        <a:pt x="46" y="148"/>
                        <a:pt x="52" y="148"/>
                      </a:cubicBezTo>
                      <a:cubicBezTo>
                        <a:pt x="56" y="148"/>
                        <a:pt x="59" y="145"/>
                        <a:pt x="59" y="142"/>
                      </a:cubicBezTo>
                      <a:cubicBezTo>
                        <a:pt x="59" y="135"/>
                        <a:pt x="52" y="129"/>
                        <a:pt x="30" y="113"/>
                      </a:cubicBezTo>
                      <a:cubicBezTo>
                        <a:pt x="15" y="102"/>
                        <a:pt x="4" y="86"/>
                        <a:pt x="4" y="66"/>
                      </a:cubicBezTo>
                      <a:cubicBezTo>
                        <a:pt x="4" y="45"/>
                        <a:pt x="18" y="23"/>
                        <a:pt x="44" y="18"/>
                      </a:cubicBezTo>
                      <a:cubicBezTo>
                        <a:pt x="44" y="3"/>
                        <a:pt x="44" y="3"/>
                        <a:pt x="44" y="3"/>
                      </a:cubicBezTo>
                      <a:cubicBezTo>
                        <a:pt x="44" y="1"/>
                        <a:pt x="45" y="0"/>
                        <a:pt x="46" y="0"/>
                      </a:cubicBezTo>
                      <a:cubicBezTo>
                        <a:pt x="66" y="0"/>
                        <a:pt x="66" y="0"/>
                        <a:pt x="66" y="0"/>
                      </a:cubicBezTo>
                      <a:cubicBezTo>
                        <a:pt x="68" y="0"/>
                        <a:pt x="68" y="2"/>
                        <a:pt x="68" y="18"/>
                      </a:cubicBezTo>
                      <a:cubicBezTo>
                        <a:pt x="93" y="23"/>
                        <a:pt x="108" y="44"/>
                        <a:pt x="108" y="68"/>
                      </a:cubicBezTo>
                      <a:cubicBezTo>
                        <a:pt x="108" y="70"/>
                        <a:pt x="107" y="71"/>
                        <a:pt x="105" y="71"/>
                      </a:cubicBezTo>
                      <a:cubicBezTo>
                        <a:pt x="68" y="73"/>
                        <a:pt x="68" y="73"/>
                        <a:pt x="68" y="73"/>
                      </a:cubicBezTo>
                      <a:cubicBezTo>
                        <a:pt x="66" y="73"/>
                        <a:pt x="61" y="63"/>
                        <a:pt x="59" y="63"/>
                      </a:cubicBezTo>
                      <a:cubicBezTo>
                        <a:pt x="56" y="63"/>
                        <a:pt x="55" y="65"/>
                        <a:pt x="55" y="67"/>
                      </a:cubicBezTo>
                      <a:cubicBezTo>
                        <a:pt x="55" y="73"/>
                        <a:pt x="64" y="80"/>
                        <a:pt x="83" y="94"/>
                      </a:cubicBezTo>
                      <a:cubicBezTo>
                        <a:pt x="100" y="107"/>
                        <a:pt x="109" y="123"/>
                        <a:pt x="109" y="140"/>
                      </a:cubicBezTo>
                      <a:cubicBezTo>
                        <a:pt x="109" y="167"/>
                        <a:pt x="93" y="186"/>
                        <a:pt x="68" y="191"/>
                      </a:cubicBezTo>
                      <a:lnTo>
                        <a:pt x="68" y="2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104" name="Gruppieren 103"/>
                <p:cNvGrpSpPr>
                  <a:grpSpLocks noChangeAspect="1"/>
                </p:cNvGrpSpPr>
                <p:nvPr/>
              </p:nvGrpSpPr>
              <p:grpSpPr bwMode="gray">
                <a:xfrm>
                  <a:off x="10200375" y="4110877"/>
                  <a:ext cx="1368000" cy="1397444"/>
                  <a:chOff x="5218113" y="2517776"/>
                  <a:chExt cx="1770063" cy="1808162"/>
                </a:xfrm>
                <a:solidFill>
                  <a:srgbClr val="F79A9E"/>
                </a:solidFill>
              </p:grpSpPr>
              <p:sp>
                <p:nvSpPr>
                  <p:cNvPr id="105" name="Oval 116"/>
                  <p:cNvSpPr>
                    <a:spLocks noChangeArrowheads="1"/>
                  </p:cNvSpPr>
                  <p:nvPr/>
                </p:nvSpPr>
                <p:spPr bwMode="gray">
                  <a:xfrm>
                    <a:off x="5432426" y="2960688"/>
                    <a:ext cx="280988" cy="277813"/>
                  </a:xfrm>
                  <a:prstGeom prst="ellipse">
                    <a:avLst/>
                  </a:prstGeom>
                  <a:solidFill>
                    <a:srgbClr val="F3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" name="Freeform 117"/>
                  <p:cNvSpPr>
                    <a:spLocks noEditPoints="1"/>
                  </p:cNvSpPr>
                  <p:nvPr/>
                </p:nvSpPr>
                <p:spPr bwMode="gray">
                  <a:xfrm>
                    <a:off x="5218113" y="2903538"/>
                    <a:ext cx="1546225" cy="1422400"/>
                  </a:xfrm>
                  <a:custGeom>
                    <a:avLst/>
                    <a:gdLst>
                      <a:gd name="T0" fmla="*/ 394 w 412"/>
                      <a:gd name="T1" fmla="*/ 155 h 379"/>
                      <a:gd name="T2" fmla="*/ 353 w 412"/>
                      <a:gd name="T3" fmla="*/ 189 h 379"/>
                      <a:gd name="T4" fmla="*/ 313 w 412"/>
                      <a:gd name="T5" fmla="*/ 155 h 379"/>
                      <a:gd name="T6" fmla="*/ 294 w 412"/>
                      <a:gd name="T7" fmla="*/ 162 h 379"/>
                      <a:gd name="T8" fmla="*/ 345 w 412"/>
                      <a:gd name="T9" fmla="*/ 208 h 379"/>
                      <a:gd name="T10" fmla="*/ 180 w 412"/>
                      <a:gd name="T11" fmla="*/ 363 h 379"/>
                      <a:gd name="T12" fmla="*/ 16 w 412"/>
                      <a:gd name="T13" fmla="*/ 199 h 379"/>
                      <a:gd name="T14" fmla="*/ 58 w 412"/>
                      <a:gd name="T15" fmla="*/ 89 h 379"/>
                      <a:gd name="T16" fmla="*/ 95 w 412"/>
                      <a:gd name="T17" fmla="*/ 104 h 379"/>
                      <a:gd name="T18" fmla="*/ 147 w 412"/>
                      <a:gd name="T19" fmla="*/ 52 h 379"/>
                      <a:gd name="T20" fmla="*/ 95 w 412"/>
                      <a:gd name="T21" fmla="*/ 0 h 379"/>
                      <a:gd name="T22" fmla="*/ 43 w 412"/>
                      <a:gd name="T23" fmla="*/ 52 h 379"/>
                      <a:gd name="T24" fmla="*/ 49 w 412"/>
                      <a:gd name="T25" fmla="*/ 76 h 379"/>
                      <a:gd name="T26" fmla="*/ 0 w 412"/>
                      <a:gd name="T27" fmla="*/ 199 h 379"/>
                      <a:gd name="T28" fmla="*/ 180 w 412"/>
                      <a:gd name="T29" fmla="*/ 379 h 379"/>
                      <a:gd name="T30" fmla="*/ 361 w 412"/>
                      <a:gd name="T31" fmla="*/ 208 h 379"/>
                      <a:gd name="T32" fmla="*/ 412 w 412"/>
                      <a:gd name="T33" fmla="*/ 162 h 379"/>
                      <a:gd name="T34" fmla="*/ 394 w 412"/>
                      <a:gd name="T35" fmla="*/ 155 h 379"/>
                      <a:gd name="T36" fmla="*/ 95 w 412"/>
                      <a:gd name="T37" fmla="*/ 8 h 379"/>
                      <a:gd name="T38" fmla="*/ 139 w 412"/>
                      <a:gd name="T39" fmla="*/ 52 h 379"/>
                      <a:gd name="T40" fmla="*/ 95 w 412"/>
                      <a:gd name="T41" fmla="*/ 96 h 379"/>
                      <a:gd name="T42" fmla="*/ 51 w 412"/>
                      <a:gd name="T43" fmla="*/ 52 h 379"/>
                      <a:gd name="T44" fmla="*/ 95 w 412"/>
                      <a:gd name="T45" fmla="*/ 8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12" h="379">
                        <a:moveTo>
                          <a:pt x="394" y="155"/>
                        </a:moveTo>
                        <a:cubicBezTo>
                          <a:pt x="385" y="178"/>
                          <a:pt x="367" y="189"/>
                          <a:pt x="353" y="189"/>
                        </a:cubicBezTo>
                        <a:cubicBezTo>
                          <a:pt x="340" y="189"/>
                          <a:pt x="322" y="178"/>
                          <a:pt x="313" y="155"/>
                        </a:cubicBezTo>
                        <a:cubicBezTo>
                          <a:pt x="294" y="162"/>
                          <a:pt x="294" y="162"/>
                          <a:pt x="294" y="162"/>
                        </a:cubicBezTo>
                        <a:cubicBezTo>
                          <a:pt x="304" y="187"/>
                          <a:pt x="323" y="204"/>
                          <a:pt x="345" y="208"/>
                        </a:cubicBezTo>
                        <a:cubicBezTo>
                          <a:pt x="340" y="294"/>
                          <a:pt x="268" y="363"/>
                          <a:pt x="180" y="363"/>
                        </a:cubicBezTo>
                        <a:cubicBezTo>
                          <a:pt x="90" y="363"/>
                          <a:pt x="16" y="290"/>
                          <a:pt x="16" y="199"/>
                        </a:cubicBezTo>
                        <a:cubicBezTo>
                          <a:pt x="16" y="158"/>
                          <a:pt x="31" y="119"/>
                          <a:pt x="58" y="89"/>
                        </a:cubicBezTo>
                        <a:cubicBezTo>
                          <a:pt x="68" y="98"/>
                          <a:pt x="80" y="104"/>
                          <a:pt x="95" y="104"/>
                        </a:cubicBezTo>
                        <a:cubicBezTo>
                          <a:pt x="123" y="104"/>
                          <a:pt x="147" y="81"/>
                          <a:pt x="147" y="52"/>
                        </a:cubicBezTo>
                        <a:cubicBezTo>
                          <a:pt x="147" y="23"/>
                          <a:pt x="123" y="0"/>
                          <a:pt x="95" y="0"/>
                        </a:cubicBezTo>
                        <a:cubicBezTo>
                          <a:pt x="66" y="0"/>
                          <a:pt x="43" y="23"/>
                          <a:pt x="43" y="52"/>
                        </a:cubicBezTo>
                        <a:cubicBezTo>
                          <a:pt x="43" y="61"/>
                          <a:pt x="45" y="69"/>
                          <a:pt x="49" y="76"/>
                        </a:cubicBezTo>
                        <a:cubicBezTo>
                          <a:pt x="17" y="109"/>
                          <a:pt x="0" y="153"/>
                          <a:pt x="0" y="199"/>
                        </a:cubicBezTo>
                        <a:cubicBezTo>
                          <a:pt x="0" y="298"/>
                          <a:pt x="81" y="379"/>
                          <a:pt x="180" y="379"/>
                        </a:cubicBezTo>
                        <a:cubicBezTo>
                          <a:pt x="277" y="379"/>
                          <a:pt x="356" y="303"/>
                          <a:pt x="361" y="208"/>
                        </a:cubicBezTo>
                        <a:cubicBezTo>
                          <a:pt x="382" y="205"/>
                          <a:pt x="403" y="187"/>
                          <a:pt x="412" y="162"/>
                        </a:cubicBezTo>
                        <a:lnTo>
                          <a:pt x="394" y="155"/>
                        </a:lnTo>
                        <a:close/>
                        <a:moveTo>
                          <a:pt x="95" y="8"/>
                        </a:moveTo>
                        <a:cubicBezTo>
                          <a:pt x="119" y="8"/>
                          <a:pt x="139" y="28"/>
                          <a:pt x="139" y="52"/>
                        </a:cubicBezTo>
                        <a:cubicBezTo>
                          <a:pt x="139" y="76"/>
                          <a:pt x="119" y="96"/>
                          <a:pt x="95" y="96"/>
                        </a:cubicBezTo>
                        <a:cubicBezTo>
                          <a:pt x="70" y="96"/>
                          <a:pt x="51" y="76"/>
                          <a:pt x="51" y="52"/>
                        </a:cubicBezTo>
                        <a:cubicBezTo>
                          <a:pt x="51" y="28"/>
                          <a:pt x="70" y="8"/>
                          <a:pt x="95" y="8"/>
                        </a:cubicBezTo>
                        <a:close/>
                      </a:path>
                    </a:pathLst>
                  </a:custGeom>
                  <a:solidFill>
                    <a:srgbClr val="F581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118"/>
                  <p:cNvSpPr>
                    <a:spLocks noEditPoints="1"/>
                  </p:cNvSpPr>
                  <p:nvPr/>
                </p:nvSpPr>
                <p:spPr bwMode="gray">
                  <a:xfrm>
                    <a:off x="6092826" y="2517776"/>
                    <a:ext cx="895350" cy="966788"/>
                  </a:xfrm>
                  <a:custGeom>
                    <a:avLst/>
                    <a:gdLst>
                      <a:gd name="T0" fmla="*/ 231 w 239"/>
                      <a:gd name="T1" fmla="*/ 76 h 258"/>
                      <a:gd name="T2" fmla="*/ 179 w 239"/>
                      <a:gd name="T3" fmla="*/ 258 h 258"/>
                      <a:gd name="T4" fmla="*/ 167 w 239"/>
                      <a:gd name="T5" fmla="*/ 254 h 258"/>
                      <a:gd name="T6" fmla="*/ 220 w 239"/>
                      <a:gd name="T7" fmla="*/ 73 h 258"/>
                      <a:gd name="T8" fmla="*/ 215 w 239"/>
                      <a:gd name="T9" fmla="*/ 36 h 258"/>
                      <a:gd name="T10" fmla="*/ 184 w 239"/>
                      <a:gd name="T11" fmla="*/ 20 h 258"/>
                      <a:gd name="T12" fmla="*/ 184 w 239"/>
                      <a:gd name="T13" fmla="*/ 24 h 258"/>
                      <a:gd name="T14" fmla="*/ 156 w 239"/>
                      <a:gd name="T15" fmla="*/ 14 h 258"/>
                      <a:gd name="T16" fmla="*/ 185 w 239"/>
                      <a:gd name="T17" fmla="*/ 5 h 258"/>
                      <a:gd name="T18" fmla="*/ 185 w 239"/>
                      <a:gd name="T19" fmla="*/ 8 h 258"/>
                      <a:gd name="T20" fmla="*/ 225 w 239"/>
                      <a:gd name="T21" fmla="*/ 29 h 258"/>
                      <a:gd name="T22" fmla="*/ 231 w 239"/>
                      <a:gd name="T23" fmla="*/ 76 h 258"/>
                      <a:gd name="T24" fmla="*/ 55 w 239"/>
                      <a:gd name="T25" fmla="*/ 5 h 258"/>
                      <a:gd name="T26" fmla="*/ 55 w 239"/>
                      <a:gd name="T27" fmla="*/ 8 h 258"/>
                      <a:gd name="T28" fmla="*/ 14 w 239"/>
                      <a:gd name="T29" fmla="*/ 29 h 258"/>
                      <a:gd name="T30" fmla="*/ 8 w 239"/>
                      <a:gd name="T31" fmla="*/ 77 h 258"/>
                      <a:gd name="T32" fmla="*/ 62 w 239"/>
                      <a:gd name="T33" fmla="*/ 258 h 258"/>
                      <a:gd name="T34" fmla="*/ 74 w 239"/>
                      <a:gd name="T35" fmla="*/ 254 h 258"/>
                      <a:gd name="T36" fmla="*/ 20 w 239"/>
                      <a:gd name="T37" fmla="*/ 73 h 258"/>
                      <a:gd name="T38" fmla="*/ 24 w 239"/>
                      <a:gd name="T39" fmla="*/ 36 h 258"/>
                      <a:gd name="T40" fmla="*/ 56 w 239"/>
                      <a:gd name="T41" fmla="*/ 20 h 258"/>
                      <a:gd name="T42" fmla="*/ 56 w 239"/>
                      <a:gd name="T43" fmla="*/ 24 h 258"/>
                      <a:gd name="T44" fmla="*/ 83 w 239"/>
                      <a:gd name="T45" fmla="*/ 13 h 258"/>
                      <a:gd name="T46" fmla="*/ 55 w 239"/>
                      <a:gd name="T47" fmla="*/ 5 h 2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9" h="258">
                        <a:moveTo>
                          <a:pt x="231" y="76"/>
                        </a:moveTo>
                        <a:cubicBezTo>
                          <a:pt x="179" y="258"/>
                          <a:pt x="179" y="258"/>
                          <a:pt x="179" y="258"/>
                        </a:cubicBezTo>
                        <a:cubicBezTo>
                          <a:pt x="167" y="254"/>
                          <a:pt x="167" y="254"/>
                          <a:pt x="167" y="254"/>
                        </a:cubicBezTo>
                        <a:cubicBezTo>
                          <a:pt x="220" y="73"/>
                          <a:pt x="220" y="73"/>
                          <a:pt x="220" y="73"/>
                        </a:cubicBezTo>
                        <a:cubicBezTo>
                          <a:pt x="220" y="73"/>
                          <a:pt x="226" y="51"/>
                          <a:pt x="215" y="36"/>
                        </a:cubicBezTo>
                        <a:cubicBezTo>
                          <a:pt x="209" y="27"/>
                          <a:pt x="199" y="22"/>
                          <a:pt x="184" y="20"/>
                        </a:cubicBezTo>
                        <a:cubicBezTo>
                          <a:pt x="184" y="24"/>
                          <a:pt x="184" y="24"/>
                          <a:pt x="184" y="24"/>
                        </a:cubicBezTo>
                        <a:cubicBezTo>
                          <a:pt x="168" y="28"/>
                          <a:pt x="156" y="23"/>
                          <a:pt x="156" y="14"/>
                        </a:cubicBezTo>
                        <a:cubicBezTo>
                          <a:pt x="157" y="4"/>
                          <a:pt x="170" y="0"/>
                          <a:pt x="185" y="5"/>
                        </a:cubicBezTo>
                        <a:cubicBezTo>
                          <a:pt x="185" y="5"/>
                          <a:pt x="185" y="5"/>
                          <a:pt x="185" y="8"/>
                        </a:cubicBezTo>
                        <a:cubicBezTo>
                          <a:pt x="203" y="10"/>
                          <a:pt x="217" y="17"/>
                          <a:pt x="225" y="29"/>
                        </a:cubicBezTo>
                        <a:cubicBezTo>
                          <a:pt x="239" y="49"/>
                          <a:pt x="232" y="75"/>
                          <a:pt x="231" y="76"/>
                        </a:cubicBezTo>
                        <a:close/>
                        <a:moveTo>
                          <a:pt x="55" y="5"/>
                        </a:moveTo>
                        <a:cubicBezTo>
                          <a:pt x="55" y="5"/>
                          <a:pt x="55" y="5"/>
                          <a:pt x="55" y="8"/>
                        </a:cubicBezTo>
                        <a:cubicBezTo>
                          <a:pt x="36" y="10"/>
                          <a:pt x="22" y="17"/>
                          <a:pt x="14" y="29"/>
                        </a:cubicBezTo>
                        <a:cubicBezTo>
                          <a:pt x="0" y="50"/>
                          <a:pt x="8" y="76"/>
                          <a:pt x="8" y="77"/>
                        </a:cubicBezTo>
                        <a:cubicBezTo>
                          <a:pt x="62" y="258"/>
                          <a:pt x="62" y="258"/>
                          <a:pt x="62" y="258"/>
                        </a:cubicBezTo>
                        <a:cubicBezTo>
                          <a:pt x="74" y="254"/>
                          <a:pt x="74" y="254"/>
                          <a:pt x="74" y="254"/>
                        </a:cubicBezTo>
                        <a:cubicBezTo>
                          <a:pt x="20" y="73"/>
                          <a:pt x="20" y="73"/>
                          <a:pt x="20" y="73"/>
                        </a:cubicBezTo>
                        <a:cubicBezTo>
                          <a:pt x="20" y="73"/>
                          <a:pt x="14" y="52"/>
                          <a:pt x="24" y="36"/>
                        </a:cubicBezTo>
                        <a:cubicBezTo>
                          <a:pt x="30" y="27"/>
                          <a:pt x="41" y="22"/>
                          <a:pt x="56" y="20"/>
                        </a:cubicBezTo>
                        <a:cubicBezTo>
                          <a:pt x="56" y="24"/>
                          <a:pt x="56" y="24"/>
                          <a:pt x="56" y="24"/>
                        </a:cubicBezTo>
                        <a:cubicBezTo>
                          <a:pt x="72" y="28"/>
                          <a:pt x="84" y="23"/>
                          <a:pt x="83" y="13"/>
                        </a:cubicBezTo>
                        <a:cubicBezTo>
                          <a:pt x="83" y="4"/>
                          <a:pt x="70" y="0"/>
                          <a:pt x="55" y="5"/>
                        </a:cubicBezTo>
                        <a:close/>
                      </a:path>
                    </a:pathLst>
                  </a:custGeom>
                  <a:solidFill>
                    <a:srgbClr val="F14E5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241" name="Gruppieren 240"/>
              <p:cNvGrpSpPr/>
              <p:nvPr/>
            </p:nvGrpSpPr>
            <p:grpSpPr>
              <a:xfrm>
                <a:off x="7558879" y="3252849"/>
                <a:ext cx="1309271" cy="1001997"/>
                <a:chOff x="10014010" y="3458449"/>
                <a:chExt cx="1742320" cy="1333412"/>
              </a:xfrm>
            </p:grpSpPr>
            <p:sp>
              <p:nvSpPr>
                <p:cNvPr id="242" name="Textfeld 241"/>
                <p:cNvSpPr txBox="1"/>
                <p:nvPr/>
              </p:nvSpPr>
              <p:spPr bwMode="gray">
                <a:xfrm>
                  <a:off x="10014010" y="4077434"/>
                  <a:ext cx="1742320" cy="714427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43" name="Textfeld 242"/>
                <p:cNvSpPr txBox="1"/>
                <p:nvPr/>
              </p:nvSpPr>
              <p:spPr bwMode="gray">
                <a:xfrm>
                  <a:off x="10014010" y="3458449"/>
                  <a:ext cx="1742320" cy="618985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rgbClr val="FF0000"/>
                      </a:solidFill>
                    </a:rPr>
                    <a:t>50</a:t>
                  </a:r>
                  <a:r>
                    <a:rPr lang="en-US" sz="1800" b="1" dirty="0" smtClean="0">
                      <a:solidFill>
                        <a:srgbClr val="FF0000"/>
                      </a:solidFill>
                    </a:rPr>
                    <a:t>%</a:t>
                  </a:r>
                  <a:endParaRPr lang="en-US" sz="1800" b="1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grpSp>
          <p:nvGrpSpPr>
            <p:cNvPr id="253" name="Gruppieren 252"/>
            <p:cNvGrpSpPr/>
            <p:nvPr/>
          </p:nvGrpSpPr>
          <p:grpSpPr>
            <a:xfrm>
              <a:off x="7536622" y="4837853"/>
              <a:ext cx="1309271" cy="1761238"/>
              <a:chOff x="7536622" y="4837853"/>
              <a:chExt cx="1309271" cy="1761238"/>
            </a:xfrm>
          </p:grpSpPr>
          <p:grpSp>
            <p:nvGrpSpPr>
              <p:cNvPr id="147" name="Gruppieren 146"/>
              <p:cNvGrpSpPr>
                <a:grpSpLocks noChangeAspect="1"/>
              </p:cNvGrpSpPr>
              <p:nvPr/>
            </p:nvGrpSpPr>
            <p:grpSpPr bwMode="gray">
              <a:xfrm>
                <a:off x="7659823" y="4837853"/>
                <a:ext cx="963335" cy="623688"/>
                <a:chOff x="909638" y="3224213"/>
                <a:chExt cx="2805113" cy="1816101"/>
              </a:xfrm>
              <a:solidFill>
                <a:srgbClr val="F58185"/>
              </a:solidFill>
            </p:grpSpPr>
            <p:sp>
              <p:nvSpPr>
                <p:cNvPr id="150" name="Freeform 81"/>
                <p:cNvSpPr>
                  <a:spLocks/>
                </p:cNvSpPr>
                <p:nvPr/>
              </p:nvSpPr>
              <p:spPr bwMode="gray">
                <a:xfrm>
                  <a:off x="1738313" y="3311526"/>
                  <a:ext cx="1935163" cy="628650"/>
                </a:xfrm>
                <a:custGeom>
                  <a:avLst/>
                  <a:gdLst>
                    <a:gd name="T0" fmla="*/ 482 w 516"/>
                    <a:gd name="T1" fmla="*/ 168 h 168"/>
                    <a:gd name="T2" fmla="*/ 458 w 516"/>
                    <a:gd name="T3" fmla="*/ 157 h 168"/>
                    <a:gd name="T4" fmla="*/ 393 w 516"/>
                    <a:gd name="T5" fmla="*/ 73 h 168"/>
                    <a:gd name="T6" fmla="*/ 298 w 516"/>
                    <a:gd name="T7" fmla="*/ 133 h 168"/>
                    <a:gd name="T8" fmla="*/ 285 w 516"/>
                    <a:gd name="T9" fmla="*/ 137 h 168"/>
                    <a:gd name="T10" fmla="*/ 33 w 516"/>
                    <a:gd name="T11" fmla="*/ 157 h 168"/>
                    <a:gd name="T12" fmla="*/ 1 w 516"/>
                    <a:gd name="T13" fmla="*/ 130 h 168"/>
                    <a:gd name="T14" fmla="*/ 29 w 516"/>
                    <a:gd name="T15" fmla="*/ 97 h 168"/>
                    <a:gd name="T16" fmla="*/ 273 w 516"/>
                    <a:gd name="T17" fmla="*/ 78 h 168"/>
                    <a:gd name="T18" fmla="*/ 384 w 516"/>
                    <a:gd name="T19" fmla="*/ 8 h 168"/>
                    <a:gd name="T20" fmla="*/ 423 w 516"/>
                    <a:gd name="T21" fmla="*/ 15 h 168"/>
                    <a:gd name="T22" fmla="*/ 505 w 516"/>
                    <a:gd name="T23" fmla="*/ 120 h 168"/>
                    <a:gd name="T24" fmla="*/ 500 w 516"/>
                    <a:gd name="T25" fmla="*/ 162 h 168"/>
                    <a:gd name="T26" fmla="*/ 482 w 516"/>
                    <a:gd name="T27" fmla="*/ 168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16" h="168">
                      <a:moveTo>
                        <a:pt x="482" y="168"/>
                      </a:moveTo>
                      <a:cubicBezTo>
                        <a:pt x="473" y="168"/>
                        <a:pt x="464" y="164"/>
                        <a:pt x="458" y="157"/>
                      </a:cubicBezTo>
                      <a:cubicBezTo>
                        <a:pt x="393" y="73"/>
                        <a:pt x="393" y="73"/>
                        <a:pt x="393" y="73"/>
                      </a:cubicBezTo>
                      <a:cubicBezTo>
                        <a:pt x="298" y="133"/>
                        <a:pt x="298" y="133"/>
                        <a:pt x="298" y="133"/>
                      </a:cubicBezTo>
                      <a:cubicBezTo>
                        <a:pt x="294" y="135"/>
                        <a:pt x="290" y="137"/>
                        <a:pt x="285" y="137"/>
                      </a:cubicBezTo>
                      <a:cubicBezTo>
                        <a:pt x="33" y="157"/>
                        <a:pt x="33" y="157"/>
                        <a:pt x="33" y="157"/>
                      </a:cubicBezTo>
                      <a:cubicBezTo>
                        <a:pt x="17" y="159"/>
                        <a:pt x="2" y="146"/>
                        <a:pt x="1" y="130"/>
                      </a:cubicBezTo>
                      <a:cubicBezTo>
                        <a:pt x="0" y="113"/>
                        <a:pt x="12" y="99"/>
                        <a:pt x="29" y="97"/>
                      </a:cubicBezTo>
                      <a:cubicBezTo>
                        <a:pt x="273" y="78"/>
                        <a:pt x="273" y="78"/>
                        <a:pt x="273" y="78"/>
                      </a:cubicBezTo>
                      <a:cubicBezTo>
                        <a:pt x="384" y="8"/>
                        <a:pt x="384" y="8"/>
                        <a:pt x="384" y="8"/>
                      </a:cubicBezTo>
                      <a:cubicBezTo>
                        <a:pt x="397" y="0"/>
                        <a:pt x="414" y="3"/>
                        <a:pt x="423" y="15"/>
                      </a:cubicBezTo>
                      <a:cubicBezTo>
                        <a:pt x="505" y="120"/>
                        <a:pt x="505" y="120"/>
                        <a:pt x="505" y="120"/>
                      </a:cubicBezTo>
                      <a:cubicBezTo>
                        <a:pt x="516" y="133"/>
                        <a:pt x="513" y="152"/>
                        <a:pt x="500" y="162"/>
                      </a:cubicBezTo>
                      <a:cubicBezTo>
                        <a:pt x="495" y="166"/>
                        <a:pt x="488" y="168"/>
                        <a:pt x="482" y="168"/>
                      </a:cubicBezTo>
                      <a:close/>
                    </a:path>
                  </a:pathLst>
                </a:custGeom>
                <a:solidFill>
                  <a:srgbClr val="F14E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1" name="Freeform 83"/>
                <p:cNvSpPr>
                  <a:spLocks/>
                </p:cNvSpPr>
                <p:nvPr/>
              </p:nvSpPr>
              <p:spPr bwMode="gray">
                <a:xfrm>
                  <a:off x="2101851" y="3270251"/>
                  <a:ext cx="533400" cy="531813"/>
                </a:xfrm>
                <a:custGeom>
                  <a:avLst/>
                  <a:gdLst>
                    <a:gd name="T0" fmla="*/ 87 w 142"/>
                    <a:gd name="T1" fmla="*/ 111 h 142"/>
                    <a:gd name="T2" fmla="*/ 136 w 142"/>
                    <a:gd name="T3" fmla="*/ 31 h 142"/>
                    <a:gd name="T4" fmla="*/ 130 w 142"/>
                    <a:gd name="T5" fmla="*/ 3 h 142"/>
                    <a:gd name="T6" fmla="*/ 119 w 142"/>
                    <a:gd name="T7" fmla="*/ 0 h 142"/>
                    <a:gd name="T8" fmla="*/ 102 w 142"/>
                    <a:gd name="T9" fmla="*/ 10 h 142"/>
                    <a:gd name="T10" fmla="*/ 57 w 142"/>
                    <a:gd name="T11" fmla="*/ 84 h 142"/>
                    <a:gd name="T12" fmla="*/ 0 w 142"/>
                    <a:gd name="T13" fmla="*/ 105 h 142"/>
                    <a:gd name="T14" fmla="*/ 13 w 142"/>
                    <a:gd name="T15" fmla="*/ 142 h 142"/>
                    <a:gd name="T16" fmla="*/ 77 w 142"/>
                    <a:gd name="T17" fmla="*/ 119 h 142"/>
                    <a:gd name="T18" fmla="*/ 87 w 142"/>
                    <a:gd name="T19" fmla="*/ 111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2" h="142">
                      <a:moveTo>
                        <a:pt x="87" y="111"/>
                      </a:moveTo>
                      <a:cubicBezTo>
                        <a:pt x="136" y="31"/>
                        <a:pt x="136" y="31"/>
                        <a:pt x="136" y="31"/>
                      </a:cubicBezTo>
                      <a:cubicBezTo>
                        <a:pt x="142" y="21"/>
                        <a:pt x="139" y="9"/>
                        <a:pt x="130" y="3"/>
                      </a:cubicBezTo>
                      <a:cubicBezTo>
                        <a:pt x="127" y="2"/>
                        <a:pt x="123" y="0"/>
                        <a:pt x="119" y="0"/>
                      </a:cubicBezTo>
                      <a:cubicBezTo>
                        <a:pt x="112" y="0"/>
                        <a:pt x="106" y="4"/>
                        <a:pt x="102" y="10"/>
                      </a:cubicBezTo>
                      <a:cubicBezTo>
                        <a:pt x="57" y="84"/>
                        <a:pt x="57" y="84"/>
                        <a:pt x="57" y="84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13" y="142"/>
                        <a:pt x="13" y="142"/>
                        <a:pt x="13" y="142"/>
                      </a:cubicBezTo>
                      <a:cubicBezTo>
                        <a:pt x="77" y="119"/>
                        <a:pt x="77" y="119"/>
                        <a:pt x="77" y="119"/>
                      </a:cubicBezTo>
                      <a:cubicBezTo>
                        <a:pt x="81" y="117"/>
                        <a:pt x="84" y="114"/>
                        <a:pt x="87" y="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2" name="Oval 75"/>
                <p:cNvSpPr>
                  <a:spLocks noChangeArrowheads="1"/>
                </p:cNvSpPr>
                <p:nvPr/>
              </p:nvSpPr>
              <p:spPr bwMode="gray">
                <a:xfrm>
                  <a:off x="1300163" y="3435351"/>
                  <a:ext cx="363538" cy="363538"/>
                </a:xfrm>
                <a:prstGeom prst="ellipse">
                  <a:avLst/>
                </a:prstGeom>
                <a:solidFill>
                  <a:srgbClr val="F14E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3" name="Oval 76"/>
                <p:cNvSpPr>
                  <a:spLocks noChangeArrowheads="1"/>
                </p:cNvSpPr>
                <p:nvPr/>
              </p:nvSpPr>
              <p:spPr bwMode="gray">
                <a:xfrm>
                  <a:off x="1089026" y="4829176"/>
                  <a:ext cx="211138" cy="211138"/>
                </a:xfrm>
                <a:prstGeom prst="ellipse">
                  <a:avLst/>
                </a:prstGeom>
                <a:solidFill>
                  <a:srgbClr val="F581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4" name="Oval 77"/>
                <p:cNvSpPr>
                  <a:spLocks noChangeArrowheads="1"/>
                </p:cNvSpPr>
                <p:nvPr/>
              </p:nvSpPr>
              <p:spPr bwMode="gray">
                <a:xfrm>
                  <a:off x="3500438" y="4829176"/>
                  <a:ext cx="211138" cy="211138"/>
                </a:xfrm>
                <a:prstGeom prst="ellipse">
                  <a:avLst/>
                </a:prstGeom>
                <a:solidFill>
                  <a:srgbClr val="F581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5" name="Freeform 78"/>
                <p:cNvSpPr>
                  <a:spLocks/>
                </p:cNvSpPr>
                <p:nvPr/>
              </p:nvSpPr>
              <p:spPr bwMode="gray">
                <a:xfrm>
                  <a:off x="917576" y="3678238"/>
                  <a:ext cx="2797175" cy="657225"/>
                </a:xfrm>
                <a:custGeom>
                  <a:avLst/>
                  <a:gdLst>
                    <a:gd name="T0" fmla="*/ 735 w 746"/>
                    <a:gd name="T1" fmla="*/ 175 h 175"/>
                    <a:gd name="T2" fmla="*/ 525 w 746"/>
                    <a:gd name="T3" fmla="*/ 146 h 175"/>
                    <a:gd name="T4" fmla="*/ 192 w 746"/>
                    <a:gd name="T5" fmla="*/ 170 h 175"/>
                    <a:gd name="T6" fmla="*/ 169 w 746"/>
                    <a:gd name="T7" fmla="*/ 165 h 175"/>
                    <a:gd name="T8" fmla="*/ 0 w 746"/>
                    <a:gd name="T9" fmla="*/ 70 h 175"/>
                    <a:gd name="T10" fmla="*/ 39 w 746"/>
                    <a:gd name="T11" fmla="*/ 0 h 175"/>
                    <a:gd name="T12" fmla="*/ 198 w 746"/>
                    <a:gd name="T13" fmla="*/ 89 h 175"/>
                    <a:gd name="T14" fmla="*/ 523 w 746"/>
                    <a:gd name="T15" fmla="*/ 66 h 175"/>
                    <a:gd name="T16" fmla="*/ 531 w 746"/>
                    <a:gd name="T17" fmla="*/ 66 h 175"/>
                    <a:gd name="T18" fmla="*/ 746 w 746"/>
                    <a:gd name="T19" fmla="*/ 95 h 175"/>
                    <a:gd name="T20" fmla="*/ 735 w 746"/>
                    <a:gd name="T21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6" h="175">
                      <a:moveTo>
                        <a:pt x="735" y="175"/>
                      </a:moveTo>
                      <a:cubicBezTo>
                        <a:pt x="525" y="146"/>
                        <a:pt x="525" y="146"/>
                        <a:pt x="525" y="146"/>
                      </a:cubicBezTo>
                      <a:cubicBezTo>
                        <a:pt x="192" y="170"/>
                        <a:pt x="192" y="170"/>
                        <a:pt x="192" y="170"/>
                      </a:cubicBezTo>
                      <a:cubicBezTo>
                        <a:pt x="184" y="170"/>
                        <a:pt x="176" y="168"/>
                        <a:pt x="169" y="165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98" y="89"/>
                        <a:pt x="198" y="89"/>
                        <a:pt x="198" y="89"/>
                      </a:cubicBezTo>
                      <a:cubicBezTo>
                        <a:pt x="523" y="66"/>
                        <a:pt x="523" y="66"/>
                        <a:pt x="523" y="66"/>
                      </a:cubicBezTo>
                      <a:cubicBezTo>
                        <a:pt x="526" y="66"/>
                        <a:pt x="529" y="66"/>
                        <a:pt x="531" y="66"/>
                      </a:cubicBezTo>
                      <a:cubicBezTo>
                        <a:pt x="746" y="95"/>
                        <a:pt x="746" y="95"/>
                        <a:pt x="746" y="95"/>
                      </a:cubicBezTo>
                      <a:lnTo>
                        <a:pt x="735" y="1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6" name="Freeform 79"/>
                <p:cNvSpPr>
                  <a:spLocks/>
                </p:cNvSpPr>
                <p:nvPr/>
              </p:nvSpPr>
              <p:spPr bwMode="gray">
                <a:xfrm>
                  <a:off x="909638" y="4090988"/>
                  <a:ext cx="2752725" cy="434975"/>
                </a:xfrm>
                <a:custGeom>
                  <a:avLst/>
                  <a:gdLst>
                    <a:gd name="T0" fmla="*/ 731 w 734"/>
                    <a:gd name="T1" fmla="*/ 116 h 116"/>
                    <a:gd name="T2" fmla="*/ 543 w 734"/>
                    <a:gd name="T3" fmla="*/ 90 h 116"/>
                    <a:gd name="T4" fmla="*/ 166 w 734"/>
                    <a:gd name="T5" fmla="*/ 114 h 116"/>
                    <a:gd name="T6" fmla="*/ 158 w 734"/>
                    <a:gd name="T7" fmla="*/ 112 h 116"/>
                    <a:gd name="T8" fmla="*/ 0 w 734"/>
                    <a:gd name="T9" fmla="*/ 24 h 116"/>
                    <a:gd name="T10" fmla="*/ 14 w 734"/>
                    <a:gd name="T11" fmla="*/ 0 h 116"/>
                    <a:gd name="T12" fmla="*/ 168 w 734"/>
                    <a:gd name="T13" fmla="*/ 86 h 116"/>
                    <a:gd name="T14" fmla="*/ 543 w 734"/>
                    <a:gd name="T15" fmla="*/ 62 h 116"/>
                    <a:gd name="T16" fmla="*/ 546 w 734"/>
                    <a:gd name="T17" fmla="*/ 62 h 116"/>
                    <a:gd name="T18" fmla="*/ 734 w 734"/>
                    <a:gd name="T19" fmla="*/ 88 h 116"/>
                    <a:gd name="T20" fmla="*/ 731 w 734"/>
                    <a:gd name="T21" fmla="*/ 116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34" h="116">
                      <a:moveTo>
                        <a:pt x="731" y="116"/>
                      </a:moveTo>
                      <a:cubicBezTo>
                        <a:pt x="543" y="90"/>
                        <a:pt x="543" y="90"/>
                        <a:pt x="543" y="90"/>
                      </a:cubicBezTo>
                      <a:cubicBezTo>
                        <a:pt x="166" y="114"/>
                        <a:pt x="166" y="114"/>
                        <a:pt x="166" y="114"/>
                      </a:cubicBezTo>
                      <a:cubicBezTo>
                        <a:pt x="163" y="114"/>
                        <a:pt x="160" y="114"/>
                        <a:pt x="158" y="112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68" y="86"/>
                        <a:pt x="168" y="86"/>
                        <a:pt x="168" y="86"/>
                      </a:cubicBezTo>
                      <a:cubicBezTo>
                        <a:pt x="543" y="62"/>
                        <a:pt x="543" y="62"/>
                        <a:pt x="543" y="62"/>
                      </a:cubicBezTo>
                      <a:cubicBezTo>
                        <a:pt x="544" y="62"/>
                        <a:pt x="545" y="62"/>
                        <a:pt x="546" y="62"/>
                      </a:cubicBezTo>
                      <a:cubicBezTo>
                        <a:pt x="734" y="88"/>
                        <a:pt x="734" y="88"/>
                        <a:pt x="734" y="88"/>
                      </a:cubicBezTo>
                      <a:lnTo>
                        <a:pt x="731" y="116"/>
                      </a:lnTo>
                      <a:close/>
                    </a:path>
                  </a:pathLst>
                </a:custGeom>
                <a:solidFill>
                  <a:srgbClr val="F581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7" name="Rectangle 80"/>
                <p:cNvSpPr>
                  <a:spLocks noChangeArrowheads="1"/>
                </p:cNvSpPr>
                <p:nvPr/>
              </p:nvSpPr>
              <p:spPr bwMode="gray">
                <a:xfrm>
                  <a:off x="1104901" y="4586288"/>
                  <a:ext cx="2590800" cy="179388"/>
                </a:xfrm>
                <a:prstGeom prst="rect">
                  <a:avLst/>
                </a:prstGeom>
                <a:solidFill>
                  <a:srgbClr val="F581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8" name="Freeform 82"/>
                <p:cNvSpPr>
                  <a:spLocks noEditPoints="1"/>
                </p:cNvSpPr>
                <p:nvPr/>
              </p:nvSpPr>
              <p:spPr bwMode="gray">
                <a:xfrm>
                  <a:off x="2046288" y="3224213"/>
                  <a:ext cx="636588" cy="638175"/>
                </a:xfrm>
                <a:custGeom>
                  <a:avLst/>
                  <a:gdLst>
                    <a:gd name="T0" fmla="*/ 21 w 170"/>
                    <a:gd name="T1" fmla="*/ 170 h 170"/>
                    <a:gd name="T2" fmla="*/ 0 w 170"/>
                    <a:gd name="T3" fmla="*/ 109 h 170"/>
                    <a:gd name="T4" fmla="*/ 63 w 170"/>
                    <a:gd name="T5" fmla="*/ 86 h 170"/>
                    <a:gd name="T6" fmla="*/ 107 w 170"/>
                    <a:gd name="T7" fmla="*/ 16 h 170"/>
                    <a:gd name="T8" fmla="*/ 134 w 170"/>
                    <a:gd name="T9" fmla="*/ 0 h 170"/>
                    <a:gd name="T10" fmla="*/ 151 w 170"/>
                    <a:gd name="T11" fmla="*/ 5 h 170"/>
                    <a:gd name="T12" fmla="*/ 161 w 170"/>
                    <a:gd name="T13" fmla="*/ 49 h 170"/>
                    <a:gd name="T14" fmla="*/ 112 w 170"/>
                    <a:gd name="T15" fmla="*/ 129 h 170"/>
                    <a:gd name="T16" fmla="*/ 96 w 170"/>
                    <a:gd name="T17" fmla="*/ 142 h 170"/>
                    <a:gd name="T18" fmla="*/ 21 w 170"/>
                    <a:gd name="T19" fmla="*/ 170 h 170"/>
                    <a:gd name="T20" fmla="*/ 15 w 170"/>
                    <a:gd name="T21" fmla="*/ 117 h 170"/>
                    <a:gd name="T22" fmla="*/ 28 w 170"/>
                    <a:gd name="T23" fmla="*/ 154 h 170"/>
                    <a:gd name="T24" fmla="*/ 92 w 170"/>
                    <a:gd name="T25" fmla="*/ 131 h 170"/>
                    <a:gd name="T26" fmla="*/ 102 w 170"/>
                    <a:gd name="T27" fmla="*/ 123 h 170"/>
                    <a:gd name="T28" fmla="*/ 151 w 170"/>
                    <a:gd name="T29" fmla="*/ 43 h 170"/>
                    <a:gd name="T30" fmla="*/ 145 w 170"/>
                    <a:gd name="T31" fmla="*/ 15 h 170"/>
                    <a:gd name="T32" fmla="*/ 134 w 170"/>
                    <a:gd name="T33" fmla="*/ 12 h 170"/>
                    <a:gd name="T34" fmla="*/ 117 w 170"/>
                    <a:gd name="T35" fmla="*/ 22 h 170"/>
                    <a:gd name="T36" fmla="*/ 72 w 170"/>
                    <a:gd name="T37" fmla="*/ 96 h 170"/>
                    <a:gd name="T38" fmla="*/ 15 w 170"/>
                    <a:gd name="T39" fmla="*/ 117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70" h="170">
                      <a:moveTo>
                        <a:pt x="21" y="170"/>
                      </a:move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63" y="86"/>
                        <a:pt x="63" y="86"/>
                        <a:pt x="63" y="86"/>
                      </a:cubicBezTo>
                      <a:cubicBezTo>
                        <a:pt x="107" y="16"/>
                        <a:pt x="107" y="16"/>
                        <a:pt x="107" y="16"/>
                      </a:cubicBezTo>
                      <a:cubicBezTo>
                        <a:pt x="113" y="6"/>
                        <a:pt x="123" y="0"/>
                        <a:pt x="134" y="0"/>
                      </a:cubicBezTo>
                      <a:cubicBezTo>
                        <a:pt x="140" y="0"/>
                        <a:pt x="146" y="2"/>
                        <a:pt x="151" y="5"/>
                      </a:cubicBezTo>
                      <a:cubicBezTo>
                        <a:pt x="166" y="14"/>
                        <a:pt x="170" y="34"/>
                        <a:pt x="161" y="49"/>
                      </a:cubicBezTo>
                      <a:cubicBezTo>
                        <a:pt x="112" y="129"/>
                        <a:pt x="112" y="129"/>
                        <a:pt x="112" y="129"/>
                      </a:cubicBezTo>
                      <a:cubicBezTo>
                        <a:pt x="108" y="135"/>
                        <a:pt x="102" y="139"/>
                        <a:pt x="96" y="142"/>
                      </a:cubicBezTo>
                      <a:lnTo>
                        <a:pt x="21" y="170"/>
                      </a:lnTo>
                      <a:close/>
                      <a:moveTo>
                        <a:pt x="15" y="117"/>
                      </a:moveTo>
                      <a:cubicBezTo>
                        <a:pt x="28" y="154"/>
                        <a:pt x="28" y="154"/>
                        <a:pt x="28" y="154"/>
                      </a:cubicBezTo>
                      <a:cubicBezTo>
                        <a:pt x="92" y="131"/>
                        <a:pt x="92" y="131"/>
                        <a:pt x="92" y="131"/>
                      </a:cubicBezTo>
                      <a:cubicBezTo>
                        <a:pt x="96" y="129"/>
                        <a:pt x="99" y="126"/>
                        <a:pt x="102" y="123"/>
                      </a:cubicBezTo>
                      <a:cubicBezTo>
                        <a:pt x="151" y="43"/>
                        <a:pt x="151" y="43"/>
                        <a:pt x="151" y="43"/>
                      </a:cubicBezTo>
                      <a:cubicBezTo>
                        <a:pt x="157" y="33"/>
                        <a:pt x="154" y="21"/>
                        <a:pt x="145" y="15"/>
                      </a:cubicBezTo>
                      <a:cubicBezTo>
                        <a:pt x="142" y="14"/>
                        <a:pt x="138" y="12"/>
                        <a:pt x="134" y="12"/>
                      </a:cubicBezTo>
                      <a:cubicBezTo>
                        <a:pt x="127" y="12"/>
                        <a:pt x="121" y="16"/>
                        <a:pt x="117" y="22"/>
                      </a:cubicBezTo>
                      <a:cubicBezTo>
                        <a:pt x="72" y="96"/>
                        <a:pt x="72" y="96"/>
                        <a:pt x="72" y="96"/>
                      </a:cubicBezTo>
                      <a:lnTo>
                        <a:pt x="15" y="117"/>
                      </a:lnTo>
                      <a:close/>
                    </a:path>
                  </a:pathLst>
                </a:custGeom>
                <a:solidFill>
                  <a:srgbClr val="F14E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249" name="Gruppieren 248"/>
              <p:cNvGrpSpPr/>
              <p:nvPr/>
            </p:nvGrpSpPr>
            <p:grpSpPr>
              <a:xfrm>
                <a:off x="7536622" y="5516188"/>
                <a:ext cx="1309271" cy="1082903"/>
                <a:chOff x="10014010" y="5486537"/>
                <a:chExt cx="1742320" cy="1441079"/>
              </a:xfrm>
            </p:grpSpPr>
            <p:sp>
              <p:nvSpPr>
                <p:cNvPr id="251" name="Textfeld 250"/>
                <p:cNvSpPr txBox="1"/>
                <p:nvPr/>
              </p:nvSpPr>
              <p:spPr bwMode="gray">
                <a:xfrm>
                  <a:off x="10014010" y="6077849"/>
                  <a:ext cx="1742320" cy="849767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2" name="Textfeld 251"/>
                <p:cNvSpPr txBox="1"/>
                <p:nvPr/>
              </p:nvSpPr>
              <p:spPr bwMode="gray">
                <a:xfrm>
                  <a:off x="10014010" y="5486537"/>
                  <a:ext cx="1742320" cy="640283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rgbClr val="FF0000"/>
                      </a:solidFill>
                    </a:rPr>
                    <a:t>65</a:t>
                  </a:r>
                  <a:r>
                    <a:rPr lang="en-US" sz="1800" b="1" dirty="0" smtClean="0">
                      <a:solidFill>
                        <a:srgbClr val="FF0000"/>
                      </a:solidFill>
                    </a:rPr>
                    <a:t>%</a:t>
                  </a:r>
                  <a:endParaRPr lang="en-US" sz="1800" b="1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cxnSp>
          <p:nvCxnSpPr>
            <p:cNvPr id="254" name="Gerade Verbindung 253"/>
            <p:cNvCxnSpPr/>
            <p:nvPr/>
          </p:nvCxnSpPr>
          <p:spPr bwMode="gray">
            <a:xfrm flipH="1">
              <a:off x="6115" y="2221871"/>
              <a:ext cx="3124199" cy="0"/>
            </a:xfrm>
            <a:prstGeom prst="line">
              <a:avLst/>
            </a:prstGeom>
            <a:ln w="635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Gerade Verbindung 254"/>
            <p:cNvCxnSpPr/>
            <p:nvPr/>
          </p:nvCxnSpPr>
          <p:spPr bwMode="gray">
            <a:xfrm flipH="1">
              <a:off x="3538" y="3020888"/>
              <a:ext cx="3124199" cy="0"/>
            </a:xfrm>
            <a:prstGeom prst="line">
              <a:avLst/>
            </a:prstGeom>
            <a:ln w="635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86726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" name="Gruppieren 318"/>
          <p:cNvGrpSpPr/>
          <p:nvPr/>
        </p:nvGrpSpPr>
        <p:grpSpPr>
          <a:xfrm>
            <a:off x="1" y="-1"/>
            <a:ext cx="9144000" cy="6860743"/>
            <a:chOff x="1" y="-1"/>
            <a:chExt cx="9144000" cy="6860743"/>
          </a:xfrm>
        </p:grpSpPr>
        <p:sp>
          <p:nvSpPr>
            <p:cNvPr id="222" name="Rechteck 221"/>
            <p:cNvSpPr/>
            <p:nvPr/>
          </p:nvSpPr>
          <p:spPr bwMode="auto">
            <a:xfrm>
              <a:off x="1" y="1"/>
              <a:ext cx="3134154" cy="2225614"/>
            </a:xfrm>
            <a:prstGeom prst="rect">
              <a:avLst/>
            </a:prstGeom>
            <a:solidFill>
              <a:srgbClr val="CCE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21" name="Rechteck 220"/>
            <p:cNvSpPr/>
            <p:nvPr/>
          </p:nvSpPr>
          <p:spPr bwMode="auto">
            <a:xfrm>
              <a:off x="1" y="3022912"/>
              <a:ext cx="3134154" cy="3835088"/>
            </a:xfrm>
            <a:prstGeom prst="rect">
              <a:avLst/>
            </a:prstGeom>
            <a:solidFill>
              <a:srgbClr val="CCE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9" name="Rechteck 188"/>
            <p:cNvSpPr/>
            <p:nvPr/>
          </p:nvSpPr>
          <p:spPr bwMode="gray">
            <a:xfrm>
              <a:off x="7444030" y="-1"/>
              <a:ext cx="1699971" cy="6858001"/>
            </a:xfrm>
            <a:prstGeom prst="rect">
              <a:avLst/>
            </a:prstGeom>
            <a:solidFill>
              <a:srgbClr val="CCE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95" name="Rechteck 194"/>
            <p:cNvSpPr/>
            <p:nvPr/>
          </p:nvSpPr>
          <p:spPr bwMode="gray">
            <a:xfrm>
              <a:off x="8885853" y="-1"/>
              <a:ext cx="258148" cy="6858001"/>
            </a:xfrm>
            <a:prstGeom prst="rect">
              <a:avLst/>
            </a:prstGeom>
            <a:solidFill>
              <a:srgbClr val="7FCA92"/>
            </a:solidFill>
            <a:ln w="12700">
              <a:noFill/>
              <a:round/>
              <a:headEnd/>
              <a:tailEnd/>
            </a:ln>
          </p:spPr>
          <p:txBody>
            <a:bodyPr rot="0" spcFirstLastPara="0" vertOverflow="overflow" horzOverflow="overflow" vert="vert" wrap="squar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2000" b="1" spc="600" dirty="0" smtClean="0">
                  <a:solidFill>
                    <a:srgbClr val="CCEAD3"/>
                  </a:solidFill>
                  <a:effectLst>
                    <a:outerShdw dist="38100" dir="2700000" algn="tl" rotWithShape="0">
                      <a:srgbClr val="32AA50"/>
                    </a:outerShdw>
                  </a:effectLst>
                </a:rPr>
                <a:t>ENERGY CONSERVATION</a:t>
              </a:r>
              <a:endParaRPr lang="en-US" sz="2000" b="1" spc="600" dirty="0">
                <a:solidFill>
                  <a:srgbClr val="CCEAD3"/>
                </a:solidFill>
                <a:effectLst>
                  <a:outerShdw dist="38100" dir="2700000" algn="tl" rotWithShape="0">
                    <a:srgbClr val="32AA50"/>
                  </a:outerShdw>
                </a:effectLst>
              </a:endParaRPr>
            </a:p>
          </p:txBody>
        </p:sp>
        <p:grpSp>
          <p:nvGrpSpPr>
            <p:cNvPr id="232" name="Gruppieren 231"/>
            <p:cNvGrpSpPr/>
            <p:nvPr/>
          </p:nvGrpSpPr>
          <p:grpSpPr>
            <a:xfrm>
              <a:off x="3186023" y="347077"/>
              <a:ext cx="4190552" cy="1538514"/>
              <a:chOff x="3186023" y="174557"/>
              <a:chExt cx="4190552" cy="1538514"/>
            </a:xfrm>
          </p:grpSpPr>
          <p:sp>
            <p:nvSpPr>
              <p:cNvPr id="144" name="Freeform 8"/>
              <p:cNvSpPr>
                <a:spLocks noEditPoints="1"/>
              </p:cNvSpPr>
              <p:nvPr/>
            </p:nvSpPr>
            <p:spPr bwMode="gray">
              <a:xfrm rot="548550">
                <a:off x="4116243" y="1112695"/>
                <a:ext cx="520130" cy="170907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B2DFBD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45" name="Freeform 8"/>
              <p:cNvSpPr>
                <a:spLocks noEditPoints="1"/>
              </p:cNvSpPr>
              <p:nvPr/>
            </p:nvSpPr>
            <p:spPr bwMode="gray">
              <a:xfrm rot="548550">
                <a:off x="5565574" y="1127166"/>
                <a:ext cx="520130" cy="170907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B2DFBD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231" name="Gruppieren 230"/>
              <p:cNvGrpSpPr/>
              <p:nvPr/>
            </p:nvGrpSpPr>
            <p:grpSpPr>
              <a:xfrm>
                <a:off x="3186023" y="174557"/>
                <a:ext cx="4190552" cy="1538514"/>
                <a:chOff x="3186023" y="174557"/>
                <a:chExt cx="4190552" cy="1538514"/>
              </a:xfrm>
            </p:grpSpPr>
            <p:grpSp>
              <p:nvGrpSpPr>
                <p:cNvPr id="142" name="Gruppieren 141"/>
                <p:cNvGrpSpPr/>
                <p:nvPr/>
              </p:nvGrpSpPr>
              <p:grpSpPr bwMode="gray">
                <a:xfrm>
                  <a:off x="4627844" y="223810"/>
                  <a:ext cx="1306909" cy="1489261"/>
                  <a:chOff x="6169653" y="298376"/>
                  <a:chExt cx="1742319" cy="1985423"/>
                </a:xfrm>
              </p:grpSpPr>
              <p:grpSp>
                <p:nvGrpSpPr>
                  <p:cNvPr id="177" name="Gruppieren 176"/>
                  <p:cNvGrpSpPr/>
                  <p:nvPr/>
                </p:nvGrpSpPr>
                <p:grpSpPr bwMode="gray">
                  <a:xfrm>
                    <a:off x="6169653" y="298376"/>
                    <a:ext cx="1128410" cy="1010267"/>
                    <a:chOff x="6096744" y="298376"/>
                    <a:chExt cx="1128410" cy="1010267"/>
                  </a:xfrm>
                </p:grpSpPr>
                <p:grpSp>
                  <p:nvGrpSpPr>
                    <p:cNvPr id="179" name="Gruppieren 178"/>
                    <p:cNvGrpSpPr/>
                    <p:nvPr/>
                  </p:nvGrpSpPr>
                  <p:grpSpPr bwMode="gray">
                    <a:xfrm>
                      <a:off x="6096744" y="298376"/>
                      <a:ext cx="718668" cy="724038"/>
                      <a:chOff x="5573608" y="760218"/>
                      <a:chExt cx="532091" cy="536068"/>
                    </a:xfrm>
                  </p:grpSpPr>
                  <p:sp>
                    <p:nvSpPr>
                      <p:cNvPr id="185" name="Freeform 25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5589425" y="763209"/>
                        <a:ext cx="501009" cy="533077"/>
                      </a:xfrm>
                      <a:custGeom>
                        <a:avLst/>
                        <a:gdLst>
                          <a:gd name="T0" fmla="*/ 860 w 860"/>
                          <a:gd name="T1" fmla="*/ 0 h 915"/>
                          <a:gd name="T2" fmla="*/ 286 w 860"/>
                          <a:gd name="T3" fmla="*/ 714 h 915"/>
                          <a:gd name="T4" fmla="*/ 277 w 860"/>
                          <a:gd name="T5" fmla="*/ 900 h 915"/>
                          <a:gd name="T6" fmla="*/ 304 w 860"/>
                          <a:gd name="T7" fmla="*/ 893 h 915"/>
                          <a:gd name="T8" fmla="*/ 340 w 860"/>
                          <a:gd name="T9" fmla="*/ 741 h 915"/>
                          <a:gd name="T10" fmla="*/ 689 w 860"/>
                          <a:gd name="T11" fmla="*/ 338 h 915"/>
                          <a:gd name="T12" fmla="*/ 860 w 860"/>
                          <a:gd name="T13" fmla="*/ 0 h 91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60" h="915">
                            <a:moveTo>
                              <a:pt x="860" y="0"/>
                            </a:moveTo>
                            <a:cubicBezTo>
                              <a:pt x="0" y="200"/>
                              <a:pt x="218" y="628"/>
                              <a:pt x="286" y="714"/>
                            </a:cubicBezTo>
                            <a:cubicBezTo>
                              <a:pt x="243" y="907"/>
                              <a:pt x="277" y="900"/>
                              <a:pt x="277" y="900"/>
                            </a:cubicBezTo>
                            <a:cubicBezTo>
                              <a:pt x="286" y="915"/>
                              <a:pt x="304" y="893"/>
                              <a:pt x="304" y="893"/>
                            </a:cubicBezTo>
                            <a:cubicBezTo>
                              <a:pt x="313" y="845"/>
                              <a:pt x="321" y="797"/>
                              <a:pt x="340" y="741"/>
                            </a:cubicBezTo>
                            <a:cubicBezTo>
                              <a:pt x="586" y="679"/>
                              <a:pt x="700" y="592"/>
                              <a:pt x="689" y="338"/>
                            </a:cubicBezTo>
                            <a:cubicBezTo>
                              <a:pt x="679" y="81"/>
                              <a:pt x="860" y="0"/>
                              <a:pt x="860" y="0"/>
                            </a:cubicBezTo>
                          </a:path>
                        </a:pathLst>
                      </a:custGeom>
                      <a:solidFill>
                        <a:srgbClr val="0A6433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6" name="Freeform 26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5573608" y="760218"/>
                        <a:ext cx="532091" cy="416150"/>
                      </a:xfrm>
                      <a:custGeom>
                        <a:avLst/>
                        <a:gdLst>
                          <a:gd name="T0" fmla="*/ 913 w 913"/>
                          <a:gd name="T1" fmla="*/ 0 h 714"/>
                          <a:gd name="T2" fmla="*/ 750 w 913"/>
                          <a:gd name="T3" fmla="*/ 326 h 714"/>
                          <a:gd name="T4" fmla="*/ 408 w 913"/>
                          <a:gd name="T5" fmla="*/ 714 h 714"/>
                          <a:gd name="T6" fmla="*/ 913 w 913"/>
                          <a:gd name="T7" fmla="*/ 0 h 71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913" h="714">
                            <a:moveTo>
                              <a:pt x="913" y="0"/>
                            </a:moveTo>
                            <a:cubicBezTo>
                              <a:pt x="913" y="0"/>
                              <a:pt x="744" y="83"/>
                              <a:pt x="750" y="326"/>
                            </a:cubicBezTo>
                            <a:cubicBezTo>
                              <a:pt x="756" y="569"/>
                              <a:pt x="645" y="651"/>
                              <a:pt x="408" y="714"/>
                            </a:cubicBezTo>
                            <a:cubicBezTo>
                              <a:pt x="408" y="714"/>
                              <a:pt x="0" y="278"/>
                              <a:pt x="913" y="0"/>
                            </a:cubicBezTo>
                            <a:close/>
                          </a:path>
                        </a:pathLst>
                      </a:custGeom>
                      <a:solidFill>
                        <a:srgbClr val="7FCA9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7" name="Freeform 27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5760161" y="863110"/>
                        <a:ext cx="176918" cy="318106"/>
                      </a:xfrm>
                      <a:custGeom>
                        <a:avLst/>
                        <a:gdLst>
                          <a:gd name="T0" fmla="*/ 419 w 419"/>
                          <a:gd name="T1" fmla="*/ 0 h 754"/>
                          <a:gd name="T2" fmla="*/ 66 w 419"/>
                          <a:gd name="T3" fmla="*/ 731 h 754"/>
                          <a:gd name="T4" fmla="*/ 48 w 419"/>
                          <a:gd name="T5" fmla="*/ 739 h 754"/>
                          <a:gd name="T6" fmla="*/ 419 w 419"/>
                          <a:gd name="T7" fmla="*/ 0 h 75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419" h="754">
                            <a:moveTo>
                              <a:pt x="419" y="0"/>
                            </a:moveTo>
                            <a:cubicBezTo>
                              <a:pt x="419" y="0"/>
                              <a:pt x="89" y="469"/>
                              <a:pt x="66" y="731"/>
                            </a:cubicBezTo>
                            <a:cubicBezTo>
                              <a:pt x="66" y="731"/>
                              <a:pt x="56" y="754"/>
                              <a:pt x="48" y="739"/>
                            </a:cubicBezTo>
                            <a:cubicBezTo>
                              <a:pt x="48" y="739"/>
                              <a:pt x="0" y="547"/>
                              <a:pt x="4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0A6433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8" name="Freeform 28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5705650" y="860330"/>
                        <a:ext cx="130495" cy="233853"/>
                      </a:xfrm>
                      <a:custGeom>
                        <a:avLst/>
                        <a:gdLst>
                          <a:gd name="T0" fmla="*/ 224 w 224"/>
                          <a:gd name="T1" fmla="*/ 13 h 401"/>
                          <a:gd name="T2" fmla="*/ 208 w 224"/>
                          <a:gd name="T3" fmla="*/ 0 h 401"/>
                          <a:gd name="T4" fmla="*/ 111 w 224"/>
                          <a:gd name="T5" fmla="*/ 401 h 401"/>
                          <a:gd name="T6" fmla="*/ 224 w 224"/>
                          <a:gd name="T7" fmla="*/ 13 h 4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224" h="401">
                            <a:moveTo>
                              <a:pt x="224" y="13"/>
                            </a:moveTo>
                            <a:cubicBezTo>
                              <a:pt x="219" y="9"/>
                              <a:pt x="213" y="5"/>
                              <a:pt x="208" y="0"/>
                            </a:cubicBezTo>
                            <a:cubicBezTo>
                              <a:pt x="0" y="164"/>
                              <a:pt x="111" y="401"/>
                              <a:pt x="111" y="401"/>
                            </a:cubicBezTo>
                            <a:cubicBezTo>
                              <a:pt x="72" y="214"/>
                              <a:pt x="139" y="91"/>
                              <a:pt x="224" y="1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</p:grpSp>
                <p:grpSp>
                  <p:nvGrpSpPr>
                    <p:cNvPr id="180" name="Gruppieren 179"/>
                    <p:cNvGrpSpPr/>
                    <p:nvPr/>
                  </p:nvGrpSpPr>
                  <p:grpSpPr bwMode="gray">
                    <a:xfrm>
                      <a:off x="6506486" y="584605"/>
                      <a:ext cx="718668" cy="724038"/>
                      <a:chOff x="6169926" y="760218"/>
                      <a:chExt cx="532091" cy="536068"/>
                    </a:xfrm>
                  </p:grpSpPr>
                  <p:sp>
                    <p:nvSpPr>
                      <p:cNvPr id="181" name="Freeform 25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6185743" y="763209"/>
                        <a:ext cx="501009" cy="533077"/>
                      </a:xfrm>
                      <a:custGeom>
                        <a:avLst/>
                        <a:gdLst>
                          <a:gd name="T0" fmla="*/ 860 w 860"/>
                          <a:gd name="T1" fmla="*/ 0 h 915"/>
                          <a:gd name="T2" fmla="*/ 286 w 860"/>
                          <a:gd name="T3" fmla="*/ 714 h 915"/>
                          <a:gd name="T4" fmla="*/ 277 w 860"/>
                          <a:gd name="T5" fmla="*/ 900 h 915"/>
                          <a:gd name="T6" fmla="*/ 304 w 860"/>
                          <a:gd name="T7" fmla="*/ 893 h 915"/>
                          <a:gd name="T8" fmla="*/ 340 w 860"/>
                          <a:gd name="T9" fmla="*/ 741 h 915"/>
                          <a:gd name="T10" fmla="*/ 689 w 860"/>
                          <a:gd name="T11" fmla="*/ 338 h 915"/>
                          <a:gd name="T12" fmla="*/ 860 w 860"/>
                          <a:gd name="T13" fmla="*/ 0 h 91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60" h="915">
                            <a:moveTo>
                              <a:pt x="860" y="0"/>
                            </a:moveTo>
                            <a:cubicBezTo>
                              <a:pt x="0" y="200"/>
                              <a:pt x="218" y="628"/>
                              <a:pt x="286" y="714"/>
                            </a:cubicBezTo>
                            <a:cubicBezTo>
                              <a:pt x="243" y="907"/>
                              <a:pt x="277" y="900"/>
                              <a:pt x="277" y="900"/>
                            </a:cubicBezTo>
                            <a:cubicBezTo>
                              <a:pt x="286" y="915"/>
                              <a:pt x="304" y="893"/>
                              <a:pt x="304" y="893"/>
                            </a:cubicBezTo>
                            <a:cubicBezTo>
                              <a:pt x="313" y="845"/>
                              <a:pt x="321" y="797"/>
                              <a:pt x="340" y="741"/>
                            </a:cubicBezTo>
                            <a:cubicBezTo>
                              <a:pt x="586" y="679"/>
                              <a:pt x="700" y="592"/>
                              <a:pt x="689" y="338"/>
                            </a:cubicBezTo>
                            <a:cubicBezTo>
                              <a:pt x="679" y="81"/>
                              <a:pt x="860" y="0"/>
                              <a:pt x="860" y="0"/>
                            </a:cubicBezTo>
                          </a:path>
                        </a:pathLst>
                      </a:custGeom>
                      <a:solidFill>
                        <a:srgbClr val="0A6433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2" name="Freeform 26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6169926" y="760218"/>
                        <a:ext cx="532091" cy="416150"/>
                      </a:xfrm>
                      <a:custGeom>
                        <a:avLst/>
                        <a:gdLst>
                          <a:gd name="T0" fmla="*/ 913 w 913"/>
                          <a:gd name="T1" fmla="*/ 0 h 714"/>
                          <a:gd name="T2" fmla="*/ 750 w 913"/>
                          <a:gd name="T3" fmla="*/ 326 h 714"/>
                          <a:gd name="T4" fmla="*/ 408 w 913"/>
                          <a:gd name="T5" fmla="*/ 714 h 714"/>
                          <a:gd name="T6" fmla="*/ 913 w 913"/>
                          <a:gd name="T7" fmla="*/ 0 h 71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913" h="714">
                            <a:moveTo>
                              <a:pt x="913" y="0"/>
                            </a:moveTo>
                            <a:cubicBezTo>
                              <a:pt x="913" y="0"/>
                              <a:pt x="744" y="83"/>
                              <a:pt x="750" y="326"/>
                            </a:cubicBezTo>
                            <a:cubicBezTo>
                              <a:pt x="756" y="569"/>
                              <a:pt x="645" y="651"/>
                              <a:pt x="408" y="714"/>
                            </a:cubicBezTo>
                            <a:cubicBezTo>
                              <a:pt x="408" y="714"/>
                              <a:pt x="0" y="278"/>
                              <a:pt x="913" y="0"/>
                            </a:cubicBezTo>
                            <a:close/>
                          </a:path>
                        </a:pathLst>
                      </a:custGeom>
                      <a:solidFill>
                        <a:srgbClr val="7FCA9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3" name="Freeform 27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6356479" y="863110"/>
                        <a:ext cx="176918" cy="318106"/>
                      </a:xfrm>
                      <a:custGeom>
                        <a:avLst/>
                        <a:gdLst>
                          <a:gd name="T0" fmla="*/ 419 w 419"/>
                          <a:gd name="T1" fmla="*/ 0 h 754"/>
                          <a:gd name="T2" fmla="*/ 66 w 419"/>
                          <a:gd name="T3" fmla="*/ 731 h 754"/>
                          <a:gd name="T4" fmla="*/ 48 w 419"/>
                          <a:gd name="T5" fmla="*/ 739 h 754"/>
                          <a:gd name="T6" fmla="*/ 419 w 419"/>
                          <a:gd name="T7" fmla="*/ 0 h 75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419" h="754">
                            <a:moveTo>
                              <a:pt x="419" y="0"/>
                            </a:moveTo>
                            <a:cubicBezTo>
                              <a:pt x="419" y="0"/>
                              <a:pt x="89" y="469"/>
                              <a:pt x="66" y="731"/>
                            </a:cubicBezTo>
                            <a:cubicBezTo>
                              <a:pt x="66" y="731"/>
                              <a:pt x="56" y="754"/>
                              <a:pt x="48" y="739"/>
                            </a:cubicBezTo>
                            <a:cubicBezTo>
                              <a:pt x="48" y="739"/>
                              <a:pt x="0" y="547"/>
                              <a:pt x="4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0A6433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84" name="Freeform 28"/>
                      <p:cNvSpPr>
                        <a:spLocks/>
                      </p:cNvSpPr>
                      <p:nvPr/>
                    </p:nvSpPr>
                    <p:spPr bwMode="gray">
                      <a:xfrm rot="2086332">
                        <a:off x="6301968" y="860330"/>
                        <a:ext cx="130495" cy="233853"/>
                      </a:xfrm>
                      <a:custGeom>
                        <a:avLst/>
                        <a:gdLst>
                          <a:gd name="T0" fmla="*/ 224 w 224"/>
                          <a:gd name="T1" fmla="*/ 13 h 401"/>
                          <a:gd name="T2" fmla="*/ 208 w 224"/>
                          <a:gd name="T3" fmla="*/ 0 h 401"/>
                          <a:gd name="T4" fmla="*/ 111 w 224"/>
                          <a:gd name="T5" fmla="*/ 401 h 401"/>
                          <a:gd name="T6" fmla="*/ 224 w 224"/>
                          <a:gd name="T7" fmla="*/ 13 h 4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224" h="401">
                            <a:moveTo>
                              <a:pt x="224" y="13"/>
                            </a:moveTo>
                            <a:cubicBezTo>
                              <a:pt x="219" y="9"/>
                              <a:pt x="213" y="5"/>
                              <a:pt x="208" y="0"/>
                            </a:cubicBezTo>
                            <a:cubicBezTo>
                              <a:pt x="0" y="164"/>
                              <a:pt x="111" y="401"/>
                              <a:pt x="111" y="401"/>
                            </a:cubicBezTo>
                            <a:cubicBezTo>
                              <a:pt x="72" y="214"/>
                              <a:pt x="139" y="91"/>
                              <a:pt x="224" y="1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/>
                      </a:p>
                    </p:txBody>
                  </p:sp>
                </p:grpSp>
              </p:grpSp>
              <p:sp>
                <p:nvSpPr>
                  <p:cNvPr id="178" name="Rechteck 177"/>
                  <p:cNvSpPr/>
                  <p:nvPr/>
                </p:nvSpPr>
                <p:spPr bwMode="gray">
                  <a:xfrm>
                    <a:off x="6169653" y="1425982"/>
                    <a:ext cx="1742319" cy="857817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t">
                    <a:noAutofit/>
                  </a:bodyPr>
                  <a:lstStyle/>
                  <a:p>
                    <a:r>
                      <a:rPr lang="en-US" sz="2400" dirty="0">
                        <a:solidFill>
                          <a:srgbClr val="0A6433"/>
                        </a:solidFill>
                      </a:rPr>
                      <a:t>Step</a:t>
                    </a:r>
                    <a:r>
                      <a:rPr lang="en-US" sz="2400" b="1" dirty="0">
                        <a:solidFill>
                          <a:srgbClr val="0A6433"/>
                        </a:solidFill>
                      </a:rPr>
                      <a:t> B</a:t>
                    </a:r>
                    <a:endParaRPr lang="en-US" sz="2400" b="1" dirty="0" smtClean="0">
                      <a:solidFill>
                        <a:srgbClr val="0A6433"/>
                      </a:solidFill>
                    </a:endParaRPr>
                  </a:p>
                  <a:p>
                    <a:pPr lvl="0"/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32AA50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32AA50"/>
                      </a:solidFill>
                    </a:endParaRPr>
                  </a:p>
                </p:txBody>
              </p:sp>
            </p:grpSp>
            <p:grpSp>
              <p:nvGrpSpPr>
                <p:cNvPr id="143" name="Gruppieren 142"/>
                <p:cNvGrpSpPr/>
                <p:nvPr/>
              </p:nvGrpSpPr>
              <p:grpSpPr bwMode="gray">
                <a:xfrm>
                  <a:off x="3186023" y="174557"/>
                  <a:ext cx="1306909" cy="1538514"/>
                  <a:chOff x="4247476" y="232714"/>
                  <a:chExt cx="1742319" cy="2051085"/>
                </a:xfrm>
              </p:grpSpPr>
              <p:grpSp>
                <p:nvGrpSpPr>
                  <p:cNvPr id="171" name="Gruppieren 170"/>
                  <p:cNvGrpSpPr/>
                  <p:nvPr/>
                </p:nvGrpSpPr>
                <p:grpSpPr bwMode="gray">
                  <a:xfrm>
                    <a:off x="4338000" y="232714"/>
                    <a:ext cx="1031884" cy="1039597"/>
                    <a:chOff x="4477497" y="405315"/>
                    <a:chExt cx="1031884" cy="1039597"/>
                  </a:xfrm>
                </p:grpSpPr>
                <p:sp>
                  <p:nvSpPr>
                    <p:cNvPr id="173" name="Freeform 25"/>
                    <p:cNvSpPr>
                      <a:spLocks/>
                    </p:cNvSpPr>
                    <p:nvPr/>
                  </p:nvSpPr>
                  <p:spPr bwMode="gray">
                    <a:xfrm rot="2086332">
                      <a:off x="4508171" y="411116"/>
                      <a:ext cx="971607" cy="1033796"/>
                    </a:xfrm>
                    <a:custGeom>
                      <a:avLst/>
                      <a:gdLst>
                        <a:gd name="T0" fmla="*/ 860 w 860"/>
                        <a:gd name="T1" fmla="*/ 0 h 915"/>
                        <a:gd name="T2" fmla="*/ 286 w 860"/>
                        <a:gd name="T3" fmla="*/ 714 h 915"/>
                        <a:gd name="T4" fmla="*/ 277 w 860"/>
                        <a:gd name="T5" fmla="*/ 900 h 915"/>
                        <a:gd name="T6" fmla="*/ 304 w 860"/>
                        <a:gd name="T7" fmla="*/ 893 h 915"/>
                        <a:gd name="T8" fmla="*/ 340 w 860"/>
                        <a:gd name="T9" fmla="*/ 741 h 915"/>
                        <a:gd name="T10" fmla="*/ 689 w 860"/>
                        <a:gd name="T11" fmla="*/ 338 h 915"/>
                        <a:gd name="T12" fmla="*/ 860 w 860"/>
                        <a:gd name="T13" fmla="*/ 0 h 9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860" h="915">
                          <a:moveTo>
                            <a:pt x="860" y="0"/>
                          </a:moveTo>
                          <a:cubicBezTo>
                            <a:pt x="0" y="200"/>
                            <a:pt x="218" y="628"/>
                            <a:pt x="286" y="714"/>
                          </a:cubicBezTo>
                          <a:cubicBezTo>
                            <a:pt x="243" y="907"/>
                            <a:pt x="277" y="900"/>
                            <a:pt x="277" y="900"/>
                          </a:cubicBezTo>
                          <a:cubicBezTo>
                            <a:pt x="286" y="915"/>
                            <a:pt x="304" y="893"/>
                            <a:pt x="304" y="893"/>
                          </a:cubicBezTo>
                          <a:cubicBezTo>
                            <a:pt x="313" y="845"/>
                            <a:pt x="321" y="797"/>
                            <a:pt x="340" y="741"/>
                          </a:cubicBezTo>
                          <a:cubicBezTo>
                            <a:pt x="586" y="679"/>
                            <a:pt x="700" y="592"/>
                            <a:pt x="689" y="338"/>
                          </a:cubicBezTo>
                          <a:cubicBezTo>
                            <a:pt x="679" y="81"/>
                            <a:pt x="860" y="0"/>
                            <a:pt x="860" y="0"/>
                          </a:cubicBezTo>
                        </a:path>
                      </a:pathLst>
                    </a:custGeom>
                    <a:solidFill>
                      <a:srgbClr val="0A64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4" name="Freeform 26"/>
                    <p:cNvSpPr>
                      <a:spLocks/>
                    </p:cNvSpPr>
                    <p:nvPr/>
                  </p:nvSpPr>
                  <p:spPr bwMode="gray">
                    <a:xfrm rot="2086332">
                      <a:off x="4477497" y="405315"/>
                      <a:ext cx="1031884" cy="807040"/>
                    </a:xfrm>
                    <a:custGeom>
                      <a:avLst/>
                      <a:gdLst>
                        <a:gd name="T0" fmla="*/ 913 w 913"/>
                        <a:gd name="T1" fmla="*/ 0 h 714"/>
                        <a:gd name="T2" fmla="*/ 750 w 913"/>
                        <a:gd name="T3" fmla="*/ 326 h 714"/>
                        <a:gd name="T4" fmla="*/ 408 w 913"/>
                        <a:gd name="T5" fmla="*/ 714 h 714"/>
                        <a:gd name="T6" fmla="*/ 913 w 913"/>
                        <a:gd name="T7" fmla="*/ 0 h 71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913" h="714">
                          <a:moveTo>
                            <a:pt x="913" y="0"/>
                          </a:moveTo>
                          <a:cubicBezTo>
                            <a:pt x="913" y="0"/>
                            <a:pt x="744" y="83"/>
                            <a:pt x="750" y="326"/>
                          </a:cubicBezTo>
                          <a:cubicBezTo>
                            <a:pt x="756" y="569"/>
                            <a:pt x="645" y="651"/>
                            <a:pt x="408" y="714"/>
                          </a:cubicBezTo>
                          <a:cubicBezTo>
                            <a:pt x="408" y="714"/>
                            <a:pt x="0" y="278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7FCA9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" name="Freeform 27"/>
                    <p:cNvSpPr>
                      <a:spLocks/>
                    </p:cNvSpPr>
                    <p:nvPr/>
                  </p:nvSpPr>
                  <p:spPr bwMode="gray">
                    <a:xfrm rot="2086332">
                      <a:off x="4839279" y="604853"/>
                      <a:ext cx="343097" cy="616903"/>
                    </a:xfrm>
                    <a:custGeom>
                      <a:avLst/>
                      <a:gdLst>
                        <a:gd name="T0" fmla="*/ 419 w 419"/>
                        <a:gd name="T1" fmla="*/ 0 h 754"/>
                        <a:gd name="T2" fmla="*/ 66 w 419"/>
                        <a:gd name="T3" fmla="*/ 731 h 754"/>
                        <a:gd name="T4" fmla="*/ 48 w 419"/>
                        <a:gd name="T5" fmla="*/ 739 h 754"/>
                        <a:gd name="T6" fmla="*/ 419 w 419"/>
                        <a:gd name="T7" fmla="*/ 0 h 75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419" h="754">
                          <a:moveTo>
                            <a:pt x="419" y="0"/>
                          </a:moveTo>
                          <a:cubicBezTo>
                            <a:pt x="419" y="0"/>
                            <a:pt x="89" y="469"/>
                            <a:pt x="66" y="731"/>
                          </a:cubicBezTo>
                          <a:cubicBezTo>
                            <a:pt x="66" y="731"/>
                            <a:pt x="56" y="754"/>
                            <a:pt x="48" y="739"/>
                          </a:cubicBezTo>
                          <a:cubicBezTo>
                            <a:pt x="48" y="739"/>
                            <a:pt x="0" y="547"/>
                            <a:pt x="419" y="0"/>
                          </a:cubicBezTo>
                          <a:close/>
                        </a:path>
                      </a:pathLst>
                    </a:custGeom>
                    <a:solidFill>
                      <a:srgbClr val="0A64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" name="Freeform 28"/>
                    <p:cNvSpPr>
                      <a:spLocks/>
                    </p:cNvSpPr>
                    <p:nvPr/>
                  </p:nvSpPr>
                  <p:spPr bwMode="gray">
                    <a:xfrm rot="2086332">
                      <a:off x="4733566" y="599462"/>
                      <a:ext cx="253068" cy="453512"/>
                    </a:xfrm>
                    <a:custGeom>
                      <a:avLst/>
                      <a:gdLst>
                        <a:gd name="T0" fmla="*/ 224 w 224"/>
                        <a:gd name="T1" fmla="*/ 13 h 401"/>
                        <a:gd name="T2" fmla="*/ 208 w 224"/>
                        <a:gd name="T3" fmla="*/ 0 h 401"/>
                        <a:gd name="T4" fmla="*/ 111 w 224"/>
                        <a:gd name="T5" fmla="*/ 401 h 401"/>
                        <a:gd name="T6" fmla="*/ 224 w 224"/>
                        <a:gd name="T7" fmla="*/ 13 h 40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224" h="401">
                          <a:moveTo>
                            <a:pt x="224" y="13"/>
                          </a:moveTo>
                          <a:cubicBezTo>
                            <a:pt x="219" y="9"/>
                            <a:pt x="213" y="5"/>
                            <a:pt x="208" y="0"/>
                          </a:cubicBezTo>
                          <a:cubicBezTo>
                            <a:pt x="0" y="164"/>
                            <a:pt x="111" y="401"/>
                            <a:pt x="111" y="401"/>
                          </a:cubicBezTo>
                          <a:cubicBezTo>
                            <a:pt x="72" y="214"/>
                            <a:pt x="139" y="91"/>
                            <a:pt x="224" y="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72" name="Rechteck 171"/>
                  <p:cNvSpPr/>
                  <p:nvPr/>
                </p:nvSpPr>
                <p:spPr bwMode="gray">
                  <a:xfrm>
                    <a:off x="4247476" y="1425982"/>
                    <a:ext cx="1742319" cy="857817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t">
                    <a:noAutofit/>
                  </a:bodyPr>
                  <a:lstStyle/>
                  <a:p>
                    <a:r>
                      <a:rPr lang="en-US" sz="2400" dirty="0">
                        <a:solidFill>
                          <a:srgbClr val="0A6433"/>
                        </a:solidFill>
                      </a:rPr>
                      <a:t>Step</a:t>
                    </a:r>
                    <a:r>
                      <a:rPr lang="en-US" sz="2400" b="1" dirty="0">
                        <a:solidFill>
                          <a:srgbClr val="0A6433"/>
                        </a:solidFill>
                      </a:rPr>
                      <a:t> </a:t>
                    </a:r>
                    <a:r>
                      <a:rPr lang="en-US" sz="2400" b="1" dirty="0" smtClean="0">
                        <a:solidFill>
                          <a:srgbClr val="0A6433"/>
                        </a:solidFill>
                      </a:rPr>
                      <a:t>A</a:t>
                    </a:r>
                  </a:p>
                  <a:p>
                    <a:pPr lvl="0"/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32AA50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32AA50"/>
                      </a:solidFill>
                    </a:endParaRPr>
                  </a:p>
                </p:txBody>
              </p:sp>
            </p:grpSp>
            <p:grpSp>
              <p:nvGrpSpPr>
                <p:cNvPr id="146" name="Gruppieren 145"/>
                <p:cNvGrpSpPr/>
                <p:nvPr/>
              </p:nvGrpSpPr>
              <p:grpSpPr bwMode="gray">
                <a:xfrm>
                  <a:off x="6069666" y="223810"/>
                  <a:ext cx="1306909" cy="1489261"/>
                  <a:chOff x="8091832" y="298376"/>
                  <a:chExt cx="1742319" cy="1985423"/>
                </a:xfrm>
              </p:grpSpPr>
              <p:sp>
                <p:nvSpPr>
                  <p:cNvPr id="147" name="Rechteck 146"/>
                  <p:cNvSpPr/>
                  <p:nvPr/>
                </p:nvSpPr>
                <p:spPr bwMode="gray">
                  <a:xfrm>
                    <a:off x="8091832" y="1425982"/>
                    <a:ext cx="1742319" cy="857817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t">
                    <a:noAutofit/>
                  </a:bodyPr>
                  <a:lstStyle/>
                  <a:p>
                    <a:r>
                      <a:rPr lang="en-US" sz="2400" dirty="0">
                        <a:solidFill>
                          <a:srgbClr val="0A6433"/>
                        </a:solidFill>
                      </a:rPr>
                      <a:t>Step</a:t>
                    </a:r>
                    <a:r>
                      <a:rPr lang="en-US" sz="2400" b="1" dirty="0">
                        <a:solidFill>
                          <a:srgbClr val="0A6433"/>
                        </a:solidFill>
                      </a:rPr>
                      <a:t> </a:t>
                    </a:r>
                    <a:r>
                      <a:rPr lang="en-US" sz="2400" b="1" dirty="0" smtClean="0">
                        <a:solidFill>
                          <a:srgbClr val="0A6433"/>
                        </a:solidFill>
                      </a:rPr>
                      <a:t>C</a:t>
                    </a:r>
                  </a:p>
                  <a:p>
                    <a:pPr lvl="0"/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32AA50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32AA50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32AA50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32AA50"/>
                      </a:solidFill>
                    </a:endParaRPr>
                  </a:p>
                </p:txBody>
              </p:sp>
              <p:grpSp>
                <p:nvGrpSpPr>
                  <p:cNvPr id="148" name="Gruppieren 147"/>
                  <p:cNvGrpSpPr/>
                  <p:nvPr/>
                </p:nvGrpSpPr>
                <p:grpSpPr bwMode="gray">
                  <a:xfrm>
                    <a:off x="8091832" y="298376"/>
                    <a:ext cx="1128410" cy="1010267"/>
                    <a:chOff x="8091832" y="349741"/>
                    <a:chExt cx="1128410" cy="1010267"/>
                  </a:xfrm>
                </p:grpSpPr>
                <p:grpSp>
                  <p:nvGrpSpPr>
                    <p:cNvPr id="149" name="Gruppieren 148"/>
                    <p:cNvGrpSpPr/>
                    <p:nvPr/>
                  </p:nvGrpSpPr>
                  <p:grpSpPr bwMode="gray">
                    <a:xfrm>
                      <a:off x="8091832" y="349741"/>
                      <a:ext cx="1128410" cy="536068"/>
                      <a:chOff x="8214021" y="503889"/>
                      <a:chExt cx="1128410" cy="536068"/>
                    </a:xfrm>
                  </p:grpSpPr>
                  <p:grpSp>
                    <p:nvGrpSpPr>
                      <p:cNvPr id="161" name="Gruppieren 160"/>
                      <p:cNvGrpSpPr/>
                      <p:nvPr/>
                    </p:nvGrpSpPr>
                    <p:grpSpPr bwMode="gray">
                      <a:xfrm>
                        <a:off x="8810340" y="503889"/>
                        <a:ext cx="532091" cy="536068"/>
                        <a:chOff x="7362563" y="760218"/>
                        <a:chExt cx="532091" cy="536068"/>
                      </a:xfrm>
                    </p:grpSpPr>
                    <p:sp>
                      <p:nvSpPr>
                        <p:cNvPr id="167" name="Freeform 25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378380" y="763209"/>
                          <a:ext cx="501009" cy="533077"/>
                        </a:xfrm>
                        <a:custGeom>
                          <a:avLst/>
                          <a:gdLst>
                            <a:gd name="T0" fmla="*/ 860 w 860"/>
                            <a:gd name="T1" fmla="*/ 0 h 915"/>
                            <a:gd name="T2" fmla="*/ 286 w 860"/>
                            <a:gd name="T3" fmla="*/ 714 h 915"/>
                            <a:gd name="T4" fmla="*/ 277 w 860"/>
                            <a:gd name="T5" fmla="*/ 900 h 915"/>
                            <a:gd name="T6" fmla="*/ 304 w 860"/>
                            <a:gd name="T7" fmla="*/ 893 h 915"/>
                            <a:gd name="T8" fmla="*/ 340 w 860"/>
                            <a:gd name="T9" fmla="*/ 741 h 915"/>
                            <a:gd name="T10" fmla="*/ 689 w 860"/>
                            <a:gd name="T11" fmla="*/ 338 h 915"/>
                            <a:gd name="T12" fmla="*/ 860 w 860"/>
                            <a:gd name="T13" fmla="*/ 0 h 91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860" h="915">
                              <a:moveTo>
                                <a:pt x="860" y="0"/>
                              </a:moveTo>
                              <a:cubicBezTo>
                                <a:pt x="0" y="200"/>
                                <a:pt x="218" y="628"/>
                                <a:pt x="286" y="714"/>
                              </a:cubicBezTo>
                              <a:cubicBezTo>
                                <a:pt x="243" y="907"/>
                                <a:pt x="277" y="900"/>
                                <a:pt x="277" y="900"/>
                              </a:cubicBezTo>
                              <a:cubicBezTo>
                                <a:pt x="286" y="915"/>
                                <a:pt x="304" y="893"/>
                                <a:pt x="304" y="893"/>
                              </a:cubicBezTo>
                              <a:cubicBezTo>
                                <a:pt x="313" y="845"/>
                                <a:pt x="321" y="797"/>
                                <a:pt x="340" y="741"/>
                              </a:cubicBezTo>
                              <a:cubicBezTo>
                                <a:pt x="586" y="679"/>
                                <a:pt x="700" y="592"/>
                                <a:pt x="689" y="338"/>
                              </a:cubicBezTo>
                              <a:cubicBezTo>
                                <a:pt x="679" y="81"/>
                                <a:pt x="860" y="0"/>
                                <a:pt x="860" y="0"/>
                              </a:cubicBezTo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8" name="Freeform 26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362563" y="760218"/>
                          <a:ext cx="532091" cy="416150"/>
                        </a:xfrm>
                        <a:custGeom>
                          <a:avLst/>
                          <a:gdLst>
                            <a:gd name="T0" fmla="*/ 913 w 913"/>
                            <a:gd name="T1" fmla="*/ 0 h 714"/>
                            <a:gd name="T2" fmla="*/ 750 w 913"/>
                            <a:gd name="T3" fmla="*/ 326 h 714"/>
                            <a:gd name="T4" fmla="*/ 408 w 913"/>
                            <a:gd name="T5" fmla="*/ 714 h 714"/>
                            <a:gd name="T6" fmla="*/ 913 w 913"/>
                            <a:gd name="T7" fmla="*/ 0 h 71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913" h="714">
                              <a:moveTo>
                                <a:pt x="913" y="0"/>
                              </a:moveTo>
                              <a:cubicBezTo>
                                <a:pt x="913" y="0"/>
                                <a:pt x="744" y="83"/>
                                <a:pt x="750" y="326"/>
                              </a:cubicBezTo>
                              <a:cubicBezTo>
                                <a:pt x="756" y="569"/>
                                <a:pt x="645" y="651"/>
                                <a:pt x="408" y="714"/>
                              </a:cubicBezTo>
                              <a:cubicBezTo>
                                <a:pt x="408" y="714"/>
                                <a:pt x="0" y="278"/>
                                <a:pt x="91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CA9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9" name="Freeform 27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549116" y="863110"/>
                          <a:ext cx="176918" cy="318106"/>
                        </a:xfrm>
                        <a:custGeom>
                          <a:avLst/>
                          <a:gdLst>
                            <a:gd name="T0" fmla="*/ 419 w 419"/>
                            <a:gd name="T1" fmla="*/ 0 h 754"/>
                            <a:gd name="T2" fmla="*/ 66 w 419"/>
                            <a:gd name="T3" fmla="*/ 731 h 754"/>
                            <a:gd name="T4" fmla="*/ 48 w 419"/>
                            <a:gd name="T5" fmla="*/ 739 h 754"/>
                            <a:gd name="T6" fmla="*/ 419 w 419"/>
                            <a:gd name="T7" fmla="*/ 0 h 75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419" h="754">
                              <a:moveTo>
                                <a:pt x="419" y="0"/>
                              </a:moveTo>
                              <a:cubicBezTo>
                                <a:pt x="419" y="0"/>
                                <a:pt x="89" y="469"/>
                                <a:pt x="66" y="731"/>
                              </a:cubicBezTo>
                              <a:cubicBezTo>
                                <a:pt x="66" y="731"/>
                                <a:pt x="56" y="754"/>
                                <a:pt x="48" y="739"/>
                              </a:cubicBezTo>
                              <a:cubicBezTo>
                                <a:pt x="48" y="739"/>
                                <a:pt x="0" y="547"/>
                                <a:pt x="41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70" name="Freeform 28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494605" y="860330"/>
                          <a:ext cx="130495" cy="233853"/>
                        </a:xfrm>
                        <a:custGeom>
                          <a:avLst/>
                          <a:gdLst>
                            <a:gd name="T0" fmla="*/ 224 w 224"/>
                            <a:gd name="T1" fmla="*/ 13 h 401"/>
                            <a:gd name="T2" fmla="*/ 208 w 224"/>
                            <a:gd name="T3" fmla="*/ 0 h 401"/>
                            <a:gd name="T4" fmla="*/ 111 w 224"/>
                            <a:gd name="T5" fmla="*/ 401 h 401"/>
                            <a:gd name="T6" fmla="*/ 224 w 224"/>
                            <a:gd name="T7" fmla="*/ 13 h 4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224" h="401">
                              <a:moveTo>
                                <a:pt x="224" y="13"/>
                              </a:moveTo>
                              <a:cubicBezTo>
                                <a:pt x="219" y="9"/>
                                <a:pt x="213" y="5"/>
                                <a:pt x="208" y="0"/>
                              </a:cubicBezTo>
                              <a:cubicBezTo>
                                <a:pt x="0" y="164"/>
                                <a:pt x="111" y="401"/>
                                <a:pt x="111" y="401"/>
                              </a:cubicBezTo>
                              <a:cubicBezTo>
                                <a:pt x="72" y="214"/>
                                <a:pt x="139" y="91"/>
                                <a:pt x="224" y="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</p:grpSp>
                  <p:grpSp>
                    <p:nvGrpSpPr>
                      <p:cNvPr id="162" name="Gruppieren 161"/>
                      <p:cNvGrpSpPr/>
                      <p:nvPr/>
                    </p:nvGrpSpPr>
                    <p:grpSpPr bwMode="gray">
                      <a:xfrm>
                        <a:off x="8214021" y="503889"/>
                        <a:ext cx="532091" cy="536068"/>
                        <a:chOff x="6766244" y="760218"/>
                        <a:chExt cx="532091" cy="536068"/>
                      </a:xfrm>
                    </p:grpSpPr>
                    <p:sp>
                      <p:nvSpPr>
                        <p:cNvPr id="163" name="Freeform 25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782061" y="763209"/>
                          <a:ext cx="501009" cy="533077"/>
                        </a:xfrm>
                        <a:custGeom>
                          <a:avLst/>
                          <a:gdLst>
                            <a:gd name="T0" fmla="*/ 860 w 860"/>
                            <a:gd name="T1" fmla="*/ 0 h 915"/>
                            <a:gd name="T2" fmla="*/ 286 w 860"/>
                            <a:gd name="T3" fmla="*/ 714 h 915"/>
                            <a:gd name="T4" fmla="*/ 277 w 860"/>
                            <a:gd name="T5" fmla="*/ 900 h 915"/>
                            <a:gd name="T6" fmla="*/ 304 w 860"/>
                            <a:gd name="T7" fmla="*/ 893 h 915"/>
                            <a:gd name="T8" fmla="*/ 340 w 860"/>
                            <a:gd name="T9" fmla="*/ 741 h 915"/>
                            <a:gd name="T10" fmla="*/ 689 w 860"/>
                            <a:gd name="T11" fmla="*/ 338 h 915"/>
                            <a:gd name="T12" fmla="*/ 860 w 860"/>
                            <a:gd name="T13" fmla="*/ 0 h 91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860" h="915">
                              <a:moveTo>
                                <a:pt x="860" y="0"/>
                              </a:moveTo>
                              <a:cubicBezTo>
                                <a:pt x="0" y="200"/>
                                <a:pt x="218" y="628"/>
                                <a:pt x="286" y="714"/>
                              </a:cubicBezTo>
                              <a:cubicBezTo>
                                <a:pt x="243" y="907"/>
                                <a:pt x="277" y="900"/>
                                <a:pt x="277" y="900"/>
                              </a:cubicBezTo>
                              <a:cubicBezTo>
                                <a:pt x="286" y="915"/>
                                <a:pt x="304" y="893"/>
                                <a:pt x="304" y="893"/>
                              </a:cubicBezTo>
                              <a:cubicBezTo>
                                <a:pt x="313" y="845"/>
                                <a:pt x="321" y="797"/>
                                <a:pt x="340" y="741"/>
                              </a:cubicBezTo>
                              <a:cubicBezTo>
                                <a:pt x="586" y="679"/>
                                <a:pt x="700" y="592"/>
                                <a:pt x="689" y="338"/>
                              </a:cubicBezTo>
                              <a:cubicBezTo>
                                <a:pt x="679" y="81"/>
                                <a:pt x="860" y="0"/>
                                <a:pt x="860" y="0"/>
                              </a:cubicBezTo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4" name="Freeform 26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766244" y="760218"/>
                          <a:ext cx="532091" cy="416150"/>
                        </a:xfrm>
                        <a:custGeom>
                          <a:avLst/>
                          <a:gdLst>
                            <a:gd name="T0" fmla="*/ 913 w 913"/>
                            <a:gd name="T1" fmla="*/ 0 h 714"/>
                            <a:gd name="T2" fmla="*/ 750 w 913"/>
                            <a:gd name="T3" fmla="*/ 326 h 714"/>
                            <a:gd name="T4" fmla="*/ 408 w 913"/>
                            <a:gd name="T5" fmla="*/ 714 h 714"/>
                            <a:gd name="T6" fmla="*/ 913 w 913"/>
                            <a:gd name="T7" fmla="*/ 0 h 71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913" h="714">
                              <a:moveTo>
                                <a:pt x="913" y="0"/>
                              </a:moveTo>
                              <a:cubicBezTo>
                                <a:pt x="913" y="0"/>
                                <a:pt x="744" y="83"/>
                                <a:pt x="750" y="326"/>
                              </a:cubicBezTo>
                              <a:cubicBezTo>
                                <a:pt x="756" y="569"/>
                                <a:pt x="645" y="651"/>
                                <a:pt x="408" y="714"/>
                              </a:cubicBezTo>
                              <a:cubicBezTo>
                                <a:pt x="408" y="714"/>
                                <a:pt x="0" y="278"/>
                                <a:pt x="91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CA9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5" name="Freeform 27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952797" y="863110"/>
                          <a:ext cx="176918" cy="318106"/>
                        </a:xfrm>
                        <a:custGeom>
                          <a:avLst/>
                          <a:gdLst>
                            <a:gd name="T0" fmla="*/ 419 w 419"/>
                            <a:gd name="T1" fmla="*/ 0 h 754"/>
                            <a:gd name="T2" fmla="*/ 66 w 419"/>
                            <a:gd name="T3" fmla="*/ 731 h 754"/>
                            <a:gd name="T4" fmla="*/ 48 w 419"/>
                            <a:gd name="T5" fmla="*/ 739 h 754"/>
                            <a:gd name="T6" fmla="*/ 419 w 419"/>
                            <a:gd name="T7" fmla="*/ 0 h 75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419" h="754">
                              <a:moveTo>
                                <a:pt x="419" y="0"/>
                              </a:moveTo>
                              <a:cubicBezTo>
                                <a:pt x="419" y="0"/>
                                <a:pt x="89" y="469"/>
                                <a:pt x="66" y="731"/>
                              </a:cubicBezTo>
                              <a:cubicBezTo>
                                <a:pt x="66" y="731"/>
                                <a:pt x="56" y="754"/>
                                <a:pt x="48" y="739"/>
                              </a:cubicBezTo>
                              <a:cubicBezTo>
                                <a:pt x="48" y="739"/>
                                <a:pt x="0" y="547"/>
                                <a:pt x="41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6" name="Freeform 28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898286" y="860330"/>
                          <a:ext cx="130495" cy="233853"/>
                        </a:xfrm>
                        <a:custGeom>
                          <a:avLst/>
                          <a:gdLst>
                            <a:gd name="T0" fmla="*/ 224 w 224"/>
                            <a:gd name="T1" fmla="*/ 13 h 401"/>
                            <a:gd name="T2" fmla="*/ 208 w 224"/>
                            <a:gd name="T3" fmla="*/ 0 h 401"/>
                            <a:gd name="T4" fmla="*/ 111 w 224"/>
                            <a:gd name="T5" fmla="*/ 401 h 401"/>
                            <a:gd name="T6" fmla="*/ 224 w 224"/>
                            <a:gd name="T7" fmla="*/ 13 h 4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224" h="401">
                              <a:moveTo>
                                <a:pt x="224" y="13"/>
                              </a:moveTo>
                              <a:cubicBezTo>
                                <a:pt x="219" y="9"/>
                                <a:pt x="213" y="5"/>
                                <a:pt x="208" y="0"/>
                              </a:cubicBezTo>
                              <a:cubicBezTo>
                                <a:pt x="0" y="164"/>
                                <a:pt x="111" y="401"/>
                                <a:pt x="111" y="401"/>
                              </a:cubicBezTo>
                              <a:cubicBezTo>
                                <a:pt x="72" y="214"/>
                                <a:pt x="139" y="91"/>
                                <a:pt x="224" y="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50" name="Gruppieren 149"/>
                    <p:cNvGrpSpPr/>
                    <p:nvPr/>
                  </p:nvGrpSpPr>
                  <p:grpSpPr bwMode="gray">
                    <a:xfrm>
                      <a:off x="8091832" y="823940"/>
                      <a:ext cx="1128410" cy="536068"/>
                      <a:chOff x="8214021" y="503889"/>
                      <a:chExt cx="1128410" cy="536068"/>
                    </a:xfrm>
                  </p:grpSpPr>
                  <p:grpSp>
                    <p:nvGrpSpPr>
                      <p:cNvPr id="151" name="Gruppieren 150"/>
                      <p:cNvGrpSpPr/>
                      <p:nvPr/>
                    </p:nvGrpSpPr>
                    <p:grpSpPr bwMode="gray">
                      <a:xfrm>
                        <a:off x="8810340" y="503889"/>
                        <a:ext cx="532091" cy="536068"/>
                        <a:chOff x="7362563" y="760218"/>
                        <a:chExt cx="532091" cy="536068"/>
                      </a:xfrm>
                    </p:grpSpPr>
                    <p:sp>
                      <p:nvSpPr>
                        <p:cNvPr id="157" name="Freeform 25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378380" y="763209"/>
                          <a:ext cx="501009" cy="533077"/>
                        </a:xfrm>
                        <a:custGeom>
                          <a:avLst/>
                          <a:gdLst>
                            <a:gd name="T0" fmla="*/ 860 w 860"/>
                            <a:gd name="T1" fmla="*/ 0 h 915"/>
                            <a:gd name="T2" fmla="*/ 286 w 860"/>
                            <a:gd name="T3" fmla="*/ 714 h 915"/>
                            <a:gd name="T4" fmla="*/ 277 w 860"/>
                            <a:gd name="T5" fmla="*/ 900 h 915"/>
                            <a:gd name="T6" fmla="*/ 304 w 860"/>
                            <a:gd name="T7" fmla="*/ 893 h 915"/>
                            <a:gd name="T8" fmla="*/ 340 w 860"/>
                            <a:gd name="T9" fmla="*/ 741 h 915"/>
                            <a:gd name="T10" fmla="*/ 689 w 860"/>
                            <a:gd name="T11" fmla="*/ 338 h 915"/>
                            <a:gd name="T12" fmla="*/ 860 w 860"/>
                            <a:gd name="T13" fmla="*/ 0 h 91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860" h="915">
                              <a:moveTo>
                                <a:pt x="860" y="0"/>
                              </a:moveTo>
                              <a:cubicBezTo>
                                <a:pt x="0" y="200"/>
                                <a:pt x="218" y="628"/>
                                <a:pt x="286" y="714"/>
                              </a:cubicBezTo>
                              <a:cubicBezTo>
                                <a:pt x="243" y="907"/>
                                <a:pt x="277" y="900"/>
                                <a:pt x="277" y="900"/>
                              </a:cubicBezTo>
                              <a:cubicBezTo>
                                <a:pt x="286" y="915"/>
                                <a:pt x="304" y="893"/>
                                <a:pt x="304" y="893"/>
                              </a:cubicBezTo>
                              <a:cubicBezTo>
                                <a:pt x="313" y="845"/>
                                <a:pt x="321" y="797"/>
                                <a:pt x="340" y="741"/>
                              </a:cubicBezTo>
                              <a:cubicBezTo>
                                <a:pt x="586" y="679"/>
                                <a:pt x="700" y="592"/>
                                <a:pt x="689" y="338"/>
                              </a:cubicBezTo>
                              <a:cubicBezTo>
                                <a:pt x="679" y="81"/>
                                <a:pt x="860" y="0"/>
                                <a:pt x="860" y="0"/>
                              </a:cubicBezTo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8" name="Freeform 26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362563" y="760218"/>
                          <a:ext cx="532091" cy="416150"/>
                        </a:xfrm>
                        <a:custGeom>
                          <a:avLst/>
                          <a:gdLst>
                            <a:gd name="T0" fmla="*/ 913 w 913"/>
                            <a:gd name="T1" fmla="*/ 0 h 714"/>
                            <a:gd name="T2" fmla="*/ 750 w 913"/>
                            <a:gd name="T3" fmla="*/ 326 h 714"/>
                            <a:gd name="T4" fmla="*/ 408 w 913"/>
                            <a:gd name="T5" fmla="*/ 714 h 714"/>
                            <a:gd name="T6" fmla="*/ 913 w 913"/>
                            <a:gd name="T7" fmla="*/ 0 h 71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913" h="714">
                              <a:moveTo>
                                <a:pt x="913" y="0"/>
                              </a:moveTo>
                              <a:cubicBezTo>
                                <a:pt x="913" y="0"/>
                                <a:pt x="744" y="83"/>
                                <a:pt x="750" y="326"/>
                              </a:cubicBezTo>
                              <a:cubicBezTo>
                                <a:pt x="756" y="569"/>
                                <a:pt x="645" y="651"/>
                                <a:pt x="408" y="714"/>
                              </a:cubicBezTo>
                              <a:cubicBezTo>
                                <a:pt x="408" y="714"/>
                                <a:pt x="0" y="278"/>
                                <a:pt x="91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CA9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9" name="Freeform 27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549116" y="863110"/>
                          <a:ext cx="176918" cy="318106"/>
                        </a:xfrm>
                        <a:custGeom>
                          <a:avLst/>
                          <a:gdLst>
                            <a:gd name="T0" fmla="*/ 419 w 419"/>
                            <a:gd name="T1" fmla="*/ 0 h 754"/>
                            <a:gd name="T2" fmla="*/ 66 w 419"/>
                            <a:gd name="T3" fmla="*/ 731 h 754"/>
                            <a:gd name="T4" fmla="*/ 48 w 419"/>
                            <a:gd name="T5" fmla="*/ 739 h 754"/>
                            <a:gd name="T6" fmla="*/ 419 w 419"/>
                            <a:gd name="T7" fmla="*/ 0 h 75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419" h="754">
                              <a:moveTo>
                                <a:pt x="419" y="0"/>
                              </a:moveTo>
                              <a:cubicBezTo>
                                <a:pt x="419" y="0"/>
                                <a:pt x="89" y="469"/>
                                <a:pt x="66" y="731"/>
                              </a:cubicBezTo>
                              <a:cubicBezTo>
                                <a:pt x="66" y="731"/>
                                <a:pt x="56" y="754"/>
                                <a:pt x="48" y="739"/>
                              </a:cubicBezTo>
                              <a:cubicBezTo>
                                <a:pt x="48" y="739"/>
                                <a:pt x="0" y="547"/>
                                <a:pt x="41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60" name="Freeform 28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7494605" y="860330"/>
                          <a:ext cx="130495" cy="233853"/>
                        </a:xfrm>
                        <a:custGeom>
                          <a:avLst/>
                          <a:gdLst>
                            <a:gd name="T0" fmla="*/ 224 w 224"/>
                            <a:gd name="T1" fmla="*/ 13 h 401"/>
                            <a:gd name="T2" fmla="*/ 208 w 224"/>
                            <a:gd name="T3" fmla="*/ 0 h 401"/>
                            <a:gd name="T4" fmla="*/ 111 w 224"/>
                            <a:gd name="T5" fmla="*/ 401 h 401"/>
                            <a:gd name="T6" fmla="*/ 224 w 224"/>
                            <a:gd name="T7" fmla="*/ 13 h 4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224" h="401">
                              <a:moveTo>
                                <a:pt x="224" y="13"/>
                              </a:moveTo>
                              <a:cubicBezTo>
                                <a:pt x="219" y="9"/>
                                <a:pt x="213" y="5"/>
                                <a:pt x="208" y="0"/>
                              </a:cubicBezTo>
                              <a:cubicBezTo>
                                <a:pt x="0" y="164"/>
                                <a:pt x="111" y="401"/>
                                <a:pt x="111" y="401"/>
                              </a:cubicBezTo>
                              <a:cubicBezTo>
                                <a:pt x="72" y="214"/>
                                <a:pt x="139" y="91"/>
                                <a:pt x="224" y="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</p:grpSp>
                  <p:grpSp>
                    <p:nvGrpSpPr>
                      <p:cNvPr id="152" name="Gruppieren 151"/>
                      <p:cNvGrpSpPr/>
                      <p:nvPr/>
                    </p:nvGrpSpPr>
                    <p:grpSpPr bwMode="gray">
                      <a:xfrm>
                        <a:off x="8214021" y="503889"/>
                        <a:ext cx="532091" cy="536068"/>
                        <a:chOff x="6766244" y="760218"/>
                        <a:chExt cx="532091" cy="536068"/>
                      </a:xfrm>
                    </p:grpSpPr>
                    <p:sp>
                      <p:nvSpPr>
                        <p:cNvPr id="153" name="Freeform 25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782061" y="763209"/>
                          <a:ext cx="501009" cy="533077"/>
                        </a:xfrm>
                        <a:custGeom>
                          <a:avLst/>
                          <a:gdLst>
                            <a:gd name="T0" fmla="*/ 860 w 860"/>
                            <a:gd name="T1" fmla="*/ 0 h 915"/>
                            <a:gd name="T2" fmla="*/ 286 w 860"/>
                            <a:gd name="T3" fmla="*/ 714 h 915"/>
                            <a:gd name="T4" fmla="*/ 277 w 860"/>
                            <a:gd name="T5" fmla="*/ 900 h 915"/>
                            <a:gd name="T6" fmla="*/ 304 w 860"/>
                            <a:gd name="T7" fmla="*/ 893 h 915"/>
                            <a:gd name="T8" fmla="*/ 340 w 860"/>
                            <a:gd name="T9" fmla="*/ 741 h 915"/>
                            <a:gd name="T10" fmla="*/ 689 w 860"/>
                            <a:gd name="T11" fmla="*/ 338 h 915"/>
                            <a:gd name="T12" fmla="*/ 860 w 860"/>
                            <a:gd name="T13" fmla="*/ 0 h 91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860" h="915">
                              <a:moveTo>
                                <a:pt x="860" y="0"/>
                              </a:moveTo>
                              <a:cubicBezTo>
                                <a:pt x="0" y="200"/>
                                <a:pt x="218" y="628"/>
                                <a:pt x="286" y="714"/>
                              </a:cubicBezTo>
                              <a:cubicBezTo>
                                <a:pt x="243" y="907"/>
                                <a:pt x="277" y="900"/>
                                <a:pt x="277" y="900"/>
                              </a:cubicBezTo>
                              <a:cubicBezTo>
                                <a:pt x="286" y="915"/>
                                <a:pt x="304" y="893"/>
                                <a:pt x="304" y="893"/>
                              </a:cubicBezTo>
                              <a:cubicBezTo>
                                <a:pt x="313" y="845"/>
                                <a:pt x="321" y="797"/>
                                <a:pt x="340" y="741"/>
                              </a:cubicBezTo>
                              <a:cubicBezTo>
                                <a:pt x="586" y="679"/>
                                <a:pt x="700" y="592"/>
                                <a:pt x="689" y="338"/>
                              </a:cubicBezTo>
                              <a:cubicBezTo>
                                <a:pt x="679" y="81"/>
                                <a:pt x="860" y="0"/>
                                <a:pt x="860" y="0"/>
                              </a:cubicBezTo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4" name="Freeform 26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766244" y="760218"/>
                          <a:ext cx="532091" cy="416150"/>
                        </a:xfrm>
                        <a:custGeom>
                          <a:avLst/>
                          <a:gdLst>
                            <a:gd name="T0" fmla="*/ 913 w 913"/>
                            <a:gd name="T1" fmla="*/ 0 h 714"/>
                            <a:gd name="T2" fmla="*/ 750 w 913"/>
                            <a:gd name="T3" fmla="*/ 326 h 714"/>
                            <a:gd name="T4" fmla="*/ 408 w 913"/>
                            <a:gd name="T5" fmla="*/ 714 h 714"/>
                            <a:gd name="T6" fmla="*/ 913 w 913"/>
                            <a:gd name="T7" fmla="*/ 0 h 71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913" h="714">
                              <a:moveTo>
                                <a:pt x="913" y="0"/>
                              </a:moveTo>
                              <a:cubicBezTo>
                                <a:pt x="913" y="0"/>
                                <a:pt x="744" y="83"/>
                                <a:pt x="750" y="326"/>
                              </a:cubicBezTo>
                              <a:cubicBezTo>
                                <a:pt x="756" y="569"/>
                                <a:pt x="645" y="651"/>
                                <a:pt x="408" y="714"/>
                              </a:cubicBezTo>
                              <a:cubicBezTo>
                                <a:pt x="408" y="714"/>
                                <a:pt x="0" y="278"/>
                                <a:pt x="91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CA9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5" name="Freeform 27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952797" y="863110"/>
                          <a:ext cx="176918" cy="318106"/>
                        </a:xfrm>
                        <a:custGeom>
                          <a:avLst/>
                          <a:gdLst>
                            <a:gd name="T0" fmla="*/ 419 w 419"/>
                            <a:gd name="T1" fmla="*/ 0 h 754"/>
                            <a:gd name="T2" fmla="*/ 66 w 419"/>
                            <a:gd name="T3" fmla="*/ 731 h 754"/>
                            <a:gd name="T4" fmla="*/ 48 w 419"/>
                            <a:gd name="T5" fmla="*/ 739 h 754"/>
                            <a:gd name="T6" fmla="*/ 419 w 419"/>
                            <a:gd name="T7" fmla="*/ 0 h 75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419" h="754">
                              <a:moveTo>
                                <a:pt x="419" y="0"/>
                              </a:moveTo>
                              <a:cubicBezTo>
                                <a:pt x="419" y="0"/>
                                <a:pt x="89" y="469"/>
                                <a:pt x="66" y="731"/>
                              </a:cubicBezTo>
                              <a:cubicBezTo>
                                <a:pt x="66" y="731"/>
                                <a:pt x="56" y="754"/>
                                <a:pt x="48" y="739"/>
                              </a:cubicBezTo>
                              <a:cubicBezTo>
                                <a:pt x="48" y="739"/>
                                <a:pt x="0" y="547"/>
                                <a:pt x="41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A6433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6" name="Freeform 28"/>
                        <p:cNvSpPr>
                          <a:spLocks/>
                        </p:cNvSpPr>
                        <p:nvPr/>
                      </p:nvSpPr>
                      <p:spPr bwMode="gray">
                        <a:xfrm rot="2086332">
                          <a:off x="6898286" y="860330"/>
                          <a:ext cx="130495" cy="233853"/>
                        </a:xfrm>
                        <a:custGeom>
                          <a:avLst/>
                          <a:gdLst>
                            <a:gd name="T0" fmla="*/ 224 w 224"/>
                            <a:gd name="T1" fmla="*/ 13 h 401"/>
                            <a:gd name="T2" fmla="*/ 208 w 224"/>
                            <a:gd name="T3" fmla="*/ 0 h 401"/>
                            <a:gd name="T4" fmla="*/ 111 w 224"/>
                            <a:gd name="T5" fmla="*/ 401 h 401"/>
                            <a:gd name="T6" fmla="*/ 224 w 224"/>
                            <a:gd name="T7" fmla="*/ 13 h 4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</a:cxnLst>
                          <a:rect l="0" t="0" r="r" b="b"/>
                          <a:pathLst>
                            <a:path w="224" h="401">
                              <a:moveTo>
                                <a:pt x="224" y="13"/>
                              </a:moveTo>
                              <a:cubicBezTo>
                                <a:pt x="219" y="9"/>
                                <a:pt x="213" y="5"/>
                                <a:pt x="208" y="0"/>
                              </a:cubicBezTo>
                              <a:cubicBezTo>
                                <a:pt x="0" y="164"/>
                                <a:pt x="111" y="401"/>
                                <a:pt x="111" y="401"/>
                              </a:cubicBezTo>
                              <a:cubicBezTo>
                                <a:pt x="72" y="214"/>
                                <a:pt x="139" y="91"/>
                                <a:pt x="224" y="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</p:grpSp>
        <p:sp>
          <p:nvSpPr>
            <p:cNvPr id="90" name="Rechteck 89"/>
            <p:cNvSpPr/>
            <p:nvPr/>
          </p:nvSpPr>
          <p:spPr bwMode="gray">
            <a:xfrm>
              <a:off x="3134155" y="2227114"/>
              <a:ext cx="4309876" cy="4630886"/>
            </a:xfrm>
            <a:prstGeom prst="rect">
              <a:avLst/>
            </a:prstGeom>
            <a:solidFill>
              <a:srgbClr val="32A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91" name="Gruppieren 90"/>
            <p:cNvGrpSpPr/>
            <p:nvPr/>
          </p:nvGrpSpPr>
          <p:grpSpPr bwMode="gray">
            <a:xfrm>
              <a:off x="4852981" y="3308712"/>
              <a:ext cx="2480631" cy="3546682"/>
              <a:chOff x="5641774" y="2850317"/>
              <a:chExt cx="2798078" cy="4000552"/>
            </a:xfrm>
          </p:grpSpPr>
          <p:grpSp>
            <p:nvGrpSpPr>
              <p:cNvPr id="133" name="Gruppieren 132"/>
              <p:cNvGrpSpPr/>
              <p:nvPr/>
            </p:nvGrpSpPr>
            <p:grpSpPr bwMode="gray">
              <a:xfrm>
                <a:off x="5641774" y="3508338"/>
                <a:ext cx="1296683" cy="1179767"/>
                <a:chOff x="5641774" y="3526463"/>
                <a:chExt cx="1296683" cy="1179767"/>
              </a:xfrm>
            </p:grpSpPr>
            <p:sp>
              <p:nvSpPr>
                <p:cNvPr id="140" name="Freeform 49"/>
                <p:cNvSpPr>
                  <a:spLocks/>
                </p:cNvSpPr>
                <p:nvPr/>
              </p:nvSpPr>
              <p:spPr bwMode="gray">
                <a:xfrm>
                  <a:off x="5641774" y="3526463"/>
                  <a:ext cx="1296683" cy="1179767"/>
                </a:xfrm>
                <a:custGeom>
                  <a:avLst/>
                  <a:gdLst>
                    <a:gd name="T0" fmla="*/ 6 w 212"/>
                    <a:gd name="T1" fmla="*/ 129 h 188"/>
                    <a:gd name="T2" fmla="*/ 8 w 212"/>
                    <a:gd name="T3" fmla="*/ 128 h 188"/>
                    <a:gd name="T4" fmla="*/ 28 w 212"/>
                    <a:gd name="T5" fmla="*/ 0 h 188"/>
                    <a:gd name="T6" fmla="*/ 212 w 212"/>
                    <a:gd name="T7" fmla="*/ 94 h 188"/>
                    <a:gd name="T8" fmla="*/ 28 w 212"/>
                    <a:gd name="T9" fmla="*/ 188 h 188"/>
                    <a:gd name="T10" fmla="*/ 9 w 212"/>
                    <a:gd name="T11" fmla="*/ 131 h 188"/>
                    <a:gd name="T12" fmla="*/ 7 w 212"/>
                    <a:gd name="T13" fmla="*/ 131 h 188"/>
                    <a:gd name="connsiteX0" fmla="*/ 26 w 9743"/>
                    <a:gd name="connsiteY0" fmla="*/ 6862 h 10000"/>
                    <a:gd name="connsiteX1" fmla="*/ 120 w 9743"/>
                    <a:gd name="connsiteY1" fmla="*/ 6809 h 10000"/>
                    <a:gd name="connsiteX2" fmla="*/ 1064 w 9743"/>
                    <a:gd name="connsiteY2" fmla="*/ 0 h 10000"/>
                    <a:gd name="connsiteX3" fmla="*/ 9743 w 9743"/>
                    <a:gd name="connsiteY3" fmla="*/ 5000 h 10000"/>
                    <a:gd name="connsiteX4" fmla="*/ 1064 w 9743"/>
                    <a:gd name="connsiteY4" fmla="*/ 10000 h 10000"/>
                    <a:gd name="connsiteX5" fmla="*/ 168 w 9743"/>
                    <a:gd name="connsiteY5" fmla="*/ 6968 h 10000"/>
                    <a:gd name="connsiteX0" fmla="*/ 123 w 10000"/>
                    <a:gd name="connsiteY0" fmla="*/ 6809 h 10000"/>
                    <a:gd name="connsiteX1" fmla="*/ 1092 w 10000"/>
                    <a:gd name="connsiteY1" fmla="*/ 0 h 10000"/>
                    <a:gd name="connsiteX2" fmla="*/ 10000 w 10000"/>
                    <a:gd name="connsiteY2" fmla="*/ 5000 h 10000"/>
                    <a:gd name="connsiteX3" fmla="*/ 1092 w 10000"/>
                    <a:gd name="connsiteY3" fmla="*/ 10000 h 10000"/>
                    <a:gd name="connsiteX4" fmla="*/ 172 w 10000"/>
                    <a:gd name="connsiteY4" fmla="*/ 6968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00" h="10000">
                      <a:moveTo>
                        <a:pt x="123" y="6809"/>
                      </a:moveTo>
                      <a:cubicBezTo>
                        <a:pt x="-264" y="4202"/>
                        <a:pt x="317" y="1755"/>
                        <a:pt x="1092" y="0"/>
                      </a:cubicBezTo>
                      <a:lnTo>
                        <a:pt x="10000" y="5000"/>
                      </a:lnTo>
                      <a:cubicBezTo>
                        <a:pt x="7095" y="6755"/>
                        <a:pt x="3997" y="8245"/>
                        <a:pt x="1092" y="10000"/>
                      </a:cubicBezTo>
                      <a:cubicBezTo>
                        <a:pt x="656" y="9149"/>
                        <a:pt x="317" y="8138"/>
                        <a:pt x="172" y="6968"/>
                      </a:cubicBezTo>
                    </a:path>
                  </a:pathLst>
                </a:custGeom>
                <a:solidFill>
                  <a:srgbClr val="FFFFFF"/>
                </a:solidFill>
                <a:ln w="12700">
                  <a:noFill/>
                  <a:round/>
                  <a:headEnd/>
                  <a:tailEnd/>
                </a:ln>
                <a:effectLst/>
                <a:scene3d>
                  <a:camera prst="obliqueBottomRight"/>
                  <a:lightRig rig="threePt" dir="t"/>
                </a:scene3d>
                <a:sp3d extrusionH="254000" prstMaterial="matte">
                  <a:bevelT w="0" h="0"/>
                  <a:extrusionClr>
                    <a:srgbClr val="0A6433"/>
                  </a:extrusionClr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srgbClr val="00B050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141" name="Textfeld 140"/>
                <p:cNvSpPr txBox="1"/>
                <p:nvPr/>
              </p:nvSpPr>
              <p:spPr bwMode="gray">
                <a:xfrm>
                  <a:off x="5671872" y="3911190"/>
                  <a:ext cx="937369" cy="452727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en-US" sz="2800" b="1" dirty="0" smtClean="0">
                      <a:solidFill>
                        <a:srgbClr val="32AA50"/>
                      </a:solidFill>
                    </a:rPr>
                    <a:t>29%</a:t>
                  </a:r>
                  <a:endParaRPr lang="en-US" sz="2800" b="1" dirty="0">
                    <a:solidFill>
                      <a:srgbClr val="32AA50"/>
                    </a:solidFill>
                  </a:endParaRPr>
                </a:p>
              </p:txBody>
            </p:sp>
          </p:grpSp>
          <p:grpSp>
            <p:nvGrpSpPr>
              <p:cNvPr id="134" name="Gruppieren 133"/>
              <p:cNvGrpSpPr/>
              <p:nvPr/>
            </p:nvGrpSpPr>
            <p:grpSpPr bwMode="gray">
              <a:xfrm>
                <a:off x="5981525" y="2850317"/>
                <a:ext cx="2458327" cy="2578358"/>
                <a:chOff x="3472026" y="2345292"/>
                <a:chExt cx="1911597" cy="2004935"/>
              </a:xfrm>
              <a:solidFill>
                <a:srgbClr val="B2DFBD"/>
              </a:solidFill>
            </p:grpSpPr>
            <p:sp>
              <p:nvSpPr>
                <p:cNvPr id="138" name="Freeform 48"/>
                <p:cNvSpPr>
                  <a:spLocks/>
                </p:cNvSpPr>
                <p:nvPr/>
              </p:nvSpPr>
              <p:spPr bwMode="gray">
                <a:xfrm>
                  <a:off x="3472026" y="3732984"/>
                  <a:ext cx="328525" cy="409106"/>
                </a:xfrm>
                <a:custGeom>
                  <a:avLst/>
                  <a:gdLst>
                    <a:gd name="T0" fmla="*/ 30 w 67"/>
                    <a:gd name="T1" fmla="*/ 0 h 84"/>
                    <a:gd name="T2" fmla="*/ 63 w 67"/>
                    <a:gd name="T3" fmla="*/ 39 h 84"/>
                    <a:gd name="T4" fmla="*/ 59 w 67"/>
                    <a:gd name="T5" fmla="*/ 83 h 84"/>
                    <a:gd name="T6" fmla="*/ 42 w 67"/>
                    <a:gd name="T7" fmla="*/ 72 h 84"/>
                    <a:gd name="T8" fmla="*/ 0 w 67"/>
                    <a:gd name="T9" fmla="*/ 16 h 84"/>
                    <a:gd name="T10" fmla="*/ 30 w 67"/>
                    <a:gd name="T11" fmla="*/ 0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7" h="84">
                      <a:moveTo>
                        <a:pt x="30" y="0"/>
                      </a:moveTo>
                      <a:cubicBezTo>
                        <a:pt x="28" y="22"/>
                        <a:pt x="48" y="30"/>
                        <a:pt x="63" y="39"/>
                      </a:cubicBezTo>
                      <a:cubicBezTo>
                        <a:pt x="67" y="55"/>
                        <a:pt x="49" y="67"/>
                        <a:pt x="59" y="83"/>
                      </a:cubicBezTo>
                      <a:cubicBezTo>
                        <a:pt x="55" y="84"/>
                        <a:pt x="48" y="77"/>
                        <a:pt x="42" y="72"/>
                      </a:cubicBezTo>
                      <a:cubicBezTo>
                        <a:pt x="26" y="57"/>
                        <a:pt x="12" y="35"/>
                        <a:pt x="0" y="16"/>
                      </a:cubicBezTo>
                      <a:cubicBezTo>
                        <a:pt x="9" y="10"/>
                        <a:pt x="21" y="6"/>
                        <a:pt x="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9" name="Freeform 50"/>
                <p:cNvSpPr>
                  <a:spLocks/>
                </p:cNvSpPr>
                <p:nvPr/>
              </p:nvSpPr>
              <p:spPr bwMode="gray">
                <a:xfrm>
                  <a:off x="3711704" y="2345292"/>
                  <a:ext cx="1671919" cy="2004935"/>
                </a:xfrm>
                <a:custGeom>
                  <a:avLst/>
                  <a:gdLst>
                    <a:gd name="T0" fmla="*/ 71 w 344"/>
                    <a:gd name="T1" fmla="*/ 287 h 429"/>
                    <a:gd name="T2" fmla="*/ 39 w 344"/>
                    <a:gd name="T3" fmla="*/ 259 h 429"/>
                    <a:gd name="T4" fmla="*/ 115 w 344"/>
                    <a:gd name="T5" fmla="*/ 232 h 429"/>
                    <a:gd name="T6" fmla="*/ 186 w 344"/>
                    <a:gd name="T7" fmla="*/ 278 h 429"/>
                    <a:gd name="T8" fmla="*/ 195 w 344"/>
                    <a:gd name="T9" fmla="*/ 311 h 429"/>
                    <a:gd name="T10" fmla="*/ 193 w 344"/>
                    <a:gd name="T11" fmla="*/ 345 h 429"/>
                    <a:gd name="T12" fmla="*/ 196 w 344"/>
                    <a:gd name="T13" fmla="*/ 384 h 429"/>
                    <a:gd name="T14" fmla="*/ 240 w 344"/>
                    <a:gd name="T15" fmla="*/ 371 h 429"/>
                    <a:gd name="T16" fmla="*/ 266 w 344"/>
                    <a:gd name="T17" fmla="*/ 329 h 429"/>
                    <a:gd name="T18" fmla="*/ 287 w 344"/>
                    <a:gd name="T19" fmla="*/ 281 h 429"/>
                    <a:gd name="T20" fmla="*/ 269 w 344"/>
                    <a:gd name="T21" fmla="*/ 218 h 429"/>
                    <a:gd name="T22" fmla="*/ 198 w 344"/>
                    <a:gd name="T23" fmla="*/ 147 h 429"/>
                    <a:gd name="T24" fmla="*/ 14 w 344"/>
                    <a:gd name="T25" fmla="*/ 145 h 429"/>
                    <a:gd name="T26" fmla="*/ 27 w 344"/>
                    <a:gd name="T27" fmla="*/ 107 h 429"/>
                    <a:gd name="T28" fmla="*/ 37 w 344"/>
                    <a:gd name="T29" fmla="*/ 86 h 429"/>
                    <a:gd name="T30" fmla="*/ 16 w 344"/>
                    <a:gd name="T31" fmla="*/ 55 h 429"/>
                    <a:gd name="T32" fmla="*/ 8 w 344"/>
                    <a:gd name="T33" fmla="*/ 46 h 429"/>
                    <a:gd name="T34" fmla="*/ 295 w 344"/>
                    <a:gd name="T35" fmla="*/ 79 h 429"/>
                    <a:gd name="T36" fmla="*/ 262 w 344"/>
                    <a:gd name="T37" fmla="*/ 61 h 429"/>
                    <a:gd name="T38" fmla="*/ 235 w 344"/>
                    <a:gd name="T39" fmla="*/ 77 h 429"/>
                    <a:gd name="T40" fmla="*/ 197 w 344"/>
                    <a:gd name="T41" fmla="*/ 88 h 429"/>
                    <a:gd name="T42" fmla="*/ 171 w 344"/>
                    <a:gd name="T43" fmla="*/ 111 h 429"/>
                    <a:gd name="T44" fmla="*/ 180 w 344"/>
                    <a:gd name="T45" fmla="*/ 140 h 429"/>
                    <a:gd name="T46" fmla="*/ 227 w 344"/>
                    <a:gd name="T47" fmla="*/ 125 h 429"/>
                    <a:gd name="T48" fmla="*/ 244 w 344"/>
                    <a:gd name="T49" fmla="*/ 123 h 429"/>
                    <a:gd name="T50" fmla="*/ 270 w 344"/>
                    <a:gd name="T51" fmla="*/ 167 h 429"/>
                    <a:gd name="T52" fmla="*/ 281 w 344"/>
                    <a:gd name="T53" fmla="*/ 220 h 429"/>
                    <a:gd name="T54" fmla="*/ 322 w 344"/>
                    <a:gd name="T55" fmla="*/ 221 h 429"/>
                    <a:gd name="T56" fmla="*/ 342 w 344"/>
                    <a:gd name="T57" fmla="*/ 223 h 429"/>
                    <a:gd name="T58" fmla="*/ 271 w 344"/>
                    <a:gd name="T59" fmla="*/ 365 h 429"/>
                    <a:gd name="T60" fmla="*/ 259 w 344"/>
                    <a:gd name="T61" fmla="*/ 356 h 429"/>
                    <a:gd name="T62" fmla="*/ 262 w 344"/>
                    <a:gd name="T63" fmla="*/ 371 h 429"/>
                    <a:gd name="T64" fmla="*/ 75 w 344"/>
                    <a:gd name="T65" fmla="*/ 363 h 429"/>
                    <a:gd name="T66" fmla="*/ 94 w 344"/>
                    <a:gd name="T67" fmla="*/ 337 h 429"/>
                    <a:gd name="connsiteX0" fmla="*/ 3343 w 9953"/>
                    <a:gd name="connsiteY0" fmla="*/ 7256 h 9579"/>
                    <a:gd name="connsiteX1" fmla="*/ 2064 w 9953"/>
                    <a:gd name="connsiteY1" fmla="*/ 6627 h 9579"/>
                    <a:gd name="connsiteX2" fmla="*/ 1860 w 9953"/>
                    <a:gd name="connsiteY2" fmla="*/ 6277 h 9579"/>
                    <a:gd name="connsiteX3" fmla="*/ 1134 w 9953"/>
                    <a:gd name="connsiteY3" fmla="*/ 5974 h 9579"/>
                    <a:gd name="connsiteX4" fmla="*/ 3343 w 9953"/>
                    <a:gd name="connsiteY4" fmla="*/ 5089 h 9579"/>
                    <a:gd name="connsiteX5" fmla="*/ 3343 w 9953"/>
                    <a:gd name="connsiteY5" fmla="*/ 5345 h 9579"/>
                    <a:gd name="connsiteX6" fmla="*/ 4041 w 9953"/>
                    <a:gd name="connsiteY6" fmla="*/ 6277 h 9579"/>
                    <a:gd name="connsiteX7" fmla="*/ 5407 w 9953"/>
                    <a:gd name="connsiteY7" fmla="*/ 6417 h 9579"/>
                    <a:gd name="connsiteX8" fmla="*/ 5262 w 9953"/>
                    <a:gd name="connsiteY8" fmla="*/ 6790 h 9579"/>
                    <a:gd name="connsiteX9" fmla="*/ 5669 w 9953"/>
                    <a:gd name="connsiteY9" fmla="*/ 7186 h 9579"/>
                    <a:gd name="connsiteX10" fmla="*/ 5523 w 9953"/>
                    <a:gd name="connsiteY10" fmla="*/ 7559 h 9579"/>
                    <a:gd name="connsiteX11" fmla="*/ 5610 w 9953"/>
                    <a:gd name="connsiteY11" fmla="*/ 7979 h 9579"/>
                    <a:gd name="connsiteX12" fmla="*/ 5494 w 9953"/>
                    <a:gd name="connsiteY12" fmla="*/ 8585 h 9579"/>
                    <a:gd name="connsiteX13" fmla="*/ 5698 w 9953"/>
                    <a:gd name="connsiteY13" fmla="*/ 8888 h 9579"/>
                    <a:gd name="connsiteX14" fmla="*/ 5872 w 9953"/>
                    <a:gd name="connsiteY14" fmla="*/ 9284 h 9579"/>
                    <a:gd name="connsiteX15" fmla="*/ 6977 w 9953"/>
                    <a:gd name="connsiteY15" fmla="*/ 8585 h 9579"/>
                    <a:gd name="connsiteX16" fmla="*/ 7035 w 9953"/>
                    <a:gd name="connsiteY16" fmla="*/ 7956 h 9579"/>
                    <a:gd name="connsiteX17" fmla="*/ 7733 w 9953"/>
                    <a:gd name="connsiteY17" fmla="*/ 7606 h 9579"/>
                    <a:gd name="connsiteX18" fmla="*/ 7762 w 9953"/>
                    <a:gd name="connsiteY18" fmla="*/ 6790 h 9579"/>
                    <a:gd name="connsiteX19" fmla="*/ 8343 w 9953"/>
                    <a:gd name="connsiteY19" fmla="*/ 6487 h 9579"/>
                    <a:gd name="connsiteX20" fmla="*/ 8837 w 9953"/>
                    <a:gd name="connsiteY20" fmla="*/ 5718 h 9579"/>
                    <a:gd name="connsiteX21" fmla="*/ 7820 w 9953"/>
                    <a:gd name="connsiteY21" fmla="*/ 5019 h 9579"/>
                    <a:gd name="connsiteX22" fmla="*/ 7355 w 9953"/>
                    <a:gd name="connsiteY22" fmla="*/ 3760 h 9579"/>
                    <a:gd name="connsiteX23" fmla="*/ 5756 w 9953"/>
                    <a:gd name="connsiteY23" fmla="*/ 3364 h 9579"/>
                    <a:gd name="connsiteX24" fmla="*/ 3547 w 9953"/>
                    <a:gd name="connsiteY24" fmla="*/ 4599 h 9579"/>
                    <a:gd name="connsiteX25" fmla="*/ 407 w 9953"/>
                    <a:gd name="connsiteY25" fmla="*/ 3317 h 9579"/>
                    <a:gd name="connsiteX26" fmla="*/ 872 w 9953"/>
                    <a:gd name="connsiteY26" fmla="*/ 2618 h 9579"/>
                    <a:gd name="connsiteX27" fmla="*/ 785 w 9953"/>
                    <a:gd name="connsiteY27" fmla="*/ 2431 h 9579"/>
                    <a:gd name="connsiteX28" fmla="*/ 1163 w 9953"/>
                    <a:gd name="connsiteY28" fmla="*/ 2361 h 9579"/>
                    <a:gd name="connsiteX29" fmla="*/ 1076 w 9953"/>
                    <a:gd name="connsiteY29" fmla="*/ 1942 h 9579"/>
                    <a:gd name="connsiteX30" fmla="*/ 378 w 9953"/>
                    <a:gd name="connsiteY30" fmla="*/ 1545 h 9579"/>
                    <a:gd name="connsiteX31" fmla="*/ 465 w 9953"/>
                    <a:gd name="connsiteY31" fmla="*/ 1219 h 9579"/>
                    <a:gd name="connsiteX32" fmla="*/ 0 w 9953"/>
                    <a:gd name="connsiteY32" fmla="*/ 1266 h 9579"/>
                    <a:gd name="connsiteX33" fmla="*/ 233 w 9953"/>
                    <a:gd name="connsiteY33" fmla="*/ 1009 h 9579"/>
                    <a:gd name="connsiteX34" fmla="*/ 4273 w 9953"/>
                    <a:gd name="connsiteY34" fmla="*/ 7 h 9579"/>
                    <a:gd name="connsiteX35" fmla="*/ 8576 w 9953"/>
                    <a:gd name="connsiteY35" fmla="*/ 1778 h 9579"/>
                    <a:gd name="connsiteX36" fmla="*/ 8285 w 9953"/>
                    <a:gd name="connsiteY36" fmla="*/ 1569 h 9579"/>
                    <a:gd name="connsiteX37" fmla="*/ 7616 w 9953"/>
                    <a:gd name="connsiteY37" fmla="*/ 1359 h 9579"/>
                    <a:gd name="connsiteX38" fmla="*/ 7384 w 9953"/>
                    <a:gd name="connsiteY38" fmla="*/ 1825 h 9579"/>
                    <a:gd name="connsiteX39" fmla="*/ 6831 w 9953"/>
                    <a:gd name="connsiteY39" fmla="*/ 1732 h 9579"/>
                    <a:gd name="connsiteX40" fmla="*/ 6860 w 9953"/>
                    <a:gd name="connsiteY40" fmla="*/ 2105 h 9579"/>
                    <a:gd name="connsiteX41" fmla="*/ 5727 w 9953"/>
                    <a:gd name="connsiteY41" fmla="*/ 1988 h 9579"/>
                    <a:gd name="connsiteX42" fmla="*/ 5610 w 9953"/>
                    <a:gd name="connsiteY42" fmla="*/ 2711 h 9579"/>
                    <a:gd name="connsiteX43" fmla="*/ 4971 w 9953"/>
                    <a:gd name="connsiteY43" fmla="*/ 2524 h 9579"/>
                    <a:gd name="connsiteX44" fmla="*/ 4913 w 9953"/>
                    <a:gd name="connsiteY44" fmla="*/ 3317 h 9579"/>
                    <a:gd name="connsiteX45" fmla="*/ 5233 w 9953"/>
                    <a:gd name="connsiteY45" fmla="*/ 3200 h 9579"/>
                    <a:gd name="connsiteX46" fmla="*/ 6599 w 9953"/>
                    <a:gd name="connsiteY46" fmla="*/ 2851 h 9579"/>
                    <a:gd name="connsiteX47" fmla="*/ 6890 w 9953"/>
                    <a:gd name="connsiteY47" fmla="*/ 3573 h 9579"/>
                    <a:gd name="connsiteX48" fmla="*/ 7093 w 9953"/>
                    <a:gd name="connsiteY48" fmla="*/ 2804 h 9579"/>
                    <a:gd name="connsiteX49" fmla="*/ 7994 w 9953"/>
                    <a:gd name="connsiteY49" fmla="*/ 3457 h 9579"/>
                    <a:gd name="connsiteX50" fmla="*/ 7849 w 9953"/>
                    <a:gd name="connsiteY50" fmla="*/ 3830 h 9579"/>
                    <a:gd name="connsiteX51" fmla="*/ 8081 w 9953"/>
                    <a:gd name="connsiteY51" fmla="*/ 4296 h 9579"/>
                    <a:gd name="connsiteX52" fmla="*/ 8169 w 9953"/>
                    <a:gd name="connsiteY52" fmla="*/ 5065 h 9579"/>
                    <a:gd name="connsiteX53" fmla="*/ 8692 w 9953"/>
                    <a:gd name="connsiteY53" fmla="*/ 5531 h 9579"/>
                    <a:gd name="connsiteX54" fmla="*/ 9360 w 9953"/>
                    <a:gd name="connsiteY54" fmla="*/ 5089 h 9579"/>
                    <a:gd name="connsiteX55" fmla="*/ 9128 w 9953"/>
                    <a:gd name="connsiteY55" fmla="*/ 4529 h 9579"/>
                    <a:gd name="connsiteX56" fmla="*/ 9942 w 9953"/>
                    <a:gd name="connsiteY56" fmla="*/ 5135 h 9579"/>
                    <a:gd name="connsiteX57" fmla="*/ 9709 w 9953"/>
                    <a:gd name="connsiteY57" fmla="*/ 6207 h 9579"/>
                    <a:gd name="connsiteX58" fmla="*/ 7878 w 9953"/>
                    <a:gd name="connsiteY58" fmla="*/ 8445 h 9579"/>
                    <a:gd name="connsiteX59" fmla="*/ 8343 w 9953"/>
                    <a:gd name="connsiteY59" fmla="*/ 7489 h 9579"/>
                    <a:gd name="connsiteX60" fmla="*/ 7529 w 9953"/>
                    <a:gd name="connsiteY60" fmla="*/ 8235 h 9579"/>
                    <a:gd name="connsiteX61" fmla="*/ 7500 w 9953"/>
                    <a:gd name="connsiteY61" fmla="*/ 8538 h 9579"/>
                    <a:gd name="connsiteX62" fmla="*/ 7616 w 9953"/>
                    <a:gd name="connsiteY62" fmla="*/ 8585 h 9579"/>
                    <a:gd name="connsiteX63" fmla="*/ 1366 w 9953"/>
                    <a:gd name="connsiteY63" fmla="*/ 9144 h 9579"/>
                    <a:gd name="connsiteX64" fmla="*/ 2180 w 9953"/>
                    <a:gd name="connsiteY64" fmla="*/ 8399 h 9579"/>
                    <a:gd name="connsiteX65" fmla="*/ 2762 w 9953"/>
                    <a:gd name="connsiteY65" fmla="*/ 8189 h 9579"/>
                    <a:gd name="connsiteX66" fmla="*/ 2733 w 9953"/>
                    <a:gd name="connsiteY66" fmla="*/ 7792 h 9579"/>
                    <a:gd name="connsiteX67" fmla="*/ 3343 w 9953"/>
                    <a:gd name="connsiteY67" fmla="*/ 7256 h 9579"/>
                    <a:gd name="connsiteX0" fmla="*/ 3359 w 10000"/>
                    <a:gd name="connsiteY0" fmla="*/ 7575 h 10000"/>
                    <a:gd name="connsiteX1" fmla="*/ 2074 w 10000"/>
                    <a:gd name="connsiteY1" fmla="*/ 6918 h 10000"/>
                    <a:gd name="connsiteX2" fmla="*/ 1869 w 10000"/>
                    <a:gd name="connsiteY2" fmla="*/ 6553 h 10000"/>
                    <a:gd name="connsiteX3" fmla="*/ 1139 w 10000"/>
                    <a:gd name="connsiteY3" fmla="*/ 6237 h 10000"/>
                    <a:gd name="connsiteX4" fmla="*/ 3359 w 10000"/>
                    <a:gd name="connsiteY4" fmla="*/ 5313 h 10000"/>
                    <a:gd name="connsiteX5" fmla="*/ 3359 w 10000"/>
                    <a:gd name="connsiteY5" fmla="*/ 5580 h 10000"/>
                    <a:gd name="connsiteX6" fmla="*/ 4060 w 10000"/>
                    <a:gd name="connsiteY6" fmla="*/ 6553 h 10000"/>
                    <a:gd name="connsiteX7" fmla="*/ 5433 w 10000"/>
                    <a:gd name="connsiteY7" fmla="*/ 6699 h 10000"/>
                    <a:gd name="connsiteX8" fmla="*/ 5287 w 10000"/>
                    <a:gd name="connsiteY8" fmla="*/ 7088 h 10000"/>
                    <a:gd name="connsiteX9" fmla="*/ 5696 w 10000"/>
                    <a:gd name="connsiteY9" fmla="*/ 7502 h 10000"/>
                    <a:gd name="connsiteX10" fmla="*/ 5549 w 10000"/>
                    <a:gd name="connsiteY10" fmla="*/ 7891 h 10000"/>
                    <a:gd name="connsiteX11" fmla="*/ 5636 w 10000"/>
                    <a:gd name="connsiteY11" fmla="*/ 8330 h 10000"/>
                    <a:gd name="connsiteX12" fmla="*/ 5520 w 10000"/>
                    <a:gd name="connsiteY12" fmla="*/ 8962 h 10000"/>
                    <a:gd name="connsiteX13" fmla="*/ 5725 w 10000"/>
                    <a:gd name="connsiteY13" fmla="*/ 9279 h 10000"/>
                    <a:gd name="connsiteX14" fmla="*/ 5900 w 10000"/>
                    <a:gd name="connsiteY14" fmla="*/ 9692 h 10000"/>
                    <a:gd name="connsiteX15" fmla="*/ 7010 w 10000"/>
                    <a:gd name="connsiteY15" fmla="*/ 8962 h 10000"/>
                    <a:gd name="connsiteX16" fmla="*/ 7068 w 10000"/>
                    <a:gd name="connsiteY16" fmla="*/ 8306 h 10000"/>
                    <a:gd name="connsiteX17" fmla="*/ 7770 w 10000"/>
                    <a:gd name="connsiteY17" fmla="*/ 7940 h 10000"/>
                    <a:gd name="connsiteX18" fmla="*/ 7799 w 10000"/>
                    <a:gd name="connsiteY18" fmla="*/ 7088 h 10000"/>
                    <a:gd name="connsiteX19" fmla="*/ 8382 w 10000"/>
                    <a:gd name="connsiteY19" fmla="*/ 6772 h 10000"/>
                    <a:gd name="connsiteX20" fmla="*/ 8879 w 10000"/>
                    <a:gd name="connsiteY20" fmla="*/ 5969 h 10000"/>
                    <a:gd name="connsiteX21" fmla="*/ 7857 w 10000"/>
                    <a:gd name="connsiteY21" fmla="*/ 5240 h 10000"/>
                    <a:gd name="connsiteX22" fmla="*/ 7390 w 10000"/>
                    <a:gd name="connsiteY22" fmla="*/ 3925 h 10000"/>
                    <a:gd name="connsiteX23" fmla="*/ 5783 w 10000"/>
                    <a:gd name="connsiteY23" fmla="*/ 3512 h 10000"/>
                    <a:gd name="connsiteX24" fmla="*/ 3564 w 10000"/>
                    <a:gd name="connsiteY24" fmla="*/ 4801 h 10000"/>
                    <a:gd name="connsiteX25" fmla="*/ 409 w 10000"/>
                    <a:gd name="connsiteY25" fmla="*/ 3463 h 10000"/>
                    <a:gd name="connsiteX26" fmla="*/ 876 w 10000"/>
                    <a:gd name="connsiteY26" fmla="*/ 2733 h 10000"/>
                    <a:gd name="connsiteX27" fmla="*/ 789 w 10000"/>
                    <a:gd name="connsiteY27" fmla="*/ 2538 h 10000"/>
                    <a:gd name="connsiteX28" fmla="*/ 1168 w 10000"/>
                    <a:gd name="connsiteY28" fmla="*/ 2465 h 10000"/>
                    <a:gd name="connsiteX29" fmla="*/ 1081 w 10000"/>
                    <a:gd name="connsiteY29" fmla="*/ 2027 h 10000"/>
                    <a:gd name="connsiteX30" fmla="*/ 380 w 10000"/>
                    <a:gd name="connsiteY30" fmla="*/ 1613 h 10000"/>
                    <a:gd name="connsiteX31" fmla="*/ 467 w 10000"/>
                    <a:gd name="connsiteY31" fmla="*/ 1273 h 10000"/>
                    <a:gd name="connsiteX32" fmla="*/ 0 w 10000"/>
                    <a:gd name="connsiteY32" fmla="*/ 1322 h 10000"/>
                    <a:gd name="connsiteX33" fmla="*/ 234 w 10000"/>
                    <a:gd name="connsiteY33" fmla="*/ 1053 h 10000"/>
                    <a:gd name="connsiteX34" fmla="*/ 4293 w 10000"/>
                    <a:gd name="connsiteY34" fmla="*/ 7 h 10000"/>
                    <a:gd name="connsiteX35" fmla="*/ 8616 w 10000"/>
                    <a:gd name="connsiteY35" fmla="*/ 1856 h 10000"/>
                    <a:gd name="connsiteX36" fmla="*/ 8324 w 10000"/>
                    <a:gd name="connsiteY36" fmla="*/ 1638 h 10000"/>
                    <a:gd name="connsiteX37" fmla="*/ 7652 w 10000"/>
                    <a:gd name="connsiteY37" fmla="*/ 1419 h 10000"/>
                    <a:gd name="connsiteX38" fmla="*/ 7419 w 10000"/>
                    <a:gd name="connsiteY38" fmla="*/ 1905 h 10000"/>
                    <a:gd name="connsiteX39" fmla="*/ 6863 w 10000"/>
                    <a:gd name="connsiteY39" fmla="*/ 1808 h 10000"/>
                    <a:gd name="connsiteX40" fmla="*/ 6892 w 10000"/>
                    <a:gd name="connsiteY40" fmla="*/ 2198 h 10000"/>
                    <a:gd name="connsiteX41" fmla="*/ 5754 w 10000"/>
                    <a:gd name="connsiteY41" fmla="*/ 2075 h 10000"/>
                    <a:gd name="connsiteX42" fmla="*/ 5636 w 10000"/>
                    <a:gd name="connsiteY42" fmla="*/ 2830 h 10000"/>
                    <a:gd name="connsiteX43" fmla="*/ 4994 w 10000"/>
                    <a:gd name="connsiteY43" fmla="*/ 2635 h 10000"/>
                    <a:gd name="connsiteX44" fmla="*/ 4936 w 10000"/>
                    <a:gd name="connsiteY44" fmla="*/ 3463 h 10000"/>
                    <a:gd name="connsiteX45" fmla="*/ 5258 w 10000"/>
                    <a:gd name="connsiteY45" fmla="*/ 3341 h 10000"/>
                    <a:gd name="connsiteX46" fmla="*/ 6630 w 10000"/>
                    <a:gd name="connsiteY46" fmla="*/ 2976 h 10000"/>
                    <a:gd name="connsiteX47" fmla="*/ 6923 w 10000"/>
                    <a:gd name="connsiteY47" fmla="*/ 3730 h 10000"/>
                    <a:gd name="connsiteX48" fmla="*/ 7126 w 10000"/>
                    <a:gd name="connsiteY48" fmla="*/ 2927 h 10000"/>
                    <a:gd name="connsiteX49" fmla="*/ 8032 w 10000"/>
                    <a:gd name="connsiteY49" fmla="*/ 3609 h 10000"/>
                    <a:gd name="connsiteX50" fmla="*/ 7886 w 10000"/>
                    <a:gd name="connsiteY50" fmla="*/ 3998 h 10000"/>
                    <a:gd name="connsiteX51" fmla="*/ 8119 w 10000"/>
                    <a:gd name="connsiteY51" fmla="*/ 4485 h 10000"/>
                    <a:gd name="connsiteX52" fmla="*/ 8208 w 10000"/>
                    <a:gd name="connsiteY52" fmla="*/ 5288 h 10000"/>
                    <a:gd name="connsiteX53" fmla="*/ 8733 w 10000"/>
                    <a:gd name="connsiteY53" fmla="*/ 5774 h 10000"/>
                    <a:gd name="connsiteX54" fmla="*/ 9404 w 10000"/>
                    <a:gd name="connsiteY54" fmla="*/ 5313 h 10000"/>
                    <a:gd name="connsiteX55" fmla="*/ 9171 w 10000"/>
                    <a:gd name="connsiteY55" fmla="*/ 4728 h 10000"/>
                    <a:gd name="connsiteX56" fmla="*/ 9989 w 10000"/>
                    <a:gd name="connsiteY56" fmla="*/ 5361 h 10000"/>
                    <a:gd name="connsiteX57" fmla="*/ 9755 w 10000"/>
                    <a:gd name="connsiteY57" fmla="*/ 6480 h 10000"/>
                    <a:gd name="connsiteX58" fmla="*/ 7915 w 10000"/>
                    <a:gd name="connsiteY58" fmla="*/ 8816 h 10000"/>
                    <a:gd name="connsiteX59" fmla="*/ 8382 w 10000"/>
                    <a:gd name="connsiteY59" fmla="*/ 7818 h 10000"/>
                    <a:gd name="connsiteX60" fmla="*/ 7565 w 10000"/>
                    <a:gd name="connsiteY60" fmla="*/ 8597 h 10000"/>
                    <a:gd name="connsiteX61" fmla="*/ 7535 w 10000"/>
                    <a:gd name="connsiteY61" fmla="*/ 8913 h 10000"/>
                    <a:gd name="connsiteX62" fmla="*/ 7652 w 10000"/>
                    <a:gd name="connsiteY62" fmla="*/ 8962 h 10000"/>
                    <a:gd name="connsiteX63" fmla="*/ 1372 w 10000"/>
                    <a:gd name="connsiteY63" fmla="*/ 9546 h 10000"/>
                    <a:gd name="connsiteX64" fmla="*/ 2190 w 10000"/>
                    <a:gd name="connsiteY64" fmla="*/ 8768 h 10000"/>
                    <a:gd name="connsiteX65" fmla="*/ 2775 w 10000"/>
                    <a:gd name="connsiteY65" fmla="*/ 8549 h 10000"/>
                    <a:gd name="connsiteX66" fmla="*/ 2746 w 10000"/>
                    <a:gd name="connsiteY66" fmla="*/ 8134 h 10000"/>
                    <a:gd name="connsiteX67" fmla="*/ 3359 w 10000"/>
                    <a:gd name="connsiteY67" fmla="*/ 7575 h 10000"/>
                    <a:gd name="connsiteX68" fmla="*/ 3359 w 10000"/>
                    <a:gd name="connsiteY68" fmla="*/ 7575 h 10000"/>
                    <a:gd name="connsiteX0" fmla="*/ 3359 w 10000"/>
                    <a:gd name="connsiteY0" fmla="*/ 7575 h 10000"/>
                    <a:gd name="connsiteX1" fmla="*/ 2074 w 10000"/>
                    <a:gd name="connsiteY1" fmla="*/ 6918 h 10000"/>
                    <a:gd name="connsiteX2" fmla="*/ 1869 w 10000"/>
                    <a:gd name="connsiteY2" fmla="*/ 6553 h 10000"/>
                    <a:gd name="connsiteX3" fmla="*/ 1139 w 10000"/>
                    <a:gd name="connsiteY3" fmla="*/ 6237 h 10000"/>
                    <a:gd name="connsiteX4" fmla="*/ 3359 w 10000"/>
                    <a:gd name="connsiteY4" fmla="*/ 5313 h 10000"/>
                    <a:gd name="connsiteX5" fmla="*/ 3359 w 10000"/>
                    <a:gd name="connsiteY5" fmla="*/ 5580 h 10000"/>
                    <a:gd name="connsiteX6" fmla="*/ 4060 w 10000"/>
                    <a:gd name="connsiteY6" fmla="*/ 6553 h 10000"/>
                    <a:gd name="connsiteX7" fmla="*/ 5433 w 10000"/>
                    <a:gd name="connsiteY7" fmla="*/ 6699 h 10000"/>
                    <a:gd name="connsiteX8" fmla="*/ 5287 w 10000"/>
                    <a:gd name="connsiteY8" fmla="*/ 7088 h 10000"/>
                    <a:gd name="connsiteX9" fmla="*/ 5696 w 10000"/>
                    <a:gd name="connsiteY9" fmla="*/ 7502 h 10000"/>
                    <a:gd name="connsiteX10" fmla="*/ 5549 w 10000"/>
                    <a:gd name="connsiteY10" fmla="*/ 7891 h 10000"/>
                    <a:gd name="connsiteX11" fmla="*/ 5636 w 10000"/>
                    <a:gd name="connsiteY11" fmla="*/ 8330 h 10000"/>
                    <a:gd name="connsiteX12" fmla="*/ 5520 w 10000"/>
                    <a:gd name="connsiteY12" fmla="*/ 8962 h 10000"/>
                    <a:gd name="connsiteX13" fmla="*/ 5725 w 10000"/>
                    <a:gd name="connsiteY13" fmla="*/ 9279 h 10000"/>
                    <a:gd name="connsiteX14" fmla="*/ 5900 w 10000"/>
                    <a:gd name="connsiteY14" fmla="*/ 9692 h 10000"/>
                    <a:gd name="connsiteX15" fmla="*/ 7010 w 10000"/>
                    <a:gd name="connsiteY15" fmla="*/ 8962 h 10000"/>
                    <a:gd name="connsiteX16" fmla="*/ 7068 w 10000"/>
                    <a:gd name="connsiteY16" fmla="*/ 8306 h 10000"/>
                    <a:gd name="connsiteX17" fmla="*/ 7770 w 10000"/>
                    <a:gd name="connsiteY17" fmla="*/ 7940 h 10000"/>
                    <a:gd name="connsiteX18" fmla="*/ 7799 w 10000"/>
                    <a:gd name="connsiteY18" fmla="*/ 7088 h 10000"/>
                    <a:gd name="connsiteX19" fmla="*/ 8382 w 10000"/>
                    <a:gd name="connsiteY19" fmla="*/ 6772 h 10000"/>
                    <a:gd name="connsiteX20" fmla="*/ 8879 w 10000"/>
                    <a:gd name="connsiteY20" fmla="*/ 5969 h 10000"/>
                    <a:gd name="connsiteX21" fmla="*/ 7857 w 10000"/>
                    <a:gd name="connsiteY21" fmla="*/ 5240 h 10000"/>
                    <a:gd name="connsiteX22" fmla="*/ 7390 w 10000"/>
                    <a:gd name="connsiteY22" fmla="*/ 3925 h 10000"/>
                    <a:gd name="connsiteX23" fmla="*/ 5783 w 10000"/>
                    <a:gd name="connsiteY23" fmla="*/ 3512 h 10000"/>
                    <a:gd name="connsiteX24" fmla="*/ 3564 w 10000"/>
                    <a:gd name="connsiteY24" fmla="*/ 4801 h 10000"/>
                    <a:gd name="connsiteX25" fmla="*/ 409 w 10000"/>
                    <a:gd name="connsiteY25" fmla="*/ 3463 h 10000"/>
                    <a:gd name="connsiteX26" fmla="*/ 876 w 10000"/>
                    <a:gd name="connsiteY26" fmla="*/ 2733 h 10000"/>
                    <a:gd name="connsiteX27" fmla="*/ 789 w 10000"/>
                    <a:gd name="connsiteY27" fmla="*/ 2538 h 10000"/>
                    <a:gd name="connsiteX28" fmla="*/ 1168 w 10000"/>
                    <a:gd name="connsiteY28" fmla="*/ 2465 h 10000"/>
                    <a:gd name="connsiteX29" fmla="*/ 1081 w 10000"/>
                    <a:gd name="connsiteY29" fmla="*/ 2027 h 10000"/>
                    <a:gd name="connsiteX30" fmla="*/ 380 w 10000"/>
                    <a:gd name="connsiteY30" fmla="*/ 1613 h 10000"/>
                    <a:gd name="connsiteX31" fmla="*/ 467 w 10000"/>
                    <a:gd name="connsiteY31" fmla="*/ 1273 h 10000"/>
                    <a:gd name="connsiteX32" fmla="*/ 0 w 10000"/>
                    <a:gd name="connsiteY32" fmla="*/ 1322 h 10000"/>
                    <a:gd name="connsiteX33" fmla="*/ 234 w 10000"/>
                    <a:gd name="connsiteY33" fmla="*/ 1053 h 10000"/>
                    <a:gd name="connsiteX34" fmla="*/ 4293 w 10000"/>
                    <a:gd name="connsiteY34" fmla="*/ 7 h 10000"/>
                    <a:gd name="connsiteX35" fmla="*/ 8616 w 10000"/>
                    <a:gd name="connsiteY35" fmla="*/ 1856 h 10000"/>
                    <a:gd name="connsiteX36" fmla="*/ 8324 w 10000"/>
                    <a:gd name="connsiteY36" fmla="*/ 1638 h 10000"/>
                    <a:gd name="connsiteX37" fmla="*/ 7652 w 10000"/>
                    <a:gd name="connsiteY37" fmla="*/ 1419 h 10000"/>
                    <a:gd name="connsiteX38" fmla="*/ 7419 w 10000"/>
                    <a:gd name="connsiteY38" fmla="*/ 1905 h 10000"/>
                    <a:gd name="connsiteX39" fmla="*/ 6863 w 10000"/>
                    <a:gd name="connsiteY39" fmla="*/ 1808 h 10000"/>
                    <a:gd name="connsiteX40" fmla="*/ 6892 w 10000"/>
                    <a:gd name="connsiteY40" fmla="*/ 2198 h 10000"/>
                    <a:gd name="connsiteX41" fmla="*/ 5754 w 10000"/>
                    <a:gd name="connsiteY41" fmla="*/ 2075 h 10000"/>
                    <a:gd name="connsiteX42" fmla="*/ 5636 w 10000"/>
                    <a:gd name="connsiteY42" fmla="*/ 2830 h 10000"/>
                    <a:gd name="connsiteX43" fmla="*/ 4994 w 10000"/>
                    <a:gd name="connsiteY43" fmla="*/ 2635 h 10000"/>
                    <a:gd name="connsiteX44" fmla="*/ 4936 w 10000"/>
                    <a:gd name="connsiteY44" fmla="*/ 3463 h 10000"/>
                    <a:gd name="connsiteX45" fmla="*/ 5269 w 10000"/>
                    <a:gd name="connsiteY45" fmla="*/ 3504 h 10000"/>
                    <a:gd name="connsiteX46" fmla="*/ 6630 w 10000"/>
                    <a:gd name="connsiteY46" fmla="*/ 2976 h 10000"/>
                    <a:gd name="connsiteX47" fmla="*/ 6923 w 10000"/>
                    <a:gd name="connsiteY47" fmla="*/ 3730 h 10000"/>
                    <a:gd name="connsiteX48" fmla="*/ 7126 w 10000"/>
                    <a:gd name="connsiteY48" fmla="*/ 2927 h 10000"/>
                    <a:gd name="connsiteX49" fmla="*/ 8032 w 10000"/>
                    <a:gd name="connsiteY49" fmla="*/ 3609 h 10000"/>
                    <a:gd name="connsiteX50" fmla="*/ 7886 w 10000"/>
                    <a:gd name="connsiteY50" fmla="*/ 3998 h 10000"/>
                    <a:gd name="connsiteX51" fmla="*/ 8119 w 10000"/>
                    <a:gd name="connsiteY51" fmla="*/ 4485 h 10000"/>
                    <a:gd name="connsiteX52" fmla="*/ 8208 w 10000"/>
                    <a:gd name="connsiteY52" fmla="*/ 5288 h 10000"/>
                    <a:gd name="connsiteX53" fmla="*/ 8733 w 10000"/>
                    <a:gd name="connsiteY53" fmla="*/ 5774 h 10000"/>
                    <a:gd name="connsiteX54" fmla="*/ 9404 w 10000"/>
                    <a:gd name="connsiteY54" fmla="*/ 5313 h 10000"/>
                    <a:gd name="connsiteX55" fmla="*/ 9171 w 10000"/>
                    <a:gd name="connsiteY55" fmla="*/ 4728 h 10000"/>
                    <a:gd name="connsiteX56" fmla="*/ 9989 w 10000"/>
                    <a:gd name="connsiteY56" fmla="*/ 5361 h 10000"/>
                    <a:gd name="connsiteX57" fmla="*/ 9755 w 10000"/>
                    <a:gd name="connsiteY57" fmla="*/ 6480 h 10000"/>
                    <a:gd name="connsiteX58" fmla="*/ 7915 w 10000"/>
                    <a:gd name="connsiteY58" fmla="*/ 8816 h 10000"/>
                    <a:gd name="connsiteX59" fmla="*/ 8382 w 10000"/>
                    <a:gd name="connsiteY59" fmla="*/ 7818 h 10000"/>
                    <a:gd name="connsiteX60" fmla="*/ 7565 w 10000"/>
                    <a:gd name="connsiteY60" fmla="*/ 8597 h 10000"/>
                    <a:gd name="connsiteX61" fmla="*/ 7535 w 10000"/>
                    <a:gd name="connsiteY61" fmla="*/ 8913 h 10000"/>
                    <a:gd name="connsiteX62" fmla="*/ 7652 w 10000"/>
                    <a:gd name="connsiteY62" fmla="*/ 8962 h 10000"/>
                    <a:gd name="connsiteX63" fmla="*/ 1372 w 10000"/>
                    <a:gd name="connsiteY63" fmla="*/ 9546 h 10000"/>
                    <a:gd name="connsiteX64" fmla="*/ 2190 w 10000"/>
                    <a:gd name="connsiteY64" fmla="*/ 8768 h 10000"/>
                    <a:gd name="connsiteX65" fmla="*/ 2775 w 10000"/>
                    <a:gd name="connsiteY65" fmla="*/ 8549 h 10000"/>
                    <a:gd name="connsiteX66" fmla="*/ 2746 w 10000"/>
                    <a:gd name="connsiteY66" fmla="*/ 8134 h 10000"/>
                    <a:gd name="connsiteX67" fmla="*/ 3359 w 10000"/>
                    <a:gd name="connsiteY67" fmla="*/ 7575 h 10000"/>
                    <a:gd name="connsiteX68" fmla="*/ 3359 w 10000"/>
                    <a:gd name="connsiteY68" fmla="*/ 7575 h 10000"/>
                    <a:gd name="connsiteX0" fmla="*/ 3359 w 10000"/>
                    <a:gd name="connsiteY0" fmla="*/ 7575 h 10000"/>
                    <a:gd name="connsiteX1" fmla="*/ 2074 w 10000"/>
                    <a:gd name="connsiteY1" fmla="*/ 6918 h 10000"/>
                    <a:gd name="connsiteX2" fmla="*/ 1869 w 10000"/>
                    <a:gd name="connsiteY2" fmla="*/ 6553 h 10000"/>
                    <a:gd name="connsiteX3" fmla="*/ 1139 w 10000"/>
                    <a:gd name="connsiteY3" fmla="*/ 6237 h 10000"/>
                    <a:gd name="connsiteX4" fmla="*/ 3359 w 10000"/>
                    <a:gd name="connsiteY4" fmla="*/ 5313 h 10000"/>
                    <a:gd name="connsiteX5" fmla="*/ 3359 w 10000"/>
                    <a:gd name="connsiteY5" fmla="*/ 5580 h 10000"/>
                    <a:gd name="connsiteX6" fmla="*/ 4060 w 10000"/>
                    <a:gd name="connsiteY6" fmla="*/ 6553 h 10000"/>
                    <a:gd name="connsiteX7" fmla="*/ 5433 w 10000"/>
                    <a:gd name="connsiteY7" fmla="*/ 6699 h 10000"/>
                    <a:gd name="connsiteX8" fmla="*/ 5287 w 10000"/>
                    <a:gd name="connsiteY8" fmla="*/ 7088 h 10000"/>
                    <a:gd name="connsiteX9" fmla="*/ 5696 w 10000"/>
                    <a:gd name="connsiteY9" fmla="*/ 7502 h 10000"/>
                    <a:gd name="connsiteX10" fmla="*/ 5549 w 10000"/>
                    <a:gd name="connsiteY10" fmla="*/ 7891 h 10000"/>
                    <a:gd name="connsiteX11" fmla="*/ 5636 w 10000"/>
                    <a:gd name="connsiteY11" fmla="*/ 8330 h 10000"/>
                    <a:gd name="connsiteX12" fmla="*/ 5520 w 10000"/>
                    <a:gd name="connsiteY12" fmla="*/ 8962 h 10000"/>
                    <a:gd name="connsiteX13" fmla="*/ 5725 w 10000"/>
                    <a:gd name="connsiteY13" fmla="*/ 9279 h 10000"/>
                    <a:gd name="connsiteX14" fmla="*/ 5900 w 10000"/>
                    <a:gd name="connsiteY14" fmla="*/ 9692 h 10000"/>
                    <a:gd name="connsiteX15" fmla="*/ 7010 w 10000"/>
                    <a:gd name="connsiteY15" fmla="*/ 8962 h 10000"/>
                    <a:gd name="connsiteX16" fmla="*/ 7068 w 10000"/>
                    <a:gd name="connsiteY16" fmla="*/ 8306 h 10000"/>
                    <a:gd name="connsiteX17" fmla="*/ 7770 w 10000"/>
                    <a:gd name="connsiteY17" fmla="*/ 7940 h 10000"/>
                    <a:gd name="connsiteX18" fmla="*/ 7799 w 10000"/>
                    <a:gd name="connsiteY18" fmla="*/ 7088 h 10000"/>
                    <a:gd name="connsiteX19" fmla="*/ 8382 w 10000"/>
                    <a:gd name="connsiteY19" fmla="*/ 6772 h 10000"/>
                    <a:gd name="connsiteX20" fmla="*/ 8879 w 10000"/>
                    <a:gd name="connsiteY20" fmla="*/ 5969 h 10000"/>
                    <a:gd name="connsiteX21" fmla="*/ 7857 w 10000"/>
                    <a:gd name="connsiteY21" fmla="*/ 5240 h 10000"/>
                    <a:gd name="connsiteX22" fmla="*/ 7390 w 10000"/>
                    <a:gd name="connsiteY22" fmla="*/ 3925 h 10000"/>
                    <a:gd name="connsiteX23" fmla="*/ 5783 w 10000"/>
                    <a:gd name="connsiteY23" fmla="*/ 3512 h 10000"/>
                    <a:gd name="connsiteX24" fmla="*/ 3564 w 10000"/>
                    <a:gd name="connsiteY24" fmla="*/ 4801 h 10000"/>
                    <a:gd name="connsiteX25" fmla="*/ 409 w 10000"/>
                    <a:gd name="connsiteY25" fmla="*/ 3463 h 10000"/>
                    <a:gd name="connsiteX26" fmla="*/ 876 w 10000"/>
                    <a:gd name="connsiteY26" fmla="*/ 2733 h 10000"/>
                    <a:gd name="connsiteX27" fmla="*/ 789 w 10000"/>
                    <a:gd name="connsiteY27" fmla="*/ 2538 h 10000"/>
                    <a:gd name="connsiteX28" fmla="*/ 1168 w 10000"/>
                    <a:gd name="connsiteY28" fmla="*/ 2465 h 10000"/>
                    <a:gd name="connsiteX29" fmla="*/ 1081 w 10000"/>
                    <a:gd name="connsiteY29" fmla="*/ 2027 h 10000"/>
                    <a:gd name="connsiteX30" fmla="*/ 380 w 10000"/>
                    <a:gd name="connsiteY30" fmla="*/ 1613 h 10000"/>
                    <a:gd name="connsiteX31" fmla="*/ 467 w 10000"/>
                    <a:gd name="connsiteY31" fmla="*/ 1273 h 10000"/>
                    <a:gd name="connsiteX32" fmla="*/ 0 w 10000"/>
                    <a:gd name="connsiteY32" fmla="*/ 1322 h 10000"/>
                    <a:gd name="connsiteX33" fmla="*/ 234 w 10000"/>
                    <a:gd name="connsiteY33" fmla="*/ 1053 h 10000"/>
                    <a:gd name="connsiteX34" fmla="*/ 4293 w 10000"/>
                    <a:gd name="connsiteY34" fmla="*/ 7 h 10000"/>
                    <a:gd name="connsiteX35" fmla="*/ 8616 w 10000"/>
                    <a:gd name="connsiteY35" fmla="*/ 1856 h 10000"/>
                    <a:gd name="connsiteX36" fmla="*/ 8324 w 10000"/>
                    <a:gd name="connsiteY36" fmla="*/ 1638 h 10000"/>
                    <a:gd name="connsiteX37" fmla="*/ 7652 w 10000"/>
                    <a:gd name="connsiteY37" fmla="*/ 1419 h 10000"/>
                    <a:gd name="connsiteX38" fmla="*/ 7419 w 10000"/>
                    <a:gd name="connsiteY38" fmla="*/ 1905 h 10000"/>
                    <a:gd name="connsiteX39" fmla="*/ 6863 w 10000"/>
                    <a:gd name="connsiteY39" fmla="*/ 1808 h 10000"/>
                    <a:gd name="connsiteX40" fmla="*/ 6892 w 10000"/>
                    <a:gd name="connsiteY40" fmla="*/ 2198 h 10000"/>
                    <a:gd name="connsiteX41" fmla="*/ 5754 w 10000"/>
                    <a:gd name="connsiteY41" fmla="*/ 2075 h 10000"/>
                    <a:gd name="connsiteX42" fmla="*/ 5636 w 10000"/>
                    <a:gd name="connsiteY42" fmla="*/ 2830 h 10000"/>
                    <a:gd name="connsiteX43" fmla="*/ 4994 w 10000"/>
                    <a:gd name="connsiteY43" fmla="*/ 2635 h 10000"/>
                    <a:gd name="connsiteX44" fmla="*/ 4936 w 10000"/>
                    <a:gd name="connsiteY44" fmla="*/ 3463 h 10000"/>
                    <a:gd name="connsiteX45" fmla="*/ 6630 w 10000"/>
                    <a:gd name="connsiteY45" fmla="*/ 2976 h 10000"/>
                    <a:gd name="connsiteX46" fmla="*/ 6923 w 10000"/>
                    <a:gd name="connsiteY46" fmla="*/ 3730 h 10000"/>
                    <a:gd name="connsiteX47" fmla="*/ 7126 w 10000"/>
                    <a:gd name="connsiteY47" fmla="*/ 2927 h 10000"/>
                    <a:gd name="connsiteX48" fmla="*/ 8032 w 10000"/>
                    <a:gd name="connsiteY48" fmla="*/ 3609 h 10000"/>
                    <a:gd name="connsiteX49" fmla="*/ 7886 w 10000"/>
                    <a:gd name="connsiteY49" fmla="*/ 3998 h 10000"/>
                    <a:gd name="connsiteX50" fmla="*/ 8119 w 10000"/>
                    <a:gd name="connsiteY50" fmla="*/ 4485 h 10000"/>
                    <a:gd name="connsiteX51" fmla="*/ 8208 w 10000"/>
                    <a:gd name="connsiteY51" fmla="*/ 5288 h 10000"/>
                    <a:gd name="connsiteX52" fmla="*/ 8733 w 10000"/>
                    <a:gd name="connsiteY52" fmla="*/ 5774 h 10000"/>
                    <a:gd name="connsiteX53" fmla="*/ 9404 w 10000"/>
                    <a:gd name="connsiteY53" fmla="*/ 5313 h 10000"/>
                    <a:gd name="connsiteX54" fmla="*/ 9171 w 10000"/>
                    <a:gd name="connsiteY54" fmla="*/ 4728 h 10000"/>
                    <a:gd name="connsiteX55" fmla="*/ 9989 w 10000"/>
                    <a:gd name="connsiteY55" fmla="*/ 5361 h 10000"/>
                    <a:gd name="connsiteX56" fmla="*/ 9755 w 10000"/>
                    <a:gd name="connsiteY56" fmla="*/ 6480 h 10000"/>
                    <a:gd name="connsiteX57" fmla="*/ 7915 w 10000"/>
                    <a:gd name="connsiteY57" fmla="*/ 8816 h 10000"/>
                    <a:gd name="connsiteX58" fmla="*/ 8382 w 10000"/>
                    <a:gd name="connsiteY58" fmla="*/ 7818 h 10000"/>
                    <a:gd name="connsiteX59" fmla="*/ 7565 w 10000"/>
                    <a:gd name="connsiteY59" fmla="*/ 8597 h 10000"/>
                    <a:gd name="connsiteX60" fmla="*/ 7535 w 10000"/>
                    <a:gd name="connsiteY60" fmla="*/ 8913 h 10000"/>
                    <a:gd name="connsiteX61" fmla="*/ 7652 w 10000"/>
                    <a:gd name="connsiteY61" fmla="*/ 8962 h 10000"/>
                    <a:gd name="connsiteX62" fmla="*/ 1372 w 10000"/>
                    <a:gd name="connsiteY62" fmla="*/ 9546 h 10000"/>
                    <a:gd name="connsiteX63" fmla="*/ 2190 w 10000"/>
                    <a:gd name="connsiteY63" fmla="*/ 8768 h 10000"/>
                    <a:gd name="connsiteX64" fmla="*/ 2775 w 10000"/>
                    <a:gd name="connsiteY64" fmla="*/ 8549 h 10000"/>
                    <a:gd name="connsiteX65" fmla="*/ 2746 w 10000"/>
                    <a:gd name="connsiteY65" fmla="*/ 8134 h 10000"/>
                    <a:gd name="connsiteX66" fmla="*/ 3359 w 10000"/>
                    <a:gd name="connsiteY66" fmla="*/ 7575 h 10000"/>
                    <a:gd name="connsiteX67" fmla="*/ 3359 w 10000"/>
                    <a:gd name="connsiteY67" fmla="*/ 7575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10000" h="10000">
                      <a:moveTo>
                        <a:pt x="3359" y="7575"/>
                      </a:moveTo>
                      <a:cubicBezTo>
                        <a:pt x="3359" y="7211"/>
                        <a:pt x="2366" y="7235"/>
                        <a:pt x="2074" y="6918"/>
                      </a:cubicBezTo>
                      <a:cubicBezTo>
                        <a:pt x="1957" y="6796"/>
                        <a:pt x="2015" y="6723"/>
                        <a:pt x="1869" y="6553"/>
                      </a:cubicBezTo>
                      <a:cubicBezTo>
                        <a:pt x="1519" y="6529"/>
                        <a:pt x="1198" y="6505"/>
                        <a:pt x="1139" y="6237"/>
                      </a:cubicBezTo>
                      <a:cubicBezTo>
                        <a:pt x="1840" y="5896"/>
                        <a:pt x="2599" y="5604"/>
                        <a:pt x="3359" y="5313"/>
                      </a:cubicBezTo>
                      <a:cubicBezTo>
                        <a:pt x="3330" y="5385"/>
                        <a:pt x="3330" y="5507"/>
                        <a:pt x="3359" y="5580"/>
                      </a:cubicBezTo>
                      <a:cubicBezTo>
                        <a:pt x="3709" y="5823"/>
                        <a:pt x="3709" y="6335"/>
                        <a:pt x="4060" y="6553"/>
                      </a:cubicBezTo>
                      <a:cubicBezTo>
                        <a:pt x="4644" y="6578"/>
                        <a:pt x="5345" y="6213"/>
                        <a:pt x="5433" y="6699"/>
                      </a:cubicBezTo>
                      <a:cubicBezTo>
                        <a:pt x="5462" y="6869"/>
                        <a:pt x="5258" y="6894"/>
                        <a:pt x="5287" y="7088"/>
                      </a:cubicBezTo>
                      <a:cubicBezTo>
                        <a:pt x="5316" y="7235"/>
                        <a:pt x="5667" y="7284"/>
                        <a:pt x="5696" y="7502"/>
                      </a:cubicBezTo>
                      <a:cubicBezTo>
                        <a:pt x="5725" y="7600"/>
                        <a:pt x="5578" y="7721"/>
                        <a:pt x="5549" y="7891"/>
                      </a:cubicBezTo>
                      <a:cubicBezTo>
                        <a:pt x="5549" y="8013"/>
                        <a:pt x="5607" y="8134"/>
                        <a:pt x="5636" y="8330"/>
                      </a:cubicBezTo>
                      <a:cubicBezTo>
                        <a:pt x="5636" y="8597"/>
                        <a:pt x="5520" y="8840"/>
                        <a:pt x="5520" y="8962"/>
                      </a:cubicBezTo>
                      <a:cubicBezTo>
                        <a:pt x="5549" y="9059"/>
                        <a:pt x="5667" y="9132"/>
                        <a:pt x="5725" y="9279"/>
                      </a:cubicBezTo>
                      <a:cubicBezTo>
                        <a:pt x="5812" y="9522"/>
                        <a:pt x="5696" y="9619"/>
                        <a:pt x="5900" y="9692"/>
                      </a:cubicBezTo>
                      <a:cubicBezTo>
                        <a:pt x="6192" y="9765"/>
                        <a:pt x="6892" y="9182"/>
                        <a:pt x="7010" y="8962"/>
                      </a:cubicBezTo>
                      <a:cubicBezTo>
                        <a:pt x="7097" y="8743"/>
                        <a:pt x="6952" y="8500"/>
                        <a:pt x="7068" y="8306"/>
                      </a:cubicBezTo>
                      <a:cubicBezTo>
                        <a:pt x="7301" y="8184"/>
                        <a:pt x="7681" y="8233"/>
                        <a:pt x="7770" y="7940"/>
                      </a:cubicBezTo>
                      <a:cubicBezTo>
                        <a:pt x="7857" y="7600"/>
                        <a:pt x="7594" y="7357"/>
                        <a:pt x="7799" y="7088"/>
                      </a:cubicBezTo>
                      <a:cubicBezTo>
                        <a:pt x="7915" y="6942"/>
                        <a:pt x="8208" y="6894"/>
                        <a:pt x="8382" y="6772"/>
                      </a:cubicBezTo>
                      <a:cubicBezTo>
                        <a:pt x="8733" y="6578"/>
                        <a:pt x="8850" y="6335"/>
                        <a:pt x="8879" y="5969"/>
                      </a:cubicBezTo>
                      <a:cubicBezTo>
                        <a:pt x="8353" y="5799"/>
                        <a:pt x="7973" y="5701"/>
                        <a:pt x="7857" y="5240"/>
                      </a:cubicBezTo>
                      <a:cubicBezTo>
                        <a:pt x="7739" y="4728"/>
                        <a:pt x="7857" y="4144"/>
                        <a:pt x="7390" y="3925"/>
                      </a:cubicBezTo>
                      <a:cubicBezTo>
                        <a:pt x="6688" y="4095"/>
                        <a:pt x="6309" y="3560"/>
                        <a:pt x="5783" y="3512"/>
                      </a:cubicBezTo>
                      <a:cubicBezTo>
                        <a:pt x="4498" y="3341"/>
                        <a:pt x="4060" y="4193"/>
                        <a:pt x="3564" y="4801"/>
                      </a:cubicBezTo>
                      <a:cubicBezTo>
                        <a:pt x="2483" y="4388"/>
                        <a:pt x="1490" y="3876"/>
                        <a:pt x="409" y="3463"/>
                      </a:cubicBezTo>
                      <a:cubicBezTo>
                        <a:pt x="555" y="3220"/>
                        <a:pt x="438" y="2733"/>
                        <a:pt x="876" y="2733"/>
                      </a:cubicBezTo>
                      <a:cubicBezTo>
                        <a:pt x="876" y="2635"/>
                        <a:pt x="701" y="2611"/>
                        <a:pt x="789" y="2538"/>
                      </a:cubicBezTo>
                      <a:cubicBezTo>
                        <a:pt x="876" y="2490"/>
                        <a:pt x="1081" y="2514"/>
                        <a:pt x="1168" y="2465"/>
                      </a:cubicBezTo>
                      <a:cubicBezTo>
                        <a:pt x="1256" y="2319"/>
                        <a:pt x="1139" y="2148"/>
                        <a:pt x="1081" y="2027"/>
                      </a:cubicBezTo>
                      <a:cubicBezTo>
                        <a:pt x="701" y="2075"/>
                        <a:pt x="555" y="1808"/>
                        <a:pt x="380" y="1613"/>
                      </a:cubicBezTo>
                      <a:cubicBezTo>
                        <a:pt x="380" y="1492"/>
                        <a:pt x="496" y="1443"/>
                        <a:pt x="467" y="1273"/>
                      </a:cubicBezTo>
                      <a:cubicBezTo>
                        <a:pt x="322" y="1199"/>
                        <a:pt x="175" y="1346"/>
                        <a:pt x="0" y="1322"/>
                      </a:cubicBezTo>
                      <a:cubicBezTo>
                        <a:pt x="0" y="1199"/>
                        <a:pt x="146" y="1126"/>
                        <a:pt x="234" y="1053"/>
                      </a:cubicBezTo>
                      <a:cubicBezTo>
                        <a:pt x="1168" y="470"/>
                        <a:pt x="2570" y="-66"/>
                        <a:pt x="4293" y="7"/>
                      </a:cubicBezTo>
                      <a:cubicBezTo>
                        <a:pt x="6280" y="104"/>
                        <a:pt x="7799" y="956"/>
                        <a:pt x="8616" y="1856"/>
                      </a:cubicBezTo>
                      <a:cubicBezTo>
                        <a:pt x="8412" y="1881"/>
                        <a:pt x="8499" y="1662"/>
                        <a:pt x="8324" y="1638"/>
                      </a:cubicBezTo>
                      <a:cubicBezTo>
                        <a:pt x="8061" y="1613"/>
                        <a:pt x="7886" y="1492"/>
                        <a:pt x="7652" y="1419"/>
                      </a:cubicBezTo>
                      <a:cubicBezTo>
                        <a:pt x="7448" y="1468"/>
                        <a:pt x="7594" y="1808"/>
                        <a:pt x="7419" y="1905"/>
                      </a:cubicBezTo>
                      <a:cubicBezTo>
                        <a:pt x="7156" y="1929"/>
                        <a:pt x="7068" y="1832"/>
                        <a:pt x="6863" y="1808"/>
                      </a:cubicBezTo>
                      <a:cubicBezTo>
                        <a:pt x="6776" y="1929"/>
                        <a:pt x="6923" y="2051"/>
                        <a:pt x="6892" y="2198"/>
                      </a:cubicBezTo>
                      <a:cubicBezTo>
                        <a:pt x="6514" y="2368"/>
                        <a:pt x="6192" y="2051"/>
                        <a:pt x="5754" y="2075"/>
                      </a:cubicBezTo>
                      <a:cubicBezTo>
                        <a:pt x="5491" y="2198"/>
                        <a:pt x="5725" y="2635"/>
                        <a:pt x="5636" y="2830"/>
                      </a:cubicBezTo>
                      <a:cubicBezTo>
                        <a:pt x="5374" y="2806"/>
                        <a:pt x="5258" y="2684"/>
                        <a:pt x="4994" y="2635"/>
                      </a:cubicBezTo>
                      <a:cubicBezTo>
                        <a:pt x="4820" y="2781"/>
                        <a:pt x="4907" y="3244"/>
                        <a:pt x="4936" y="3463"/>
                      </a:cubicBezTo>
                      <a:cubicBezTo>
                        <a:pt x="5209" y="3520"/>
                        <a:pt x="6299" y="2932"/>
                        <a:pt x="6630" y="2976"/>
                      </a:cubicBezTo>
                      <a:cubicBezTo>
                        <a:pt x="6834" y="3146"/>
                        <a:pt x="6805" y="3512"/>
                        <a:pt x="6923" y="3730"/>
                      </a:cubicBezTo>
                      <a:cubicBezTo>
                        <a:pt x="7419" y="3657"/>
                        <a:pt x="7039" y="3196"/>
                        <a:pt x="7126" y="2927"/>
                      </a:cubicBezTo>
                      <a:cubicBezTo>
                        <a:pt x="7565" y="3049"/>
                        <a:pt x="7681" y="3439"/>
                        <a:pt x="8032" y="3609"/>
                      </a:cubicBezTo>
                      <a:cubicBezTo>
                        <a:pt x="8061" y="3730"/>
                        <a:pt x="7886" y="3876"/>
                        <a:pt x="7886" y="3998"/>
                      </a:cubicBezTo>
                      <a:cubicBezTo>
                        <a:pt x="7886" y="4119"/>
                        <a:pt x="8090" y="4290"/>
                        <a:pt x="8119" y="4485"/>
                      </a:cubicBezTo>
                      <a:cubicBezTo>
                        <a:pt x="8208" y="4777"/>
                        <a:pt x="8090" y="5068"/>
                        <a:pt x="8208" y="5288"/>
                      </a:cubicBezTo>
                      <a:cubicBezTo>
                        <a:pt x="8324" y="5531"/>
                        <a:pt x="8587" y="5677"/>
                        <a:pt x="8733" y="5774"/>
                      </a:cubicBezTo>
                      <a:cubicBezTo>
                        <a:pt x="8908" y="5629"/>
                        <a:pt x="9346" y="5507"/>
                        <a:pt x="9404" y="5313"/>
                      </a:cubicBezTo>
                      <a:cubicBezTo>
                        <a:pt x="9463" y="5044"/>
                        <a:pt x="9142" y="5020"/>
                        <a:pt x="9171" y="4728"/>
                      </a:cubicBezTo>
                      <a:cubicBezTo>
                        <a:pt x="9551" y="4582"/>
                        <a:pt x="9931" y="5141"/>
                        <a:pt x="9989" y="5361"/>
                      </a:cubicBezTo>
                      <a:cubicBezTo>
                        <a:pt x="10047" y="5653"/>
                        <a:pt x="9872" y="6115"/>
                        <a:pt x="9755" y="6480"/>
                      </a:cubicBezTo>
                      <a:cubicBezTo>
                        <a:pt x="9404" y="7429"/>
                        <a:pt x="8646" y="8306"/>
                        <a:pt x="7915" y="8816"/>
                      </a:cubicBezTo>
                      <a:cubicBezTo>
                        <a:pt x="8032" y="8573"/>
                        <a:pt x="8616" y="8354"/>
                        <a:pt x="8382" y="7818"/>
                      </a:cubicBezTo>
                      <a:cubicBezTo>
                        <a:pt x="7915" y="7940"/>
                        <a:pt x="7915" y="8403"/>
                        <a:pt x="7565" y="8597"/>
                      </a:cubicBezTo>
                      <a:cubicBezTo>
                        <a:pt x="7565" y="8719"/>
                        <a:pt x="7535" y="8816"/>
                        <a:pt x="7535" y="8913"/>
                      </a:cubicBezTo>
                      <a:cubicBezTo>
                        <a:pt x="7506" y="8986"/>
                        <a:pt x="7594" y="8962"/>
                        <a:pt x="7652" y="8962"/>
                      </a:cubicBezTo>
                      <a:cubicBezTo>
                        <a:pt x="6425" y="10008"/>
                        <a:pt x="3242" y="10374"/>
                        <a:pt x="1372" y="9546"/>
                      </a:cubicBezTo>
                      <a:cubicBezTo>
                        <a:pt x="1548" y="9206"/>
                        <a:pt x="2278" y="9328"/>
                        <a:pt x="2190" y="8768"/>
                      </a:cubicBezTo>
                      <a:cubicBezTo>
                        <a:pt x="2424" y="8719"/>
                        <a:pt x="2687" y="8719"/>
                        <a:pt x="2775" y="8549"/>
                      </a:cubicBezTo>
                      <a:cubicBezTo>
                        <a:pt x="2804" y="8330"/>
                        <a:pt x="2687" y="8257"/>
                        <a:pt x="2746" y="8134"/>
                      </a:cubicBezTo>
                      <a:cubicBezTo>
                        <a:pt x="2833" y="7867"/>
                        <a:pt x="3388" y="7891"/>
                        <a:pt x="3359" y="7575"/>
                      </a:cubicBezTo>
                      <a:lnTo>
                        <a:pt x="3359" y="757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35" name="Group 6"/>
              <p:cNvGrpSpPr>
                <a:grpSpLocks noChangeAspect="1"/>
              </p:cNvGrpSpPr>
              <p:nvPr/>
            </p:nvGrpSpPr>
            <p:grpSpPr bwMode="gray">
              <a:xfrm>
                <a:off x="6121259" y="5451425"/>
                <a:ext cx="1910433" cy="1399444"/>
                <a:chOff x="1191" y="132"/>
                <a:chExt cx="3062" cy="2243"/>
              </a:xfrm>
              <a:solidFill>
                <a:srgbClr val="CCEAD3"/>
              </a:solidFill>
              <a:effectLst/>
            </p:grpSpPr>
            <p:sp>
              <p:nvSpPr>
                <p:cNvPr id="136" name="Freeform 7"/>
                <p:cNvSpPr>
                  <a:spLocks/>
                </p:cNvSpPr>
                <p:nvPr/>
              </p:nvSpPr>
              <p:spPr bwMode="gray">
                <a:xfrm>
                  <a:off x="1191" y="132"/>
                  <a:ext cx="1250" cy="2243"/>
                </a:xfrm>
                <a:custGeom>
                  <a:avLst/>
                  <a:gdLst>
                    <a:gd name="T0" fmla="*/ 16 w 529"/>
                    <a:gd name="T1" fmla="*/ 0 h 950"/>
                    <a:gd name="T2" fmla="*/ 83 w 529"/>
                    <a:gd name="T3" fmla="*/ 26 h 950"/>
                    <a:gd name="T4" fmla="*/ 113 w 529"/>
                    <a:gd name="T5" fmla="*/ 106 h 950"/>
                    <a:gd name="T6" fmla="*/ 176 w 529"/>
                    <a:gd name="T7" fmla="*/ 371 h 950"/>
                    <a:gd name="T8" fmla="*/ 132 w 529"/>
                    <a:gd name="T9" fmla="*/ 455 h 950"/>
                    <a:gd name="T10" fmla="*/ 162 w 529"/>
                    <a:gd name="T11" fmla="*/ 505 h 950"/>
                    <a:gd name="T12" fmla="*/ 233 w 529"/>
                    <a:gd name="T13" fmla="*/ 591 h 950"/>
                    <a:gd name="T14" fmla="*/ 279 w 529"/>
                    <a:gd name="T15" fmla="*/ 619 h 950"/>
                    <a:gd name="T16" fmla="*/ 261 w 529"/>
                    <a:gd name="T17" fmla="*/ 575 h 950"/>
                    <a:gd name="T18" fmla="*/ 192 w 529"/>
                    <a:gd name="T19" fmla="*/ 496 h 950"/>
                    <a:gd name="T20" fmla="*/ 162 w 529"/>
                    <a:gd name="T21" fmla="*/ 452 h 950"/>
                    <a:gd name="T22" fmla="*/ 196 w 529"/>
                    <a:gd name="T23" fmla="*/ 399 h 950"/>
                    <a:gd name="T24" fmla="*/ 496 w 529"/>
                    <a:gd name="T25" fmla="*/ 655 h 950"/>
                    <a:gd name="T26" fmla="*/ 510 w 529"/>
                    <a:gd name="T27" fmla="*/ 752 h 950"/>
                    <a:gd name="T28" fmla="*/ 529 w 529"/>
                    <a:gd name="T29" fmla="*/ 950 h 950"/>
                    <a:gd name="T30" fmla="*/ 348 w 529"/>
                    <a:gd name="T31" fmla="*/ 950 h 950"/>
                    <a:gd name="T32" fmla="*/ 323 w 529"/>
                    <a:gd name="T33" fmla="*/ 882 h 950"/>
                    <a:gd name="T34" fmla="*/ 298 w 529"/>
                    <a:gd name="T35" fmla="*/ 815 h 950"/>
                    <a:gd name="T36" fmla="*/ 226 w 529"/>
                    <a:gd name="T37" fmla="*/ 759 h 950"/>
                    <a:gd name="T38" fmla="*/ 85 w 529"/>
                    <a:gd name="T39" fmla="*/ 644 h 950"/>
                    <a:gd name="T40" fmla="*/ 19 w 529"/>
                    <a:gd name="T41" fmla="*/ 577 h 950"/>
                    <a:gd name="T42" fmla="*/ 3 w 529"/>
                    <a:gd name="T43" fmla="*/ 441 h 950"/>
                    <a:gd name="T44" fmla="*/ 14 w 529"/>
                    <a:gd name="T45" fmla="*/ 5 h 950"/>
                    <a:gd name="T46" fmla="*/ 16 w 529"/>
                    <a:gd name="T47" fmla="*/ 0 h 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29" h="950">
                      <a:moveTo>
                        <a:pt x="16" y="0"/>
                      </a:moveTo>
                      <a:cubicBezTo>
                        <a:pt x="39" y="6"/>
                        <a:pt x="67" y="9"/>
                        <a:pt x="83" y="26"/>
                      </a:cubicBezTo>
                      <a:cubicBezTo>
                        <a:pt x="98" y="43"/>
                        <a:pt x="105" y="79"/>
                        <a:pt x="113" y="106"/>
                      </a:cubicBezTo>
                      <a:cubicBezTo>
                        <a:pt x="136" y="189"/>
                        <a:pt x="160" y="289"/>
                        <a:pt x="176" y="371"/>
                      </a:cubicBezTo>
                      <a:cubicBezTo>
                        <a:pt x="167" y="400"/>
                        <a:pt x="130" y="414"/>
                        <a:pt x="132" y="455"/>
                      </a:cubicBezTo>
                      <a:cubicBezTo>
                        <a:pt x="133" y="473"/>
                        <a:pt x="150" y="488"/>
                        <a:pt x="162" y="505"/>
                      </a:cubicBezTo>
                      <a:cubicBezTo>
                        <a:pt x="187" y="538"/>
                        <a:pt x="201" y="557"/>
                        <a:pt x="233" y="591"/>
                      </a:cubicBezTo>
                      <a:cubicBezTo>
                        <a:pt x="243" y="602"/>
                        <a:pt x="266" y="627"/>
                        <a:pt x="279" y="619"/>
                      </a:cubicBezTo>
                      <a:cubicBezTo>
                        <a:pt x="299" y="608"/>
                        <a:pt x="271" y="585"/>
                        <a:pt x="261" y="575"/>
                      </a:cubicBezTo>
                      <a:cubicBezTo>
                        <a:pt x="231" y="546"/>
                        <a:pt x="218" y="529"/>
                        <a:pt x="192" y="496"/>
                      </a:cubicBezTo>
                      <a:cubicBezTo>
                        <a:pt x="183" y="483"/>
                        <a:pt x="163" y="464"/>
                        <a:pt x="162" y="452"/>
                      </a:cubicBezTo>
                      <a:cubicBezTo>
                        <a:pt x="161" y="427"/>
                        <a:pt x="186" y="420"/>
                        <a:pt x="196" y="399"/>
                      </a:cubicBezTo>
                      <a:cubicBezTo>
                        <a:pt x="317" y="461"/>
                        <a:pt x="451" y="517"/>
                        <a:pt x="496" y="655"/>
                      </a:cubicBezTo>
                      <a:cubicBezTo>
                        <a:pt x="506" y="685"/>
                        <a:pt x="506" y="715"/>
                        <a:pt x="510" y="752"/>
                      </a:cubicBezTo>
                      <a:cubicBezTo>
                        <a:pt x="516" y="816"/>
                        <a:pt x="524" y="883"/>
                        <a:pt x="529" y="950"/>
                      </a:cubicBezTo>
                      <a:cubicBezTo>
                        <a:pt x="469" y="950"/>
                        <a:pt x="408" y="950"/>
                        <a:pt x="348" y="950"/>
                      </a:cubicBezTo>
                      <a:cubicBezTo>
                        <a:pt x="341" y="928"/>
                        <a:pt x="332" y="906"/>
                        <a:pt x="323" y="882"/>
                      </a:cubicBezTo>
                      <a:cubicBezTo>
                        <a:pt x="315" y="861"/>
                        <a:pt x="310" y="833"/>
                        <a:pt x="298" y="815"/>
                      </a:cubicBezTo>
                      <a:cubicBezTo>
                        <a:pt x="287" y="799"/>
                        <a:pt x="243" y="772"/>
                        <a:pt x="226" y="759"/>
                      </a:cubicBezTo>
                      <a:cubicBezTo>
                        <a:pt x="176" y="721"/>
                        <a:pt x="132" y="685"/>
                        <a:pt x="85" y="644"/>
                      </a:cubicBezTo>
                      <a:cubicBezTo>
                        <a:pt x="64" y="626"/>
                        <a:pt x="30" y="602"/>
                        <a:pt x="19" y="577"/>
                      </a:cubicBezTo>
                      <a:cubicBezTo>
                        <a:pt x="5" y="544"/>
                        <a:pt x="5" y="486"/>
                        <a:pt x="3" y="441"/>
                      </a:cubicBezTo>
                      <a:cubicBezTo>
                        <a:pt x="0" y="296"/>
                        <a:pt x="5" y="145"/>
                        <a:pt x="14" y="5"/>
                      </a:cubicBezTo>
                      <a:cubicBezTo>
                        <a:pt x="14" y="3"/>
                        <a:pt x="14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7" name="Freeform 8"/>
                <p:cNvSpPr>
                  <a:spLocks/>
                </p:cNvSpPr>
                <p:nvPr/>
              </p:nvSpPr>
              <p:spPr bwMode="gray">
                <a:xfrm>
                  <a:off x="3001" y="132"/>
                  <a:ext cx="1252" cy="2243"/>
                </a:xfrm>
                <a:custGeom>
                  <a:avLst/>
                  <a:gdLst>
                    <a:gd name="T0" fmla="*/ 514 w 530"/>
                    <a:gd name="T1" fmla="*/ 0 h 950"/>
                    <a:gd name="T2" fmla="*/ 515 w 530"/>
                    <a:gd name="T3" fmla="*/ 2 h 950"/>
                    <a:gd name="T4" fmla="*/ 526 w 530"/>
                    <a:gd name="T5" fmla="*/ 441 h 950"/>
                    <a:gd name="T6" fmla="*/ 508 w 530"/>
                    <a:gd name="T7" fmla="*/ 579 h 950"/>
                    <a:gd name="T8" fmla="*/ 445 w 530"/>
                    <a:gd name="T9" fmla="*/ 644 h 950"/>
                    <a:gd name="T10" fmla="*/ 231 w 530"/>
                    <a:gd name="T11" fmla="*/ 814 h 950"/>
                    <a:gd name="T12" fmla="*/ 182 w 530"/>
                    <a:gd name="T13" fmla="*/ 950 h 950"/>
                    <a:gd name="T14" fmla="*/ 0 w 530"/>
                    <a:gd name="T15" fmla="*/ 950 h 950"/>
                    <a:gd name="T16" fmla="*/ 19 w 530"/>
                    <a:gd name="T17" fmla="*/ 750 h 950"/>
                    <a:gd name="T18" fmla="*/ 71 w 530"/>
                    <a:gd name="T19" fmla="*/ 581 h 950"/>
                    <a:gd name="T20" fmla="*/ 332 w 530"/>
                    <a:gd name="T21" fmla="*/ 399 h 950"/>
                    <a:gd name="T22" fmla="*/ 367 w 530"/>
                    <a:gd name="T23" fmla="*/ 450 h 950"/>
                    <a:gd name="T24" fmla="*/ 337 w 530"/>
                    <a:gd name="T25" fmla="*/ 496 h 950"/>
                    <a:gd name="T26" fmla="*/ 268 w 530"/>
                    <a:gd name="T27" fmla="*/ 575 h 950"/>
                    <a:gd name="T28" fmla="*/ 249 w 530"/>
                    <a:gd name="T29" fmla="*/ 619 h 950"/>
                    <a:gd name="T30" fmla="*/ 297 w 530"/>
                    <a:gd name="T31" fmla="*/ 591 h 950"/>
                    <a:gd name="T32" fmla="*/ 367 w 530"/>
                    <a:gd name="T33" fmla="*/ 505 h 950"/>
                    <a:gd name="T34" fmla="*/ 397 w 530"/>
                    <a:gd name="T35" fmla="*/ 457 h 950"/>
                    <a:gd name="T36" fmla="*/ 353 w 530"/>
                    <a:gd name="T37" fmla="*/ 372 h 950"/>
                    <a:gd name="T38" fmla="*/ 417 w 530"/>
                    <a:gd name="T39" fmla="*/ 106 h 950"/>
                    <a:gd name="T40" fmla="*/ 514 w 530"/>
                    <a:gd name="T41" fmla="*/ 0 h 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30" h="950">
                      <a:moveTo>
                        <a:pt x="514" y="0"/>
                      </a:moveTo>
                      <a:cubicBezTo>
                        <a:pt x="515" y="0"/>
                        <a:pt x="515" y="1"/>
                        <a:pt x="515" y="2"/>
                      </a:cubicBezTo>
                      <a:cubicBezTo>
                        <a:pt x="523" y="135"/>
                        <a:pt x="530" y="290"/>
                        <a:pt x="526" y="441"/>
                      </a:cubicBezTo>
                      <a:cubicBezTo>
                        <a:pt x="525" y="489"/>
                        <a:pt x="523" y="550"/>
                        <a:pt x="508" y="579"/>
                      </a:cubicBezTo>
                      <a:cubicBezTo>
                        <a:pt x="496" y="604"/>
                        <a:pt x="469" y="623"/>
                        <a:pt x="445" y="644"/>
                      </a:cubicBezTo>
                      <a:cubicBezTo>
                        <a:pt x="375" y="705"/>
                        <a:pt x="307" y="759"/>
                        <a:pt x="231" y="814"/>
                      </a:cubicBezTo>
                      <a:cubicBezTo>
                        <a:pt x="217" y="861"/>
                        <a:pt x="197" y="903"/>
                        <a:pt x="182" y="950"/>
                      </a:cubicBezTo>
                      <a:cubicBezTo>
                        <a:pt x="121" y="950"/>
                        <a:pt x="61" y="950"/>
                        <a:pt x="0" y="950"/>
                      </a:cubicBezTo>
                      <a:cubicBezTo>
                        <a:pt x="5" y="883"/>
                        <a:pt x="13" y="815"/>
                        <a:pt x="19" y="750"/>
                      </a:cubicBezTo>
                      <a:cubicBezTo>
                        <a:pt x="27" y="676"/>
                        <a:pt x="35" y="628"/>
                        <a:pt x="71" y="581"/>
                      </a:cubicBezTo>
                      <a:cubicBezTo>
                        <a:pt x="135" y="494"/>
                        <a:pt x="232" y="450"/>
                        <a:pt x="332" y="399"/>
                      </a:cubicBezTo>
                      <a:cubicBezTo>
                        <a:pt x="345" y="418"/>
                        <a:pt x="367" y="427"/>
                        <a:pt x="367" y="450"/>
                      </a:cubicBezTo>
                      <a:cubicBezTo>
                        <a:pt x="367" y="464"/>
                        <a:pt x="347" y="483"/>
                        <a:pt x="337" y="496"/>
                      </a:cubicBezTo>
                      <a:cubicBezTo>
                        <a:pt x="312" y="529"/>
                        <a:pt x="299" y="545"/>
                        <a:pt x="268" y="575"/>
                      </a:cubicBezTo>
                      <a:cubicBezTo>
                        <a:pt x="259" y="585"/>
                        <a:pt x="231" y="607"/>
                        <a:pt x="249" y="619"/>
                      </a:cubicBezTo>
                      <a:cubicBezTo>
                        <a:pt x="262" y="628"/>
                        <a:pt x="287" y="602"/>
                        <a:pt x="297" y="591"/>
                      </a:cubicBezTo>
                      <a:cubicBezTo>
                        <a:pt x="328" y="558"/>
                        <a:pt x="342" y="540"/>
                        <a:pt x="367" y="505"/>
                      </a:cubicBezTo>
                      <a:cubicBezTo>
                        <a:pt x="379" y="488"/>
                        <a:pt x="396" y="473"/>
                        <a:pt x="397" y="457"/>
                      </a:cubicBezTo>
                      <a:cubicBezTo>
                        <a:pt x="401" y="416"/>
                        <a:pt x="364" y="400"/>
                        <a:pt x="353" y="372"/>
                      </a:cubicBezTo>
                      <a:cubicBezTo>
                        <a:pt x="369" y="290"/>
                        <a:pt x="393" y="192"/>
                        <a:pt x="417" y="106"/>
                      </a:cubicBezTo>
                      <a:cubicBezTo>
                        <a:pt x="432" y="49"/>
                        <a:pt x="447" y="3"/>
                        <a:pt x="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92" name="Gruppieren 91"/>
            <p:cNvGrpSpPr/>
            <p:nvPr/>
          </p:nvGrpSpPr>
          <p:grpSpPr bwMode="gray">
            <a:xfrm>
              <a:off x="3236183" y="2398366"/>
              <a:ext cx="1911850" cy="1355241"/>
              <a:chOff x="4338000" y="2552400"/>
              <a:chExt cx="2548801" cy="1806752"/>
            </a:xfrm>
          </p:grpSpPr>
          <p:grpSp>
            <p:nvGrpSpPr>
              <p:cNvPr id="105" name="Gruppieren 104"/>
              <p:cNvGrpSpPr/>
              <p:nvPr/>
            </p:nvGrpSpPr>
            <p:grpSpPr bwMode="gray">
              <a:xfrm>
                <a:off x="4840545" y="2552400"/>
                <a:ext cx="2046256" cy="1806752"/>
                <a:chOff x="4983952" y="2552400"/>
                <a:chExt cx="2046256" cy="1806752"/>
              </a:xfrm>
            </p:grpSpPr>
            <p:sp>
              <p:nvSpPr>
                <p:cNvPr id="131" name="Textfeld 130"/>
                <p:cNvSpPr txBox="1"/>
                <p:nvPr/>
              </p:nvSpPr>
              <p:spPr bwMode="gray">
                <a:xfrm>
                  <a:off x="4983954" y="2802085"/>
                  <a:ext cx="2046254" cy="1557067"/>
                </a:xfrm>
                <a:prstGeom prst="rect">
                  <a:avLst/>
                </a:prstGeom>
                <a:noFill/>
              </p:spPr>
              <p:txBody>
                <a:bodyPr wrap="square" lIns="180000" tIns="72000" rIns="180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dirty="0" smtClean="0">
                      <a:solidFill>
                        <a:srgbClr val="CCEAD3"/>
                      </a:solidFill>
                    </a:rPr>
                    <a:t>This is a placeholder text</a:t>
                  </a:r>
                  <a:r>
                    <a:rPr lang="en-US" sz="1000" b="1" dirty="0" smtClean="0">
                      <a:solidFill>
                        <a:srgbClr val="CCEAD3"/>
                      </a:solidFill>
                    </a:rPr>
                    <a:t>. </a:t>
                  </a:r>
                  <a:r>
                    <a:rPr lang="en-US" sz="1000" dirty="0" smtClean="0">
                      <a:solidFill>
                        <a:srgbClr val="CCEAD3"/>
                      </a:solidFill>
                    </a:rPr>
                    <a:t>Replace this text with your own information. </a:t>
                  </a:r>
                </a:p>
                <a:p>
                  <a:pPr algn="l"/>
                  <a:r>
                    <a:rPr lang="en-US" sz="1000" dirty="0" smtClean="0">
                      <a:solidFill>
                        <a:srgbClr val="CCEAD3"/>
                      </a:solidFill>
                    </a:rPr>
                    <a:t>This text demonstrates how your text will look like. </a:t>
                  </a:r>
                  <a:endParaRPr lang="en-US" sz="1000" dirty="0">
                    <a:solidFill>
                      <a:srgbClr val="CCEAD3"/>
                    </a:solidFill>
                  </a:endParaRPr>
                </a:p>
              </p:txBody>
            </p:sp>
            <p:sp>
              <p:nvSpPr>
                <p:cNvPr id="132" name="Textfeld 131"/>
                <p:cNvSpPr txBox="1"/>
                <p:nvPr/>
              </p:nvSpPr>
              <p:spPr bwMode="gray">
                <a:xfrm>
                  <a:off x="4983952" y="2552400"/>
                  <a:ext cx="2046255" cy="337012"/>
                </a:xfrm>
                <a:prstGeom prst="rect">
                  <a:avLst/>
                </a:prstGeom>
                <a:noFill/>
              </p:spPr>
              <p:txBody>
                <a:bodyPr wrap="square" lIns="180000" tIns="0" rIns="18000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en-US" sz="1800" b="1" dirty="0" smtClean="0">
                      <a:solidFill>
                        <a:srgbClr val="FFFFFF"/>
                      </a:solidFill>
                    </a:rPr>
                    <a:t>Green</a:t>
                  </a:r>
                  <a:r>
                    <a:rPr lang="en-US" sz="1800" dirty="0" smtClean="0">
                      <a:solidFill>
                        <a:srgbClr val="FFFFFF"/>
                      </a:solidFill>
                    </a:rPr>
                    <a:t> Facts</a:t>
                  </a:r>
                  <a:endParaRPr lang="en-US" sz="1800" dirty="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106" name="Gruppieren 105"/>
              <p:cNvGrpSpPr/>
              <p:nvPr/>
            </p:nvGrpSpPr>
            <p:grpSpPr bwMode="gray">
              <a:xfrm>
                <a:off x="4338000" y="2552400"/>
                <a:ext cx="502546" cy="1082309"/>
                <a:chOff x="4338000" y="2552400"/>
                <a:chExt cx="502546" cy="1082309"/>
              </a:xfrm>
            </p:grpSpPr>
            <p:grpSp>
              <p:nvGrpSpPr>
                <p:cNvPr id="107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340363" y="3141050"/>
                  <a:ext cx="245760" cy="233916"/>
                  <a:chOff x="3658" y="1879"/>
                  <a:chExt cx="415" cy="395"/>
                </a:xfrm>
                <a:solidFill>
                  <a:srgbClr val="B2DFBD"/>
                </a:solidFill>
              </p:grpSpPr>
              <p:sp>
                <p:nvSpPr>
                  <p:cNvPr id="128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9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30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8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338000" y="2552400"/>
                  <a:ext cx="497112" cy="473155"/>
                  <a:chOff x="3658" y="1879"/>
                  <a:chExt cx="415" cy="395"/>
                </a:xfrm>
                <a:solidFill>
                  <a:srgbClr val="FFFFFF"/>
                </a:solidFill>
              </p:grpSpPr>
              <p:sp>
                <p:nvSpPr>
                  <p:cNvPr id="125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6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7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9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594786" y="3139716"/>
                  <a:ext cx="245760" cy="233916"/>
                  <a:chOff x="3658" y="1879"/>
                  <a:chExt cx="415" cy="395"/>
                </a:xfrm>
                <a:solidFill>
                  <a:srgbClr val="B2DFBD"/>
                </a:solidFill>
              </p:grpSpPr>
              <p:sp>
                <p:nvSpPr>
                  <p:cNvPr id="122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3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4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10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350811" y="3497617"/>
                  <a:ext cx="144033" cy="137092"/>
                  <a:chOff x="3658" y="1879"/>
                  <a:chExt cx="415" cy="395"/>
                </a:xfrm>
                <a:solidFill>
                  <a:srgbClr val="7FCA92"/>
                </a:solidFill>
              </p:grpSpPr>
              <p:sp>
                <p:nvSpPr>
                  <p:cNvPr id="119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0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21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11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516934" y="3497617"/>
                  <a:ext cx="144033" cy="137092"/>
                  <a:chOff x="3658" y="1879"/>
                  <a:chExt cx="415" cy="395"/>
                </a:xfrm>
                <a:solidFill>
                  <a:srgbClr val="7FCA92"/>
                </a:solidFill>
              </p:grpSpPr>
              <p:sp>
                <p:nvSpPr>
                  <p:cNvPr id="116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17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18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12" name="Group 72"/>
                <p:cNvGrpSpPr>
                  <a:grpSpLocks noChangeAspect="1"/>
                </p:cNvGrpSpPr>
                <p:nvPr/>
              </p:nvGrpSpPr>
              <p:grpSpPr bwMode="gray">
                <a:xfrm>
                  <a:off x="4676449" y="3497617"/>
                  <a:ext cx="144033" cy="137092"/>
                  <a:chOff x="3658" y="1879"/>
                  <a:chExt cx="415" cy="395"/>
                </a:xfrm>
                <a:solidFill>
                  <a:srgbClr val="7FCA92"/>
                </a:solidFill>
              </p:grpSpPr>
              <p:sp>
                <p:nvSpPr>
                  <p:cNvPr id="113" name="Freeform 73"/>
                  <p:cNvSpPr>
                    <a:spLocks/>
                  </p:cNvSpPr>
                  <p:nvPr/>
                </p:nvSpPr>
                <p:spPr bwMode="gray">
                  <a:xfrm>
                    <a:off x="3721" y="1947"/>
                    <a:ext cx="293" cy="327"/>
                  </a:xfrm>
                  <a:custGeom>
                    <a:avLst/>
                    <a:gdLst>
                      <a:gd name="T0" fmla="*/ 0 w 293"/>
                      <a:gd name="T1" fmla="*/ 128 h 327"/>
                      <a:gd name="T2" fmla="*/ 144 w 293"/>
                      <a:gd name="T3" fmla="*/ 0 h 327"/>
                      <a:gd name="T4" fmla="*/ 293 w 293"/>
                      <a:gd name="T5" fmla="*/ 128 h 327"/>
                      <a:gd name="T6" fmla="*/ 293 w 293"/>
                      <a:gd name="T7" fmla="*/ 327 h 327"/>
                      <a:gd name="T8" fmla="*/ 182 w 293"/>
                      <a:gd name="T9" fmla="*/ 327 h 327"/>
                      <a:gd name="T10" fmla="*/ 178 w 293"/>
                      <a:gd name="T11" fmla="*/ 241 h 327"/>
                      <a:gd name="T12" fmla="*/ 90 w 293"/>
                      <a:gd name="T13" fmla="*/ 241 h 327"/>
                      <a:gd name="T14" fmla="*/ 90 w 293"/>
                      <a:gd name="T15" fmla="*/ 327 h 327"/>
                      <a:gd name="T16" fmla="*/ 0 w 293"/>
                      <a:gd name="T17" fmla="*/ 322 h 327"/>
                      <a:gd name="T18" fmla="*/ 0 w 293"/>
                      <a:gd name="T19" fmla="*/ 128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93" h="327">
                        <a:moveTo>
                          <a:pt x="0" y="128"/>
                        </a:moveTo>
                        <a:lnTo>
                          <a:pt x="144" y="0"/>
                        </a:lnTo>
                        <a:lnTo>
                          <a:pt x="293" y="128"/>
                        </a:lnTo>
                        <a:lnTo>
                          <a:pt x="293" y="327"/>
                        </a:lnTo>
                        <a:lnTo>
                          <a:pt x="182" y="327"/>
                        </a:lnTo>
                        <a:lnTo>
                          <a:pt x="178" y="241"/>
                        </a:lnTo>
                        <a:lnTo>
                          <a:pt x="90" y="241"/>
                        </a:lnTo>
                        <a:lnTo>
                          <a:pt x="90" y="327"/>
                        </a:lnTo>
                        <a:lnTo>
                          <a:pt x="0" y="322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14" name="Freeform 74"/>
                  <p:cNvSpPr>
                    <a:spLocks/>
                  </p:cNvSpPr>
                  <p:nvPr/>
                </p:nvSpPr>
                <p:spPr bwMode="gray">
                  <a:xfrm>
                    <a:off x="3658" y="1879"/>
                    <a:ext cx="415" cy="205"/>
                  </a:xfrm>
                  <a:custGeom>
                    <a:avLst/>
                    <a:gdLst>
                      <a:gd name="T0" fmla="*/ 0 w 415"/>
                      <a:gd name="T1" fmla="*/ 177 h 205"/>
                      <a:gd name="T2" fmla="*/ 210 w 415"/>
                      <a:gd name="T3" fmla="*/ 0 h 205"/>
                      <a:gd name="T4" fmla="*/ 415 w 415"/>
                      <a:gd name="T5" fmla="*/ 177 h 205"/>
                      <a:gd name="T6" fmla="*/ 392 w 415"/>
                      <a:gd name="T7" fmla="*/ 205 h 205"/>
                      <a:gd name="T8" fmla="*/ 207 w 415"/>
                      <a:gd name="T9" fmla="*/ 45 h 205"/>
                      <a:gd name="T10" fmla="*/ 21 w 415"/>
                      <a:gd name="T11" fmla="*/ 205 h 205"/>
                      <a:gd name="T12" fmla="*/ 0 w 415"/>
                      <a:gd name="T13" fmla="*/ 177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5" h="205">
                        <a:moveTo>
                          <a:pt x="0" y="177"/>
                        </a:moveTo>
                        <a:lnTo>
                          <a:pt x="210" y="0"/>
                        </a:lnTo>
                        <a:lnTo>
                          <a:pt x="415" y="177"/>
                        </a:lnTo>
                        <a:lnTo>
                          <a:pt x="392" y="205"/>
                        </a:lnTo>
                        <a:lnTo>
                          <a:pt x="207" y="45"/>
                        </a:lnTo>
                        <a:lnTo>
                          <a:pt x="21" y="205"/>
                        </a:lnTo>
                        <a:lnTo>
                          <a:pt x="0" y="17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115" name="Freeform 75"/>
                  <p:cNvSpPr>
                    <a:spLocks/>
                  </p:cNvSpPr>
                  <p:nvPr/>
                </p:nvSpPr>
                <p:spPr bwMode="gray">
                  <a:xfrm>
                    <a:off x="3714" y="1933"/>
                    <a:ext cx="57" cy="57"/>
                  </a:xfrm>
                  <a:custGeom>
                    <a:avLst/>
                    <a:gdLst>
                      <a:gd name="T0" fmla="*/ 0 w 57"/>
                      <a:gd name="T1" fmla="*/ 57 h 57"/>
                      <a:gd name="T2" fmla="*/ 57 w 57"/>
                      <a:gd name="T3" fmla="*/ 14 h 57"/>
                      <a:gd name="T4" fmla="*/ 57 w 57"/>
                      <a:gd name="T5" fmla="*/ 0 h 57"/>
                      <a:gd name="T6" fmla="*/ 0 w 57"/>
                      <a:gd name="T7" fmla="*/ 0 h 57"/>
                      <a:gd name="T8" fmla="*/ 0 w 57"/>
                      <a:gd name="T9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57">
                        <a:moveTo>
                          <a:pt x="0" y="57"/>
                        </a:moveTo>
                        <a:lnTo>
                          <a:pt x="57" y="14"/>
                        </a:lnTo>
                        <a:lnTo>
                          <a:pt x="57" y="0"/>
                        </a:lnTo>
                        <a:lnTo>
                          <a:pt x="0" y="0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grpFill/>
                  <a:ln w="16" cap="rnd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</p:grpSp>
        </p:grpSp>
        <p:grpSp>
          <p:nvGrpSpPr>
            <p:cNvPr id="93" name="Gruppieren 92"/>
            <p:cNvGrpSpPr/>
            <p:nvPr/>
          </p:nvGrpSpPr>
          <p:grpSpPr bwMode="gray">
            <a:xfrm>
              <a:off x="4309672" y="5065252"/>
              <a:ext cx="848621" cy="1791057"/>
              <a:chOff x="5779979" y="4464324"/>
              <a:chExt cx="1131347" cy="2387765"/>
            </a:xfrm>
          </p:grpSpPr>
          <p:sp>
            <p:nvSpPr>
              <p:cNvPr id="102" name="Freeform 13"/>
              <p:cNvSpPr>
                <a:spLocks/>
              </p:cNvSpPr>
              <p:nvPr/>
            </p:nvSpPr>
            <p:spPr bwMode="gray">
              <a:xfrm>
                <a:off x="6066506" y="4917274"/>
                <a:ext cx="844820" cy="1934815"/>
              </a:xfrm>
              <a:custGeom>
                <a:avLst/>
                <a:gdLst>
                  <a:gd name="T0" fmla="*/ 76 w 286"/>
                  <a:gd name="T1" fmla="*/ 655 h 655"/>
                  <a:gd name="T2" fmla="*/ 104 w 286"/>
                  <a:gd name="T3" fmla="*/ 220 h 655"/>
                  <a:gd name="T4" fmla="*/ 92 w 286"/>
                  <a:gd name="T5" fmla="*/ 198 h 655"/>
                  <a:gd name="T6" fmla="*/ 7 w 286"/>
                  <a:gd name="T7" fmla="*/ 411 h 655"/>
                  <a:gd name="T8" fmla="*/ 0 w 286"/>
                  <a:gd name="T9" fmla="*/ 408 h 655"/>
                  <a:gd name="T10" fmla="*/ 81 w 286"/>
                  <a:gd name="T11" fmla="*/ 186 h 655"/>
                  <a:gd name="T12" fmla="*/ 65 w 286"/>
                  <a:gd name="T13" fmla="*/ 166 h 655"/>
                  <a:gd name="T14" fmla="*/ 66 w 286"/>
                  <a:gd name="T15" fmla="*/ 155 h 655"/>
                  <a:gd name="T16" fmla="*/ 69 w 286"/>
                  <a:gd name="T17" fmla="*/ 150 h 655"/>
                  <a:gd name="T18" fmla="*/ 76 w 286"/>
                  <a:gd name="T19" fmla="*/ 150 h 655"/>
                  <a:gd name="T20" fmla="*/ 42 w 286"/>
                  <a:gd name="T21" fmla="*/ 2 h 655"/>
                  <a:gd name="T22" fmla="*/ 52 w 286"/>
                  <a:gd name="T23" fmla="*/ 0 h 655"/>
                  <a:gd name="T24" fmla="*/ 99 w 286"/>
                  <a:gd name="T25" fmla="*/ 143 h 655"/>
                  <a:gd name="T26" fmla="*/ 111 w 286"/>
                  <a:gd name="T27" fmla="*/ 150 h 655"/>
                  <a:gd name="T28" fmla="*/ 114 w 286"/>
                  <a:gd name="T29" fmla="*/ 155 h 655"/>
                  <a:gd name="T30" fmla="*/ 286 w 286"/>
                  <a:gd name="T31" fmla="*/ 124 h 655"/>
                  <a:gd name="T32" fmla="*/ 286 w 286"/>
                  <a:gd name="T33" fmla="*/ 135 h 655"/>
                  <a:gd name="T34" fmla="*/ 121 w 286"/>
                  <a:gd name="T35" fmla="*/ 171 h 655"/>
                  <a:gd name="T36" fmla="*/ 143 w 286"/>
                  <a:gd name="T37" fmla="*/ 182 h 655"/>
                  <a:gd name="T38" fmla="*/ 151 w 286"/>
                  <a:gd name="T39" fmla="*/ 194 h 655"/>
                  <a:gd name="T40" fmla="*/ 131 w 286"/>
                  <a:gd name="T41" fmla="*/ 216 h 655"/>
                  <a:gd name="T42" fmla="*/ 127 w 286"/>
                  <a:gd name="T43" fmla="*/ 655 h 655"/>
                  <a:gd name="T44" fmla="*/ 76 w 286"/>
                  <a:gd name="T45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6" h="655">
                    <a:moveTo>
                      <a:pt x="76" y="655"/>
                    </a:moveTo>
                    <a:lnTo>
                      <a:pt x="104" y="220"/>
                    </a:lnTo>
                    <a:lnTo>
                      <a:pt x="92" y="198"/>
                    </a:lnTo>
                    <a:lnTo>
                      <a:pt x="7" y="411"/>
                    </a:lnTo>
                    <a:lnTo>
                      <a:pt x="0" y="408"/>
                    </a:lnTo>
                    <a:lnTo>
                      <a:pt x="81" y="186"/>
                    </a:lnTo>
                    <a:lnTo>
                      <a:pt x="65" y="166"/>
                    </a:lnTo>
                    <a:lnTo>
                      <a:pt x="66" y="155"/>
                    </a:lnTo>
                    <a:lnTo>
                      <a:pt x="69" y="150"/>
                    </a:lnTo>
                    <a:lnTo>
                      <a:pt x="76" y="150"/>
                    </a:lnTo>
                    <a:lnTo>
                      <a:pt x="42" y="2"/>
                    </a:lnTo>
                    <a:lnTo>
                      <a:pt x="52" y="0"/>
                    </a:lnTo>
                    <a:lnTo>
                      <a:pt x="99" y="143"/>
                    </a:lnTo>
                    <a:lnTo>
                      <a:pt x="111" y="150"/>
                    </a:lnTo>
                    <a:lnTo>
                      <a:pt x="114" y="155"/>
                    </a:lnTo>
                    <a:lnTo>
                      <a:pt x="286" y="124"/>
                    </a:lnTo>
                    <a:lnTo>
                      <a:pt x="286" y="135"/>
                    </a:lnTo>
                    <a:lnTo>
                      <a:pt x="121" y="171"/>
                    </a:lnTo>
                    <a:lnTo>
                      <a:pt x="143" y="182"/>
                    </a:lnTo>
                    <a:lnTo>
                      <a:pt x="151" y="194"/>
                    </a:lnTo>
                    <a:lnTo>
                      <a:pt x="131" y="216"/>
                    </a:lnTo>
                    <a:lnTo>
                      <a:pt x="127" y="655"/>
                    </a:lnTo>
                    <a:lnTo>
                      <a:pt x="76" y="655"/>
                    </a:lnTo>
                    <a:close/>
                  </a:path>
                </a:pathLst>
              </a:custGeom>
              <a:solidFill>
                <a:srgbClr val="65B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" name="Textfeld 102"/>
              <p:cNvSpPr txBox="1"/>
              <p:nvPr/>
            </p:nvSpPr>
            <p:spPr bwMode="gray">
              <a:xfrm>
                <a:off x="5779979" y="4464324"/>
                <a:ext cx="828000" cy="360000"/>
              </a:xfrm>
              <a:prstGeom prst="wedgeRectCallout">
                <a:avLst>
                  <a:gd name="adj1" fmla="val 21866"/>
                  <a:gd name="adj2" fmla="val 88133"/>
                </a:avLst>
              </a:prstGeom>
              <a:solidFill>
                <a:srgbClr val="CCEAD3"/>
              </a:solidFill>
              <a:scene3d>
                <a:camera prst="obliqueBottomRight"/>
                <a:lightRig rig="flat" dir="t"/>
              </a:scene3d>
              <a:sp3d extrusionH="190500" prstMaterial="matte">
                <a:extrusionClr>
                  <a:srgbClr val="0A6433"/>
                </a:extrusionClr>
              </a:sp3d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2800" b="1" dirty="0" smtClean="0">
                    <a:solidFill>
                      <a:srgbClr val="32AA50"/>
                    </a:solidFill>
                  </a:rPr>
                  <a:t>70%</a:t>
                </a:r>
                <a:endParaRPr lang="en-US" sz="2800" dirty="0">
                  <a:solidFill>
                    <a:srgbClr val="32AA50"/>
                  </a:solidFill>
                </a:endParaRPr>
              </a:p>
            </p:txBody>
          </p:sp>
          <p:sp>
            <p:nvSpPr>
              <p:cNvPr id="104" name="Textfeld 103"/>
              <p:cNvSpPr txBox="1"/>
              <p:nvPr/>
            </p:nvSpPr>
            <p:spPr bwMode="gray">
              <a:xfrm>
                <a:off x="5906447" y="6165037"/>
                <a:ext cx="844820" cy="36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1400" b="1" dirty="0" smtClean="0">
                    <a:solidFill>
                      <a:srgbClr val="FFFFFF"/>
                    </a:solidFill>
                  </a:rPr>
                  <a:t>2030</a:t>
                </a:r>
                <a:endParaRPr lang="en-US" sz="1400" dirty="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94" name="Gruppieren 93"/>
            <p:cNvGrpSpPr/>
            <p:nvPr/>
          </p:nvGrpSpPr>
          <p:grpSpPr bwMode="gray">
            <a:xfrm>
              <a:off x="3710293" y="5528187"/>
              <a:ext cx="633697" cy="1332555"/>
              <a:chOff x="4980912" y="5081490"/>
              <a:chExt cx="844820" cy="1776509"/>
            </a:xfrm>
          </p:grpSpPr>
          <p:sp>
            <p:nvSpPr>
              <p:cNvPr id="99" name="Freeform 9"/>
              <p:cNvSpPr>
                <a:spLocks/>
              </p:cNvSpPr>
              <p:nvPr/>
            </p:nvSpPr>
            <p:spPr bwMode="gray">
              <a:xfrm>
                <a:off x="5203964" y="5540552"/>
                <a:ext cx="576015" cy="1317447"/>
              </a:xfrm>
              <a:custGeom>
                <a:avLst/>
                <a:gdLst>
                  <a:gd name="T0" fmla="*/ 52 w 195"/>
                  <a:gd name="T1" fmla="*/ 446 h 446"/>
                  <a:gd name="T2" fmla="*/ 71 w 195"/>
                  <a:gd name="T3" fmla="*/ 149 h 446"/>
                  <a:gd name="T4" fmla="*/ 63 w 195"/>
                  <a:gd name="T5" fmla="*/ 134 h 446"/>
                  <a:gd name="T6" fmla="*/ 5 w 195"/>
                  <a:gd name="T7" fmla="*/ 280 h 446"/>
                  <a:gd name="T8" fmla="*/ 0 w 195"/>
                  <a:gd name="T9" fmla="*/ 277 h 446"/>
                  <a:gd name="T10" fmla="*/ 55 w 195"/>
                  <a:gd name="T11" fmla="*/ 126 h 446"/>
                  <a:gd name="T12" fmla="*/ 44 w 195"/>
                  <a:gd name="T13" fmla="*/ 113 h 446"/>
                  <a:gd name="T14" fmla="*/ 45 w 195"/>
                  <a:gd name="T15" fmla="*/ 105 h 446"/>
                  <a:gd name="T16" fmla="*/ 47 w 195"/>
                  <a:gd name="T17" fmla="*/ 102 h 446"/>
                  <a:gd name="T18" fmla="*/ 52 w 195"/>
                  <a:gd name="T19" fmla="*/ 102 h 446"/>
                  <a:gd name="T20" fmla="*/ 28 w 195"/>
                  <a:gd name="T21" fmla="*/ 1 h 446"/>
                  <a:gd name="T22" fmla="*/ 35 w 195"/>
                  <a:gd name="T23" fmla="*/ 0 h 446"/>
                  <a:gd name="T24" fmla="*/ 68 w 195"/>
                  <a:gd name="T25" fmla="*/ 97 h 446"/>
                  <a:gd name="T26" fmla="*/ 76 w 195"/>
                  <a:gd name="T27" fmla="*/ 102 h 446"/>
                  <a:gd name="T28" fmla="*/ 78 w 195"/>
                  <a:gd name="T29" fmla="*/ 105 h 446"/>
                  <a:gd name="T30" fmla="*/ 195 w 195"/>
                  <a:gd name="T31" fmla="*/ 84 h 446"/>
                  <a:gd name="T32" fmla="*/ 195 w 195"/>
                  <a:gd name="T33" fmla="*/ 92 h 446"/>
                  <a:gd name="T34" fmla="*/ 83 w 195"/>
                  <a:gd name="T35" fmla="*/ 116 h 446"/>
                  <a:gd name="T36" fmla="*/ 98 w 195"/>
                  <a:gd name="T37" fmla="*/ 123 h 446"/>
                  <a:gd name="T38" fmla="*/ 103 w 195"/>
                  <a:gd name="T39" fmla="*/ 132 h 446"/>
                  <a:gd name="T40" fmla="*/ 90 w 195"/>
                  <a:gd name="T41" fmla="*/ 147 h 446"/>
                  <a:gd name="T42" fmla="*/ 87 w 195"/>
                  <a:gd name="T43" fmla="*/ 446 h 446"/>
                  <a:gd name="T44" fmla="*/ 52 w 195"/>
                  <a:gd name="T45" fmla="*/ 446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5" h="446">
                    <a:moveTo>
                      <a:pt x="52" y="446"/>
                    </a:moveTo>
                    <a:lnTo>
                      <a:pt x="71" y="149"/>
                    </a:lnTo>
                    <a:lnTo>
                      <a:pt x="63" y="134"/>
                    </a:lnTo>
                    <a:lnTo>
                      <a:pt x="5" y="280"/>
                    </a:lnTo>
                    <a:lnTo>
                      <a:pt x="0" y="277"/>
                    </a:lnTo>
                    <a:lnTo>
                      <a:pt x="55" y="126"/>
                    </a:lnTo>
                    <a:lnTo>
                      <a:pt x="44" y="113"/>
                    </a:lnTo>
                    <a:lnTo>
                      <a:pt x="45" y="105"/>
                    </a:lnTo>
                    <a:lnTo>
                      <a:pt x="47" y="102"/>
                    </a:lnTo>
                    <a:lnTo>
                      <a:pt x="52" y="102"/>
                    </a:lnTo>
                    <a:lnTo>
                      <a:pt x="28" y="1"/>
                    </a:lnTo>
                    <a:lnTo>
                      <a:pt x="35" y="0"/>
                    </a:lnTo>
                    <a:lnTo>
                      <a:pt x="68" y="97"/>
                    </a:lnTo>
                    <a:lnTo>
                      <a:pt x="76" y="102"/>
                    </a:lnTo>
                    <a:lnTo>
                      <a:pt x="78" y="105"/>
                    </a:lnTo>
                    <a:lnTo>
                      <a:pt x="195" y="84"/>
                    </a:lnTo>
                    <a:lnTo>
                      <a:pt x="195" y="92"/>
                    </a:lnTo>
                    <a:lnTo>
                      <a:pt x="83" y="116"/>
                    </a:lnTo>
                    <a:lnTo>
                      <a:pt x="98" y="123"/>
                    </a:lnTo>
                    <a:lnTo>
                      <a:pt x="103" y="132"/>
                    </a:lnTo>
                    <a:lnTo>
                      <a:pt x="90" y="147"/>
                    </a:lnTo>
                    <a:lnTo>
                      <a:pt x="87" y="446"/>
                    </a:lnTo>
                    <a:lnTo>
                      <a:pt x="52" y="446"/>
                    </a:lnTo>
                    <a:close/>
                  </a:path>
                </a:pathLst>
              </a:custGeom>
              <a:solidFill>
                <a:srgbClr val="65B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0" name="Textfeld 99"/>
              <p:cNvSpPr txBox="1"/>
              <p:nvPr/>
            </p:nvSpPr>
            <p:spPr bwMode="gray">
              <a:xfrm>
                <a:off x="4980912" y="6165037"/>
                <a:ext cx="844820" cy="36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1400" b="1" dirty="0" smtClean="0">
                    <a:solidFill>
                      <a:srgbClr val="FFFFFF"/>
                    </a:solidFill>
                  </a:rPr>
                  <a:t>2025</a:t>
                </a:r>
                <a:endParaRPr lang="en-US" sz="140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Textfeld 100"/>
              <p:cNvSpPr txBox="1"/>
              <p:nvPr/>
            </p:nvSpPr>
            <p:spPr bwMode="gray">
              <a:xfrm>
                <a:off x="4991760" y="5081490"/>
                <a:ext cx="648000" cy="288000"/>
              </a:xfrm>
              <a:prstGeom prst="wedgeRectCallout">
                <a:avLst>
                  <a:gd name="adj1" fmla="val 21866"/>
                  <a:gd name="adj2" fmla="val 88133"/>
                </a:avLst>
              </a:prstGeom>
              <a:solidFill>
                <a:srgbClr val="CCEAD3"/>
              </a:solidFill>
              <a:scene3d>
                <a:camera prst="obliqueBottomRight"/>
                <a:lightRig rig="flat" dir="t"/>
              </a:scene3d>
              <a:sp3d extrusionH="190500" prstMaterial="matte">
                <a:extrusionClr>
                  <a:srgbClr val="0A6433"/>
                </a:extrusionClr>
              </a:sp3d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2000" b="1" dirty="0">
                    <a:solidFill>
                      <a:srgbClr val="32AA50"/>
                    </a:solidFill>
                  </a:rPr>
                  <a:t>5</a:t>
                </a:r>
                <a:r>
                  <a:rPr lang="en-US" sz="2000" b="1" dirty="0" smtClean="0">
                    <a:solidFill>
                      <a:srgbClr val="32AA50"/>
                    </a:solidFill>
                  </a:rPr>
                  <a:t>0%</a:t>
                </a:r>
                <a:endParaRPr lang="en-US" sz="2000" dirty="0">
                  <a:solidFill>
                    <a:srgbClr val="32AA50"/>
                  </a:solidFill>
                </a:endParaRPr>
              </a:p>
            </p:txBody>
          </p:sp>
        </p:grpSp>
        <p:grpSp>
          <p:nvGrpSpPr>
            <p:cNvPr id="95" name="Gruppieren 94"/>
            <p:cNvGrpSpPr/>
            <p:nvPr/>
          </p:nvGrpSpPr>
          <p:grpSpPr bwMode="gray">
            <a:xfrm>
              <a:off x="3067414" y="5937115"/>
              <a:ext cx="633697" cy="921410"/>
              <a:chOff x="4123851" y="5626657"/>
              <a:chExt cx="844820" cy="1228387"/>
            </a:xfrm>
          </p:grpSpPr>
          <p:sp>
            <p:nvSpPr>
              <p:cNvPr id="96" name="Freeform 5"/>
              <p:cNvSpPr>
                <a:spLocks/>
              </p:cNvSpPr>
              <p:nvPr/>
            </p:nvSpPr>
            <p:spPr bwMode="gray">
              <a:xfrm>
                <a:off x="4536370" y="5929577"/>
                <a:ext cx="406708" cy="925467"/>
              </a:xfrm>
              <a:custGeom>
                <a:avLst/>
                <a:gdLst>
                  <a:gd name="T0" fmla="*/ 26 w 98"/>
                  <a:gd name="T1" fmla="*/ 223 h 223"/>
                  <a:gd name="T2" fmla="*/ 35 w 98"/>
                  <a:gd name="T3" fmla="*/ 75 h 223"/>
                  <a:gd name="T4" fmla="*/ 32 w 98"/>
                  <a:gd name="T5" fmla="*/ 68 h 223"/>
                  <a:gd name="T6" fmla="*/ 2 w 98"/>
                  <a:gd name="T7" fmla="*/ 140 h 223"/>
                  <a:gd name="T8" fmla="*/ 0 w 98"/>
                  <a:gd name="T9" fmla="*/ 139 h 223"/>
                  <a:gd name="T10" fmla="*/ 28 w 98"/>
                  <a:gd name="T11" fmla="*/ 64 h 223"/>
                  <a:gd name="T12" fmla="*/ 22 w 98"/>
                  <a:gd name="T13" fmla="*/ 57 h 223"/>
                  <a:gd name="T14" fmla="*/ 22 w 98"/>
                  <a:gd name="T15" fmla="*/ 53 h 223"/>
                  <a:gd name="T16" fmla="*/ 24 w 98"/>
                  <a:gd name="T17" fmla="*/ 52 h 223"/>
                  <a:gd name="T18" fmla="*/ 26 w 98"/>
                  <a:gd name="T19" fmla="*/ 52 h 223"/>
                  <a:gd name="T20" fmla="*/ 14 w 98"/>
                  <a:gd name="T21" fmla="*/ 1 h 223"/>
                  <a:gd name="T22" fmla="*/ 18 w 98"/>
                  <a:gd name="T23" fmla="*/ 0 h 223"/>
                  <a:gd name="T24" fmla="*/ 34 w 98"/>
                  <a:gd name="T25" fmla="*/ 49 h 223"/>
                  <a:gd name="T26" fmla="*/ 38 w 98"/>
                  <a:gd name="T27" fmla="*/ 52 h 223"/>
                  <a:gd name="T28" fmla="*/ 39 w 98"/>
                  <a:gd name="T29" fmla="*/ 53 h 223"/>
                  <a:gd name="T30" fmla="*/ 98 w 98"/>
                  <a:gd name="T31" fmla="*/ 43 h 223"/>
                  <a:gd name="T32" fmla="*/ 98 w 98"/>
                  <a:gd name="T33" fmla="*/ 46 h 223"/>
                  <a:gd name="T34" fmla="*/ 41 w 98"/>
                  <a:gd name="T35" fmla="*/ 59 h 223"/>
                  <a:gd name="T36" fmla="*/ 49 w 98"/>
                  <a:gd name="T37" fmla="*/ 62 h 223"/>
                  <a:gd name="T38" fmla="*/ 52 w 98"/>
                  <a:gd name="T39" fmla="*/ 67 h 223"/>
                  <a:gd name="T40" fmla="*/ 45 w 98"/>
                  <a:gd name="T41" fmla="*/ 74 h 223"/>
                  <a:gd name="T42" fmla="*/ 43 w 98"/>
                  <a:gd name="T43" fmla="*/ 223 h 223"/>
                  <a:gd name="T44" fmla="*/ 26 w 98"/>
                  <a:gd name="T45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223">
                    <a:moveTo>
                      <a:pt x="26" y="223"/>
                    </a:moveTo>
                    <a:lnTo>
                      <a:pt x="35" y="75"/>
                    </a:lnTo>
                    <a:lnTo>
                      <a:pt x="32" y="68"/>
                    </a:lnTo>
                    <a:lnTo>
                      <a:pt x="2" y="140"/>
                    </a:lnTo>
                    <a:lnTo>
                      <a:pt x="0" y="139"/>
                    </a:lnTo>
                    <a:lnTo>
                      <a:pt x="28" y="64"/>
                    </a:lnTo>
                    <a:lnTo>
                      <a:pt x="22" y="57"/>
                    </a:lnTo>
                    <a:lnTo>
                      <a:pt x="22" y="53"/>
                    </a:lnTo>
                    <a:lnTo>
                      <a:pt x="24" y="52"/>
                    </a:lnTo>
                    <a:lnTo>
                      <a:pt x="26" y="52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34" y="49"/>
                    </a:lnTo>
                    <a:lnTo>
                      <a:pt x="38" y="52"/>
                    </a:lnTo>
                    <a:lnTo>
                      <a:pt x="39" y="53"/>
                    </a:lnTo>
                    <a:lnTo>
                      <a:pt x="98" y="43"/>
                    </a:lnTo>
                    <a:lnTo>
                      <a:pt x="98" y="46"/>
                    </a:lnTo>
                    <a:lnTo>
                      <a:pt x="41" y="59"/>
                    </a:lnTo>
                    <a:lnTo>
                      <a:pt x="49" y="62"/>
                    </a:lnTo>
                    <a:lnTo>
                      <a:pt x="52" y="67"/>
                    </a:lnTo>
                    <a:lnTo>
                      <a:pt x="45" y="74"/>
                    </a:lnTo>
                    <a:lnTo>
                      <a:pt x="43" y="223"/>
                    </a:lnTo>
                    <a:lnTo>
                      <a:pt x="26" y="223"/>
                    </a:lnTo>
                    <a:close/>
                  </a:path>
                </a:pathLst>
              </a:custGeom>
              <a:solidFill>
                <a:srgbClr val="65B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7" name="Textfeld 96"/>
              <p:cNvSpPr txBox="1"/>
              <p:nvPr/>
            </p:nvSpPr>
            <p:spPr bwMode="gray">
              <a:xfrm>
                <a:off x="4123851" y="6165037"/>
                <a:ext cx="844820" cy="36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1400" b="1" dirty="0" smtClean="0">
                    <a:solidFill>
                      <a:srgbClr val="FFFFFF"/>
                    </a:solidFill>
                  </a:rPr>
                  <a:t>2020</a:t>
                </a:r>
                <a:endParaRPr lang="en-US" sz="140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Textfeld 97"/>
              <p:cNvSpPr txBox="1"/>
              <p:nvPr/>
            </p:nvSpPr>
            <p:spPr bwMode="gray">
              <a:xfrm>
                <a:off x="4347541" y="5626657"/>
                <a:ext cx="504000" cy="216000"/>
              </a:xfrm>
              <a:prstGeom prst="wedgeRectCallout">
                <a:avLst>
                  <a:gd name="adj1" fmla="val 21866"/>
                  <a:gd name="adj2" fmla="val 88133"/>
                </a:avLst>
              </a:prstGeom>
              <a:solidFill>
                <a:srgbClr val="CCEAD3"/>
              </a:solidFill>
              <a:scene3d>
                <a:camera prst="obliqueBottomRight"/>
                <a:lightRig rig="flat" dir="t"/>
              </a:scene3d>
              <a:sp3d extrusionH="190500" prstMaterial="matte">
                <a:extrusionClr>
                  <a:srgbClr val="0A6433"/>
                </a:extrusionClr>
              </a:sp3d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lnSpc>
                    <a:spcPct val="90000"/>
                  </a:lnSpc>
                </a:pPr>
                <a:r>
                  <a:rPr lang="en-US" sz="1400" b="1" dirty="0" smtClean="0">
                    <a:solidFill>
                      <a:srgbClr val="32AA50"/>
                    </a:solidFill>
                  </a:rPr>
                  <a:t>20%</a:t>
                </a:r>
                <a:endParaRPr lang="en-US" sz="1400" dirty="0">
                  <a:solidFill>
                    <a:srgbClr val="32AA50"/>
                  </a:solidFill>
                </a:endParaRPr>
              </a:p>
            </p:txBody>
          </p:sp>
        </p:grpSp>
        <p:sp>
          <p:nvSpPr>
            <p:cNvPr id="72" name="Freeform 8"/>
            <p:cNvSpPr>
              <a:spLocks noEditPoints="1"/>
            </p:cNvSpPr>
            <p:nvPr/>
          </p:nvSpPr>
          <p:spPr bwMode="gray">
            <a:xfrm rot="15497823" flipH="1">
              <a:off x="157506" y="3918006"/>
              <a:ext cx="369371" cy="166945"/>
            </a:xfrm>
            <a:custGeom>
              <a:avLst/>
              <a:gdLst>
                <a:gd name="T0" fmla="*/ 508 w 642"/>
                <a:gd name="T1" fmla="*/ 94 h 189"/>
                <a:gd name="T2" fmla="*/ 243 w 642"/>
                <a:gd name="T3" fmla="*/ 72 h 189"/>
                <a:gd name="T4" fmla="*/ 21 w 642"/>
                <a:gd name="T5" fmla="*/ 183 h 189"/>
                <a:gd name="T6" fmla="*/ 4 w 642"/>
                <a:gd name="T7" fmla="*/ 182 h 189"/>
                <a:gd name="T8" fmla="*/ 10 w 642"/>
                <a:gd name="T9" fmla="*/ 164 h 189"/>
                <a:gd name="T10" fmla="*/ 239 w 642"/>
                <a:gd name="T11" fmla="*/ 47 h 189"/>
                <a:gd name="T12" fmla="*/ 522 w 642"/>
                <a:gd name="T13" fmla="*/ 68 h 189"/>
                <a:gd name="T14" fmla="*/ 508 w 642"/>
                <a:gd name="T15" fmla="*/ 94 h 189"/>
                <a:gd name="T16" fmla="*/ 630 w 642"/>
                <a:gd name="T17" fmla="*/ 93 h 189"/>
                <a:gd name="T18" fmla="*/ 515 w 642"/>
                <a:gd name="T19" fmla="*/ 7 h 189"/>
                <a:gd name="T20" fmla="*/ 496 w 642"/>
                <a:gd name="T21" fmla="*/ 30 h 189"/>
                <a:gd name="T22" fmla="*/ 572 w 642"/>
                <a:gd name="T23" fmla="*/ 87 h 189"/>
                <a:gd name="T24" fmla="*/ 541 w 642"/>
                <a:gd name="T25" fmla="*/ 98 h 189"/>
                <a:gd name="T26" fmla="*/ 459 w 642"/>
                <a:gd name="T27" fmla="*/ 162 h 189"/>
                <a:gd name="T28" fmla="*/ 462 w 642"/>
                <a:gd name="T29" fmla="*/ 179 h 189"/>
                <a:gd name="T30" fmla="*/ 479 w 642"/>
                <a:gd name="T31" fmla="*/ 169 h 189"/>
                <a:gd name="T32" fmla="*/ 536 w 642"/>
                <a:gd name="T33" fmla="*/ 125 h 189"/>
                <a:gd name="T34" fmla="*/ 611 w 642"/>
                <a:gd name="T35" fmla="*/ 116 h 189"/>
                <a:gd name="T36" fmla="*/ 630 w 642"/>
                <a:gd name="T37" fmla="*/ 9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189">
                  <a:moveTo>
                    <a:pt x="508" y="94"/>
                  </a:moveTo>
                  <a:cubicBezTo>
                    <a:pt x="422" y="74"/>
                    <a:pt x="331" y="62"/>
                    <a:pt x="243" y="72"/>
                  </a:cubicBezTo>
                  <a:cubicBezTo>
                    <a:pt x="160" y="82"/>
                    <a:pt x="79" y="125"/>
                    <a:pt x="21" y="183"/>
                  </a:cubicBezTo>
                  <a:cubicBezTo>
                    <a:pt x="16" y="187"/>
                    <a:pt x="7" y="189"/>
                    <a:pt x="4" y="182"/>
                  </a:cubicBezTo>
                  <a:cubicBezTo>
                    <a:pt x="0" y="176"/>
                    <a:pt x="5" y="168"/>
                    <a:pt x="10" y="164"/>
                  </a:cubicBezTo>
                  <a:cubicBezTo>
                    <a:pt x="70" y="104"/>
                    <a:pt x="155" y="58"/>
                    <a:pt x="239" y="47"/>
                  </a:cubicBezTo>
                  <a:cubicBezTo>
                    <a:pt x="333" y="34"/>
                    <a:pt x="430" y="47"/>
                    <a:pt x="522" y="68"/>
                  </a:cubicBezTo>
                  <a:cubicBezTo>
                    <a:pt x="537" y="71"/>
                    <a:pt x="521" y="97"/>
                    <a:pt x="508" y="94"/>
                  </a:cubicBezTo>
                  <a:close/>
                  <a:moveTo>
                    <a:pt x="630" y="93"/>
                  </a:moveTo>
                  <a:cubicBezTo>
                    <a:pt x="590" y="67"/>
                    <a:pt x="555" y="33"/>
                    <a:pt x="515" y="7"/>
                  </a:cubicBezTo>
                  <a:cubicBezTo>
                    <a:pt x="503" y="0"/>
                    <a:pt x="484" y="23"/>
                    <a:pt x="496" y="30"/>
                  </a:cubicBezTo>
                  <a:cubicBezTo>
                    <a:pt x="523" y="47"/>
                    <a:pt x="547" y="68"/>
                    <a:pt x="572" y="87"/>
                  </a:cubicBezTo>
                  <a:cubicBezTo>
                    <a:pt x="561" y="90"/>
                    <a:pt x="551" y="94"/>
                    <a:pt x="541" y="98"/>
                  </a:cubicBezTo>
                  <a:cubicBezTo>
                    <a:pt x="509" y="111"/>
                    <a:pt x="478" y="133"/>
                    <a:pt x="459" y="162"/>
                  </a:cubicBezTo>
                  <a:cubicBezTo>
                    <a:pt x="455" y="167"/>
                    <a:pt x="455" y="176"/>
                    <a:pt x="462" y="179"/>
                  </a:cubicBezTo>
                  <a:cubicBezTo>
                    <a:pt x="469" y="181"/>
                    <a:pt x="475" y="175"/>
                    <a:pt x="479" y="169"/>
                  </a:cubicBezTo>
                  <a:cubicBezTo>
                    <a:pt x="493" y="150"/>
                    <a:pt x="515" y="136"/>
                    <a:pt x="536" y="125"/>
                  </a:cubicBezTo>
                  <a:cubicBezTo>
                    <a:pt x="557" y="115"/>
                    <a:pt x="588" y="103"/>
                    <a:pt x="611" y="116"/>
                  </a:cubicBezTo>
                  <a:cubicBezTo>
                    <a:pt x="623" y="122"/>
                    <a:pt x="642" y="100"/>
                    <a:pt x="630" y="93"/>
                  </a:cubicBezTo>
                  <a:close/>
                </a:path>
              </a:pathLst>
            </a:custGeom>
            <a:solidFill>
              <a:srgbClr val="7FCA92"/>
            </a:solidFill>
            <a:ln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4"/>
            <p:cNvSpPr>
              <a:spLocks noEditPoints="1"/>
            </p:cNvSpPr>
            <p:nvPr/>
          </p:nvSpPr>
          <p:spPr bwMode="gray">
            <a:xfrm>
              <a:off x="370965" y="3147311"/>
              <a:ext cx="473468" cy="637247"/>
            </a:xfrm>
            <a:custGeom>
              <a:avLst/>
              <a:gdLst>
                <a:gd name="T0" fmla="*/ 63 w 113"/>
                <a:gd name="T1" fmla="*/ 150 h 152"/>
                <a:gd name="T2" fmla="*/ 43 w 113"/>
                <a:gd name="T3" fmla="*/ 150 h 152"/>
                <a:gd name="T4" fmla="*/ 39 w 113"/>
                <a:gd name="T5" fmla="*/ 140 h 152"/>
                <a:gd name="T6" fmla="*/ 22 w 113"/>
                <a:gd name="T7" fmla="*/ 133 h 152"/>
                <a:gd name="T8" fmla="*/ 25 w 113"/>
                <a:gd name="T9" fmla="*/ 101 h 152"/>
                <a:gd name="T10" fmla="*/ 22 w 113"/>
                <a:gd name="T11" fmla="*/ 27 h 152"/>
                <a:gd name="T12" fmla="*/ 96 w 113"/>
                <a:gd name="T13" fmla="*/ 76 h 152"/>
                <a:gd name="T14" fmla="*/ 82 w 113"/>
                <a:gd name="T15" fmla="*/ 98 h 152"/>
                <a:gd name="T16" fmla="*/ 69 w 113"/>
                <a:gd name="T17" fmla="*/ 140 h 152"/>
                <a:gd name="T18" fmla="*/ 63 w 113"/>
                <a:gd name="T19" fmla="*/ 150 h 152"/>
                <a:gd name="T20" fmla="*/ 70 w 113"/>
                <a:gd name="T21" fmla="*/ 95 h 152"/>
                <a:gd name="T22" fmla="*/ 86 w 113"/>
                <a:gd name="T23" fmla="*/ 57 h 152"/>
                <a:gd name="T24" fmla="*/ 20 w 113"/>
                <a:gd name="T25" fmla="*/ 60 h 152"/>
                <a:gd name="T26" fmla="*/ 36 w 113"/>
                <a:gd name="T27" fmla="*/ 95 h 152"/>
                <a:gd name="T28" fmla="*/ 36 w 113"/>
                <a:gd name="T29" fmla="*/ 107 h 152"/>
                <a:gd name="T30" fmla="*/ 49 w 113"/>
                <a:gd name="T31" fmla="*/ 107 h 152"/>
                <a:gd name="T32" fmla="*/ 47 w 113"/>
                <a:gd name="T33" fmla="*/ 80 h 152"/>
                <a:gd name="T34" fmla="*/ 31 w 113"/>
                <a:gd name="T35" fmla="*/ 60 h 152"/>
                <a:gd name="T36" fmla="*/ 49 w 113"/>
                <a:gd name="T37" fmla="*/ 75 h 152"/>
                <a:gd name="T38" fmla="*/ 39 w 113"/>
                <a:gd name="T39" fmla="*/ 71 h 152"/>
                <a:gd name="T40" fmla="*/ 53 w 113"/>
                <a:gd name="T41" fmla="*/ 85 h 152"/>
                <a:gd name="T42" fmla="*/ 65 w 113"/>
                <a:gd name="T43" fmla="*/ 63 h 152"/>
                <a:gd name="T44" fmla="*/ 54 w 113"/>
                <a:gd name="T45" fmla="*/ 70 h 152"/>
                <a:gd name="T46" fmla="*/ 76 w 113"/>
                <a:gd name="T47" fmla="*/ 47 h 152"/>
                <a:gd name="T48" fmla="*/ 60 w 113"/>
                <a:gd name="T49" fmla="*/ 75 h 152"/>
                <a:gd name="T50" fmla="*/ 56 w 113"/>
                <a:gd name="T51" fmla="*/ 107 h 152"/>
                <a:gd name="T52" fmla="*/ 70 w 113"/>
                <a:gd name="T53" fmla="*/ 107 h 152"/>
                <a:gd name="T54" fmla="*/ 70 w 113"/>
                <a:gd name="T55" fmla="*/ 9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3" h="152">
                  <a:moveTo>
                    <a:pt x="63" y="150"/>
                  </a:moveTo>
                  <a:cubicBezTo>
                    <a:pt x="57" y="152"/>
                    <a:pt x="48" y="151"/>
                    <a:pt x="43" y="150"/>
                  </a:cubicBezTo>
                  <a:cubicBezTo>
                    <a:pt x="41" y="147"/>
                    <a:pt x="38" y="146"/>
                    <a:pt x="39" y="140"/>
                  </a:cubicBezTo>
                  <a:cubicBezTo>
                    <a:pt x="29" y="142"/>
                    <a:pt x="27" y="136"/>
                    <a:pt x="22" y="133"/>
                  </a:cubicBezTo>
                  <a:cubicBezTo>
                    <a:pt x="22" y="121"/>
                    <a:pt x="21" y="109"/>
                    <a:pt x="25" y="101"/>
                  </a:cubicBezTo>
                  <a:cubicBezTo>
                    <a:pt x="7" y="79"/>
                    <a:pt x="0" y="47"/>
                    <a:pt x="22" y="27"/>
                  </a:cubicBezTo>
                  <a:cubicBezTo>
                    <a:pt x="52" y="0"/>
                    <a:pt x="113" y="27"/>
                    <a:pt x="96" y="76"/>
                  </a:cubicBezTo>
                  <a:cubicBezTo>
                    <a:pt x="93" y="85"/>
                    <a:pt x="84" y="89"/>
                    <a:pt x="82" y="98"/>
                  </a:cubicBezTo>
                  <a:cubicBezTo>
                    <a:pt x="80" y="114"/>
                    <a:pt x="95" y="141"/>
                    <a:pt x="69" y="140"/>
                  </a:cubicBezTo>
                  <a:cubicBezTo>
                    <a:pt x="67" y="144"/>
                    <a:pt x="67" y="149"/>
                    <a:pt x="63" y="150"/>
                  </a:cubicBezTo>
                  <a:close/>
                  <a:moveTo>
                    <a:pt x="70" y="95"/>
                  </a:moveTo>
                  <a:cubicBezTo>
                    <a:pt x="76" y="81"/>
                    <a:pt x="88" y="76"/>
                    <a:pt x="86" y="57"/>
                  </a:cubicBezTo>
                  <a:cubicBezTo>
                    <a:pt x="82" y="16"/>
                    <a:pt x="20" y="22"/>
                    <a:pt x="20" y="60"/>
                  </a:cubicBezTo>
                  <a:cubicBezTo>
                    <a:pt x="19" y="76"/>
                    <a:pt x="30" y="80"/>
                    <a:pt x="36" y="95"/>
                  </a:cubicBezTo>
                  <a:cubicBezTo>
                    <a:pt x="36" y="99"/>
                    <a:pt x="36" y="103"/>
                    <a:pt x="36" y="107"/>
                  </a:cubicBezTo>
                  <a:cubicBezTo>
                    <a:pt x="40" y="107"/>
                    <a:pt x="45" y="107"/>
                    <a:pt x="49" y="107"/>
                  </a:cubicBezTo>
                  <a:cubicBezTo>
                    <a:pt x="49" y="94"/>
                    <a:pt x="54" y="88"/>
                    <a:pt x="47" y="80"/>
                  </a:cubicBezTo>
                  <a:cubicBezTo>
                    <a:pt x="31" y="85"/>
                    <a:pt x="31" y="66"/>
                    <a:pt x="31" y="60"/>
                  </a:cubicBezTo>
                  <a:cubicBezTo>
                    <a:pt x="42" y="60"/>
                    <a:pt x="51" y="62"/>
                    <a:pt x="49" y="75"/>
                  </a:cubicBezTo>
                  <a:cubicBezTo>
                    <a:pt x="46" y="75"/>
                    <a:pt x="42" y="68"/>
                    <a:pt x="39" y="71"/>
                  </a:cubicBezTo>
                  <a:cubicBezTo>
                    <a:pt x="46" y="74"/>
                    <a:pt x="48" y="81"/>
                    <a:pt x="53" y="85"/>
                  </a:cubicBezTo>
                  <a:cubicBezTo>
                    <a:pt x="55" y="76"/>
                    <a:pt x="61" y="70"/>
                    <a:pt x="65" y="63"/>
                  </a:cubicBezTo>
                  <a:cubicBezTo>
                    <a:pt x="60" y="63"/>
                    <a:pt x="57" y="72"/>
                    <a:pt x="54" y="70"/>
                  </a:cubicBezTo>
                  <a:cubicBezTo>
                    <a:pt x="47" y="53"/>
                    <a:pt x="70" y="50"/>
                    <a:pt x="76" y="47"/>
                  </a:cubicBezTo>
                  <a:cubicBezTo>
                    <a:pt x="80" y="61"/>
                    <a:pt x="77" y="78"/>
                    <a:pt x="60" y="75"/>
                  </a:cubicBezTo>
                  <a:cubicBezTo>
                    <a:pt x="54" y="84"/>
                    <a:pt x="56" y="94"/>
                    <a:pt x="56" y="107"/>
                  </a:cubicBezTo>
                  <a:cubicBezTo>
                    <a:pt x="61" y="107"/>
                    <a:pt x="65" y="107"/>
                    <a:pt x="70" y="107"/>
                  </a:cubicBezTo>
                  <a:cubicBezTo>
                    <a:pt x="70" y="103"/>
                    <a:pt x="70" y="99"/>
                    <a:pt x="70" y="95"/>
                  </a:cubicBezTo>
                  <a:close/>
                </a:path>
              </a:pathLst>
            </a:custGeom>
            <a:solidFill>
              <a:srgbClr val="32AA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Textfeld 85"/>
            <p:cNvSpPr txBox="1"/>
            <p:nvPr/>
          </p:nvSpPr>
          <p:spPr bwMode="gray">
            <a:xfrm>
              <a:off x="805564" y="3322620"/>
              <a:ext cx="895890" cy="486063"/>
            </a:xfrm>
            <a:prstGeom prst="rect">
              <a:avLst/>
            </a:prstGeom>
            <a:noFill/>
          </p:spPr>
          <p:txBody>
            <a:bodyPr wrap="square" lIns="72000" tIns="0" rIns="0" bIns="0" rtlCol="0" anchor="ctr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>
                <a:lnSpc>
                  <a:spcPct val="90000"/>
                </a:lnSpc>
              </a:pPr>
              <a:r>
                <a:rPr lang="en-US" sz="2800" b="1" dirty="0" smtClean="0">
                  <a:solidFill>
                    <a:srgbClr val="0A6433"/>
                  </a:solidFill>
                </a:rPr>
                <a:t>38</a:t>
              </a:r>
              <a:r>
                <a:rPr lang="en-US" sz="2000" dirty="0" smtClean="0">
                  <a:solidFill>
                    <a:srgbClr val="0A6433"/>
                  </a:solidFill>
                </a:rPr>
                <a:t>%</a:t>
              </a:r>
              <a:endParaRPr lang="en-US" sz="2000" dirty="0">
                <a:solidFill>
                  <a:srgbClr val="0A6433"/>
                </a:solidFill>
              </a:endParaRPr>
            </a:p>
          </p:txBody>
        </p:sp>
        <p:grpSp>
          <p:nvGrpSpPr>
            <p:cNvPr id="75" name="Gruppieren 74"/>
            <p:cNvGrpSpPr/>
            <p:nvPr/>
          </p:nvGrpSpPr>
          <p:grpSpPr bwMode="gray">
            <a:xfrm>
              <a:off x="269040" y="4121135"/>
              <a:ext cx="438779" cy="591658"/>
              <a:chOff x="3152775" y="3651250"/>
              <a:chExt cx="701676" cy="946151"/>
            </a:xfrm>
            <a:solidFill>
              <a:srgbClr val="32AA50"/>
            </a:solidFill>
          </p:grpSpPr>
          <p:sp>
            <p:nvSpPr>
              <p:cNvPr id="78" name="Oval 67"/>
              <p:cNvSpPr>
                <a:spLocks noChangeArrowheads="1"/>
              </p:cNvSpPr>
              <p:nvPr/>
            </p:nvSpPr>
            <p:spPr bwMode="gray">
              <a:xfrm>
                <a:off x="3576638" y="3651250"/>
                <a:ext cx="176213" cy="1730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9" name="Freeform 68"/>
              <p:cNvSpPr>
                <a:spLocks/>
              </p:cNvSpPr>
              <p:nvPr/>
            </p:nvSpPr>
            <p:spPr bwMode="gray">
              <a:xfrm>
                <a:off x="3268663" y="3786188"/>
                <a:ext cx="585788" cy="811213"/>
              </a:xfrm>
              <a:custGeom>
                <a:avLst/>
                <a:gdLst>
                  <a:gd name="T0" fmla="*/ 77 w 156"/>
                  <a:gd name="T1" fmla="*/ 27 h 216"/>
                  <a:gd name="T2" fmla="*/ 0 w 156"/>
                  <a:gd name="T3" fmla="*/ 67 h 216"/>
                  <a:gd name="T4" fmla="*/ 76 w 156"/>
                  <a:gd name="T5" fmla="*/ 60 h 216"/>
                  <a:gd name="T6" fmla="*/ 79 w 156"/>
                  <a:gd name="T7" fmla="*/ 207 h 216"/>
                  <a:gd name="T8" fmla="*/ 100 w 156"/>
                  <a:gd name="T9" fmla="*/ 206 h 216"/>
                  <a:gd name="T10" fmla="*/ 103 w 156"/>
                  <a:gd name="T11" fmla="*/ 124 h 216"/>
                  <a:gd name="T12" fmla="*/ 109 w 156"/>
                  <a:gd name="T13" fmla="*/ 205 h 216"/>
                  <a:gd name="T14" fmla="*/ 129 w 156"/>
                  <a:gd name="T15" fmla="*/ 205 h 216"/>
                  <a:gd name="T16" fmla="*/ 129 w 156"/>
                  <a:gd name="T17" fmla="*/ 58 h 216"/>
                  <a:gd name="T18" fmla="*/ 136 w 156"/>
                  <a:gd name="T19" fmla="*/ 120 h 216"/>
                  <a:gd name="T20" fmla="*/ 128 w 156"/>
                  <a:gd name="T21" fmla="*/ 26 h 216"/>
                  <a:gd name="T22" fmla="*/ 77 w 156"/>
                  <a:gd name="T23" fmla="*/ 27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6" h="216">
                    <a:moveTo>
                      <a:pt x="77" y="27"/>
                    </a:moveTo>
                    <a:cubicBezTo>
                      <a:pt x="77" y="27"/>
                      <a:pt x="52" y="68"/>
                      <a:pt x="0" y="67"/>
                    </a:cubicBezTo>
                    <a:cubicBezTo>
                      <a:pt x="0" y="67"/>
                      <a:pt x="56" y="76"/>
                      <a:pt x="76" y="60"/>
                    </a:cubicBezTo>
                    <a:cubicBezTo>
                      <a:pt x="79" y="207"/>
                      <a:pt x="79" y="207"/>
                      <a:pt x="79" y="207"/>
                    </a:cubicBezTo>
                    <a:cubicBezTo>
                      <a:pt x="79" y="207"/>
                      <a:pt x="91" y="216"/>
                      <a:pt x="100" y="206"/>
                    </a:cubicBezTo>
                    <a:cubicBezTo>
                      <a:pt x="103" y="124"/>
                      <a:pt x="103" y="124"/>
                      <a:pt x="103" y="124"/>
                    </a:cubicBezTo>
                    <a:cubicBezTo>
                      <a:pt x="109" y="205"/>
                      <a:pt x="109" y="205"/>
                      <a:pt x="109" y="205"/>
                    </a:cubicBezTo>
                    <a:cubicBezTo>
                      <a:pt x="109" y="205"/>
                      <a:pt x="115" y="216"/>
                      <a:pt x="129" y="205"/>
                    </a:cubicBezTo>
                    <a:cubicBezTo>
                      <a:pt x="129" y="58"/>
                      <a:pt x="129" y="58"/>
                      <a:pt x="129" y="58"/>
                    </a:cubicBezTo>
                    <a:cubicBezTo>
                      <a:pt x="129" y="58"/>
                      <a:pt x="141" y="78"/>
                      <a:pt x="136" y="120"/>
                    </a:cubicBezTo>
                    <a:cubicBezTo>
                      <a:pt x="136" y="120"/>
                      <a:pt x="156" y="68"/>
                      <a:pt x="128" y="26"/>
                    </a:cubicBezTo>
                    <a:cubicBezTo>
                      <a:pt x="128" y="26"/>
                      <a:pt x="104" y="0"/>
                      <a:pt x="77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0" name="Freeform 69"/>
              <p:cNvSpPr>
                <a:spLocks/>
              </p:cNvSpPr>
              <p:nvPr/>
            </p:nvSpPr>
            <p:spPr bwMode="gray">
              <a:xfrm>
                <a:off x="3152775" y="4097338"/>
                <a:ext cx="296863" cy="469900"/>
              </a:xfrm>
              <a:custGeom>
                <a:avLst/>
                <a:gdLst>
                  <a:gd name="T0" fmla="*/ 172 w 187"/>
                  <a:gd name="T1" fmla="*/ 0 h 296"/>
                  <a:gd name="T2" fmla="*/ 144 w 187"/>
                  <a:gd name="T3" fmla="*/ 272 h 296"/>
                  <a:gd name="T4" fmla="*/ 42 w 187"/>
                  <a:gd name="T5" fmla="*/ 272 h 296"/>
                  <a:gd name="T6" fmla="*/ 16 w 187"/>
                  <a:gd name="T7" fmla="*/ 0 h 296"/>
                  <a:gd name="T8" fmla="*/ 0 w 187"/>
                  <a:gd name="T9" fmla="*/ 0 h 296"/>
                  <a:gd name="T10" fmla="*/ 28 w 187"/>
                  <a:gd name="T11" fmla="*/ 296 h 296"/>
                  <a:gd name="T12" fmla="*/ 158 w 187"/>
                  <a:gd name="T13" fmla="*/ 296 h 296"/>
                  <a:gd name="T14" fmla="*/ 187 w 187"/>
                  <a:gd name="T15" fmla="*/ 0 h 296"/>
                  <a:gd name="T16" fmla="*/ 172 w 187"/>
                  <a:gd name="T17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7" h="296">
                    <a:moveTo>
                      <a:pt x="172" y="0"/>
                    </a:moveTo>
                    <a:lnTo>
                      <a:pt x="144" y="272"/>
                    </a:lnTo>
                    <a:lnTo>
                      <a:pt x="42" y="272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28" y="296"/>
                    </a:lnTo>
                    <a:lnTo>
                      <a:pt x="158" y="296"/>
                    </a:lnTo>
                    <a:lnTo>
                      <a:pt x="187" y="0"/>
                    </a:lnTo>
                    <a:lnTo>
                      <a:pt x="17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1" name="Freeform 70"/>
              <p:cNvSpPr>
                <a:spLocks/>
              </p:cNvSpPr>
              <p:nvPr/>
            </p:nvSpPr>
            <p:spPr bwMode="gray">
              <a:xfrm>
                <a:off x="3249613" y="4057650"/>
                <a:ext cx="68263" cy="69850"/>
              </a:xfrm>
              <a:custGeom>
                <a:avLst/>
                <a:gdLst>
                  <a:gd name="T0" fmla="*/ 14 w 18"/>
                  <a:gd name="T1" fmla="*/ 11 h 19"/>
                  <a:gd name="T2" fmla="*/ 1 w 18"/>
                  <a:gd name="T3" fmla="*/ 6 h 19"/>
                  <a:gd name="T4" fmla="*/ 9 w 18"/>
                  <a:gd name="T5" fmla="*/ 19 h 19"/>
                  <a:gd name="T6" fmla="*/ 18 w 18"/>
                  <a:gd name="T7" fmla="*/ 17 h 19"/>
                  <a:gd name="T8" fmla="*/ 14 w 18"/>
                  <a:gd name="T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14" y="11"/>
                    </a:moveTo>
                    <a:cubicBezTo>
                      <a:pt x="11" y="4"/>
                      <a:pt x="3" y="0"/>
                      <a:pt x="1" y="6"/>
                    </a:cubicBezTo>
                    <a:cubicBezTo>
                      <a:pt x="0" y="13"/>
                      <a:pt x="9" y="19"/>
                      <a:pt x="9" y="19"/>
                    </a:cubicBezTo>
                    <a:cubicBezTo>
                      <a:pt x="18" y="17"/>
                      <a:pt x="18" y="17"/>
                      <a:pt x="18" y="17"/>
                    </a:cubicBezTo>
                    <a:lnTo>
                      <a:pt x="1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2" name="Freeform 71"/>
              <p:cNvSpPr>
                <a:spLocks/>
              </p:cNvSpPr>
              <p:nvPr/>
            </p:nvSpPr>
            <p:spPr bwMode="gray">
              <a:xfrm>
                <a:off x="3268663" y="4173538"/>
                <a:ext cx="49213" cy="47625"/>
              </a:xfrm>
              <a:custGeom>
                <a:avLst/>
                <a:gdLst>
                  <a:gd name="T0" fmla="*/ 7 w 13"/>
                  <a:gd name="T1" fmla="*/ 3 h 13"/>
                  <a:gd name="T2" fmla="*/ 5 w 13"/>
                  <a:gd name="T3" fmla="*/ 13 h 13"/>
                  <a:gd name="T4" fmla="*/ 13 w 13"/>
                  <a:gd name="T5" fmla="*/ 6 h 13"/>
                  <a:gd name="T6" fmla="*/ 11 w 13"/>
                  <a:gd name="T7" fmla="*/ 0 h 13"/>
                  <a:gd name="T8" fmla="*/ 7 w 13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3"/>
                    </a:moveTo>
                    <a:cubicBezTo>
                      <a:pt x="2" y="6"/>
                      <a:pt x="0" y="13"/>
                      <a:pt x="5" y="13"/>
                    </a:cubicBezTo>
                    <a:cubicBezTo>
                      <a:pt x="10" y="13"/>
                      <a:pt x="13" y="6"/>
                      <a:pt x="13" y="6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3" name="Freeform 72"/>
              <p:cNvSpPr>
                <a:spLocks/>
              </p:cNvSpPr>
              <p:nvPr/>
            </p:nvSpPr>
            <p:spPr bwMode="gray">
              <a:xfrm>
                <a:off x="3325813" y="4225925"/>
                <a:ext cx="44450" cy="41275"/>
              </a:xfrm>
              <a:custGeom>
                <a:avLst/>
                <a:gdLst>
                  <a:gd name="T0" fmla="*/ 6 w 12"/>
                  <a:gd name="T1" fmla="*/ 3 h 11"/>
                  <a:gd name="T2" fmla="*/ 4 w 12"/>
                  <a:gd name="T3" fmla="*/ 11 h 11"/>
                  <a:gd name="T4" fmla="*/ 12 w 12"/>
                  <a:gd name="T5" fmla="*/ 5 h 11"/>
                  <a:gd name="T6" fmla="*/ 10 w 12"/>
                  <a:gd name="T7" fmla="*/ 0 h 11"/>
                  <a:gd name="T8" fmla="*/ 6 w 12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3"/>
                    </a:moveTo>
                    <a:cubicBezTo>
                      <a:pt x="2" y="5"/>
                      <a:pt x="0" y="11"/>
                      <a:pt x="4" y="11"/>
                    </a:cubicBezTo>
                    <a:cubicBezTo>
                      <a:pt x="9" y="11"/>
                      <a:pt x="12" y="5"/>
                      <a:pt x="12" y="5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4" name="Freeform 73"/>
              <p:cNvSpPr>
                <a:spLocks/>
              </p:cNvSpPr>
              <p:nvPr/>
            </p:nvSpPr>
            <p:spPr bwMode="gray">
              <a:xfrm>
                <a:off x="3249613" y="4292600"/>
                <a:ext cx="46038" cy="41275"/>
              </a:xfrm>
              <a:custGeom>
                <a:avLst/>
                <a:gdLst>
                  <a:gd name="T0" fmla="*/ 6 w 12"/>
                  <a:gd name="T1" fmla="*/ 3 h 11"/>
                  <a:gd name="T2" fmla="*/ 4 w 12"/>
                  <a:gd name="T3" fmla="*/ 11 h 11"/>
                  <a:gd name="T4" fmla="*/ 12 w 12"/>
                  <a:gd name="T5" fmla="*/ 5 h 11"/>
                  <a:gd name="T6" fmla="*/ 10 w 12"/>
                  <a:gd name="T7" fmla="*/ 0 h 11"/>
                  <a:gd name="T8" fmla="*/ 6 w 12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3"/>
                    </a:moveTo>
                    <a:cubicBezTo>
                      <a:pt x="2" y="6"/>
                      <a:pt x="0" y="11"/>
                      <a:pt x="4" y="11"/>
                    </a:cubicBezTo>
                    <a:cubicBezTo>
                      <a:pt x="9" y="11"/>
                      <a:pt x="12" y="5"/>
                      <a:pt x="12" y="5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76" name="Textfeld 75"/>
            <p:cNvSpPr txBox="1"/>
            <p:nvPr/>
          </p:nvSpPr>
          <p:spPr bwMode="gray">
            <a:xfrm>
              <a:off x="791069" y="4216509"/>
              <a:ext cx="895890" cy="486063"/>
            </a:xfrm>
            <a:prstGeom prst="rect">
              <a:avLst/>
            </a:prstGeom>
            <a:noFill/>
          </p:spPr>
          <p:txBody>
            <a:bodyPr wrap="square" lIns="72000" tIns="0" rIns="0" bIns="0" rtlCol="0" anchor="ctr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>
                <a:lnSpc>
                  <a:spcPct val="90000"/>
                </a:lnSpc>
              </a:pPr>
              <a:r>
                <a:rPr lang="en-US" sz="2800" b="1" dirty="0" smtClean="0">
                  <a:solidFill>
                    <a:srgbClr val="0A6433"/>
                  </a:solidFill>
                </a:rPr>
                <a:t>25</a:t>
              </a:r>
              <a:r>
                <a:rPr lang="en-US" sz="2000" dirty="0" smtClean="0">
                  <a:solidFill>
                    <a:srgbClr val="0A6433"/>
                  </a:solidFill>
                </a:rPr>
                <a:t>mn</a:t>
              </a:r>
              <a:endParaRPr lang="en-US" sz="2000" dirty="0">
                <a:solidFill>
                  <a:srgbClr val="0A6433"/>
                </a:solidFill>
              </a:endParaRPr>
            </a:p>
          </p:txBody>
        </p:sp>
        <p:grpSp>
          <p:nvGrpSpPr>
            <p:cNvPr id="17" name="Gruppieren 16"/>
            <p:cNvGrpSpPr/>
            <p:nvPr/>
          </p:nvGrpSpPr>
          <p:grpSpPr bwMode="gray">
            <a:xfrm>
              <a:off x="302380" y="5307531"/>
              <a:ext cx="2839405" cy="965064"/>
              <a:chOff x="403119" y="5147921"/>
              <a:chExt cx="3785381" cy="1286584"/>
            </a:xfrm>
          </p:grpSpPr>
          <p:sp>
            <p:nvSpPr>
              <p:cNvPr id="27" name="Rechteckige Legende 26"/>
              <p:cNvSpPr/>
              <p:nvPr/>
            </p:nvSpPr>
            <p:spPr bwMode="gray">
              <a:xfrm>
                <a:off x="2145439" y="5147921"/>
                <a:ext cx="1943913" cy="540000"/>
              </a:xfrm>
              <a:prstGeom prst="wedgeRectCallout">
                <a:avLst>
                  <a:gd name="adj1" fmla="val -54917"/>
                  <a:gd name="adj2" fmla="val -22361"/>
                </a:avLst>
              </a:prstGeom>
              <a:solidFill>
                <a:srgbClr val="7FCA92"/>
              </a:solidFill>
              <a:ln w="6350">
                <a:noFill/>
                <a:round/>
                <a:headEnd/>
                <a:tailEnd/>
              </a:ln>
              <a:effectLst/>
            </p:spPr>
            <p:txBody>
              <a:bodyPr wrap="none" lIns="108000" tIns="3600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en-US" sz="2800" b="1" dirty="0" smtClean="0">
                    <a:solidFill>
                      <a:schemeClr val="bg1"/>
                    </a:solidFill>
                  </a:rPr>
                  <a:t>25</a:t>
                </a:r>
                <a:r>
                  <a:rPr lang="en-US" sz="2000" dirty="0" smtClean="0">
                    <a:solidFill>
                      <a:schemeClr val="bg1"/>
                    </a:solidFill>
                  </a:rPr>
                  <a:t>/40 </a:t>
                </a:r>
                <a:r>
                  <a:rPr lang="en-US" sz="1600" b="1" dirty="0" smtClean="0">
                    <a:solidFill>
                      <a:schemeClr val="bg1"/>
                    </a:solidFill>
                  </a:rPr>
                  <a:t>agree.</a:t>
                </a:r>
              </a:p>
            </p:txBody>
          </p:sp>
          <p:grpSp>
            <p:nvGrpSpPr>
              <p:cNvPr id="28" name="Gruppieren 27"/>
              <p:cNvGrpSpPr/>
              <p:nvPr/>
            </p:nvGrpSpPr>
            <p:grpSpPr bwMode="gray">
              <a:xfrm>
                <a:off x="403119" y="5147921"/>
                <a:ext cx="1558318" cy="1286584"/>
                <a:chOff x="170180" y="5586214"/>
                <a:chExt cx="1389386" cy="1147110"/>
              </a:xfrm>
            </p:grpSpPr>
            <p:sp>
              <p:nvSpPr>
                <p:cNvPr id="3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028432" y="588748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9D5A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85385" y="588748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9D5A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171472" y="588748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9D5A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314509" y="588748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9D5A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457537" y="588748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9D5A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70180" y="588356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56264" y="588356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3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2349" y="588356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13221" y="588356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99304" y="5883567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70180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56264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4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2349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4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028432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13221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99304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85385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171472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314509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457537" y="5586214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50" name="Gruppieren 49"/>
                <p:cNvGrpSpPr/>
                <p:nvPr/>
              </p:nvGrpSpPr>
              <p:grpSpPr bwMode="gray">
                <a:xfrm>
                  <a:off x="170180" y="6180920"/>
                  <a:ext cx="1389386" cy="255051"/>
                  <a:chOff x="170180" y="5883567"/>
                  <a:chExt cx="1389386" cy="255051"/>
                </a:xfrm>
                <a:solidFill>
                  <a:srgbClr val="99D5A8"/>
                </a:solidFill>
              </p:grpSpPr>
              <p:sp>
                <p:nvSpPr>
                  <p:cNvPr id="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28432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85385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171472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14509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457537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0180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56264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2349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313221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99304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1" name="Gruppieren 50"/>
                <p:cNvGrpSpPr/>
                <p:nvPr/>
              </p:nvGrpSpPr>
              <p:grpSpPr bwMode="gray">
                <a:xfrm>
                  <a:off x="170180" y="6478273"/>
                  <a:ext cx="1389386" cy="255051"/>
                  <a:chOff x="170180" y="5883567"/>
                  <a:chExt cx="1389386" cy="255051"/>
                </a:xfrm>
                <a:solidFill>
                  <a:srgbClr val="99D5A8"/>
                </a:solidFill>
              </p:grpSpPr>
              <p:sp>
                <p:nvSpPr>
                  <p:cNvPr id="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28432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85385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171472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14509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457537" y="588748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0180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56264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2349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313221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99304" y="588356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9" name="Textfeld 28"/>
              <p:cNvSpPr txBox="1"/>
              <p:nvPr/>
            </p:nvSpPr>
            <p:spPr bwMode="gray">
              <a:xfrm>
                <a:off x="2145439" y="5767489"/>
                <a:ext cx="2043061" cy="667016"/>
              </a:xfrm>
              <a:prstGeom prst="rect">
                <a:avLst/>
              </a:prstGeom>
              <a:noFill/>
            </p:spPr>
            <p:txBody>
              <a:bodyPr wrap="square" lIns="0" tIns="72000" rIns="180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1000" dirty="0" smtClean="0">
                    <a:solidFill>
                      <a:srgbClr val="32AA50"/>
                    </a:solidFill>
                  </a:rPr>
                  <a:t>This is a placeholder text. </a:t>
                </a:r>
                <a:br>
                  <a:rPr lang="en-US" sz="1000" dirty="0" smtClean="0">
                    <a:solidFill>
                      <a:srgbClr val="32AA50"/>
                    </a:solidFill>
                  </a:rPr>
                </a:br>
                <a:r>
                  <a:rPr lang="en-US" sz="1000" dirty="0" smtClean="0">
                    <a:solidFill>
                      <a:srgbClr val="32AA50"/>
                    </a:solidFill>
                  </a:rPr>
                  <a:t>Replace this text with your own information. </a:t>
                </a:r>
                <a:endParaRPr lang="en-US" sz="1000" dirty="0">
                  <a:solidFill>
                    <a:srgbClr val="32AA50"/>
                  </a:solidFill>
                </a:endParaRPr>
              </a:p>
            </p:txBody>
          </p:sp>
        </p:grpSp>
        <p:grpSp>
          <p:nvGrpSpPr>
            <p:cNvPr id="243" name="Gruppieren 242"/>
            <p:cNvGrpSpPr/>
            <p:nvPr/>
          </p:nvGrpSpPr>
          <p:grpSpPr>
            <a:xfrm>
              <a:off x="390617" y="381177"/>
              <a:ext cx="2736345" cy="1588883"/>
              <a:chOff x="390617" y="381177"/>
              <a:chExt cx="2736345" cy="1588883"/>
            </a:xfrm>
          </p:grpSpPr>
          <p:grpSp>
            <p:nvGrpSpPr>
              <p:cNvPr id="223" name="Gruppieren 222"/>
              <p:cNvGrpSpPr/>
              <p:nvPr/>
            </p:nvGrpSpPr>
            <p:grpSpPr>
              <a:xfrm>
                <a:off x="390617" y="381177"/>
                <a:ext cx="2736345" cy="1588883"/>
                <a:chOff x="390617" y="381177"/>
                <a:chExt cx="2736345" cy="1588883"/>
              </a:xfrm>
            </p:grpSpPr>
            <p:sp>
              <p:nvSpPr>
                <p:cNvPr id="225" name="Rechteck 224"/>
                <p:cNvSpPr/>
                <p:nvPr/>
              </p:nvSpPr>
              <p:spPr bwMode="gray">
                <a:xfrm>
                  <a:off x="390617" y="1190295"/>
                  <a:ext cx="2633547" cy="779765"/>
                </a:xfrm>
                <a:prstGeom prst="rect">
                  <a:avLst/>
                </a:prstGeom>
              </p:spPr>
              <p:txBody>
                <a:bodyPr wrap="square" lIns="7200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1600" noProof="1" smtClean="0">
                      <a:solidFill>
                        <a:srgbClr val="32AA50"/>
                      </a:solidFill>
                    </a:rPr>
                    <a:t>Subheadline</a:t>
                  </a:r>
                  <a:r>
                    <a:rPr lang="en-US" sz="1600" dirty="0" smtClean="0">
                      <a:solidFill>
                        <a:srgbClr val="32AA50"/>
                      </a:solidFill>
                    </a:rPr>
                    <a:t> for further information on the topic or a short introduction.</a:t>
                  </a:r>
                  <a:endParaRPr lang="en-US" sz="1600" dirty="0">
                    <a:solidFill>
                      <a:srgbClr val="32AA50"/>
                    </a:solidFill>
                  </a:endParaRPr>
                </a:p>
              </p:txBody>
            </p:sp>
            <p:sp>
              <p:nvSpPr>
                <p:cNvPr id="226" name="Textfeld 225"/>
                <p:cNvSpPr txBox="1"/>
                <p:nvPr/>
              </p:nvSpPr>
              <p:spPr bwMode="gray">
                <a:xfrm>
                  <a:off x="994116" y="381177"/>
                  <a:ext cx="2132846" cy="645224"/>
                </a:xfrm>
                <a:prstGeom prst="rect">
                  <a:avLst/>
                </a:prstGeom>
                <a:noFill/>
              </p:spPr>
              <p:txBody>
                <a:bodyPr wrap="square" lIns="180000" tIns="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en-US" sz="2400" b="1" dirty="0">
                      <a:solidFill>
                        <a:srgbClr val="0A6433"/>
                      </a:solidFill>
                    </a:rPr>
                    <a:t>Topic</a:t>
                  </a:r>
                  <a:r>
                    <a:rPr lang="en-US" sz="2400" dirty="0">
                      <a:solidFill>
                        <a:srgbClr val="0A6433"/>
                      </a:solidFill>
                    </a:rPr>
                    <a:t> of </a:t>
                  </a:r>
                  <a:r>
                    <a:rPr lang="en-US" sz="2400" noProof="1">
                      <a:solidFill>
                        <a:srgbClr val="0A6433"/>
                      </a:solidFill>
                    </a:rPr>
                    <a:t>Infographic</a:t>
                  </a:r>
                </a:p>
              </p:txBody>
            </p:sp>
          </p:grpSp>
          <p:grpSp>
            <p:nvGrpSpPr>
              <p:cNvPr id="238" name="Gruppieren 237"/>
              <p:cNvGrpSpPr/>
              <p:nvPr/>
            </p:nvGrpSpPr>
            <p:grpSpPr>
              <a:xfrm>
                <a:off x="431526" y="387165"/>
                <a:ext cx="552566" cy="552566"/>
                <a:chOff x="431526" y="292279"/>
                <a:chExt cx="738068" cy="738068"/>
              </a:xfrm>
            </p:grpSpPr>
            <p:sp>
              <p:nvSpPr>
                <p:cNvPr id="239" name="Ellipse 238"/>
                <p:cNvSpPr/>
                <p:nvPr/>
              </p:nvSpPr>
              <p:spPr bwMode="gray">
                <a:xfrm>
                  <a:off x="451172" y="314307"/>
                  <a:ext cx="696978" cy="696976"/>
                </a:xfrm>
                <a:prstGeom prst="ellipse">
                  <a:avLst/>
                </a:prstGeom>
                <a:solidFill>
                  <a:srgbClr val="32AA50"/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0" name="Freeform 23"/>
                <p:cNvSpPr>
                  <a:spLocks noEditPoints="1"/>
                </p:cNvSpPr>
                <p:nvPr/>
              </p:nvSpPr>
              <p:spPr bwMode="gray">
                <a:xfrm>
                  <a:off x="431526" y="292279"/>
                  <a:ext cx="738068" cy="738068"/>
                </a:xfrm>
                <a:custGeom>
                  <a:avLst/>
                  <a:gdLst>
                    <a:gd name="T0" fmla="*/ 118 w 237"/>
                    <a:gd name="T1" fmla="*/ 237 h 237"/>
                    <a:gd name="T2" fmla="*/ 0 w 237"/>
                    <a:gd name="T3" fmla="*/ 119 h 237"/>
                    <a:gd name="T4" fmla="*/ 118 w 237"/>
                    <a:gd name="T5" fmla="*/ 0 h 237"/>
                    <a:gd name="T6" fmla="*/ 237 w 237"/>
                    <a:gd name="T7" fmla="*/ 119 h 237"/>
                    <a:gd name="T8" fmla="*/ 118 w 237"/>
                    <a:gd name="T9" fmla="*/ 237 h 237"/>
                    <a:gd name="T10" fmla="*/ 118 w 237"/>
                    <a:gd name="T11" fmla="*/ 11 h 237"/>
                    <a:gd name="T12" fmla="*/ 10 w 237"/>
                    <a:gd name="T13" fmla="*/ 119 h 237"/>
                    <a:gd name="T14" fmla="*/ 118 w 237"/>
                    <a:gd name="T15" fmla="*/ 227 h 237"/>
                    <a:gd name="T16" fmla="*/ 226 w 237"/>
                    <a:gd name="T17" fmla="*/ 119 h 237"/>
                    <a:gd name="T18" fmla="*/ 118 w 237"/>
                    <a:gd name="T19" fmla="*/ 11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7" h="237">
                      <a:moveTo>
                        <a:pt x="118" y="237"/>
                      </a:moveTo>
                      <a:cubicBezTo>
                        <a:pt x="53" y="237"/>
                        <a:pt x="0" y="184"/>
                        <a:pt x="0" y="119"/>
                      </a:cubicBezTo>
                      <a:cubicBezTo>
                        <a:pt x="0" y="54"/>
                        <a:pt x="53" y="0"/>
                        <a:pt x="118" y="0"/>
                      </a:cubicBezTo>
                      <a:cubicBezTo>
                        <a:pt x="183" y="0"/>
                        <a:pt x="237" y="54"/>
                        <a:pt x="237" y="119"/>
                      </a:cubicBezTo>
                      <a:cubicBezTo>
                        <a:pt x="237" y="184"/>
                        <a:pt x="183" y="237"/>
                        <a:pt x="118" y="237"/>
                      </a:cubicBezTo>
                      <a:close/>
                      <a:moveTo>
                        <a:pt x="118" y="11"/>
                      </a:moveTo>
                      <a:cubicBezTo>
                        <a:pt x="58" y="11"/>
                        <a:pt x="10" y="59"/>
                        <a:pt x="10" y="119"/>
                      </a:cubicBezTo>
                      <a:cubicBezTo>
                        <a:pt x="10" y="179"/>
                        <a:pt x="58" y="227"/>
                        <a:pt x="118" y="227"/>
                      </a:cubicBezTo>
                      <a:cubicBezTo>
                        <a:pt x="178" y="227"/>
                        <a:pt x="226" y="179"/>
                        <a:pt x="226" y="119"/>
                      </a:cubicBezTo>
                      <a:cubicBezTo>
                        <a:pt x="226" y="59"/>
                        <a:pt x="178" y="11"/>
                        <a:pt x="118" y="11"/>
                      </a:cubicBezTo>
                      <a:close/>
                    </a:path>
                  </a:pathLst>
                </a:custGeom>
                <a:solidFill>
                  <a:srgbClr val="7FCA9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41" name="Oval 35"/>
                <p:cNvSpPr>
                  <a:spLocks noChangeArrowheads="1"/>
                </p:cNvSpPr>
                <p:nvPr/>
              </p:nvSpPr>
              <p:spPr bwMode="gray">
                <a:xfrm>
                  <a:off x="616851" y="404711"/>
                  <a:ext cx="365618" cy="516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618" h="516166">
                      <a:moveTo>
                        <a:pt x="211059" y="346691"/>
                      </a:moveTo>
                      <a:cubicBezTo>
                        <a:pt x="216137" y="352780"/>
                        <a:pt x="221214" y="356839"/>
                        <a:pt x="226292" y="360899"/>
                      </a:cubicBezTo>
                      <a:cubicBezTo>
                        <a:pt x="228323" y="429906"/>
                        <a:pt x="241525" y="487751"/>
                        <a:pt x="259804" y="516166"/>
                      </a:cubicBezTo>
                      <a:cubicBezTo>
                        <a:pt x="259804" y="516166"/>
                        <a:pt x="259804" y="516166"/>
                        <a:pt x="124740" y="516166"/>
                      </a:cubicBezTo>
                      <a:cubicBezTo>
                        <a:pt x="142004" y="489781"/>
                        <a:pt x="154190" y="438025"/>
                        <a:pt x="157237" y="376121"/>
                      </a:cubicBezTo>
                      <a:cubicBezTo>
                        <a:pt x="177547" y="370032"/>
                        <a:pt x="195826" y="360899"/>
                        <a:pt x="211059" y="346691"/>
                      </a:cubicBezTo>
                      <a:close/>
                      <a:moveTo>
                        <a:pt x="183669" y="0"/>
                      </a:moveTo>
                      <a:cubicBezTo>
                        <a:pt x="222866" y="0"/>
                        <a:pt x="254642" y="29850"/>
                        <a:pt x="254642" y="66672"/>
                      </a:cubicBezTo>
                      <a:lnTo>
                        <a:pt x="252676" y="75822"/>
                      </a:lnTo>
                      <a:cubicBezTo>
                        <a:pt x="295134" y="93039"/>
                        <a:pt x="324755" y="132937"/>
                        <a:pt x="324755" y="179368"/>
                      </a:cubicBezTo>
                      <a:cubicBezTo>
                        <a:pt x="324755" y="194269"/>
                        <a:pt x="321704" y="208497"/>
                        <a:pt x="315500" y="221202"/>
                      </a:cubicBezTo>
                      <a:cubicBezTo>
                        <a:pt x="344924" y="232195"/>
                        <a:pt x="365618" y="259216"/>
                        <a:pt x="365618" y="290773"/>
                      </a:cubicBezTo>
                      <a:cubicBezTo>
                        <a:pt x="365618" y="332346"/>
                        <a:pt x="329702" y="366047"/>
                        <a:pt x="285397" y="366047"/>
                      </a:cubicBezTo>
                      <a:cubicBezTo>
                        <a:pt x="253324" y="366047"/>
                        <a:pt x="225648" y="348386"/>
                        <a:pt x="213306" y="322614"/>
                      </a:cubicBezTo>
                      <a:cubicBezTo>
                        <a:pt x="192424" y="349336"/>
                        <a:pt x="158402" y="366049"/>
                        <a:pt x="120224" y="366049"/>
                      </a:cubicBezTo>
                      <a:cubicBezTo>
                        <a:pt x="53826" y="366049"/>
                        <a:pt x="0" y="315497"/>
                        <a:pt x="0" y="253137"/>
                      </a:cubicBezTo>
                      <a:cubicBezTo>
                        <a:pt x="0" y="207796"/>
                        <a:pt x="28455" y="168698"/>
                        <a:pt x="70406" y="153539"/>
                      </a:cubicBezTo>
                      <a:cubicBezTo>
                        <a:pt x="60992" y="144447"/>
                        <a:pt x="55488" y="131969"/>
                        <a:pt x="55488" y="118288"/>
                      </a:cubicBezTo>
                      <a:cubicBezTo>
                        <a:pt x="55488" y="88831"/>
                        <a:pt x="81005" y="64951"/>
                        <a:pt x="112482" y="64951"/>
                      </a:cubicBezTo>
                      <a:lnTo>
                        <a:pt x="113044" y="65054"/>
                      </a:lnTo>
                      <a:cubicBezTo>
                        <a:pt x="113636" y="28975"/>
                        <a:pt x="145051" y="0"/>
                        <a:pt x="1836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  <p:sp>
          <p:nvSpPr>
            <p:cNvPr id="244" name="Rechteck 243"/>
            <p:cNvSpPr/>
            <p:nvPr/>
          </p:nvSpPr>
          <p:spPr bwMode="gray">
            <a:xfrm>
              <a:off x="60382" y="2299979"/>
              <a:ext cx="3126962" cy="645299"/>
            </a:xfrm>
            <a:prstGeom prst="rect">
              <a:avLst/>
            </a:prstGeom>
          </p:spPr>
          <p:txBody>
            <a:bodyPr wrap="square" lIns="180000" tIns="0" rIns="360000" bIns="0" anchor="ctr">
              <a:noAutofit/>
            </a:bodyPr>
            <a:lstStyle/>
            <a:p>
              <a:pPr lvl="0" algn="ctr">
                <a:spcAft>
                  <a:spcPts val="300"/>
                </a:spcAft>
              </a:pPr>
              <a:r>
                <a:rPr lang="en-US" sz="4000" b="1" dirty="0">
                  <a:solidFill>
                    <a:srgbClr val="0A6433"/>
                  </a:solidFill>
                </a:rPr>
                <a:t>ECOLOGY</a:t>
              </a:r>
            </a:p>
          </p:txBody>
        </p:sp>
        <p:cxnSp>
          <p:nvCxnSpPr>
            <p:cNvPr id="245" name="Gerade Verbindung 244"/>
            <p:cNvCxnSpPr/>
            <p:nvPr/>
          </p:nvCxnSpPr>
          <p:spPr bwMode="gray">
            <a:xfrm flipH="1" flipV="1">
              <a:off x="7432929" y="2221871"/>
              <a:ext cx="1444427" cy="1"/>
            </a:xfrm>
            <a:prstGeom prst="line">
              <a:avLst/>
            </a:prstGeom>
            <a:ln w="6350">
              <a:solidFill>
                <a:srgbClr val="7FCA9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Gerade Verbindung 245"/>
            <p:cNvCxnSpPr/>
            <p:nvPr/>
          </p:nvCxnSpPr>
          <p:spPr bwMode="gray">
            <a:xfrm flipH="1">
              <a:off x="7454972" y="4513526"/>
              <a:ext cx="1444427" cy="0"/>
            </a:xfrm>
            <a:prstGeom prst="line">
              <a:avLst/>
            </a:prstGeom>
            <a:ln w="6350">
              <a:solidFill>
                <a:srgbClr val="7FCA9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" name="Gruppieren 310"/>
            <p:cNvGrpSpPr/>
            <p:nvPr/>
          </p:nvGrpSpPr>
          <p:grpSpPr>
            <a:xfrm>
              <a:off x="7548968" y="255378"/>
              <a:ext cx="1309271" cy="1702973"/>
              <a:chOff x="7548968" y="255378"/>
              <a:chExt cx="1309271" cy="1702973"/>
            </a:xfrm>
          </p:grpSpPr>
          <p:grpSp>
            <p:nvGrpSpPr>
              <p:cNvPr id="211" name="Gruppieren 210"/>
              <p:cNvGrpSpPr/>
              <p:nvPr/>
            </p:nvGrpSpPr>
            <p:grpSpPr bwMode="gray">
              <a:xfrm>
                <a:off x="7856361" y="255378"/>
                <a:ext cx="966126" cy="674872"/>
                <a:chOff x="8012608" y="2147401"/>
                <a:chExt cx="2954877" cy="2064082"/>
              </a:xfrm>
              <a:solidFill>
                <a:srgbClr val="32AA50"/>
              </a:solidFill>
            </p:grpSpPr>
            <p:grpSp>
              <p:nvGrpSpPr>
                <p:cNvPr id="214" name="Gruppieren 213"/>
                <p:cNvGrpSpPr/>
                <p:nvPr/>
              </p:nvGrpSpPr>
              <p:grpSpPr bwMode="gray">
                <a:xfrm>
                  <a:off x="8012608" y="2147401"/>
                  <a:ext cx="2954877" cy="2064082"/>
                  <a:chOff x="7857340" y="2126135"/>
                  <a:chExt cx="2954877" cy="2064082"/>
                </a:xfrm>
                <a:grpFill/>
              </p:grpSpPr>
              <p:grpSp>
                <p:nvGrpSpPr>
                  <p:cNvPr id="216" name="Group 5"/>
                  <p:cNvGrpSpPr>
                    <a:grpSpLocks noChangeAspect="1"/>
                  </p:cNvGrpSpPr>
                  <p:nvPr/>
                </p:nvGrpSpPr>
                <p:grpSpPr bwMode="gray">
                  <a:xfrm>
                    <a:off x="7857340" y="3061946"/>
                    <a:ext cx="1879505" cy="1128271"/>
                    <a:chOff x="4339" y="544"/>
                    <a:chExt cx="1984" cy="1191"/>
                  </a:xfrm>
                  <a:grpFill/>
                </p:grpSpPr>
                <p:sp>
                  <p:nvSpPr>
                    <p:cNvPr id="219" name="Freeform 6"/>
                    <p:cNvSpPr>
                      <a:spLocks/>
                    </p:cNvSpPr>
                    <p:nvPr/>
                  </p:nvSpPr>
                  <p:spPr bwMode="gray">
                    <a:xfrm>
                      <a:off x="4339" y="544"/>
                      <a:ext cx="1273" cy="1184"/>
                    </a:xfrm>
                    <a:custGeom>
                      <a:avLst/>
                      <a:gdLst>
                        <a:gd name="T0" fmla="*/ 539 w 539"/>
                        <a:gd name="T1" fmla="*/ 501 h 501"/>
                        <a:gd name="T2" fmla="*/ 2 w 539"/>
                        <a:gd name="T3" fmla="*/ 501 h 501"/>
                        <a:gd name="T4" fmla="*/ 8 w 539"/>
                        <a:gd name="T5" fmla="*/ 491 h 501"/>
                        <a:gd name="T6" fmla="*/ 127 w 539"/>
                        <a:gd name="T7" fmla="*/ 0 h 501"/>
                        <a:gd name="T8" fmla="*/ 411 w 539"/>
                        <a:gd name="T9" fmla="*/ 22 h 501"/>
                        <a:gd name="T10" fmla="*/ 406 w 539"/>
                        <a:gd name="T11" fmla="*/ 106 h 501"/>
                        <a:gd name="T12" fmla="*/ 539 w 539"/>
                        <a:gd name="T13" fmla="*/ 501 h 50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539" h="501">
                          <a:moveTo>
                            <a:pt x="539" y="501"/>
                          </a:moveTo>
                          <a:cubicBezTo>
                            <a:pt x="360" y="501"/>
                            <a:pt x="181" y="501"/>
                            <a:pt x="2" y="501"/>
                          </a:cubicBezTo>
                          <a:cubicBezTo>
                            <a:pt x="0" y="496"/>
                            <a:pt x="6" y="494"/>
                            <a:pt x="8" y="491"/>
                          </a:cubicBezTo>
                          <a:cubicBezTo>
                            <a:pt x="94" y="378"/>
                            <a:pt x="153" y="207"/>
                            <a:pt x="127" y="0"/>
                          </a:cubicBezTo>
                          <a:cubicBezTo>
                            <a:pt x="229" y="0"/>
                            <a:pt x="324" y="6"/>
                            <a:pt x="411" y="22"/>
                          </a:cubicBezTo>
                          <a:cubicBezTo>
                            <a:pt x="409" y="50"/>
                            <a:pt x="406" y="78"/>
                            <a:pt x="406" y="106"/>
                          </a:cubicBezTo>
                          <a:cubicBezTo>
                            <a:pt x="404" y="274"/>
                            <a:pt x="470" y="405"/>
                            <a:pt x="539" y="50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" name="Freeform 7"/>
                    <p:cNvSpPr>
                      <a:spLocks/>
                    </p:cNvSpPr>
                    <p:nvPr/>
                  </p:nvSpPr>
                  <p:spPr bwMode="gray">
                    <a:xfrm>
                      <a:off x="5439" y="750"/>
                      <a:ext cx="884" cy="985"/>
                    </a:xfrm>
                    <a:custGeom>
                      <a:avLst/>
                      <a:gdLst>
                        <a:gd name="T0" fmla="*/ 0 w 374"/>
                        <a:gd name="T1" fmla="*/ 290 h 417"/>
                        <a:gd name="T2" fmla="*/ 35 w 374"/>
                        <a:gd name="T3" fmla="*/ 0 h 417"/>
                        <a:gd name="T4" fmla="*/ 268 w 374"/>
                        <a:gd name="T5" fmla="*/ 18 h 417"/>
                        <a:gd name="T6" fmla="*/ 374 w 374"/>
                        <a:gd name="T7" fmla="*/ 414 h 417"/>
                        <a:gd name="T8" fmla="*/ 193 w 374"/>
                        <a:gd name="T9" fmla="*/ 414 h 417"/>
                        <a:gd name="T10" fmla="*/ 133 w 374"/>
                        <a:gd name="T11" fmla="*/ 414 h 417"/>
                        <a:gd name="T12" fmla="*/ 94 w 374"/>
                        <a:gd name="T13" fmla="*/ 390 h 417"/>
                        <a:gd name="T14" fmla="*/ 0 w 374"/>
                        <a:gd name="T15" fmla="*/ 290 h 4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</a:cxnLst>
                      <a:rect l="0" t="0" r="r" b="b"/>
                      <a:pathLst>
                        <a:path w="374" h="417">
                          <a:moveTo>
                            <a:pt x="0" y="290"/>
                          </a:moveTo>
                          <a:cubicBezTo>
                            <a:pt x="34" y="213"/>
                            <a:pt x="47" y="105"/>
                            <a:pt x="35" y="0"/>
                          </a:cubicBezTo>
                          <a:cubicBezTo>
                            <a:pt x="118" y="0"/>
                            <a:pt x="196" y="6"/>
                            <a:pt x="268" y="18"/>
                          </a:cubicBezTo>
                          <a:cubicBezTo>
                            <a:pt x="251" y="192"/>
                            <a:pt x="305" y="322"/>
                            <a:pt x="374" y="414"/>
                          </a:cubicBezTo>
                          <a:cubicBezTo>
                            <a:pt x="311" y="414"/>
                            <a:pt x="255" y="414"/>
                            <a:pt x="193" y="414"/>
                          </a:cubicBezTo>
                          <a:cubicBezTo>
                            <a:pt x="174" y="414"/>
                            <a:pt x="151" y="417"/>
                            <a:pt x="133" y="414"/>
                          </a:cubicBezTo>
                          <a:cubicBezTo>
                            <a:pt x="122" y="412"/>
                            <a:pt x="106" y="399"/>
                            <a:pt x="94" y="390"/>
                          </a:cubicBezTo>
                          <a:cubicBezTo>
                            <a:pt x="54" y="363"/>
                            <a:pt x="25" y="332"/>
                            <a:pt x="0" y="290"/>
                          </a:cubicBezTo>
                          <a:close/>
                        </a:path>
                      </a:pathLst>
                    </a:custGeom>
                    <a:solidFill>
                      <a:srgbClr val="65BF7C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7" name="Freeform 63"/>
                  <p:cNvSpPr>
                    <a:spLocks/>
                  </p:cNvSpPr>
                  <p:nvPr/>
                </p:nvSpPr>
                <p:spPr bwMode="gray">
                  <a:xfrm>
                    <a:off x="9010659" y="2417452"/>
                    <a:ext cx="1801558" cy="805027"/>
                  </a:xfrm>
                  <a:custGeom>
                    <a:avLst/>
                    <a:gdLst>
                      <a:gd name="T0" fmla="*/ 99 w 215"/>
                      <a:gd name="T1" fmla="*/ 17 h 96"/>
                      <a:gd name="T2" fmla="*/ 118 w 215"/>
                      <a:gd name="T3" fmla="*/ 14 h 96"/>
                      <a:gd name="T4" fmla="*/ 124 w 215"/>
                      <a:gd name="T5" fmla="*/ 23 h 96"/>
                      <a:gd name="T6" fmla="*/ 214 w 215"/>
                      <a:gd name="T7" fmla="*/ 42 h 96"/>
                      <a:gd name="T8" fmla="*/ 200 w 215"/>
                      <a:gd name="T9" fmla="*/ 56 h 96"/>
                      <a:gd name="T10" fmla="*/ 142 w 215"/>
                      <a:gd name="T11" fmla="*/ 65 h 96"/>
                      <a:gd name="T12" fmla="*/ 112 w 215"/>
                      <a:gd name="T13" fmla="*/ 75 h 96"/>
                      <a:gd name="T14" fmla="*/ 92 w 215"/>
                      <a:gd name="T15" fmla="*/ 88 h 96"/>
                      <a:gd name="T16" fmla="*/ 55 w 215"/>
                      <a:gd name="T17" fmla="*/ 78 h 96"/>
                      <a:gd name="T18" fmla="*/ 35 w 215"/>
                      <a:gd name="T19" fmla="*/ 96 h 96"/>
                      <a:gd name="T20" fmla="*/ 27 w 215"/>
                      <a:gd name="T21" fmla="*/ 96 h 96"/>
                      <a:gd name="T22" fmla="*/ 15 w 215"/>
                      <a:gd name="T23" fmla="*/ 50 h 96"/>
                      <a:gd name="T24" fmla="*/ 53 w 215"/>
                      <a:gd name="T25" fmla="*/ 16 h 96"/>
                      <a:gd name="T26" fmla="*/ 99 w 215"/>
                      <a:gd name="T27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15" h="96">
                        <a:moveTo>
                          <a:pt x="99" y="17"/>
                        </a:moveTo>
                        <a:cubicBezTo>
                          <a:pt x="104" y="15"/>
                          <a:pt x="109" y="13"/>
                          <a:pt x="118" y="14"/>
                        </a:cubicBezTo>
                        <a:cubicBezTo>
                          <a:pt x="120" y="16"/>
                          <a:pt x="124" y="18"/>
                          <a:pt x="124" y="23"/>
                        </a:cubicBezTo>
                        <a:cubicBezTo>
                          <a:pt x="162" y="11"/>
                          <a:pt x="171" y="54"/>
                          <a:pt x="214" y="42"/>
                        </a:cubicBezTo>
                        <a:cubicBezTo>
                          <a:pt x="215" y="48"/>
                          <a:pt x="206" y="52"/>
                          <a:pt x="200" y="56"/>
                        </a:cubicBezTo>
                        <a:cubicBezTo>
                          <a:pt x="187" y="64"/>
                          <a:pt x="164" y="72"/>
                          <a:pt x="142" y="65"/>
                        </a:cubicBezTo>
                        <a:cubicBezTo>
                          <a:pt x="139" y="76"/>
                          <a:pt x="125" y="80"/>
                          <a:pt x="112" y="75"/>
                        </a:cubicBezTo>
                        <a:cubicBezTo>
                          <a:pt x="104" y="82"/>
                          <a:pt x="101" y="87"/>
                          <a:pt x="92" y="88"/>
                        </a:cubicBezTo>
                        <a:cubicBezTo>
                          <a:pt x="78" y="90"/>
                          <a:pt x="66" y="78"/>
                          <a:pt x="55" y="78"/>
                        </a:cubicBezTo>
                        <a:cubicBezTo>
                          <a:pt x="44" y="77"/>
                          <a:pt x="40" y="85"/>
                          <a:pt x="35" y="96"/>
                        </a:cubicBezTo>
                        <a:cubicBezTo>
                          <a:pt x="32" y="96"/>
                          <a:pt x="29" y="96"/>
                          <a:pt x="27" y="96"/>
                        </a:cubicBezTo>
                        <a:cubicBezTo>
                          <a:pt x="25" y="80"/>
                          <a:pt x="0" y="65"/>
                          <a:pt x="15" y="50"/>
                        </a:cubicBezTo>
                        <a:cubicBezTo>
                          <a:pt x="12" y="25"/>
                          <a:pt x="32" y="3"/>
                          <a:pt x="53" y="16"/>
                        </a:cubicBezTo>
                        <a:cubicBezTo>
                          <a:pt x="64" y="7"/>
                          <a:pt x="92" y="0"/>
                          <a:pt x="99" y="17"/>
                        </a:cubicBezTo>
                        <a:close/>
                      </a:path>
                    </a:pathLst>
                  </a:custGeom>
                  <a:solidFill>
                    <a:srgbClr val="B2DFBD"/>
                  </a:solidFill>
                  <a:ln w="4" cap="rnd">
                    <a:noFill/>
                    <a:prstDash val="solid"/>
                    <a:round/>
                    <a:headEnd/>
                    <a:tailEnd/>
                  </a:ln>
                  <a:extLst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218" name="Freeform 63"/>
                  <p:cNvSpPr>
                    <a:spLocks/>
                  </p:cNvSpPr>
                  <p:nvPr/>
                </p:nvSpPr>
                <p:spPr bwMode="gray">
                  <a:xfrm>
                    <a:off x="8213611" y="2126135"/>
                    <a:ext cx="1801558" cy="805027"/>
                  </a:xfrm>
                  <a:custGeom>
                    <a:avLst/>
                    <a:gdLst>
                      <a:gd name="T0" fmla="*/ 99 w 215"/>
                      <a:gd name="T1" fmla="*/ 17 h 96"/>
                      <a:gd name="T2" fmla="*/ 118 w 215"/>
                      <a:gd name="T3" fmla="*/ 14 h 96"/>
                      <a:gd name="T4" fmla="*/ 124 w 215"/>
                      <a:gd name="T5" fmla="*/ 23 h 96"/>
                      <a:gd name="T6" fmla="*/ 214 w 215"/>
                      <a:gd name="T7" fmla="*/ 42 h 96"/>
                      <a:gd name="T8" fmla="*/ 200 w 215"/>
                      <a:gd name="T9" fmla="*/ 56 h 96"/>
                      <a:gd name="T10" fmla="*/ 142 w 215"/>
                      <a:gd name="T11" fmla="*/ 65 h 96"/>
                      <a:gd name="T12" fmla="*/ 112 w 215"/>
                      <a:gd name="T13" fmla="*/ 75 h 96"/>
                      <a:gd name="T14" fmla="*/ 92 w 215"/>
                      <a:gd name="T15" fmla="*/ 88 h 96"/>
                      <a:gd name="T16" fmla="*/ 55 w 215"/>
                      <a:gd name="T17" fmla="*/ 78 h 96"/>
                      <a:gd name="T18" fmla="*/ 35 w 215"/>
                      <a:gd name="T19" fmla="*/ 96 h 96"/>
                      <a:gd name="T20" fmla="*/ 27 w 215"/>
                      <a:gd name="T21" fmla="*/ 96 h 96"/>
                      <a:gd name="T22" fmla="*/ 15 w 215"/>
                      <a:gd name="T23" fmla="*/ 50 h 96"/>
                      <a:gd name="T24" fmla="*/ 53 w 215"/>
                      <a:gd name="T25" fmla="*/ 16 h 96"/>
                      <a:gd name="T26" fmla="*/ 99 w 215"/>
                      <a:gd name="T27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15" h="96">
                        <a:moveTo>
                          <a:pt x="99" y="17"/>
                        </a:moveTo>
                        <a:cubicBezTo>
                          <a:pt x="104" y="15"/>
                          <a:pt x="109" y="13"/>
                          <a:pt x="118" y="14"/>
                        </a:cubicBezTo>
                        <a:cubicBezTo>
                          <a:pt x="120" y="16"/>
                          <a:pt x="124" y="18"/>
                          <a:pt x="124" y="23"/>
                        </a:cubicBezTo>
                        <a:cubicBezTo>
                          <a:pt x="162" y="11"/>
                          <a:pt x="171" y="54"/>
                          <a:pt x="214" y="42"/>
                        </a:cubicBezTo>
                        <a:cubicBezTo>
                          <a:pt x="215" y="48"/>
                          <a:pt x="206" y="52"/>
                          <a:pt x="200" y="56"/>
                        </a:cubicBezTo>
                        <a:cubicBezTo>
                          <a:pt x="187" y="64"/>
                          <a:pt x="164" y="72"/>
                          <a:pt x="142" y="65"/>
                        </a:cubicBezTo>
                        <a:cubicBezTo>
                          <a:pt x="139" y="76"/>
                          <a:pt x="125" y="80"/>
                          <a:pt x="112" y="75"/>
                        </a:cubicBezTo>
                        <a:cubicBezTo>
                          <a:pt x="104" y="82"/>
                          <a:pt x="101" y="87"/>
                          <a:pt x="92" y="88"/>
                        </a:cubicBezTo>
                        <a:cubicBezTo>
                          <a:pt x="78" y="90"/>
                          <a:pt x="66" y="78"/>
                          <a:pt x="55" y="78"/>
                        </a:cubicBezTo>
                        <a:cubicBezTo>
                          <a:pt x="44" y="77"/>
                          <a:pt x="40" y="85"/>
                          <a:pt x="35" y="96"/>
                        </a:cubicBezTo>
                        <a:cubicBezTo>
                          <a:pt x="32" y="96"/>
                          <a:pt x="29" y="96"/>
                          <a:pt x="27" y="96"/>
                        </a:cubicBezTo>
                        <a:cubicBezTo>
                          <a:pt x="25" y="80"/>
                          <a:pt x="0" y="65"/>
                          <a:pt x="15" y="50"/>
                        </a:cubicBezTo>
                        <a:cubicBezTo>
                          <a:pt x="12" y="25"/>
                          <a:pt x="32" y="3"/>
                          <a:pt x="53" y="16"/>
                        </a:cubicBezTo>
                        <a:cubicBezTo>
                          <a:pt x="64" y="7"/>
                          <a:pt x="92" y="0"/>
                          <a:pt x="99" y="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" cap="rnd">
                    <a:noFill/>
                    <a:prstDash val="solid"/>
                    <a:round/>
                    <a:headEnd/>
                    <a:tailEnd/>
                  </a:ln>
                  <a:extLst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215" name="Freeform 58"/>
                <p:cNvSpPr>
                  <a:spLocks/>
                </p:cNvSpPr>
                <p:nvPr/>
              </p:nvSpPr>
              <p:spPr bwMode="gray">
                <a:xfrm>
                  <a:off x="8477576" y="3462564"/>
                  <a:ext cx="258763" cy="539750"/>
                </a:xfrm>
                <a:custGeom>
                  <a:avLst/>
                  <a:gdLst>
                    <a:gd name="T0" fmla="*/ 0 w 163"/>
                    <a:gd name="T1" fmla="*/ 210 h 340"/>
                    <a:gd name="T2" fmla="*/ 127 w 163"/>
                    <a:gd name="T3" fmla="*/ 0 h 340"/>
                    <a:gd name="T4" fmla="*/ 63 w 163"/>
                    <a:gd name="T5" fmla="*/ 168 h 340"/>
                    <a:gd name="T6" fmla="*/ 163 w 163"/>
                    <a:gd name="T7" fmla="*/ 149 h 340"/>
                    <a:gd name="T8" fmla="*/ 47 w 163"/>
                    <a:gd name="T9" fmla="*/ 340 h 340"/>
                    <a:gd name="T10" fmla="*/ 104 w 163"/>
                    <a:gd name="T11" fmla="*/ 192 h 340"/>
                    <a:gd name="T12" fmla="*/ 0 w 163"/>
                    <a:gd name="T13" fmla="*/ 210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340">
                      <a:moveTo>
                        <a:pt x="0" y="210"/>
                      </a:moveTo>
                      <a:lnTo>
                        <a:pt x="127" y="0"/>
                      </a:lnTo>
                      <a:lnTo>
                        <a:pt x="63" y="168"/>
                      </a:lnTo>
                      <a:lnTo>
                        <a:pt x="163" y="149"/>
                      </a:lnTo>
                      <a:lnTo>
                        <a:pt x="47" y="340"/>
                      </a:lnTo>
                      <a:lnTo>
                        <a:pt x="104" y="192"/>
                      </a:lnTo>
                      <a:lnTo>
                        <a:pt x="0" y="2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249" name="Gruppieren 248"/>
              <p:cNvGrpSpPr/>
              <p:nvPr/>
            </p:nvGrpSpPr>
            <p:grpSpPr>
              <a:xfrm>
                <a:off x="7548968" y="992132"/>
                <a:ext cx="1309271" cy="966219"/>
                <a:chOff x="10173505" y="1276764"/>
                <a:chExt cx="1742320" cy="1285801"/>
              </a:xfrm>
            </p:grpSpPr>
            <p:sp>
              <p:nvSpPr>
                <p:cNvPr id="250" name="Textfeld 249"/>
                <p:cNvSpPr txBox="1"/>
                <p:nvPr/>
              </p:nvSpPr>
              <p:spPr bwMode="gray">
                <a:xfrm>
                  <a:off x="10173505" y="1896542"/>
                  <a:ext cx="1742320" cy="666023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1" name="Textfeld 250"/>
                <p:cNvSpPr txBox="1"/>
                <p:nvPr/>
              </p:nvSpPr>
              <p:spPr bwMode="gray">
                <a:xfrm>
                  <a:off x="10173505" y="1276764"/>
                  <a:ext cx="1742320" cy="619777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rgbClr val="0A6433"/>
                      </a:solidFill>
                    </a:rPr>
                    <a:t>29</a:t>
                  </a:r>
                  <a:r>
                    <a:rPr lang="en-US" sz="1800" b="1" dirty="0" smtClean="0">
                      <a:solidFill>
                        <a:srgbClr val="0A6433"/>
                      </a:solidFill>
                    </a:rPr>
                    <a:t>%</a:t>
                  </a:r>
                  <a:endParaRPr lang="en-US" sz="2400" b="1" dirty="0">
                    <a:solidFill>
                      <a:srgbClr val="0A6433"/>
                    </a:solidFill>
                  </a:endParaRPr>
                </a:p>
              </p:txBody>
            </p:sp>
          </p:grpSp>
        </p:grpSp>
        <p:grpSp>
          <p:nvGrpSpPr>
            <p:cNvPr id="318" name="Gruppieren 317"/>
            <p:cNvGrpSpPr/>
            <p:nvPr/>
          </p:nvGrpSpPr>
          <p:grpSpPr>
            <a:xfrm>
              <a:off x="7454972" y="2571255"/>
              <a:ext cx="1413178" cy="1683591"/>
              <a:chOff x="7454972" y="2571255"/>
              <a:chExt cx="1413178" cy="1683591"/>
            </a:xfrm>
          </p:grpSpPr>
          <p:grpSp>
            <p:nvGrpSpPr>
              <p:cNvPr id="202" name="Group 29"/>
              <p:cNvGrpSpPr>
                <a:grpSpLocks noChangeAspect="1"/>
              </p:cNvGrpSpPr>
              <p:nvPr/>
            </p:nvGrpSpPr>
            <p:grpSpPr bwMode="gray">
              <a:xfrm>
                <a:off x="7856361" y="2571255"/>
                <a:ext cx="652403" cy="626373"/>
                <a:chOff x="2679" y="1968"/>
                <a:chExt cx="401" cy="385"/>
              </a:xfrm>
              <a:solidFill>
                <a:srgbClr val="7FCA92"/>
              </a:solidFill>
            </p:grpSpPr>
            <p:sp>
              <p:nvSpPr>
                <p:cNvPr id="205" name="Freeform 30"/>
                <p:cNvSpPr>
                  <a:spLocks/>
                </p:cNvSpPr>
                <p:nvPr/>
              </p:nvSpPr>
              <p:spPr bwMode="gray">
                <a:xfrm>
                  <a:off x="2745" y="1968"/>
                  <a:ext cx="134" cy="139"/>
                </a:xfrm>
                <a:custGeom>
                  <a:avLst/>
                  <a:gdLst>
                    <a:gd name="T0" fmla="*/ 1 w 57"/>
                    <a:gd name="T1" fmla="*/ 41 h 59"/>
                    <a:gd name="T2" fmla="*/ 32 w 57"/>
                    <a:gd name="T3" fmla="*/ 59 h 59"/>
                    <a:gd name="T4" fmla="*/ 57 w 57"/>
                    <a:gd name="T5" fmla="*/ 17 h 59"/>
                    <a:gd name="T6" fmla="*/ 34 w 57"/>
                    <a:gd name="T7" fmla="*/ 0 h 59"/>
                    <a:gd name="T8" fmla="*/ 21 w 57"/>
                    <a:gd name="T9" fmla="*/ 6 h 59"/>
                    <a:gd name="T10" fmla="*/ 0 w 57"/>
                    <a:gd name="T11" fmla="*/ 40 h 59"/>
                    <a:gd name="T12" fmla="*/ 1 w 57"/>
                    <a:gd name="T13" fmla="*/ 41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59">
                      <a:moveTo>
                        <a:pt x="1" y="41"/>
                      </a:move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52" y="23"/>
                        <a:pt x="57" y="17"/>
                      </a:cubicBezTo>
                      <a:cubicBezTo>
                        <a:pt x="51" y="10"/>
                        <a:pt x="44" y="1"/>
                        <a:pt x="34" y="0"/>
                      </a:cubicBezTo>
                      <a:cubicBezTo>
                        <a:pt x="30" y="0"/>
                        <a:pt x="24" y="1"/>
                        <a:pt x="21" y="6"/>
                      </a:cubicBezTo>
                      <a:cubicBezTo>
                        <a:pt x="0" y="40"/>
                        <a:pt x="0" y="40"/>
                        <a:pt x="0" y="40"/>
                      </a:cubicBezTo>
                      <a:lnTo>
                        <a:pt x="1" y="41"/>
                      </a:lnTo>
                      <a:close/>
                    </a:path>
                  </a:pathLst>
                </a:custGeom>
                <a:grpFill/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206" name="Freeform 31"/>
                <p:cNvSpPr>
                  <a:spLocks/>
                </p:cNvSpPr>
                <p:nvPr/>
              </p:nvSpPr>
              <p:spPr bwMode="gray">
                <a:xfrm>
                  <a:off x="2853" y="1970"/>
                  <a:ext cx="173" cy="120"/>
                </a:xfrm>
                <a:custGeom>
                  <a:avLst/>
                  <a:gdLst>
                    <a:gd name="T0" fmla="*/ 0 w 73"/>
                    <a:gd name="T1" fmla="*/ 0 h 51"/>
                    <a:gd name="T2" fmla="*/ 39 w 73"/>
                    <a:gd name="T3" fmla="*/ 1 h 51"/>
                    <a:gd name="T4" fmla="*/ 49 w 73"/>
                    <a:gd name="T5" fmla="*/ 6 h 51"/>
                    <a:gd name="T6" fmla="*/ 60 w 73"/>
                    <a:gd name="T7" fmla="*/ 24 h 51"/>
                    <a:gd name="T8" fmla="*/ 73 w 73"/>
                    <a:gd name="T9" fmla="*/ 16 h 51"/>
                    <a:gd name="T10" fmla="*/ 52 w 73"/>
                    <a:gd name="T11" fmla="*/ 51 h 51"/>
                    <a:gd name="T12" fmla="*/ 12 w 73"/>
                    <a:gd name="T13" fmla="*/ 50 h 51"/>
                    <a:gd name="T14" fmla="*/ 27 w 73"/>
                    <a:gd name="T15" fmla="*/ 41 h 51"/>
                    <a:gd name="T16" fmla="*/ 0 w 73"/>
                    <a:gd name="T1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51">
                      <a:moveTo>
                        <a:pt x="0" y="0"/>
                      </a:move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1"/>
                        <a:pt x="45" y="0"/>
                        <a:pt x="49" y="6"/>
                      </a:cubicBezTo>
                      <a:cubicBezTo>
                        <a:pt x="53" y="11"/>
                        <a:pt x="60" y="24"/>
                        <a:pt x="60" y="24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52" y="51"/>
                        <a:pt x="52" y="51"/>
                        <a:pt x="52" y="51"/>
                      </a:cubicBezTo>
                      <a:cubicBezTo>
                        <a:pt x="12" y="50"/>
                        <a:pt x="12" y="50"/>
                        <a:pt x="12" y="50"/>
                      </a:cubicBezTo>
                      <a:cubicBezTo>
                        <a:pt x="27" y="41"/>
                        <a:pt x="27" y="41"/>
                        <a:pt x="27" y="41"/>
                      </a:cubicBezTo>
                      <a:cubicBezTo>
                        <a:pt x="27" y="41"/>
                        <a:pt x="15" y="11"/>
                        <a:pt x="0" y="0"/>
                      </a:cubicBezTo>
                      <a:close/>
                    </a:path>
                  </a:pathLst>
                </a:custGeom>
                <a:grpFill/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207" name="Freeform 32"/>
                <p:cNvSpPr>
                  <a:spLocks/>
                </p:cNvSpPr>
                <p:nvPr/>
              </p:nvSpPr>
              <p:spPr bwMode="gray">
                <a:xfrm>
                  <a:off x="2953" y="2076"/>
                  <a:ext cx="127" cy="147"/>
                </a:xfrm>
                <a:custGeom>
                  <a:avLst/>
                  <a:gdLst>
                    <a:gd name="T0" fmla="*/ 30 w 54"/>
                    <a:gd name="T1" fmla="*/ 1 h 62"/>
                    <a:gd name="T2" fmla="*/ 0 w 54"/>
                    <a:gd name="T3" fmla="*/ 20 h 62"/>
                    <a:gd name="T4" fmla="*/ 25 w 54"/>
                    <a:gd name="T5" fmla="*/ 62 h 62"/>
                    <a:gd name="T6" fmla="*/ 50 w 54"/>
                    <a:gd name="T7" fmla="*/ 49 h 62"/>
                    <a:gd name="T8" fmla="*/ 52 w 54"/>
                    <a:gd name="T9" fmla="*/ 35 h 62"/>
                    <a:gd name="T10" fmla="*/ 31 w 54"/>
                    <a:gd name="T11" fmla="*/ 0 h 62"/>
                    <a:gd name="T12" fmla="*/ 30 w 54"/>
                    <a:gd name="T13" fmla="*/ 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4" h="62">
                      <a:moveTo>
                        <a:pt x="30" y="1"/>
                      </a:move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22" y="55"/>
                        <a:pt x="25" y="62"/>
                      </a:cubicBezTo>
                      <a:cubicBezTo>
                        <a:pt x="34" y="59"/>
                        <a:pt x="45" y="57"/>
                        <a:pt x="50" y="49"/>
                      </a:cubicBezTo>
                      <a:cubicBezTo>
                        <a:pt x="53" y="45"/>
                        <a:pt x="54" y="39"/>
                        <a:pt x="52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lnTo>
                        <a:pt x="30" y="1"/>
                      </a:lnTo>
                      <a:close/>
                    </a:path>
                  </a:pathLst>
                </a:custGeom>
                <a:solidFill>
                  <a:srgbClr val="65BF7C"/>
                </a:solidFill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208" name="Freeform 33"/>
                <p:cNvSpPr>
                  <a:spLocks/>
                </p:cNvSpPr>
                <p:nvPr/>
              </p:nvSpPr>
              <p:spPr bwMode="gray">
                <a:xfrm>
                  <a:off x="2894" y="2187"/>
                  <a:ext cx="163" cy="166"/>
                </a:xfrm>
                <a:custGeom>
                  <a:avLst/>
                  <a:gdLst>
                    <a:gd name="T0" fmla="*/ 69 w 69"/>
                    <a:gd name="T1" fmla="*/ 12 h 70"/>
                    <a:gd name="T2" fmla="*/ 51 w 69"/>
                    <a:gd name="T3" fmla="*/ 46 h 70"/>
                    <a:gd name="T4" fmla="*/ 42 w 69"/>
                    <a:gd name="T5" fmla="*/ 53 h 70"/>
                    <a:gd name="T6" fmla="*/ 21 w 69"/>
                    <a:gd name="T7" fmla="*/ 54 h 70"/>
                    <a:gd name="T8" fmla="*/ 21 w 69"/>
                    <a:gd name="T9" fmla="*/ 70 h 70"/>
                    <a:gd name="T10" fmla="*/ 0 w 69"/>
                    <a:gd name="T11" fmla="*/ 35 h 70"/>
                    <a:gd name="T12" fmla="*/ 20 w 69"/>
                    <a:gd name="T13" fmla="*/ 0 h 70"/>
                    <a:gd name="T14" fmla="*/ 20 w 69"/>
                    <a:gd name="T15" fmla="*/ 17 h 70"/>
                    <a:gd name="T16" fmla="*/ 69 w 69"/>
                    <a:gd name="T17" fmla="*/ 12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" h="70">
                      <a:moveTo>
                        <a:pt x="69" y="12"/>
                      </a:moveTo>
                      <a:cubicBezTo>
                        <a:pt x="51" y="46"/>
                        <a:pt x="51" y="46"/>
                        <a:pt x="51" y="46"/>
                      </a:cubicBezTo>
                      <a:cubicBezTo>
                        <a:pt x="51" y="46"/>
                        <a:pt x="48" y="53"/>
                        <a:pt x="42" y="53"/>
                      </a:cubicBezTo>
                      <a:cubicBezTo>
                        <a:pt x="35" y="54"/>
                        <a:pt x="21" y="54"/>
                        <a:pt x="21" y="54"/>
                      </a:cubicBezTo>
                      <a:cubicBezTo>
                        <a:pt x="21" y="70"/>
                        <a:pt x="21" y="70"/>
                        <a:pt x="21" y="7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53" y="21"/>
                        <a:pt x="69" y="12"/>
                      </a:cubicBezTo>
                      <a:close/>
                    </a:path>
                  </a:pathLst>
                </a:custGeom>
                <a:solidFill>
                  <a:srgbClr val="65BF7C"/>
                </a:solidFill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209" name="Freeform 34"/>
                <p:cNvSpPr>
                  <a:spLocks/>
                </p:cNvSpPr>
                <p:nvPr/>
              </p:nvSpPr>
              <p:spPr bwMode="gray">
                <a:xfrm>
                  <a:off x="2733" y="2225"/>
                  <a:ext cx="132" cy="95"/>
                </a:xfrm>
                <a:custGeom>
                  <a:avLst/>
                  <a:gdLst>
                    <a:gd name="T0" fmla="*/ 55 w 56"/>
                    <a:gd name="T1" fmla="*/ 38 h 40"/>
                    <a:gd name="T2" fmla="*/ 56 w 56"/>
                    <a:gd name="T3" fmla="*/ 3 h 40"/>
                    <a:gd name="T4" fmla="*/ 8 w 56"/>
                    <a:gd name="T5" fmla="*/ 0 h 40"/>
                    <a:gd name="T6" fmla="*/ 4 w 56"/>
                    <a:gd name="T7" fmla="*/ 28 h 40"/>
                    <a:gd name="T8" fmla="*/ 15 w 56"/>
                    <a:gd name="T9" fmla="*/ 37 h 40"/>
                    <a:gd name="T10" fmla="*/ 55 w 56"/>
                    <a:gd name="T11" fmla="*/ 40 h 40"/>
                    <a:gd name="T12" fmla="*/ 55 w 56"/>
                    <a:gd name="T13" fmla="*/ 3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40">
                      <a:moveTo>
                        <a:pt x="55" y="38"/>
                      </a:moveTo>
                      <a:cubicBezTo>
                        <a:pt x="56" y="3"/>
                        <a:pt x="56" y="3"/>
                        <a:pt x="56" y="3"/>
                      </a:cubicBezTo>
                      <a:cubicBezTo>
                        <a:pt x="56" y="3"/>
                        <a:pt x="15" y="1"/>
                        <a:pt x="8" y="0"/>
                      </a:cubicBezTo>
                      <a:cubicBezTo>
                        <a:pt x="5" y="9"/>
                        <a:pt x="0" y="19"/>
                        <a:pt x="4" y="28"/>
                      </a:cubicBezTo>
                      <a:cubicBezTo>
                        <a:pt x="6" y="32"/>
                        <a:pt x="10" y="37"/>
                        <a:pt x="15" y="37"/>
                      </a:cubicBezTo>
                      <a:cubicBezTo>
                        <a:pt x="55" y="40"/>
                        <a:pt x="55" y="40"/>
                        <a:pt x="55" y="40"/>
                      </a:cubicBezTo>
                      <a:lnTo>
                        <a:pt x="55" y="38"/>
                      </a:lnTo>
                      <a:close/>
                    </a:path>
                  </a:pathLst>
                </a:custGeom>
                <a:solidFill>
                  <a:srgbClr val="32AA50"/>
                </a:solidFill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  <p:sp>
              <p:nvSpPr>
                <p:cNvPr id="210" name="Freeform 35"/>
                <p:cNvSpPr>
                  <a:spLocks/>
                </p:cNvSpPr>
                <p:nvPr/>
              </p:nvSpPr>
              <p:spPr bwMode="gray">
                <a:xfrm>
                  <a:off x="2679" y="2095"/>
                  <a:ext cx="141" cy="170"/>
                </a:xfrm>
                <a:custGeom>
                  <a:avLst/>
                  <a:gdLst>
                    <a:gd name="T0" fmla="*/ 22 w 60"/>
                    <a:gd name="T1" fmla="*/ 72 h 72"/>
                    <a:gd name="T2" fmla="*/ 4 w 60"/>
                    <a:gd name="T3" fmla="*/ 38 h 72"/>
                    <a:gd name="T4" fmla="*/ 4 w 60"/>
                    <a:gd name="T5" fmla="*/ 26 h 72"/>
                    <a:gd name="T6" fmla="*/ 14 w 60"/>
                    <a:gd name="T7" fmla="*/ 8 h 72"/>
                    <a:gd name="T8" fmla="*/ 1 w 60"/>
                    <a:gd name="T9" fmla="*/ 0 h 72"/>
                    <a:gd name="T10" fmla="*/ 42 w 60"/>
                    <a:gd name="T11" fmla="*/ 2 h 72"/>
                    <a:gd name="T12" fmla="*/ 60 w 60"/>
                    <a:gd name="T13" fmla="*/ 38 h 72"/>
                    <a:gd name="T14" fmla="*/ 46 w 60"/>
                    <a:gd name="T15" fmla="*/ 29 h 72"/>
                    <a:gd name="T16" fmla="*/ 22 w 60"/>
                    <a:gd name="T1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72">
                      <a:moveTo>
                        <a:pt x="22" y="72"/>
                      </a:moveTo>
                      <a:cubicBezTo>
                        <a:pt x="4" y="38"/>
                        <a:pt x="4" y="38"/>
                        <a:pt x="4" y="38"/>
                      </a:cubicBezTo>
                      <a:cubicBezTo>
                        <a:pt x="4" y="38"/>
                        <a:pt x="0" y="32"/>
                        <a:pt x="4" y="26"/>
                      </a:cubicBezTo>
                      <a:cubicBezTo>
                        <a:pt x="7" y="20"/>
                        <a:pt x="14" y="8"/>
                        <a:pt x="14" y="8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60" y="38"/>
                        <a:pt x="60" y="38"/>
                        <a:pt x="60" y="38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24" y="54"/>
                        <a:pt x="22" y="72"/>
                      </a:cubicBezTo>
                      <a:close/>
                    </a:path>
                  </a:pathLst>
                </a:custGeom>
                <a:solidFill>
                  <a:srgbClr val="32AA50"/>
                </a:solidFill>
                <a:ln w="12700">
                  <a:noFill/>
                  <a:round/>
                  <a:headEnd/>
                  <a:tailEnd/>
                </a:ln>
                <a:effectLst>
                  <a:glow>
                    <a:schemeClr val="accent3">
                      <a:satMod val="175000"/>
                      <a:alpha val="40000"/>
                    </a:schemeClr>
                  </a:glow>
                </a:effectLst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none" rtlCol="0" anchor="ctr"/>
                <a:lstStyle/>
                <a:p>
                  <a:pPr algn="ctr"/>
                  <a:endParaRPr lang="en-US" sz="2400" b="1" dirty="0">
                    <a:ln w="6350">
                      <a:solidFill>
                        <a:prstClr val="white"/>
                      </a:solidFill>
                    </a:ln>
                    <a:solidFill>
                      <a:prstClr val="white"/>
                    </a:solidFill>
                    <a:effectLst>
                      <a:innerShdw blurRad="63500" dist="50800" dir="13500000">
                        <a:prstClr val="black">
                          <a:alpha val="50000"/>
                        </a:prstClr>
                      </a:innerShdw>
                    </a:effectLst>
                  </a:endParaRPr>
                </a:p>
              </p:txBody>
            </p:sp>
          </p:grpSp>
          <p:grpSp>
            <p:nvGrpSpPr>
              <p:cNvPr id="289" name="Gruppieren 288"/>
              <p:cNvGrpSpPr/>
              <p:nvPr/>
            </p:nvGrpSpPr>
            <p:grpSpPr>
              <a:xfrm>
                <a:off x="7454972" y="3252849"/>
                <a:ext cx="1413178" cy="1001997"/>
                <a:chOff x="9875736" y="3458449"/>
                <a:chExt cx="1880595" cy="1333412"/>
              </a:xfrm>
            </p:grpSpPr>
            <p:sp>
              <p:nvSpPr>
                <p:cNvPr id="290" name="Textfeld 289"/>
                <p:cNvSpPr txBox="1"/>
                <p:nvPr/>
              </p:nvSpPr>
              <p:spPr bwMode="gray">
                <a:xfrm>
                  <a:off x="10014010" y="4077434"/>
                  <a:ext cx="1742320" cy="714427"/>
                </a:xfrm>
                <a:prstGeom prst="rect">
                  <a:avLst/>
                </a:prstGeom>
                <a:noFill/>
              </p:spPr>
              <p:txBody>
                <a:bodyPr wrap="square" lIns="72000" tIns="36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91" name="Textfeld 290"/>
                <p:cNvSpPr txBox="1"/>
                <p:nvPr/>
              </p:nvSpPr>
              <p:spPr bwMode="gray">
                <a:xfrm>
                  <a:off x="9875736" y="3458449"/>
                  <a:ext cx="1880595" cy="618984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1800" b="1" dirty="0" smtClean="0">
                      <a:solidFill>
                        <a:srgbClr val="0A6433"/>
                      </a:solidFill>
                    </a:rPr>
                    <a:t>$</a:t>
                  </a:r>
                  <a:r>
                    <a:rPr lang="en-US" sz="4000" b="1" dirty="0" smtClean="0">
                      <a:solidFill>
                        <a:srgbClr val="0A6433"/>
                      </a:solidFill>
                    </a:rPr>
                    <a:t>140</a:t>
                  </a:r>
                  <a:r>
                    <a:rPr lang="en-US" sz="1800" b="1" dirty="0" smtClean="0">
                      <a:solidFill>
                        <a:srgbClr val="0A6433"/>
                      </a:solidFill>
                    </a:rPr>
                    <a:t>mn</a:t>
                  </a:r>
                  <a:endParaRPr lang="en-US" sz="1800" b="1" dirty="0">
                    <a:solidFill>
                      <a:srgbClr val="0A6433"/>
                    </a:solidFill>
                  </a:endParaRPr>
                </a:p>
              </p:txBody>
            </p:sp>
          </p:grpSp>
        </p:grpSp>
        <p:grpSp>
          <p:nvGrpSpPr>
            <p:cNvPr id="312" name="Gruppieren 311"/>
            <p:cNvGrpSpPr/>
            <p:nvPr/>
          </p:nvGrpSpPr>
          <p:grpSpPr>
            <a:xfrm>
              <a:off x="7536622" y="4791059"/>
              <a:ext cx="1309271" cy="1808032"/>
              <a:chOff x="7536622" y="4791059"/>
              <a:chExt cx="1309271" cy="1808032"/>
            </a:xfrm>
          </p:grpSpPr>
          <p:grpSp>
            <p:nvGrpSpPr>
              <p:cNvPr id="196" name="Gruppieren 195"/>
              <p:cNvGrpSpPr/>
              <p:nvPr/>
            </p:nvGrpSpPr>
            <p:grpSpPr bwMode="gray">
              <a:xfrm>
                <a:off x="7967439" y="4791059"/>
                <a:ext cx="397560" cy="684398"/>
                <a:chOff x="10633753" y="4491331"/>
                <a:chExt cx="502838" cy="865634"/>
              </a:xfrm>
            </p:grpSpPr>
            <p:sp>
              <p:nvSpPr>
                <p:cNvPr id="199" name="Freeform 23"/>
                <p:cNvSpPr>
                  <a:spLocks/>
                </p:cNvSpPr>
                <p:nvPr/>
              </p:nvSpPr>
              <p:spPr bwMode="gray">
                <a:xfrm>
                  <a:off x="10686166" y="4491331"/>
                  <a:ext cx="342323" cy="199825"/>
                </a:xfrm>
                <a:custGeom>
                  <a:avLst/>
                  <a:gdLst>
                    <a:gd name="T0" fmla="*/ 142 w 177"/>
                    <a:gd name="T1" fmla="*/ 1 h 103"/>
                    <a:gd name="T2" fmla="*/ 157 w 177"/>
                    <a:gd name="T3" fmla="*/ 3 h 103"/>
                    <a:gd name="T4" fmla="*/ 167 w 177"/>
                    <a:gd name="T5" fmla="*/ 57 h 103"/>
                    <a:gd name="T6" fmla="*/ 97 w 177"/>
                    <a:gd name="T7" fmla="*/ 79 h 103"/>
                    <a:gd name="T8" fmla="*/ 61 w 177"/>
                    <a:gd name="T9" fmla="*/ 89 h 103"/>
                    <a:gd name="T10" fmla="*/ 7 w 177"/>
                    <a:gd name="T11" fmla="*/ 77 h 103"/>
                    <a:gd name="T12" fmla="*/ 2 w 177"/>
                    <a:gd name="T13" fmla="*/ 47 h 103"/>
                    <a:gd name="T14" fmla="*/ 67 w 177"/>
                    <a:gd name="T15" fmla="*/ 20 h 103"/>
                    <a:gd name="T16" fmla="*/ 142 w 177"/>
                    <a:gd name="T17" fmla="*/ 1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7" h="103">
                      <a:moveTo>
                        <a:pt x="142" y="1"/>
                      </a:moveTo>
                      <a:cubicBezTo>
                        <a:pt x="147" y="1"/>
                        <a:pt x="152" y="0"/>
                        <a:pt x="157" y="3"/>
                      </a:cubicBezTo>
                      <a:cubicBezTo>
                        <a:pt x="169" y="11"/>
                        <a:pt x="177" y="46"/>
                        <a:pt x="167" y="57"/>
                      </a:cubicBezTo>
                      <a:cubicBezTo>
                        <a:pt x="157" y="68"/>
                        <a:pt x="113" y="75"/>
                        <a:pt x="97" y="79"/>
                      </a:cubicBezTo>
                      <a:cubicBezTo>
                        <a:pt x="86" y="82"/>
                        <a:pt x="74" y="86"/>
                        <a:pt x="61" y="89"/>
                      </a:cubicBezTo>
                      <a:cubicBezTo>
                        <a:pt x="33" y="97"/>
                        <a:pt x="16" y="103"/>
                        <a:pt x="7" y="77"/>
                      </a:cubicBezTo>
                      <a:cubicBezTo>
                        <a:pt x="4" y="69"/>
                        <a:pt x="0" y="57"/>
                        <a:pt x="2" y="47"/>
                      </a:cubicBezTo>
                      <a:cubicBezTo>
                        <a:pt x="6" y="31"/>
                        <a:pt x="50" y="25"/>
                        <a:pt x="67" y="20"/>
                      </a:cubicBezTo>
                      <a:cubicBezTo>
                        <a:pt x="98" y="12"/>
                        <a:pt x="117" y="2"/>
                        <a:pt x="142" y="1"/>
                      </a:cubicBezTo>
                      <a:close/>
                    </a:path>
                  </a:pathLst>
                </a:custGeom>
                <a:solidFill>
                  <a:srgbClr val="65BF7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00" name="Freeform 24"/>
                <p:cNvSpPr>
                  <a:spLocks/>
                </p:cNvSpPr>
                <p:nvPr/>
              </p:nvSpPr>
              <p:spPr bwMode="gray">
                <a:xfrm>
                  <a:off x="10633753" y="4633010"/>
                  <a:ext cx="498744" cy="239953"/>
                </a:xfrm>
                <a:custGeom>
                  <a:avLst/>
                  <a:gdLst>
                    <a:gd name="T0" fmla="*/ 222 w 258"/>
                    <a:gd name="T1" fmla="*/ 3 h 124"/>
                    <a:gd name="T2" fmla="*/ 223 w 258"/>
                    <a:gd name="T3" fmla="*/ 2 h 124"/>
                    <a:gd name="T4" fmla="*/ 253 w 258"/>
                    <a:gd name="T5" fmla="*/ 51 h 124"/>
                    <a:gd name="T6" fmla="*/ 201 w 258"/>
                    <a:gd name="T7" fmla="*/ 74 h 124"/>
                    <a:gd name="T8" fmla="*/ 84 w 258"/>
                    <a:gd name="T9" fmla="*/ 106 h 124"/>
                    <a:gd name="T10" fmla="*/ 22 w 258"/>
                    <a:gd name="T11" fmla="*/ 118 h 124"/>
                    <a:gd name="T12" fmla="*/ 6 w 258"/>
                    <a:gd name="T13" fmla="*/ 68 h 124"/>
                    <a:gd name="T14" fmla="*/ 56 w 258"/>
                    <a:gd name="T15" fmla="*/ 47 h 124"/>
                    <a:gd name="T16" fmla="*/ 167 w 258"/>
                    <a:gd name="T17" fmla="*/ 17 h 124"/>
                    <a:gd name="T18" fmla="*/ 222 w 258"/>
                    <a:gd name="T19" fmla="*/ 3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8" h="124">
                      <a:moveTo>
                        <a:pt x="222" y="3"/>
                      </a:moveTo>
                      <a:cubicBezTo>
                        <a:pt x="222" y="3"/>
                        <a:pt x="222" y="2"/>
                        <a:pt x="223" y="2"/>
                      </a:cubicBezTo>
                      <a:cubicBezTo>
                        <a:pt x="244" y="0"/>
                        <a:pt x="258" y="31"/>
                        <a:pt x="253" y="51"/>
                      </a:cubicBezTo>
                      <a:cubicBezTo>
                        <a:pt x="249" y="65"/>
                        <a:pt x="221" y="69"/>
                        <a:pt x="201" y="74"/>
                      </a:cubicBezTo>
                      <a:cubicBezTo>
                        <a:pt x="162" y="85"/>
                        <a:pt x="124" y="95"/>
                        <a:pt x="84" y="106"/>
                      </a:cubicBezTo>
                      <a:cubicBezTo>
                        <a:pt x="68" y="110"/>
                        <a:pt x="37" y="124"/>
                        <a:pt x="22" y="118"/>
                      </a:cubicBezTo>
                      <a:cubicBezTo>
                        <a:pt x="10" y="114"/>
                        <a:pt x="0" y="83"/>
                        <a:pt x="6" y="68"/>
                      </a:cubicBezTo>
                      <a:cubicBezTo>
                        <a:pt x="10" y="56"/>
                        <a:pt x="40" y="51"/>
                        <a:pt x="56" y="47"/>
                      </a:cubicBezTo>
                      <a:cubicBezTo>
                        <a:pt x="98" y="36"/>
                        <a:pt x="127" y="28"/>
                        <a:pt x="167" y="17"/>
                      </a:cubicBezTo>
                      <a:cubicBezTo>
                        <a:pt x="185" y="12"/>
                        <a:pt x="203" y="4"/>
                        <a:pt x="222" y="3"/>
                      </a:cubicBezTo>
                      <a:close/>
                    </a:path>
                  </a:pathLst>
                </a:custGeom>
                <a:solidFill>
                  <a:srgbClr val="65BF7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01" name="Freeform 25"/>
                <p:cNvSpPr>
                  <a:spLocks noEditPoints="1"/>
                </p:cNvSpPr>
                <p:nvPr/>
              </p:nvSpPr>
              <p:spPr bwMode="gray">
                <a:xfrm>
                  <a:off x="10643580" y="4809085"/>
                  <a:ext cx="493011" cy="547880"/>
                </a:xfrm>
                <a:custGeom>
                  <a:avLst/>
                  <a:gdLst>
                    <a:gd name="T0" fmla="*/ 208 w 255"/>
                    <a:gd name="T1" fmla="*/ 71 h 283"/>
                    <a:gd name="T2" fmla="*/ 189 w 255"/>
                    <a:gd name="T3" fmla="*/ 97 h 283"/>
                    <a:gd name="T4" fmla="*/ 189 w 255"/>
                    <a:gd name="T5" fmla="*/ 135 h 283"/>
                    <a:gd name="T6" fmla="*/ 203 w 255"/>
                    <a:gd name="T7" fmla="*/ 141 h 283"/>
                    <a:gd name="T8" fmla="*/ 167 w 255"/>
                    <a:gd name="T9" fmla="*/ 245 h 283"/>
                    <a:gd name="T10" fmla="*/ 86 w 255"/>
                    <a:gd name="T11" fmla="*/ 245 h 283"/>
                    <a:gd name="T12" fmla="*/ 47 w 255"/>
                    <a:gd name="T13" fmla="*/ 215 h 283"/>
                    <a:gd name="T14" fmla="*/ 47 w 255"/>
                    <a:gd name="T15" fmla="*/ 176 h 283"/>
                    <a:gd name="T16" fmla="*/ 50 w 255"/>
                    <a:gd name="T17" fmla="*/ 139 h 283"/>
                    <a:gd name="T18" fmla="*/ 68 w 255"/>
                    <a:gd name="T19" fmla="*/ 137 h 283"/>
                    <a:gd name="T20" fmla="*/ 68 w 255"/>
                    <a:gd name="T21" fmla="*/ 111 h 283"/>
                    <a:gd name="T22" fmla="*/ 17 w 255"/>
                    <a:gd name="T23" fmla="*/ 114 h 283"/>
                    <a:gd name="T24" fmla="*/ 8 w 255"/>
                    <a:gd name="T25" fmla="*/ 64 h 283"/>
                    <a:gd name="T26" fmla="*/ 58 w 255"/>
                    <a:gd name="T27" fmla="*/ 46 h 283"/>
                    <a:gd name="T28" fmla="*/ 167 w 255"/>
                    <a:gd name="T29" fmla="*/ 16 h 283"/>
                    <a:gd name="T30" fmla="*/ 221 w 255"/>
                    <a:gd name="T31" fmla="*/ 1 h 283"/>
                    <a:gd name="T32" fmla="*/ 242 w 255"/>
                    <a:gd name="T33" fmla="*/ 6 h 283"/>
                    <a:gd name="T34" fmla="*/ 253 w 255"/>
                    <a:gd name="T35" fmla="*/ 48 h 283"/>
                    <a:gd name="T36" fmla="*/ 208 w 255"/>
                    <a:gd name="T37" fmla="*/ 71 h 283"/>
                    <a:gd name="T38" fmla="*/ 106 w 255"/>
                    <a:gd name="T39" fmla="*/ 100 h 283"/>
                    <a:gd name="T40" fmla="*/ 106 w 255"/>
                    <a:gd name="T41" fmla="*/ 135 h 283"/>
                    <a:gd name="T42" fmla="*/ 151 w 255"/>
                    <a:gd name="T43" fmla="*/ 137 h 283"/>
                    <a:gd name="T44" fmla="*/ 149 w 255"/>
                    <a:gd name="T45" fmla="*/ 87 h 283"/>
                    <a:gd name="T46" fmla="*/ 106 w 255"/>
                    <a:gd name="T47" fmla="*/ 100 h 2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55" h="283">
                      <a:moveTo>
                        <a:pt x="208" y="71"/>
                      </a:moveTo>
                      <a:cubicBezTo>
                        <a:pt x="205" y="80"/>
                        <a:pt x="192" y="86"/>
                        <a:pt x="189" y="97"/>
                      </a:cubicBezTo>
                      <a:cubicBezTo>
                        <a:pt x="186" y="108"/>
                        <a:pt x="191" y="120"/>
                        <a:pt x="189" y="135"/>
                      </a:cubicBezTo>
                      <a:cubicBezTo>
                        <a:pt x="194" y="137"/>
                        <a:pt x="201" y="137"/>
                        <a:pt x="203" y="141"/>
                      </a:cubicBezTo>
                      <a:cubicBezTo>
                        <a:pt x="208" y="190"/>
                        <a:pt x="209" y="240"/>
                        <a:pt x="167" y="245"/>
                      </a:cubicBezTo>
                      <a:cubicBezTo>
                        <a:pt x="159" y="281"/>
                        <a:pt x="92" y="283"/>
                        <a:pt x="86" y="245"/>
                      </a:cubicBezTo>
                      <a:cubicBezTo>
                        <a:pt x="71" y="242"/>
                        <a:pt x="51" y="230"/>
                        <a:pt x="47" y="215"/>
                      </a:cubicBezTo>
                      <a:cubicBezTo>
                        <a:pt x="45" y="206"/>
                        <a:pt x="47" y="190"/>
                        <a:pt x="47" y="176"/>
                      </a:cubicBezTo>
                      <a:cubicBezTo>
                        <a:pt x="47" y="161"/>
                        <a:pt x="45" y="147"/>
                        <a:pt x="50" y="139"/>
                      </a:cubicBezTo>
                      <a:cubicBezTo>
                        <a:pt x="53" y="136"/>
                        <a:pt x="61" y="137"/>
                        <a:pt x="68" y="137"/>
                      </a:cubicBezTo>
                      <a:cubicBezTo>
                        <a:pt x="68" y="128"/>
                        <a:pt x="68" y="119"/>
                        <a:pt x="68" y="111"/>
                      </a:cubicBezTo>
                      <a:cubicBezTo>
                        <a:pt x="48" y="113"/>
                        <a:pt x="31" y="126"/>
                        <a:pt x="17" y="114"/>
                      </a:cubicBezTo>
                      <a:cubicBezTo>
                        <a:pt x="8" y="107"/>
                        <a:pt x="0" y="75"/>
                        <a:pt x="8" y="64"/>
                      </a:cubicBezTo>
                      <a:cubicBezTo>
                        <a:pt x="14" y="56"/>
                        <a:pt x="43" y="50"/>
                        <a:pt x="58" y="46"/>
                      </a:cubicBezTo>
                      <a:cubicBezTo>
                        <a:pt x="94" y="36"/>
                        <a:pt x="133" y="25"/>
                        <a:pt x="167" y="16"/>
                      </a:cubicBezTo>
                      <a:cubicBezTo>
                        <a:pt x="185" y="11"/>
                        <a:pt x="204" y="3"/>
                        <a:pt x="221" y="1"/>
                      </a:cubicBezTo>
                      <a:cubicBezTo>
                        <a:pt x="231" y="0"/>
                        <a:pt x="240" y="5"/>
                        <a:pt x="242" y="6"/>
                      </a:cubicBezTo>
                      <a:cubicBezTo>
                        <a:pt x="250" y="14"/>
                        <a:pt x="255" y="37"/>
                        <a:pt x="253" y="48"/>
                      </a:cubicBezTo>
                      <a:cubicBezTo>
                        <a:pt x="248" y="67"/>
                        <a:pt x="226" y="66"/>
                        <a:pt x="208" y="71"/>
                      </a:cubicBezTo>
                      <a:close/>
                      <a:moveTo>
                        <a:pt x="106" y="100"/>
                      </a:moveTo>
                      <a:cubicBezTo>
                        <a:pt x="106" y="112"/>
                        <a:pt x="106" y="123"/>
                        <a:pt x="106" y="135"/>
                      </a:cubicBezTo>
                      <a:cubicBezTo>
                        <a:pt x="119" y="138"/>
                        <a:pt x="136" y="136"/>
                        <a:pt x="151" y="137"/>
                      </a:cubicBezTo>
                      <a:cubicBezTo>
                        <a:pt x="150" y="121"/>
                        <a:pt x="152" y="101"/>
                        <a:pt x="149" y="87"/>
                      </a:cubicBezTo>
                      <a:cubicBezTo>
                        <a:pt x="136" y="93"/>
                        <a:pt x="121" y="96"/>
                        <a:pt x="106" y="100"/>
                      </a:cubicBezTo>
                      <a:close/>
                    </a:path>
                  </a:pathLst>
                </a:custGeom>
                <a:solidFill>
                  <a:srgbClr val="65BF7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299" name="Gruppieren 298"/>
              <p:cNvGrpSpPr/>
              <p:nvPr/>
            </p:nvGrpSpPr>
            <p:grpSpPr>
              <a:xfrm>
                <a:off x="7536622" y="5516188"/>
                <a:ext cx="1309271" cy="1082903"/>
                <a:chOff x="10014010" y="5486537"/>
                <a:chExt cx="1742320" cy="1441079"/>
              </a:xfrm>
            </p:grpSpPr>
            <p:sp>
              <p:nvSpPr>
                <p:cNvPr id="300" name="Textfeld 299"/>
                <p:cNvSpPr txBox="1"/>
                <p:nvPr/>
              </p:nvSpPr>
              <p:spPr bwMode="gray">
                <a:xfrm>
                  <a:off x="10014010" y="6077849"/>
                  <a:ext cx="1742320" cy="849767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1000" dirty="0" smtClean="0">
                      <a:solidFill>
                        <a:srgbClr val="000000"/>
                      </a:solidFill>
                    </a:rPr>
                    <a:t>Replace this placeholder with your own text. </a:t>
                  </a:r>
                  <a:endParaRPr lang="en-US" sz="10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01" name="Textfeld 300"/>
                <p:cNvSpPr txBox="1"/>
                <p:nvPr/>
              </p:nvSpPr>
              <p:spPr bwMode="gray">
                <a:xfrm>
                  <a:off x="10014010" y="5486537"/>
                  <a:ext cx="1742320" cy="640283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rgbClr val="0A6433"/>
                      </a:solidFill>
                    </a:rPr>
                    <a:t>21</a:t>
                  </a:r>
                  <a:r>
                    <a:rPr lang="en-US" sz="1800" b="1" dirty="0" smtClean="0">
                      <a:solidFill>
                        <a:srgbClr val="0A6433"/>
                      </a:solidFill>
                    </a:rPr>
                    <a:t>%</a:t>
                  </a:r>
                  <a:endParaRPr lang="en-US" sz="1800" b="1" dirty="0">
                    <a:solidFill>
                      <a:srgbClr val="0A6433"/>
                    </a:solidFill>
                  </a:endParaRPr>
                </a:p>
              </p:txBody>
            </p:sp>
          </p:grpSp>
        </p:grpSp>
        <p:sp>
          <p:nvSpPr>
            <p:cNvPr id="313" name="Textfeld 312"/>
            <p:cNvSpPr txBox="1"/>
            <p:nvPr/>
          </p:nvSpPr>
          <p:spPr bwMode="gray">
            <a:xfrm>
              <a:off x="1710618" y="4172891"/>
              <a:ext cx="1431167" cy="486063"/>
            </a:xfrm>
            <a:prstGeom prst="rect">
              <a:avLst/>
            </a:prstGeom>
            <a:noFill/>
          </p:spPr>
          <p:txBody>
            <a:bodyPr wrap="square" lIns="0" tIns="72000" rIns="180000" bIns="72000" rtlCol="0" anchor="ctr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900" dirty="0" smtClean="0">
                  <a:solidFill>
                    <a:srgbClr val="32AA50"/>
                  </a:solidFill>
                </a:rPr>
                <a:t>This is a placeholder text. </a:t>
              </a:r>
              <a:br>
                <a:rPr lang="en-US" sz="900" dirty="0" smtClean="0">
                  <a:solidFill>
                    <a:srgbClr val="32AA50"/>
                  </a:solidFill>
                </a:rPr>
              </a:br>
              <a:r>
                <a:rPr lang="en-US" sz="900" dirty="0" smtClean="0">
                  <a:solidFill>
                    <a:srgbClr val="32AA50"/>
                  </a:solidFill>
                </a:rPr>
                <a:t>Replace this text with your own information. </a:t>
              </a:r>
              <a:endParaRPr lang="en-US" sz="900" dirty="0">
                <a:solidFill>
                  <a:srgbClr val="32AA50"/>
                </a:solidFill>
              </a:endParaRPr>
            </a:p>
          </p:txBody>
        </p:sp>
        <p:sp>
          <p:nvSpPr>
            <p:cNvPr id="314" name="Textfeld 313"/>
            <p:cNvSpPr txBox="1"/>
            <p:nvPr/>
          </p:nvSpPr>
          <p:spPr bwMode="gray">
            <a:xfrm>
              <a:off x="1703100" y="3284796"/>
              <a:ext cx="1431167" cy="486063"/>
            </a:xfrm>
            <a:prstGeom prst="rect">
              <a:avLst/>
            </a:prstGeom>
            <a:noFill/>
          </p:spPr>
          <p:txBody>
            <a:bodyPr wrap="square" lIns="0" tIns="72000" rIns="180000" bIns="72000" rtlCol="0" anchor="ctr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900" dirty="0" smtClean="0">
                  <a:solidFill>
                    <a:srgbClr val="32AA50"/>
                  </a:solidFill>
                </a:rPr>
                <a:t>This is a placeholder text. </a:t>
              </a:r>
              <a:br>
                <a:rPr lang="en-US" sz="900" dirty="0" smtClean="0">
                  <a:solidFill>
                    <a:srgbClr val="32AA50"/>
                  </a:solidFill>
                </a:rPr>
              </a:br>
              <a:r>
                <a:rPr lang="en-US" sz="900" dirty="0" smtClean="0">
                  <a:solidFill>
                    <a:srgbClr val="32AA50"/>
                  </a:solidFill>
                </a:rPr>
                <a:t>Replace this text with your own information. </a:t>
              </a:r>
              <a:endParaRPr lang="en-US" sz="900" dirty="0">
                <a:solidFill>
                  <a:srgbClr val="32AA50"/>
                </a:solidFill>
              </a:endParaRPr>
            </a:p>
          </p:txBody>
        </p:sp>
        <p:cxnSp>
          <p:nvCxnSpPr>
            <p:cNvPr id="315" name="Gerade Verbindung 314"/>
            <p:cNvCxnSpPr/>
            <p:nvPr/>
          </p:nvCxnSpPr>
          <p:spPr bwMode="gray">
            <a:xfrm flipH="1">
              <a:off x="6115" y="2221871"/>
              <a:ext cx="3124199" cy="0"/>
            </a:xfrm>
            <a:prstGeom prst="line">
              <a:avLst/>
            </a:prstGeom>
            <a:ln w="6350">
              <a:solidFill>
                <a:srgbClr val="7FCA9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Gerade Verbindung 315"/>
            <p:cNvCxnSpPr/>
            <p:nvPr/>
          </p:nvCxnSpPr>
          <p:spPr bwMode="gray">
            <a:xfrm flipH="1">
              <a:off x="3538" y="3020888"/>
              <a:ext cx="3124199" cy="0"/>
            </a:xfrm>
            <a:prstGeom prst="line">
              <a:avLst/>
            </a:prstGeom>
            <a:ln w="6350">
              <a:solidFill>
                <a:srgbClr val="7FCA9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56999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" name="Gruppieren 170"/>
          <p:cNvGrpSpPr/>
          <p:nvPr/>
        </p:nvGrpSpPr>
        <p:grpSpPr>
          <a:xfrm>
            <a:off x="1" y="-3466"/>
            <a:ext cx="9144000" cy="6861467"/>
            <a:chOff x="1" y="-3466"/>
            <a:chExt cx="9144000" cy="6861467"/>
          </a:xfrm>
        </p:grpSpPr>
        <p:sp>
          <p:nvSpPr>
            <p:cNvPr id="2" name="Rechteck 1"/>
            <p:cNvSpPr/>
            <p:nvPr/>
          </p:nvSpPr>
          <p:spPr bwMode="auto">
            <a:xfrm>
              <a:off x="2696" y="-1077"/>
              <a:ext cx="3134154" cy="2225614"/>
            </a:xfrm>
            <a:prstGeom prst="rect">
              <a:avLst/>
            </a:prstGeom>
            <a:solidFill>
              <a:srgbClr val="FDE4C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" name="Rechteck 2"/>
            <p:cNvSpPr/>
            <p:nvPr/>
          </p:nvSpPr>
          <p:spPr bwMode="auto">
            <a:xfrm>
              <a:off x="1" y="3022912"/>
              <a:ext cx="3134154" cy="3835088"/>
            </a:xfrm>
            <a:prstGeom prst="rect">
              <a:avLst/>
            </a:prstGeom>
            <a:solidFill>
              <a:srgbClr val="FDE4C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" name="Rechteck 3"/>
            <p:cNvSpPr/>
            <p:nvPr/>
          </p:nvSpPr>
          <p:spPr bwMode="gray">
            <a:xfrm>
              <a:off x="3131660" y="-2"/>
              <a:ext cx="4343624" cy="6858003"/>
            </a:xfrm>
            <a:prstGeom prst="rect">
              <a:avLst/>
            </a:prstGeom>
            <a:solidFill>
              <a:srgbClr val="F7931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04" name="Rechteck 103"/>
            <p:cNvSpPr/>
            <p:nvPr/>
          </p:nvSpPr>
          <p:spPr bwMode="gray">
            <a:xfrm>
              <a:off x="7444030" y="-1"/>
              <a:ext cx="1699971" cy="6858001"/>
            </a:xfrm>
            <a:prstGeom prst="rect">
              <a:avLst/>
            </a:prstGeom>
            <a:solidFill>
              <a:srgbClr val="FDE4C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6" name="Gruppieren 125"/>
            <p:cNvGrpSpPr/>
            <p:nvPr/>
          </p:nvGrpSpPr>
          <p:grpSpPr>
            <a:xfrm>
              <a:off x="2521655" y="552091"/>
              <a:ext cx="4854694" cy="5727720"/>
              <a:chOff x="2521655" y="345067"/>
              <a:chExt cx="4854694" cy="5727720"/>
            </a:xfrm>
          </p:grpSpPr>
          <p:sp>
            <p:nvSpPr>
              <p:cNvPr id="41" name="Freeform 7"/>
              <p:cNvSpPr>
                <a:spLocks noEditPoints="1"/>
              </p:cNvSpPr>
              <p:nvPr/>
            </p:nvSpPr>
            <p:spPr bwMode="gray">
              <a:xfrm>
                <a:off x="4897546" y="2483078"/>
                <a:ext cx="766521" cy="1421986"/>
              </a:xfrm>
              <a:custGeom>
                <a:avLst/>
                <a:gdLst>
                  <a:gd name="T0" fmla="*/ 100 w 120"/>
                  <a:gd name="T1" fmla="*/ 45 h 222"/>
                  <a:gd name="T2" fmla="*/ 75 w 120"/>
                  <a:gd name="T3" fmla="*/ 40 h 222"/>
                  <a:gd name="T4" fmla="*/ 60 w 120"/>
                  <a:gd name="T5" fmla="*/ 45 h 222"/>
                  <a:gd name="T6" fmla="*/ 84 w 120"/>
                  <a:gd name="T7" fmla="*/ 59 h 222"/>
                  <a:gd name="T8" fmla="*/ 120 w 120"/>
                  <a:gd name="T9" fmla="*/ 107 h 222"/>
                  <a:gd name="T10" fmla="*/ 101 w 120"/>
                  <a:gd name="T11" fmla="*/ 144 h 222"/>
                  <a:gd name="T12" fmla="*/ 112 w 120"/>
                  <a:gd name="T13" fmla="*/ 172 h 222"/>
                  <a:gd name="T14" fmla="*/ 55 w 120"/>
                  <a:gd name="T15" fmla="*/ 222 h 222"/>
                  <a:gd name="T16" fmla="*/ 9 w 120"/>
                  <a:gd name="T17" fmla="*/ 213 h 222"/>
                  <a:gd name="T18" fmla="*/ 16 w 120"/>
                  <a:gd name="T19" fmla="*/ 174 h 222"/>
                  <a:gd name="T20" fmla="*/ 47 w 120"/>
                  <a:gd name="T21" fmla="*/ 184 h 222"/>
                  <a:gd name="T22" fmla="*/ 65 w 120"/>
                  <a:gd name="T23" fmla="*/ 175 h 222"/>
                  <a:gd name="T24" fmla="*/ 41 w 120"/>
                  <a:gd name="T25" fmla="*/ 162 h 222"/>
                  <a:gd name="T26" fmla="*/ 0 w 120"/>
                  <a:gd name="T27" fmla="*/ 114 h 222"/>
                  <a:gd name="T28" fmla="*/ 23 w 120"/>
                  <a:gd name="T29" fmla="*/ 79 h 222"/>
                  <a:gd name="T30" fmla="*/ 12 w 120"/>
                  <a:gd name="T31" fmla="*/ 50 h 222"/>
                  <a:gd name="T32" fmla="*/ 70 w 120"/>
                  <a:gd name="T33" fmla="*/ 0 h 222"/>
                  <a:gd name="T34" fmla="*/ 107 w 120"/>
                  <a:gd name="T35" fmla="*/ 8 h 222"/>
                  <a:gd name="T36" fmla="*/ 100 w 120"/>
                  <a:gd name="T37" fmla="*/ 45 h 222"/>
                  <a:gd name="T38" fmla="*/ 58 w 120"/>
                  <a:gd name="T39" fmla="*/ 119 h 222"/>
                  <a:gd name="T40" fmla="*/ 76 w 120"/>
                  <a:gd name="T41" fmla="*/ 127 h 222"/>
                  <a:gd name="T42" fmla="*/ 79 w 120"/>
                  <a:gd name="T43" fmla="*/ 118 h 222"/>
                  <a:gd name="T44" fmla="*/ 64 w 120"/>
                  <a:gd name="T45" fmla="*/ 102 h 222"/>
                  <a:gd name="T46" fmla="*/ 47 w 120"/>
                  <a:gd name="T47" fmla="*/ 97 h 222"/>
                  <a:gd name="T48" fmla="*/ 43 w 120"/>
                  <a:gd name="T49" fmla="*/ 106 h 222"/>
                  <a:gd name="T50" fmla="*/ 58 w 120"/>
                  <a:gd name="T51" fmla="*/ 11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0" h="222">
                    <a:moveTo>
                      <a:pt x="100" y="45"/>
                    </a:moveTo>
                    <a:cubicBezTo>
                      <a:pt x="95" y="42"/>
                      <a:pt x="84" y="40"/>
                      <a:pt x="75" y="40"/>
                    </a:cubicBezTo>
                    <a:cubicBezTo>
                      <a:pt x="62" y="40"/>
                      <a:pt x="60" y="45"/>
                      <a:pt x="60" y="45"/>
                    </a:cubicBezTo>
                    <a:cubicBezTo>
                      <a:pt x="60" y="49"/>
                      <a:pt x="67" y="53"/>
                      <a:pt x="84" y="59"/>
                    </a:cubicBezTo>
                    <a:cubicBezTo>
                      <a:pt x="113" y="74"/>
                      <a:pt x="120" y="89"/>
                      <a:pt x="120" y="107"/>
                    </a:cubicBezTo>
                    <a:cubicBezTo>
                      <a:pt x="120" y="123"/>
                      <a:pt x="112" y="134"/>
                      <a:pt x="101" y="144"/>
                    </a:cubicBezTo>
                    <a:cubicBezTo>
                      <a:pt x="107" y="149"/>
                      <a:pt x="112" y="163"/>
                      <a:pt x="112" y="172"/>
                    </a:cubicBezTo>
                    <a:cubicBezTo>
                      <a:pt x="112" y="202"/>
                      <a:pt x="85" y="222"/>
                      <a:pt x="55" y="222"/>
                    </a:cubicBezTo>
                    <a:cubicBezTo>
                      <a:pt x="39" y="222"/>
                      <a:pt x="21" y="220"/>
                      <a:pt x="9" y="213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23" y="179"/>
                      <a:pt x="36" y="184"/>
                      <a:pt x="47" y="184"/>
                    </a:cubicBezTo>
                    <a:cubicBezTo>
                      <a:pt x="57" y="184"/>
                      <a:pt x="65" y="182"/>
                      <a:pt x="65" y="175"/>
                    </a:cubicBezTo>
                    <a:cubicBezTo>
                      <a:pt x="65" y="168"/>
                      <a:pt x="58" y="168"/>
                      <a:pt x="41" y="162"/>
                    </a:cubicBezTo>
                    <a:cubicBezTo>
                      <a:pt x="15" y="155"/>
                      <a:pt x="0" y="140"/>
                      <a:pt x="0" y="114"/>
                    </a:cubicBezTo>
                    <a:cubicBezTo>
                      <a:pt x="0" y="100"/>
                      <a:pt x="8" y="85"/>
                      <a:pt x="23" y="79"/>
                    </a:cubicBezTo>
                    <a:cubicBezTo>
                      <a:pt x="16" y="70"/>
                      <a:pt x="12" y="60"/>
                      <a:pt x="12" y="50"/>
                    </a:cubicBezTo>
                    <a:cubicBezTo>
                      <a:pt x="12" y="16"/>
                      <a:pt x="35" y="0"/>
                      <a:pt x="70" y="0"/>
                    </a:cubicBezTo>
                    <a:cubicBezTo>
                      <a:pt x="84" y="0"/>
                      <a:pt x="96" y="3"/>
                      <a:pt x="107" y="8"/>
                    </a:cubicBezTo>
                    <a:lnTo>
                      <a:pt x="100" y="45"/>
                    </a:lnTo>
                    <a:close/>
                    <a:moveTo>
                      <a:pt x="58" y="119"/>
                    </a:moveTo>
                    <a:cubicBezTo>
                      <a:pt x="65" y="122"/>
                      <a:pt x="74" y="124"/>
                      <a:pt x="76" y="127"/>
                    </a:cubicBezTo>
                    <a:cubicBezTo>
                      <a:pt x="79" y="126"/>
                      <a:pt x="79" y="122"/>
                      <a:pt x="79" y="118"/>
                    </a:cubicBezTo>
                    <a:cubicBezTo>
                      <a:pt x="79" y="110"/>
                      <a:pt x="71" y="104"/>
                      <a:pt x="64" y="102"/>
                    </a:cubicBezTo>
                    <a:cubicBezTo>
                      <a:pt x="58" y="100"/>
                      <a:pt x="51" y="98"/>
                      <a:pt x="47" y="97"/>
                    </a:cubicBezTo>
                    <a:cubicBezTo>
                      <a:pt x="45" y="99"/>
                      <a:pt x="43" y="102"/>
                      <a:pt x="43" y="106"/>
                    </a:cubicBezTo>
                    <a:cubicBezTo>
                      <a:pt x="43" y="112"/>
                      <a:pt x="48" y="116"/>
                      <a:pt x="58" y="119"/>
                    </a:cubicBezTo>
                    <a:close/>
                  </a:path>
                </a:pathLst>
              </a:custGeom>
              <a:solidFill>
                <a:srgbClr val="FDE4C7"/>
              </a:solidFill>
              <a:ln>
                <a:noFill/>
              </a:ln>
              <a:effectLst/>
              <a:scene3d>
                <a:camera prst="obliqueBottomRight"/>
                <a:lightRig rig="flat" dir="t"/>
              </a:scene3d>
              <a:sp3d extrusionH="317500" prstMaterial="matte">
                <a:extrusionClr>
                  <a:srgbClr val="7C4A0F"/>
                </a:extrusionClr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125" name="Gruppieren 124"/>
              <p:cNvGrpSpPr/>
              <p:nvPr/>
            </p:nvGrpSpPr>
            <p:grpSpPr>
              <a:xfrm>
                <a:off x="3185264" y="345067"/>
                <a:ext cx="4191084" cy="5727720"/>
                <a:chOff x="3185264" y="345067"/>
                <a:chExt cx="4191084" cy="5727720"/>
              </a:xfrm>
            </p:grpSpPr>
            <p:grpSp>
              <p:nvGrpSpPr>
                <p:cNvPr id="42" name="Gruppieren 41"/>
                <p:cNvGrpSpPr/>
                <p:nvPr/>
              </p:nvGrpSpPr>
              <p:grpSpPr bwMode="gray">
                <a:xfrm>
                  <a:off x="6001809" y="345068"/>
                  <a:ext cx="1374539" cy="2105049"/>
                  <a:chOff x="8001903" y="-432280"/>
                  <a:chExt cx="1832247" cy="2806008"/>
                </a:xfrm>
              </p:grpSpPr>
              <p:sp>
                <p:nvSpPr>
                  <p:cNvPr id="79" name="Ellipse 78"/>
                  <p:cNvSpPr/>
                  <p:nvPr/>
                </p:nvSpPr>
                <p:spPr bwMode="gray">
                  <a:xfrm>
                    <a:off x="8001903" y="1336051"/>
                    <a:ext cx="1037677" cy="1037677"/>
                  </a:xfrm>
                  <a:prstGeom prst="ellipse">
                    <a:avLst/>
                  </a:prstGeom>
                  <a:solidFill>
                    <a:srgbClr val="F9AE56"/>
                  </a:solidFill>
                  <a:ln w="38100">
                    <a:solidFill>
                      <a:srgbClr val="FBC98F"/>
                    </a:solidFill>
                    <a:round/>
                    <a:headEnd/>
                    <a:tailEnd/>
                  </a:ln>
                </p:spPr>
                <p:txBody>
                  <a:bodyPr rtlCol="0" anchor="ctr">
                    <a:scene3d>
                      <a:camera prst="obliqueBottomRight"/>
                      <a:lightRig rig="flat" dir="t"/>
                    </a:scene3d>
                    <a:sp3d extrusionH="63500" prstMaterial="matte">
                      <a:extrusionClr>
                        <a:srgbClr val="7C4A0F"/>
                      </a:extrusionClr>
                      <a:contourClr>
                        <a:srgbClr val="7C4A0F"/>
                      </a:contourClr>
                    </a:sp3d>
                  </a:bodyPr>
                  <a:lstStyle/>
                  <a:p>
                    <a:pPr algn="ctr"/>
                    <a:r>
                      <a:rPr lang="de-DE" sz="4400" b="1" dirty="0" smtClean="0">
                        <a:solidFill>
                          <a:srgbClr val="FFFFFF"/>
                        </a:solidFill>
                      </a:rPr>
                      <a:t>2</a:t>
                    </a:r>
                    <a:endParaRPr lang="de-DE" sz="4400" b="1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80" name="Rechteck 79"/>
                  <p:cNvSpPr/>
                  <p:nvPr/>
                </p:nvSpPr>
                <p:spPr bwMode="gray">
                  <a:xfrm>
                    <a:off x="8091831" y="-432280"/>
                    <a:ext cx="1742319" cy="1678404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t">
                    <a:noAutofit/>
                  </a:bodyPr>
                  <a:lstStyle/>
                  <a:p>
                    <a:r>
                      <a:rPr lang="en-US" sz="2800" dirty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800" b="1" dirty="0">
                        <a:solidFill>
                          <a:srgbClr val="FFFFFF"/>
                        </a:solidFill>
                      </a:rPr>
                      <a:t> B</a:t>
                    </a:r>
                    <a:endParaRPr lang="en-US" sz="2800" b="1" dirty="0" smtClean="0">
                      <a:solidFill>
                        <a:srgbClr val="FFFFFF"/>
                      </a:solidFill>
                    </a:endParaRPr>
                  </a:p>
                  <a:p>
                    <a:pPr lvl="0"/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FDE4C7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FDE4C7"/>
                      </a:solidFill>
                    </a:endParaRPr>
                  </a:p>
                </p:txBody>
              </p:sp>
            </p:grpSp>
            <p:grpSp>
              <p:nvGrpSpPr>
                <p:cNvPr id="43" name="Gruppieren 42"/>
                <p:cNvGrpSpPr/>
                <p:nvPr/>
              </p:nvGrpSpPr>
              <p:grpSpPr bwMode="gray">
                <a:xfrm>
                  <a:off x="3185264" y="345067"/>
                  <a:ext cx="1374539" cy="2105050"/>
                  <a:chOff x="4247476" y="-432282"/>
                  <a:chExt cx="1832247" cy="2806010"/>
                </a:xfrm>
              </p:grpSpPr>
              <p:sp>
                <p:nvSpPr>
                  <p:cNvPr id="77" name="Ellipse 76"/>
                  <p:cNvSpPr/>
                  <p:nvPr/>
                </p:nvSpPr>
                <p:spPr bwMode="gray">
                  <a:xfrm>
                    <a:off x="5042047" y="1336052"/>
                    <a:ext cx="1037676" cy="1037676"/>
                  </a:xfrm>
                  <a:prstGeom prst="ellipse">
                    <a:avLst/>
                  </a:prstGeom>
                  <a:solidFill>
                    <a:srgbClr val="F9AE56"/>
                  </a:solidFill>
                  <a:ln w="38100">
                    <a:solidFill>
                      <a:srgbClr val="FBC98F"/>
                    </a:solidFill>
                    <a:round/>
                    <a:headEnd/>
                    <a:tailEnd/>
                  </a:ln>
                </p:spPr>
                <p:txBody>
                  <a:bodyPr rtlCol="0" anchor="ctr">
                    <a:scene3d>
                      <a:camera prst="obliqueBottomRight"/>
                      <a:lightRig rig="flat" dir="t"/>
                    </a:scene3d>
                    <a:sp3d extrusionH="63500" prstMaterial="matte">
                      <a:extrusionClr>
                        <a:srgbClr val="7C4A0F"/>
                      </a:extrusionClr>
                      <a:contourClr>
                        <a:srgbClr val="7C4A0F"/>
                      </a:contourClr>
                    </a:sp3d>
                  </a:bodyPr>
                  <a:lstStyle/>
                  <a:p>
                    <a:pPr algn="ctr"/>
                    <a:r>
                      <a:rPr lang="de-DE" sz="4400" b="1" dirty="0" smtClean="0">
                        <a:solidFill>
                          <a:srgbClr val="FFFFFF"/>
                        </a:solidFill>
                      </a:rPr>
                      <a:t>1</a:t>
                    </a:r>
                    <a:endParaRPr lang="de-DE" sz="4400" b="1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78" name="Rechteck 77"/>
                  <p:cNvSpPr/>
                  <p:nvPr/>
                </p:nvSpPr>
                <p:spPr bwMode="gray">
                  <a:xfrm>
                    <a:off x="4247476" y="-432282"/>
                    <a:ext cx="1742319" cy="1678406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t">
                    <a:noAutofit/>
                  </a:bodyPr>
                  <a:lstStyle/>
                  <a:p>
                    <a:pPr algn="r"/>
                    <a:r>
                      <a:rPr lang="en-US" sz="2800" dirty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800" b="1" dirty="0">
                        <a:solidFill>
                          <a:srgbClr val="FFFFFF"/>
                        </a:solidFill>
                      </a:rPr>
                      <a:t> </a:t>
                    </a:r>
                    <a:r>
                      <a:rPr lang="en-US" sz="2800" b="1" dirty="0" smtClean="0">
                        <a:solidFill>
                          <a:srgbClr val="FFFFFF"/>
                        </a:solidFill>
                      </a:rPr>
                      <a:t>A</a:t>
                    </a:r>
                  </a:p>
                  <a:p>
                    <a:pPr lvl="0" algn="r"/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FDE4C7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FDE4C7"/>
                      </a:solidFill>
                    </a:endParaRPr>
                  </a:p>
                </p:txBody>
              </p:sp>
            </p:grpSp>
            <p:grpSp>
              <p:nvGrpSpPr>
                <p:cNvPr id="44" name="Gruppieren 43"/>
                <p:cNvGrpSpPr/>
                <p:nvPr/>
              </p:nvGrpSpPr>
              <p:grpSpPr bwMode="gray">
                <a:xfrm>
                  <a:off x="6001809" y="4007034"/>
                  <a:ext cx="1374539" cy="2065753"/>
                  <a:chOff x="8001903" y="4449085"/>
                  <a:chExt cx="1832247" cy="2753629"/>
                </a:xfrm>
              </p:grpSpPr>
              <p:sp>
                <p:nvSpPr>
                  <p:cNvPr id="75" name="Ellipse 74"/>
                  <p:cNvSpPr/>
                  <p:nvPr/>
                </p:nvSpPr>
                <p:spPr bwMode="gray">
                  <a:xfrm>
                    <a:off x="8001903" y="4449085"/>
                    <a:ext cx="1037677" cy="1037677"/>
                  </a:xfrm>
                  <a:prstGeom prst="ellipse">
                    <a:avLst/>
                  </a:prstGeom>
                  <a:solidFill>
                    <a:srgbClr val="F9AE56"/>
                  </a:solidFill>
                  <a:ln w="38100">
                    <a:solidFill>
                      <a:srgbClr val="FBC98F"/>
                    </a:solidFill>
                    <a:round/>
                    <a:headEnd/>
                    <a:tailEnd/>
                  </a:ln>
                </p:spPr>
                <p:txBody>
                  <a:bodyPr rtlCol="0" anchor="ctr">
                    <a:scene3d>
                      <a:camera prst="obliqueBottomRight"/>
                      <a:lightRig rig="flat" dir="t"/>
                    </a:scene3d>
                    <a:sp3d extrusionH="63500" prstMaterial="matte">
                      <a:extrusionClr>
                        <a:srgbClr val="7C4A0F"/>
                      </a:extrusionClr>
                      <a:contourClr>
                        <a:srgbClr val="7C4A0F"/>
                      </a:contourClr>
                    </a:sp3d>
                  </a:bodyPr>
                  <a:lstStyle/>
                  <a:p>
                    <a:pPr algn="ctr"/>
                    <a:r>
                      <a:rPr lang="de-DE" sz="4400" b="1" dirty="0" smtClean="0">
                        <a:solidFill>
                          <a:srgbClr val="FFFFFF"/>
                        </a:solidFill>
                      </a:rPr>
                      <a:t>3</a:t>
                    </a:r>
                    <a:endParaRPr lang="de-DE" sz="4400" b="1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76" name="Rechteck 75"/>
                  <p:cNvSpPr/>
                  <p:nvPr/>
                </p:nvSpPr>
                <p:spPr bwMode="gray">
                  <a:xfrm>
                    <a:off x="8091831" y="5576690"/>
                    <a:ext cx="1742319" cy="1626024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r>
                      <a:rPr lang="en-US" sz="2800" dirty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800" b="1" dirty="0">
                        <a:solidFill>
                          <a:srgbClr val="FFFFFF"/>
                        </a:solidFill>
                      </a:rPr>
                      <a:t> </a:t>
                    </a:r>
                    <a:r>
                      <a:rPr lang="en-US" sz="2800" b="1" dirty="0" smtClean="0">
                        <a:solidFill>
                          <a:srgbClr val="FFFFFF"/>
                        </a:solidFill>
                      </a:rPr>
                      <a:t>C</a:t>
                    </a:r>
                  </a:p>
                  <a:p>
                    <a:pPr lvl="0"/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Additional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information 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/>
                    </a:r>
                    <a:br>
                      <a:rPr lang="en-US" sz="1000" dirty="0" smtClean="0">
                        <a:solidFill>
                          <a:srgbClr val="FDE4C7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FDE4C7"/>
                      </a:solidFill>
                    </a:endParaRPr>
                  </a:p>
                </p:txBody>
              </p:sp>
            </p:grpSp>
            <p:grpSp>
              <p:nvGrpSpPr>
                <p:cNvPr id="45" name="Gruppieren 44"/>
                <p:cNvGrpSpPr/>
                <p:nvPr/>
              </p:nvGrpSpPr>
              <p:grpSpPr bwMode="gray">
                <a:xfrm>
                  <a:off x="3185264" y="4007034"/>
                  <a:ext cx="1374539" cy="2065752"/>
                  <a:chOff x="4247476" y="4449085"/>
                  <a:chExt cx="1832247" cy="2753628"/>
                </a:xfrm>
              </p:grpSpPr>
              <p:sp>
                <p:nvSpPr>
                  <p:cNvPr id="73" name="Ellipse 72"/>
                  <p:cNvSpPr/>
                  <p:nvPr/>
                </p:nvSpPr>
                <p:spPr bwMode="gray">
                  <a:xfrm>
                    <a:off x="5042047" y="4449085"/>
                    <a:ext cx="1037676" cy="1037676"/>
                  </a:xfrm>
                  <a:prstGeom prst="ellipse">
                    <a:avLst/>
                  </a:prstGeom>
                  <a:solidFill>
                    <a:srgbClr val="F9AE56"/>
                  </a:solidFill>
                  <a:ln w="38100">
                    <a:solidFill>
                      <a:srgbClr val="FBC98F"/>
                    </a:solidFill>
                    <a:round/>
                    <a:headEnd/>
                    <a:tailEnd/>
                  </a:ln>
                </p:spPr>
                <p:txBody>
                  <a:bodyPr rtlCol="0" anchor="ctr">
                    <a:scene3d>
                      <a:camera prst="obliqueBottomRight"/>
                      <a:lightRig rig="flat" dir="t"/>
                    </a:scene3d>
                    <a:sp3d extrusionH="63500" prstMaterial="matte">
                      <a:extrusionClr>
                        <a:srgbClr val="7C4A0F"/>
                      </a:extrusionClr>
                      <a:contourClr>
                        <a:srgbClr val="7C4A0F"/>
                      </a:contourClr>
                    </a:sp3d>
                  </a:bodyPr>
                  <a:lstStyle/>
                  <a:p>
                    <a:pPr algn="ctr"/>
                    <a:r>
                      <a:rPr lang="de-DE" sz="4400" b="1" dirty="0" smtClean="0">
                        <a:solidFill>
                          <a:srgbClr val="FFFFFF"/>
                        </a:solidFill>
                      </a:rPr>
                      <a:t>4</a:t>
                    </a:r>
                    <a:endParaRPr lang="de-DE" sz="4400" b="1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74" name="Rechteck 73"/>
                  <p:cNvSpPr/>
                  <p:nvPr/>
                </p:nvSpPr>
                <p:spPr bwMode="gray">
                  <a:xfrm>
                    <a:off x="4247476" y="5576690"/>
                    <a:ext cx="1742319" cy="1626023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b">
                    <a:noAutofit/>
                  </a:bodyPr>
                  <a:lstStyle/>
                  <a:p>
                    <a:pPr algn="r"/>
                    <a:r>
                      <a:rPr lang="en-US" sz="2800" dirty="0">
                        <a:solidFill>
                          <a:srgbClr val="FFFFFF"/>
                        </a:solidFill>
                      </a:rPr>
                      <a:t>Step</a:t>
                    </a:r>
                    <a:r>
                      <a:rPr lang="en-US" sz="2800" b="1" dirty="0">
                        <a:solidFill>
                          <a:srgbClr val="FFFFFF"/>
                        </a:solidFill>
                      </a:rPr>
                      <a:t> </a:t>
                    </a:r>
                    <a:r>
                      <a:rPr lang="en-US" sz="2800" b="1" dirty="0" smtClean="0">
                        <a:solidFill>
                          <a:srgbClr val="FFFFFF"/>
                        </a:solidFill>
                      </a:rPr>
                      <a:t>D</a:t>
                    </a:r>
                  </a:p>
                  <a:p>
                    <a:pPr lvl="0" algn="r"/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Additional information </a:t>
                    </a:r>
                    <a:br>
                      <a:rPr lang="en-US" sz="1000" dirty="0" smtClean="0">
                        <a:solidFill>
                          <a:srgbClr val="FDE4C7"/>
                        </a:solidFill>
                      </a:rPr>
                    </a:b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can </a:t>
                    </a:r>
                    <a:r>
                      <a:rPr lang="en-US" sz="1000" dirty="0">
                        <a:solidFill>
                          <a:srgbClr val="FDE4C7"/>
                        </a:solidFill>
                      </a:rPr>
                      <a:t>be put here</a:t>
                    </a:r>
                    <a:r>
                      <a:rPr lang="en-US" sz="1000" dirty="0" smtClean="0">
                        <a:solidFill>
                          <a:srgbClr val="FDE4C7"/>
                        </a:solidFill>
                      </a:rPr>
                      <a:t>.</a:t>
                    </a:r>
                    <a:endParaRPr lang="en-US" sz="2400" b="1" dirty="0">
                      <a:solidFill>
                        <a:srgbClr val="FDE4C7"/>
                      </a:solidFill>
                    </a:endParaRPr>
                  </a:p>
                </p:txBody>
              </p:sp>
            </p:grpSp>
          </p:grpSp>
          <p:sp>
            <p:nvSpPr>
              <p:cNvPr id="46" name="Freeform 8"/>
              <p:cNvSpPr>
                <a:spLocks/>
              </p:cNvSpPr>
              <p:nvPr/>
            </p:nvSpPr>
            <p:spPr bwMode="gray">
              <a:xfrm flipV="1">
                <a:off x="2521655" y="4007035"/>
                <a:ext cx="1123283" cy="209960"/>
              </a:xfrm>
              <a:custGeom>
                <a:avLst/>
                <a:gdLst>
                  <a:gd name="T0" fmla="*/ 136 w 136"/>
                  <a:gd name="T1" fmla="*/ 11 h 25"/>
                  <a:gd name="T2" fmla="*/ 131 w 136"/>
                  <a:gd name="T3" fmla="*/ 0 h 25"/>
                  <a:gd name="T4" fmla="*/ 67 w 136"/>
                  <a:gd name="T5" fmla="*/ 13 h 25"/>
                  <a:gd name="T6" fmla="*/ 21 w 136"/>
                  <a:gd name="T7" fmla="*/ 6 h 25"/>
                  <a:gd name="T8" fmla="*/ 23 w 136"/>
                  <a:gd name="T9" fmla="*/ 1 h 25"/>
                  <a:gd name="T10" fmla="*/ 0 w 136"/>
                  <a:gd name="T11" fmla="*/ 5 h 25"/>
                  <a:gd name="T12" fmla="*/ 15 w 136"/>
                  <a:gd name="T13" fmla="*/ 23 h 25"/>
                  <a:gd name="T14" fmla="*/ 17 w 136"/>
                  <a:gd name="T15" fmla="*/ 18 h 25"/>
                  <a:gd name="T16" fmla="*/ 67 w 136"/>
                  <a:gd name="T17" fmla="*/ 25 h 25"/>
                  <a:gd name="T18" fmla="*/ 136 w 136"/>
                  <a:gd name="T19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6" h="25">
                    <a:moveTo>
                      <a:pt x="136" y="11"/>
                    </a:moveTo>
                    <a:cubicBezTo>
                      <a:pt x="131" y="0"/>
                      <a:pt x="131" y="0"/>
                      <a:pt x="131" y="0"/>
                    </a:cubicBezTo>
                    <a:cubicBezTo>
                      <a:pt x="111" y="8"/>
                      <a:pt x="89" y="13"/>
                      <a:pt x="67" y="13"/>
                    </a:cubicBezTo>
                    <a:cubicBezTo>
                      <a:pt x="51" y="13"/>
                      <a:pt x="36" y="11"/>
                      <a:pt x="21" y="6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33" y="22"/>
                      <a:pt x="50" y="25"/>
                      <a:pt x="67" y="25"/>
                    </a:cubicBezTo>
                    <a:cubicBezTo>
                      <a:pt x="91" y="25"/>
                      <a:pt x="114" y="20"/>
                      <a:pt x="136" y="11"/>
                    </a:cubicBezTo>
                    <a:close/>
                  </a:path>
                </a:pathLst>
              </a:custGeom>
              <a:solidFill>
                <a:srgbClr val="FABC72"/>
              </a:solidFill>
              <a:ln>
                <a:noFill/>
              </a:ln>
              <a:scene3d>
                <a:camera prst="obliqueBottomRight"/>
                <a:lightRig rig="flat" dir="t"/>
              </a:scene3d>
              <a:sp3d extrusionH="190500" prstMaterial="matte">
                <a:extrusionClr>
                  <a:srgbClr val="7C4A0F"/>
                </a:extrusionClr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47" name="Gruppieren 46"/>
              <p:cNvGrpSpPr/>
              <p:nvPr/>
            </p:nvGrpSpPr>
            <p:grpSpPr bwMode="gray">
              <a:xfrm>
                <a:off x="3185440" y="1198401"/>
                <a:ext cx="4190909" cy="4075380"/>
                <a:chOff x="4247711" y="705203"/>
                <a:chExt cx="5586440" cy="5432442"/>
              </a:xfrm>
            </p:grpSpPr>
            <p:grpSp>
              <p:nvGrpSpPr>
                <p:cNvPr id="48" name="Gruppieren 47"/>
                <p:cNvGrpSpPr/>
                <p:nvPr/>
              </p:nvGrpSpPr>
              <p:grpSpPr bwMode="gray">
                <a:xfrm>
                  <a:off x="5042047" y="1410307"/>
                  <a:ext cx="3997533" cy="4002199"/>
                  <a:chOff x="5411788" y="2744788"/>
                  <a:chExt cx="1360487" cy="1362075"/>
                </a:xfrm>
                <a:solidFill>
                  <a:srgbClr val="7C4A0F"/>
                </a:solidFill>
              </p:grpSpPr>
              <p:sp>
                <p:nvSpPr>
                  <p:cNvPr id="69" name="Freeform 6"/>
                  <p:cNvSpPr>
                    <a:spLocks/>
                  </p:cNvSpPr>
                  <p:nvPr/>
                </p:nvSpPr>
                <p:spPr bwMode="gray">
                  <a:xfrm>
                    <a:off x="5830888" y="2744788"/>
                    <a:ext cx="512762" cy="93663"/>
                  </a:xfrm>
                  <a:custGeom>
                    <a:avLst/>
                    <a:gdLst>
                      <a:gd name="T0" fmla="*/ 137 w 137"/>
                      <a:gd name="T1" fmla="*/ 19 h 25"/>
                      <a:gd name="T2" fmla="*/ 121 w 137"/>
                      <a:gd name="T3" fmla="*/ 1 h 25"/>
                      <a:gd name="T4" fmla="*/ 119 w 137"/>
                      <a:gd name="T5" fmla="*/ 7 h 25"/>
                      <a:gd name="T6" fmla="*/ 70 w 137"/>
                      <a:gd name="T7" fmla="*/ 0 h 25"/>
                      <a:gd name="T8" fmla="*/ 0 w 137"/>
                      <a:gd name="T9" fmla="*/ 14 h 25"/>
                      <a:gd name="T10" fmla="*/ 5 w 137"/>
                      <a:gd name="T11" fmla="*/ 25 h 25"/>
                      <a:gd name="T12" fmla="*/ 70 w 137"/>
                      <a:gd name="T13" fmla="*/ 12 h 25"/>
                      <a:gd name="T14" fmla="*/ 115 w 137"/>
                      <a:gd name="T15" fmla="*/ 18 h 25"/>
                      <a:gd name="T16" fmla="*/ 113 w 137"/>
                      <a:gd name="T17" fmla="*/ 24 h 25"/>
                      <a:gd name="T18" fmla="*/ 137 w 137"/>
                      <a:gd name="T19" fmla="*/ 1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7" h="25">
                        <a:moveTo>
                          <a:pt x="137" y="19"/>
                        </a:moveTo>
                        <a:cubicBezTo>
                          <a:pt x="121" y="1"/>
                          <a:pt x="121" y="1"/>
                          <a:pt x="121" y="1"/>
                        </a:cubicBezTo>
                        <a:cubicBezTo>
                          <a:pt x="119" y="7"/>
                          <a:pt x="119" y="7"/>
                          <a:pt x="119" y="7"/>
                        </a:cubicBezTo>
                        <a:cubicBezTo>
                          <a:pt x="103" y="2"/>
                          <a:pt x="86" y="0"/>
                          <a:pt x="70" y="0"/>
                        </a:cubicBezTo>
                        <a:cubicBezTo>
                          <a:pt x="46" y="0"/>
                          <a:pt x="22" y="5"/>
                          <a:pt x="0" y="14"/>
                        </a:cubicBezTo>
                        <a:cubicBezTo>
                          <a:pt x="5" y="25"/>
                          <a:pt x="5" y="25"/>
                          <a:pt x="5" y="25"/>
                        </a:cubicBezTo>
                        <a:cubicBezTo>
                          <a:pt x="25" y="16"/>
                          <a:pt x="47" y="12"/>
                          <a:pt x="70" y="12"/>
                        </a:cubicBezTo>
                        <a:cubicBezTo>
                          <a:pt x="85" y="12"/>
                          <a:pt x="100" y="14"/>
                          <a:pt x="115" y="18"/>
                        </a:cubicBezTo>
                        <a:cubicBezTo>
                          <a:pt x="113" y="24"/>
                          <a:pt x="113" y="24"/>
                          <a:pt x="113" y="24"/>
                        </a:cubicBezTo>
                        <a:lnTo>
                          <a:pt x="137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70" name="Freeform 7"/>
                  <p:cNvSpPr>
                    <a:spLocks/>
                  </p:cNvSpPr>
                  <p:nvPr/>
                </p:nvSpPr>
                <p:spPr bwMode="gray">
                  <a:xfrm>
                    <a:off x="5411788" y="3171826"/>
                    <a:ext cx="93662" cy="514350"/>
                  </a:xfrm>
                  <a:custGeom>
                    <a:avLst/>
                    <a:gdLst>
                      <a:gd name="T0" fmla="*/ 12 w 25"/>
                      <a:gd name="T1" fmla="*/ 67 h 137"/>
                      <a:gd name="T2" fmla="*/ 19 w 25"/>
                      <a:gd name="T3" fmla="*/ 22 h 137"/>
                      <a:gd name="T4" fmla="*/ 24 w 25"/>
                      <a:gd name="T5" fmla="*/ 24 h 137"/>
                      <a:gd name="T6" fmla="*/ 20 w 25"/>
                      <a:gd name="T7" fmla="*/ 0 h 137"/>
                      <a:gd name="T8" fmla="*/ 2 w 25"/>
                      <a:gd name="T9" fmla="*/ 16 h 137"/>
                      <a:gd name="T10" fmla="*/ 7 w 25"/>
                      <a:gd name="T11" fmla="*/ 18 h 137"/>
                      <a:gd name="T12" fmla="*/ 0 w 25"/>
                      <a:gd name="T13" fmla="*/ 67 h 137"/>
                      <a:gd name="T14" fmla="*/ 14 w 25"/>
                      <a:gd name="T15" fmla="*/ 137 h 137"/>
                      <a:gd name="T16" fmla="*/ 25 w 25"/>
                      <a:gd name="T17" fmla="*/ 132 h 137"/>
                      <a:gd name="T18" fmla="*/ 12 w 25"/>
                      <a:gd name="T19" fmla="*/ 67 h 1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137">
                        <a:moveTo>
                          <a:pt x="12" y="67"/>
                        </a:moveTo>
                        <a:cubicBezTo>
                          <a:pt x="12" y="52"/>
                          <a:pt x="14" y="37"/>
                          <a:pt x="19" y="22"/>
                        </a:cubicBezTo>
                        <a:cubicBezTo>
                          <a:pt x="24" y="24"/>
                          <a:pt x="24" y="24"/>
                          <a:pt x="24" y="24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3" y="34"/>
                          <a:pt x="0" y="51"/>
                          <a:pt x="0" y="67"/>
                        </a:cubicBezTo>
                        <a:cubicBezTo>
                          <a:pt x="0" y="91"/>
                          <a:pt x="5" y="115"/>
                          <a:pt x="14" y="137"/>
                        </a:cubicBezTo>
                        <a:cubicBezTo>
                          <a:pt x="25" y="132"/>
                          <a:pt x="25" y="132"/>
                          <a:pt x="25" y="132"/>
                        </a:cubicBezTo>
                        <a:cubicBezTo>
                          <a:pt x="17" y="112"/>
                          <a:pt x="12" y="90"/>
                          <a:pt x="12" y="6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71" name="Freeform 8"/>
                  <p:cNvSpPr>
                    <a:spLocks/>
                  </p:cNvSpPr>
                  <p:nvPr/>
                </p:nvSpPr>
                <p:spPr bwMode="gray">
                  <a:xfrm>
                    <a:off x="5842000" y="4011613"/>
                    <a:ext cx="509587" cy="95250"/>
                  </a:xfrm>
                  <a:custGeom>
                    <a:avLst/>
                    <a:gdLst>
                      <a:gd name="T0" fmla="*/ 136 w 136"/>
                      <a:gd name="T1" fmla="*/ 11 h 25"/>
                      <a:gd name="T2" fmla="*/ 131 w 136"/>
                      <a:gd name="T3" fmla="*/ 0 h 25"/>
                      <a:gd name="T4" fmla="*/ 67 w 136"/>
                      <a:gd name="T5" fmla="*/ 13 h 25"/>
                      <a:gd name="T6" fmla="*/ 21 w 136"/>
                      <a:gd name="T7" fmla="*/ 6 h 25"/>
                      <a:gd name="T8" fmla="*/ 23 w 136"/>
                      <a:gd name="T9" fmla="*/ 1 h 25"/>
                      <a:gd name="T10" fmla="*/ 0 w 136"/>
                      <a:gd name="T11" fmla="*/ 5 h 25"/>
                      <a:gd name="T12" fmla="*/ 15 w 136"/>
                      <a:gd name="T13" fmla="*/ 23 h 25"/>
                      <a:gd name="T14" fmla="*/ 17 w 136"/>
                      <a:gd name="T15" fmla="*/ 18 h 25"/>
                      <a:gd name="T16" fmla="*/ 67 w 136"/>
                      <a:gd name="T17" fmla="*/ 25 h 25"/>
                      <a:gd name="T18" fmla="*/ 136 w 136"/>
                      <a:gd name="T19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6" h="25">
                        <a:moveTo>
                          <a:pt x="136" y="11"/>
                        </a:moveTo>
                        <a:cubicBezTo>
                          <a:pt x="131" y="0"/>
                          <a:pt x="131" y="0"/>
                          <a:pt x="131" y="0"/>
                        </a:cubicBezTo>
                        <a:cubicBezTo>
                          <a:pt x="111" y="8"/>
                          <a:pt x="89" y="13"/>
                          <a:pt x="67" y="13"/>
                        </a:cubicBezTo>
                        <a:cubicBezTo>
                          <a:pt x="51" y="13"/>
                          <a:pt x="36" y="11"/>
                          <a:pt x="21" y="6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33" y="22"/>
                          <a:pt x="50" y="25"/>
                          <a:pt x="67" y="25"/>
                        </a:cubicBezTo>
                        <a:cubicBezTo>
                          <a:pt x="91" y="25"/>
                          <a:pt x="114" y="20"/>
                          <a:pt x="136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72" name="Freeform 9"/>
                  <p:cNvSpPr>
                    <a:spLocks/>
                  </p:cNvSpPr>
                  <p:nvPr/>
                </p:nvSpPr>
                <p:spPr bwMode="gray">
                  <a:xfrm>
                    <a:off x="6678613" y="3163888"/>
                    <a:ext cx="93662" cy="511175"/>
                  </a:xfrm>
                  <a:custGeom>
                    <a:avLst/>
                    <a:gdLst>
                      <a:gd name="T0" fmla="*/ 25 w 25"/>
                      <a:gd name="T1" fmla="*/ 69 h 136"/>
                      <a:gd name="T2" fmla="*/ 11 w 25"/>
                      <a:gd name="T3" fmla="*/ 0 h 136"/>
                      <a:gd name="T4" fmla="*/ 0 w 25"/>
                      <a:gd name="T5" fmla="*/ 5 h 136"/>
                      <a:gd name="T6" fmla="*/ 13 w 25"/>
                      <a:gd name="T7" fmla="*/ 69 h 136"/>
                      <a:gd name="T8" fmla="*/ 7 w 25"/>
                      <a:gd name="T9" fmla="*/ 115 h 136"/>
                      <a:gd name="T10" fmla="*/ 1 w 25"/>
                      <a:gd name="T11" fmla="*/ 113 h 136"/>
                      <a:gd name="T12" fmla="*/ 6 w 25"/>
                      <a:gd name="T13" fmla="*/ 136 h 136"/>
                      <a:gd name="T14" fmla="*/ 24 w 25"/>
                      <a:gd name="T15" fmla="*/ 121 h 136"/>
                      <a:gd name="T16" fmla="*/ 18 w 25"/>
                      <a:gd name="T17" fmla="*/ 119 h 136"/>
                      <a:gd name="T18" fmla="*/ 25 w 25"/>
                      <a:gd name="T19" fmla="*/ 69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136">
                        <a:moveTo>
                          <a:pt x="25" y="69"/>
                        </a:moveTo>
                        <a:cubicBezTo>
                          <a:pt x="25" y="45"/>
                          <a:pt x="20" y="22"/>
                          <a:pt x="11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9" y="25"/>
                          <a:pt x="13" y="47"/>
                          <a:pt x="13" y="69"/>
                        </a:cubicBezTo>
                        <a:cubicBezTo>
                          <a:pt x="13" y="85"/>
                          <a:pt x="11" y="100"/>
                          <a:pt x="7" y="115"/>
                        </a:cubicBezTo>
                        <a:cubicBezTo>
                          <a:pt x="1" y="113"/>
                          <a:pt x="1" y="113"/>
                          <a:pt x="1" y="113"/>
                        </a:cubicBezTo>
                        <a:cubicBezTo>
                          <a:pt x="6" y="136"/>
                          <a:pt x="6" y="136"/>
                          <a:pt x="6" y="136"/>
                        </a:cubicBezTo>
                        <a:cubicBezTo>
                          <a:pt x="24" y="121"/>
                          <a:pt x="24" y="121"/>
                          <a:pt x="24" y="121"/>
                        </a:cubicBezTo>
                        <a:cubicBezTo>
                          <a:pt x="18" y="119"/>
                          <a:pt x="18" y="119"/>
                          <a:pt x="18" y="119"/>
                        </a:cubicBezTo>
                        <a:cubicBezTo>
                          <a:pt x="23" y="103"/>
                          <a:pt x="25" y="86"/>
                          <a:pt x="25" y="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49" name="Rechteck 48"/>
                <p:cNvSpPr/>
                <p:nvPr/>
              </p:nvSpPr>
              <p:spPr bwMode="gray">
                <a:xfrm rot="16200000">
                  <a:off x="4613141" y="2982495"/>
                  <a:ext cx="1895494" cy="857817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algn="ctr"/>
                  <a:r>
                    <a:rPr lang="en-US" sz="2400" dirty="0" smtClean="0">
                      <a:solidFill>
                        <a:srgbClr val="FBC98F"/>
                      </a:solidFill>
                    </a:rPr>
                    <a:t>Process</a:t>
                  </a:r>
                  <a:endParaRPr lang="en-US" sz="2400" b="1" dirty="0" smtClean="0">
                    <a:solidFill>
                      <a:srgbClr val="FBC98F"/>
                    </a:solidFill>
                  </a:endParaRPr>
                </a:p>
              </p:txBody>
            </p:sp>
            <p:sp>
              <p:nvSpPr>
                <p:cNvPr id="50" name="Rechteck 49"/>
                <p:cNvSpPr/>
                <p:nvPr/>
              </p:nvSpPr>
              <p:spPr bwMode="gray">
                <a:xfrm rot="5400000">
                  <a:off x="7572994" y="2982496"/>
                  <a:ext cx="1895493" cy="857817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algn="ctr"/>
                  <a:r>
                    <a:rPr lang="en-US" sz="2400" dirty="0" smtClean="0">
                      <a:solidFill>
                        <a:srgbClr val="FBC98F"/>
                      </a:solidFill>
                    </a:rPr>
                    <a:t>Process</a:t>
                  </a:r>
                  <a:endParaRPr lang="en-US" sz="2400" b="1" dirty="0" smtClean="0">
                    <a:solidFill>
                      <a:srgbClr val="FBC98F"/>
                    </a:solidFill>
                  </a:endParaRPr>
                </a:p>
              </p:txBody>
            </p:sp>
            <p:sp>
              <p:nvSpPr>
                <p:cNvPr id="51" name="Rechteck 50"/>
                <p:cNvSpPr/>
                <p:nvPr/>
              </p:nvSpPr>
              <p:spPr bwMode="gray">
                <a:xfrm>
                  <a:off x="6169654" y="1425980"/>
                  <a:ext cx="1742319" cy="857817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algn="ctr"/>
                  <a:r>
                    <a:rPr lang="en-US" sz="2400" dirty="0" smtClean="0">
                      <a:solidFill>
                        <a:srgbClr val="FBC98F"/>
                      </a:solidFill>
                    </a:rPr>
                    <a:t>Process</a:t>
                  </a:r>
                  <a:endParaRPr lang="en-US" sz="2400" b="1" dirty="0" smtClean="0">
                    <a:solidFill>
                      <a:srgbClr val="FBC98F"/>
                    </a:solidFill>
                  </a:endParaRPr>
                </a:p>
              </p:txBody>
            </p:sp>
            <p:sp>
              <p:nvSpPr>
                <p:cNvPr id="52" name="Rechteck 51"/>
                <p:cNvSpPr/>
                <p:nvPr/>
              </p:nvSpPr>
              <p:spPr bwMode="gray">
                <a:xfrm>
                  <a:off x="6169654" y="4539011"/>
                  <a:ext cx="1742319" cy="857817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algn="ctr"/>
                  <a:r>
                    <a:rPr lang="en-US" sz="2400" dirty="0" smtClean="0">
                      <a:solidFill>
                        <a:srgbClr val="FBC98F"/>
                      </a:solidFill>
                    </a:rPr>
                    <a:t>Process</a:t>
                  </a:r>
                  <a:endParaRPr lang="en-US" sz="2400" b="1" dirty="0" smtClean="0">
                    <a:solidFill>
                      <a:srgbClr val="FBC98F"/>
                    </a:solidFill>
                  </a:endParaRPr>
                </a:p>
              </p:txBody>
            </p:sp>
            <p:grpSp>
              <p:nvGrpSpPr>
                <p:cNvPr id="53" name="Gruppieren 52"/>
                <p:cNvGrpSpPr/>
                <p:nvPr/>
              </p:nvGrpSpPr>
              <p:grpSpPr bwMode="gray">
                <a:xfrm>
                  <a:off x="9154834" y="2689612"/>
                  <a:ext cx="679317" cy="903241"/>
                  <a:chOff x="9154834" y="2689612"/>
                  <a:chExt cx="679317" cy="903241"/>
                </a:xfrm>
              </p:grpSpPr>
              <p:sp>
                <p:nvSpPr>
                  <p:cNvPr id="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83323" y="2689612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154834" y="3051934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614387" y="3051934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4" name="Gruppieren 53"/>
                <p:cNvGrpSpPr/>
                <p:nvPr/>
              </p:nvGrpSpPr>
              <p:grpSpPr bwMode="gray">
                <a:xfrm>
                  <a:off x="6593882" y="705203"/>
                  <a:ext cx="893862" cy="807936"/>
                  <a:chOff x="6593882" y="705203"/>
                  <a:chExt cx="893862" cy="807936"/>
                </a:xfrm>
              </p:grpSpPr>
              <p:sp>
                <p:nvSpPr>
                  <p:cNvPr id="6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930931" y="705203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593882" y="972220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67980" y="972220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5" name="Gruppieren 54"/>
                <p:cNvGrpSpPr/>
                <p:nvPr/>
              </p:nvGrpSpPr>
              <p:grpSpPr bwMode="gray">
                <a:xfrm>
                  <a:off x="4247711" y="2689612"/>
                  <a:ext cx="679317" cy="903241"/>
                  <a:chOff x="4247711" y="2689612"/>
                  <a:chExt cx="679317" cy="903241"/>
                </a:xfrm>
              </p:grpSpPr>
              <p:sp>
                <p:nvSpPr>
                  <p:cNvPr id="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476200" y="2689612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247711" y="3051934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707264" y="3051934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" name="Gruppieren 55"/>
                <p:cNvGrpSpPr/>
                <p:nvPr/>
              </p:nvGrpSpPr>
              <p:grpSpPr bwMode="gray">
                <a:xfrm>
                  <a:off x="6593882" y="5329709"/>
                  <a:ext cx="893862" cy="807936"/>
                  <a:chOff x="6593882" y="705203"/>
                  <a:chExt cx="893862" cy="807936"/>
                </a:xfrm>
              </p:grpSpPr>
              <p:sp>
                <p:nvSpPr>
                  <p:cNvPr id="5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930931" y="705203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593882" y="972220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67980" y="972220"/>
                    <a:ext cx="219764" cy="540919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4" name="Rechteck 13"/>
            <p:cNvSpPr/>
            <p:nvPr/>
          </p:nvSpPr>
          <p:spPr bwMode="gray">
            <a:xfrm>
              <a:off x="8885820" y="-3466"/>
              <a:ext cx="258181" cy="6861466"/>
            </a:xfrm>
            <a:prstGeom prst="rect">
              <a:avLst/>
            </a:prstGeom>
            <a:solidFill>
              <a:srgbClr val="FABC72"/>
            </a:solidFill>
            <a:ln w="12700">
              <a:noFill/>
              <a:round/>
              <a:headEnd/>
              <a:tailEnd/>
            </a:ln>
          </p:spPr>
          <p:txBody>
            <a:bodyPr rot="0" spcFirstLastPara="0" vertOverflow="overflow" horzOverflow="overflow" vert="vert" wrap="squar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2000" b="1" spc="600" dirty="0">
                  <a:solidFill>
                    <a:srgbClr val="FDE4C7"/>
                  </a:solidFill>
                  <a:effectLst>
                    <a:outerShdw dist="38100" dir="2700000" algn="tl" rotWithShape="0">
                      <a:srgbClr val="F7931E"/>
                    </a:outerShdw>
                  </a:effectLst>
                </a:rPr>
                <a:t>OVERALL IMPROVEMENT</a:t>
              </a:r>
            </a:p>
          </p:txBody>
        </p:sp>
        <p:cxnSp>
          <p:nvCxnSpPr>
            <p:cNvPr id="105" name="Gerade Verbindung 104"/>
            <p:cNvCxnSpPr/>
            <p:nvPr/>
          </p:nvCxnSpPr>
          <p:spPr bwMode="gray">
            <a:xfrm flipH="1">
              <a:off x="6115" y="2221871"/>
              <a:ext cx="3124199" cy="0"/>
            </a:xfrm>
            <a:prstGeom prst="line">
              <a:avLst/>
            </a:prstGeom>
            <a:ln w="6350">
              <a:solidFill>
                <a:srgbClr val="FF920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Gerade Verbindung 105"/>
            <p:cNvCxnSpPr/>
            <p:nvPr/>
          </p:nvCxnSpPr>
          <p:spPr bwMode="gray">
            <a:xfrm flipH="1">
              <a:off x="3538" y="3020888"/>
              <a:ext cx="3124199" cy="0"/>
            </a:xfrm>
            <a:prstGeom prst="line">
              <a:avLst/>
            </a:prstGeom>
            <a:ln w="6350">
              <a:solidFill>
                <a:srgbClr val="FF920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Rechteck 106"/>
            <p:cNvSpPr/>
            <p:nvPr/>
          </p:nvSpPr>
          <p:spPr bwMode="gray">
            <a:xfrm>
              <a:off x="60382" y="2299979"/>
              <a:ext cx="3126962" cy="645299"/>
            </a:xfrm>
            <a:prstGeom prst="rect">
              <a:avLst/>
            </a:prstGeom>
          </p:spPr>
          <p:txBody>
            <a:bodyPr wrap="square" lIns="180000" tIns="0" rIns="360000" bIns="0" anchor="ctr">
              <a:noAutofit/>
            </a:bodyPr>
            <a:lstStyle/>
            <a:p>
              <a:pPr lvl="0" algn="ctr">
                <a:spcAft>
                  <a:spcPts val="300"/>
                </a:spcAft>
              </a:pPr>
              <a:r>
                <a:rPr lang="en-US" sz="4000" b="1" dirty="0" smtClean="0">
                  <a:solidFill>
                    <a:srgbClr val="7C4A0F"/>
                  </a:solidFill>
                </a:rPr>
                <a:t>FINANCE</a:t>
              </a:r>
              <a:endParaRPr lang="en-US" sz="4000" b="1" dirty="0">
                <a:solidFill>
                  <a:srgbClr val="7C4A0F"/>
                </a:solidFill>
              </a:endParaRPr>
            </a:p>
          </p:txBody>
        </p:sp>
        <p:sp>
          <p:nvSpPr>
            <p:cNvPr id="108" name="Rechteck 107"/>
            <p:cNvSpPr/>
            <p:nvPr/>
          </p:nvSpPr>
          <p:spPr bwMode="gray">
            <a:xfrm>
              <a:off x="390617" y="1190295"/>
              <a:ext cx="2633547" cy="779765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1600" noProof="1" smtClean="0">
                  <a:solidFill>
                    <a:srgbClr val="7C4A0F"/>
                  </a:solidFill>
                </a:rPr>
                <a:t>Subheadline</a:t>
              </a:r>
              <a:r>
                <a:rPr lang="en-US" sz="1600" dirty="0" smtClean="0">
                  <a:solidFill>
                    <a:srgbClr val="7C4A0F"/>
                  </a:solidFill>
                </a:rPr>
                <a:t> for further information on the topic or a short introduction.</a:t>
              </a:r>
              <a:endParaRPr lang="en-US" sz="1600" dirty="0">
                <a:solidFill>
                  <a:srgbClr val="7C4A0F"/>
                </a:solidFill>
              </a:endParaRPr>
            </a:p>
          </p:txBody>
        </p:sp>
        <p:sp>
          <p:nvSpPr>
            <p:cNvPr id="109" name="Textfeld 108"/>
            <p:cNvSpPr txBox="1"/>
            <p:nvPr/>
          </p:nvSpPr>
          <p:spPr bwMode="gray">
            <a:xfrm>
              <a:off x="994116" y="381177"/>
              <a:ext cx="2132846" cy="645224"/>
            </a:xfrm>
            <a:prstGeom prst="rect">
              <a:avLst/>
            </a:prstGeom>
            <a:noFill/>
          </p:spPr>
          <p:txBody>
            <a:bodyPr wrap="square" lIns="180000" tIns="0" rIns="180000" bIns="0" rtlCol="0">
              <a:noAutofit/>
            </a:bodyPr>
            <a:lstStyle/>
            <a:p>
              <a:pPr lvl="0">
                <a:lnSpc>
                  <a:spcPct val="85000"/>
                </a:lnSpc>
                <a:spcAft>
                  <a:spcPts val="300"/>
                </a:spcAft>
              </a:pPr>
              <a:r>
                <a:rPr lang="en-US" sz="2400" b="1" dirty="0">
                  <a:solidFill>
                    <a:srgbClr val="FF9201"/>
                  </a:solidFill>
                </a:rPr>
                <a:t>Topic</a:t>
              </a:r>
              <a:r>
                <a:rPr lang="en-US" sz="2400" dirty="0">
                  <a:solidFill>
                    <a:srgbClr val="FF9201"/>
                  </a:solidFill>
                </a:rPr>
                <a:t> of </a:t>
              </a:r>
              <a:r>
                <a:rPr lang="en-US" sz="2400" noProof="1">
                  <a:solidFill>
                    <a:srgbClr val="FF9201"/>
                  </a:solidFill>
                </a:rPr>
                <a:t>Infographic</a:t>
              </a:r>
            </a:p>
          </p:txBody>
        </p:sp>
        <p:cxnSp>
          <p:nvCxnSpPr>
            <p:cNvPr id="111" name="Gerade Verbindung 110"/>
            <p:cNvCxnSpPr/>
            <p:nvPr/>
          </p:nvCxnSpPr>
          <p:spPr bwMode="gray">
            <a:xfrm flipH="1" flipV="1">
              <a:off x="7432929" y="2221871"/>
              <a:ext cx="1444427" cy="1"/>
            </a:xfrm>
            <a:prstGeom prst="line">
              <a:avLst/>
            </a:prstGeom>
            <a:ln w="6350">
              <a:solidFill>
                <a:srgbClr val="FF920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Gerade Verbindung 111"/>
            <p:cNvCxnSpPr/>
            <p:nvPr/>
          </p:nvCxnSpPr>
          <p:spPr bwMode="gray">
            <a:xfrm flipH="1">
              <a:off x="7454972" y="4513526"/>
              <a:ext cx="1444427" cy="0"/>
            </a:xfrm>
            <a:prstGeom prst="line">
              <a:avLst/>
            </a:prstGeom>
            <a:ln w="6350">
              <a:solidFill>
                <a:srgbClr val="FF920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2" name="Gruppieren 161"/>
            <p:cNvGrpSpPr/>
            <p:nvPr/>
          </p:nvGrpSpPr>
          <p:grpSpPr>
            <a:xfrm>
              <a:off x="225319" y="3789704"/>
              <a:ext cx="2835332" cy="2119923"/>
              <a:chOff x="225319" y="3789704"/>
              <a:chExt cx="2835332" cy="2119923"/>
            </a:xfrm>
          </p:grpSpPr>
          <p:grpSp>
            <p:nvGrpSpPr>
              <p:cNvPr id="121" name="Gruppieren 120"/>
              <p:cNvGrpSpPr/>
              <p:nvPr/>
            </p:nvGrpSpPr>
            <p:grpSpPr>
              <a:xfrm>
                <a:off x="773401" y="3789704"/>
                <a:ext cx="2287250" cy="2119923"/>
                <a:chOff x="849601" y="4031004"/>
                <a:chExt cx="2287250" cy="2119923"/>
              </a:xfrm>
            </p:grpSpPr>
            <p:grpSp>
              <p:nvGrpSpPr>
                <p:cNvPr id="119" name="Gruppieren 118"/>
                <p:cNvGrpSpPr/>
                <p:nvPr/>
              </p:nvGrpSpPr>
              <p:grpSpPr>
                <a:xfrm>
                  <a:off x="849601" y="4031004"/>
                  <a:ext cx="2287250" cy="2119923"/>
                  <a:chOff x="849601" y="4037354"/>
                  <a:chExt cx="2287250" cy="2119923"/>
                </a:xfrm>
              </p:grpSpPr>
              <p:sp>
                <p:nvSpPr>
                  <p:cNvPr id="113" name="Freeform 16"/>
                  <p:cNvSpPr>
                    <a:spLocks/>
                  </p:cNvSpPr>
                  <p:nvPr/>
                </p:nvSpPr>
                <p:spPr bwMode="gray">
                  <a:xfrm>
                    <a:off x="849601" y="5662413"/>
                    <a:ext cx="2287250" cy="494864"/>
                  </a:xfrm>
                  <a:custGeom>
                    <a:avLst/>
                    <a:gdLst>
                      <a:gd name="T0" fmla="*/ 205 w 1724"/>
                      <a:gd name="T1" fmla="*/ 0 h 373"/>
                      <a:gd name="T2" fmla="*/ 0 w 1724"/>
                      <a:gd name="T3" fmla="*/ 373 h 373"/>
                      <a:gd name="T4" fmla="*/ 1724 w 1724"/>
                      <a:gd name="T5" fmla="*/ 373 h 373"/>
                      <a:gd name="T6" fmla="*/ 1519 w 1724"/>
                      <a:gd name="T7" fmla="*/ 0 h 373"/>
                      <a:gd name="T8" fmla="*/ 205 w 1724"/>
                      <a:gd name="T9" fmla="*/ 0 h 3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24" h="373">
                        <a:moveTo>
                          <a:pt x="205" y="0"/>
                        </a:moveTo>
                        <a:lnTo>
                          <a:pt x="0" y="373"/>
                        </a:lnTo>
                        <a:lnTo>
                          <a:pt x="1724" y="373"/>
                        </a:lnTo>
                        <a:lnTo>
                          <a:pt x="1519" y="0"/>
                        </a:lnTo>
                        <a:lnTo>
                          <a:pt x="205" y="0"/>
                        </a:lnTo>
                        <a:close/>
                      </a:path>
                    </a:pathLst>
                  </a:custGeom>
                  <a:solidFill>
                    <a:srgbClr val="F9AE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algn="ctr"/>
                    <a:r>
                      <a:rPr lang="de-DE" sz="1200" b="1" dirty="0" smtClean="0">
                        <a:solidFill>
                          <a:srgbClr val="7C4A0F"/>
                        </a:solidFill>
                      </a:rPr>
                      <a:t>Level 1</a:t>
                    </a:r>
                    <a:endParaRPr lang="de-DE" sz="1200" b="1" dirty="0">
                      <a:solidFill>
                        <a:srgbClr val="7C4A0F"/>
                      </a:solidFill>
                    </a:endParaRPr>
                  </a:p>
                </p:txBody>
              </p:sp>
              <p:sp>
                <p:nvSpPr>
                  <p:cNvPr id="114" name="Freeform 17"/>
                  <p:cNvSpPr>
                    <a:spLocks/>
                  </p:cNvSpPr>
                  <p:nvPr/>
                </p:nvSpPr>
                <p:spPr bwMode="gray">
                  <a:xfrm>
                    <a:off x="1587733" y="4037354"/>
                    <a:ext cx="802661" cy="727038"/>
                  </a:xfrm>
                  <a:custGeom>
                    <a:avLst/>
                    <a:gdLst>
                      <a:gd name="T0" fmla="*/ 605 w 605"/>
                      <a:gd name="T1" fmla="*/ 548 h 548"/>
                      <a:gd name="T2" fmla="*/ 303 w 605"/>
                      <a:gd name="T3" fmla="*/ 0 h 548"/>
                      <a:gd name="T4" fmla="*/ 0 w 605"/>
                      <a:gd name="T5" fmla="*/ 548 h 548"/>
                      <a:gd name="T6" fmla="*/ 605 w 605"/>
                      <a:gd name="T7" fmla="*/ 548 h 5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05" h="548">
                        <a:moveTo>
                          <a:pt x="605" y="548"/>
                        </a:moveTo>
                        <a:lnTo>
                          <a:pt x="303" y="0"/>
                        </a:lnTo>
                        <a:lnTo>
                          <a:pt x="0" y="548"/>
                        </a:lnTo>
                        <a:lnTo>
                          <a:pt x="605" y="548"/>
                        </a:lnTo>
                        <a:close/>
                      </a:path>
                    </a:pathLst>
                  </a:custGeom>
                  <a:solidFill>
                    <a:srgbClr val="FBC9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91440" tIns="45720" rIns="91440" bIns="45720" numCol="1" anchor="b" anchorCtr="0" compatLnSpc="1">
                    <a:prstTxWarp prst="textNoShape">
                      <a:avLst/>
                    </a:prstTxWarp>
                  </a:bodyPr>
                  <a:lstStyle/>
                  <a:p>
                    <a:pPr algn="ctr"/>
                    <a:r>
                      <a:rPr lang="de-DE" sz="1200" b="1" dirty="0" smtClean="0">
                        <a:solidFill>
                          <a:srgbClr val="7C4A0F"/>
                        </a:solidFill>
                      </a:rPr>
                      <a:t>Level 3</a:t>
                    </a:r>
                    <a:endParaRPr lang="de-DE" sz="1200" b="1" dirty="0">
                      <a:solidFill>
                        <a:srgbClr val="7C4A0F"/>
                      </a:solidFill>
                    </a:endParaRPr>
                  </a:p>
                </p:txBody>
              </p:sp>
              <p:sp>
                <p:nvSpPr>
                  <p:cNvPr id="115" name="Freeform 18"/>
                  <p:cNvSpPr>
                    <a:spLocks/>
                  </p:cNvSpPr>
                  <p:nvPr/>
                </p:nvSpPr>
                <p:spPr bwMode="gray">
                  <a:xfrm>
                    <a:off x="1213901" y="4944247"/>
                    <a:ext cx="1573480" cy="542625"/>
                  </a:xfrm>
                  <a:custGeom>
                    <a:avLst/>
                    <a:gdLst>
                      <a:gd name="T0" fmla="*/ 1186 w 1186"/>
                      <a:gd name="T1" fmla="*/ 409 h 409"/>
                      <a:gd name="T2" fmla="*/ 959 w 1186"/>
                      <a:gd name="T3" fmla="*/ 0 h 409"/>
                      <a:gd name="T4" fmla="*/ 227 w 1186"/>
                      <a:gd name="T5" fmla="*/ 0 h 409"/>
                      <a:gd name="T6" fmla="*/ 0 w 1186"/>
                      <a:gd name="T7" fmla="*/ 409 h 409"/>
                      <a:gd name="T8" fmla="*/ 1186 w 1186"/>
                      <a:gd name="T9" fmla="*/ 409 h 4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86" h="409">
                        <a:moveTo>
                          <a:pt x="1186" y="409"/>
                        </a:moveTo>
                        <a:lnTo>
                          <a:pt x="959" y="0"/>
                        </a:lnTo>
                        <a:lnTo>
                          <a:pt x="227" y="0"/>
                        </a:lnTo>
                        <a:lnTo>
                          <a:pt x="0" y="409"/>
                        </a:lnTo>
                        <a:lnTo>
                          <a:pt x="1186" y="409"/>
                        </a:lnTo>
                        <a:close/>
                      </a:path>
                    </a:pathLst>
                  </a:custGeom>
                  <a:solidFill>
                    <a:srgbClr val="FABC7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algn="ctr"/>
                    <a:r>
                      <a:rPr lang="de-DE" sz="1200" b="1" dirty="0" smtClean="0">
                        <a:solidFill>
                          <a:srgbClr val="7C4A0F"/>
                        </a:solidFill>
                      </a:rPr>
                      <a:t>Level 2</a:t>
                    </a:r>
                    <a:endParaRPr lang="de-DE" sz="1200" b="1" dirty="0">
                      <a:solidFill>
                        <a:srgbClr val="7C4A0F"/>
                      </a:solidFill>
                    </a:endParaRPr>
                  </a:p>
                </p:txBody>
              </p:sp>
              <p:sp>
                <p:nvSpPr>
                  <p:cNvPr id="118" name="Pfeil nach unten 117"/>
                  <p:cNvSpPr/>
                  <p:nvPr/>
                </p:nvSpPr>
                <p:spPr bwMode="gray">
                  <a:xfrm flipV="1">
                    <a:off x="1893122" y="4732644"/>
                    <a:ext cx="204582" cy="233711"/>
                  </a:xfrm>
                  <a:prstGeom prst="downArrow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scene3d>
                    <a:camera prst="obliqueBottomRight"/>
                    <a:lightRig rig="flat" dir="t"/>
                  </a:scene3d>
                  <a:sp3d extrusionH="190500" prstMaterial="matte">
                    <a:extrusionClr>
                      <a:srgbClr val="7C4A0F"/>
                    </a:extrusionClr>
                  </a:sp3d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dirty="0"/>
                  </a:p>
                </p:txBody>
              </p:sp>
            </p:grpSp>
            <p:sp>
              <p:nvSpPr>
                <p:cNvPr id="120" name="Pfeil nach unten 119"/>
                <p:cNvSpPr/>
                <p:nvPr/>
              </p:nvSpPr>
              <p:spPr bwMode="gray">
                <a:xfrm flipV="1">
                  <a:off x="1900294" y="5445851"/>
                  <a:ext cx="204582" cy="233711"/>
                </a:xfrm>
                <a:prstGeom prst="downArrow">
                  <a:avLst/>
                </a:prstGeom>
                <a:solidFill>
                  <a:srgbClr val="FFFFFF"/>
                </a:solidFill>
                <a:ln>
                  <a:noFill/>
                </a:ln>
                <a:scene3d>
                  <a:camera prst="obliqueBottomRight"/>
                  <a:lightRig rig="flat" dir="t"/>
                </a:scene3d>
                <a:sp3d extrusionH="190500" prstMaterial="matte">
                  <a:extrusionClr>
                    <a:srgbClr val="7C4A0F"/>
                  </a:extrusionClr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dirty="0"/>
                </a:p>
              </p:txBody>
            </p:sp>
          </p:grpSp>
          <p:grpSp>
            <p:nvGrpSpPr>
              <p:cNvPr id="124" name="Gruppieren 123"/>
              <p:cNvGrpSpPr/>
              <p:nvPr/>
            </p:nvGrpSpPr>
            <p:grpSpPr>
              <a:xfrm>
                <a:off x="225319" y="3848967"/>
                <a:ext cx="2046255" cy="1806752"/>
                <a:chOff x="238019" y="3607667"/>
                <a:chExt cx="2046255" cy="1806752"/>
              </a:xfrm>
            </p:grpSpPr>
            <p:sp>
              <p:nvSpPr>
                <p:cNvPr id="122" name="Textfeld 121"/>
                <p:cNvSpPr txBox="1"/>
                <p:nvPr/>
              </p:nvSpPr>
              <p:spPr bwMode="gray">
                <a:xfrm>
                  <a:off x="238021" y="3857352"/>
                  <a:ext cx="1550495" cy="1557067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80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1100" dirty="0" smtClean="0">
                      <a:solidFill>
                        <a:srgbClr val="7C4A0F"/>
                      </a:solidFill>
                    </a:rPr>
                    <a:t>Please replace this placeholder text</a:t>
                  </a:r>
                  <a:r>
                    <a:rPr lang="en-US" sz="1100" b="1" dirty="0" smtClean="0">
                      <a:solidFill>
                        <a:srgbClr val="7C4A0F"/>
                      </a:solidFill>
                    </a:rPr>
                    <a:t>. </a:t>
                  </a:r>
                </a:p>
                <a:p>
                  <a:pPr algn="l"/>
                  <a:r>
                    <a:rPr lang="en-US" sz="900" dirty="0" smtClean="0">
                      <a:solidFill>
                        <a:srgbClr val="7C4A0F"/>
                      </a:solidFill>
                    </a:rPr>
                    <a:t>Replace this text with </a:t>
                  </a:r>
                </a:p>
                <a:p>
                  <a:pPr algn="l"/>
                  <a:r>
                    <a:rPr lang="en-US" sz="900" dirty="0" smtClean="0">
                      <a:solidFill>
                        <a:srgbClr val="7C4A0F"/>
                      </a:solidFill>
                    </a:rPr>
                    <a:t>your own facts. </a:t>
                  </a:r>
                </a:p>
                <a:p>
                  <a:pPr algn="l"/>
                  <a:r>
                    <a:rPr lang="en-US" sz="900" dirty="0" smtClean="0">
                      <a:solidFill>
                        <a:srgbClr val="7C4A0F"/>
                      </a:solidFill>
                    </a:rPr>
                    <a:t>This text shows</a:t>
                  </a:r>
                  <a:br>
                    <a:rPr lang="en-US" sz="900" dirty="0" smtClean="0">
                      <a:solidFill>
                        <a:srgbClr val="7C4A0F"/>
                      </a:solidFill>
                    </a:rPr>
                  </a:br>
                  <a:r>
                    <a:rPr lang="en-US" sz="900" dirty="0" smtClean="0">
                      <a:solidFill>
                        <a:srgbClr val="7C4A0F"/>
                      </a:solidFill>
                    </a:rPr>
                    <a:t>how your text </a:t>
                  </a:r>
                  <a:br>
                    <a:rPr lang="en-US" sz="900" dirty="0" smtClean="0">
                      <a:solidFill>
                        <a:srgbClr val="7C4A0F"/>
                      </a:solidFill>
                    </a:rPr>
                  </a:br>
                  <a:r>
                    <a:rPr lang="en-US" sz="900" dirty="0" smtClean="0">
                      <a:solidFill>
                        <a:srgbClr val="7C4A0F"/>
                      </a:solidFill>
                    </a:rPr>
                    <a:t>will look like. </a:t>
                  </a:r>
                  <a:endParaRPr lang="en-US" sz="900" dirty="0">
                    <a:solidFill>
                      <a:srgbClr val="7C4A0F"/>
                    </a:solidFill>
                  </a:endParaRPr>
                </a:p>
              </p:txBody>
            </p:sp>
            <p:sp>
              <p:nvSpPr>
                <p:cNvPr id="123" name="Textfeld 122"/>
                <p:cNvSpPr txBox="1"/>
                <p:nvPr/>
              </p:nvSpPr>
              <p:spPr bwMode="gray">
                <a:xfrm>
                  <a:off x="238019" y="3607667"/>
                  <a:ext cx="2046255" cy="337012"/>
                </a:xfrm>
                <a:prstGeom prst="rect">
                  <a:avLst/>
                </a:prstGeom>
                <a:noFill/>
              </p:spPr>
              <p:txBody>
                <a:bodyPr wrap="square" lIns="72000" tIns="0" rIns="18000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en-US" sz="1600" b="1" dirty="0" smtClean="0">
                      <a:solidFill>
                        <a:srgbClr val="7C4A0F"/>
                      </a:solidFill>
                    </a:rPr>
                    <a:t>Business </a:t>
                  </a:r>
                  <a:r>
                    <a:rPr lang="en-US" sz="1600" dirty="0" smtClean="0">
                      <a:solidFill>
                        <a:srgbClr val="7C4A0F"/>
                      </a:solidFill>
                    </a:rPr>
                    <a:t>Facts</a:t>
                  </a:r>
                  <a:endParaRPr lang="en-US" sz="1600" dirty="0">
                    <a:solidFill>
                      <a:srgbClr val="7C4A0F"/>
                    </a:solidFill>
                  </a:endParaRPr>
                </a:p>
              </p:txBody>
            </p:sp>
          </p:grpSp>
        </p:grpSp>
        <p:grpSp>
          <p:nvGrpSpPr>
            <p:cNvPr id="161" name="Gruppieren 160"/>
            <p:cNvGrpSpPr/>
            <p:nvPr/>
          </p:nvGrpSpPr>
          <p:grpSpPr>
            <a:xfrm>
              <a:off x="7454972" y="278354"/>
              <a:ext cx="1413178" cy="6320737"/>
              <a:chOff x="7454972" y="278354"/>
              <a:chExt cx="1413178" cy="6320737"/>
            </a:xfrm>
          </p:grpSpPr>
          <p:grpSp>
            <p:nvGrpSpPr>
              <p:cNvPr id="158" name="Gruppieren 157"/>
              <p:cNvGrpSpPr/>
              <p:nvPr/>
            </p:nvGrpSpPr>
            <p:grpSpPr>
              <a:xfrm>
                <a:off x="7548968" y="278354"/>
                <a:ext cx="1309271" cy="1679997"/>
                <a:chOff x="7548968" y="278354"/>
                <a:chExt cx="1309271" cy="1679997"/>
              </a:xfrm>
            </p:grpSpPr>
            <p:grpSp>
              <p:nvGrpSpPr>
                <p:cNvPr id="35" name="Gruppieren 34"/>
                <p:cNvGrpSpPr>
                  <a:grpSpLocks noChangeAspect="1"/>
                </p:cNvGrpSpPr>
                <p:nvPr/>
              </p:nvGrpSpPr>
              <p:grpSpPr bwMode="gray">
                <a:xfrm>
                  <a:off x="7796773" y="278354"/>
                  <a:ext cx="832987" cy="675702"/>
                  <a:chOff x="8985396" y="584541"/>
                  <a:chExt cx="1868959" cy="1516062"/>
                </a:xfrm>
              </p:grpSpPr>
              <p:sp>
                <p:nvSpPr>
                  <p:cNvPr id="38" name="Ellipse 37"/>
                  <p:cNvSpPr/>
                  <p:nvPr/>
                </p:nvSpPr>
                <p:spPr bwMode="gray">
                  <a:xfrm>
                    <a:off x="9338293" y="584541"/>
                    <a:ext cx="1516062" cy="151606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" name="Ellipse 38"/>
                  <p:cNvSpPr/>
                  <p:nvPr/>
                </p:nvSpPr>
                <p:spPr bwMode="gray">
                  <a:xfrm>
                    <a:off x="8985396" y="584541"/>
                    <a:ext cx="1516062" cy="1516062"/>
                  </a:xfrm>
                  <a:prstGeom prst="ellipse">
                    <a:avLst/>
                  </a:prstGeom>
                  <a:solidFill>
                    <a:srgbClr val="F7931E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" name="Freeform 22"/>
                  <p:cNvSpPr>
                    <a:spLocks/>
                  </p:cNvSpPr>
                  <p:nvPr/>
                </p:nvSpPr>
                <p:spPr bwMode="gray">
                  <a:xfrm>
                    <a:off x="9340674" y="605972"/>
                    <a:ext cx="1166813" cy="1473200"/>
                  </a:xfrm>
                  <a:custGeom>
                    <a:avLst/>
                    <a:gdLst>
                      <a:gd name="T0" fmla="*/ 311 w 311"/>
                      <a:gd name="T1" fmla="*/ 196 h 393"/>
                      <a:gd name="T2" fmla="*/ 156 w 311"/>
                      <a:gd name="T3" fmla="*/ 0 h 393"/>
                      <a:gd name="T4" fmla="*/ 0 w 311"/>
                      <a:gd name="T5" fmla="*/ 196 h 393"/>
                      <a:gd name="T6" fmla="*/ 156 w 311"/>
                      <a:gd name="T7" fmla="*/ 393 h 393"/>
                      <a:gd name="T8" fmla="*/ 311 w 311"/>
                      <a:gd name="T9" fmla="*/ 196 h 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1" h="393">
                        <a:moveTo>
                          <a:pt x="311" y="196"/>
                        </a:moveTo>
                        <a:cubicBezTo>
                          <a:pt x="311" y="101"/>
                          <a:pt x="245" y="21"/>
                          <a:pt x="156" y="0"/>
                        </a:cubicBezTo>
                        <a:cubicBezTo>
                          <a:pt x="67" y="21"/>
                          <a:pt x="0" y="101"/>
                          <a:pt x="0" y="196"/>
                        </a:cubicBezTo>
                        <a:cubicBezTo>
                          <a:pt x="0" y="292"/>
                          <a:pt x="67" y="372"/>
                          <a:pt x="156" y="393"/>
                        </a:cubicBezTo>
                        <a:cubicBezTo>
                          <a:pt x="245" y="372"/>
                          <a:pt x="311" y="292"/>
                          <a:pt x="311" y="196"/>
                        </a:cubicBezTo>
                        <a:close/>
                      </a:path>
                    </a:pathLst>
                  </a:custGeom>
                  <a:solidFill>
                    <a:srgbClr val="F9AE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algn="ctr"/>
                    <a:r>
                      <a:rPr lang="de-DE" sz="2800" b="1" dirty="0" smtClean="0">
                        <a:solidFill>
                          <a:srgbClr val="7C4A0F"/>
                        </a:solidFill>
                      </a:rPr>
                      <a:t>A</a:t>
                    </a:r>
                    <a:endParaRPr lang="de-DE" sz="2800" b="1" dirty="0">
                      <a:solidFill>
                        <a:srgbClr val="7C4A0F"/>
                      </a:solidFill>
                    </a:endParaRPr>
                  </a:p>
                </p:txBody>
              </p:sp>
            </p:grpSp>
            <p:grpSp>
              <p:nvGrpSpPr>
                <p:cNvPr id="129" name="Gruppieren 128"/>
                <p:cNvGrpSpPr/>
                <p:nvPr/>
              </p:nvGrpSpPr>
              <p:grpSpPr>
                <a:xfrm>
                  <a:off x="7548968" y="992132"/>
                  <a:ext cx="1309271" cy="966219"/>
                  <a:chOff x="10173505" y="1276764"/>
                  <a:chExt cx="1742320" cy="1285801"/>
                </a:xfrm>
              </p:grpSpPr>
              <p:sp>
                <p:nvSpPr>
                  <p:cNvPr id="130" name="Textfeld 129"/>
                  <p:cNvSpPr txBox="1"/>
                  <p:nvPr/>
                </p:nvSpPr>
                <p:spPr bwMode="gray">
                  <a:xfrm>
                    <a:off x="10173505" y="1896542"/>
                    <a:ext cx="1742320" cy="666023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36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r>
                      <a:rPr lang="en-US" sz="1000" dirty="0" smtClean="0">
                        <a:solidFill>
                          <a:srgbClr val="000000"/>
                        </a:solidFill>
                      </a:rPr>
                      <a:t>Replace this placeholder with your own text. </a:t>
                    </a:r>
                    <a:endParaRPr lang="en-US" sz="10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31" name="Textfeld 130"/>
                  <p:cNvSpPr txBox="1"/>
                  <p:nvPr/>
                </p:nvSpPr>
                <p:spPr bwMode="gray">
                  <a:xfrm>
                    <a:off x="10173505" y="1276764"/>
                    <a:ext cx="1742320" cy="619777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>
                      <a:lnSpc>
                        <a:spcPct val="90000"/>
                      </a:lnSpc>
                    </a:pPr>
                    <a:r>
                      <a:rPr lang="en-US" sz="4000" b="1" dirty="0" smtClean="0">
                        <a:solidFill>
                          <a:srgbClr val="7C4A0F"/>
                        </a:solidFill>
                      </a:rPr>
                      <a:t>90</a:t>
                    </a:r>
                    <a:r>
                      <a:rPr lang="en-US" sz="1800" b="1" dirty="0" smtClean="0">
                        <a:solidFill>
                          <a:srgbClr val="7C4A0F"/>
                        </a:solidFill>
                      </a:rPr>
                      <a:t>%</a:t>
                    </a:r>
                    <a:endParaRPr lang="en-US" sz="2400" b="1" dirty="0">
                      <a:solidFill>
                        <a:srgbClr val="7C4A0F"/>
                      </a:solidFill>
                    </a:endParaRPr>
                  </a:p>
                </p:txBody>
              </p:sp>
            </p:grpSp>
          </p:grpSp>
          <p:grpSp>
            <p:nvGrpSpPr>
              <p:cNvPr id="159" name="Gruppieren 158"/>
              <p:cNvGrpSpPr/>
              <p:nvPr/>
            </p:nvGrpSpPr>
            <p:grpSpPr>
              <a:xfrm>
                <a:off x="7454972" y="2550273"/>
                <a:ext cx="1413178" cy="1704573"/>
                <a:chOff x="7454972" y="2550273"/>
                <a:chExt cx="1413178" cy="1704573"/>
              </a:xfrm>
            </p:grpSpPr>
            <p:grpSp>
              <p:nvGrpSpPr>
                <p:cNvPr id="19" name="Gruppieren 18"/>
                <p:cNvGrpSpPr/>
                <p:nvPr/>
              </p:nvGrpSpPr>
              <p:grpSpPr bwMode="gray">
                <a:xfrm>
                  <a:off x="7897411" y="2550273"/>
                  <a:ext cx="530140" cy="607656"/>
                  <a:chOff x="10531834" y="2510772"/>
                  <a:chExt cx="706672" cy="810000"/>
                </a:xfrm>
              </p:grpSpPr>
              <p:grpSp>
                <p:nvGrpSpPr>
                  <p:cNvPr id="20" name="Gruppieren 19"/>
                  <p:cNvGrpSpPr/>
                  <p:nvPr/>
                </p:nvGrpSpPr>
                <p:grpSpPr bwMode="gray">
                  <a:xfrm>
                    <a:off x="10531834" y="2712678"/>
                    <a:ext cx="473886" cy="608094"/>
                    <a:chOff x="10531834" y="2712678"/>
                    <a:chExt cx="473886" cy="608094"/>
                  </a:xfrm>
                </p:grpSpPr>
                <p:sp>
                  <p:nvSpPr>
                    <p:cNvPr id="25" name="Freeform 12"/>
                    <p:cNvSpPr>
                      <a:spLocks/>
                    </p:cNvSpPr>
                    <p:nvPr/>
                  </p:nvSpPr>
                  <p:spPr bwMode="gray">
                    <a:xfrm>
                      <a:off x="10536585" y="2712678"/>
                      <a:ext cx="463197" cy="591466"/>
                    </a:xfrm>
                    <a:custGeom>
                      <a:avLst/>
                      <a:gdLst>
                        <a:gd name="T0" fmla="*/ 46 w 165"/>
                        <a:gd name="T1" fmla="*/ 0 h 211"/>
                        <a:gd name="T2" fmla="*/ 58 w 165"/>
                        <a:gd name="T3" fmla="*/ 12 h 211"/>
                        <a:gd name="T4" fmla="*/ 58 w 165"/>
                        <a:gd name="T5" fmla="*/ 73 h 211"/>
                        <a:gd name="T6" fmla="*/ 9 w 165"/>
                        <a:gd name="T7" fmla="*/ 175 h 211"/>
                        <a:gd name="T8" fmla="*/ 32 w 165"/>
                        <a:gd name="T9" fmla="*/ 211 h 211"/>
                        <a:gd name="T10" fmla="*/ 133 w 165"/>
                        <a:gd name="T11" fmla="*/ 211 h 211"/>
                        <a:gd name="T12" fmla="*/ 156 w 165"/>
                        <a:gd name="T13" fmla="*/ 175 h 211"/>
                        <a:gd name="T14" fmla="*/ 107 w 165"/>
                        <a:gd name="T15" fmla="*/ 73 h 211"/>
                        <a:gd name="T16" fmla="*/ 107 w 165"/>
                        <a:gd name="T17" fmla="*/ 12 h 211"/>
                        <a:gd name="T18" fmla="*/ 119 w 165"/>
                        <a:gd name="T19" fmla="*/ 0 h 211"/>
                        <a:gd name="T20" fmla="*/ 46 w 165"/>
                        <a:gd name="T21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165" h="211">
                          <a:moveTo>
                            <a:pt x="46" y="0"/>
                          </a:moveTo>
                          <a:cubicBezTo>
                            <a:pt x="46" y="7"/>
                            <a:pt x="51" y="12"/>
                            <a:pt x="58" y="12"/>
                          </a:cubicBezTo>
                          <a:cubicBezTo>
                            <a:pt x="58" y="73"/>
                            <a:pt x="58" y="73"/>
                            <a:pt x="58" y="73"/>
                          </a:cubicBezTo>
                          <a:cubicBezTo>
                            <a:pt x="9" y="175"/>
                            <a:pt x="9" y="175"/>
                            <a:pt x="9" y="175"/>
                          </a:cubicBezTo>
                          <a:cubicBezTo>
                            <a:pt x="0" y="194"/>
                            <a:pt x="10" y="211"/>
                            <a:pt x="32" y="211"/>
                          </a:cubicBezTo>
                          <a:cubicBezTo>
                            <a:pt x="133" y="211"/>
                            <a:pt x="133" y="211"/>
                            <a:pt x="133" y="211"/>
                          </a:cubicBezTo>
                          <a:cubicBezTo>
                            <a:pt x="155" y="211"/>
                            <a:pt x="165" y="194"/>
                            <a:pt x="156" y="175"/>
                          </a:cubicBezTo>
                          <a:cubicBezTo>
                            <a:pt x="107" y="73"/>
                            <a:pt x="107" y="73"/>
                            <a:pt x="107" y="73"/>
                          </a:cubicBezTo>
                          <a:cubicBezTo>
                            <a:pt x="107" y="12"/>
                            <a:pt x="107" y="12"/>
                            <a:pt x="107" y="12"/>
                          </a:cubicBezTo>
                          <a:cubicBezTo>
                            <a:pt x="114" y="12"/>
                            <a:pt x="119" y="7"/>
                            <a:pt x="119" y="0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" name="Freeform 12"/>
                    <p:cNvSpPr>
                      <a:spLocks/>
                    </p:cNvSpPr>
                    <p:nvPr/>
                  </p:nvSpPr>
                  <p:spPr bwMode="gray">
                    <a:xfrm>
                      <a:off x="10552594" y="3051934"/>
                      <a:ext cx="431178" cy="2522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31178" h="252210">
                          <a:moveTo>
                            <a:pt x="82044" y="0"/>
                          </a:moveTo>
                          <a:lnTo>
                            <a:pt x="349135" y="0"/>
                          </a:lnTo>
                          <a:cubicBezTo>
                            <a:pt x="367620" y="38423"/>
                            <a:pt x="391381" y="87812"/>
                            <a:pt x="421923" y="151297"/>
                          </a:cubicBezTo>
                          <a:cubicBezTo>
                            <a:pt x="447188" y="204557"/>
                            <a:pt x="419115" y="252210"/>
                            <a:pt x="357356" y="252210"/>
                          </a:cubicBezTo>
                          <a:cubicBezTo>
                            <a:pt x="357356" y="252210"/>
                            <a:pt x="357356" y="252210"/>
                            <a:pt x="73823" y="252210"/>
                          </a:cubicBezTo>
                          <a:cubicBezTo>
                            <a:pt x="12064" y="252210"/>
                            <a:pt x="-16009" y="204557"/>
                            <a:pt x="9256" y="151297"/>
                          </a:cubicBezTo>
                          <a:cubicBezTo>
                            <a:pt x="9256" y="151297"/>
                            <a:pt x="9256" y="151297"/>
                            <a:pt x="82044" y="0"/>
                          </a:cubicBezTo>
                          <a:close/>
                        </a:path>
                      </a:pathLst>
                    </a:custGeom>
                    <a:solidFill>
                      <a:srgbClr val="F7931E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" name="Freeform 13"/>
                    <p:cNvSpPr>
                      <a:spLocks/>
                    </p:cNvSpPr>
                    <p:nvPr/>
                  </p:nvSpPr>
                  <p:spPr bwMode="gray">
                    <a:xfrm>
                      <a:off x="10531834" y="2712678"/>
                      <a:ext cx="473886" cy="608094"/>
                    </a:xfrm>
                    <a:custGeom>
                      <a:avLst/>
                      <a:gdLst>
                        <a:gd name="T0" fmla="*/ 135 w 169"/>
                        <a:gd name="T1" fmla="*/ 217 h 217"/>
                        <a:gd name="T2" fmla="*/ 34 w 169"/>
                        <a:gd name="T3" fmla="*/ 217 h 217"/>
                        <a:gd name="T4" fmla="*/ 6 w 169"/>
                        <a:gd name="T5" fmla="*/ 203 h 217"/>
                        <a:gd name="T6" fmla="*/ 6 w 169"/>
                        <a:gd name="T7" fmla="*/ 172 h 217"/>
                        <a:gd name="T8" fmla="*/ 54 w 169"/>
                        <a:gd name="T9" fmla="*/ 72 h 217"/>
                        <a:gd name="T10" fmla="*/ 54 w 169"/>
                        <a:gd name="T11" fmla="*/ 17 h 217"/>
                        <a:gd name="T12" fmla="*/ 42 w 169"/>
                        <a:gd name="T13" fmla="*/ 0 h 217"/>
                        <a:gd name="T14" fmla="*/ 54 w 169"/>
                        <a:gd name="T15" fmla="*/ 0 h 217"/>
                        <a:gd name="T16" fmla="*/ 60 w 169"/>
                        <a:gd name="T17" fmla="*/ 6 h 217"/>
                        <a:gd name="T18" fmla="*/ 66 w 169"/>
                        <a:gd name="T19" fmla="*/ 6 h 217"/>
                        <a:gd name="T20" fmla="*/ 66 w 169"/>
                        <a:gd name="T21" fmla="*/ 74 h 217"/>
                        <a:gd name="T22" fmla="*/ 17 w 169"/>
                        <a:gd name="T23" fmla="*/ 177 h 217"/>
                        <a:gd name="T24" fmla="*/ 16 w 169"/>
                        <a:gd name="T25" fmla="*/ 197 h 217"/>
                        <a:gd name="T26" fmla="*/ 34 w 169"/>
                        <a:gd name="T27" fmla="*/ 205 h 217"/>
                        <a:gd name="T28" fmla="*/ 135 w 169"/>
                        <a:gd name="T29" fmla="*/ 205 h 217"/>
                        <a:gd name="T30" fmla="*/ 153 w 169"/>
                        <a:gd name="T31" fmla="*/ 197 h 217"/>
                        <a:gd name="T32" fmla="*/ 152 w 169"/>
                        <a:gd name="T33" fmla="*/ 177 h 217"/>
                        <a:gd name="T34" fmla="*/ 103 w 169"/>
                        <a:gd name="T35" fmla="*/ 74 h 217"/>
                        <a:gd name="T36" fmla="*/ 103 w 169"/>
                        <a:gd name="T37" fmla="*/ 6 h 217"/>
                        <a:gd name="T38" fmla="*/ 109 w 169"/>
                        <a:gd name="T39" fmla="*/ 6 h 217"/>
                        <a:gd name="T40" fmla="*/ 115 w 169"/>
                        <a:gd name="T41" fmla="*/ 0 h 217"/>
                        <a:gd name="T42" fmla="*/ 127 w 169"/>
                        <a:gd name="T43" fmla="*/ 0 h 217"/>
                        <a:gd name="T44" fmla="*/ 115 w 169"/>
                        <a:gd name="T45" fmla="*/ 17 h 217"/>
                        <a:gd name="T46" fmla="*/ 115 w 169"/>
                        <a:gd name="T47" fmla="*/ 72 h 217"/>
                        <a:gd name="T48" fmla="*/ 163 w 169"/>
                        <a:gd name="T49" fmla="*/ 172 h 217"/>
                        <a:gd name="T50" fmla="*/ 163 w 169"/>
                        <a:gd name="T51" fmla="*/ 203 h 217"/>
                        <a:gd name="T52" fmla="*/ 135 w 169"/>
                        <a:gd name="T53" fmla="*/ 217 h 2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</a:cxnLst>
                      <a:rect l="0" t="0" r="r" b="b"/>
                      <a:pathLst>
                        <a:path w="169" h="217">
                          <a:moveTo>
                            <a:pt x="135" y="217"/>
                          </a:moveTo>
                          <a:cubicBezTo>
                            <a:pt x="34" y="217"/>
                            <a:pt x="34" y="217"/>
                            <a:pt x="34" y="217"/>
                          </a:cubicBezTo>
                          <a:cubicBezTo>
                            <a:pt x="21" y="217"/>
                            <a:pt x="11" y="212"/>
                            <a:pt x="6" y="203"/>
                          </a:cubicBezTo>
                          <a:cubicBezTo>
                            <a:pt x="0" y="195"/>
                            <a:pt x="0" y="184"/>
                            <a:pt x="6" y="172"/>
                          </a:cubicBezTo>
                          <a:cubicBezTo>
                            <a:pt x="54" y="72"/>
                            <a:pt x="54" y="72"/>
                            <a:pt x="54" y="72"/>
                          </a:cubicBezTo>
                          <a:cubicBezTo>
                            <a:pt x="54" y="17"/>
                            <a:pt x="54" y="17"/>
                            <a:pt x="54" y="17"/>
                          </a:cubicBezTo>
                          <a:cubicBezTo>
                            <a:pt x="47" y="15"/>
                            <a:pt x="42" y="8"/>
                            <a:pt x="42" y="0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ubicBezTo>
                            <a:pt x="54" y="3"/>
                            <a:pt x="57" y="6"/>
                            <a:pt x="60" y="6"/>
                          </a:cubicBezTo>
                          <a:cubicBezTo>
                            <a:pt x="66" y="6"/>
                            <a:pt x="66" y="6"/>
                            <a:pt x="66" y="6"/>
                          </a:cubicBezTo>
                          <a:cubicBezTo>
                            <a:pt x="66" y="74"/>
                            <a:pt x="66" y="74"/>
                            <a:pt x="66" y="74"/>
                          </a:cubicBezTo>
                          <a:cubicBezTo>
                            <a:pt x="17" y="177"/>
                            <a:pt x="17" y="177"/>
                            <a:pt x="17" y="177"/>
                          </a:cubicBezTo>
                          <a:cubicBezTo>
                            <a:pt x="13" y="185"/>
                            <a:pt x="13" y="192"/>
                            <a:pt x="16" y="197"/>
                          </a:cubicBezTo>
                          <a:cubicBezTo>
                            <a:pt x="19" y="202"/>
                            <a:pt x="25" y="205"/>
                            <a:pt x="34" y="205"/>
                          </a:cubicBezTo>
                          <a:cubicBezTo>
                            <a:pt x="135" y="205"/>
                            <a:pt x="135" y="205"/>
                            <a:pt x="135" y="205"/>
                          </a:cubicBezTo>
                          <a:cubicBezTo>
                            <a:pt x="144" y="205"/>
                            <a:pt x="150" y="202"/>
                            <a:pt x="153" y="197"/>
                          </a:cubicBezTo>
                          <a:cubicBezTo>
                            <a:pt x="156" y="192"/>
                            <a:pt x="156" y="185"/>
                            <a:pt x="152" y="177"/>
                          </a:cubicBezTo>
                          <a:cubicBezTo>
                            <a:pt x="103" y="74"/>
                            <a:pt x="103" y="74"/>
                            <a:pt x="103" y="74"/>
                          </a:cubicBezTo>
                          <a:cubicBezTo>
                            <a:pt x="103" y="6"/>
                            <a:pt x="103" y="6"/>
                            <a:pt x="103" y="6"/>
                          </a:cubicBezTo>
                          <a:cubicBezTo>
                            <a:pt x="109" y="6"/>
                            <a:pt x="109" y="6"/>
                            <a:pt x="109" y="6"/>
                          </a:cubicBezTo>
                          <a:cubicBezTo>
                            <a:pt x="112" y="6"/>
                            <a:pt x="115" y="3"/>
                            <a:pt x="115" y="0"/>
                          </a:cubicBezTo>
                          <a:cubicBezTo>
                            <a:pt x="127" y="0"/>
                            <a:pt x="127" y="0"/>
                            <a:pt x="127" y="0"/>
                          </a:cubicBezTo>
                          <a:cubicBezTo>
                            <a:pt x="127" y="8"/>
                            <a:pt x="122" y="15"/>
                            <a:pt x="115" y="17"/>
                          </a:cubicBezTo>
                          <a:cubicBezTo>
                            <a:pt x="115" y="72"/>
                            <a:pt x="115" y="72"/>
                            <a:pt x="115" y="72"/>
                          </a:cubicBezTo>
                          <a:cubicBezTo>
                            <a:pt x="163" y="172"/>
                            <a:pt x="163" y="172"/>
                            <a:pt x="163" y="172"/>
                          </a:cubicBezTo>
                          <a:cubicBezTo>
                            <a:pt x="169" y="184"/>
                            <a:pt x="169" y="195"/>
                            <a:pt x="163" y="203"/>
                          </a:cubicBezTo>
                          <a:cubicBezTo>
                            <a:pt x="158" y="212"/>
                            <a:pt x="148" y="217"/>
                            <a:pt x="135" y="217"/>
                          </a:cubicBezTo>
                          <a:close/>
                        </a:path>
                      </a:pathLst>
                    </a:custGeom>
                    <a:solidFill>
                      <a:srgbClr val="7C4A0F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21" name="Gruppieren 20"/>
                  <p:cNvGrpSpPr/>
                  <p:nvPr/>
                </p:nvGrpSpPr>
                <p:grpSpPr bwMode="gray">
                  <a:xfrm>
                    <a:off x="10999781" y="2510772"/>
                    <a:ext cx="238725" cy="810000"/>
                    <a:chOff x="10999781" y="2510772"/>
                    <a:chExt cx="238725" cy="810000"/>
                  </a:xfrm>
                </p:grpSpPr>
                <p:sp>
                  <p:nvSpPr>
                    <p:cNvPr id="22" name="Freeform 14"/>
                    <p:cNvSpPr>
                      <a:spLocks/>
                    </p:cNvSpPr>
                    <p:nvPr/>
                  </p:nvSpPr>
                  <p:spPr bwMode="gray">
                    <a:xfrm>
                      <a:off x="11016409" y="2510772"/>
                      <a:ext cx="204282" cy="793372"/>
                    </a:xfrm>
                    <a:custGeom>
                      <a:avLst/>
                      <a:gdLst>
                        <a:gd name="T0" fmla="*/ 0 w 73"/>
                        <a:gd name="T1" fmla="*/ 0 h 283"/>
                        <a:gd name="T2" fmla="*/ 13 w 73"/>
                        <a:gd name="T3" fmla="*/ 13 h 283"/>
                        <a:gd name="T4" fmla="*/ 13 w 73"/>
                        <a:gd name="T5" fmla="*/ 259 h 283"/>
                        <a:gd name="T6" fmla="*/ 37 w 73"/>
                        <a:gd name="T7" fmla="*/ 283 h 283"/>
                        <a:gd name="T8" fmla="*/ 61 w 73"/>
                        <a:gd name="T9" fmla="*/ 259 h 283"/>
                        <a:gd name="T10" fmla="*/ 61 w 73"/>
                        <a:gd name="T11" fmla="*/ 13 h 283"/>
                        <a:gd name="T12" fmla="*/ 73 w 73"/>
                        <a:gd name="T13" fmla="*/ 0 h 283"/>
                        <a:gd name="T14" fmla="*/ 0 w 73"/>
                        <a:gd name="T15" fmla="*/ 0 h 2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</a:cxnLst>
                      <a:rect l="0" t="0" r="r" b="b"/>
                      <a:pathLst>
                        <a:path w="73" h="283">
                          <a:moveTo>
                            <a:pt x="0" y="0"/>
                          </a:moveTo>
                          <a:cubicBezTo>
                            <a:pt x="0" y="7"/>
                            <a:pt x="6" y="13"/>
                            <a:pt x="13" y="13"/>
                          </a:cubicBezTo>
                          <a:cubicBezTo>
                            <a:pt x="13" y="259"/>
                            <a:pt x="13" y="259"/>
                            <a:pt x="13" y="259"/>
                          </a:cubicBezTo>
                          <a:cubicBezTo>
                            <a:pt x="13" y="272"/>
                            <a:pt x="24" y="283"/>
                            <a:pt x="37" y="283"/>
                          </a:cubicBezTo>
                          <a:cubicBezTo>
                            <a:pt x="50" y="283"/>
                            <a:pt x="61" y="272"/>
                            <a:pt x="61" y="259"/>
                          </a:cubicBezTo>
                          <a:cubicBezTo>
                            <a:pt x="61" y="13"/>
                            <a:pt x="61" y="13"/>
                            <a:pt x="61" y="13"/>
                          </a:cubicBezTo>
                          <a:cubicBezTo>
                            <a:pt x="68" y="13"/>
                            <a:pt x="73" y="7"/>
                            <a:pt x="73" y="0"/>
                          </a:cubicBez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" name="Rechteck 2068"/>
                    <p:cNvSpPr/>
                    <p:nvPr/>
                  </p:nvSpPr>
                  <p:spPr bwMode="gray">
                    <a:xfrm>
                      <a:off x="11052788" y="2907458"/>
                      <a:ext cx="134322" cy="3966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4322" h="396686">
                          <a:moveTo>
                            <a:pt x="0" y="0"/>
                          </a:moveTo>
                          <a:lnTo>
                            <a:pt x="134322" y="0"/>
                          </a:lnTo>
                          <a:cubicBezTo>
                            <a:pt x="134322" y="87064"/>
                            <a:pt x="134322" y="195170"/>
                            <a:pt x="134322" y="329404"/>
                          </a:cubicBezTo>
                          <a:cubicBezTo>
                            <a:pt x="134322" y="365848"/>
                            <a:pt x="103540" y="396686"/>
                            <a:pt x="67161" y="396686"/>
                          </a:cubicBezTo>
                          <a:cubicBezTo>
                            <a:pt x="30782" y="396686"/>
                            <a:pt x="0" y="365848"/>
                            <a:pt x="0" y="329404"/>
                          </a:cubicBezTo>
                          <a:cubicBezTo>
                            <a:pt x="0" y="329404"/>
                            <a:pt x="0" y="32940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7931E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dirty="0"/>
                    </a:p>
                  </p:txBody>
                </p:sp>
                <p:sp>
                  <p:nvSpPr>
                    <p:cNvPr id="24" name="Freeform 15"/>
                    <p:cNvSpPr>
                      <a:spLocks/>
                    </p:cNvSpPr>
                    <p:nvPr/>
                  </p:nvSpPr>
                  <p:spPr bwMode="gray">
                    <a:xfrm>
                      <a:off x="10999781" y="2510772"/>
                      <a:ext cx="238725" cy="810000"/>
                    </a:xfrm>
                    <a:custGeom>
                      <a:avLst/>
                      <a:gdLst>
                        <a:gd name="T0" fmla="*/ 43 w 85"/>
                        <a:gd name="T1" fmla="*/ 289 h 289"/>
                        <a:gd name="T2" fmla="*/ 13 w 85"/>
                        <a:gd name="T3" fmla="*/ 259 h 289"/>
                        <a:gd name="T4" fmla="*/ 13 w 85"/>
                        <a:gd name="T5" fmla="*/ 18 h 289"/>
                        <a:gd name="T6" fmla="*/ 0 w 85"/>
                        <a:gd name="T7" fmla="*/ 0 h 289"/>
                        <a:gd name="T8" fmla="*/ 12 w 85"/>
                        <a:gd name="T9" fmla="*/ 0 h 289"/>
                        <a:gd name="T10" fmla="*/ 19 w 85"/>
                        <a:gd name="T11" fmla="*/ 7 h 289"/>
                        <a:gd name="T12" fmla="*/ 25 w 85"/>
                        <a:gd name="T13" fmla="*/ 7 h 289"/>
                        <a:gd name="T14" fmla="*/ 25 w 85"/>
                        <a:gd name="T15" fmla="*/ 259 h 289"/>
                        <a:gd name="T16" fmla="*/ 43 w 85"/>
                        <a:gd name="T17" fmla="*/ 277 h 289"/>
                        <a:gd name="T18" fmla="*/ 61 w 85"/>
                        <a:gd name="T19" fmla="*/ 259 h 289"/>
                        <a:gd name="T20" fmla="*/ 61 w 85"/>
                        <a:gd name="T21" fmla="*/ 7 h 289"/>
                        <a:gd name="T22" fmla="*/ 67 w 85"/>
                        <a:gd name="T23" fmla="*/ 7 h 289"/>
                        <a:gd name="T24" fmla="*/ 73 w 85"/>
                        <a:gd name="T25" fmla="*/ 0 h 289"/>
                        <a:gd name="T26" fmla="*/ 85 w 85"/>
                        <a:gd name="T27" fmla="*/ 0 h 289"/>
                        <a:gd name="T28" fmla="*/ 73 w 85"/>
                        <a:gd name="T29" fmla="*/ 18 h 289"/>
                        <a:gd name="T30" fmla="*/ 73 w 85"/>
                        <a:gd name="T31" fmla="*/ 259 h 289"/>
                        <a:gd name="T32" fmla="*/ 43 w 85"/>
                        <a:gd name="T33" fmla="*/ 289 h 2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85" h="289">
                          <a:moveTo>
                            <a:pt x="43" y="289"/>
                          </a:moveTo>
                          <a:cubicBezTo>
                            <a:pt x="26" y="289"/>
                            <a:pt x="13" y="275"/>
                            <a:pt x="13" y="259"/>
                          </a:cubicBezTo>
                          <a:cubicBezTo>
                            <a:pt x="13" y="18"/>
                            <a:pt x="13" y="18"/>
                            <a:pt x="13" y="18"/>
                          </a:cubicBezTo>
                          <a:cubicBezTo>
                            <a:pt x="6" y="15"/>
                            <a:pt x="0" y="9"/>
                            <a:pt x="0" y="0"/>
                          </a:cubicBezTo>
                          <a:cubicBezTo>
                            <a:pt x="12" y="0"/>
                            <a:pt x="12" y="0"/>
                            <a:pt x="12" y="0"/>
                          </a:cubicBezTo>
                          <a:cubicBezTo>
                            <a:pt x="12" y="4"/>
                            <a:pt x="15" y="7"/>
                            <a:pt x="19" y="7"/>
                          </a:cubicBezTo>
                          <a:cubicBezTo>
                            <a:pt x="25" y="7"/>
                            <a:pt x="25" y="7"/>
                            <a:pt x="25" y="7"/>
                          </a:cubicBezTo>
                          <a:cubicBezTo>
                            <a:pt x="25" y="259"/>
                            <a:pt x="25" y="259"/>
                            <a:pt x="25" y="259"/>
                          </a:cubicBezTo>
                          <a:cubicBezTo>
                            <a:pt x="25" y="269"/>
                            <a:pt x="33" y="277"/>
                            <a:pt x="43" y="277"/>
                          </a:cubicBezTo>
                          <a:cubicBezTo>
                            <a:pt x="53" y="277"/>
                            <a:pt x="61" y="269"/>
                            <a:pt x="61" y="259"/>
                          </a:cubicBezTo>
                          <a:cubicBezTo>
                            <a:pt x="61" y="7"/>
                            <a:pt x="61" y="7"/>
                            <a:pt x="61" y="7"/>
                          </a:cubicBezTo>
                          <a:cubicBezTo>
                            <a:pt x="67" y="7"/>
                            <a:pt x="67" y="7"/>
                            <a:pt x="67" y="7"/>
                          </a:cubicBezTo>
                          <a:cubicBezTo>
                            <a:pt x="71" y="7"/>
                            <a:pt x="73" y="4"/>
                            <a:pt x="73" y="0"/>
                          </a:cubicBezTo>
                          <a:cubicBezTo>
                            <a:pt x="85" y="0"/>
                            <a:pt x="85" y="0"/>
                            <a:pt x="85" y="0"/>
                          </a:cubicBezTo>
                          <a:cubicBezTo>
                            <a:pt x="85" y="9"/>
                            <a:pt x="80" y="15"/>
                            <a:pt x="73" y="18"/>
                          </a:cubicBezTo>
                          <a:cubicBezTo>
                            <a:pt x="73" y="259"/>
                            <a:pt x="73" y="259"/>
                            <a:pt x="73" y="259"/>
                          </a:cubicBezTo>
                          <a:cubicBezTo>
                            <a:pt x="73" y="275"/>
                            <a:pt x="60" y="289"/>
                            <a:pt x="43" y="289"/>
                          </a:cubicBezTo>
                          <a:close/>
                        </a:path>
                      </a:pathLst>
                    </a:custGeom>
                    <a:solidFill>
                      <a:srgbClr val="7C4A0F"/>
                    </a:solidFill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41" name="Gruppieren 140"/>
                <p:cNvGrpSpPr/>
                <p:nvPr/>
              </p:nvGrpSpPr>
              <p:grpSpPr>
                <a:xfrm>
                  <a:off x="7454972" y="3252849"/>
                  <a:ext cx="1413178" cy="1001997"/>
                  <a:chOff x="9875736" y="3458449"/>
                  <a:chExt cx="1880595" cy="1333412"/>
                </a:xfrm>
              </p:grpSpPr>
              <p:sp>
                <p:nvSpPr>
                  <p:cNvPr id="142" name="Textfeld 141"/>
                  <p:cNvSpPr txBox="1"/>
                  <p:nvPr/>
                </p:nvSpPr>
                <p:spPr bwMode="gray">
                  <a:xfrm>
                    <a:off x="10014010" y="4077434"/>
                    <a:ext cx="1742320" cy="714427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36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r>
                      <a:rPr lang="en-US" sz="1000" dirty="0" smtClean="0">
                        <a:solidFill>
                          <a:srgbClr val="000000"/>
                        </a:solidFill>
                      </a:rPr>
                      <a:t>Replace this placeholder with your own text. </a:t>
                    </a:r>
                    <a:endParaRPr lang="en-US" sz="10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43" name="Textfeld 142"/>
                  <p:cNvSpPr txBox="1"/>
                  <p:nvPr/>
                </p:nvSpPr>
                <p:spPr bwMode="gray">
                  <a:xfrm>
                    <a:off x="9875736" y="3458449"/>
                    <a:ext cx="1880595" cy="618984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>
                      <a:lnSpc>
                        <a:spcPct val="90000"/>
                      </a:lnSpc>
                    </a:pPr>
                    <a:r>
                      <a:rPr lang="en-US" sz="4000" b="1" dirty="0" smtClean="0">
                        <a:solidFill>
                          <a:srgbClr val="7C4A0F"/>
                        </a:solidFill>
                      </a:rPr>
                      <a:t>500</a:t>
                    </a:r>
                    <a:r>
                      <a:rPr lang="en-US" sz="1800" b="1" dirty="0">
                        <a:solidFill>
                          <a:srgbClr val="7C4A0F"/>
                        </a:solidFill>
                      </a:rPr>
                      <a:t>+</a:t>
                    </a:r>
                  </a:p>
                </p:txBody>
              </p:sp>
            </p:grpSp>
          </p:grpSp>
          <p:grpSp>
            <p:nvGrpSpPr>
              <p:cNvPr id="160" name="Gruppieren 159"/>
              <p:cNvGrpSpPr/>
              <p:nvPr/>
            </p:nvGrpSpPr>
            <p:grpSpPr>
              <a:xfrm>
                <a:off x="7536622" y="4847775"/>
                <a:ext cx="1309271" cy="1751316"/>
                <a:chOff x="7536622" y="4847775"/>
                <a:chExt cx="1309271" cy="1751316"/>
              </a:xfrm>
            </p:grpSpPr>
            <p:grpSp>
              <p:nvGrpSpPr>
                <p:cNvPr id="30" name="Gruppieren 29"/>
                <p:cNvGrpSpPr/>
                <p:nvPr/>
              </p:nvGrpSpPr>
              <p:grpSpPr bwMode="gray">
                <a:xfrm>
                  <a:off x="7811499" y="4847775"/>
                  <a:ext cx="699957" cy="628194"/>
                  <a:chOff x="10145370" y="4602340"/>
                  <a:chExt cx="933036" cy="837376"/>
                </a:xfrm>
              </p:grpSpPr>
              <p:sp>
                <p:nvSpPr>
                  <p:cNvPr id="31" name="Freeform 11"/>
                  <p:cNvSpPr>
                    <a:spLocks/>
                  </p:cNvSpPr>
                  <p:nvPr/>
                </p:nvSpPr>
                <p:spPr bwMode="gray">
                  <a:xfrm>
                    <a:off x="10432424" y="4797152"/>
                    <a:ext cx="645982" cy="642564"/>
                  </a:xfrm>
                  <a:custGeom>
                    <a:avLst/>
                    <a:gdLst>
                      <a:gd name="T0" fmla="*/ 38 w 567"/>
                      <a:gd name="T1" fmla="*/ 564 h 564"/>
                      <a:gd name="T2" fmla="*/ 0 w 567"/>
                      <a:gd name="T3" fmla="*/ 564 h 564"/>
                      <a:gd name="T4" fmla="*/ 0 w 567"/>
                      <a:gd name="T5" fmla="*/ 364 h 564"/>
                      <a:gd name="T6" fmla="*/ 185 w 567"/>
                      <a:gd name="T7" fmla="*/ 364 h 564"/>
                      <a:gd name="T8" fmla="*/ 185 w 567"/>
                      <a:gd name="T9" fmla="*/ 182 h 564"/>
                      <a:gd name="T10" fmla="*/ 367 w 567"/>
                      <a:gd name="T11" fmla="*/ 182 h 564"/>
                      <a:gd name="T12" fmla="*/ 367 w 567"/>
                      <a:gd name="T13" fmla="*/ 0 h 564"/>
                      <a:gd name="T14" fmla="*/ 567 w 567"/>
                      <a:gd name="T15" fmla="*/ 0 h 564"/>
                      <a:gd name="T16" fmla="*/ 567 w 567"/>
                      <a:gd name="T17" fmla="*/ 37 h 564"/>
                      <a:gd name="T18" fmla="*/ 404 w 567"/>
                      <a:gd name="T19" fmla="*/ 37 h 564"/>
                      <a:gd name="T20" fmla="*/ 404 w 567"/>
                      <a:gd name="T21" fmla="*/ 219 h 564"/>
                      <a:gd name="T22" fmla="*/ 223 w 567"/>
                      <a:gd name="T23" fmla="*/ 219 h 564"/>
                      <a:gd name="T24" fmla="*/ 223 w 567"/>
                      <a:gd name="T25" fmla="*/ 401 h 564"/>
                      <a:gd name="T26" fmla="*/ 38 w 567"/>
                      <a:gd name="T27" fmla="*/ 401 h 564"/>
                      <a:gd name="T28" fmla="*/ 38 w 567"/>
                      <a:gd name="T29" fmla="*/ 564 h 5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567" h="564">
                        <a:moveTo>
                          <a:pt x="38" y="564"/>
                        </a:moveTo>
                        <a:lnTo>
                          <a:pt x="0" y="564"/>
                        </a:lnTo>
                        <a:lnTo>
                          <a:pt x="0" y="364"/>
                        </a:lnTo>
                        <a:lnTo>
                          <a:pt x="185" y="364"/>
                        </a:lnTo>
                        <a:lnTo>
                          <a:pt x="185" y="182"/>
                        </a:lnTo>
                        <a:lnTo>
                          <a:pt x="367" y="182"/>
                        </a:lnTo>
                        <a:lnTo>
                          <a:pt x="367" y="0"/>
                        </a:lnTo>
                        <a:lnTo>
                          <a:pt x="567" y="0"/>
                        </a:lnTo>
                        <a:lnTo>
                          <a:pt x="567" y="37"/>
                        </a:lnTo>
                        <a:lnTo>
                          <a:pt x="404" y="37"/>
                        </a:lnTo>
                        <a:lnTo>
                          <a:pt x="404" y="219"/>
                        </a:lnTo>
                        <a:lnTo>
                          <a:pt x="223" y="219"/>
                        </a:lnTo>
                        <a:lnTo>
                          <a:pt x="223" y="401"/>
                        </a:lnTo>
                        <a:lnTo>
                          <a:pt x="38" y="401"/>
                        </a:lnTo>
                        <a:lnTo>
                          <a:pt x="38" y="56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scene3d>
                    <a:camera prst="obliqueTopLeft"/>
                    <a:lightRig rig="flat" dir="t"/>
                  </a:scene3d>
                  <a:sp3d extrusionH="317500" prstMaterial="matte">
                    <a:extrusionClr>
                      <a:srgbClr val="FABC72"/>
                    </a:extrusionClr>
                    <a:contourClr>
                      <a:srgbClr val="7C4A0F"/>
                    </a:contourClr>
                  </a:sp3d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925179" y="5061865"/>
                    <a:ext cx="153227" cy="377147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ABC7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145370" y="5062569"/>
                    <a:ext cx="153227" cy="377147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F7931E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604309" y="4602340"/>
                    <a:ext cx="153227" cy="377147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7C4A0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2" name="Gruppieren 151"/>
                <p:cNvGrpSpPr/>
                <p:nvPr/>
              </p:nvGrpSpPr>
              <p:grpSpPr>
                <a:xfrm>
                  <a:off x="7536622" y="5516188"/>
                  <a:ext cx="1309271" cy="1082903"/>
                  <a:chOff x="10014010" y="5486537"/>
                  <a:chExt cx="1742320" cy="1441079"/>
                </a:xfrm>
              </p:grpSpPr>
              <p:sp>
                <p:nvSpPr>
                  <p:cNvPr id="153" name="Textfeld 152"/>
                  <p:cNvSpPr txBox="1"/>
                  <p:nvPr/>
                </p:nvSpPr>
                <p:spPr bwMode="gray">
                  <a:xfrm>
                    <a:off x="10014010" y="6077849"/>
                    <a:ext cx="1742320" cy="849767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r>
                      <a:rPr lang="en-US" sz="1000" dirty="0" smtClean="0">
                        <a:solidFill>
                          <a:srgbClr val="000000"/>
                        </a:solidFill>
                      </a:rPr>
                      <a:t>Replace this placeholder with your own text. </a:t>
                    </a:r>
                    <a:endParaRPr lang="en-US" sz="10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54" name="Textfeld 153"/>
                  <p:cNvSpPr txBox="1"/>
                  <p:nvPr/>
                </p:nvSpPr>
                <p:spPr bwMode="gray">
                  <a:xfrm>
                    <a:off x="10014010" y="5486537"/>
                    <a:ext cx="1742320" cy="640283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>
                      <a:lnSpc>
                        <a:spcPct val="90000"/>
                      </a:lnSpc>
                    </a:pPr>
                    <a:r>
                      <a:rPr lang="en-US" sz="4000" b="1" dirty="0" smtClean="0">
                        <a:solidFill>
                          <a:srgbClr val="7C4A0F"/>
                        </a:solidFill>
                      </a:rPr>
                      <a:t>5</a:t>
                    </a:r>
                    <a:r>
                      <a:rPr lang="en-US" sz="1800" b="1" dirty="0" smtClean="0">
                        <a:solidFill>
                          <a:srgbClr val="7C4A0F"/>
                        </a:solidFill>
                      </a:rPr>
                      <a:t>years</a:t>
                    </a:r>
                    <a:endParaRPr lang="en-US" sz="1800" b="1" dirty="0">
                      <a:solidFill>
                        <a:srgbClr val="7C4A0F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170" name="Gruppieren 169"/>
            <p:cNvGrpSpPr/>
            <p:nvPr/>
          </p:nvGrpSpPr>
          <p:grpSpPr>
            <a:xfrm>
              <a:off x="436776" y="382391"/>
              <a:ext cx="557340" cy="557340"/>
              <a:chOff x="-1223606" y="3646957"/>
              <a:chExt cx="738068" cy="738068"/>
            </a:xfrm>
          </p:grpSpPr>
          <p:sp>
            <p:nvSpPr>
              <p:cNvPr id="163" name="Ellipse 162"/>
              <p:cNvSpPr/>
              <p:nvPr/>
            </p:nvSpPr>
            <p:spPr bwMode="gray">
              <a:xfrm>
                <a:off x="-1203960" y="3668985"/>
                <a:ext cx="696978" cy="696976"/>
              </a:xfrm>
              <a:prstGeom prst="ellipse">
                <a:avLst/>
              </a:prstGeom>
              <a:solidFill>
                <a:srgbClr val="F7931E"/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64" name="Freeform 23"/>
              <p:cNvSpPr>
                <a:spLocks noEditPoints="1"/>
              </p:cNvSpPr>
              <p:nvPr/>
            </p:nvSpPr>
            <p:spPr bwMode="gray">
              <a:xfrm>
                <a:off x="-1223606" y="3646957"/>
                <a:ext cx="738068" cy="738068"/>
              </a:xfrm>
              <a:custGeom>
                <a:avLst/>
                <a:gdLst>
                  <a:gd name="T0" fmla="*/ 118 w 237"/>
                  <a:gd name="T1" fmla="*/ 237 h 237"/>
                  <a:gd name="T2" fmla="*/ 0 w 237"/>
                  <a:gd name="T3" fmla="*/ 119 h 237"/>
                  <a:gd name="T4" fmla="*/ 118 w 237"/>
                  <a:gd name="T5" fmla="*/ 0 h 237"/>
                  <a:gd name="T6" fmla="*/ 237 w 237"/>
                  <a:gd name="T7" fmla="*/ 119 h 237"/>
                  <a:gd name="T8" fmla="*/ 118 w 237"/>
                  <a:gd name="T9" fmla="*/ 237 h 237"/>
                  <a:gd name="T10" fmla="*/ 118 w 237"/>
                  <a:gd name="T11" fmla="*/ 11 h 237"/>
                  <a:gd name="T12" fmla="*/ 10 w 237"/>
                  <a:gd name="T13" fmla="*/ 119 h 237"/>
                  <a:gd name="T14" fmla="*/ 118 w 237"/>
                  <a:gd name="T15" fmla="*/ 227 h 237"/>
                  <a:gd name="T16" fmla="*/ 226 w 237"/>
                  <a:gd name="T17" fmla="*/ 119 h 237"/>
                  <a:gd name="T18" fmla="*/ 118 w 237"/>
                  <a:gd name="T19" fmla="*/ 1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7" h="237">
                    <a:moveTo>
                      <a:pt x="118" y="237"/>
                    </a:moveTo>
                    <a:cubicBezTo>
                      <a:pt x="53" y="237"/>
                      <a:pt x="0" y="184"/>
                      <a:pt x="0" y="119"/>
                    </a:cubicBezTo>
                    <a:cubicBezTo>
                      <a:pt x="0" y="54"/>
                      <a:pt x="53" y="0"/>
                      <a:pt x="118" y="0"/>
                    </a:cubicBezTo>
                    <a:cubicBezTo>
                      <a:pt x="183" y="0"/>
                      <a:pt x="237" y="54"/>
                      <a:pt x="237" y="119"/>
                    </a:cubicBezTo>
                    <a:cubicBezTo>
                      <a:pt x="237" y="184"/>
                      <a:pt x="183" y="237"/>
                      <a:pt x="118" y="237"/>
                    </a:cubicBezTo>
                    <a:close/>
                    <a:moveTo>
                      <a:pt x="118" y="11"/>
                    </a:moveTo>
                    <a:cubicBezTo>
                      <a:pt x="58" y="11"/>
                      <a:pt x="10" y="59"/>
                      <a:pt x="10" y="119"/>
                    </a:cubicBezTo>
                    <a:cubicBezTo>
                      <a:pt x="10" y="179"/>
                      <a:pt x="58" y="227"/>
                      <a:pt x="118" y="227"/>
                    </a:cubicBezTo>
                    <a:cubicBezTo>
                      <a:pt x="178" y="227"/>
                      <a:pt x="226" y="179"/>
                      <a:pt x="226" y="119"/>
                    </a:cubicBezTo>
                    <a:cubicBezTo>
                      <a:pt x="226" y="59"/>
                      <a:pt x="178" y="11"/>
                      <a:pt x="118" y="11"/>
                    </a:cubicBezTo>
                    <a:close/>
                  </a:path>
                </a:pathLst>
              </a:custGeom>
              <a:solidFill>
                <a:srgbClr val="FABC7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6"/>
              <p:cNvSpPr>
                <a:spLocks/>
              </p:cNvSpPr>
              <p:nvPr/>
            </p:nvSpPr>
            <p:spPr bwMode="gray">
              <a:xfrm>
                <a:off x="-997879" y="3758814"/>
                <a:ext cx="284816" cy="517319"/>
              </a:xfrm>
              <a:custGeom>
                <a:avLst/>
                <a:gdLst>
                  <a:gd name="T0" fmla="*/ 47 w 124"/>
                  <a:gd name="T1" fmla="*/ 226 h 226"/>
                  <a:gd name="T2" fmla="*/ 47 w 124"/>
                  <a:gd name="T3" fmla="*/ 199 h 226"/>
                  <a:gd name="T4" fmla="*/ 0 w 124"/>
                  <a:gd name="T5" fmla="*/ 187 h 226"/>
                  <a:gd name="T6" fmla="*/ 9 w 124"/>
                  <a:gd name="T7" fmla="*/ 155 h 226"/>
                  <a:gd name="T8" fmla="*/ 55 w 124"/>
                  <a:gd name="T9" fmla="*/ 167 h 226"/>
                  <a:gd name="T10" fmla="*/ 81 w 124"/>
                  <a:gd name="T11" fmla="*/ 150 h 226"/>
                  <a:gd name="T12" fmla="*/ 52 w 124"/>
                  <a:gd name="T13" fmla="*/ 126 h 226"/>
                  <a:gd name="T14" fmla="*/ 2 w 124"/>
                  <a:gd name="T15" fmla="*/ 75 h 226"/>
                  <a:gd name="T16" fmla="*/ 49 w 124"/>
                  <a:gd name="T17" fmla="*/ 26 h 226"/>
                  <a:gd name="T18" fmla="*/ 49 w 124"/>
                  <a:gd name="T19" fmla="*/ 0 h 226"/>
                  <a:gd name="T20" fmla="*/ 76 w 124"/>
                  <a:gd name="T21" fmla="*/ 0 h 226"/>
                  <a:gd name="T22" fmla="*/ 76 w 124"/>
                  <a:gd name="T23" fmla="*/ 24 h 226"/>
                  <a:gd name="T24" fmla="*/ 116 w 124"/>
                  <a:gd name="T25" fmla="*/ 33 h 226"/>
                  <a:gd name="T26" fmla="*/ 108 w 124"/>
                  <a:gd name="T27" fmla="*/ 64 h 226"/>
                  <a:gd name="T28" fmla="*/ 68 w 124"/>
                  <a:gd name="T29" fmla="*/ 55 h 226"/>
                  <a:gd name="T30" fmla="*/ 44 w 124"/>
                  <a:gd name="T31" fmla="*/ 70 h 226"/>
                  <a:gd name="T32" fmla="*/ 78 w 124"/>
                  <a:gd name="T33" fmla="*/ 94 h 226"/>
                  <a:gd name="T34" fmla="*/ 124 w 124"/>
                  <a:gd name="T35" fmla="*/ 146 h 226"/>
                  <a:gd name="T36" fmla="*/ 74 w 124"/>
                  <a:gd name="T37" fmla="*/ 197 h 226"/>
                  <a:gd name="T38" fmla="*/ 74 w 124"/>
                  <a:gd name="T39" fmla="*/ 226 h 226"/>
                  <a:gd name="T40" fmla="*/ 47 w 124"/>
                  <a:gd name="T41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226">
                    <a:moveTo>
                      <a:pt x="47" y="226"/>
                    </a:moveTo>
                    <a:cubicBezTo>
                      <a:pt x="47" y="199"/>
                      <a:pt x="47" y="199"/>
                      <a:pt x="47" y="199"/>
                    </a:cubicBezTo>
                    <a:cubicBezTo>
                      <a:pt x="29" y="198"/>
                      <a:pt x="11" y="193"/>
                      <a:pt x="0" y="187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20" y="161"/>
                      <a:pt x="37" y="167"/>
                      <a:pt x="55" y="167"/>
                    </a:cubicBezTo>
                    <a:cubicBezTo>
                      <a:pt x="70" y="167"/>
                      <a:pt x="81" y="161"/>
                      <a:pt x="81" y="150"/>
                    </a:cubicBezTo>
                    <a:cubicBezTo>
                      <a:pt x="81" y="139"/>
                      <a:pt x="72" y="133"/>
                      <a:pt x="52" y="126"/>
                    </a:cubicBezTo>
                    <a:cubicBezTo>
                      <a:pt x="22" y="116"/>
                      <a:pt x="2" y="102"/>
                      <a:pt x="2" y="75"/>
                    </a:cubicBezTo>
                    <a:cubicBezTo>
                      <a:pt x="2" y="51"/>
                      <a:pt x="19" y="32"/>
                      <a:pt x="49" y="2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94" y="25"/>
                      <a:pt x="107" y="29"/>
                      <a:pt x="116" y="3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1" y="61"/>
                      <a:pt x="88" y="55"/>
                      <a:pt x="68" y="55"/>
                    </a:cubicBezTo>
                    <a:cubicBezTo>
                      <a:pt x="50" y="55"/>
                      <a:pt x="44" y="63"/>
                      <a:pt x="44" y="70"/>
                    </a:cubicBezTo>
                    <a:cubicBezTo>
                      <a:pt x="44" y="80"/>
                      <a:pt x="54" y="85"/>
                      <a:pt x="78" y="94"/>
                    </a:cubicBezTo>
                    <a:cubicBezTo>
                      <a:pt x="111" y="106"/>
                      <a:pt x="124" y="121"/>
                      <a:pt x="124" y="146"/>
                    </a:cubicBezTo>
                    <a:cubicBezTo>
                      <a:pt x="124" y="171"/>
                      <a:pt x="106" y="192"/>
                      <a:pt x="74" y="197"/>
                    </a:cubicBezTo>
                    <a:cubicBezTo>
                      <a:pt x="74" y="226"/>
                      <a:pt x="74" y="226"/>
                      <a:pt x="74" y="226"/>
                    </a:cubicBezTo>
                    <a:lnTo>
                      <a:pt x="47" y="2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9081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11354" y="298375"/>
            <a:ext cx="8509588" cy="6234522"/>
            <a:chOff x="311354" y="298375"/>
            <a:chExt cx="8509588" cy="6234522"/>
          </a:xfrm>
        </p:grpSpPr>
        <p:sp>
          <p:nvSpPr>
            <p:cNvPr id="18" name="Rechteck 17"/>
            <p:cNvSpPr/>
            <p:nvPr/>
          </p:nvSpPr>
          <p:spPr bwMode="auto">
            <a:xfrm>
              <a:off x="6037500" y="305690"/>
              <a:ext cx="2783441" cy="6226059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15" name="Rechteck 114"/>
            <p:cNvSpPr/>
            <p:nvPr/>
          </p:nvSpPr>
          <p:spPr bwMode="auto">
            <a:xfrm>
              <a:off x="331706" y="306838"/>
              <a:ext cx="5705795" cy="6226059"/>
            </a:xfrm>
            <a:prstGeom prst="rect">
              <a:avLst/>
            </a:prstGeom>
            <a:solidFill>
              <a:srgbClr val="E6E6E6"/>
            </a:soli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4" name="Rechteck 3"/>
            <p:cNvSpPr/>
            <p:nvPr/>
          </p:nvSpPr>
          <p:spPr bwMode="auto">
            <a:xfrm>
              <a:off x="323850" y="298375"/>
              <a:ext cx="8497092" cy="6226059"/>
            </a:xfrm>
            <a:prstGeom prst="rect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grpSp>
          <p:nvGrpSpPr>
            <p:cNvPr id="21" name="Gruppieren 20"/>
            <p:cNvGrpSpPr/>
            <p:nvPr/>
          </p:nvGrpSpPr>
          <p:grpSpPr bwMode="gray">
            <a:xfrm>
              <a:off x="3242898" y="2307675"/>
              <a:ext cx="2739653" cy="722427"/>
              <a:chOff x="3245132" y="3520819"/>
              <a:chExt cx="2739653" cy="722427"/>
            </a:xfrm>
          </p:grpSpPr>
          <p:sp>
            <p:nvSpPr>
              <p:cNvPr id="22" name="Freeform 8"/>
              <p:cNvSpPr>
                <a:spLocks noEditPoints="1"/>
              </p:cNvSpPr>
              <p:nvPr/>
            </p:nvSpPr>
            <p:spPr bwMode="gray">
              <a:xfrm rot="21026752" flipV="1">
                <a:off x="4824864" y="3772380"/>
                <a:ext cx="426040" cy="12540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 dirty="0"/>
              </a:p>
            </p:txBody>
          </p:sp>
          <p:sp>
            <p:nvSpPr>
              <p:cNvPr id="23" name="Freeform 8"/>
              <p:cNvSpPr>
                <a:spLocks noEditPoints="1"/>
              </p:cNvSpPr>
              <p:nvPr/>
            </p:nvSpPr>
            <p:spPr bwMode="gray">
              <a:xfrm rot="21026752" flipV="1">
                <a:off x="3770643" y="3772380"/>
                <a:ext cx="426040" cy="12540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 dirty="0"/>
              </a:p>
            </p:txBody>
          </p:sp>
          <p:sp>
            <p:nvSpPr>
              <p:cNvPr id="24" name="Rechteck 23"/>
              <p:cNvSpPr/>
              <p:nvPr/>
            </p:nvSpPr>
            <p:spPr bwMode="gray">
              <a:xfrm>
                <a:off x="3258057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dirty="0" smtClean="0">
                    <a:solidFill>
                      <a:srgbClr val="7D7D7D"/>
                    </a:solidFill>
                  </a:rPr>
                  <a:t>This </a:t>
                </a:r>
                <a:r>
                  <a:rPr lang="de-DE" sz="700" dirty="0" err="1" smtClean="0">
                    <a:solidFill>
                      <a:srgbClr val="7D7D7D"/>
                    </a:solidFill>
                  </a:rPr>
                  <a:t>is</a:t>
                </a:r>
                <a:r>
                  <a:rPr lang="de-DE" sz="700" smtClean="0">
                    <a:solidFill>
                      <a:srgbClr val="7D7D7D"/>
                    </a:solidFill>
                  </a:rPr>
                  <a:t>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5" name="Rechteck 24"/>
              <p:cNvSpPr/>
              <p:nvPr/>
            </p:nvSpPr>
            <p:spPr bwMode="gray">
              <a:xfrm>
                <a:off x="4312278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6" name="Rechteck 25"/>
              <p:cNvSpPr/>
              <p:nvPr/>
            </p:nvSpPr>
            <p:spPr bwMode="gray">
              <a:xfrm>
                <a:off x="5366498" y="4005840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US" sz="700" b="1" dirty="0" smtClean="0">
                    <a:solidFill>
                      <a:srgbClr val="000000"/>
                    </a:solidFill>
                  </a:rPr>
                  <a:t>Placeholder text.</a:t>
                </a:r>
                <a:endParaRPr lang="en-US" sz="700" b="1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7" name="Gruppieren 602"/>
              <p:cNvGrpSpPr/>
              <p:nvPr/>
            </p:nvGrpSpPr>
            <p:grpSpPr bwMode="gray">
              <a:xfrm>
                <a:off x="3245132" y="3520819"/>
                <a:ext cx="2551232" cy="687003"/>
                <a:chOff x="630582" y="1719451"/>
                <a:chExt cx="3840507" cy="1034182"/>
              </a:xfrm>
            </p:grpSpPr>
            <p:grpSp>
              <p:nvGrpSpPr>
                <p:cNvPr id="28" name="Gruppieren 589"/>
                <p:cNvGrpSpPr/>
                <p:nvPr/>
              </p:nvGrpSpPr>
              <p:grpSpPr bwMode="gray">
                <a:xfrm>
                  <a:off x="3810000" y="1719451"/>
                  <a:ext cx="661089" cy="1026562"/>
                  <a:chOff x="2950574" y="2385072"/>
                  <a:chExt cx="1337201" cy="2076450"/>
                </a:xfrm>
              </p:grpSpPr>
              <p:sp>
                <p:nvSpPr>
                  <p:cNvPr id="37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385072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969696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38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475560"/>
                    <a:ext cx="109258" cy="825500"/>
                  </a:xfrm>
                  <a:prstGeom prst="rect">
                    <a:avLst/>
                  </a:prstGeom>
                  <a:solidFill>
                    <a:schemeClr val="accent1">
                      <a:lumMod val="75000"/>
                    </a:schemeClr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39" name="Freeform 6"/>
                  <p:cNvSpPr>
                    <a:spLocks/>
                  </p:cNvSpPr>
                  <p:nvPr/>
                </p:nvSpPr>
                <p:spPr bwMode="gray">
                  <a:xfrm>
                    <a:off x="3059832" y="2475560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</a:rPr>
                      <a:t>TEXT</a:t>
                    </a:r>
                  </a:p>
                </p:txBody>
              </p:sp>
            </p:grpSp>
            <p:grpSp>
              <p:nvGrpSpPr>
                <p:cNvPr id="29" name="Gruppieren 593"/>
                <p:cNvGrpSpPr/>
                <p:nvPr/>
              </p:nvGrpSpPr>
              <p:grpSpPr bwMode="gray">
                <a:xfrm>
                  <a:off x="2222883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34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969696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35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36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dirty="0" smtClean="0">
                        <a:solidFill>
                          <a:schemeClr val="bg1"/>
                        </a:solidFill>
                      </a:rPr>
                      <a:t>TEXT</a:t>
                    </a:r>
                  </a:p>
                </p:txBody>
              </p:sp>
            </p:grpSp>
            <p:grpSp>
              <p:nvGrpSpPr>
                <p:cNvPr id="30" name="Gruppieren 597"/>
                <p:cNvGrpSpPr/>
                <p:nvPr/>
              </p:nvGrpSpPr>
              <p:grpSpPr bwMode="gray">
                <a:xfrm>
                  <a:off x="630582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31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969696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32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33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40000"/>
                      <a:lumOff val="60000"/>
                    </a:schemeClr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TEXT</a:t>
                    </a:r>
                  </a:p>
                </p:txBody>
              </p:sp>
            </p:grpSp>
          </p:grpSp>
        </p:grpSp>
        <p:grpSp>
          <p:nvGrpSpPr>
            <p:cNvPr id="40" name="Gruppieren 39"/>
            <p:cNvGrpSpPr/>
            <p:nvPr/>
          </p:nvGrpSpPr>
          <p:grpSpPr bwMode="gray">
            <a:xfrm>
              <a:off x="3415652" y="541605"/>
              <a:ext cx="2341571" cy="1341420"/>
              <a:chOff x="6240045" y="5019812"/>
              <a:chExt cx="2341571" cy="1341420"/>
            </a:xfrm>
          </p:grpSpPr>
          <p:sp>
            <p:nvSpPr>
              <p:cNvPr id="41" name="Freeform 24"/>
              <p:cNvSpPr>
                <a:spLocks/>
              </p:cNvSpPr>
              <p:nvPr/>
            </p:nvSpPr>
            <p:spPr bwMode="gray">
              <a:xfrm>
                <a:off x="6240045" y="5019812"/>
                <a:ext cx="2341571" cy="1341420"/>
              </a:xfrm>
              <a:custGeom>
                <a:avLst/>
                <a:gdLst/>
                <a:ahLst/>
                <a:cxnLst/>
                <a:rect l="l" t="t" r="r" b="b"/>
                <a:pathLst>
                  <a:path w="1884363" h="1079500">
                    <a:moveTo>
                      <a:pt x="702783" y="425450"/>
                    </a:moveTo>
                    <a:cubicBezTo>
                      <a:pt x="817945" y="425450"/>
                      <a:pt x="912437" y="499438"/>
                      <a:pt x="921295" y="594142"/>
                    </a:cubicBezTo>
                    <a:cubicBezTo>
                      <a:pt x="956730" y="552709"/>
                      <a:pt x="1009881" y="529033"/>
                      <a:pt x="1068939" y="529033"/>
                    </a:cubicBezTo>
                    <a:cubicBezTo>
                      <a:pt x="1172289" y="529033"/>
                      <a:pt x="1257922" y="605980"/>
                      <a:pt x="1263828" y="706603"/>
                    </a:cubicBezTo>
                    <a:cubicBezTo>
                      <a:pt x="1296310" y="671089"/>
                      <a:pt x="1343556" y="650372"/>
                      <a:pt x="1396707" y="650372"/>
                    </a:cubicBezTo>
                    <a:cubicBezTo>
                      <a:pt x="1500058" y="650372"/>
                      <a:pt x="1582738" y="730279"/>
                      <a:pt x="1582738" y="830902"/>
                    </a:cubicBezTo>
                    <a:cubicBezTo>
                      <a:pt x="1582738" y="969999"/>
                      <a:pt x="1473482" y="1079500"/>
                      <a:pt x="1334697" y="1079500"/>
                    </a:cubicBezTo>
                    <a:cubicBezTo>
                      <a:pt x="1334697" y="1079500"/>
                      <a:pt x="1334697" y="1079500"/>
                      <a:pt x="245088" y="1079500"/>
                    </a:cubicBezTo>
                    <a:cubicBezTo>
                      <a:pt x="109256" y="1079500"/>
                      <a:pt x="0" y="969999"/>
                      <a:pt x="0" y="830902"/>
                    </a:cubicBezTo>
                    <a:cubicBezTo>
                      <a:pt x="0" y="721400"/>
                      <a:pt x="85633" y="632615"/>
                      <a:pt x="194889" y="632615"/>
                    </a:cubicBezTo>
                    <a:cubicBezTo>
                      <a:pt x="218512" y="632615"/>
                      <a:pt x="242135" y="638534"/>
                      <a:pt x="262805" y="647413"/>
                    </a:cubicBezTo>
                    <a:cubicBezTo>
                      <a:pt x="280523" y="579344"/>
                      <a:pt x="336627" y="529033"/>
                      <a:pt x="398637" y="529033"/>
                    </a:cubicBezTo>
                    <a:cubicBezTo>
                      <a:pt x="434072" y="529033"/>
                      <a:pt x="466553" y="543830"/>
                      <a:pt x="493129" y="567506"/>
                    </a:cubicBezTo>
                    <a:cubicBezTo>
                      <a:pt x="513799" y="487600"/>
                      <a:pt x="599433" y="425450"/>
                      <a:pt x="702783" y="425450"/>
                    </a:cubicBezTo>
                    <a:close/>
                    <a:moveTo>
                      <a:pt x="921485" y="0"/>
                    </a:moveTo>
                    <a:cubicBezTo>
                      <a:pt x="1045537" y="0"/>
                      <a:pt x="1148913" y="79904"/>
                      <a:pt x="1157774" y="186443"/>
                    </a:cubicBezTo>
                    <a:cubicBezTo>
                      <a:pt x="1196171" y="142052"/>
                      <a:pt x="1255243" y="112458"/>
                      <a:pt x="1320223" y="112458"/>
                    </a:cubicBezTo>
                    <a:cubicBezTo>
                      <a:pt x="1435414" y="112458"/>
                      <a:pt x="1526976" y="198281"/>
                      <a:pt x="1532883" y="307779"/>
                    </a:cubicBezTo>
                    <a:cubicBezTo>
                      <a:pt x="1571280" y="269307"/>
                      <a:pt x="1621491" y="245632"/>
                      <a:pt x="1680564" y="245632"/>
                    </a:cubicBezTo>
                    <a:cubicBezTo>
                      <a:pt x="1792801" y="245632"/>
                      <a:pt x="1884363" y="337374"/>
                      <a:pt x="1884363" y="446872"/>
                    </a:cubicBezTo>
                    <a:cubicBezTo>
                      <a:pt x="1884363" y="597802"/>
                      <a:pt x="1763265" y="719138"/>
                      <a:pt x="1615584" y="719138"/>
                    </a:cubicBezTo>
                    <a:cubicBezTo>
                      <a:pt x="1615584" y="719138"/>
                      <a:pt x="1615584" y="719138"/>
                      <a:pt x="1613369" y="719138"/>
                    </a:cubicBezTo>
                    <a:lnTo>
                      <a:pt x="1597863" y="719138"/>
                    </a:lnTo>
                    <a:cubicBezTo>
                      <a:pt x="1559466" y="648112"/>
                      <a:pt x="1482672" y="603721"/>
                      <a:pt x="1397017" y="603721"/>
                    </a:cubicBezTo>
                    <a:cubicBezTo>
                      <a:pt x="1358620" y="603721"/>
                      <a:pt x="1323176" y="612599"/>
                      <a:pt x="1293640" y="627396"/>
                    </a:cubicBezTo>
                    <a:cubicBezTo>
                      <a:pt x="1255243" y="541573"/>
                      <a:pt x="1169589" y="482385"/>
                      <a:pt x="1069166" y="482385"/>
                    </a:cubicBezTo>
                    <a:cubicBezTo>
                      <a:pt x="1024861" y="482385"/>
                      <a:pt x="980557" y="494223"/>
                      <a:pt x="945114" y="514939"/>
                    </a:cubicBezTo>
                    <a:cubicBezTo>
                      <a:pt x="903763" y="435034"/>
                      <a:pt x="809248" y="378805"/>
                      <a:pt x="702917" y="378805"/>
                    </a:cubicBezTo>
                    <a:cubicBezTo>
                      <a:pt x="605448" y="378805"/>
                      <a:pt x="516840" y="426156"/>
                      <a:pt x="472536" y="497182"/>
                    </a:cubicBezTo>
                    <a:cubicBezTo>
                      <a:pt x="448907" y="488304"/>
                      <a:pt x="425278" y="482385"/>
                      <a:pt x="398695" y="482385"/>
                    </a:cubicBezTo>
                    <a:cubicBezTo>
                      <a:pt x="330762" y="482385"/>
                      <a:pt x="268736" y="523817"/>
                      <a:pt x="233293" y="591883"/>
                    </a:cubicBezTo>
                    <a:cubicBezTo>
                      <a:pt x="221478" y="588924"/>
                      <a:pt x="206710" y="585964"/>
                      <a:pt x="194896" y="585964"/>
                    </a:cubicBezTo>
                    <a:cubicBezTo>
                      <a:pt x="191942" y="585964"/>
                      <a:pt x="188989" y="585964"/>
                      <a:pt x="186035" y="585964"/>
                    </a:cubicBezTo>
                    <a:cubicBezTo>
                      <a:pt x="162406" y="547492"/>
                      <a:pt x="147638" y="497182"/>
                      <a:pt x="147638" y="446872"/>
                    </a:cubicBezTo>
                    <a:cubicBezTo>
                      <a:pt x="147638" y="325536"/>
                      <a:pt x="242154" y="227875"/>
                      <a:pt x="360298" y="227875"/>
                    </a:cubicBezTo>
                    <a:cubicBezTo>
                      <a:pt x="386881" y="227875"/>
                      <a:pt x="413463" y="233794"/>
                      <a:pt x="437092" y="242672"/>
                    </a:cubicBezTo>
                    <a:cubicBezTo>
                      <a:pt x="454814" y="168687"/>
                      <a:pt x="516840" y="115417"/>
                      <a:pt x="587727" y="115417"/>
                    </a:cubicBezTo>
                    <a:cubicBezTo>
                      <a:pt x="626124" y="115417"/>
                      <a:pt x="661567" y="130215"/>
                      <a:pt x="688149" y="156849"/>
                    </a:cubicBezTo>
                    <a:cubicBezTo>
                      <a:pt x="711778" y="68067"/>
                      <a:pt x="806294" y="0"/>
                      <a:pt x="9214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2" name="Textfeld 41"/>
              <p:cNvSpPr txBox="1"/>
              <p:nvPr/>
            </p:nvSpPr>
            <p:spPr bwMode="gray">
              <a:xfrm>
                <a:off x="6247907" y="5564949"/>
                <a:ext cx="1922847" cy="7962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b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spcAft>
                    <a:spcPts val="0"/>
                  </a:spcAft>
                </a:pPr>
                <a:r>
                  <a:rPr lang="de-DE" sz="2400" b="1" dirty="0">
                    <a:solidFill>
                      <a:schemeClr val="accent1"/>
                    </a:solidFill>
                  </a:rPr>
                  <a:t>8</a:t>
                </a:r>
                <a:r>
                  <a:rPr lang="de-DE" sz="2400" b="1" dirty="0" smtClean="0">
                    <a:solidFill>
                      <a:schemeClr val="accent1"/>
                    </a:solidFill>
                  </a:rPr>
                  <a:t>,000</a:t>
                </a:r>
                <a:r>
                  <a:rPr lang="de-DE" sz="2800" b="1" dirty="0" smtClean="0">
                    <a:solidFill>
                      <a:schemeClr val="accent1"/>
                    </a:solidFill>
                  </a:rPr>
                  <a:t> </a:t>
                </a:r>
                <a:r>
                  <a:rPr lang="de-DE" b="1" dirty="0" smtClean="0">
                    <a:solidFill>
                      <a:schemeClr val="accent1"/>
                    </a:solidFill>
                  </a:rPr>
                  <a:t>TB</a:t>
                </a:r>
                <a:endParaRPr lang="de-DE" sz="2800" b="1" dirty="0" smtClean="0">
                  <a:solidFill>
                    <a:schemeClr val="accent1"/>
                  </a:solidFill>
                </a:endParaRPr>
              </a:p>
              <a:p>
                <a:pPr>
                  <a:spcAft>
                    <a:spcPts val="0"/>
                  </a:spcAft>
                </a:pPr>
                <a:r>
                  <a:rPr lang="en-US" sz="800" dirty="0" smtClean="0">
                    <a:solidFill>
                      <a:srgbClr val="7D7D7D"/>
                    </a:solidFill>
                  </a:rPr>
                  <a:t>of data saved in cloud.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43" name="Textfeld 42"/>
              <p:cNvSpPr txBox="1"/>
              <p:nvPr/>
            </p:nvSpPr>
            <p:spPr bwMode="gray">
              <a:xfrm>
                <a:off x="7283845" y="5303298"/>
                <a:ext cx="847824" cy="318270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85000"/>
                  </a:lnSpc>
                  <a:spcAft>
                    <a:spcPts val="0"/>
                  </a:spcAft>
                </a:pPr>
                <a:r>
                  <a:rPr lang="en-US" sz="800" dirty="0" smtClean="0">
                    <a:solidFill>
                      <a:srgbClr val="7D7D7D"/>
                    </a:solidFill>
                  </a:rPr>
                  <a:t>of total capacity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44" name="Rechteck 43"/>
              <p:cNvSpPr/>
              <p:nvPr/>
            </p:nvSpPr>
            <p:spPr bwMode="gray">
              <a:xfrm>
                <a:off x="7125374" y="5119781"/>
                <a:ext cx="538930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de-DE" sz="1400" b="1" dirty="0" smtClean="0">
                    <a:solidFill>
                      <a:srgbClr val="7D7D7D"/>
                    </a:solidFill>
                  </a:rPr>
                  <a:t>67% </a:t>
                </a:r>
                <a:endParaRPr lang="de-DE" sz="14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45" name="Gruppieren 44"/>
            <p:cNvGrpSpPr/>
            <p:nvPr/>
          </p:nvGrpSpPr>
          <p:grpSpPr bwMode="gray">
            <a:xfrm>
              <a:off x="409956" y="5063502"/>
              <a:ext cx="5454000" cy="1398237"/>
              <a:chOff x="3291499" y="3542219"/>
              <a:chExt cx="5454000" cy="1398237"/>
            </a:xfrm>
          </p:grpSpPr>
          <p:sp>
            <p:nvSpPr>
              <p:cNvPr id="46" name="Abgerundetes Rechteck 45"/>
              <p:cNvSpPr/>
              <p:nvPr/>
            </p:nvSpPr>
            <p:spPr bwMode="gray">
              <a:xfrm>
                <a:off x="3291499" y="4112650"/>
                <a:ext cx="5040000" cy="108000"/>
              </a:xfrm>
              <a:prstGeom prst="roundRect">
                <a:avLst>
                  <a:gd name="adj" fmla="val 50000"/>
                </a:avLst>
              </a:prstGeom>
              <a:noFill/>
              <a:ln w="12700">
                <a:gradFill flip="none" rotWithShape="1">
                  <a:gsLst>
                    <a:gs pos="0">
                      <a:srgbClr val="7D7D7D"/>
                    </a:gs>
                    <a:gs pos="100000">
                      <a:srgbClr val="AFAFAF"/>
                    </a:gs>
                  </a:gsLst>
                  <a:lin ang="10800000" scaled="1"/>
                  <a:tileRect/>
                </a:gradFill>
                <a:round/>
                <a:headEnd/>
                <a:tailEnd/>
              </a:ln>
              <a:scene3d>
                <a:camera prst="obliqueTopRight"/>
                <a:lightRig rig="threePt" dir="t">
                  <a:rot lat="0" lon="0" rev="0"/>
                </a:lightRig>
              </a:scene3d>
              <a:sp3d extrusionH="1143000"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7" name="Rechteck 46"/>
              <p:cNvSpPr/>
              <p:nvPr/>
            </p:nvSpPr>
            <p:spPr bwMode="gray">
              <a:xfrm>
                <a:off x="5015110" y="3681488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balanced" dir="t"/>
              </a:scene3d>
              <a:sp3d extrusionH="508000" prstMaterial="matte">
                <a:extrusionClr>
                  <a:schemeClr val="accent1">
                    <a:lumMod val="60000"/>
                    <a:lumOff val="40000"/>
                  </a:schemeClr>
                </a:extrusionClr>
              </a:sp3d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</a:rPr>
                  <a:t>2</a:t>
                </a:r>
                <a:endParaRPr lang="de-DE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hteck 47"/>
              <p:cNvSpPr/>
              <p:nvPr/>
            </p:nvSpPr>
            <p:spPr bwMode="gray">
              <a:xfrm>
                <a:off x="3689915" y="3681488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balanced" dir="t"/>
              </a:scene3d>
              <a:sp3d extrusionH="508000" prstMaterial="matte">
                <a:extrusionClr>
                  <a:schemeClr val="accent1">
                    <a:lumMod val="60000"/>
                    <a:lumOff val="40000"/>
                  </a:schemeClr>
                </a:extrusionClr>
              </a:sp3d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</a:rPr>
                  <a:t>1</a:t>
                </a:r>
                <a:endParaRPr lang="de-DE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hteck 48"/>
              <p:cNvSpPr/>
              <p:nvPr/>
            </p:nvSpPr>
            <p:spPr bwMode="gray">
              <a:xfrm>
                <a:off x="6340305" y="3681488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balanced" dir="t"/>
              </a:scene3d>
              <a:sp3d extrusionH="508000" prstMaterial="matte">
                <a:extrusionClr>
                  <a:schemeClr val="accent1">
                    <a:lumMod val="60000"/>
                    <a:lumOff val="40000"/>
                  </a:schemeClr>
                </a:extrusionClr>
              </a:sp3d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</a:rPr>
                  <a:t>3</a:t>
                </a:r>
                <a:endParaRPr lang="de-DE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Textfeld 49"/>
              <p:cNvSpPr txBox="1"/>
              <p:nvPr/>
            </p:nvSpPr>
            <p:spPr bwMode="gray">
              <a:xfrm>
                <a:off x="368991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1" name="Rechteck 50"/>
              <p:cNvSpPr/>
              <p:nvPr/>
            </p:nvSpPr>
            <p:spPr bwMode="gray">
              <a:xfrm>
                <a:off x="7665499" y="3681488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balanced" dir="t"/>
              </a:scene3d>
              <a:sp3d extrusionH="508000" prstMaterial="matte">
                <a:extrusionClr>
                  <a:schemeClr val="accent1">
                    <a:lumMod val="60000"/>
                    <a:lumOff val="40000"/>
                  </a:schemeClr>
                </a:extrusionClr>
              </a:sp3d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</a:rPr>
                  <a:t>4</a:t>
                </a:r>
                <a:endParaRPr lang="de-DE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Textfeld 51"/>
              <p:cNvSpPr txBox="1"/>
              <p:nvPr/>
            </p:nvSpPr>
            <p:spPr bwMode="gray">
              <a:xfrm>
                <a:off x="634030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3" name="Freeform 7"/>
              <p:cNvSpPr>
                <a:spLocks noEditPoints="1"/>
              </p:cNvSpPr>
              <p:nvPr/>
            </p:nvSpPr>
            <p:spPr bwMode="gray">
              <a:xfrm rot="11257154" flipH="1">
                <a:off x="4248405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4" name="Freeform 7"/>
              <p:cNvSpPr>
                <a:spLocks noEditPoints="1"/>
              </p:cNvSpPr>
              <p:nvPr/>
            </p:nvSpPr>
            <p:spPr bwMode="gray">
              <a:xfrm rot="11257154" flipH="1">
                <a:off x="5572904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5" name="Freeform 7"/>
              <p:cNvSpPr>
                <a:spLocks noEditPoints="1"/>
              </p:cNvSpPr>
              <p:nvPr/>
            </p:nvSpPr>
            <p:spPr bwMode="gray">
              <a:xfrm rot="11257154" flipH="1">
                <a:off x="6897403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6" name="Textfeld 55"/>
              <p:cNvSpPr txBox="1"/>
              <p:nvPr/>
            </p:nvSpPr>
            <p:spPr bwMode="gray">
              <a:xfrm>
                <a:off x="5008200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7" name="Textfeld 56"/>
              <p:cNvSpPr txBox="1"/>
              <p:nvPr/>
            </p:nvSpPr>
            <p:spPr bwMode="gray">
              <a:xfrm>
                <a:off x="7665499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0" name="Gruppieren 69"/>
            <p:cNvGrpSpPr/>
            <p:nvPr/>
          </p:nvGrpSpPr>
          <p:grpSpPr>
            <a:xfrm>
              <a:off x="4273684" y="3616041"/>
              <a:ext cx="1484936" cy="1092118"/>
              <a:chOff x="6136954" y="3638049"/>
              <a:chExt cx="1484936" cy="1092118"/>
            </a:xfrm>
          </p:grpSpPr>
          <p:grpSp>
            <p:nvGrpSpPr>
              <p:cNvPr id="71" name="Gruppieren 70"/>
              <p:cNvGrpSpPr/>
              <p:nvPr/>
            </p:nvGrpSpPr>
            <p:grpSpPr>
              <a:xfrm>
                <a:off x="7133579" y="4241856"/>
                <a:ext cx="488311" cy="488311"/>
                <a:chOff x="7189236" y="4241856"/>
                <a:chExt cx="488311" cy="488311"/>
              </a:xfrm>
            </p:grpSpPr>
            <p:sp>
              <p:nvSpPr>
                <p:cNvPr id="77" name="Ellipse 76"/>
                <p:cNvSpPr/>
                <p:nvPr/>
              </p:nvSpPr>
              <p:spPr bwMode="auto">
                <a:xfrm>
                  <a:off x="7189236" y="4241856"/>
                  <a:ext cx="488311" cy="488311"/>
                </a:xfrm>
                <a:prstGeom prst="ellipse">
                  <a:avLst/>
                </a:prstGeom>
                <a:solidFill>
                  <a:srgbClr val="AFAFAF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36000" rIns="36000" rtlCol="0" anchor="ctr"/>
                <a:lstStyle/>
                <a:p>
                  <a:pPr algn="ctr"/>
                  <a:endParaRPr lang="de-DE" b="1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grpSp>
              <p:nvGrpSpPr>
                <p:cNvPr id="78" name="Group 15"/>
                <p:cNvGrpSpPr>
                  <a:grpSpLocks noChangeAspect="1"/>
                </p:cNvGrpSpPr>
                <p:nvPr/>
              </p:nvGrpSpPr>
              <p:grpSpPr bwMode="auto">
                <a:xfrm>
                  <a:off x="7275974" y="4353985"/>
                  <a:ext cx="314834" cy="308976"/>
                  <a:chOff x="5910" y="1031"/>
                  <a:chExt cx="645" cy="633"/>
                </a:xfrm>
                <a:solidFill>
                  <a:srgbClr val="E6E6E6"/>
                </a:solidFill>
              </p:grpSpPr>
              <p:sp>
                <p:nvSpPr>
                  <p:cNvPr id="79" name="Freeform 21"/>
                  <p:cNvSpPr>
                    <a:spLocks/>
                  </p:cNvSpPr>
                  <p:nvPr/>
                </p:nvSpPr>
                <p:spPr bwMode="auto">
                  <a:xfrm>
                    <a:off x="6113" y="1201"/>
                    <a:ext cx="250" cy="463"/>
                  </a:xfrm>
                  <a:custGeom>
                    <a:avLst/>
                    <a:gdLst>
                      <a:gd name="T0" fmla="*/ 106 w 106"/>
                      <a:gd name="T1" fmla="*/ 196 h 196"/>
                      <a:gd name="T2" fmla="*/ 106 w 106"/>
                      <a:gd name="T3" fmla="*/ 185 h 196"/>
                      <a:gd name="T4" fmla="*/ 106 w 106"/>
                      <a:gd name="T5" fmla="*/ 185 h 196"/>
                      <a:gd name="T6" fmla="*/ 106 w 106"/>
                      <a:gd name="T7" fmla="*/ 186 h 196"/>
                      <a:gd name="T8" fmla="*/ 80 w 106"/>
                      <a:gd name="T9" fmla="*/ 163 h 196"/>
                      <a:gd name="T10" fmla="*/ 67 w 106"/>
                      <a:gd name="T11" fmla="*/ 161 h 196"/>
                      <a:gd name="T12" fmla="*/ 61 w 106"/>
                      <a:gd name="T13" fmla="*/ 42 h 196"/>
                      <a:gd name="T14" fmla="*/ 73 w 106"/>
                      <a:gd name="T15" fmla="*/ 22 h 196"/>
                      <a:gd name="T16" fmla="*/ 51 w 106"/>
                      <a:gd name="T17" fmla="*/ 0 h 196"/>
                      <a:gd name="T18" fmla="*/ 28 w 106"/>
                      <a:gd name="T19" fmla="*/ 22 h 196"/>
                      <a:gd name="T20" fmla="*/ 43 w 106"/>
                      <a:gd name="T21" fmla="*/ 43 h 196"/>
                      <a:gd name="T22" fmla="*/ 38 w 106"/>
                      <a:gd name="T23" fmla="*/ 161 h 196"/>
                      <a:gd name="T24" fmla="*/ 8 w 106"/>
                      <a:gd name="T25" fmla="*/ 172 h 196"/>
                      <a:gd name="T26" fmla="*/ 0 w 106"/>
                      <a:gd name="T27" fmla="*/ 185 h 196"/>
                      <a:gd name="T28" fmla="*/ 0 w 106"/>
                      <a:gd name="T29" fmla="*/ 185 h 196"/>
                      <a:gd name="T30" fmla="*/ 0 w 106"/>
                      <a:gd name="T31" fmla="*/ 196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6" h="196">
                        <a:moveTo>
                          <a:pt x="106" y="196"/>
                        </a:moveTo>
                        <a:cubicBezTo>
                          <a:pt x="106" y="192"/>
                          <a:pt x="106" y="189"/>
                          <a:pt x="106" y="185"/>
                        </a:cubicBezTo>
                        <a:cubicBezTo>
                          <a:pt x="106" y="185"/>
                          <a:pt x="106" y="185"/>
                          <a:pt x="106" y="185"/>
                        </a:cubicBezTo>
                        <a:cubicBezTo>
                          <a:pt x="106" y="185"/>
                          <a:pt x="106" y="186"/>
                          <a:pt x="106" y="186"/>
                        </a:cubicBezTo>
                        <a:cubicBezTo>
                          <a:pt x="106" y="177"/>
                          <a:pt x="97" y="168"/>
                          <a:pt x="80" y="163"/>
                        </a:cubicBezTo>
                        <a:cubicBezTo>
                          <a:pt x="76" y="162"/>
                          <a:pt x="72" y="161"/>
                          <a:pt x="67" y="161"/>
                        </a:cubicBezTo>
                        <a:cubicBezTo>
                          <a:pt x="61" y="42"/>
                          <a:pt x="61" y="42"/>
                          <a:pt x="61" y="42"/>
                        </a:cubicBezTo>
                        <a:cubicBezTo>
                          <a:pt x="68" y="39"/>
                          <a:pt x="73" y="31"/>
                          <a:pt x="73" y="22"/>
                        </a:cubicBezTo>
                        <a:cubicBezTo>
                          <a:pt x="73" y="10"/>
                          <a:pt x="63" y="0"/>
                          <a:pt x="51" y="0"/>
                        </a:cubicBezTo>
                        <a:cubicBezTo>
                          <a:pt x="39" y="0"/>
                          <a:pt x="28" y="10"/>
                          <a:pt x="28" y="22"/>
                        </a:cubicBezTo>
                        <a:cubicBezTo>
                          <a:pt x="28" y="32"/>
                          <a:pt x="35" y="40"/>
                          <a:pt x="43" y="43"/>
                        </a:cubicBezTo>
                        <a:cubicBezTo>
                          <a:pt x="38" y="161"/>
                          <a:pt x="38" y="161"/>
                          <a:pt x="38" y="161"/>
                        </a:cubicBezTo>
                        <a:cubicBezTo>
                          <a:pt x="26" y="163"/>
                          <a:pt x="15" y="167"/>
                          <a:pt x="8" y="172"/>
                        </a:cubicBezTo>
                        <a:cubicBezTo>
                          <a:pt x="3" y="176"/>
                          <a:pt x="0" y="181"/>
                          <a:pt x="0" y="185"/>
                        </a:cubicBezTo>
                        <a:cubicBezTo>
                          <a:pt x="0" y="185"/>
                          <a:pt x="0" y="185"/>
                          <a:pt x="0" y="185"/>
                        </a:cubicBezTo>
                        <a:cubicBezTo>
                          <a:pt x="0" y="189"/>
                          <a:pt x="0" y="192"/>
                          <a:pt x="0" y="196"/>
                        </a:cubicBez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0" name="Freeform 22"/>
                  <p:cNvSpPr>
                    <a:spLocks/>
                  </p:cNvSpPr>
                  <p:nvPr/>
                </p:nvSpPr>
                <p:spPr bwMode="auto">
                  <a:xfrm>
                    <a:off x="6113" y="1640"/>
                    <a:ext cx="0" cy="2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1" name="Freeform 23"/>
                  <p:cNvSpPr>
                    <a:spLocks/>
                  </p:cNvSpPr>
                  <p:nvPr/>
                </p:nvSpPr>
                <p:spPr bwMode="auto">
                  <a:xfrm>
                    <a:off x="6115" y="16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2" name="Freeform 24"/>
                  <p:cNvSpPr>
                    <a:spLocks/>
                  </p:cNvSpPr>
                  <p:nvPr/>
                </p:nvSpPr>
                <p:spPr bwMode="auto">
                  <a:xfrm>
                    <a:off x="6115" y="1647"/>
                    <a:ext cx="0" cy="3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1 h 1"/>
                      <a:gd name="T4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" name="Freeform 25"/>
                  <p:cNvSpPr>
                    <a:spLocks/>
                  </p:cNvSpPr>
                  <p:nvPr/>
                </p:nvSpPr>
                <p:spPr bwMode="auto">
                  <a:xfrm>
                    <a:off x="6115" y="1652"/>
                    <a:ext cx="3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" name="Freeform 26"/>
                  <p:cNvSpPr>
                    <a:spLocks/>
                  </p:cNvSpPr>
                  <p:nvPr/>
                </p:nvSpPr>
                <p:spPr bwMode="auto">
                  <a:xfrm>
                    <a:off x="6118" y="16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" name="Freeform 27"/>
                  <p:cNvSpPr>
                    <a:spLocks/>
                  </p:cNvSpPr>
                  <p:nvPr/>
                </p:nvSpPr>
                <p:spPr bwMode="auto">
                  <a:xfrm>
                    <a:off x="6359" y="1652"/>
                    <a:ext cx="2" cy="2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  <a:gd name="T8" fmla="*/ 1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6" name="Freeform 28"/>
                  <p:cNvSpPr>
                    <a:spLocks/>
                  </p:cNvSpPr>
                  <p:nvPr/>
                </p:nvSpPr>
                <p:spPr bwMode="auto">
                  <a:xfrm>
                    <a:off x="6361" y="1650"/>
                    <a:ext cx="0" cy="2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  <a:gd name="T4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7" name="Oval 29"/>
                  <p:cNvSpPr>
                    <a:spLocks noChangeArrowheads="1"/>
                  </p:cNvSpPr>
                  <p:nvPr/>
                </p:nvSpPr>
                <p:spPr bwMode="auto">
                  <a:xfrm>
                    <a:off x="6361" y="1647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8" name="Freeform 30"/>
                  <p:cNvSpPr>
                    <a:spLocks/>
                  </p:cNvSpPr>
                  <p:nvPr/>
                </p:nvSpPr>
                <p:spPr bwMode="auto">
                  <a:xfrm>
                    <a:off x="6363" y="1642"/>
                    <a:ext cx="0" cy="3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9" name="Freeform 31"/>
                  <p:cNvSpPr>
                    <a:spLocks/>
                  </p:cNvSpPr>
                  <p:nvPr/>
                </p:nvSpPr>
                <p:spPr bwMode="auto">
                  <a:xfrm>
                    <a:off x="6363" y="1640"/>
                    <a:ext cx="0" cy="2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  <a:gd name="T4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0" name="Freeform 32"/>
                  <p:cNvSpPr>
                    <a:spLocks/>
                  </p:cNvSpPr>
                  <p:nvPr/>
                </p:nvSpPr>
                <p:spPr bwMode="auto">
                  <a:xfrm>
                    <a:off x="6309" y="1130"/>
                    <a:ext cx="95" cy="241"/>
                  </a:xfrm>
                  <a:custGeom>
                    <a:avLst/>
                    <a:gdLst>
                      <a:gd name="T0" fmla="*/ 27 w 40"/>
                      <a:gd name="T1" fmla="*/ 55 h 102"/>
                      <a:gd name="T2" fmla="*/ 5 w 40"/>
                      <a:gd name="T3" fmla="*/ 94 h 102"/>
                      <a:gd name="T4" fmla="*/ 14 w 40"/>
                      <a:gd name="T5" fmla="*/ 102 h 102"/>
                      <a:gd name="T6" fmla="*/ 39 w 40"/>
                      <a:gd name="T7" fmla="*/ 55 h 102"/>
                      <a:gd name="T8" fmla="*/ 9 w 40"/>
                      <a:gd name="T9" fmla="*/ 0 h 102"/>
                      <a:gd name="T10" fmla="*/ 0 w 40"/>
                      <a:gd name="T11" fmla="*/ 8 h 102"/>
                      <a:gd name="T12" fmla="*/ 27 w 40"/>
                      <a:gd name="T13" fmla="*/ 55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0" h="102">
                        <a:moveTo>
                          <a:pt x="27" y="55"/>
                        </a:moveTo>
                        <a:cubicBezTo>
                          <a:pt x="26" y="71"/>
                          <a:pt x="18" y="85"/>
                          <a:pt x="5" y="94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29" y="91"/>
                          <a:pt x="38" y="74"/>
                          <a:pt x="39" y="55"/>
                        </a:cubicBezTo>
                        <a:cubicBezTo>
                          <a:pt x="40" y="33"/>
                          <a:pt x="28" y="12"/>
                          <a:pt x="9" y="0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7" y="18"/>
                          <a:pt x="28" y="36"/>
                          <a:pt x="27" y="5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1" name="Freeform 33"/>
                  <p:cNvSpPr>
                    <a:spLocks/>
                  </p:cNvSpPr>
                  <p:nvPr/>
                </p:nvSpPr>
                <p:spPr bwMode="auto">
                  <a:xfrm>
                    <a:off x="5988" y="1085"/>
                    <a:ext cx="113" cy="326"/>
                  </a:xfrm>
                  <a:custGeom>
                    <a:avLst/>
                    <a:gdLst>
                      <a:gd name="T0" fmla="*/ 14 w 48"/>
                      <a:gd name="T1" fmla="*/ 68 h 138"/>
                      <a:gd name="T2" fmla="*/ 48 w 48"/>
                      <a:gd name="T3" fmla="*/ 8 h 138"/>
                      <a:gd name="T4" fmla="*/ 39 w 48"/>
                      <a:gd name="T5" fmla="*/ 0 h 138"/>
                      <a:gd name="T6" fmla="*/ 2 w 48"/>
                      <a:gd name="T7" fmla="*/ 67 h 138"/>
                      <a:gd name="T8" fmla="*/ 33 w 48"/>
                      <a:gd name="T9" fmla="*/ 138 h 138"/>
                      <a:gd name="T10" fmla="*/ 42 w 48"/>
                      <a:gd name="T11" fmla="*/ 130 h 138"/>
                      <a:gd name="T12" fmla="*/ 14 w 48"/>
                      <a:gd name="T13" fmla="*/ 68 h 1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8" h="138">
                        <a:moveTo>
                          <a:pt x="14" y="68"/>
                        </a:moveTo>
                        <a:cubicBezTo>
                          <a:pt x="15" y="43"/>
                          <a:pt x="28" y="22"/>
                          <a:pt x="48" y="8"/>
                        </a:cubicBezTo>
                        <a:cubicBezTo>
                          <a:pt x="39" y="0"/>
                          <a:pt x="39" y="0"/>
                          <a:pt x="39" y="0"/>
                        </a:cubicBezTo>
                        <a:cubicBezTo>
                          <a:pt x="17" y="16"/>
                          <a:pt x="3" y="40"/>
                          <a:pt x="2" y="67"/>
                        </a:cubicBezTo>
                        <a:cubicBezTo>
                          <a:pt x="0" y="95"/>
                          <a:pt x="13" y="120"/>
                          <a:pt x="33" y="138"/>
                        </a:cubicBezTo>
                        <a:cubicBezTo>
                          <a:pt x="42" y="130"/>
                          <a:pt x="42" y="130"/>
                          <a:pt x="42" y="130"/>
                        </a:cubicBezTo>
                        <a:cubicBezTo>
                          <a:pt x="24" y="114"/>
                          <a:pt x="13" y="92"/>
                          <a:pt x="14" y="6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2" name="Freeform 34"/>
                  <p:cNvSpPr>
                    <a:spLocks/>
                  </p:cNvSpPr>
                  <p:nvPr/>
                </p:nvSpPr>
                <p:spPr bwMode="auto">
                  <a:xfrm>
                    <a:off x="5910" y="1035"/>
                    <a:ext cx="132" cy="423"/>
                  </a:xfrm>
                  <a:custGeom>
                    <a:avLst/>
                    <a:gdLst>
                      <a:gd name="T0" fmla="*/ 14 w 56"/>
                      <a:gd name="T1" fmla="*/ 87 h 179"/>
                      <a:gd name="T2" fmla="*/ 56 w 56"/>
                      <a:gd name="T3" fmla="*/ 8 h 179"/>
                      <a:gd name="T4" fmla="*/ 47 w 56"/>
                      <a:gd name="T5" fmla="*/ 0 h 179"/>
                      <a:gd name="T6" fmla="*/ 2 w 56"/>
                      <a:gd name="T7" fmla="*/ 86 h 179"/>
                      <a:gd name="T8" fmla="*/ 43 w 56"/>
                      <a:gd name="T9" fmla="*/ 179 h 179"/>
                      <a:gd name="T10" fmla="*/ 52 w 56"/>
                      <a:gd name="T11" fmla="*/ 171 h 179"/>
                      <a:gd name="T12" fmla="*/ 14 w 56"/>
                      <a:gd name="T13" fmla="*/ 87 h 1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6" h="179">
                        <a:moveTo>
                          <a:pt x="14" y="87"/>
                        </a:moveTo>
                        <a:cubicBezTo>
                          <a:pt x="16" y="55"/>
                          <a:pt x="32" y="27"/>
                          <a:pt x="56" y="8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21" y="21"/>
                          <a:pt x="4" y="52"/>
                          <a:pt x="2" y="86"/>
                        </a:cubicBezTo>
                        <a:cubicBezTo>
                          <a:pt x="0" y="122"/>
                          <a:pt x="17" y="156"/>
                          <a:pt x="43" y="179"/>
                        </a:cubicBezTo>
                        <a:cubicBezTo>
                          <a:pt x="52" y="171"/>
                          <a:pt x="52" y="171"/>
                          <a:pt x="52" y="171"/>
                        </a:cubicBezTo>
                        <a:cubicBezTo>
                          <a:pt x="28" y="150"/>
                          <a:pt x="13" y="119"/>
                          <a:pt x="14" y="8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3" name="Freeform 35"/>
                  <p:cNvSpPr>
                    <a:spLocks/>
                  </p:cNvSpPr>
                  <p:nvPr/>
                </p:nvSpPr>
                <p:spPr bwMode="auto">
                  <a:xfrm>
                    <a:off x="6061" y="1128"/>
                    <a:ext cx="92" cy="238"/>
                  </a:xfrm>
                  <a:custGeom>
                    <a:avLst/>
                    <a:gdLst>
                      <a:gd name="T0" fmla="*/ 33 w 39"/>
                      <a:gd name="T1" fmla="*/ 93 h 101"/>
                      <a:gd name="T2" fmla="*/ 13 w 39"/>
                      <a:gd name="T3" fmla="*/ 51 h 101"/>
                      <a:gd name="T4" fmla="*/ 39 w 39"/>
                      <a:gd name="T5" fmla="*/ 9 h 101"/>
                      <a:gd name="T6" fmla="*/ 30 w 39"/>
                      <a:gd name="T7" fmla="*/ 0 h 101"/>
                      <a:gd name="T8" fmla="*/ 1 w 39"/>
                      <a:gd name="T9" fmla="*/ 50 h 101"/>
                      <a:gd name="T10" fmla="*/ 24 w 39"/>
                      <a:gd name="T11" fmla="*/ 101 h 101"/>
                      <a:gd name="T12" fmla="*/ 33 w 39"/>
                      <a:gd name="T13" fmla="*/ 93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9" h="101">
                        <a:moveTo>
                          <a:pt x="33" y="93"/>
                        </a:moveTo>
                        <a:cubicBezTo>
                          <a:pt x="20" y="82"/>
                          <a:pt x="12" y="67"/>
                          <a:pt x="13" y="51"/>
                        </a:cubicBezTo>
                        <a:cubicBezTo>
                          <a:pt x="14" y="33"/>
                          <a:pt x="24" y="18"/>
                          <a:pt x="39" y="9"/>
                        </a:cubicBezTo>
                        <a:cubicBezTo>
                          <a:pt x="30" y="0"/>
                          <a:pt x="30" y="0"/>
                          <a:pt x="30" y="0"/>
                        </a:cubicBezTo>
                        <a:cubicBezTo>
                          <a:pt x="13" y="12"/>
                          <a:pt x="2" y="29"/>
                          <a:pt x="1" y="50"/>
                        </a:cubicBezTo>
                        <a:cubicBezTo>
                          <a:pt x="0" y="70"/>
                          <a:pt x="9" y="88"/>
                          <a:pt x="24" y="101"/>
                        </a:cubicBezTo>
                        <a:lnTo>
                          <a:pt x="33" y="9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4" name="Freeform 36"/>
                  <p:cNvSpPr>
                    <a:spLocks/>
                  </p:cNvSpPr>
                  <p:nvPr/>
                </p:nvSpPr>
                <p:spPr bwMode="auto">
                  <a:xfrm>
                    <a:off x="6356" y="1085"/>
                    <a:ext cx="118" cy="333"/>
                  </a:xfrm>
                  <a:custGeom>
                    <a:avLst/>
                    <a:gdLst>
                      <a:gd name="T0" fmla="*/ 9 w 50"/>
                      <a:gd name="T1" fmla="*/ 0 h 141"/>
                      <a:gd name="T2" fmla="*/ 0 w 50"/>
                      <a:gd name="T3" fmla="*/ 8 h 141"/>
                      <a:gd name="T4" fmla="*/ 36 w 50"/>
                      <a:gd name="T5" fmla="*/ 76 h 141"/>
                      <a:gd name="T6" fmla="*/ 6 w 50"/>
                      <a:gd name="T7" fmla="*/ 133 h 141"/>
                      <a:gd name="T8" fmla="*/ 15 w 50"/>
                      <a:gd name="T9" fmla="*/ 141 h 141"/>
                      <a:gd name="T10" fmla="*/ 48 w 50"/>
                      <a:gd name="T11" fmla="*/ 76 h 141"/>
                      <a:gd name="T12" fmla="*/ 9 w 50"/>
                      <a:gd name="T13" fmla="*/ 0 h 1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0" h="141">
                        <a:moveTo>
                          <a:pt x="9" y="0"/>
                        </a:move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3" y="24"/>
                          <a:pt x="37" y="49"/>
                          <a:pt x="36" y="76"/>
                        </a:cubicBezTo>
                        <a:cubicBezTo>
                          <a:pt x="35" y="99"/>
                          <a:pt x="24" y="119"/>
                          <a:pt x="6" y="133"/>
                        </a:cubicBezTo>
                        <a:cubicBezTo>
                          <a:pt x="15" y="141"/>
                          <a:pt x="15" y="141"/>
                          <a:pt x="15" y="141"/>
                        </a:cubicBezTo>
                        <a:cubicBezTo>
                          <a:pt x="34" y="125"/>
                          <a:pt x="47" y="102"/>
                          <a:pt x="48" y="76"/>
                        </a:cubicBezTo>
                        <a:cubicBezTo>
                          <a:pt x="50" y="46"/>
                          <a:pt x="34" y="18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5" name="Freeform 37"/>
                  <p:cNvSpPr>
                    <a:spLocks/>
                  </p:cNvSpPr>
                  <p:nvPr/>
                </p:nvSpPr>
                <p:spPr bwMode="auto">
                  <a:xfrm>
                    <a:off x="6413" y="1031"/>
                    <a:ext cx="142" cy="439"/>
                  </a:xfrm>
                  <a:custGeom>
                    <a:avLst/>
                    <a:gdLst>
                      <a:gd name="T0" fmla="*/ 9 w 60"/>
                      <a:gd name="T1" fmla="*/ 0 h 186"/>
                      <a:gd name="T2" fmla="*/ 0 w 60"/>
                      <a:gd name="T3" fmla="*/ 9 h 186"/>
                      <a:gd name="T4" fmla="*/ 47 w 60"/>
                      <a:gd name="T5" fmla="*/ 100 h 186"/>
                      <a:gd name="T6" fmla="*/ 5 w 60"/>
                      <a:gd name="T7" fmla="*/ 178 h 186"/>
                      <a:gd name="T8" fmla="*/ 14 w 60"/>
                      <a:gd name="T9" fmla="*/ 186 h 186"/>
                      <a:gd name="T10" fmla="*/ 59 w 60"/>
                      <a:gd name="T11" fmla="*/ 100 h 186"/>
                      <a:gd name="T12" fmla="*/ 9 w 60"/>
                      <a:gd name="T13" fmla="*/ 0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" h="186">
                        <a:moveTo>
                          <a:pt x="9" y="0"/>
                        </a:move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30" y="30"/>
                          <a:pt x="48" y="63"/>
                          <a:pt x="47" y="100"/>
                        </a:cubicBezTo>
                        <a:cubicBezTo>
                          <a:pt x="45" y="131"/>
                          <a:pt x="29" y="159"/>
                          <a:pt x="5" y="178"/>
                        </a:cubicBezTo>
                        <a:cubicBezTo>
                          <a:pt x="14" y="186"/>
                          <a:pt x="14" y="186"/>
                          <a:pt x="14" y="186"/>
                        </a:cubicBezTo>
                        <a:cubicBezTo>
                          <a:pt x="40" y="165"/>
                          <a:pt x="57" y="134"/>
                          <a:pt x="59" y="100"/>
                        </a:cubicBezTo>
                        <a:cubicBezTo>
                          <a:pt x="60" y="60"/>
                          <a:pt x="41" y="2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grpSp>
            <p:nvGrpSpPr>
              <p:cNvPr id="72" name="Gruppieren 71"/>
              <p:cNvGrpSpPr/>
              <p:nvPr/>
            </p:nvGrpSpPr>
            <p:grpSpPr>
              <a:xfrm>
                <a:off x="6136954" y="3638049"/>
                <a:ext cx="1484936" cy="1088323"/>
                <a:chOff x="6136954" y="3638049"/>
                <a:chExt cx="1484936" cy="1088323"/>
              </a:xfrm>
            </p:grpSpPr>
            <p:grpSp>
              <p:nvGrpSpPr>
                <p:cNvPr id="73" name="Gruppieren 72"/>
                <p:cNvGrpSpPr/>
                <p:nvPr/>
              </p:nvGrpSpPr>
              <p:grpSpPr>
                <a:xfrm>
                  <a:off x="7133579" y="3638049"/>
                  <a:ext cx="488311" cy="488311"/>
                  <a:chOff x="7189236" y="3638049"/>
                  <a:chExt cx="488311" cy="488311"/>
                </a:xfrm>
              </p:grpSpPr>
              <p:sp>
                <p:nvSpPr>
                  <p:cNvPr id="75" name="Ellipse 74"/>
                  <p:cNvSpPr/>
                  <p:nvPr/>
                </p:nvSpPr>
                <p:spPr bwMode="auto">
                  <a:xfrm>
                    <a:off x="7189236" y="3638049"/>
                    <a:ext cx="488311" cy="488311"/>
                  </a:xfrm>
                  <a:prstGeom prst="ellipse">
                    <a:avLst/>
                  </a:prstGeom>
                  <a:solidFill>
                    <a:srgbClr val="AFAFAF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36000" rIns="36000" rtlCol="0" anchor="ctr"/>
                  <a:lstStyle/>
                  <a:p>
                    <a:pPr algn="ctr"/>
                    <a:endParaRPr lang="de-DE" b="1" dirty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76" name="Freeform 26"/>
                  <p:cNvSpPr>
                    <a:spLocks noEditPoints="1"/>
                  </p:cNvSpPr>
                  <p:nvPr/>
                </p:nvSpPr>
                <p:spPr bwMode="auto">
                  <a:xfrm>
                    <a:off x="7329387" y="3707308"/>
                    <a:ext cx="208008" cy="325952"/>
                  </a:xfrm>
                  <a:custGeom>
                    <a:avLst/>
                    <a:gdLst>
                      <a:gd name="T0" fmla="*/ 37 w 41"/>
                      <a:gd name="T1" fmla="*/ 30 h 64"/>
                      <a:gd name="T2" fmla="*/ 37 w 41"/>
                      <a:gd name="T3" fmla="*/ 25 h 64"/>
                      <a:gd name="T4" fmla="*/ 38 w 41"/>
                      <a:gd name="T5" fmla="*/ 21 h 64"/>
                      <a:gd name="T6" fmla="*/ 32 w 41"/>
                      <a:gd name="T7" fmla="*/ 5 h 64"/>
                      <a:gd name="T8" fmla="*/ 21 w 41"/>
                      <a:gd name="T9" fmla="*/ 0 h 64"/>
                      <a:gd name="T10" fmla="*/ 9 w 41"/>
                      <a:gd name="T11" fmla="*/ 5 h 64"/>
                      <a:gd name="T12" fmla="*/ 4 w 41"/>
                      <a:gd name="T13" fmla="*/ 17 h 64"/>
                      <a:gd name="T14" fmla="*/ 4 w 41"/>
                      <a:gd name="T15" fmla="*/ 30 h 64"/>
                      <a:gd name="T16" fmla="*/ 0 w 41"/>
                      <a:gd name="T17" fmla="*/ 33 h 64"/>
                      <a:gd name="T18" fmla="*/ 0 w 41"/>
                      <a:gd name="T19" fmla="*/ 61 h 64"/>
                      <a:gd name="T20" fmla="*/ 1 w 41"/>
                      <a:gd name="T21" fmla="*/ 63 h 64"/>
                      <a:gd name="T22" fmla="*/ 3 w 41"/>
                      <a:gd name="T23" fmla="*/ 64 h 64"/>
                      <a:gd name="T24" fmla="*/ 39 w 41"/>
                      <a:gd name="T25" fmla="*/ 64 h 64"/>
                      <a:gd name="T26" fmla="*/ 41 w 41"/>
                      <a:gd name="T27" fmla="*/ 63 h 64"/>
                      <a:gd name="T28" fmla="*/ 41 w 41"/>
                      <a:gd name="T29" fmla="*/ 61 h 64"/>
                      <a:gd name="T30" fmla="*/ 41 w 41"/>
                      <a:gd name="T31" fmla="*/ 33 h 64"/>
                      <a:gd name="T32" fmla="*/ 37 w 41"/>
                      <a:gd name="T33" fmla="*/ 30 h 64"/>
                      <a:gd name="T34" fmla="*/ 11 w 41"/>
                      <a:gd name="T35" fmla="*/ 17 h 64"/>
                      <a:gd name="T36" fmla="*/ 14 w 41"/>
                      <a:gd name="T37" fmla="*/ 10 h 64"/>
                      <a:gd name="T38" fmla="*/ 21 w 41"/>
                      <a:gd name="T39" fmla="*/ 7 h 64"/>
                      <a:gd name="T40" fmla="*/ 28 w 41"/>
                      <a:gd name="T41" fmla="*/ 10 h 64"/>
                      <a:gd name="T42" fmla="*/ 31 w 41"/>
                      <a:gd name="T43" fmla="*/ 17 h 64"/>
                      <a:gd name="T44" fmla="*/ 31 w 41"/>
                      <a:gd name="T45" fmla="*/ 30 h 64"/>
                      <a:gd name="T46" fmla="*/ 11 w 41"/>
                      <a:gd name="T47" fmla="*/ 30 h 64"/>
                      <a:gd name="T48" fmla="*/ 11 w 41"/>
                      <a:gd name="T49" fmla="*/ 17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41" h="64">
                        <a:moveTo>
                          <a:pt x="37" y="30"/>
                        </a:moveTo>
                        <a:cubicBezTo>
                          <a:pt x="37" y="29"/>
                          <a:pt x="37" y="28"/>
                          <a:pt x="37" y="25"/>
                        </a:cubicBezTo>
                        <a:cubicBezTo>
                          <a:pt x="37" y="23"/>
                          <a:pt x="38" y="22"/>
                          <a:pt x="38" y="21"/>
                        </a:cubicBezTo>
                        <a:cubicBezTo>
                          <a:pt x="38" y="14"/>
                          <a:pt x="36" y="8"/>
                          <a:pt x="32" y="5"/>
                        </a:cubicBezTo>
                        <a:cubicBezTo>
                          <a:pt x="29" y="2"/>
                          <a:pt x="25" y="0"/>
                          <a:pt x="21" y="0"/>
                        </a:cubicBezTo>
                        <a:cubicBezTo>
                          <a:pt x="16" y="0"/>
                          <a:pt x="12" y="2"/>
                          <a:pt x="9" y="5"/>
                        </a:cubicBezTo>
                        <a:cubicBezTo>
                          <a:pt x="6" y="8"/>
                          <a:pt x="4" y="12"/>
                          <a:pt x="4" y="17"/>
                        </a:cubicBezTo>
                        <a:cubicBezTo>
                          <a:pt x="4" y="30"/>
                          <a:pt x="4" y="30"/>
                          <a:pt x="4" y="30"/>
                        </a:cubicBezTo>
                        <a:cubicBezTo>
                          <a:pt x="2" y="30"/>
                          <a:pt x="0" y="31"/>
                          <a:pt x="0" y="33"/>
                        </a:cubicBezTo>
                        <a:cubicBezTo>
                          <a:pt x="0" y="61"/>
                          <a:pt x="0" y="61"/>
                          <a:pt x="0" y="61"/>
                        </a:cubicBezTo>
                        <a:cubicBezTo>
                          <a:pt x="0" y="62"/>
                          <a:pt x="1" y="63"/>
                          <a:pt x="1" y="63"/>
                        </a:cubicBezTo>
                        <a:cubicBezTo>
                          <a:pt x="2" y="64"/>
                          <a:pt x="2" y="64"/>
                          <a:pt x="3" y="64"/>
                        </a:cubicBezTo>
                        <a:cubicBezTo>
                          <a:pt x="39" y="64"/>
                          <a:pt x="39" y="64"/>
                          <a:pt x="39" y="64"/>
                        </a:cubicBezTo>
                        <a:cubicBezTo>
                          <a:pt x="39" y="64"/>
                          <a:pt x="40" y="64"/>
                          <a:pt x="41" y="63"/>
                        </a:cubicBezTo>
                        <a:cubicBezTo>
                          <a:pt x="41" y="63"/>
                          <a:pt x="41" y="62"/>
                          <a:pt x="41" y="61"/>
                        </a:cubicBez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41" y="31"/>
                          <a:pt x="40" y="30"/>
                          <a:pt x="37" y="30"/>
                        </a:cubicBezTo>
                        <a:close/>
                        <a:moveTo>
                          <a:pt x="11" y="17"/>
                        </a:moveTo>
                        <a:cubicBezTo>
                          <a:pt x="11" y="14"/>
                          <a:pt x="12" y="12"/>
                          <a:pt x="14" y="10"/>
                        </a:cubicBezTo>
                        <a:cubicBezTo>
                          <a:pt x="16" y="8"/>
                          <a:pt x="18" y="7"/>
                          <a:pt x="21" y="7"/>
                        </a:cubicBezTo>
                        <a:cubicBezTo>
                          <a:pt x="24" y="7"/>
                          <a:pt x="26" y="8"/>
                          <a:pt x="28" y="10"/>
                        </a:cubicBezTo>
                        <a:cubicBezTo>
                          <a:pt x="30" y="12"/>
                          <a:pt x="31" y="14"/>
                          <a:pt x="31" y="17"/>
                        </a:cubicBezTo>
                        <a:cubicBezTo>
                          <a:pt x="31" y="30"/>
                          <a:pt x="31" y="30"/>
                          <a:pt x="31" y="30"/>
                        </a:cubicBezTo>
                        <a:cubicBezTo>
                          <a:pt x="11" y="30"/>
                          <a:pt x="11" y="30"/>
                          <a:pt x="11" y="30"/>
                        </a:cubicBezTo>
                        <a:lnTo>
                          <a:pt x="11" y="17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74" name="Textfeld 73"/>
                <p:cNvSpPr txBox="1"/>
                <p:nvPr/>
              </p:nvSpPr>
              <p:spPr bwMode="gray">
                <a:xfrm>
                  <a:off x="6136954" y="3780923"/>
                  <a:ext cx="1080000" cy="945449"/>
                </a:xfrm>
                <a:prstGeom prst="rect">
                  <a:avLst/>
                </a:prstGeom>
                <a:noFill/>
              </p:spPr>
              <p:txBody>
                <a:bodyPr wrap="square" lIns="72000" tIns="0" rIns="144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dirty="0">
                      <a:solidFill>
                        <a:srgbClr val="646464"/>
                      </a:solidFill>
                    </a:rPr>
                    <a:t>This is a </a:t>
                  </a:r>
                  <a:r>
                    <a:rPr lang="en-US" dirty="0" smtClean="0">
                      <a:solidFill>
                        <a:srgbClr val="646464"/>
                      </a:solidFill>
                    </a:rPr>
                    <a:t>placeholder. </a:t>
                  </a:r>
                </a:p>
                <a:p>
                  <a:pPr algn="l"/>
                  <a:r>
                    <a:rPr lang="en-US" sz="800" dirty="0" smtClean="0">
                      <a:solidFill>
                        <a:srgbClr val="646464"/>
                      </a:solidFill>
                    </a:rPr>
                    <a:t>Replace this text with your own information.</a:t>
                  </a:r>
                  <a:endParaRPr lang="en-US" sz="800" dirty="0">
                    <a:solidFill>
                      <a:srgbClr val="646464"/>
                    </a:solidFill>
                  </a:endParaRPr>
                </a:p>
              </p:txBody>
            </p:sp>
          </p:grpSp>
        </p:grpSp>
        <p:sp>
          <p:nvSpPr>
            <p:cNvPr id="96" name="Rechteck 95"/>
            <p:cNvSpPr/>
            <p:nvPr/>
          </p:nvSpPr>
          <p:spPr bwMode="gray">
            <a:xfrm>
              <a:off x="345377" y="3637243"/>
              <a:ext cx="3936618" cy="1058394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7200" dirty="0" smtClean="0">
                  <a:solidFill>
                    <a:srgbClr val="7D7D7D"/>
                  </a:solidFill>
                </a:rPr>
                <a:t>CONNECT</a:t>
              </a:r>
              <a:endParaRPr lang="en-US" sz="7200" dirty="0">
                <a:solidFill>
                  <a:srgbClr val="7D7D7D"/>
                </a:solidFill>
              </a:endParaRPr>
            </a:p>
          </p:txBody>
        </p:sp>
        <p:grpSp>
          <p:nvGrpSpPr>
            <p:cNvPr id="10" name="Gruppieren 9"/>
            <p:cNvGrpSpPr/>
            <p:nvPr/>
          </p:nvGrpSpPr>
          <p:grpSpPr>
            <a:xfrm>
              <a:off x="6205020" y="474828"/>
              <a:ext cx="2530867" cy="5807900"/>
              <a:chOff x="6205020" y="474828"/>
              <a:chExt cx="2530867" cy="5807900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6205020" y="474828"/>
                <a:ext cx="1349276" cy="5807900"/>
                <a:chOff x="6205020" y="474828"/>
                <a:chExt cx="1349276" cy="5807900"/>
              </a:xfrm>
            </p:grpSpPr>
            <p:sp>
              <p:nvSpPr>
                <p:cNvPr id="62" name="Textfeld 61"/>
                <p:cNvSpPr txBox="1"/>
                <p:nvPr/>
              </p:nvSpPr>
              <p:spPr bwMode="gray">
                <a:xfrm>
                  <a:off x="6214093" y="2198038"/>
                  <a:ext cx="1336642" cy="1079662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rgbClr val="FFFFFF"/>
                      </a:solidFill>
                    </a:rPr>
                    <a:t>This is a placeholder text. Replace this text with your own information. </a:t>
                  </a:r>
                </a:p>
                <a:p>
                  <a:pPr algn="l"/>
                  <a:r>
                    <a:rPr lang="en-US" sz="800" dirty="0" smtClean="0">
                      <a:solidFill>
                        <a:srgbClr val="FFFFFF"/>
                      </a:solidFill>
                    </a:rPr>
                    <a:t>This text demonstrates how your text will look like. Type your text here, this is only a placeholder.</a:t>
                  </a:r>
                  <a:endParaRPr lang="en-US" sz="800" dirty="0">
                    <a:solidFill>
                      <a:srgbClr val="FFFFFF"/>
                    </a:solidFill>
                  </a:endParaRPr>
                </a:p>
              </p:txBody>
            </p:sp>
            <p:grpSp>
              <p:nvGrpSpPr>
                <p:cNvPr id="63" name="Gruppieren 62"/>
                <p:cNvGrpSpPr/>
                <p:nvPr/>
              </p:nvGrpSpPr>
              <p:grpSpPr bwMode="gray">
                <a:xfrm>
                  <a:off x="6205020" y="3474995"/>
                  <a:ext cx="1296000" cy="1501437"/>
                  <a:chOff x="4641038" y="3429796"/>
                  <a:chExt cx="1296000" cy="1501437"/>
                </a:xfrm>
              </p:grpSpPr>
              <p:sp>
                <p:nvSpPr>
                  <p:cNvPr id="64" name="Textfeld 63"/>
                  <p:cNvSpPr txBox="1"/>
                  <p:nvPr/>
                </p:nvSpPr>
                <p:spPr bwMode="gray">
                  <a:xfrm>
                    <a:off x="4641038" y="3861234"/>
                    <a:ext cx="1296000" cy="1069999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/>
                    <a:r>
                      <a:rPr lang="en-US" sz="800" dirty="0" smtClean="0">
                        <a:solidFill>
                          <a:srgbClr val="FFFFFF"/>
                        </a:solidFill>
                      </a:rPr>
                      <a:t>This is a placeholder text. Replace this text with your own information. This text demonstrates how your text will look like. Type your text here, this is only a placeholder.</a:t>
                    </a:r>
                    <a:endParaRPr lang="en-US" sz="800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65" name="Textfeld 64"/>
                  <p:cNvSpPr txBox="1"/>
                  <p:nvPr/>
                </p:nvSpPr>
                <p:spPr bwMode="gray">
                  <a:xfrm>
                    <a:off x="4641038" y="3429796"/>
                    <a:ext cx="1294233" cy="431438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>
                      <a:lnSpc>
                        <a:spcPct val="90000"/>
                      </a:lnSpc>
                    </a:pPr>
                    <a:r>
                      <a:rPr lang="de-DE" sz="2400" dirty="0">
                        <a:solidFill>
                          <a:srgbClr val="FFFFFF"/>
                        </a:solidFill>
                      </a:rPr>
                      <a:t>$ </a:t>
                    </a:r>
                    <a:r>
                      <a:rPr lang="de-DE" sz="4000" dirty="0" smtClean="0">
                        <a:solidFill>
                          <a:srgbClr val="FFFFFF"/>
                        </a:solidFill>
                      </a:rPr>
                      <a:t>200</a:t>
                    </a:r>
                    <a:endParaRPr lang="de-DE" sz="2400" dirty="0">
                      <a:solidFill>
                        <a:srgbClr val="FFFFFF"/>
                      </a:solidFill>
                    </a:endParaRPr>
                  </a:p>
                </p:txBody>
              </p:sp>
            </p:grpSp>
            <p:sp>
              <p:nvSpPr>
                <p:cNvPr id="66" name="Textfeld 65"/>
                <p:cNvSpPr txBox="1"/>
                <p:nvPr/>
              </p:nvSpPr>
              <p:spPr bwMode="gray">
                <a:xfrm>
                  <a:off x="6217654" y="5203066"/>
                  <a:ext cx="1336642" cy="1079662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rgbClr val="FFFFFF"/>
                      </a:solidFill>
                    </a:rPr>
                    <a:t>This is a placeholder text. Replace this text with your own information. </a:t>
                  </a:r>
                </a:p>
                <a:p>
                  <a:pPr algn="l"/>
                  <a:r>
                    <a:rPr lang="en-US" sz="800" dirty="0" smtClean="0">
                      <a:solidFill>
                        <a:srgbClr val="FFFFFF"/>
                      </a:solidFill>
                    </a:rPr>
                    <a:t>This text demonstrates how your text will look like. Type your text here, this is only a placeholder.</a:t>
                  </a:r>
                  <a:endParaRPr lang="en-US" sz="800" dirty="0">
                    <a:solidFill>
                      <a:srgbClr val="FFFFFF"/>
                    </a:solidFill>
                  </a:endParaRPr>
                </a:p>
              </p:txBody>
            </p:sp>
            <p:grpSp>
              <p:nvGrpSpPr>
                <p:cNvPr id="67" name="Gruppieren 66"/>
                <p:cNvGrpSpPr/>
                <p:nvPr/>
              </p:nvGrpSpPr>
              <p:grpSpPr bwMode="gray">
                <a:xfrm>
                  <a:off x="6212523" y="474828"/>
                  <a:ext cx="1296000" cy="1501437"/>
                  <a:chOff x="4641038" y="3429796"/>
                  <a:chExt cx="1296000" cy="1501437"/>
                </a:xfrm>
              </p:grpSpPr>
              <p:sp>
                <p:nvSpPr>
                  <p:cNvPr id="68" name="Textfeld 67"/>
                  <p:cNvSpPr txBox="1"/>
                  <p:nvPr/>
                </p:nvSpPr>
                <p:spPr bwMode="gray">
                  <a:xfrm>
                    <a:off x="4641038" y="3861234"/>
                    <a:ext cx="1296000" cy="1069999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/>
                    <a:r>
                      <a:rPr lang="en-US" sz="800" dirty="0" smtClean="0">
                        <a:solidFill>
                          <a:srgbClr val="FFFFFF"/>
                        </a:solidFill>
                      </a:rPr>
                      <a:t>This is a placeholder text. Replace this text with your own information. This text demonstrates how your text will look like. Type your text here, this is only a placeholder.</a:t>
                    </a:r>
                    <a:endParaRPr lang="en-US" sz="800" dirty="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69" name="Textfeld 68"/>
                  <p:cNvSpPr txBox="1"/>
                  <p:nvPr/>
                </p:nvSpPr>
                <p:spPr bwMode="gray">
                  <a:xfrm>
                    <a:off x="4641038" y="3429796"/>
                    <a:ext cx="1294233" cy="431438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>
                      <a:lnSpc>
                        <a:spcPct val="90000"/>
                      </a:lnSpc>
                    </a:pPr>
                    <a:r>
                      <a:rPr lang="de-DE" sz="2400" dirty="0">
                        <a:solidFill>
                          <a:srgbClr val="FFFFFF"/>
                        </a:solidFill>
                      </a:rPr>
                      <a:t>$ </a:t>
                    </a:r>
                    <a:r>
                      <a:rPr lang="de-DE" sz="4000" dirty="0" smtClean="0">
                        <a:solidFill>
                          <a:srgbClr val="FFFFFF"/>
                        </a:solidFill>
                      </a:rPr>
                      <a:t>128</a:t>
                    </a:r>
                    <a:endParaRPr lang="de-DE" sz="2400" dirty="0">
                      <a:solidFill>
                        <a:srgbClr val="FFFFFF"/>
                      </a:solidFill>
                    </a:endParaRPr>
                  </a:p>
                </p:txBody>
              </p:sp>
            </p:grpSp>
          </p:grpSp>
          <p:grpSp>
            <p:nvGrpSpPr>
              <p:cNvPr id="8" name="Gruppieren 7"/>
              <p:cNvGrpSpPr/>
              <p:nvPr/>
            </p:nvGrpSpPr>
            <p:grpSpPr>
              <a:xfrm>
                <a:off x="7654154" y="759463"/>
                <a:ext cx="1081733" cy="5466438"/>
                <a:chOff x="7654154" y="759463"/>
                <a:chExt cx="1081733" cy="5466438"/>
              </a:xfrm>
            </p:grpSpPr>
            <p:sp>
              <p:nvSpPr>
                <p:cNvPr id="61" name="Freeform 43"/>
                <p:cNvSpPr>
                  <a:spLocks noEditPoints="1"/>
                </p:cNvSpPr>
                <p:nvPr/>
              </p:nvSpPr>
              <p:spPr bwMode="auto">
                <a:xfrm>
                  <a:off x="7654154" y="2165525"/>
                  <a:ext cx="1078123" cy="1063535"/>
                </a:xfrm>
                <a:custGeom>
                  <a:avLst/>
                  <a:gdLst>
                    <a:gd name="T0" fmla="*/ 157 w 313"/>
                    <a:gd name="T1" fmla="*/ 0 h 309"/>
                    <a:gd name="T2" fmla="*/ 0 w 313"/>
                    <a:gd name="T3" fmla="*/ 154 h 309"/>
                    <a:gd name="T4" fmla="*/ 157 w 313"/>
                    <a:gd name="T5" fmla="*/ 309 h 309"/>
                    <a:gd name="T6" fmla="*/ 313 w 313"/>
                    <a:gd name="T7" fmla="*/ 154 h 309"/>
                    <a:gd name="T8" fmla="*/ 295 w 313"/>
                    <a:gd name="T9" fmla="*/ 145 h 309"/>
                    <a:gd name="T10" fmla="*/ 247 w 313"/>
                    <a:gd name="T11" fmla="*/ 94 h 309"/>
                    <a:gd name="T12" fmla="*/ 295 w 313"/>
                    <a:gd name="T13" fmla="*/ 145 h 309"/>
                    <a:gd name="T14" fmla="*/ 242 w 313"/>
                    <a:gd name="T15" fmla="*/ 83 h 309"/>
                    <a:gd name="T16" fmla="*/ 274 w 313"/>
                    <a:gd name="T17" fmla="*/ 83 h 309"/>
                    <a:gd name="T18" fmla="*/ 220 w 313"/>
                    <a:gd name="T19" fmla="*/ 83 h 309"/>
                    <a:gd name="T20" fmla="*/ 168 w 313"/>
                    <a:gd name="T21" fmla="*/ 33 h 309"/>
                    <a:gd name="T22" fmla="*/ 227 w 313"/>
                    <a:gd name="T23" fmla="*/ 94 h 309"/>
                    <a:gd name="T24" fmla="*/ 168 w 313"/>
                    <a:gd name="T25" fmla="*/ 145 h 309"/>
                    <a:gd name="T26" fmla="*/ 168 w 313"/>
                    <a:gd name="T27" fmla="*/ 156 h 309"/>
                    <a:gd name="T28" fmla="*/ 241 w 313"/>
                    <a:gd name="T29" fmla="*/ 158 h 309"/>
                    <a:gd name="T30" fmla="*/ 168 w 313"/>
                    <a:gd name="T31" fmla="*/ 204 h 309"/>
                    <a:gd name="T32" fmla="*/ 129 w 313"/>
                    <a:gd name="T33" fmla="*/ 20 h 309"/>
                    <a:gd name="T34" fmla="*/ 39 w 313"/>
                    <a:gd name="T35" fmla="*/ 83 h 309"/>
                    <a:gd name="T36" fmla="*/ 33 w 313"/>
                    <a:gd name="T37" fmla="*/ 94 h 309"/>
                    <a:gd name="T38" fmla="*/ 54 w 313"/>
                    <a:gd name="T39" fmla="*/ 145 h 309"/>
                    <a:gd name="T40" fmla="*/ 33 w 313"/>
                    <a:gd name="T41" fmla="*/ 94 h 309"/>
                    <a:gd name="T42" fmla="*/ 53 w 313"/>
                    <a:gd name="T43" fmla="*/ 156 h 309"/>
                    <a:gd name="T44" fmla="*/ 61 w 313"/>
                    <a:gd name="T45" fmla="*/ 204 h 309"/>
                    <a:gd name="T46" fmla="*/ 18 w 313"/>
                    <a:gd name="T47" fmla="*/ 156 h 309"/>
                    <a:gd name="T48" fmla="*/ 64 w 313"/>
                    <a:gd name="T49" fmla="*/ 215 h 309"/>
                    <a:gd name="T50" fmla="*/ 33 w 313"/>
                    <a:gd name="T51" fmla="*/ 215 h 309"/>
                    <a:gd name="T52" fmla="*/ 229 w 313"/>
                    <a:gd name="T53" fmla="*/ 215 h 309"/>
                    <a:gd name="T54" fmla="*/ 168 w 313"/>
                    <a:gd name="T55" fmla="*/ 215 h 309"/>
                    <a:gd name="T56" fmla="*/ 249 w 313"/>
                    <a:gd name="T57" fmla="*/ 215 h 309"/>
                    <a:gd name="T58" fmla="*/ 195 w 313"/>
                    <a:gd name="T59" fmla="*/ 286 h 309"/>
                    <a:gd name="T60" fmla="*/ 260 w 313"/>
                    <a:gd name="T61" fmla="*/ 159 h 309"/>
                    <a:gd name="T62" fmla="*/ 295 w 313"/>
                    <a:gd name="T63" fmla="*/ 156 h 309"/>
                    <a:gd name="T64" fmla="*/ 253 w 313"/>
                    <a:gd name="T65" fmla="*/ 204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13" h="309">
                      <a:moveTo>
                        <a:pt x="158" y="0"/>
                      </a:moveTo>
                      <a:cubicBezTo>
                        <a:pt x="158" y="0"/>
                        <a:pt x="157" y="0"/>
                        <a:pt x="157" y="0"/>
                      </a:cubicBezTo>
                      <a:cubicBezTo>
                        <a:pt x="156" y="0"/>
                        <a:pt x="155" y="0"/>
                        <a:pt x="155" y="0"/>
                      </a:cubicBezTo>
                      <a:cubicBezTo>
                        <a:pt x="69" y="0"/>
                        <a:pt x="0" y="69"/>
                        <a:pt x="0" y="154"/>
                      </a:cubicBezTo>
                      <a:cubicBezTo>
                        <a:pt x="0" y="240"/>
                        <a:pt x="69" y="309"/>
                        <a:pt x="155" y="309"/>
                      </a:cubicBezTo>
                      <a:cubicBezTo>
                        <a:pt x="155" y="309"/>
                        <a:pt x="156" y="309"/>
                        <a:pt x="157" y="309"/>
                      </a:cubicBezTo>
                      <a:cubicBezTo>
                        <a:pt x="157" y="309"/>
                        <a:pt x="158" y="309"/>
                        <a:pt x="158" y="309"/>
                      </a:cubicBezTo>
                      <a:cubicBezTo>
                        <a:pt x="244" y="309"/>
                        <a:pt x="313" y="240"/>
                        <a:pt x="313" y="154"/>
                      </a:cubicBezTo>
                      <a:cubicBezTo>
                        <a:pt x="313" y="69"/>
                        <a:pt x="244" y="0"/>
                        <a:pt x="158" y="0"/>
                      </a:cubicBezTo>
                      <a:close/>
                      <a:moveTo>
                        <a:pt x="295" y="145"/>
                      </a:moveTo>
                      <a:cubicBezTo>
                        <a:pt x="259" y="145"/>
                        <a:pt x="259" y="145"/>
                        <a:pt x="259" y="145"/>
                      </a:cubicBezTo>
                      <a:cubicBezTo>
                        <a:pt x="258" y="127"/>
                        <a:pt x="254" y="110"/>
                        <a:pt x="247" y="94"/>
                      </a:cubicBezTo>
                      <a:cubicBezTo>
                        <a:pt x="281" y="94"/>
                        <a:pt x="281" y="94"/>
                        <a:pt x="281" y="94"/>
                      </a:cubicBezTo>
                      <a:cubicBezTo>
                        <a:pt x="288" y="109"/>
                        <a:pt x="293" y="127"/>
                        <a:pt x="295" y="145"/>
                      </a:cubicBezTo>
                      <a:close/>
                      <a:moveTo>
                        <a:pt x="274" y="83"/>
                      </a:moveTo>
                      <a:cubicBezTo>
                        <a:pt x="242" y="83"/>
                        <a:pt x="242" y="83"/>
                        <a:pt x="242" y="83"/>
                      </a:cubicBezTo>
                      <a:cubicBezTo>
                        <a:pt x="228" y="57"/>
                        <a:pt x="209" y="35"/>
                        <a:pt x="184" y="20"/>
                      </a:cubicBezTo>
                      <a:cubicBezTo>
                        <a:pt x="222" y="28"/>
                        <a:pt x="255" y="51"/>
                        <a:pt x="274" y="83"/>
                      </a:cubicBezTo>
                      <a:close/>
                      <a:moveTo>
                        <a:pt x="168" y="33"/>
                      </a:moveTo>
                      <a:cubicBezTo>
                        <a:pt x="189" y="44"/>
                        <a:pt x="208" y="61"/>
                        <a:pt x="220" y="83"/>
                      </a:cubicBezTo>
                      <a:cubicBezTo>
                        <a:pt x="168" y="83"/>
                        <a:pt x="168" y="83"/>
                        <a:pt x="168" y="83"/>
                      </a:cubicBezTo>
                      <a:lnTo>
                        <a:pt x="168" y="33"/>
                      </a:lnTo>
                      <a:close/>
                      <a:moveTo>
                        <a:pt x="168" y="94"/>
                      </a:moveTo>
                      <a:cubicBezTo>
                        <a:pt x="227" y="94"/>
                        <a:pt x="227" y="94"/>
                        <a:pt x="227" y="94"/>
                      </a:cubicBezTo>
                      <a:cubicBezTo>
                        <a:pt x="234" y="109"/>
                        <a:pt x="239" y="127"/>
                        <a:pt x="241" y="145"/>
                      </a:cubicBezTo>
                      <a:cubicBezTo>
                        <a:pt x="168" y="145"/>
                        <a:pt x="168" y="145"/>
                        <a:pt x="168" y="145"/>
                      </a:cubicBezTo>
                      <a:lnTo>
                        <a:pt x="168" y="94"/>
                      </a:lnTo>
                      <a:close/>
                      <a:moveTo>
                        <a:pt x="168" y="156"/>
                      </a:moveTo>
                      <a:cubicBezTo>
                        <a:pt x="241" y="156"/>
                        <a:pt x="241" y="156"/>
                        <a:pt x="241" y="156"/>
                      </a:cubicBezTo>
                      <a:cubicBezTo>
                        <a:pt x="241" y="157"/>
                        <a:pt x="241" y="158"/>
                        <a:pt x="241" y="158"/>
                      </a:cubicBezTo>
                      <a:cubicBezTo>
                        <a:pt x="241" y="175"/>
                        <a:pt x="238" y="190"/>
                        <a:pt x="233" y="204"/>
                      </a:cubicBezTo>
                      <a:cubicBezTo>
                        <a:pt x="168" y="204"/>
                        <a:pt x="168" y="204"/>
                        <a:pt x="168" y="204"/>
                      </a:cubicBezTo>
                      <a:lnTo>
                        <a:pt x="168" y="156"/>
                      </a:lnTo>
                      <a:close/>
                      <a:moveTo>
                        <a:pt x="129" y="20"/>
                      </a:moveTo>
                      <a:cubicBezTo>
                        <a:pt x="105" y="35"/>
                        <a:pt x="85" y="57"/>
                        <a:pt x="71" y="83"/>
                      </a:cubicBezTo>
                      <a:cubicBezTo>
                        <a:pt x="39" y="83"/>
                        <a:pt x="39" y="83"/>
                        <a:pt x="39" y="83"/>
                      </a:cubicBezTo>
                      <a:cubicBezTo>
                        <a:pt x="59" y="51"/>
                        <a:pt x="91" y="28"/>
                        <a:pt x="129" y="20"/>
                      </a:cubicBezTo>
                      <a:close/>
                      <a:moveTo>
                        <a:pt x="33" y="94"/>
                      </a:move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59" y="110"/>
                        <a:pt x="55" y="127"/>
                        <a:pt x="54" y="145"/>
                      </a:cubicBezTo>
                      <a:cubicBezTo>
                        <a:pt x="19" y="145"/>
                        <a:pt x="19" y="145"/>
                        <a:pt x="19" y="145"/>
                      </a:cubicBezTo>
                      <a:cubicBezTo>
                        <a:pt x="20" y="127"/>
                        <a:pt x="25" y="109"/>
                        <a:pt x="33" y="94"/>
                      </a:cubicBezTo>
                      <a:close/>
                      <a:moveTo>
                        <a:pt x="18" y="156"/>
                      </a:moveTo>
                      <a:cubicBezTo>
                        <a:pt x="53" y="156"/>
                        <a:pt x="53" y="156"/>
                        <a:pt x="53" y="156"/>
                      </a:cubicBezTo>
                      <a:cubicBezTo>
                        <a:pt x="53" y="157"/>
                        <a:pt x="53" y="158"/>
                        <a:pt x="53" y="159"/>
                      </a:cubicBezTo>
                      <a:cubicBezTo>
                        <a:pt x="54" y="175"/>
                        <a:pt x="56" y="190"/>
                        <a:pt x="61" y="204"/>
                      </a:cubicBezTo>
                      <a:cubicBezTo>
                        <a:pt x="28" y="204"/>
                        <a:pt x="28" y="204"/>
                        <a:pt x="28" y="204"/>
                      </a:cubicBezTo>
                      <a:cubicBezTo>
                        <a:pt x="22" y="189"/>
                        <a:pt x="19" y="173"/>
                        <a:pt x="18" y="156"/>
                      </a:cubicBezTo>
                      <a:close/>
                      <a:moveTo>
                        <a:pt x="33" y="215"/>
                      </a:moveTo>
                      <a:cubicBezTo>
                        <a:pt x="64" y="215"/>
                        <a:pt x="64" y="215"/>
                        <a:pt x="64" y="215"/>
                      </a:cubicBezTo>
                      <a:cubicBezTo>
                        <a:pt x="75" y="244"/>
                        <a:pt x="94" y="268"/>
                        <a:pt x="118" y="286"/>
                      </a:cubicBezTo>
                      <a:cubicBezTo>
                        <a:pt x="81" y="275"/>
                        <a:pt x="50" y="249"/>
                        <a:pt x="33" y="215"/>
                      </a:cubicBezTo>
                      <a:close/>
                      <a:moveTo>
                        <a:pt x="168" y="215"/>
                      </a:moveTo>
                      <a:cubicBezTo>
                        <a:pt x="229" y="215"/>
                        <a:pt x="229" y="215"/>
                        <a:pt x="229" y="215"/>
                      </a:cubicBezTo>
                      <a:cubicBezTo>
                        <a:pt x="216" y="243"/>
                        <a:pt x="194" y="267"/>
                        <a:pt x="168" y="281"/>
                      </a:cubicBezTo>
                      <a:lnTo>
                        <a:pt x="168" y="215"/>
                      </a:lnTo>
                      <a:close/>
                      <a:moveTo>
                        <a:pt x="195" y="286"/>
                      </a:moveTo>
                      <a:cubicBezTo>
                        <a:pt x="219" y="268"/>
                        <a:pt x="238" y="244"/>
                        <a:pt x="249" y="215"/>
                      </a:cubicBezTo>
                      <a:cubicBezTo>
                        <a:pt x="281" y="215"/>
                        <a:pt x="281" y="215"/>
                        <a:pt x="281" y="215"/>
                      </a:cubicBezTo>
                      <a:cubicBezTo>
                        <a:pt x="263" y="249"/>
                        <a:pt x="232" y="275"/>
                        <a:pt x="195" y="286"/>
                      </a:cubicBezTo>
                      <a:close/>
                      <a:moveTo>
                        <a:pt x="253" y="204"/>
                      </a:moveTo>
                      <a:cubicBezTo>
                        <a:pt x="257" y="190"/>
                        <a:pt x="260" y="175"/>
                        <a:pt x="260" y="159"/>
                      </a:cubicBezTo>
                      <a:cubicBezTo>
                        <a:pt x="260" y="158"/>
                        <a:pt x="260" y="157"/>
                        <a:pt x="260" y="156"/>
                      </a:cubicBezTo>
                      <a:cubicBezTo>
                        <a:pt x="295" y="156"/>
                        <a:pt x="295" y="156"/>
                        <a:pt x="295" y="156"/>
                      </a:cubicBezTo>
                      <a:cubicBezTo>
                        <a:pt x="295" y="173"/>
                        <a:pt x="291" y="189"/>
                        <a:pt x="285" y="204"/>
                      </a:cubicBezTo>
                      <a:lnTo>
                        <a:pt x="253" y="2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5" name="Gruppieren 4"/>
                <p:cNvGrpSpPr/>
                <p:nvPr/>
              </p:nvGrpSpPr>
              <p:grpSpPr>
                <a:xfrm>
                  <a:off x="7654154" y="759463"/>
                  <a:ext cx="1075937" cy="1075937"/>
                  <a:chOff x="7654154" y="759463"/>
                  <a:chExt cx="1075937" cy="1075937"/>
                </a:xfrm>
              </p:grpSpPr>
              <p:sp>
                <p:nvSpPr>
                  <p:cNvPr id="60" name="Ellipse 59"/>
                  <p:cNvSpPr/>
                  <p:nvPr/>
                </p:nvSpPr>
                <p:spPr bwMode="auto">
                  <a:xfrm>
                    <a:off x="7654154" y="759463"/>
                    <a:ext cx="1075937" cy="1075937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" name="Freeform 48"/>
                  <p:cNvSpPr>
                    <a:spLocks noEditPoints="1"/>
                  </p:cNvSpPr>
                  <p:nvPr/>
                </p:nvSpPr>
                <p:spPr bwMode="auto">
                  <a:xfrm>
                    <a:off x="7766581" y="941222"/>
                    <a:ext cx="851082" cy="712417"/>
                  </a:xfrm>
                  <a:custGeom>
                    <a:avLst/>
                    <a:gdLst>
                      <a:gd name="T0" fmla="*/ 109 w 359"/>
                      <a:gd name="T1" fmla="*/ 257 h 300"/>
                      <a:gd name="T2" fmla="*/ 106 w 359"/>
                      <a:gd name="T3" fmla="*/ 248 h 300"/>
                      <a:gd name="T4" fmla="*/ 112 w 359"/>
                      <a:gd name="T5" fmla="*/ 250 h 300"/>
                      <a:gd name="T6" fmla="*/ 113 w 359"/>
                      <a:gd name="T7" fmla="*/ 207 h 300"/>
                      <a:gd name="T8" fmla="*/ 47 w 359"/>
                      <a:gd name="T9" fmla="*/ 252 h 300"/>
                      <a:gd name="T10" fmla="*/ 73 w 359"/>
                      <a:gd name="T11" fmla="*/ 192 h 300"/>
                      <a:gd name="T12" fmla="*/ 36 w 359"/>
                      <a:gd name="T13" fmla="*/ 249 h 300"/>
                      <a:gd name="T14" fmla="*/ 71 w 359"/>
                      <a:gd name="T15" fmla="*/ 245 h 300"/>
                      <a:gd name="T16" fmla="*/ 5 w 359"/>
                      <a:gd name="T17" fmla="*/ 197 h 300"/>
                      <a:gd name="T18" fmla="*/ 159 w 359"/>
                      <a:gd name="T19" fmla="*/ 57 h 300"/>
                      <a:gd name="T20" fmla="*/ 168 w 359"/>
                      <a:gd name="T21" fmla="*/ 57 h 300"/>
                      <a:gd name="T22" fmla="*/ 131 w 359"/>
                      <a:gd name="T23" fmla="*/ 0 h 300"/>
                      <a:gd name="T24" fmla="*/ 194 w 359"/>
                      <a:gd name="T25" fmla="*/ 49 h 300"/>
                      <a:gd name="T26" fmla="*/ 127 w 359"/>
                      <a:gd name="T27" fmla="*/ 47 h 300"/>
                      <a:gd name="T28" fmla="*/ 240 w 359"/>
                      <a:gd name="T29" fmla="*/ 54 h 300"/>
                      <a:gd name="T30" fmla="*/ 210 w 359"/>
                      <a:gd name="T31" fmla="*/ 8 h 300"/>
                      <a:gd name="T32" fmla="*/ 230 w 359"/>
                      <a:gd name="T33" fmla="*/ 58 h 300"/>
                      <a:gd name="T34" fmla="*/ 233 w 359"/>
                      <a:gd name="T35" fmla="*/ 60 h 300"/>
                      <a:gd name="T36" fmla="*/ 215 w 359"/>
                      <a:gd name="T37" fmla="*/ 12 h 300"/>
                      <a:gd name="T38" fmla="*/ 309 w 359"/>
                      <a:gd name="T39" fmla="*/ 192 h 300"/>
                      <a:gd name="T40" fmla="*/ 241 w 359"/>
                      <a:gd name="T41" fmla="*/ 239 h 300"/>
                      <a:gd name="T42" fmla="*/ 265 w 359"/>
                      <a:gd name="T43" fmla="*/ 249 h 300"/>
                      <a:gd name="T44" fmla="*/ 302 w 359"/>
                      <a:gd name="T45" fmla="*/ 254 h 300"/>
                      <a:gd name="T46" fmla="*/ 322 w 359"/>
                      <a:gd name="T47" fmla="*/ 200 h 300"/>
                      <a:gd name="T48" fmla="*/ 312 w 359"/>
                      <a:gd name="T49" fmla="*/ 245 h 300"/>
                      <a:gd name="T50" fmla="*/ 350 w 359"/>
                      <a:gd name="T51" fmla="*/ 192 h 300"/>
                      <a:gd name="T52" fmla="*/ 359 w 359"/>
                      <a:gd name="T53" fmla="*/ 248 h 300"/>
                      <a:gd name="T54" fmla="*/ 349 w 359"/>
                      <a:gd name="T55" fmla="*/ 250 h 300"/>
                      <a:gd name="T56" fmla="*/ 352 w 359"/>
                      <a:gd name="T57" fmla="*/ 252 h 300"/>
                      <a:gd name="T58" fmla="*/ 355 w 359"/>
                      <a:gd name="T59" fmla="*/ 203 h 300"/>
                      <a:gd name="T60" fmla="*/ 167 w 359"/>
                      <a:gd name="T61" fmla="*/ 299 h 300"/>
                      <a:gd name="T62" fmla="*/ 77 w 359"/>
                      <a:gd name="T63" fmla="*/ 64 h 300"/>
                      <a:gd name="T64" fmla="*/ 220 w 359"/>
                      <a:gd name="T65" fmla="*/ 279 h 300"/>
                      <a:gd name="T66" fmla="*/ 194 w 359"/>
                      <a:gd name="T67" fmla="*/ 286 h 300"/>
                      <a:gd name="T68" fmla="*/ 106 w 359"/>
                      <a:gd name="T69" fmla="*/ 56 h 300"/>
                      <a:gd name="T70" fmla="*/ 99 w 359"/>
                      <a:gd name="T71" fmla="*/ 61 h 300"/>
                      <a:gd name="T72" fmla="*/ 288 w 359"/>
                      <a:gd name="T73" fmla="*/ 107 h 300"/>
                      <a:gd name="T74" fmla="*/ 299 w 359"/>
                      <a:gd name="T75" fmla="*/ 141 h 300"/>
                      <a:gd name="T76" fmla="*/ 313 w 359"/>
                      <a:gd name="T77" fmla="*/ 159 h 300"/>
                      <a:gd name="T78" fmla="*/ 283 w 359"/>
                      <a:gd name="T79" fmla="*/ 77 h 300"/>
                      <a:gd name="T80" fmla="*/ 262 w 359"/>
                      <a:gd name="T81" fmla="*/ 70 h 300"/>
                      <a:gd name="T82" fmla="*/ 79 w 359"/>
                      <a:gd name="T83" fmla="*/ 79 h 300"/>
                      <a:gd name="T84" fmla="*/ 263 w 359"/>
                      <a:gd name="T85" fmla="*/ 55 h 300"/>
                      <a:gd name="T86" fmla="*/ 71 w 359"/>
                      <a:gd name="T87" fmla="*/ 253 h 300"/>
                      <a:gd name="T88" fmla="*/ 100 w 359"/>
                      <a:gd name="T89" fmla="*/ 263 h 300"/>
                      <a:gd name="T90" fmla="*/ 141 w 359"/>
                      <a:gd name="T91" fmla="*/ 283 h 300"/>
                      <a:gd name="T92" fmla="*/ 176 w 359"/>
                      <a:gd name="T93" fmla="*/ 288 h 300"/>
                      <a:gd name="T94" fmla="*/ 101 w 359"/>
                      <a:gd name="T95" fmla="*/ 278 h 300"/>
                      <a:gd name="T96" fmla="*/ 251 w 359"/>
                      <a:gd name="T97" fmla="*/ 277 h 300"/>
                      <a:gd name="T98" fmla="*/ 52 w 359"/>
                      <a:gd name="T99" fmla="*/ 189 h 300"/>
                      <a:gd name="T100" fmla="*/ 51 w 359"/>
                      <a:gd name="T101" fmla="*/ 135 h 300"/>
                      <a:gd name="T102" fmla="*/ 68 w 359"/>
                      <a:gd name="T103" fmla="*/ 94 h 300"/>
                      <a:gd name="T104" fmla="*/ 49 w 359"/>
                      <a:gd name="T105" fmla="*/ 171 h 300"/>
                      <a:gd name="T106" fmla="*/ 234 w 359"/>
                      <a:gd name="T107" fmla="*/ 286 h 300"/>
                      <a:gd name="T108" fmla="*/ 37 w 359"/>
                      <a:gd name="T109" fmla="*/ 153 h 3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359" h="300">
                        <a:moveTo>
                          <a:pt x="109" y="192"/>
                        </a:moveTo>
                        <a:cubicBezTo>
                          <a:pt x="95" y="192"/>
                          <a:pt x="95" y="192"/>
                          <a:pt x="95" y="192"/>
                        </a:cubicBezTo>
                        <a:cubicBezTo>
                          <a:pt x="91" y="192"/>
                          <a:pt x="87" y="195"/>
                          <a:pt x="87" y="200"/>
                        </a:cubicBezTo>
                        <a:cubicBezTo>
                          <a:pt x="87" y="248"/>
                          <a:pt x="87" y="248"/>
                          <a:pt x="87" y="248"/>
                        </a:cubicBezTo>
                        <a:cubicBezTo>
                          <a:pt x="87" y="253"/>
                          <a:pt x="91" y="257"/>
                          <a:pt x="95" y="257"/>
                        </a:cubicBezTo>
                        <a:cubicBezTo>
                          <a:pt x="109" y="257"/>
                          <a:pt x="109" y="257"/>
                          <a:pt x="109" y="257"/>
                        </a:cubicBezTo>
                        <a:cubicBezTo>
                          <a:pt x="114" y="257"/>
                          <a:pt x="117" y="253"/>
                          <a:pt x="117" y="248"/>
                        </a:cubicBezTo>
                        <a:cubicBezTo>
                          <a:pt x="117" y="200"/>
                          <a:pt x="117" y="200"/>
                          <a:pt x="117" y="200"/>
                        </a:cubicBezTo>
                        <a:cubicBezTo>
                          <a:pt x="117" y="195"/>
                          <a:pt x="114" y="192"/>
                          <a:pt x="109" y="192"/>
                        </a:cubicBezTo>
                        <a:close/>
                        <a:moveTo>
                          <a:pt x="106" y="252"/>
                        </a:moveTo>
                        <a:cubicBezTo>
                          <a:pt x="105" y="252"/>
                          <a:pt x="104" y="251"/>
                          <a:pt x="104" y="250"/>
                        </a:cubicBezTo>
                        <a:cubicBezTo>
                          <a:pt x="104" y="249"/>
                          <a:pt x="105" y="248"/>
                          <a:pt x="106" y="248"/>
                        </a:cubicBezTo>
                        <a:cubicBezTo>
                          <a:pt x="107" y="248"/>
                          <a:pt x="108" y="249"/>
                          <a:pt x="108" y="250"/>
                        </a:cubicBezTo>
                        <a:cubicBezTo>
                          <a:pt x="108" y="251"/>
                          <a:pt x="107" y="252"/>
                          <a:pt x="106" y="252"/>
                        </a:cubicBezTo>
                        <a:close/>
                        <a:moveTo>
                          <a:pt x="110" y="252"/>
                        </a:moveTo>
                        <a:cubicBezTo>
                          <a:pt x="110" y="252"/>
                          <a:pt x="109" y="251"/>
                          <a:pt x="109" y="250"/>
                        </a:cubicBezTo>
                        <a:cubicBezTo>
                          <a:pt x="109" y="249"/>
                          <a:pt x="110" y="248"/>
                          <a:pt x="110" y="248"/>
                        </a:cubicBezTo>
                        <a:cubicBezTo>
                          <a:pt x="111" y="248"/>
                          <a:pt x="112" y="249"/>
                          <a:pt x="112" y="250"/>
                        </a:cubicBezTo>
                        <a:cubicBezTo>
                          <a:pt x="112" y="251"/>
                          <a:pt x="111" y="252"/>
                          <a:pt x="110" y="252"/>
                        </a:cubicBezTo>
                        <a:close/>
                        <a:moveTo>
                          <a:pt x="113" y="207"/>
                        </a:moveTo>
                        <a:cubicBezTo>
                          <a:pt x="92" y="207"/>
                          <a:pt x="92" y="207"/>
                          <a:pt x="92" y="207"/>
                        </a:cubicBezTo>
                        <a:cubicBezTo>
                          <a:pt x="92" y="204"/>
                          <a:pt x="92" y="204"/>
                          <a:pt x="92" y="204"/>
                        </a:cubicBezTo>
                        <a:cubicBezTo>
                          <a:pt x="113" y="204"/>
                          <a:pt x="113" y="204"/>
                          <a:pt x="113" y="204"/>
                        </a:cubicBezTo>
                        <a:lnTo>
                          <a:pt x="113" y="207"/>
                        </a:lnTo>
                        <a:close/>
                        <a:moveTo>
                          <a:pt x="113" y="203"/>
                        </a:moveTo>
                        <a:cubicBezTo>
                          <a:pt x="92" y="203"/>
                          <a:pt x="92" y="203"/>
                          <a:pt x="92" y="203"/>
                        </a:cubicBezTo>
                        <a:cubicBezTo>
                          <a:pt x="92" y="200"/>
                          <a:pt x="92" y="200"/>
                          <a:pt x="92" y="200"/>
                        </a:cubicBezTo>
                        <a:cubicBezTo>
                          <a:pt x="113" y="200"/>
                          <a:pt x="113" y="200"/>
                          <a:pt x="113" y="200"/>
                        </a:cubicBezTo>
                        <a:lnTo>
                          <a:pt x="113" y="203"/>
                        </a:lnTo>
                        <a:close/>
                        <a:moveTo>
                          <a:pt x="47" y="252"/>
                        </a:moveTo>
                        <a:cubicBezTo>
                          <a:pt x="46" y="251"/>
                          <a:pt x="45" y="250"/>
                          <a:pt x="45" y="249"/>
                        </a:cubicBezTo>
                        <a:cubicBezTo>
                          <a:pt x="45" y="248"/>
                          <a:pt x="46" y="247"/>
                          <a:pt x="47" y="247"/>
                        </a:cubicBezTo>
                        <a:cubicBezTo>
                          <a:pt x="73" y="247"/>
                          <a:pt x="73" y="247"/>
                          <a:pt x="73" y="247"/>
                        </a:cubicBezTo>
                        <a:cubicBezTo>
                          <a:pt x="77" y="247"/>
                          <a:pt x="81" y="243"/>
                          <a:pt x="81" y="239"/>
                        </a:cubicBezTo>
                        <a:cubicBezTo>
                          <a:pt x="81" y="200"/>
                          <a:pt x="81" y="200"/>
                          <a:pt x="81" y="200"/>
                        </a:cubicBezTo>
                        <a:cubicBezTo>
                          <a:pt x="81" y="196"/>
                          <a:pt x="77" y="192"/>
                          <a:pt x="73" y="192"/>
                        </a:cubicBezTo>
                        <a:cubicBezTo>
                          <a:pt x="8" y="192"/>
                          <a:pt x="8" y="192"/>
                          <a:pt x="8" y="192"/>
                        </a:cubicBezTo>
                        <a:cubicBezTo>
                          <a:pt x="3" y="192"/>
                          <a:pt x="0" y="196"/>
                          <a:pt x="0" y="200"/>
                        </a:cubicBezTo>
                        <a:cubicBezTo>
                          <a:pt x="0" y="239"/>
                          <a:pt x="0" y="239"/>
                          <a:pt x="0" y="239"/>
                        </a:cubicBezTo>
                        <a:cubicBezTo>
                          <a:pt x="0" y="243"/>
                          <a:pt x="3" y="247"/>
                          <a:pt x="8" y="247"/>
                        </a:cubicBezTo>
                        <a:cubicBezTo>
                          <a:pt x="34" y="247"/>
                          <a:pt x="34" y="247"/>
                          <a:pt x="34" y="247"/>
                        </a:cubicBezTo>
                        <a:cubicBezTo>
                          <a:pt x="35" y="247"/>
                          <a:pt x="36" y="248"/>
                          <a:pt x="36" y="249"/>
                        </a:cubicBezTo>
                        <a:cubicBezTo>
                          <a:pt x="36" y="250"/>
                          <a:pt x="35" y="251"/>
                          <a:pt x="34" y="252"/>
                        </a:cubicBezTo>
                        <a:cubicBezTo>
                          <a:pt x="26" y="252"/>
                          <a:pt x="21" y="253"/>
                          <a:pt x="21" y="254"/>
                        </a:cubicBezTo>
                        <a:cubicBezTo>
                          <a:pt x="21" y="256"/>
                          <a:pt x="30" y="257"/>
                          <a:pt x="41" y="257"/>
                        </a:cubicBezTo>
                        <a:cubicBezTo>
                          <a:pt x="51" y="257"/>
                          <a:pt x="60" y="256"/>
                          <a:pt x="60" y="254"/>
                        </a:cubicBezTo>
                        <a:cubicBezTo>
                          <a:pt x="60" y="253"/>
                          <a:pt x="55" y="252"/>
                          <a:pt x="47" y="252"/>
                        </a:cubicBezTo>
                        <a:close/>
                        <a:moveTo>
                          <a:pt x="71" y="245"/>
                        </a:moveTo>
                        <a:cubicBezTo>
                          <a:pt x="70" y="245"/>
                          <a:pt x="69" y="244"/>
                          <a:pt x="69" y="243"/>
                        </a:cubicBezTo>
                        <a:cubicBezTo>
                          <a:pt x="69" y="242"/>
                          <a:pt x="70" y="241"/>
                          <a:pt x="71" y="241"/>
                        </a:cubicBezTo>
                        <a:cubicBezTo>
                          <a:pt x="72" y="241"/>
                          <a:pt x="72" y="242"/>
                          <a:pt x="72" y="243"/>
                        </a:cubicBezTo>
                        <a:cubicBezTo>
                          <a:pt x="72" y="244"/>
                          <a:pt x="72" y="245"/>
                          <a:pt x="71" y="245"/>
                        </a:cubicBezTo>
                        <a:close/>
                        <a:moveTo>
                          <a:pt x="5" y="239"/>
                        </a:moveTo>
                        <a:cubicBezTo>
                          <a:pt x="5" y="197"/>
                          <a:pt x="5" y="197"/>
                          <a:pt x="5" y="197"/>
                        </a:cubicBezTo>
                        <a:cubicBezTo>
                          <a:pt x="76" y="197"/>
                          <a:pt x="76" y="197"/>
                          <a:pt x="76" y="197"/>
                        </a:cubicBezTo>
                        <a:cubicBezTo>
                          <a:pt x="76" y="239"/>
                          <a:pt x="76" y="239"/>
                          <a:pt x="76" y="239"/>
                        </a:cubicBezTo>
                        <a:lnTo>
                          <a:pt x="5" y="239"/>
                        </a:lnTo>
                        <a:close/>
                        <a:moveTo>
                          <a:pt x="131" y="55"/>
                        </a:moveTo>
                        <a:cubicBezTo>
                          <a:pt x="157" y="55"/>
                          <a:pt x="157" y="55"/>
                          <a:pt x="157" y="55"/>
                        </a:cubicBezTo>
                        <a:cubicBezTo>
                          <a:pt x="158" y="55"/>
                          <a:pt x="159" y="56"/>
                          <a:pt x="159" y="57"/>
                        </a:cubicBezTo>
                        <a:cubicBezTo>
                          <a:pt x="159" y="58"/>
                          <a:pt x="158" y="59"/>
                          <a:pt x="157" y="60"/>
                        </a:cubicBezTo>
                        <a:cubicBezTo>
                          <a:pt x="149" y="60"/>
                          <a:pt x="143" y="61"/>
                          <a:pt x="143" y="62"/>
                        </a:cubicBezTo>
                        <a:cubicBezTo>
                          <a:pt x="143" y="64"/>
                          <a:pt x="152" y="65"/>
                          <a:pt x="163" y="65"/>
                        </a:cubicBezTo>
                        <a:cubicBezTo>
                          <a:pt x="174" y="65"/>
                          <a:pt x="183" y="64"/>
                          <a:pt x="183" y="62"/>
                        </a:cubicBezTo>
                        <a:cubicBezTo>
                          <a:pt x="183" y="61"/>
                          <a:pt x="178" y="60"/>
                          <a:pt x="170" y="60"/>
                        </a:cubicBezTo>
                        <a:cubicBezTo>
                          <a:pt x="169" y="59"/>
                          <a:pt x="168" y="58"/>
                          <a:pt x="168" y="57"/>
                        </a:cubicBezTo>
                        <a:cubicBezTo>
                          <a:pt x="168" y="56"/>
                          <a:pt x="169" y="55"/>
                          <a:pt x="170" y="55"/>
                        </a:cubicBezTo>
                        <a:cubicBezTo>
                          <a:pt x="195" y="55"/>
                          <a:pt x="195" y="55"/>
                          <a:pt x="195" y="55"/>
                        </a:cubicBezTo>
                        <a:cubicBezTo>
                          <a:pt x="200" y="55"/>
                          <a:pt x="203" y="51"/>
                          <a:pt x="203" y="47"/>
                        </a:cubicBezTo>
                        <a:cubicBezTo>
                          <a:pt x="203" y="8"/>
                          <a:pt x="203" y="8"/>
                          <a:pt x="203" y="8"/>
                        </a:cubicBezTo>
                        <a:cubicBezTo>
                          <a:pt x="203" y="4"/>
                          <a:pt x="200" y="0"/>
                          <a:pt x="195" y="0"/>
                        </a:cubicBezTo>
                        <a:cubicBezTo>
                          <a:pt x="131" y="0"/>
                          <a:pt x="131" y="0"/>
                          <a:pt x="131" y="0"/>
                        </a:cubicBezTo>
                        <a:cubicBezTo>
                          <a:pt x="126" y="0"/>
                          <a:pt x="122" y="4"/>
                          <a:pt x="122" y="8"/>
                        </a:cubicBezTo>
                        <a:cubicBezTo>
                          <a:pt x="122" y="47"/>
                          <a:pt x="122" y="47"/>
                          <a:pt x="122" y="47"/>
                        </a:cubicBezTo>
                        <a:cubicBezTo>
                          <a:pt x="122" y="51"/>
                          <a:pt x="126" y="55"/>
                          <a:pt x="131" y="55"/>
                        </a:cubicBezTo>
                        <a:close/>
                        <a:moveTo>
                          <a:pt x="194" y="53"/>
                        </a:moveTo>
                        <a:cubicBezTo>
                          <a:pt x="193" y="53"/>
                          <a:pt x="192" y="52"/>
                          <a:pt x="192" y="51"/>
                        </a:cubicBezTo>
                        <a:cubicBezTo>
                          <a:pt x="192" y="50"/>
                          <a:pt x="193" y="49"/>
                          <a:pt x="194" y="49"/>
                        </a:cubicBezTo>
                        <a:cubicBezTo>
                          <a:pt x="194" y="49"/>
                          <a:pt x="195" y="50"/>
                          <a:pt x="195" y="51"/>
                        </a:cubicBezTo>
                        <a:cubicBezTo>
                          <a:pt x="195" y="52"/>
                          <a:pt x="194" y="53"/>
                          <a:pt x="194" y="53"/>
                        </a:cubicBezTo>
                        <a:close/>
                        <a:moveTo>
                          <a:pt x="127" y="5"/>
                        </a:moveTo>
                        <a:cubicBezTo>
                          <a:pt x="199" y="5"/>
                          <a:pt x="199" y="5"/>
                          <a:pt x="199" y="5"/>
                        </a:cubicBezTo>
                        <a:cubicBezTo>
                          <a:pt x="199" y="47"/>
                          <a:pt x="199" y="47"/>
                          <a:pt x="199" y="47"/>
                        </a:cubicBezTo>
                        <a:cubicBezTo>
                          <a:pt x="127" y="47"/>
                          <a:pt x="127" y="47"/>
                          <a:pt x="127" y="47"/>
                        </a:cubicBezTo>
                        <a:lnTo>
                          <a:pt x="127" y="5"/>
                        </a:lnTo>
                        <a:close/>
                        <a:moveTo>
                          <a:pt x="218" y="64"/>
                        </a:moveTo>
                        <a:cubicBezTo>
                          <a:pt x="232" y="64"/>
                          <a:pt x="232" y="64"/>
                          <a:pt x="232" y="64"/>
                        </a:cubicBezTo>
                        <a:cubicBezTo>
                          <a:pt x="236" y="64"/>
                          <a:pt x="240" y="61"/>
                          <a:pt x="240" y="56"/>
                        </a:cubicBezTo>
                        <a:cubicBezTo>
                          <a:pt x="240" y="54"/>
                          <a:pt x="240" y="54"/>
                          <a:pt x="240" y="54"/>
                        </a:cubicBezTo>
                        <a:cubicBezTo>
                          <a:pt x="240" y="54"/>
                          <a:pt x="240" y="54"/>
                          <a:pt x="240" y="54"/>
                        </a:cubicBezTo>
                        <a:cubicBezTo>
                          <a:pt x="247" y="44"/>
                          <a:pt x="247" y="44"/>
                          <a:pt x="247" y="44"/>
                        </a:cubicBezTo>
                        <a:cubicBezTo>
                          <a:pt x="244" y="42"/>
                          <a:pt x="242" y="41"/>
                          <a:pt x="240" y="40"/>
                        </a:cubicBezTo>
                        <a:cubicBezTo>
                          <a:pt x="240" y="8"/>
                          <a:pt x="240" y="8"/>
                          <a:pt x="240" y="8"/>
                        </a:cubicBezTo>
                        <a:cubicBezTo>
                          <a:pt x="240" y="3"/>
                          <a:pt x="236" y="0"/>
                          <a:pt x="232" y="0"/>
                        </a:cubicBezTo>
                        <a:cubicBezTo>
                          <a:pt x="218" y="0"/>
                          <a:pt x="218" y="0"/>
                          <a:pt x="218" y="0"/>
                        </a:cubicBezTo>
                        <a:cubicBezTo>
                          <a:pt x="213" y="0"/>
                          <a:pt x="210" y="3"/>
                          <a:pt x="210" y="8"/>
                        </a:cubicBezTo>
                        <a:cubicBezTo>
                          <a:pt x="210" y="56"/>
                          <a:pt x="210" y="56"/>
                          <a:pt x="210" y="56"/>
                        </a:cubicBezTo>
                        <a:cubicBezTo>
                          <a:pt x="210" y="61"/>
                          <a:pt x="213" y="64"/>
                          <a:pt x="218" y="64"/>
                        </a:cubicBezTo>
                        <a:close/>
                        <a:moveTo>
                          <a:pt x="228" y="60"/>
                        </a:moveTo>
                        <a:cubicBezTo>
                          <a:pt x="228" y="60"/>
                          <a:pt x="227" y="59"/>
                          <a:pt x="227" y="58"/>
                        </a:cubicBezTo>
                        <a:cubicBezTo>
                          <a:pt x="227" y="57"/>
                          <a:pt x="228" y="56"/>
                          <a:pt x="228" y="56"/>
                        </a:cubicBezTo>
                        <a:cubicBezTo>
                          <a:pt x="229" y="56"/>
                          <a:pt x="230" y="57"/>
                          <a:pt x="230" y="58"/>
                        </a:cubicBezTo>
                        <a:cubicBezTo>
                          <a:pt x="230" y="59"/>
                          <a:pt x="229" y="60"/>
                          <a:pt x="228" y="60"/>
                        </a:cubicBezTo>
                        <a:close/>
                        <a:moveTo>
                          <a:pt x="233" y="60"/>
                        </a:moveTo>
                        <a:cubicBezTo>
                          <a:pt x="232" y="60"/>
                          <a:pt x="231" y="59"/>
                          <a:pt x="231" y="58"/>
                        </a:cubicBezTo>
                        <a:cubicBezTo>
                          <a:pt x="231" y="57"/>
                          <a:pt x="232" y="56"/>
                          <a:pt x="233" y="56"/>
                        </a:cubicBezTo>
                        <a:cubicBezTo>
                          <a:pt x="234" y="56"/>
                          <a:pt x="235" y="57"/>
                          <a:pt x="235" y="58"/>
                        </a:cubicBezTo>
                        <a:cubicBezTo>
                          <a:pt x="235" y="59"/>
                          <a:pt x="234" y="60"/>
                          <a:pt x="233" y="60"/>
                        </a:cubicBezTo>
                        <a:close/>
                        <a:moveTo>
                          <a:pt x="215" y="8"/>
                        </a:moveTo>
                        <a:cubicBezTo>
                          <a:pt x="236" y="8"/>
                          <a:pt x="236" y="8"/>
                          <a:pt x="236" y="8"/>
                        </a:cubicBezTo>
                        <a:cubicBezTo>
                          <a:pt x="236" y="10"/>
                          <a:pt x="236" y="10"/>
                          <a:pt x="236" y="10"/>
                        </a:cubicBezTo>
                        <a:cubicBezTo>
                          <a:pt x="215" y="10"/>
                          <a:pt x="215" y="10"/>
                          <a:pt x="215" y="10"/>
                        </a:cubicBezTo>
                        <a:lnTo>
                          <a:pt x="215" y="8"/>
                        </a:lnTo>
                        <a:close/>
                        <a:moveTo>
                          <a:pt x="215" y="12"/>
                        </a:moveTo>
                        <a:cubicBezTo>
                          <a:pt x="236" y="12"/>
                          <a:pt x="236" y="12"/>
                          <a:pt x="236" y="12"/>
                        </a:cubicBezTo>
                        <a:cubicBezTo>
                          <a:pt x="236" y="15"/>
                          <a:pt x="236" y="15"/>
                          <a:pt x="236" y="15"/>
                        </a:cubicBezTo>
                        <a:cubicBezTo>
                          <a:pt x="215" y="15"/>
                          <a:pt x="215" y="15"/>
                          <a:pt x="215" y="15"/>
                        </a:cubicBezTo>
                        <a:lnTo>
                          <a:pt x="215" y="12"/>
                        </a:lnTo>
                        <a:close/>
                        <a:moveTo>
                          <a:pt x="314" y="192"/>
                        </a:moveTo>
                        <a:cubicBezTo>
                          <a:pt x="309" y="192"/>
                          <a:pt x="309" y="192"/>
                          <a:pt x="309" y="192"/>
                        </a:cubicBezTo>
                        <a:cubicBezTo>
                          <a:pt x="310" y="191"/>
                          <a:pt x="310" y="190"/>
                          <a:pt x="310" y="189"/>
                        </a:cubicBezTo>
                        <a:cubicBezTo>
                          <a:pt x="298" y="186"/>
                          <a:pt x="298" y="186"/>
                          <a:pt x="298" y="186"/>
                        </a:cubicBezTo>
                        <a:cubicBezTo>
                          <a:pt x="298" y="188"/>
                          <a:pt x="298" y="190"/>
                          <a:pt x="297" y="192"/>
                        </a:cubicBezTo>
                        <a:cubicBezTo>
                          <a:pt x="249" y="192"/>
                          <a:pt x="249" y="192"/>
                          <a:pt x="249" y="192"/>
                        </a:cubicBezTo>
                        <a:cubicBezTo>
                          <a:pt x="245" y="192"/>
                          <a:pt x="241" y="196"/>
                          <a:pt x="241" y="200"/>
                        </a:cubicBezTo>
                        <a:cubicBezTo>
                          <a:pt x="241" y="239"/>
                          <a:pt x="241" y="239"/>
                          <a:pt x="241" y="239"/>
                        </a:cubicBezTo>
                        <a:cubicBezTo>
                          <a:pt x="241" y="243"/>
                          <a:pt x="245" y="247"/>
                          <a:pt x="249" y="247"/>
                        </a:cubicBezTo>
                        <a:cubicBezTo>
                          <a:pt x="275" y="247"/>
                          <a:pt x="275" y="247"/>
                          <a:pt x="275" y="247"/>
                        </a:cubicBezTo>
                        <a:cubicBezTo>
                          <a:pt x="277" y="247"/>
                          <a:pt x="277" y="248"/>
                          <a:pt x="277" y="249"/>
                        </a:cubicBezTo>
                        <a:cubicBezTo>
                          <a:pt x="277" y="250"/>
                          <a:pt x="277" y="251"/>
                          <a:pt x="275" y="252"/>
                        </a:cubicBezTo>
                        <a:cubicBezTo>
                          <a:pt x="273" y="252"/>
                          <a:pt x="270" y="252"/>
                          <a:pt x="268" y="252"/>
                        </a:cubicBezTo>
                        <a:cubicBezTo>
                          <a:pt x="265" y="249"/>
                          <a:pt x="265" y="249"/>
                          <a:pt x="265" y="249"/>
                        </a:cubicBezTo>
                        <a:cubicBezTo>
                          <a:pt x="263" y="251"/>
                          <a:pt x="261" y="254"/>
                          <a:pt x="259" y="256"/>
                        </a:cubicBezTo>
                        <a:cubicBezTo>
                          <a:pt x="267" y="264"/>
                          <a:pt x="267" y="264"/>
                          <a:pt x="267" y="264"/>
                        </a:cubicBezTo>
                        <a:cubicBezTo>
                          <a:pt x="269" y="262"/>
                          <a:pt x="271" y="260"/>
                          <a:pt x="274" y="258"/>
                        </a:cubicBezTo>
                        <a:cubicBezTo>
                          <a:pt x="273" y="257"/>
                          <a:pt x="273" y="257"/>
                          <a:pt x="273" y="257"/>
                        </a:cubicBezTo>
                        <a:cubicBezTo>
                          <a:pt x="276" y="257"/>
                          <a:pt x="279" y="257"/>
                          <a:pt x="282" y="257"/>
                        </a:cubicBezTo>
                        <a:cubicBezTo>
                          <a:pt x="293" y="257"/>
                          <a:pt x="302" y="256"/>
                          <a:pt x="302" y="254"/>
                        </a:cubicBezTo>
                        <a:cubicBezTo>
                          <a:pt x="302" y="253"/>
                          <a:pt x="296" y="252"/>
                          <a:pt x="289" y="252"/>
                        </a:cubicBezTo>
                        <a:cubicBezTo>
                          <a:pt x="287" y="251"/>
                          <a:pt x="287" y="250"/>
                          <a:pt x="287" y="249"/>
                        </a:cubicBezTo>
                        <a:cubicBezTo>
                          <a:pt x="287" y="248"/>
                          <a:pt x="287" y="247"/>
                          <a:pt x="288" y="247"/>
                        </a:cubicBezTo>
                        <a:cubicBezTo>
                          <a:pt x="314" y="247"/>
                          <a:pt x="314" y="247"/>
                          <a:pt x="314" y="247"/>
                        </a:cubicBezTo>
                        <a:cubicBezTo>
                          <a:pt x="319" y="247"/>
                          <a:pt x="322" y="243"/>
                          <a:pt x="322" y="239"/>
                        </a:cubicBezTo>
                        <a:cubicBezTo>
                          <a:pt x="322" y="200"/>
                          <a:pt x="322" y="200"/>
                          <a:pt x="322" y="200"/>
                        </a:cubicBezTo>
                        <a:cubicBezTo>
                          <a:pt x="322" y="196"/>
                          <a:pt x="319" y="192"/>
                          <a:pt x="314" y="192"/>
                        </a:cubicBezTo>
                        <a:close/>
                        <a:moveTo>
                          <a:pt x="312" y="245"/>
                        </a:moveTo>
                        <a:cubicBezTo>
                          <a:pt x="311" y="245"/>
                          <a:pt x="311" y="244"/>
                          <a:pt x="311" y="243"/>
                        </a:cubicBezTo>
                        <a:cubicBezTo>
                          <a:pt x="311" y="242"/>
                          <a:pt x="311" y="241"/>
                          <a:pt x="312" y="241"/>
                        </a:cubicBezTo>
                        <a:cubicBezTo>
                          <a:pt x="313" y="241"/>
                          <a:pt x="314" y="242"/>
                          <a:pt x="314" y="243"/>
                        </a:cubicBezTo>
                        <a:cubicBezTo>
                          <a:pt x="314" y="244"/>
                          <a:pt x="313" y="245"/>
                          <a:pt x="312" y="245"/>
                        </a:cubicBezTo>
                        <a:close/>
                        <a:moveTo>
                          <a:pt x="317" y="239"/>
                        </a:moveTo>
                        <a:cubicBezTo>
                          <a:pt x="246" y="239"/>
                          <a:pt x="246" y="239"/>
                          <a:pt x="246" y="239"/>
                        </a:cubicBezTo>
                        <a:cubicBezTo>
                          <a:pt x="246" y="197"/>
                          <a:pt x="246" y="197"/>
                          <a:pt x="246" y="197"/>
                        </a:cubicBezTo>
                        <a:cubicBezTo>
                          <a:pt x="317" y="197"/>
                          <a:pt x="317" y="197"/>
                          <a:pt x="317" y="197"/>
                        </a:cubicBezTo>
                        <a:lnTo>
                          <a:pt x="317" y="239"/>
                        </a:lnTo>
                        <a:close/>
                        <a:moveTo>
                          <a:pt x="350" y="192"/>
                        </a:moveTo>
                        <a:cubicBezTo>
                          <a:pt x="337" y="192"/>
                          <a:pt x="337" y="192"/>
                          <a:pt x="337" y="192"/>
                        </a:cubicBezTo>
                        <a:cubicBezTo>
                          <a:pt x="332" y="192"/>
                          <a:pt x="328" y="195"/>
                          <a:pt x="328" y="200"/>
                        </a:cubicBezTo>
                        <a:cubicBezTo>
                          <a:pt x="328" y="248"/>
                          <a:pt x="328" y="248"/>
                          <a:pt x="328" y="248"/>
                        </a:cubicBezTo>
                        <a:cubicBezTo>
                          <a:pt x="328" y="253"/>
                          <a:pt x="332" y="257"/>
                          <a:pt x="337" y="257"/>
                        </a:cubicBezTo>
                        <a:cubicBezTo>
                          <a:pt x="350" y="257"/>
                          <a:pt x="350" y="257"/>
                          <a:pt x="350" y="257"/>
                        </a:cubicBezTo>
                        <a:cubicBezTo>
                          <a:pt x="355" y="257"/>
                          <a:pt x="359" y="253"/>
                          <a:pt x="359" y="248"/>
                        </a:cubicBezTo>
                        <a:cubicBezTo>
                          <a:pt x="359" y="200"/>
                          <a:pt x="359" y="200"/>
                          <a:pt x="359" y="200"/>
                        </a:cubicBezTo>
                        <a:cubicBezTo>
                          <a:pt x="359" y="195"/>
                          <a:pt x="355" y="192"/>
                          <a:pt x="350" y="192"/>
                        </a:cubicBezTo>
                        <a:close/>
                        <a:moveTo>
                          <a:pt x="347" y="252"/>
                        </a:moveTo>
                        <a:cubicBezTo>
                          <a:pt x="346" y="252"/>
                          <a:pt x="345" y="251"/>
                          <a:pt x="345" y="250"/>
                        </a:cubicBezTo>
                        <a:cubicBezTo>
                          <a:pt x="345" y="249"/>
                          <a:pt x="346" y="248"/>
                          <a:pt x="347" y="248"/>
                        </a:cubicBezTo>
                        <a:cubicBezTo>
                          <a:pt x="348" y="248"/>
                          <a:pt x="349" y="249"/>
                          <a:pt x="349" y="250"/>
                        </a:cubicBezTo>
                        <a:cubicBezTo>
                          <a:pt x="349" y="251"/>
                          <a:pt x="348" y="252"/>
                          <a:pt x="347" y="252"/>
                        </a:cubicBezTo>
                        <a:close/>
                        <a:moveTo>
                          <a:pt x="352" y="252"/>
                        </a:moveTo>
                        <a:cubicBezTo>
                          <a:pt x="351" y="252"/>
                          <a:pt x="350" y="251"/>
                          <a:pt x="350" y="250"/>
                        </a:cubicBezTo>
                        <a:cubicBezTo>
                          <a:pt x="350" y="249"/>
                          <a:pt x="351" y="248"/>
                          <a:pt x="352" y="248"/>
                        </a:cubicBezTo>
                        <a:cubicBezTo>
                          <a:pt x="353" y="248"/>
                          <a:pt x="354" y="249"/>
                          <a:pt x="354" y="250"/>
                        </a:cubicBezTo>
                        <a:cubicBezTo>
                          <a:pt x="354" y="251"/>
                          <a:pt x="353" y="252"/>
                          <a:pt x="352" y="252"/>
                        </a:cubicBezTo>
                        <a:close/>
                        <a:moveTo>
                          <a:pt x="355" y="207"/>
                        </a:moveTo>
                        <a:cubicBezTo>
                          <a:pt x="333" y="207"/>
                          <a:pt x="333" y="207"/>
                          <a:pt x="333" y="207"/>
                        </a:cubicBezTo>
                        <a:cubicBezTo>
                          <a:pt x="333" y="204"/>
                          <a:pt x="333" y="204"/>
                          <a:pt x="333" y="204"/>
                        </a:cubicBezTo>
                        <a:cubicBezTo>
                          <a:pt x="355" y="204"/>
                          <a:pt x="355" y="204"/>
                          <a:pt x="355" y="204"/>
                        </a:cubicBezTo>
                        <a:lnTo>
                          <a:pt x="355" y="207"/>
                        </a:lnTo>
                        <a:close/>
                        <a:moveTo>
                          <a:pt x="355" y="203"/>
                        </a:moveTo>
                        <a:cubicBezTo>
                          <a:pt x="333" y="203"/>
                          <a:pt x="333" y="203"/>
                          <a:pt x="333" y="203"/>
                        </a:cubicBezTo>
                        <a:cubicBezTo>
                          <a:pt x="333" y="200"/>
                          <a:pt x="333" y="200"/>
                          <a:pt x="333" y="200"/>
                        </a:cubicBezTo>
                        <a:cubicBezTo>
                          <a:pt x="355" y="200"/>
                          <a:pt x="355" y="200"/>
                          <a:pt x="355" y="200"/>
                        </a:cubicBezTo>
                        <a:lnTo>
                          <a:pt x="355" y="203"/>
                        </a:lnTo>
                        <a:close/>
                        <a:moveTo>
                          <a:pt x="157" y="298"/>
                        </a:moveTo>
                        <a:cubicBezTo>
                          <a:pt x="160" y="299"/>
                          <a:pt x="163" y="299"/>
                          <a:pt x="167" y="299"/>
                        </a:cubicBezTo>
                        <a:cubicBezTo>
                          <a:pt x="167" y="287"/>
                          <a:pt x="167" y="287"/>
                          <a:pt x="167" y="287"/>
                        </a:cubicBezTo>
                        <a:cubicBezTo>
                          <a:pt x="164" y="287"/>
                          <a:pt x="161" y="287"/>
                          <a:pt x="158" y="287"/>
                        </a:cubicBezTo>
                        <a:lnTo>
                          <a:pt x="157" y="298"/>
                        </a:lnTo>
                        <a:close/>
                        <a:moveTo>
                          <a:pt x="92" y="66"/>
                        </a:moveTo>
                        <a:cubicBezTo>
                          <a:pt x="84" y="58"/>
                          <a:pt x="84" y="58"/>
                          <a:pt x="84" y="58"/>
                        </a:cubicBezTo>
                        <a:cubicBezTo>
                          <a:pt x="82" y="60"/>
                          <a:pt x="79" y="62"/>
                          <a:pt x="77" y="64"/>
                        </a:cubicBezTo>
                        <a:cubicBezTo>
                          <a:pt x="85" y="73"/>
                          <a:pt x="85" y="73"/>
                          <a:pt x="85" y="73"/>
                        </a:cubicBezTo>
                        <a:cubicBezTo>
                          <a:pt x="87" y="71"/>
                          <a:pt x="90" y="68"/>
                          <a:pt x="92" y="66"/>
                        </a:cubicBezTo>
                        <a:close/>
                        <a:moveTo>
                          <a:pt x="212" y="282"/>
                        </a:moveTo>
                        <a:cubicBezTo>
                          <a:pt x="215" y="293"/>
                          <a:pt x="215" y="293"/>
                          <a:pt x="215" y="293"/>
                        </a:cubicBezTo>
                        <a:cubicBezTo>
                          <a:pt x="219" y="292"/>
                          <a:pt x="222" y="291"/>
                          <a:pt x="225" y="290"/>
                        </a:cubicBezTo>
                        <a:cubicBezTo>
                          <a:pt x="220" y="279"/>
                          <a:pt x="220" y="279"/>
                          <a:pt x="220" y="279"/>
                        </a:cubicBezTo>
                        <a:cubicBezTo>
                          <a:pt x="218" y="280"/>
                          <a:pt x="215" y="281"/>
                          <a:pt x="212" y="282"/>
                        </a:cubicBezTo>
                        <a:close/>
                        <a:moveTo>
                          <a:pt x="194" y="286"/>
                        </a:moveTo>
                        <a:cubicBezTo>
                          <a:pt x="196" y="298"/>
                          <a:pt x="196" y="298"/>
                          <a:pt x="196" y="298"/>
                        </a:cubicBezTo>
                        <a:cubicBezTo>
                          <a:pt x="199" y="297"/>
                          <a:pt x="203" y="297"/>
                          <a:pt x="206" y="296"/>
                        </a:cubicBezTo>
                        <a:cubicBezTo>
                          <a:pt x="203" y="284"/>
                          <a:pt x="203" y="284"/>
                          <a:pt x="203" y="284"/>
                        </a:cubicBezTo>
                        <a:cubicBezTo>
                          <a:pt x="200" y="285"/>
                          <a:pt x="197" y="286"/>
                          <a:pt x="194" y="286"/>
                        </a:cubicBezTo>
                        <a:close/>
                        <a:moveTo>
                          <a:pt x="122" y="47"/>
                        </a:moveTo>
                        <a:cubicBezTo>
                          <a:pt x="117" y="36"/>
                          <a:pt x="117" y="36"/>
                          <a:pt x="117" y="36"/>
                        </a:cubicBezTo>
                        <a:cubicBezTo>
                          <a:pt x="114" y="38"/>
                          <a:pt x="111" y="39"/>
                          <a:pt x="108" y="41"/>
                        </a:cubicBezTo>
                        <a:cubicBezTo>
                          <a:pt x="114" y="51"/>
                          <a:pt x="114" y="51"/>
                          <a:pt x="114" y="51"/>
                        </a:cubicBezTo>
                        <a:cubicBezTo>
                          <a:pt x="117" y="50"/>
                          <a:pt x="119" y="48"/>
                          <a:pt x="122" y="47"/>
                        </a:cubicBezTo>
                        <a:close/>
                        <a:moveTo>
                          <a:pt x="106" y="56"/>
                        </a:moveTo>
                        <a:cubicBezTo>
                          <a:pt x="100" y="46"/>
                          <a:pt x="100" y="46"/>
                          <a:pt x="100" y="46"/>
                        </a:cubicBezTo>
                        <a:cubicBezTo>
                          <a:pt x="98" y="47"/>
                          <a:pt x="96" y="49"/>
                          <a:pt x="93" y="50"/>
                        </a:cubicBezTo>
                        <a:cubicBezTo>
                          <a:pt x="93" y="50"/>
                          <a:pt x="93" y="50"/>
                          <a:pt x="93" y="50"/>
                        </a:cubicBezTo>
                        <a:cubicBezTo>
                          <a:pt x="93" y="50"/>
                          <a:pt x="93" y="50"/>
                          <a:pt x="93" y="50"/>
                        </a:cubicBezTo>
                        <a:cubicBezTo>
                          <a:pt x="93" y="51"/>
                          <a:pt x="92" y="51"/>
                          <a:pt x="92" y="51"/>
                        </a:cubicBezTo>
                        <a:cubicBezTo>
                          <a:pt x="99" y="61"/>
                          <a:pt x="99" y="61"/>
                          <a:pt x="99" y="61"/>
                        </a:cubicBezTo>
                        <a:cubicBezTo>
                          <a:pt x="101" y="59"/>
                          <a:pt x="104" y="57"/>
                          <a:pt x="106" y="56"/>
                        </a:cubicBezTo>
                        <a:close/>
                        <a:moveTo>
                          <a:pt x="288" y="107"/>
                        </a:moveTo>
                        <a:cubicBezTo>
                          <a:pt x="299" y="102"/>
                          <a:pt x="299" y="102"/>
                          <a:pt x="299" y="102"/>
                        </a:cubicBezTo>
                        <a:cubicBezTo>
                          <a:pt x="298" y="99"/>
                          <a:pt x="296" y="96"/>
                          <a:pt x="294" y="93"/>
                        </a:cubicBezTo>
                        <a:cubicBezTo>
                          <a:pt x="284" y="99"/>
                          <a:pt x="284" y="99"/>
                          <a:pt x="284" y="99"/>
                        </a:cubicBezTo>
                        <a:cubicBezTo>
                          <a:pt x="286" y="101"/>
                          <a:pt x="287" y="104"/>
                          <a:pt x="288" y="107"/>
                        </a:cubicBezTo>
                        <a:close/>
                        <a:moveTo>
                          <a:pt x="300" y="177"/>
                        </a:moveTo>
                        <a:cubicBezTo>
                          <a:pt x="312" y="179"/>
                          <a:pt x="312" y="179"/>
                          <a:pt x="312" y="179"/>
                        </a:cubicBezTo>
                        <a:cubicBezTo>
                          <a:pt x="312" y="175"/>
                          <a:pt x="312" y="172"/>
                          <a:pt x="312" y="169"/>
                        </a:cubicBezTo>
                        <a:cubicBezTo>
                          <a:pt x="301" y="168"/>
                          <a:pt x="301" y="168"/>
                          <a:pt x="301" y="168"/>
                        </a:cubicBezTo>
                        <a:cubicBezTo>
                          <a:pt x="300" y="171"/>
                          <a:pt x="300" y="174"/>
                          <a:pt x="300" y="177"/>
                        </a:cubicBezTo>
                        <a:close/>
                        <a:moveTo>
                          <a:pt x="299" y="141"/>
                        </a:moveTo>
                        <a:cubicBezTo>
                          <a:pt x="311" y="139"/>
                          <a:pt x="311" y="139"/>
                          <a:pt x="311" y="139"/>
                        </a:cubicBezTo>
                        <a:cubicBezTo>
                          <a:pt x="310" y="136"/>
                          <a:pt x="310" y="133"/>
                          <a:pt x="309" y="130"/>
                        </a:cubicBezTo>
                        <a:cubicBezTo>
                          <a:pt x="297" y="132"/>
                          <a:pt x="297" y="132"/>
                          <a:pt x="297" y="132"/>
                        </a:cubicBezTo>
                        <a:cubicBezTo>
                          <a:pt x="298" y="135"/>
                          <a:pt x="299" y="138"/>
                          <a:pt x="299" y="141"/>
                        </a:cubicBezTo>
                        <a:close/>
                        <a:moveTo>
                          <a:pt x="301" y="159"/>
                        </a:moveTo>
                        <a:cubicBezTo>
                          <a:pt x="313" y="159"/>
                          <a:pt x="313" y="159"/>
                          <a:pt x="313" y="159"/>
                        </a:cubicBezTo>
                        <a:cubicBezTo>
                          <a:pt x="313" y="156"/>
                          <a:pt x="312" y="152"/>
                          <a:pt x="312" y="149"/>
                        </a:cubicBezTo>
                        <a:cubicBezTo>
                          <a:pt x="300" y="150"/>
                          <a:pt x="300" y="150"/>
                          <a:pt x="300" y="150"/>
                        </a:cubicBezTo>
                        <a:cubicBezTo>
                          <a:pt x="301" y="153"/>
                          <a:pt x="301" y="156"/>
                          <a:pt x="301" y="159"/>
                        </a:cubicBezTo>
                        <a:close/>
                        <a:moveTo>
                          <a:pt x="279" y="91"/>
                        </a:moveTo>
                        <a:cubicBezTo>
                          <a:pt x="289" y="85"/>
                          <a:pt x="289" y="85"/>
                          <a:pt x="289" y="85"/>
                        </a:cubicBezTo>
                        <a:cubicBezTo>
                          <a:pt x="287" y="82"/>
                          <a:pt x="285" y="79"/>
                          <a:pt x="283" y="77"/>
                        </a:cubicBezTo>
                        <a:cubicBezTo>
                          <a:pt x="274" y="84"/>
                          <a:pt x="274" y="84"/>
                          <a:pt x="274" y="84"/>
                        </a:cubicBezTo>
                        <a:cubicBezTo>
                          <a:pt x="276" y="86"/>
                          <a:pt x="278" y="89"/>
                          <a:pt x="279" y="91"/>
                        </a:cubicBezTo>
                        <a:close/>
                        <a:moveTo>
                          <a:pt x="268" y="77"/>
                        </a:moveTo>
                        <a:cubicBezTo>
                          <a:pt x="277" y="69"/>
                          <a:pt x="277" y="69"/>
                          <a:pt x="277" y="69"/>
                        </a:cubicBezTo>
                        <a:cubicBezTo>
                          <a:pt x="275" y="67"/>
                          <a:pt x="273" y="64"/>
                          <a:pt x="270" y="62"/>
                        </a:cubicBezTo>
                        <a:cubicBezTo>
                          <a:pt x="262" y="70"/>
                          <a:pt x="262" y="70"/>
                          <a:pt x="262" y="70"/>
                        </a:cubicBezTo>
                        <a:cubicBezTo>
                          <a:pt x="264" y="73"/>
                          <a:pt x="266" y="75"/>
                          <a:pt x="268" y="77"/>
                        </a:cubicBezTo>
                        <a:close/>
                        <a:moveTo>
                          <a:pt x="79" y="79"/>
                        </a:moveTo>
                        <a:cubicBezTo>
                          <a:pt x="70" y="72"/>
                          <a:pt x="70" y="72"/>
                          <a:pt x="70" y="72"/>
                        </a:cubicBezTo>
                        <a:cubicBezTo>
                          <a:pt x="68" y="74"/>
                          <a:pt x="66" y="77"/>
                          <a:pt x="64" y="79"/>
                        </a:cubicBezTo>
                        <a:cubicBezTo>
                          <a:pt x="73" y="86"/>
                          <a:pt x="73" y="86"/>
                          <a:pt x="73" y="86"/>
                        </a:cubicBezTo>
                        <a:cubicBezTo>
                          <a:pt x="75" y="84"/>
                          <a:pt x="77" y="82"/>
                          <a:pt x="79" y="79"/>
                        </a:cubicBezTo>
                        <a:close/>
                        <a:moveTo>
                          <a:pt x="295" y="124"/>
                        </a:moveTo>
                        <a:cubicBezTo>
                          <a:pt x="306" y="120"/>
                          <a:pt x="306" y="120"/>
                          <a:pt x="306" y="120"/>
                        </a:cubicBezTo>
                        <a:cubicBezTo>
                          <a:pt x="305" y="117"/>
                          <a:pt x="304" y="114"/>
                          <a:pt x="303" y="111"/>
                        </a:cubicBezTo>
                        <a:cubicBezTo>
                          <a:pt x="292" y="115"/>
                          <a:pt x="292" y="115"/>
                          <a:pt x="292" y="115"/>
                        </a:cubicBezTo>
                        <a:cubicBezTo>
                          <a:pt x="293" y="118"/>
                          <a:pt x="294" y="121"/>
                          <a:pt x="295" y="124"/>
                        </a:cubicBezTo>
                        <a:close/>
                        <a:moveTo>
                          <a:pt x="263" y="55"/>
                        </a:moveTo>
                        <a:cubicBezTo>
                          <a:pt x="260" y="53"/>
                          <a:pt x="258" y="51"/>
                          <a:pt x="255" y="49"/>
                        </a:cubicBezTo>
                        <a:cubicBezTo>
                          <a:pt x="248" y="59"/>
                          <a:pt x="248" y="59"/>
                          <a:pt x="248" y="59"/>
                        </a:cubicBezTo>
                        <a:cubicBezTo>
                          <a:pt x="250" y="61"/>
                          <a:pt x="253" y="63"/>
                          <a:pt x="255" y="64"/>
                        </a:cubicBezTo>
                        <a:lnTo>
                          <a:pt x="263" y="55"/>
                        </a:lnTo>
                        <a:close/>
                        <a:moveTo>
                          <a:pt x="80" y="245"/>
                        </a:moveTo>
                        <a:cubicBezTo>
                          <a:pt x="71" y="253"/>
                          <a:pt x="71" y="253"/>
                          <a:pt x="71" y="253"/>
                        </a:cubicBezTo>
                        <a:cubicBezTo>
                          <a:pt x="73" y="255"/>
                          <a:pt x="76" y="258"/>
                          <a:pt x="78" y="260"/>
                        </a:cubicBezTo>
                        <a:cubicBezTo>
                          <a:pt x="86" y="252"/>
                          <a:pt x="86" y="252"/>
                          <a:pt x="86" y="252"/>
                        </a:cubicBezTo>
                        <a:cubicBezTo>
                          <a:pt x="84" y="249"/>
                          <a:pt x="82" y="247"/>
                          <a:pt x="80" y="245"/>
                        </a:cubicBezTo>
                        <a:close/>
                        <a:moveTo>
                          <a:pt x="85" y="267"/>
                        </a:moveTo>
                        <a:cubicBezTo>
                          <a:pt x="88" y="269"/>
                          <a:pt x="90" y="271"/>
                          <a:pt x="93" y="273"/>
                        </a:cubicBezTo>
                        <a:cubicBezTo>
                          <a:pt x="100" y="263"/>
                          <a:pt x="100" y="263"/>
                          <a:pt x="100" y="263"/>
                        </a:cubicBezTo>
                        <a:cubicBezTo>
                          <a:pt x="98" y="261"/>
                          <a:pt x="95" y="260"/>
                          <a:pt x="93" y="258"/>
                        </a:cubicBezTo>
                        <a:lnTo>
                          <a:pt x="85" y="267"/>
                        </a:lnTo>
                        <a:close/>
                        <a:moveTo>
                          <a:pt x="137" y="294"/>
                        </a:moveTo>
                        <a:cubicBezTo>
                          <a:pt x="140" y="295"/>
                          <a:pt x="144" y="296"/>
                          <a:pt x="147" y="297"/>
                        </a:cubicBezTo>
                        <a:cubicBezTo>
                          <a:pt x="149" y="285"/>
                          <a:pt x="149" y="285"/>
                          <a:pt x="149" y="285"/>
                        </a:cubicBezTo>
                        <a:cubicBezTo>
                          <a:pt x="146" y="284"/>
                          <a:pt x="143" y="284"/>
                          <a:pt x="141" y="283"/>
                        </a:cubicBezTo>
                        <a:lnTo>
                          <a:pt x="137" y="294"/>
                        </a:lnTo>
                        <a:close/>
                        <a:moveTo>
                          <a:pt x="176" y="288"/>
                        </a:moveTo>
                        <a:cubicBezTo>
                          <a:pt x="176" y="300"/>
                          <a:pt x="176" y="300"/>
                          <a:pt x="176" y="300"/>
                        </a:cubicBezTo>
                        <a:cubicBezTo>
                          <a:pt x="180" y="299"/>
                          <a:pt x="183" y="299"/>
                          <a:pt x="186" y="299"/>
                        </a:cubicBezTo>
                        <a:cubicBezTo>
                          <a:pt x="185" y="287"/>
                          <a:pt x="185" y="287"/>
                          <a:pt x="185" y="287"/>
                        </a:cubicBezTo>
                        <a:cubicBezTo>
                          <a:pt x="182" y="287"/>
                          <a:pt x="179" y="288"/>
                          <a:pt x="176" y="288"/>
                        </a:cubicBezTo>
                        <a:close/>
                        <a:moveTo>
                          <a:pt x="119" y="288"/>
                        </a:moveTo>
                        <a:cubicBezTo>
                          <a:pt x="122" y="289"/>
                          <a:pt x="125" y="290"/>
                          <a:pt x="128" y="291"/>
                        </a:cubicBezTo>
                        <a:cubicBezTo>
                          <a:pt x="132" y="280"/>
                          <a:pt x="132" y="280"/>
                          <a:pt x="132" y="280"/>
                        </a:cubicBezTo>
                        <a:cubicBezTo>
                          <a:pt x="129" y="279"/>
                          <a:pt x="126" y="278"/>
                          <a:pt x="124" y="277"/>
                        </a:cubicBezTo>
                        <a:lnTo>
                          <a:pt x="119" y="288"/>
                        </a:lnTo>
                        <a:close/>
                        <a:moveTo>
                          <a:pt x="101" y="278"/>
                        </a:moveTo>
                        <a:cubicBezTo>
                          <a:pt x="104" y="280"/>
                          <a:pt x="107" y="282"/>
                          <a:pt x="110" y="283"/>
                        </a:cubicBezTo>
                        <a:cubicBezTo>
                          <a:pt x="115" y="273"/>
                          <a:pt x="115" y="273"/>
                          <a:pt x="115" y="273"/>
                        </a:cubicBezTo>
                        <a:cubicBezTo>
                          <a:pt x="113" y="271"/>
                          <a:pt x="110" y="270"/>
                          <a:pt x="108" y="268"/>
                        </a:cubicBezTo>
                        <a:lnTo>
                          <a:pt x="101" y="278"/>
                        </a:lnTo>
                        <a:close/>
                        <a:moveTo>
                          <a:pt x="244" y="267"/>
                        </a:moveTo>
                        <a:cubicBezTo>
                          <a:pt x="251" y="277"/>
                          <a:pt x="251" y="277"/>
                          <a:pt x="251" y="277"/>
                        </a:cubicBezTo>
                        <a:cubicBezTo>
                          <a:pt x="254" y="275"/>
                          <a:pt x="256" y="273"/>
                          <a:pt x="259" y="271"/>
                        </a:cubicBezTo>
                        <a:cubicBezTo>
                          <a:pt x="252" y="261"/>
                          <a:pt x="252" y="261"/>
                          <a:pt x="252" y="261"/>
                        </a:cubicBezTo>
                        <a:cubicBezTo>
                          <a:pt x="249" y="263"/>
                          <a:pt x="247" y="265"/>
                          <a:pt x="244" y="267"/>
                        </a:cubicBezTo>
                        <a:close/>
                        <a:moveTo>
                          <a:pt x="38" y="182"/>
                        </a:moveTo>
                        <a:cubicBezTo>
                          <a:pt x="39" y="185"/>
                          <a:pt x="39" y="189"/>
                          <a:pt x="40" y="192"/>
                        </a:cubicBezTo>
                        <a:cubicBezTo>
                          <a:pt x="52" y="189"/>
                          <a:pt x="52" y="189"/>
                          <a:pt x="52" y="189"/>
                        </a:cubicBezTo>
                        <a:cubicBezTo>
                          <a:pt x="51" y="186"/>
                          <a:pt x="50" y="183"/>
                          <a:pt x="50" y="180"/>
                        </a:cubicBezTo>
                        <a:lnTo>
                          <a:pt x="38" y="182"/>
                        </a:lnTo>
                        <a:close/>
                        <a:moveTo>
                          <a:pt x="54" y="127"/>
                        </a:moveTo>
                        <a:cubicBezTo>
                          <a:pt x="42" y="123"/>
                          <a:pt x="42" y="123"/>
                          <a:pt x="42" y="123"/>
                        </a:cubicBezTo>
                        <a:cubicBezTo>
                          <a:pt x="41" y="127"/>
                          <a:pt x="40" y="130"/>
                          <a:pt x="40" y="133"/>
                        </a:cubicBezTo>
                        <a:cubicBezTo>
                          <a:pt x="51" y="135"/>
                          <a:pt x="51" y="135"/>
                          <a:pt x="51" y="135"/>
                        </a:cubicBezTo>
                        <a:cubicBezTo>
                          <a:pt x="52" y="132"/>
                          <a:pt x="53" y="130"/>
                          <a:pt x="54" y="127"/>
                        </a:cubicBezTo>
                        <a:close/>
                        <a:moveTo>
                          <a:pt x="68" y="94"/>
                        </a:moveTo>
                        <a:cubicBezTo>
                          <a:pt x="58" y="87"/>
                          <a:pt x="58" y="87"/>
                          <a:pt x="58" y="87"/>
                        </a:cubicBezTo>
                        <a:cubicBezTo>
                          <a:pt x="57" y="90"/>
                          <a:pt x="55" y="93"/>
                          <a:pt x="53" y="96"/>
                        </a:cubicBezTo>
                        <a:cubicBezTo>
                          <a:pt x="64" y="102"/>
                          <a:pt x="64" y="102"/>
                          <a:pt x="64" y="102"/>
                        </a:cubicBezTo>
                        <a:cubicBezTo>
                          <a:pt x="65" y="99"/>
                          <a:pt x="67" y="96"/>
                          <a:pt x="68" y="94"/>
                        </a:cubicBezTo>
                        <a:close/>
                        <a:moveTo>
                          <a:pt x="60" y="110"/>
                        </a:moveTo>
                        <a:cubicBezTo>
                          <a:pt x="49" y="105"/>
                          <a:pt x="49" y="105"/>
                          <a:pt x="49" y="105"/>
                        </a:cubicBezTo>
                        <a:cubicBezTo>
                          <a:pt x="48" y="108"/>
                          <a:pt x="46" y="111"/>
                          <a:pt x="45" y="114"/>
                        </a:cubicBezTo>
                        <a:cubicBezTo>
                          <a:pt x="56" y="118"/>
                          <a:pt x="56" y="118"/>
                          <a:pt x="56" y="118"/>
                        </a:cubicBezTo>
                        <a:cubicBezTo>
                          <a:pt x="57" y="115"/>
                          <a:pt x="59" y="112"/>
                          <a:pt x="60" y="110"/>
                        </a:cubicBezTo>
                        <a:close/>
                        <a:moveTo>
                          <a:pt x="49" y="171"/>
                        </a:moveTo>
                        <a:cubicBezTo>
                          <a:pt x="49" y="168"/>
                          <a:pt x="49" y="165"/>
                          <a:pt x="49" y="162"/>
                        </a:cubicBezTo>
                        <a:cubicBezTo>
                          <a:pt x="37" y="162"/>
                          <a:pt x="37" y="162"/>
                          <a:pt x="37" y="162"/>
                        </a:cubicBezTo>
                        <a:cubicBezTo>
                          <a:pt x="37" y="166"/>
                          <a:pt x="37" y="169"/>
                          <a:pt x="37" y="172"/>
                        </a:cubicBezTo>
                        <a:lnTo>
                          <a:pt x="49" y="171"/>
                        </a:lnTo>
                        <a:close/>
                        <a:moveTo>
                          <a:pt x="229" y="276"/>
                        </a:moveTo>
                        <a:cubicBezTo>
                          <a:pt x="234" y="286"/>
                          <a:pt x="234" y="286"/>
                          <a:pt x="234" y="286"/>
                        </a:cubicBezTo>
                        <a:cubicBezTo>
                          <a:pt x="237" y="285"/>
                          <a:pt x="240" y="283"/>
                          <a:pt x="243" y="282"/>
                        </a:cubicBezTo>
                        <a:cubicBezTo>
                          <a:pt x="237" y="271"/>
                          <a:pt x="237" y="271"/>
                          <a:pt x="237" y="271"/>
                        </a:cubicBezTo>
                        <a:cubicBezTo>
                          <a:pt x="234" y="273"/>
                          <a:pt x="231" y="274"/>
                          <a:pt x="229" y="276"/>
                        </a:cubicBezTo>
                        <a:close/>
                        <a:moveTo>
                          <a:pt x="50" y="144"/>
                        </a:moveTo>
                        <a:cubicBezTo>
                          <a:pt x="38" y="143"/>
                          <a:pt x="38" y="143"/>
                          <a:pt x="38" y="143"/>
                        </a:cubicBezTo>
                        <a:cubicBezTo>
                          <a:pt x="38" y="146"/>
                          <a:pt x="37" y="149"/>
                          <a:pt x="37" y="153"/>
                        </a:cubicBezTo>
                        <a:cubicBezTo>
                          <a:pt x="49" y="153"/>
                          <a:pt x="49" y="153"/>
                          <a:pt x="49" y="153"/>
                        </a:cubicBezTo>
                        <a:cubicBezTo>
                          <a:pt x="49" y="150"/>
                          <a:pt x="49" y="147"/>
                          <a:pt x="50" y="144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12700">
                      <a:schemeClr val="tx1">
                        <a:lumMod val="50000"/>
                        <a:lumOff val="50000"/>
                      </a:scheme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6" name="Gruppieren 5"/>
                <p:cNvGrpSpPr/>
                <p:nvPr/>
              </p:nvGrpSpPr>
              <p:grpSpPr>
                <a:xfrm>
                  <a:off x="7659950" y="3638049"/>
                  <a:ext cx="1075937" cy="1075937"/>
                  <a:chOff x="7659950" y="3638049"/>
                  <a:chExt cx="1075937" cy="1075937"/>
                </a:xfrm>
              </p:grpSpPr>
              <p:sp>
                <p:nvSpPr>
                  <p:cNvPr id="59" name="Ellipse 58"/>
                  <p:cNvSpPr/>
                  <p:nvPr/>
                </p:nvSpPr>
                <p:spPr bwMode="auto">
                  <a:xfrm>
                    <a:off x="7659950" y="3638049"/>
                    <a:ext cx="1075937" cy="1075937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7770776" y="3829330"/>
                    <a:ext cx="844877" cy="585795"/>
                  </a:xfrm>
                  <a:custGeom>
                    <a:avLst/>
                    <a:gdLst>
                      <a:gd name="T0" fmla="*/ 275 w 314"/>
                      <a:gd name="T1" fmla="*/ 152 h 245"/>
                      <a:gd name="T2" fmla="*/ 259 w 314"/>
                      <a:gd name="T3" fmla="*/ 156 h 245"/>
                      <a:gd name="T4" fmla="*/ 191 w 314"/>
                      <a:gd name="T5" fmla="*/ 67 h 245"/>
                      <a:gd name="T6" fmla="*/ 196 w 314"/>
                      <a:gd name="T7" fmla="*/ 46 h 245"/>
                      <a:gd name="T8" fmla="*/ 157 w 314"/>
                      <a:gd name="T9" fmla="*/ 0 h 245"/>
                      <a:gd name="T10" fmla="*/ 118 w 314"/>
                      <a:gd name="T11" fmla="*/ 46 h 245"/>
                      <a:gd name="T12" fmla="*/ 124 w 314"/>
                      <a:gd name="T13" fmla="*/ 69 h 245"/>
                      <a:gd name="T14" fmla="*/ 56 w 314"/>
                      <a:gd name="T15" fmla="*/ 158 h 245"/>
                      <a:gd name="T16" fmla="*/ 39 w 314"/>
                      <a:gd name="T17" fmla="*/ 154 h 245"/>
                      <a:gd name="T18" fmla="*/ 0 w 314"/>
                      <a:gd name="T19" fmla="*/ 199 h 245"/>
                      <a:gd name="T20" fmla="*/ 39 w 314"/>
                      <a:gd name="T21" fmla="*/ 245 h 245"/>
                      <a:gd name="T22" fmla="*/ 75 w 314"/>
                      <a:gd name="T23" fmla="*/ 215 h 245"/>
                      <a:gd name="T24" fmla="*/ 239 w 314"/>
                      <a:gd name="T25" fmla="*/ 215 h 245"/>
                      <a:gd name="T26" fmla="*/ 275 w 314"/>
                      <a:gd name="T27" fmla="*/ 243 h 245"/>
                      <a:gd name="T28" fmla="*/ 314 w 314"/>
                      <a:gd name="T29" fmla="*/ 197 h 245"/>
                      <a:gd name="T30" fmla="*/ 275 w 314"/>
                      <a:gd name="T31" fmla="*/ 152 h 245"/>
                      <a:gd name="T32" fmla="*/ 177 w 314"/>
                      <a:gd name="T33" fmla="*/ 85 h 245"/>
                      <a:gd name="T34" fmla="*/ 243 w 314"/>
                      <a:gd name="T35" fmla="*/ 172 h 245"/>
                      <a:gd name="T36" fmla="*/ 237 w 314"/>
                      <a:gd name="T37" fmla="*/ 191 h 245"/>
                      <a:gd name="T38" fmla="*/ 77 w 314"/>
                      <a:gd name="T39" fmla="*/ 191 h 245"/>
                      <a:gd name="T40" fmla="*/ 72 w 314"/>
                      <a:gd name="T41" fmla="*/ 174 h 245"/>
                      <a:gd name="T42" fmla="*/ 139 w 314"/>
                      <a:gd name="T43" fmla="*/ 86 h 245"/>
                      <a:gd name="T44" fmla="*/ 157 w 314"/>
                      <a:gd name="T45" fmla="*/ 91 h 245"/>
                      <a:gd name="T46" fmla="*/ 177 w 314"/>
                      <a:gd name="T47" fmla="*/ 85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14" h="245">
                        <a:moveTo>
                          <a:pt x="275" y="152"/>
                        </a:moveTo>
                        <a:cubicBezTo>
                          <a:pt x="269" y="152"/>
                          <a:pt x="264" y="153"/>
                          <a:pt x="259" y="156"/>
                        </a:cubicBezTo>
                        <a:cubicBezTo>
                          <a:pt x="191" y="67"/>
                          <a:pt x="191" y="67"/>
                          <a:pt x="191" y="67"/>
                        </a:cubicBezTo>
                        <a:cubicBezTo>
                          <a:pt x="194" y="61"/>
                          <a:pt x="196" y="54"/>
                          <a:pt x="196" y="46"/>
                        </a:cubicBezTo>
                        <a:cubicBezTo>
                          <a:pt x="196" y="21"/>
                          <a:pt x="179" y="0"/>
                          <a:pt x="157" y="0"/>
                        </a:cubicBezTo>
                        <a:cubicBezTo>
                          <a:pt x="136" y="0"/>
                          <a:pt x="118" y="21"/>
                          <a:pt x="118" y="46"/>
                        </a:cubicBezTo>
                        <a:cubicBezTo>
                          <a:pt x="118" y="54"/>
                          <a:pt x="120" y="62"/>
                          <a:pt x="124" y="69"/>
                        </a:cubicBezTo>
                        <a:cubicBezTo>
                          <a:pt x="56" y="158"/>
                          <a:pt x="56" y="158"/>
                          <a:pt x="56" y="158"/>
                        </a:cubicBezTo>
                        <a:cubicBezTo>
                          <a:pt x="51" y="155"/>
                          <a:pt x="45" y="154"/>
                          <a:pt x="39" y="154"/>
                        </a:cubicBezTo>
                        <a:cubicBezTo>
                          <a:pt x="17" y="154"/>
                          <a:pt x="0" y="174"/>
                          <a:pt x="0" y="199"/>
                        </a:cubicBezTo>
                        <a:cubicBezTo>
                          <a:pt x="0" y="224"/>
                          <a:pt x="17" y="245"/>
                          <a:pt x="39" y="245"/>
                        </a:cubicBezTo>
                        <a:cubicBezTo>
                          <a:pt x="56" y="245"/>
                          <a:pt x="70" y="232"/>
                          <a:pt x="75" y="215"/>
                        </a:cubicBezTo>
                        <a:cubicBezTo>
                          <a:pt x="239" y="215"/>
                          <a:pt x="239" y="215"/>
                          <a:pt x="239" y="215"/>
                        </a:cubicBezTo>
                        <a:cubicBezTo>
                          <a:pt x="245" y="231"/>
                          <a:pt x="259" y="243"/>
                          <a:pt x="275" y="243"/>
                        </a:cubicBezTo>
                        <a:cubicBezTo>
                          <a:pt x="297" y="243"/>
                          <a:pt x="314" y="222"/>
                          <a:pt x="314" y="197"/>
                        </a:cubicBezTo>
                        <a:cubicBezTo>
                          <a:pt x="314" y="172"/>
                          <a:pt x="297" y="152"/>
                          <a:pt x="275" y="152"/>
                        </a:cubicBezTo>
                        <a:close/>
                        <a:moveTo>
                          <a:pt x="177" y="85"/>
                        </a:moveTo>
                        <a:cubicBezTo>
                          <a:pt x="243" y="172"/>
                          <a:pt x="243" y="172"/>
                          <a:pt x="243" y="172"/>
                        </a:cubicBezTo>
                        <a:cubicBezTo>
                          <a:pt x="240" y="177"/>
                          <a:pt x="237" y="184"/>
                          <a:pt x="237" y="191"/>
                        </a:cubicBezTo>
                        <a:cubicBezTo>
                          <a:pt x="77" y="191"/>
                          <a:pt x="77" y="191"/>
                          <a:pt x="77" y="191"/>
                        </a:cubicBezTo>
                        <a:cubicBezTo>
                          <a:pt x="76" y="185"/>
                          <a:pt x="74" y="179"/>
                          <a:pt x="72" y="174"/>
                        </a:cubicBezTo>
                        <a:cubicBezTo>
                          <a:pt x="139" y="86"/>
                          <a:pt x="139" y="86"/>
                          <a:pt x="139" y="86"/>
                        </a:cubicBezTo>
                        <a:cubicBezTo>
                          <a:pt x="144" y="89"/>
                          <a:pt x="150" y="91"/>
                          <a:pt x="157" y="91"/>
                        </a:cubicBezTo>
                        <a:cubicBezTo>
                          <a:pt x="164" y="91"/>
                          <a:pt x="171" y="89"/>
                          <a:pt x="177" y="85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grpSp>
              <p:nvGrpSpPr>
                <p:cNvPr id="7" name="Gruppieren 6"/>
                <p:cNvGrpSpPr/>
                <p:nvPr/>
              </p:nvGrpSpPr>
              <p:grpSpPr>
                <a:xfrm>
                  <a:off x="7658826" y="5149964"/>
                  <a:ext cx="1075937" cy="1075937"/>
                  <a:chOff x="7658826" y="5149964"/>
                  <a:chExt cx="1075937" cy="1075937"/>
                </a:xfrm>
              </p:grpSpPr>
              <p:sp>
                <p:nvSpPr>
                  <p:cNvPr id="58" name="Ellipse 57"/>
                  <p:cNvSpPr/>
                  <p:nvPr/>
                </p:nvSpPr>
                <p:spPr bwMode="auto">
                  <a:xfrm>
                    <a:off x="7658826" y="5149964"/>
                    <a:ext cx="1075937" cy="1075937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7773322" y="5368620"/>
                    <a:ext cx="849192" cy="705317"/>
                  </a:xfrm>
                  <a:custGeom>
                    <a:avLst/>
                    <a:gdLst>
                      <a:gd name="T0" fmla="*/ 327 w 332"/>
                      <a:gd name="T1" fmla="*/ 169 h 276"/>
                      <a:gd name="T2" fmla="*/ 194 w 332"/>
                      <a:gd name="T3" fmla="*/ 87 h 276"/>
                      <a:gd name="T4" fmla="*/ 191 w 332"/>
                      <a:gd name="T5" fmla="*/ 86 h 276"/>
                      <a:gd name="T6" fmla="*/ 191 w 332"/>
                      <a:gd name="T7" fmla="*/ 56 h 276"/>
                      <a:gd name="T8" fmla="*/ 182 w 332"/>
                      <a:gd name="T9" fmla="*/ 43 h 276"/>
                      <a:gd name="T10" fmla="*/ 148 w 332"/>
                      <a:gd name="T11" fmla="*/ 43 h 276"/>
                      <a:gd name="T12" fmla="*/ 148 w 332"/>
                      <a:gd name="T13" fmla="*/ 6 h 276"/>
                      <a:gd name="T14" fmla="*/ 146 w 332"/>
                      <a:gd name="T15" fmla="*/ 1 h 276"/>
                      <a:gd name="T16" fmla="*/ 142 w 332"/>
                      <a:gd name="T17" fmla="*/ 1 h 276"/>
                      <a:gd name="T18" fmla="*/ 2 w 332"/>
                      <a:gd name="T19" fmla="*/ 88 h 276"/>
                      <a:gd name="T20" fmla="*/ 0 w 332"/>
                      <a:gd name="T21" fmla="*/ 93 h 276"/>
                      <a:gd name="T22" fmla="*/ 2 w 332"/>
                      <a:gd name="T23" fmla="*/ 97 h 276"/>
                      <a:gd name="T24" fmla="*/ 139 w 332"/>
                      <a:gd name="T25" fmla="*/ 186 h 276"/>
                      <a:gd name="T26" fmla="*/ 139 w 332"/>
                      <a:gd name="T27" fmla="*/ 213 h 276"/>
                      <a:gd name="T28" fmla="*/ 154 w 332"/>
                      <a:gd name="T29" fmla="*/ 231 h 276"/>
                      <a:gd name="T30" fmla="*/ 180 w 332"/>
                      <a:gd name="T31" fmla="*/ 231 h 276"/>
                      <a:gd name="T32" fmla="*/ 180 w 332"/>
                      <a:gd name="T33" fmla="*/ 265 h 276"/>
                      <a:gd name="T34" fmla="*/ 184 w 332"/>
                      <a:gd name="T35" fmla="*/ 274 h 276"/>
                      <a:gd name="T36" fmla="*/ 195 w 332"/>
                      <a:gd name="T37" fmla="*/ 274 h 276"/>
                      <a:gd name="T38" fmla="*/ 327 w 332"/>
                      <a:gd name="T39" fmla="*/ 188 h 276"/>
                      <a:gd name="T40" fmla="*/ 332 w 332"/>
                      <a:gd name="T41" fmla="*/ 179 h 276"/>
                      <a:gd name="T42" fmla="*/ 327 w 332"/>
                      <a:gd name="T43" fmla="*/ 169 h 276"/>
                      <a:gd name="T44" fmla="*/ 192 w 332"/>
                      <a:gd name="T45" fmla="*/ 262 h 276"/>
                      <a:gd name="T46" fmla="*/ 192 w 332"/>
                      <a:gd name="T47" fmla="*/ 226 h 276"/>
                      <a:gd name="T48" fmla="*/ 192 w 332"/>
                      <a:gd name="T49" fmla="*/ 220 h 276"/>
                      <a:gd name="T50" fmla="*/ 154 w 332"/>
                      <a:gd name="T51" fmla="*/ 220 h 276"/>
                      <a:gd name="T52" fmla="*/ 151 w 332"/>
                      <a:gd name="T53" fmla="*/ 213 h 276"/>
                      <a:gd name="T54" fmla="*/ 151 w 332"/>
                      <a:gd name="T55" fmla="*/ 144 h 276"/>
                      <a:gd name="T56" fmla="*/ 151 w 332"/>
                      <a:gd name="T57" fmla="*/ 142 h 276"/>
                      <a:gd name="T58" fmla="*/ 182 w 332"/>
                      <a:gd name="T59" fmla="*/ 142 h 276"/>
                      <a:gd name="T60" fmla="*/ 189 w 332"/>
                      <a:gd name="T61" fmla="*/ 137 h 276"/>
                      <a:gd name="T62" fmla="*/ 192 w 332"/>
                      <a:gd name="T63" fmla="*/ 137 h 276"/>
                      <a:gd name="T64" fmla="*/ 192 w 332"/>
                      <a:gd name="T65" fmla="*/ 131 h 276"/>
                      <a:gd name="T66" fmla="*/ 192 w 332"/>
                      <a:gd name="T67" fmla="*/ 99 h 276"/>
                      <a:gd name="T68" fmla="*/ 320 w 332"/>
                      <a:gd name="T69" fmla="*/ 179 h 276"/>
                      <a:gd name="T70" fmla="*/ 192 w 332"/>
                      <a:gd name="T71" fmla="*/ 262 h 2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32" h="276">
                        <a:moveTo>
                          <a:pt x="327" y="169"/>
                        </a:moveTo>
                        <a:cubicBezTo>
                          <a:pt x="194" y="87"/>
                          <a:pt x="194" y="87"/>
                          <a:pt x="194" y="87"/>
                        </a:cubicBezTo>
                        <a:cubicBezTo>
                          <a:pt x="193" y="86"/>
                          <a:pt x="192" y="86"/>
                          <a:pt x="191" y="86"/>
                        </a:cubicBezTo>
                        <a:cubicBezTo>
                          <a:pt x="191" y="56"/>
                          <a:pt x="191" y="56"/>
                          <a:pt x="191" y="56"/>
                        </a:cubicBezTo>
                        <a:cubicBezTo>
                          <a:pt x="191" y="49"/>
                          <a:pt x="187" y="43"/>
                          <a:pt x="182" y="43"/>
                        </a:cubicBezTo>
                        <a:cubicBezTo>
                          <a:pt x="148" y="43"/>
                          <a:pt x="148" y="43"/>
                          <a:pt x="148" y="43"/>
                        </a:cubicBezTo>
                        <a:cubicBezTo>
                          <a:pt x="148" y="6"/>
                          <a:pt x="148" y="6"/>
                          <a:pt x="148" y="6"/>
                        </a:cubicBezTo>
                        <a:cubicBezTo>
                          <a:pt x="148" y="4"/>
                          <a:pt x="147" y="2"/>
                          <a:pt x="146" y="1"/>
                        </a:cubicBezTo>
                        <a:cubicBezTo>
                          <a:pt x="145" y="1"/>
                          <a:pt x="143" y="0"/>
                          <a:pt x="142" y="1"/>
                        </a:cubicBezTo>
                        <a:cubicBezTo>
                          <a:pt x="2" y="88"/>
                          <a:pt x="2" y="88"/>
                          <a:pt x="2" y="88"/>
                        </a:cubicBezTo>
                        <a:cubicBezTo>
                          <a:pt x="1" y="89"/>
                          <a:pt x="0" y="91"/>
                          <a:pt x="0" y="93"/>
                        </a:cubicBezTo>
                        <a:cubicBezTo>
                          <a:pt x="0" y="94"/>
                          <a:pt x="1" y="96"/>
                          <a:pt x="2" y="97"/>
                        </a:cubicBezTo>
                        <a:cubicBezTo>
                          <a:pt x="139" y="186"/>
                          <a:pt x="139" y="186"/>
                          <a:pt x="139" y="186"/>
                        </a:cubicBezTo>
                        <a:cubicBezTo>
                          <a:pt x="139" y="213"/>
                          <a:pt x="139" y="213"/>
                          <a:pt x="139" y="213"/>
                        </a:cubicBezTo>
                        <a:cubicBezTo>
                          <a:pt x="139" y="223"/>
                          <a:pt x="145" y="231"/>
                          <a:pt x="154" y="231"/>
                        </a:cubicBezTo>
                        <a:cubicBezTo>
                          <a:pt x="180" y="231"/>
                          <a:pt x="180" y="231"/>
                          <a:pt x="180" y="231"/>
                        </a:cubicBezTo>
                        <a:cubicBezTo>
                          <a:pt x="180" y="265"/>
                          <a:pt x="180" y="265"/>
                          <a:pt x="180" y="265"/>
                        </a:cubicBezTo>
                        <a:cubicBezTo>
                          <a:pt x="180" y="268"/>
                          <a:pt x="181" y="272"/>
                          <a:pt x="184" y="274"/>
                        </a:cubicBezTo>
                        <a:cubicBezTo>
                          <a:pt x="187" y="276"/>
                          <a:pt x="191" y="276"/>
                          <a:pt x="195" y="274"/>
                        </a:cubicBezTo>
                        <a:cubicBezTo>
                          <a:pt x="195" y="274"/>
                          <a:pt x="327" y="188"/>
                          <a:pt x="327" y="188"/>
                        </a:cubicBezTo>
                        <a:cubicBezTo>
                          <a:pt x="330" y="186"/>
                          <a:pt x="332" y="182"/>
                          <a:pt x="332" y="179"/>
                        </a:cubicBezTo>
                        <a:cubicBezTo>
                          <a:pt x="332" y="175"/>
                          <a:pt x="330" y="171"/>
                          <a:pt x="327" y="169"/>
                        </a:cubicBezTo>
                        <a:close/>
                        <a:moveTo>
                          <a:pt x="192" y="262"/>
                        </a:moveTo>
                        <a:cubicBezTo>
                          <a:pt x="192" y="226"/>
                          <a:pt x="192" y="226"/>
                          <a:pt x="192" y="226"/>
                        </a:cubicBezTo>
                        <a:cubicBezTo>
                          <a:pt x="192" y="220"/>
                          <a:pt x="192" y="220"/>
                          <a:pt x="192" y="220"/>
                        </a:cubicBezTo>
                        <a:cubicBezTo>
                          <a:pt x="154" y="220"/>
                          <a:pt x="154" y="220"/>
                          <a:pt x="154" y="220"/>
                        </a:cubicBezTo>
                        <a:cubicBezTo>
                          <a:pt x="153" y="220"/>
                          <a:pt x="151" y="217"/>
                          <a:pt x="151" y="213"/>
                        </a:cubicBezTo>
                        <a:cubicBezTo>
                          <a:pt x="151" y="144"/>
                          <a:pt x="151" y="144"/>
                          <a:pt x="151" y="144"/>
                        </a:cubicBezTo>
                        <a:cubicBezTo>
                          <a:pt x="151" y="143"/>
                          <a:pt x="151" y="143"/>
                          <a:pt x="151" y="142"/>
                        </a:cubicBezTo>
                        <a:cubicBezTo>
                          <a:pt x="182" y="142"/>
                          <a:pt x="182" y="142"/>
                          <a:pt x="182" y="142"/>
                        </a:cubicBezTo>
                        <a:cubicBezTo>
                          <a:pt x="184" y="142"/>
                          <a:pt x="187" y="140"/>
                          <a:pt x="189" y="137"/>
                        </a:cubicBezTo>
                        <a:cubicBezTo>
                          <a:pt x="192" y="137"/>
                          <a:pt x="192" y="137"/>
                          <a:pt x="192" y="137"/>
                        </a:cubicBezTo>
                        <a:cubicBezTo>
                          <a:pt x="192" y="131"/>
                          <a:pt x="192" y="131"/>
                          <a:pt x="192" y="131"/>
                        </a:cubicBezTo>
                        <a:cubicBezTo>
                          <a:pt x="192" y="99"/>
                          <a:pt x="192" y="99"/>
                          <a:pt x="192" y="99"/>
                        </a:cubicBezTo>
                        <a:cubicBezTo>
                          <a:pt x="211" y="111"/>
                          <a:pt x="308" y="171"/>
                          <a:pt x="320" y="179"/>
                        </a:cubicBezTo>
                        <a:cubicBezTo>
                          <a:pt x="308" y="186"/>
                          <a:pt x="211" y="249"/>
                          <a:pt x="192" y="262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cxnSp>
          <p:nvCxnSpPr>
            <p:cNvPr id="119" name="Gerade Verbindung 118"/>
            <p:cNvCxnSpPr/>
            <p:nvPr/>
          </p:nvCxnSpPr>
          <p:spPr bwMode="gray">
            <a:xfrm flipH="1">
              <a:off x="311354" y="3411405"/>
              <a:ext cx="5705795" cy="0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Gerade Verbindung 119"/>
            <p:cNvCxnSpPr/>
            <p:nvPr/>
          </p:nvCxnSpPr>
          <p:spPr bwMode="gray">
            <a:xfrm>
              <a:off x="3123885" y="298375"/>
              <a:ext cx="0" cy="3123006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Gerade Verbindung 120"/>
            <p:cNvCxnSpPr/>
            <p:nvPr/>
          </p:nvCxnSpPr>
          <p:spPr bwMode="gray">
            <a:xfrm flipH="1">
              <a:off x="320879" y="4941593"/>
              <a:ext cx="5705796" cy="0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2"/>
            <p:cNvGrpSpPr/>
            <p:nvPr/>
          </p:nvGrpSpPr>
          <p:grpSpPr>
            <a:xfrm>
              <a:off x="321443" y="298375"/>
              <a:ext cx="2802442" cy="3055525"/>
              <a:chOff x="321443" y="298375"/>
              <a:chExt cx="2802442" cy="3055525"/>
            </a:xfrm>
          </p:grpSpPr>
          <p:sp>
            <p:nvSpPr>
              <p:cNvPr id="19" name="Textfeld 18"/>
              <p:cNvSpPr txBox="1"/>
              <p:nvPr/>
            </p:nvSpPr>
            <p:spPr bwMode="gray">
              <a:xfrm>
                <a:off x="321443" y="298375"/>
                <a:ext cx="2802442" cy="360000"/>
              </a:xfrm>
              <a:prstGeom prst="rect">
                <a:avLst/>
              </a:prstGeom>
              <a:noFill/>
            </p:spPr>
            <p:txBody>
              <a:bodyPr wrap="square" lIns="72000" tIns="72000" rIns="108000" bIns="0" rtlCol="0">
                <a:noAutofit/>
              </a:bodyPr>
              <a:lstStyle/>
              <a:p>
                <a:pPr lvl="0" algn="ctr">
                  <a:spcAft>
                    <a:spcPts val="300"/>
                  </a:spcAft>
                </a:pPr>
                <a:r>
                  <a:rPr lang="de-DE" sz="2400" b="1" noProof="1" smtClean="0">
                    <a:solidFill>
                      <a:srgbClr val="646464"/>
                    </a:solidFill>
                  </a:rPr>
                  <a:t>Topic</a:t>
                </a:r>
                <a:r>
                  <a:rPr lang="de-DE" sz="2400" noProof="1" smtClean="0">
                    <a:solidFill>
                      <a:srgbClr val="646464"/>
                    </a:solidFill>
                  </a:rPr>
                  <a:t> of infographic</a:t>
                </a:r>
                <a:endParaRPr lang="de-DE" sz="2400" noProof="1">
                  <a:solidFill>
                    <a:srgbClr val="646464"/>
                  </a:solidFill>
                </a:endParaRPr>
              </a:p>
            </p:txBody>
          </p:sp>
          <p:sp>
            <p:nvSpPr>
              <p:cNvPr id="156" name="Rechteck 155"/>
              <p:cNvSpPr/>
              <p:nvPr/>
            </p:nvSpPr>
            <p:spPr bwMode="gray">
              <a:xfrm>
                <a:off x="362931" y="2529187"/>
                <a:ext cx="2735536" cy="824713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 algn="ctr">
                  <a:spcAft>
                    <a:spcPts val="300"/>
                  </a:spcAft>
                </a:pPr>
                <a:r>
                  <a:rPr lang="en-US" sz="1200" dirty="0">
                    <a:solidFill>
                      <a:srgbClr val="7D7D7D"/>
                    </a:solidFill>
                  </a:rPr>
                  <a:t>Campaign reach of target groups. This is a placeholder text, it can be replaced with your own text.</a:t>
                </a:r>
              </a:p>
            </p:txBody>
          </p:sp>
          <p:grpSp>
            <p:nvGrpSpPr>
              <p:cNvPr id="157" name="Group 5"/>
              <p:cNvGrpSpPr>
                <a:grpSpLocks noChangeAspect="1"/>
              </p:cNvGrpSpPr>
              <p:nvPr/>
            </p:nvGrpSpPr>
            <p:grpSpPr bwMode="auto">
              <a:xfrm rot="20280563">
                <a:off x="831310" y="683736"/>
                <a:ext cx="1673226" cy="2066925"/>
                <a:chOff x="2351" y="450"/>
                <a:chExt cx="1054" cy="1302"/>
              </a:xfrm>
            </p:grpSpPr>
            <p:sp>
              <p:nvSpPr>
                <p:cNvPr id="158" name="Freeform 6"/>
                <p:cNvSpPr>
                  <a:spLocks/>
                </p:cNvSpPr>
                <p:nvPr/>
              </p:nvSpPr>
              <p:spPr bwMode="auto">
                <a:xfrm>
                  <a:off x="2704" y="936"/>
                  <a:ext cx="286" cy="356"/>
                </a:xfrm>
                <a:custGeom>
                  <a:avLst/>
                  <a:gdLst>
                    <a:gd name="T0" fmla="*/ 286 w 286"/>
                    <a:gd name="T1" fmla="*/ 311 h 356"/>
                    <a:gd name="T2" fmla="*/ 223 w 286"/>
                    <a:gd name="T3" fmla="*/ 356 h 356"/>
                    <a:gd name="T4" fmla="*/ 0 w 286"/>
                    <a:gd name="T5" fmla="*/ 45 h 356"/>
                    <a:gd name="T6" fmla="*/ 62 w 286"/>
                    <a:gd name="T7" fmla="*/ 0 h 356"/>
                    <a:gd name="T8" fmla="*/ 286 w 286"/>
                    <a:gd name="T9" fmla="*/ 311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6" h="356">
                      <a:moveTo>
                        <a:pt x="286" y="311"/>
                      </a:moveTo>
                      <a:lnTo>
                        <a:pt x="223" y="356"/>
                      </a:lnTo>
                      <a:lnTo>
                        <a:pt x="0" y="45"/>
                      </a:lnTo>
                      <a:lnTo>
                        <a:pt x="62" y="0"/>
                      </a:lnTo>
                      <a:lnTo>
                        <a:pt x="286" y="31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59" name="Freeform 8"/>
                <p:cNvSpPr>
                  <a:spLocks/>
                </p:cNvSpPr>
                <p:nvPr/>
              </p:nvSpPr>
              <p:spPr bwMode="auto">
                <a:xfrm>
                  <a:off x="2699" y="1072"/>
                  <a:ext cx="172" cy="177"/>
                </a:xfrm>
                <a:custGeom>
                  <a:avLst/>
                  <a:gdLst>
                    <a:gd name="T0" fmla="*/ 2 w 61"/>
                    <a:gd name="T1" fmla="*/ 26 h 63"/>
                    <a:gd name="T2" fmla="*/ 11 w 61"/>
                    <a:gd name="T3" fmla="*/ 46 h 63"/>
                    <a:gd name="T4" fmla="*/ 27 w 61"/>
                    <a:gd name="T5" fmla="*/ 61 h 63"/>
                    <a:gd name="T6" fmla="*/ 61 w 61"/>
                    <a:gd name="T7" fmla="*/ 42 h 63"/>
                    <a:gd name="T8" fmla="*/ 31 w 61"/>
                    <a:gd name="T9" fmla="*/ 0 h 63"/>
                    <a:gd name="T10" fmla="*/ 2 w 61"/>
                    <a:gd name="T11" fmla="*/ 26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1" h="63">
                      <a:moveTo>
                        <a:pt x="2" y="26"/>
                      </a:moveTo>
                      <a:cubicBezTo>
                        <a:pt x="0" y="27"/>
                        <a:pt x="4" y="36"/>
                        <a:pt x="11" y="46"/>
                      </a:cubicBezTo>
                      <a:cubicBezTo>
                        <a:pt x="18" y="56"/>
                        <a:pt x="26" y="63"/>
                        <a:pt x="27" y="61"/>
                      </a:cubicBezTo>
                      <a:cubicBezTo>
                        <a:pt x="27" y="61"/>
                        <a:pt x="41" y="56"/>
                        <a:pt x="61" y="42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11" y="15"/>
                        <a:pt x="2" y="26"/>
                        <a:pt x="2" y="26"/>
                      </a:cubicBezTo>
                      <a:close/>
                    </a:path>
                  </a:pathLst>
                </a:custGeom>
                <a:solidFill>
                  <a:srgbClr val="7271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0" name="Freeform 9"/>
                <p:cNvSpPr>
                  <a:spLocks/>
                </p:cNvSpPr>
                <p:nvPr/>
              </p:nvSpPr>
              <p:spPr bwMode="auto">
                <a:xfrm>
                  <a:off x="2738" y="995"/>
                  <a:ext cx="232" cy="235"/>
                </a:xfrm>
                <a:custGeom>
                  <a:avLst/>
                  <a:gdLst>
                    <a:gd name="T0" fmla="*/ 2 w 82"/>
                    <a:gd name="T1" fmla="*/ 30 h 83"/>
                    <a:gd name="T2" fmla="*/ 17 w 82"/>
                    <a:gd name="T3" fmla="*/ 58 h 83"/>
                    <a:gd name="T4" fmla="*/ 39 w 82"/>
                    <a:gd name="T5" fmla="*/ 82 h 83"/>
                    <a:gd name="T6" fmla="*/ 82 w 82"/>
                    <a:gd name="T7" fmla="*/ 52 h 83"/>
                    <a:gd name="T8" fmla="*/ 44 w 82"/>
                    <a:gd name="T9" fmla="*/ 0 h 83"/>
                    <a:gd name="T10" fmla="*/ 2 w 82"/>
                    <a:gd name="T11" fmla="*/ 3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2" h="83">
                      <a:moveTo>
                        <a:pt x="2" y="30"/>
                      </a:moveTo>
                      <a:cubicBezTo>
                        <a:pt x="0" y="31"/>
                        <a:pt x="7" y="44"/>
                        <a:pt x="17" y="58"/>
                      </a:cubicBezTo>
                      <a:cubicBezTo>
                        <a:pt x="28" y="73"/>
                        <a:pt x="37" y="83"/>
                        <a:pt x="39" y="82"/>
                      </a:cubicBezTo>
                      <a:cubicBezTo>
                        <a:pt x="82" y="52"/>
                        <a:pt x="82" y="52"/>
                        <a:pt x="82" y="52"/>
                      </a:cubicBezTo>
                      <a:cubicBezTo>
                        <a:pt x="44" y="0"/>
                        <a:pt x="44" y="0"/>
                        <a:pt x="44" y="0"/>
                      </a:cubicBezTo>
                      <a:lnTo>
                        <a:pt x="2" y="30"/>
                      </a:lnTo>
                      <a:close/>
                    </a:path>
                  </a:pathLst>
                </a:custGeom>
                <a:solidFill>
                  <a:srgbClr val="23181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1" name="Freeform 10"/>
                <p:cNvSpPr>
                  <a:spLocks/>
                </p:cNvSpPr>
                <p:nvPr/>
              </p:nvSpPr>
              <p:spPr bwMode="auto">
                <a:xfrm>
                  <a:off x="2857" y="990"/>
                  <a:ext cx="119" cy="155"/>
                </a:xfrm>
                <a:custGeom>
                  <a:avLst/>
                  <a:gdLst>
                    <a:gd name="T0" fmla="*/ 24 w 42"/>
                    <a:gd name="T1" fmla="*/ 25 h 55"/>
                    <a:gd name="T2" fmla="*/ 40 w 42"/>
                    <a:gd name="T3" fmla="*/ 54 h 55"/>
                    <a:gd name="T4" fmla="*/ 18 w 42"/>
                    <a:gd name="T5" fmla="*/ 30 h 55"/>
                    <a:gd name="T6" fmla="*/ 2 w 42"/>
                    <a:gd name="T7" fmla="*/ 2 h 55"/>
                    <a:gd name="T8" fmla="*/ 24 w 42"/>
                    <a:gd name="T9" fmla="*/ 2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55">
                      <a:moveTo>
                        <a:pt x="24" y="25"/>
                      </a:moveTo>
                      <a:cubicBezTo>
                        <a:pt x="35" y="40"/>
                        <a:pt x="42" y="52"/>
                        <a:pt x="40" y="54"/>
                      </a:cubicBezTo>
                      <a:cubicBezTo>
                        <a:pt x="38" y="55"/>
                        <a:pt x="28" y="44"/>
                        <a:pt x="18" y="30"/>
                      </a:cubicBezTo>
                      <a:cubicBezTo>
                        <a:pt x="7" y="16"/>
                        <a:pt x="0" y="3"/>
                        <a:pt x="2" y="2"/>
                      </a:cubicBezTo>
                      <a:cubicBezTo>
                        <a:pt x="4" y="0"/>
                        <a:pt x="14" y="11"/>
                        <a:pt x="24" y="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2" name="Freeform 11"/>
                <p:cNvSpPr>
                  <a:spLocks/>
                </p:cNvSpPr>
                <p:nvPr/>
              </p:nvSpPr>
              <p:spPr bwMode="auto">
                <a:xfrm>
                  <a:off x="2874" y="908"/>
                  <a:ext cx="215" cy="220"/>
                </a:xfrm>
                <a:custGeom>
                  <a:avLst/>
                  <a:gdLst>
                    <a:gd name="T0" fmla="*/ 2 w 76"/>
                    <a:gd name="T1" fmla="*/ 32 h 78"/>
                    <a:gd name="T2" fmla="*/ 14 w 76"/>
                    <a:gd name="T3" fmla="*/ 57 h 78"/>
                    <a:gd name="T4" fmla="*/ 34 w 76"/>
                    <a:gd name="T5" fmla="*/ 77 h 78"/>
                    <a:gd name="T6" fmla="*/ 76 w 76"/>
                    <a:gd name="T7" fmla="*/ 52 h 78"/>
                    <a:gd name="T8" fmla="*/ 39 w 76"/>
                    <a:gd name="T9" fmla="*/ 0 h 78"/>
                    <a:gd name="T10" fmla="*/ 2 w 76"/>
                    <a:gd name="T11" fmla="*/ 32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6" h="78">
                      <a:moveTo>
                        <a:pt x="2" y="32"/>
                      </a:moveTo>
                      <a:cubicBezTo>
                        <a:pt x="0" y="34"/>
                        <a:pt x="5" y="45"/>
                        <a:pt x="14" y="57"/>
                      </a:cubicBezTo>
                      <a:cubicBezTo>
                        <a:pt x="23" y="70"/>
                        <a:pt x="32" y="78"/>
                        <a:pt x="34" y="77"/>
                      </a:cubicBezTo>
                      <a:cubicBezTo>
                        <a:pt x="34" y="77"/>
                        <a:pt x="50" y="70"/>
                        <a:pt x="76" y="52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3" y="19"/>
                        <a:pt x="2" y="32"/>
                        <a:pt x="2" y="32"/>
                      </a:cubicBezTo>
                      <a:close/>
                    </a:path>
                  </a:pathLst>
                </a:custGeom>
                <a:solidFill>
                  <a:srgbClr val="7271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3" name="Freeform 12"/>
                <p:cNvSpPr>
                  <a:spLocks/>
                </p:cNvSpPr>
                <p:nvPr/>
              </p:nvSpPr>
              <p:spPr bwMode="auto">
                <a:xfrm>
                  <a:off x="2925" y="772"/>
                  <a:ext cx="288" cy="373"/>
                </a:xfrm>
                <a:custGeom>
                  <a:avLst/>
                  <a:gdLst>
                    <a:gd name="T0" fmla="*/ 63 w 102"/>
                    <a:gd name="T1" fmla="*/ 57 h 132"/>
                    <a:gd name="T2" fmla="*/ 95 w 102"/>
                    <a:gd name="T3" fmla="*/ 127 h 132"/>
                    <a:gd name="T4" fmla="*/ 31 w 102"/>
                    <a:gd name="T5" fmla="*/ 80 h 132"/>
                    <a:gd name="T6" fmla="*/ 7 w 102"/>
                    <a:gd name="T7" fmla="*/ 5 h 132"/>
                    <a:gd name="T8" fmla="*/ 63 w 102"/>
                    <a:gd name="T9" fmla="*/ 57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2" h="132">
                      <a:moveTo>
                        <a:pt x="63" y="57"/>
                      </a:moveTo>
                      <a:cubicBezTo>
                        <a:pt x="87" y="91"/>
                        <a:pt x="102" y="122"/>
                        <a:pt x="95" y="127"/>
                      </a:cubicBezTo>
                      <a:cubicBezTo>
                        <a:pt x="88" y="132"/>
                        <a:pt x="56" y="114"/>
                        <a:pt x="31" y="80"/>
                      </a:cubicBezTo>
                      <a:cubicBezTo>
                        <a:pt x="7" y="46"/>
                        <a:pt x="0" y="10"/>
                        <a:pt x="7" y="5"/>
                      </a:cubicBezTo>
                      <a:cubicBezTo>
                        <a:pt x="14" y="0"/>
                        <a:pt x="39" y="23"/>
                        <a:pt x="63" y="5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4" name="Freeform 13"/>
                <p:cNvSpPr>
                  <a:spLocks/>
                </p:cNvSpPr>
                <p:nvPr/>
              </p:nvSpPr>
              <p:spPr bwMode="auto">
                <a:xfrm>
                  <a:off x="2936" y="772"/>
                  <a:ext cx="274" cy="364"/>
                </a:xfrm>
                <a:custGeom>
                  <a:avLst/>
                  <a:gdLst>
                    <a:gd name="T0" fmla="*/ 54 w 97"/>
                    <a:gd name="T1" fmla="*/ 61 h 129"/>
                    <a:gd name="T2" fmla="*/ 39 w 97"/>
                    <a:gd name="T3" fmla="*/ 41 h 129"/>
                    <a:gd name="T4" fmla="*/ 10 w 97"/>
                    <a:gd name="T5" fmla="*/ 0 h 129"/>
                    <a:gd name="T6" fmla="*/ 4 w 97"/>
                    <a:gd name="T7" fmla="*/ 5 h 129"/>
                    <a:gd name="T8" fmla="*/ 41 w 97"/>
                    <a:gd name="T9" fmla="*/ 70 h 129"/>
                    <a:gd name="T10" fmla="*/ 91 w 97"/>
                    <a:gd name="T11" fmla="*/ 127 h 129"/>
                    <a:gd name="T12" fmla="*/ 97 w 97"/>
                    <a:gd name="T13" fmla="*/ 122 h 129"/>
                    <a:gd name="T14" fmla="*/ 91 w 97"/>
                    <a:gd name="T15" fmla="*/ 113 h 129"/>
                    <a:gd name="T16" fmla="*/ 67 w 97"/>
                    <a:gd name="T17" fmla="*/ 79 h 129"/>
                    <a:gd name="T18" fmla="*/ 54 w 97"/>
                    <a:gd name="T19" fmla="*/ 61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7" h="129">
                      <a:moveTo>
                        <a:pt x="54" y="61"/>
                      </a:moveTo>
                      <a:cubicBezTo>
                        <a:pt x="49" y="54"/>
                        <a:pt x="44" y="47"/>
                        <a:pt x="39" y="41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0" y="7"/>
                        <a:pt x="16" y="37"/>
                        <a:pt x="41" y="70"/>
                      </a:cubicBezTo>
                      <a:cubicBezTo>
                        <a:pt x="65" y="104"/>
                        <a:pt x="87" y="129"/>
                        <a:pt x="91" y="127"/>
                      </a:cubicBezTo>
                      <a:cubicBezTo>
                        <a:pt x="97" y="122"/>
                        <a:pt x="97" y="122"/>
                        <a:pt x="97" y="122"/>
                      </a:cubicBezTo>
                      <a:cubicBezTo>
                        <a:pt x="91" y="113"/>
                        <a:pt x="91" y="113"/>
                        <a:pt x="91" y="113"/>
                      </a:cubicBezTo>
                      <a:cubicBezTo>
                        <a:pt x="67" y="79"/>
                        <a:pt x="67" y="79"/>
                        <a:pt x="67" y="79"/>
                      </a:cubicBezTo>
                      <a:cubicBezTo>
                        <a:pt x="63" y="73"/>
                        <a:pt x="59" y="67"/>
                        <a:pt x="54" y="61"/>
                      </a:cubicBezTo>
                      <a:close/>
                    </a:path>
                  </a:pathLst>
                </a:custGeom>
                <a:solidFill>
                  <a:srgbClr val="DC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5" name="Freeform 14"/>
                <p:cNvSpPr>
                  <a:spLocks/>
                </p:cNvSpPr>
                <p:nvPr/>
              </p:nvSpPr>
              <p:spPr bwMode="auto">
                <a:xfrm>
                  <a:off x="2956" y="764"/>
                  <a:ext cx="268" cy="358"/>
                </a:xfrm>
                <a:custGeom>
                  <a:avLst/>
                  <a:gdLst>
                    <a:gd name="T0" fmla="*/ 54 w 95"/>
                    <a:gd name="T1" fmla="*/ 59 h 127"/>
                    <a:gd name="T2" fmla="*/ 91 w 95"/>
                    <a:gd name="T3" fmla="*/ 125 h 127"/>
                    <a:gd name="T4" fmla="*/ 41 w 95"/>
                    <a:gd name="T5" fmla="*/ 68 h 127"/>
                    <a:gd name="T6" fmla="*/ 4 w 95"/>
                    <a:gd name="T7" fmla="*/ 2 h 127"/>
                    <a:gd name="T8" fmla="*/ 54 w 95"/>
                    <a:gd name="T9" fmla="*/ 59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5" h="127">
                      <a:moveTo>
                        <a:pt x="54" y="59"/>
                      </a:moveTo>
                      <a:cubicBezTo>
                        <a:pt x="78" y="92"/>
                        <a:pt x="95" y="122"/>
                        <a:pt x="91" y="125"/>
                      </a:cubicBezTo>
                      <a:cubicBezTo>
                        <a:pt x="88" y="127"/>
                        <a:pt x="65" y="102"/>
                        <a:pt x="41" y="68"/>
                      </a:cubicBezTo>
                      <a:cubicBezTo>
                        <a:pt x="17" y="35"/>
                        <a:pt x="0" y="5"/>
                        <a:pt x="4" y="2"/>
                      </a:cubicBezTo>
                      <a:cubicBezTo>
                        <a:pt x="7" y="0"/>
                        <a:pt x="30" y="25"/>
                        <a:pt x="54" y="59"/>
                      </a:cubicBezTo>
                      <a:close/>
                    </a:path>
                  </a:pathLst>
                </a:custGeom>
                <a:solidFill>
                  <a:srgbClr val="8C8C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6" name="Freeform 15"/>
                <p:cNvSpPr>
                  <a:spLocks/>
                </p:cNvSpPr>
                <p:nvPr/>
              </p:nvSpPr>
              <p:spPr bwMode="auto">
                <a:xfrm>
                  <a:off x="2953" y="764"/>
                  <a:ext cx="268" cy="361"/>
                </a:xfrm>
                <a:custGeom>
                  <a:avLst/>
                  <a:gdLst>
                    <a:gd name="T0" fmla="*/ 54 w 95"/>
                    <a:gd name="T1" fmla="*/ 59 h 128"/>
                    <a:gd name="T2" fmla="*/ 91 w 95"/>
                    <a:gd name="T3" fmla="*/ 125 h 128"/>
                    <a:gd name="T4" fmla="*/ 41 w 95"/>
                    <a:gd name="T5" fmla="*/ 69 h 128"/>
                    <a:gd name="T6" fmla="*/ 4 w 95"/>
                    <a:gd name="T7" fmla="*/ 3 h 128"/>
                    <a:gd name="T8" fmla="*/ 54 w 95"/>
                    <a:gd name="T9" fmla="*/ 59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5" h="128">
                      <a:moveTo>
                        <a:pt x="54" y="59"/>
                      </a:moveTo>
                      <a:cubicBezTo>
                        <a:pt x="78" y="93"/>
                        <a:pt x="95" y="122"/>
                        <a:pt x="91" y="125"/>
                      </a:cubicBezTo>
                      <a:cubicBezTo>
                        <a:pt x="88" y="128"/>
                        <a:pt x="65" y="103"/>
                        <a:pt x="41" y="69"/>
                      </a:cubicBezTo>
                      <a:cubicBezTo>
                        <a:pt x="17" y="35"/>
                        <a:pt x="0" y="6"/>
                        <a:pt x="4" y="3"/>
                      </a:cubicBezTo>
                      <a:cubicBezTo>
                        <a:pt x="8" y="0"/>
                        <a:pt x="30" y="26"/>
                        <a:pt x="54" y="59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7" name="Freeform 16"/>
                <p:cNvSpPr>
                  <a:spLocks/>
                </p:cNvSpPr>
                <p:nvPr/>
              </p:nvSpPr>
              <p:spPr bwMode="auto">
                <a:xfrm>
                  <a:off x="3066" y="891"/>
                  <a:ext cx="93" cy="70"/>
                </a:xfrm>
                <a:custGeom>
                  <a:avLst/>
                  <a:gdLst>
                    <a:gd name="T0" fmla="*/ 93 w 93"/>
                    <a:gd name="T1" fmla="*/ 11 h 70"/>
                    <a:gd name="T2" fmla="*/ 6 w 93"/>
                    <a:gd name="T3" fmla="*/ 70 h 70"/>
                    <a:gd name="T4" fmla="*/ 0 w 93"/>
                    <a:gd name="T5" fmla="*/ 62 h 70"/>
                    <a:gd name="T6" fmla="*/ 85 w 93"/>
                    <a:gd name="T7" fmla="*/ 0 h 70"/>
                    <a:gd name="T8" fmla="*/ 93 w 93"/>
                    <a:gd name="T9" fmla="*/ 11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70">
                      <a:moveTo>
                        <a:pt x="93" y="11"/>
                      </a:moveTo>
                      <a:lnTo>
                        <a:pt x="6" y="70"/>
                      </a:lnTo>
                      <a:lnTo>
                        <a:pt x="0" y="62"/>
                      </a:lnTo>
                      <a:lnTo>
                        <a:pt x="85" y="0"/>
                      </a:lnTo>
                      <a:lnTo>
                        <a:pt x="93" y="1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8" name="Freeform 17"/>
                <p:cNvSpPr>
                  <a:spLocks/>
                </p:cNvSpPr>
                <p:nvPr/>
              </p:nvSpPr>
              <p:spPr bwMode="auto">
                <a:xfrm>
                  <a:off x="3137" y="865"/>
                  <a:ext cx="50" cy="51"/>
                </a:xfrm>
                <a:custGeom>
                  <a:avLst/>
                  <a:gdLst>
                    <a:gd name="T0" fmla="*/ 16 w 18"/>
                    <a:gd name="T1" fmla="*/ 4 h 18"/>
                    <a:gd name="T2" fmla="*/ 14 w 18"/>
                    <a:gd name="T3" fmla="*/ 16 h 18"/>
                    <a:gd name="T4" fmla="*/ 3 w 18"/>
                    <a:gd name="T5" fmla="*/ 14 h 18"/>
                    <a:gd name="T6" fmla="*/ 4 w 18"/>
                    <a:gd name="T7" fmla="*/ 2 h 18"/>
                    <a:gd name="T8" fmla="*/ 16 w 18"/>
                    <a:gd name="T9" fmla="*/ 4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" h="18">
                      <a:moveTo>
                        <a:pt x="16" y="4"/>
                      </a:moveTo>
                      <a:cubicBezTo>
                        <a:pt x="18" y="8"/>
                        <a:pt x="18" y="13"/>
                        <a:pt x="14" y="16"/>
                      </a:cubicBezTo>
                      <a:cubicBezTo>
                        <a:pt x="10" y="18"/>
                        <a:pt x="5" y="17"/>
                        <a:pt x="3" y="14"/>
                      </a:cubicBezTo>
                      <a:cubicBezTo>
                        <a:pt x="0" y="10"/>
                        <a:pt x="1" y="5"/>
                        <a:pt x="4" y="2"/>
                      </a:cubicBezTo>
                      <a:cubicBezTo>
                        <a:pt x="8" y="0"/>
                        <a:pt x="13" y="1"/>
                        <a:pt x="16" y="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69" name="Freeform 18"/>
                <p:cNvSpPr>
                  <a:spLocks/>
                </p:cNvSpPr>
                <p:nvPr/>
              </p:nvSpPr>
              <p:spPr bwMode="auto">
                <a:xfrm>
                  <a:off x="2351" y="450"/>
                  <a:ext cx="560" cy="616"/>
                </a:xfrm>
                <a:custGeom>
                  <a:avLst/>
                  <a:gdLst>
                    <a:gd name="T0" fmla="*/ 80 w 198"/>
                    <a:gd name="T1" fmla="*/ 3 h 218"/>
                    <a:gd name="T2" fmla="*/ 4 w 198"/>
                    <a:gd name="T3" fmla="*/ 58 h 218"/>
                    <a:gd name="T4" fmla="*/ 2 w 198"/>
                    <a:gd name="T5" fmla="*/ 68 h 218"/>
                    <a:gd name="T6" fmla="*/ 107 w 198"/>
                    <a:gd name="T7" fmla="*/ 214 h 218"/>
                    <a:gd name="T8" fmla="*/ 118 w 198"/>
                    <a:gd name="T9" fmla="*/ 216 h 218"/>
                    <a:gd name="T10" fmla="*/ 194 w 198"/>
                    <a:gd name="T11" fmla="*/ 161 h 218"/>
                    <a:gd name="T12" fmla="*/ 196 w 198"/>
                    <a:gd name="T13" fmla="*/ 151 h 218"/>
                    <a:gd name="T14" fmla="*/ 196 w 198"/>
                    <a:gd name="T15" fmla="*/ 151 h 218"/>
                    <a:gd name="T16" fmla="*/ 91 w 198"/>
                    <a:gd name="T17" fmla="*/ 4 h 218"/>
                    <a:gd name="T18" fmla="*/ 80 w 198"/>
                    <a:gd name="T19" fmla="*/ 3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8" h="218">
                      <a:moveTo>
                        <a:pt x="80" y="3"/>
                      </a:move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1" y="60"/>
                        <a:pt x="0" y="65"/>
                        <a:pt x="2" y="68"/>
                      </a:cubicBezTo>
                      <a:cubicBezTo>
                        <a:pt x="107" y="214"/>
                        <a:pt x="107" y="214"/>
                        <a:pt x="107" y="214"/>
                      </a:cubicBezTo>
                      <a:cubicBezTo>
                        <a:pt x="110" y="218"/>
                        <a:pt x="114" y="218"/>
                        <a:pt x="118" y="216"/>
                      </a:cubicBezTo>
                      <a:cubicBezTo>
                        <a:pt x="194" y="161"/>
                        <a:pt x="194" y="161"/>
                        <a:pt x="194" y="161"/>
                      </a:cubicBezTo>
                      <a:cubicBezTo>
                        <a:pt x="197" y="159"/>
                        <a:pt x="198" y="154"/>
                        <a:pt x="196" y="151"/>
                      </a:cubicBezTo>
                      <a:cubicBezTo>
                        <a:pt x="196" y="151"/>
                        <a:pt x="196" y="151"/>
                        <a:pt x="196" y="15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88" y="1"/>
                        <a:pt x="84" y="0"/>
                        <a:pt x="80" y="3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0" name="Freeform 19"/>
                <p:cNvSpPr>
                  <a:spLocks/>
                </p:cNvSpPr>
                <p:nvPr/>
              </p:nvSpPr>
              <p:spPr bwMode="auto">
                <a:xfrm>
                  <a:off x="2360" y="462"/>
                  <a:ext cx="542" cy="595"/>
                </a:xfrm>
                <a:custGeom>
                  <a:avLst/>
                  <a:gdLst>
                    <a:gd name="T0" fmla="*/ 190 w 192"/>
                    <a:gd name="T1" fmla="*/ 149 h 211"/>
                    <a:gd name="T2" fmla="*/ 189 w 192"/>
                    <a:gd name="T3" fmla="*/ 155 h 211"/>
                    <a:gd name="T4" fmla="*/ 113 w 192"/>
                    <a:gd name="T5" fmla="*/ 210 h 211"/>
                    <a:gd name="T6" fmla="*/ 107 w 192"/>
                    <a:gd name="T7" fmla="*/ 209 h 211"/>
                    <a:gd name="T8" fmla="*/ 2 w 192"/>
                    <a:gd name="T9" fmla="*/ 62 h 211"/>
                    <a:gd name="T10" fmla="*/ 3 w 192"/>
                    <a:gd name="T11" fmla="*/ 56 h 211"/>
                    <a:gd name="T12" fmla="*/ 79 w 192"/>
                    <a:gd name="T13" fmla="*/ 1 h 211"/>
                    <a:gd name="T14" fmla="*/ 85 w 192"/>
                    <a:gd name="T15" fmla="*/ 2 h 211"/>
                    <a:gd name="T16" fmla="*/ 190 w 192"/>
                    <a:gd name="T17" fmla="*/ 14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11">
                      <a:moveTo>
                        <a:pt x="190" y="149"/>
                      </a:moveTo>
                      <a:cubicBezTo>
                        <a:pt x="192" y="151"/>
                        <a:pt x="191" y="153"/>
                        <a:pt x="189" y="155"/>
                      </a:cubicBezTo>
                      <a:cubicBezTo>
                        <a:pt x="113" y="210"/>
                        <a:pt x="113" y="210"/>
                        <a:pt x="113" y="210"/>
                      </a:cubicBezTo>
                      <a:cubicBezTo>
                        <a:pt x="111" y="211"/>
                        <a:pt x="108" y="210"/>
                        <a:pt x="107" y="209"/>
                      </a:cubicBezTo>
                      <a:cubicBezTo>
                        <a:pt x="2" y="62"/>
                        <a:pt x="2" y="62"/>
                        <a:pt x="2" y="62"/>
                      </a:cubicBezTo>
                      <a:cubicBezTo>
                        <a:pt x="0" y="60"/>
                        <a:pt x="1" y="57"/>
                        <a:pt x="3" y="56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81" y="0"/>
                        <a:pt x="84" y="0"/>
                        <a:pt x="85" y="2"/>
                      </a:cubicBezTo>
                      <a:lnTo>
                        <a:pt x="190" y="149"/>
                      </a:lnTo>
                      <a:close/>
                    </a:path>
                  </a:pathLst>
                </a:custGeom>
                <a:solidFill>
                  <a:srgbClr val="DC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1" name="Freeform 20"/>
                <p:cNvSpPr>
                  <a:spLocks noEditPoints="1"/>
                </p:cNvSpPr>
                <p:nvPr/>
              </p:nvSpPr>
              <p:spPr bwMode="auto">
                <a:xfrm>
                  <a:off x="2391" y="493"/>
                  <a:ext cx="480" cy="533"/>
                </a:xfrm>
                <a:custGeom>
                  <a:avLst/>
                  <a:gdLst>
                    <a:gd name="T0" fmla="*/ 206 w 480"/>
                    <a:gd name="T1" fmla="*/ 276 h 533"/>
                    <a:gd name="T2" fmla="*/ 260 w 480"/>
                    <a:gd name="T3" fmla="*/ 237 h 533"/>
                    <a:gd name="T4" fmla="*/ 197 w 480"/>
                    <a:gd name="T5" fmla="*/ 152 h 533"/>
                    <a:gd name="T6" fmla="*/ 147 w 480"/>
                    <a:gd name="T7" fmla="*/ 192 h 533"/>
                    <a:gd name="T8" fmla="*/ 206 w 480"/>
                    <a:gd name="T9" fmla="*/ 276 h 533"/>
                    <a:gd name="T10" fmla="*/ 282 w 480"/>
                    <a:gd name="T11" fmla="*/ 378 h 533"/>
                    <a:gd name="T12" fmla="*/ 333 w 480"/>
                    <a:gd name="T13" fmla="*/ 341 h 533"/>
                    <a:gd name="T14" fmla="*/ 274 w 480"/>
                    <a:gd name="T15" fmla="*/ 257 h 533"/>
                    <a:gd name="T16" fmla="*/ 220 w 480"/>
                    <a:gd name="T17" fmla="*/ 293 h 533"/>
                    <a:gd name="T18" fmla="*/ 282 w 480"/>
                    <a:gd name="T19" fmla="*/ 378 h 533"/>
                    <a:gd name="T20" fmla="*/ 209 w 480"/>
                    <a:gd name="T21" fmla="*/ 432 h 533"/>
                    <a:gd name="T22" fmla="*/ 262 w 480"/>
                    <a:gd name="T23" fmla="*/ 392 h 533"/>
                    <a:gd name="T24" fmla="*/ 200 w 480"/>
                    <a:gd name="T25" fmla="*/ 307 h 533"/>
                    <a:gd name="T26" fmla="*/ 149 w 480"/>
                    <a:gd name="T27" fmla="*/ 347 h 533"/>
                    <a:gd name="T28" fmla="*/ 209 w 480"/>
                    <a:gd name="T29" fmla="*/ 432 h 533"/>
                    <a:gd name="T30" fmla="*/ 144 w 480"/>
                    <a:gd name="T31" fmla="*/ 36 h 533"/>
                    <a:gd name="T32" fmla="*/ 203 w 480"/>
                    <a:gd name="T33" fmla="*/ 121 h 533"/>
                    <a:gd name="T34" fmla="*/ 257 w 480"/>
                    <a:gd name="T35" fmla="*/ 82 h 533"/>
                    <a:gd name="T36" fmla="*/ 197 w 480"/>
                    <a:gd name="T37" fmla="*/ 0 h 533"/>
                    <a:gd name="T38" fmla="*/ 144 w 480"/>
                    <a:gd name="T39" fmla="*/ 36 h 533"/>
                    <a:gd name="T40" fmla="*/ 356 w 480"/>
                    <a:gd name="T41" fmla="*/ 483 h 533"/>
                    <a:gd name="T42" fmla="*/ 407 w 480"/>
                    <a:gd name="T43" fmla="*/ 446 h 533"/>
                    <a:gd name="T44" fmla="*/ 347 w 480"/>
                    <a:gd name="T45" fmla="*/ 361 h 533"/>
                    <a:gd name="T46" fmla="*/ 294 w 480"/>
                    <a:gd name="T47" fmla="*/ 398 h 533"/>
                    <a:gd name="T48" fmla="*/ 356 w 480"/>
                    <a:gd name="T49" fmla="*/ 483 h 533"/>
                    <a:gd name="T50" fmla="*/ 135 w 480"/>
                    <a:gd name="T51" fmla="*/ 327 h 533"/>
                    <a:gd name="T52" fmla="*/ 186 w 480"/>
                    <a:gd name="T53" fmla="*/ 291 h 533"/>
                    <a:gd name="T54" fmla="*/ 127 w 480"/>
                    <a:gd name="T55" fmla="*/ 206 h 533"/>
                    <a:gd name="T56" fmla="*/ 73 w 480"/>
                    <a:gd name="T57" fmla="*/ 243 h 533"/>
                    <a:gd name="T58" fmla="*/ 135 w 480"/>
                    <a:gd name="T59" fmla="*/ 327 h 533"/>
                    <a:gd name="T60" fmla="*/ 282 w 480"/>
                    <a:gd name="T61" fmla="*/ 533 h 533"/>
                    <a:gd name="T62" fmla="*/ 336 w 480"/>
                    <a:gd name="T63" fmla="*/ 497 h 533"/>
                    <a:gd name="T64" fmla="*/ 277 w 480"/>
                    <a:gd name="T65" fmla="*/ 412 h 533"/>
                    <a:gd name="T66" fmla="*/ 223 w 480"/>
                    <a:gd name="T67" fmla="*/ 449 h 533"/>
                    <a:gd name="T68" fmla="*/ 282 w 480"/>
                    <a:gd name="T69" fmla="*/ 533 h 533"/>
                    <a:gd name="T70" fmla="*/ 59 w 480"/>
                    <a:gd name="T71" fmla="*/ 223 h 533"/>
                    <a:gd name="T72" fmla="*/ 113 w 480"/>
                    <a:gd name="T73" fmla="*/ 186 h 533"/>
                    <a:gd name="T74" fmla="*/ 53 w 480"/>
                    <a:gd name="T75" fmla="*/ 101 h 533"/>
                    <a:gd name="T76" fmla="*/ 0 w 480"/>
                    <a:gd name="T77" fmla="*/ 138 h 533"/>
                    <a:gd name="T78" fmla="*/ 59 w 480"/>
                    <a:gd name="T79" fmla="*/ 223 h 533"/>
                    <a:gd name="T80" fmla="*/ 426 w 480"/>
                    <a:gd name="T81" fmla="*/ 432 h 533"/>
                    <a:gd name="T82" fmla="*/ 480 w 480"/>
                    <a:gd name="T83" fmla="*/ 392 h 533"/>
                    <a:gd name="T84" fmla="*/ 421 w 480"/>
                    <a:gd name="T85" fmla="*/ 307 h 533"/>
                    <a:gd name="T86" fmla="*/ 367 w 480"/>
                    <a:gd name="T87" fmla="*/ 347 h 533"/>
                    <a:gd name="T88" fmla="*/ 426 w 480"/>
                    <a:gd name="T89" fmla="*/ 432 h 533"/>
                    <a:gd name="T90" fmla="*/ 353 w 480"/>
                    <a:gd name="T91" fmla="*/ 327 h 533"/>
                    <a:gd name="T92" fmla="*/ 407 w 480"/>
                    <a:gd name="T93" fmla="*/ 291 h 533"/>
                    <a:gd name="T94" fmla="*/ 344 w 480"/>
                    <a:gd name="T95" fmla="*/ 206 h 533"/>
                    <a:gd name="T96" fmla="*/ 294 w 480"/>
                    <a:gd name="T97" fmla="*/ 243 h 533"/>
                    <a:gd name="T98" fmla="*/ 353 w 480"/>
                    <a:gd name="T99" fmla="*/ 327 h 533"/>
                    <a:gd name="T100" fmla="*/ 279 w 480"/>
                    <a:gd name="T101" fmla="*/ 223 h 533"/>
                    <a:gd name="T102" fmla="*/ 330 w 480"/>
                    <a:gd name="T103" fmla="*/ 186 h 533"/>
                    <a:gd name="T104" fmla="*/ 271 w 480"/>
                    <a:gd name="T105" fmla="*/ 101 h 533"/>
                    <a:gd name="T106" fmla="*/ 217 w 480"/>
                    <a:gd name="T107" fmla="*/ 141 h 533"/>
                    <a:gd name="T108" fmla="*/ 279 w 480"/>
                    <a:gd name="T109" fmla="*/ 223 h 533"/>
                    <a:gd name="T110" fmla="*/ 132 w 480"/>
                    <a:gd name="T111" fmla="*/ 172 h 533"/>
                    <a:gd name="T112" fmla="*/ 186 w 480"/>
                    <a:gd name="T113" fmla="*/ 135 h 533"/>
                    <a:gd name="T114" fmla="*/ 124 w 480"/>
                    <a:gd name="T115" fmla="*/ 51 h 533"/>
                    <a:gd name="T116" fmla="*/ 73 w 480"/>
                    <a:gd name="T117" fmla="*/ 87 h 533"/>
                    <a:gd name="T118" fmla="*/ 132 w 480"/>
                    <a:gd name="T119" fmla="*/ 172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0" h="533">
                      <a:moveTo>
                        <a:pt x="206" y="276"/>
                      </a:moveTo>
                      <a:lnTo>
                        <a:pt x="260" y="237"/>
                      </a:lnTo>
                      <a:lnTo>
                        <a:pt x="197" y="152"/>
                      </a:lnTo>
                      <a:lnTo>
                        <a:pt x="147" y="192"/>
                      </a:lnTo>
                      <a:lnTo>
                        <a:pt x="206" y="276"/>
                      </a:lnTo>
                      <a:close/>
                      <a:moveTo>
                        <a:pt x="282" y="378"/>
                      </a:moveTo>
                      <a:lnTo>
                        <a:pt x="333" y="341"/>
                      </a:lnTo>
                      <a:lnTo>
                        <a:pt x="274" y="257"/>
                      </a:lnTo>
                      <a:lnTo>
                        <a:pt x="220" y="293"/>
                      </a:lnTo>
                      <a:lnTo>
                        <a:pt x="282" y="378"/>
                      </a:lnTo>
                      <a:close/>
                      <a:moveTo>
                        <a:pt x="209" y="432"/>
                      </a:moveTo>
                      <a:lnTo>
                        <a:pt x="262" y="392"/>
                      </a:lnTo>
                      <a:lnTo>
                        <a:pt x="200" y="307"/>
                      </a:lnTo>
                      <a:lnTo>
                        <a:pt x="149" y="347"/>
                      </a:lnTo>
                      <a:lnTo>
                        <a:pt x="209" y="432"/>
                      </a:lnTo>
                      <a:close/>
                      <a:moveTo>
                        <a:pt x="144" y="36"/>
                      </a:moveTo>
                      <a:lnTo>
                        <a:pt x="203" y="121"/>
                      </a:lnTo>
                      <a:lnTo>
                        <a:pt x="257" y="82"/>
                      </a:lnTo>
                      <a:lnTo>
                        <a:pt x="197" y="0"/>
                      </a:lnTo>
                      <a:lnTo>
                        <a:pt x="144" y="36"/>
                      </a:lnTo>
                      <a:close/>
                      <a:moveTo>
                        <a:pt x="356" y="483"/>
                      </a:moveTo>
                      <a:lnTo>
                        <a:pt x="407" y="446"/>
                      </a:lnTo>
                      <a:lnTo>
                        <a:pt x="347" y="361"/>
                      </a:lnTo>
                      <a:lnTo>
                        <a:pt x="294" y="398"/>
                      </a:lnTo>
                      <a:lnTo>
                        <a:pt x="356" y="483"/>
                      </a:lnTo>
                      <a:close/>
                      <a:moveTo>
                        <a:pt x="135" y="327"/>
                      </a:moveTo>
                      <a:lnTo>
                        <a:pt x="186" y="291"/>
                      </a:lnTo>
                      <a:lnTo>
                        <a:pt x="127" y="206"/>
                      </a:lnTo>
                      <a:lnTo>
                        <a:pt x="73" y="243"/>
                      </a:lnTo>
                      <a:lnTo>
                        <a:pt x="135" y="327"/>
                      </a:lnTo>
                      <a:close/>
                      <a:moveTo>
                        <a:pt x="282" y="533"/>
                      </a:moveTo>
                      <a:lnTo>
                        <a:pt x="336" y="497"/>
                      </a:lnTo>
                      <a:lnTo>
                        <a:pt x="277" y="412"/>
                      </a:lnTo>
                      <a:lnTo>
                        <a:pt x="223" y="449"/>
                      </a:lnTo>
                      <a:lnTo>
                        <a:pt x="282" y="533"/>
                      </a:lnTo>
                      <a:close/>
                      <a:moveTo>
                        <a:pt x="59" y="223"/>
                      </a:moveTo>
                      <a:lnTo>
                        <a:pt x="113" y="186"/>
                      </a:lnTo>
                      <a:lnTo>
                        <a:pt x="53" y="101"/>
                      </a:lnTo>
                      <a:lnTo>
                        <a:pt x="0" y="138"/>
                      </a:lnTo>
                      <a:lnTo>
                        <a:pt x="59" y="223"/>
                      </a:lnTo>
                      <a:close/>
                      <a:moveTo>
                        <a:pt x="426" y="432"/>
                      </a:moveTo>
                      <a:lnTo>
                        <a:pt x="480" y="392"/>
                      </a:lnTo>
                      <a:lnTo>
                        <a:pt x="421" y="307"/>
                      </a:lnTo>
                      <a:lnTo>
                        <a:pt x="367" y="347"/>
                      </a:lnTo>
                      <a:lnTo>
                        <a:pt x="426" y="432"/>
                      </a:lnTo>
                      <a:close/>
                      <a:moveTo>
                        <a:pt x="353" y="327"/>
                      </a:moveTo>
                      <a:lnTo>
                        <a:pt x="407" y="291"/>
                      </a:lnTo>
                      <a:lnTo>
                        <a:pt x="344" y="206"/>
                      </a:lnTo>
                      <a:lnTo>
                        <a:pt x="294" y="243"/>
                      </a:lnTo>
                      <a:lnTo>
                        <a:pt x="353" y="327"/>
                      </a:lnTo>
                      <a:close/>
                      <a:moveTo>
                        <a:pt x="279" y="223"/>
                      </a:moveTo>
                      <a:lnTo>
                        <a:pt x="330" y="186"/>
                      </a:lnTo>
                      <a:lnTo>
                        <a:pt x="271" y="101"/>
                      </a:lnTo>
                      <a:lnTo>
                        <a:pt x="217" y="141"/>
                      </a:lnTo>
                      <a:lnTo>
                        <a:pt x="279" y="223"/>
                      </a:lnTo>
                      <a:close/>
                      <a:moveTo>
                        <a:pt x="132" y="172"/>
                      </a:moveTo>
                      <a:lnTo>
                        <a:pt x="186" y="135"/>
                      </a:lnTo>
                      <a:lnTo>
                        <a:pt x="124" y="51"/>
                      </a:lnTo>
                      <a:lnTo>
                        <a:pt x="73" y="87"/>
                      </a:lnTo>
                      <a:lnTo>
                        <a:pt x="132" y="172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2" name="Freeform 21"/>
                <p:cNvSpPr>
                  <a:spLocks/>
                </p:cNvSpPr>
                <p:nvPr/>
              </p:nvSpPr>
              <p:spPr bwMode="auto">
                <a:xfrm>
                  <a:off x="2843" y="1136"/>
                  <a:ext cx="562" cy="616"/>
                </a:xfrm>
                <a:custGeom>
                  <a:avLst/>
                  <a:gdLst>
                    <a:gd name="T0" fmla="*/ 81 w 199"/>
                    <a:gd name="T1" fmla="*/ 3 h 218"/>
                    <a:gd name="T2" fmla="*/ 4 w 199"/>
                    <a:gd name="T3" fmla="*/ 57 h 218"/>
                    <a:gd name="T4" fmla="*/ 3 w 199"/>
                    <a:gd name="T5" fmla="*/ 68 h 218"/>
                    <a:gd name="T6" fmla="*/ 108 w 199"/>
                    <a:gd name="T7" fmla="*/ 214 h 218"/>
                    <a:gd name="T8" fmla="*/ 118 w 199"/>
                    <a:gd name="T9" fmla="*/ 216 h 218"/>
                    <a:gd name="T10" fmla="*/ 194 w 199"/>
                    <a:gd name="T11" fmla="*/ 161 h 218"/>
                    <a:gd name="T12" fmla="*/ 196 w 199"/>
                    <a:gd name="T13" fmla="*/ 151 h 218"/>
                    <a:gd name="T14" fmla="*/ 196 w 199"/>
                    <a:gd name="T15" fmla="*/ 151 h 218"/>
                    <a:gd name="T16" fmla="*/ 91 w 199"/>
                    <a:gd name="T17" fmla="*/ 4 h 218"/>
                    <a:gd name="T18" fmla="*/ 81 w 199"/>
                    <a:gd name="T19" fmla="*/ 3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9" h="218">
                      <a:moveTo>
                        <a:pt x="81" y="3"/>
                      </a:move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1" y="60"/>
                        <a:pt x="0" y="64"/>
                        <a:pt x="3" y="68"/>
                      </a:cubicBezTo>
                      <a:cubicBezTo>
                        <a:pt x="108" y="214"/>
                        <a:pt x="108" y="214"/>
                        <a:pt x="108" y="214"/>
                      </a:cubicBezTo>
                      <a:cubicBezTo>
                        <a:pt x="110" y="218"/>
                        <a:pt x="115" y="218"/>
                        <a:pt x="118" y="216"/>
                      </a:cubicBezTo>
                      <a:cubicBezTo>
                        <a:pt x="194" y="161"/>
                        <a:pt x="194" y="161"/>
                        <a:pt x="194" y="161"/>
                      </a:cubicBezTo>
                      <a:cubicBezTo>
                        <a:pt x="198" y="159"/>
                        <a:pt x="199" y="154"/>
                        <a:pt x="196" y="151"/>
                      </a:cubicBezTo>
                      <a:cubicBezTo>
                        <a:pt x="196" y="151"/>
                        <a:pt x="196" y="151"/>
                        <a:pt x="196" y="15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89" y="1"/>
                        <a:pt x="84" y="0"/>
                        <a:pt x="81" y="3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3" name="Freeform 22"/>
                <p:cNvSpPr>
                  <a:spLocks/>
                </p:cNvSpPr>
                <p:nvPr/>
              </p:nvSpPr>
              <p:spPr bwMode="auto">
                <a:xfrm>
                  <a:off x="2854" y="1148"/>
                  <a:ext cx="540" cy="595"/>
                </a:xfrm>
                <a:custGeom>
                  <a:avLst/>
                  <a:gdLst>
                    <a:gd name="T0" fmla="*/ 190 w 191"/>
                    <a:gd name="T1" fmla="*/ 149 h 211"/>
                    <a:gd name="T2" fmla="*/ 189 w 191"/>
                    <a:gd name="T3" fmla="*/ 155 h 211"/>
                    <a:gd name="T4" fmla="*/ 112 w 191"/>
                    <a:gd name="T5" fmla="*/ 209 h 211"/>
                    <a:gd name="T6" fmla="*/ 106 w 191"/>
                    <a:gd name="T7" fmla="*/ 208 h 211"/>
                    <a:gd name="T8" fmla="*/ 1 w 191"/>
                    <a:gd name="T9" fmla="*/ 62 h 211"/>
                    <a:gd name="T10" fmla="*/ 2 w 191"/>
                    <a:gd name="T11" fmla="*/ 56 h 211"/>
                    <a:gd name="T12" fmla="*/ 79 w 191"/>
                    <a:gd name="T13" fmla="*/ 1 h 211"/>
                    <a:gd name="T14" fmla="*/ 84 w 191"/>
                    <a:gd name="T15" fmla="*/ 2 h 211"/>
                    <a:gd name="T16" fmla="*/ 190 w 191"/>
                    <a:gd name="T17" fmla="*/ 14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1" h="211">
                      <a:moveTo>
                        <a:pt x="190" y="149"/>
                      </a:moveTo>
                      <a:cubicBezTo>
                        <a:pt x="191" y="151"/>
                        <a:pt x="191" y="153"/>
                        <a:pt x="189" y="155"/>
                      </a:cubicBezTo>
                      <a:cubicBezTo>
                        <a:pt x="112" y="209"/>
                        <a:pt x="112" y="209"/>
                        <a:pt x="112" y="209"/>
                      </a:cubicBezTo>
                      <a:cubicBezTo>
                        <a:pt x="110" y="211"/>
                        <a:pt x="108" y="210"/>
                        <a:pt x="106" y="208"/>
                      </a:cubicBezTo>
                      <a:cubicBezTo>
                        <a:pt x="1" y="62"/>
                        <a:pt x="1" y="62"/>
                        <a:pt x="1" y="62"/>
                      </a:cubicBezTo>
                      <a:cubicBezTo>
                        <a:pt x="0" y="60"/>
                        <a:pt x="0" y="57"/>
                        <a:pt x="2" y="56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80" y="0"/>
                        <a:pt x="83" y="0"/>
                        <a:pt x="84" y="2"/>
                      </a:cubicBezTo>
                      <a:lnTo>
                        <a:pt x="190" y="149"/>
                      </a:lnTo>
                      <a:close/>
                    </a:path>
                  </a:pathLst>
                </a:custGeom>
                <a:solidFill>
                  <a:srgbClr val="DC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74" name="Freeform 23"/>
                <p:cNvSpPr>
                  <a:spLocks noEditPoints="1"/>
                </p:cNvSpPr>
                <p:nvPr/>
              </p:nvSpPr>
              <p:spPr bwMode="auto">
                <a:xfrm>
                  <a:off x="2882" y="1176"/>
                  <a:ext cx="481" cy="536"/>
                </a:xfrm>
                <a:custGeom>
                  <a:avLst/>
                  <a:gdLst>
                    <a:gd name="T0" fmla="*/ 209 w 481"/>
                    <a:gd name="T1" fmla="*/ 279 h 536"/>
                    <a:gd name="T2" fmla="*/ 260 w 481"/>
                    <a:gd name="T3" fmla="*/ 240 h 536"/>
                    <a:gd name="T4" fmla="*/ 201 w 481"/>
                    <a:gd name="T5" fmla="*/ 155 h 536"/>
                    <a:gd name="T6" fmla="*/ 147 w 481"/>
                    <a:gd name="T7" fmla="*/ 195 h 536"/>
                    <a:gd name="T8" fmla="*/ 209 w 481"/>
                    <a:gd name="T9" fmla="*/ 279 h 536"/>
                    <a:gd name="T10" fmla="*/ 283 w 481"/>
                    <a:gd name="T11" fmla="*/ 381 h 536"/>
                    <a:gd name="T12" fmla="*/ 334 w 481"/>
                    <a:gd name="T13" fmla="*/ 344 h 536"/>
                    <a:gd name="T14" fmla="*/ 274 w 481"/>
                    <a:gd name="T15" fmla="*/ 260 h 536"/>
                    <a:gd name="T16" fmla="*/ 223 w 481"/>
                    <a:gd name="T17" fmla="*/ 296 h 536"/>
                    <a:gd name="T18" fmla="*/ 283 w 481"/>
                    <a:gd name="T19" fmla="*/ 381 h 536"/>
                    <a:gd name="T20" fmla="*/ 209 w 481"/>
                    <a:gd name="T21" fmla="*/ 432 h 536"/>
                    <a:gd name="T22" fmla="*/ 263 w 481"/>
                    <a:gd name="T23" fmla="*/ 395 h 536"/>
                    <a:gd name="T24" fmla="*/ 204 w 481"/>
                    <a:gd name="T25" fmla="*/ 311 h 536"/>
                    <a:gd name="T26" fmla="*/ 150 w 481"/>
                    <a:gd name="T27" fmla="*/ 350 h 536"/>
                    <a:gd name="T28" fmla="*/ 209 w 481"/>
                    <a:gd name="T29" fmla="*/ 432 h 536"/>
                    <a:gd name="T30" fmla="*/ 144 w 481"/>
                    <a:gd name="T31" fmla="*/ 39 h 536"/>
                    <a:gd name="T32" fmla="*/ 207 w 481"/>
                    <a:gd name="T33" fmla="*/ 124 h 536"/>
                    <a:gd name="T34" fmla="*/ 257 w 481"/>
                    <a:gd name="T35" fmla="*/ 85 h 536"/>
                    <a:gd name="T36" fmla="*/ 198 w 481"/>
                    <a:gd name="T37" fmla="*/ 0 h 536"/>
                    <a:gd name="T38" fmla="*/ 144 w 481"/>
                    <a:gd name="T39" fmla="*/ 39 h 536"/>
                    <a:gd name="T40" fmla="*/ 356 w 481"/>
                    <a:gd name="T41" fmla="*/ 486 h 536"/>
                    <a:gd name="T42" fmla="*/ 410 w 481"/>
                    <a:gd name="T43" fmla="*/ 446 h 536"/>
                    <a:gd name="T44" fmla="*/ 348 w 481"/>
                    <a:gd name="T45" fmla="*/ 364 h 536"/>
                    <a:gd name="T46" fmla="*/ 297 w 481"/>
                    <a:gd name="T47" fmla="*/ 401 h 536"/>
                    <a:gd name="T48" fmla="*/ 356 w 481"/>
                    <a:gd name="T49" fmla="*/ 486 h 536"/>
                    <a:gd name="T50" fmla="*/ 136 w 481"/>
                    <a:gd name="T51" fmla="*/ 330 h 536"/>
                    <a:gd name="T52" fmla="*/ 190 w 481"/>
                    <a:gd name="T53" fmla="*/ 291 h 536"/>
                    <a:gd name="T54" fmla="*/ 127 w 481"/>
                    <a:gd name="T55" fmla="*/ 209 h 536"/>
                    <a:gd name="T56" fmla="*/ 77 w 481"/>
                    <a:gd name="T57" fmla="*/ 246 h 536"/>
                    <a:gd name="T58" fmla="*/ 136 w 481"/>
                    <a:gd name="T59" fmla="*/ 330 h 536"/>
                    <a:gd name="T60" fmla="*/ 286 w 481"/>
                    <a:gd name="T61" fmla="*/ 536 h 536"/>
                    <a:gd name="T62" fmla="*/ 336 w 481"/>
                    <a:gd name="T63" fmla="*/ 500 h 536"/>
                    <a:gd name="T64" fmla="*/ 277 w 481"/>
                    <a:gd name="T65" fmla="*/ 415 h 536"/>
                    <a:gd name="T66" fmla="*/ 223 w 481"/>
                    <a:gd name="T67" fmla="*/ 452 h 536"/>
                    <a:gd name="T68" fmla="*/ 286 w 481"/>
                    <a:gd name="T69" fmla="*/ 536 h 536"/>
                    <a:gd name="T70" fmla="*/ 62 w 481"/>
                    <a:gd name="T71" fmla="*/ 226 h 536"/>
                    <a:gd name="T72" fmla="*/ 113 w 481"/>
                    <a:gd name="T73" fmla="*/ 189 h 536"/>
                    <a:gd name="T74" fmla="*/ 54 w 481"/>
                    <a:gd name="T75" fmla="*/ 104 h 536"/>
                    <a:gd name="T76" fmla="*/ 0 w 481"/>
                    <a:gd name="T77" fmla="*/ 141 h 536"/>
                    <a:gd name="T78" fmla="*/ 62 w 481"/>
                    <a:gd name="T79" fmla="*/ 226 h 536"/>
                    <a:gd name="T80" fmla="*/ 430 w 481"/>
                    <a:gd name="T81" fmla="*/ 435 h 536"/>
                    <a:gd name="T82" fmla="*/ 481 w 481"/>
                    <a:gd name="T83" fmla="*/ 395 h 536"/>
                    <a:gd name="T84" fmla="*/ 421 w 481"/>
                    <a:gd name="T85" fmla="*/ 311 h 536"/>
                    <a:gd name="T86" fmla="*/ 368 w 481"/>
                    <a:gd name="T87" fmla="*/ 350 h 536"/>
                    <a:gd name="T88" fmla="*/ 430 w 481"/>
                    <a:gd name="T89" fmla="*/ 435 h 536"/>
                    <a:gd name="T90" fmla="*/ 353 w 481"/>
                    <a:gd name="T91" fmla="*/ 330 h 536"/>
                    <a:gd name="T92" fmla="*/ 407 w 481"/>
                    <a:gd name="T93" fmla="*/ 294 h 536"/>
                    <a:gd name="T94" fmla="*/ 348 w 481"/>
                    <a:gd name="T95" fmla="*/ 209 h 536"/>
                    <a:gd name="T96" fmla="*/ 294 w 481"/>
                    <a:gd name="T97" fmla="*/ 246 h 536"/>
                    <a:gd name="T98" fmla="*/ 353 w 481"/>
                    <a:gd name="T99" fmla="*/ 330 h 536"/>
                    <a:gd name="T100" fmla="*/ 280 w 481"/>
                    <a:gd name="T101" fmla="*/ 226 h 536"/>
                    <a:gd name="T102" fmla="*/ 334 w 481"/>
                    <a:gd name="T103" fmla="*/ 189 h 536"/>
                    <a:gd name="T104" fmla="*/ 272 w 481"/>
                    <a:gd name="T105" fmla="*/ 104 h 536"/>
                    <a:gd name="T106" fmla="*/ 221 w 481"/>
                    <a:gd name="T107" fmla="*/ 141 h 536"/>
                    <a:gd name="T108" fmla="*/ 280 w 481"/>
                    <a:gd name="T109" fmla="*/ 226 h 536"/>
                    <a:gd name="T110" fmla="*/ 133 w 481"/>
                    <a:gd name="T111" fmla="*/ 175 h 536"/>
                    <a:gd name="T112" fmla="*/ 187 w 481"/>
                    <a:gd name="T113" fmla="*/ 138 h 536"/>
                    <a:gd name="T114" fmla="*/ 127 w 481"/>
                    <a:gd name="T115" fmla="*/ 54 h 536"/>
                    <a:gd name="T116" fmla="*/ 74 w 481"/>
                    <a:gd name="T117" fmla="*/ 90 h 536"/>
                    <a:gd name="T118" fmla="*/ 133 w 481"/>
                    <a:gd name="T119" fmla="*/ 175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1" h="536">
                      <a:moveTo>
                        <a:pt x="209" y="279"/>
                      </a:moveTo>
                      <a:lnTo>
                        <a:pt x="260" y="240"/>
                      </a:lnTo>
                      <a:lnTo>
                        <a:pt x="201" y="155"/>
                      </a:lnTo>
                      <a:lnTo>
                        <a:pt x="147" y="195"/>
                      </a:lnTo>
                      <a:lnTo>
                        <a:pt x="209" y="279"/>
                      </a:lnTo>
                      <a:close/>
                      <a:moveTo>
                        <a:pt x="283" y="381"/>
                      </a:moveTo>
                      <a:lnTo>
                        <a:pt x="334" y="344"/>
                      </a:lnTo>
                      <a:lnTo>
                        <a:pt x="274" y="260"/>
                      </a:lnTo>
                      <a:lnTo>
                        <a:pt x="223" y="296"/>
                      </a:lnTo>
                      <a:lnTo>
                        <a:pt x="283" y="381"/>
                      </a:lnTo>
                      <a:close/>
                      <a:moveTo>
                        <a:pt x="209" y="432"/>
                      </a:moveTo>
                      <a:lnTo>
                        <a:pt x="263" y="395"/>
                      </a:lnTo>
                      <a:lnTo>
                        <a:pt x="204" y="311"/>
                      </a:lnTo>
                      <a:lnTo>
                        <a:pt x="150" y="350"/>
                      </a:lnTo>
                      <a:lnTo>
                        <a:pt x="209" y="432"/>
                      </a:lnTo>
                      <a:close/>
                      <a:moveTo>
                        <a:pt x="144" y="39"/>
                      </a:moveTo>
                      <a:lnTo>
                        <a:pt x="207" y="124"/>
                      </a:lnTo>
                      <a:lnTo>
                        <a:pt x="257" y="85"/>
                      </a:lnTo>
                      <a:lnTo>
                        <a:pt x="198" y="0"/>
                      </a:lnTo>
                      <a:lnTo>
                        <a:pt x="144" y="39"/>
                      </a:lnTo>
                      <a:close/>
                      <a:moveTo>
                        <a:pt x="356" y="486"/>
                      </a:moveTo>
                      <a:lnTo>
                        <a:pt x="410" y="446"/>
                      </a:lnTo>
                      <a:lnTo>
                        <a:pt x="348" y="364"/>
                      </a:lnTo>
                      <a:lnTo>
                        <a:pt x="297" y="401"/>
                      </a:lnTo>
                      <a:lnTo>
                        <a:pt x="356" y="486"/>
                      </a:lnTo>
                      <a:close/>
                      <a:moveTo>
                        <a:pt x="136" y="330"/>
                      </a:moveTo>
                      <a:lnTo>
                        <a:pt x="190" y="291"/>
                      </a:lnTo>
                      <a:lnTo>
                        <a:pt x="127" y="209"/>
                      </a:lnTo>
                      <a:lnTo>
                        <a:pt x="77" y="246"/>
                      </a:lnTo>
                      <a:lnTo>
                        <a:pt x="136" y="330"/>
                      </a:lnTo>
                      <a:close/>
                      <a:moveTo>
                        <a:pt x="286" y="536"/>
                      </a:moveTo>
                      <a:lnTo>
                        <a:pt x="336" y="500"/>
                      </a:lnTo>
                      <a:lnTo>
                        <a:pt x="277" y="415"/>
                      </a:lnTo>
                      <a:lnTo>
                        <a:pt x="223" y="452"/>
                      </a:lnTo>
                      <a:lnTo>
                        <a:pt x="286" y="536"/>
                      </a:lnTo>
                      <a:close/>
                      <a:moveTo>
                        <a:pt x="62" y="226"/>
                      </a:moveTo>
                      <a:lnTo>
                        <a:pt x="113" y="189"/>
                      </a:lnTo>
                      <a:lnTo>
                        <a:pt x="54" y="104"/>
                      </a:lnTo>
                      <a:lnTo>
                        <a:pt x="0" y="141"/>
                      </a:lnTo>
                      <a:lnTo>
                        <a:pt x="62" y="226"/>
                      </a:lnTo>
                      <a:close/>
                      <a:moveTo>
                        <a:pt x="430" y="435"/>
                      </a:moveTo>
                      <a:lnTo>
                        <a:pt x="481" y="395"/>
                      </a:lnTo>
                      <a:lnTo>
                        <a:pt x="421" y="311"/>
                      </a:lnTo>
                      <a:lnTo>
                        <a:pt x="368" y="350"/>
                      </a:lnTo>
                      <a:lnTo>
                        <a:pt x="430" y="435"/>
                      </a:lnTo>
                      <a:close/>
                      <a:moveTo>
                        <a:pt x="353" y="330"/>
                      </a:moveTo>
                      <a:lnTo>
                        <a:pt x="407" y="294"/>
                      </a:lnTo>
                      <a:lnTo>
                        <a:pt x="348" y="209"/>
                      </a:lnTo>
                      <a:lnTo>
                        <a:pt x="294" y="246"/>
                      </a:lnTo>
                      <a:lnTo>
                        <a:pt x="353" y="330"/>
                      </a:lnTo>
                      <a:close/>
                      <a:moveTo>
                        <a:pt x="280" y="226"/>
                      </a:moveTo>
                      <a:lnTo>
                        <a:pt x="334" y="189"/>
                      </a:lnTo>
                      <a:lnTo>
                        <a:pt x="272" y="104"/>
                      </a:lnTo>
                      <a:lnTo>
                        <a:pt x="221" y="141"/>
                      </a:lnTo>
                      <a:lnTo>
                        <a:pt x="280" y="226"/>
                      </a:lnTo>
                      <a:close/>
                      <a:moveTo>
                        <a:pt x="133" y="175"/>
                      </a:moveTo>
                      <a:lnTo>
                        <a:pt x="187" y="138"/>
                      </a:lnTo>
                      <a:lnTo>
                        <a:pt x="127" y="54"/>
                      </a:lnTo>
                      <a:lnTo>
                        <a:pt x="74" y="90"/>
                      </a:lnTo>
                      <a:lnTo>
                        <a:pt x="133" y="17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86293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pieren 6"/>
          <p:cNvGrpSpPr/>
          <p:nvPr/>
        </p:nvGrpSpPr>
        <p:grpSpPr>
          <a:xfrm>
            <a:off x="323850" y="228566"/>
            <a:ext cx="8624098" cy="6304331"/>
            <a:chOff x="323850" y="228566"/>
            <a:chExt cx="8624098" cy="6304331"/>
          </a:xfrm>
        </p:grpSpPr>
        <p:grpSp>
          <p:nvGrpSpPr>
            <p:cNvPr id="499" name="Group 23"/>
            <p:cNvGrpSpPr>
              <a:grpSpLocks noChangeAspect="1"/>
            </p:cNvGrpSpPr>
            <p:nvPr/>
          </p:nvGrpSpPr>
          <p:grpSpPr bwMode="auto">
            <a:xfrm rot="2086332">
              <a:off x="3344013" y="294156"/>
              <a:ext cx="1953093" cy="1927885"/>
              <a:chOff x="2363" y="1063"/>
              <a:chExt cx="2247" cy="2218"/>
            </a:xfrm>
          </p:grpSpPr>
          <p:sp>
            <p:nvSpPr>
              <p:cNvPr id="500" name="Freeform 24"/>
              <p:cNvSpPr>
                <a:spLocks/>
              </p:cNvSpPr>
              <p:nvPr/>
            </p:nvSpPr>
            <p:spPr bwMode="auto">
              <a:xfrm>
                <a:off x="2578" y="1119"/>
                <a:ext cx="2032" cy="2162"/>
              </a:xfrm>
              <a:custGeom>
                <a:avLst/>
                <a:gdLst>
                  <a:gd name="T0" fmla="*/ 340 w 860"/>
                  <a:gd name="T1" fmla="*/ 741 h 915"/>
                  <a:gd name="T2" fmla="*/ 689 w 860"/>
                  <a:gd name="T3" fmla="*/ 338 h 915"/>
                  <a:gd name="T4" fmla="*/ 860 w 860"/>
                  <a:gd name="T5" fmla="*/ 0 h 915"/>
                  <a:gd name="T6" fmla="*/ 286 w 860"/>
                  <a:gd name="T7" fmla="*/ 714 h 915"/>
                  <a:gd name="T8" fmla="*/ 277 w 860"/>
                  <a:gd name="T9" fmla="*/ 900 h 915"/>
                  <a:gd name="T10" fmla="*/ 304 w 860"/>
                  <a:gd name="T11" fmla="*/ 893 h 915"/>
                  <a:gd name="T12" fmla="*/ 340 w 860"/>
                  <a:gd name="T13" fmla="*/ 741 h 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0" h="915">
                    <a:moveTo>
                      <a:pt x="340" y="741"/>
                    </a:moveTo>
                    <a:cubicBezTo>
                      <a:pt x="586" y="679"/>
                      <a:pt x="700" y="592"/>
                      <a:pt x="689" y="338"/>
                    </a:cubicBezTo>
                    <a:cubicBezTo>
                      <a:pt x="679" y="81"/>
                      <a:pt x="860" y="0"/>
                      <a:pt x="860" y="0"/>
                    </a:cubicBezTo>
                    <a:cubicBezTo>
                      <a:pt x="0" y="200"/>
                      <a:pt x="218" y="628"/>
                      <a:pt x="286" y="714"/>
                    </a:cubicBezTo>
                    <a:cubicBezTo>
                      <a:pt x="243" y="907"/>
                      <a:pt x="277" y="900"/>
                      <a:pt x="277" y="900"/>
                    </a:cubicBezTo>
                    <a:cubicBezTo>
                      <a:pt x="286" y="915"/>
                      <a:pt x="304" y="893"/>
                      <a:pt x="304" y="893"/>
                    </a:cubicBezTo>
                    <a:cubicBezTo>
                      <a:pt x="313" y="845"/>
                      <a:pt x="321" y="797"/>
                      <a:pt x="340" y="741"/>
                    </a:cubicBezTo>
                    <a:close/>
                  </a:path>
                </a:pathLst>
              </a:custGeom>
              <a:solidFill>
                <a:srgbClr val="87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1" name="Freeform 25"/>
              <p:cNvSpPr>
                <a:spLocks/>
              </p:cNvSpPr>
              <p:nvPr/>
            </p:nvSpPr>
            <p:spPr bwMode="auto">
              <a:xfrm>
                <a:off x="2569" y="1063"/>
                <a:ext cx="2031" cy="2161"/>
              </a:xfrm>
              <a:custGeom>
                <a:avLst/>
                <a:gdLst>
                  <a:gd name="T0" fmla="*/ 860 w 860"/>
                  <a:gd name="T1" fmla="*/ 0 h 915"/>
                  <a:gd name="T2" fmla="*/ 286 w 860"/>
                  <a:gd name="T3" fmla="*/ 714 h 915"/>
                  <a:gd name="T4" fmla="*/ 277 w 860"/>
                  <a:gd name="T5" fmla="*/ 900 h 915"/>
                  <a:gd name="T6" fmla="*/ 304 w 860"/>
                  <a:gd name="T7" fmla="*/ 893 h 915"/>
                  <a:gd name="T8" fmla="*/ 340 w 860"/>
                  <a:gd name="T9" fmla="*/ 741 h 915"/>
                  <a:gd name="T10" fmla="*/ 689 w 860"/>
                  <a:gd name="T11" fmla="*/ 338 h 915"/>
                  <a:gd name="T12" fmla="*/ 860 w 860"/>
                  <a:gd name="T13" fmla="*/ 0 h 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0" h="915">
                    <a:moveTo>
                      <a:pt x="860" y="0"/>
                    </a:moveTo>
                    <a:cubicBezTo>
                      <a:pt x="0" y="200"/>
                      <a:pt x="218" y="628"/>
                      <a:pt x="286" y="714"/>
                    </a:cubicBezTo>
                    <a:cubicBezTo>
                      <a:pt x="243" y="907"/>
                      <a:pt x="277" y="900"/>
                      <a:pt x="277" y="900"/>
                    </a:cubicBezTo>
                    <a:cubicBezTo>
                      <a:pt x="286" y="915"/>
                      <a:pt x="304" y="893"/>
                      <a:pt x="304" y="893"/>
                    </a:cubicBezTo>
                    <a:cubicBezTo>
                      <a:pt x="313" y="845"/>
                      <a:pt x="321" y="797"/>
                      <a:pt x="340" y="741"/>
                    </a:cubicBezTo>
                    <a:cubicBezTo>
                      <a:pt x="586" y="679"/>
                      <a:pt x="700" y="592"/>
                      <a:pt x="689" y="338"/>
                    </a:cubicBezTo>
                    <a:cubicBezTo>
                      <a:pt x="679" y="81"/>
                      <a:pt x="860" y="0"/>
                      <a:pt x="860" y="0"/>
                    </a:cubicBezTo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2" name="Freeform 26"/>
              <p:cNvSpPr>
                <a:spLocks/>
              </p:cNvSpPr>
              <p:nvPr/>
            </p:nvSpPr>
            <p:spPr bwMode="auto">
              <a:xfrm>
                <a:off x="2363" y="1096"/>
                <a:ext cx="2157" cy="1687"/>
              </a:xfrm>
              <a:custGeom>
                <a:avLst/>
                <a:gdLst>
                  <a:gd name="T0" fmla="*/ 913 w 913"/>
                  <a:gd name="T1" fmla="*/ 0 h 714"/>
                  <a:gd name="T2" fmla="*/ 750 w 913"/>
                  <a:gd name="T3" fmla="*/ 326 h 714"/>
                  <a:gd name="T4" fmla="*/ 408 w 913"/>
                  <a:gd name="T5" fmla="*/ 714 h 714"/>
                  <a:gd name="T6" fmla="*/ 913 w 913"/>
                  <a:gd name="T7" fmla="*/ 0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3" h="714">
                    <a:moveTo>
                      <a:pt x="913" y="0"/>
                    </a:moveTo>
                    <a:cubicBezTo>
                      <a:pt x="913" y="0"/>
                      <a:pt x="744" y="83"/>
                      <a:pt x="750" y="326"/>
                    </a:cubicBezTo>
                    <a:cubicBezTo>
                      <a:pt x="756" y="569"/>
                      <a:pt x="645" y="651"/>
                      <a:pt x="408" y="714"/>
                    </a:cubicBezTo>
                    <a:cubicBezTo>
                      <a:pt x="408" y="714"/>
                      <a:pt x="0" y="278"/>
                      <a:pt x="9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3" name="Freeform 27"/>
              <p:cNvSpPr>
                <a:spLocks/>
              </p:cNvSpPr>
              <p:nvPr/>
            </p:nvSpPr>
            <p:spPr bwMode="auto">
              <a:xfrm>
                <a:off x="3112" y="1398"/>
                <a:ext cx="990" cy="1781"/>
              </a:xfrm>
              <a:custGeom>
                <a:avLst/>
                <a:gdLst>
                  <a:gd name="T0" fmla="*/ 419 w 419"/>
                  <a:gd name="T1" fmla="*/ 0 h 754"/>
                  <a:gd name="T2" fmla="*/ 66 w 419"/>
                  <a:gd name="T3" fmla="*/ 731 h 754"/>
                  <a:gd name="T4" fmla="*/ 48 w 419"/>
                  <a:gd name="T5" fmla="*/ 739 h 754"/>
                  <a:gd name="T6" fmla="*/ 419 w 419"/>
                  <a:gd name="T7" fmla="*/ 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9" h="754">
                    <a:moveTo>
                      <a:pt x="419" y="0"/>
                    </a:moveTo>
                    <a:cubicBezTo>
                      <a:pt x="419" y="0"/>
                      <a:pt x="89" y="469"/>
                      <a:pt x="66" y="731"/>
                    </a:cubicBezTo>
                    <a:cubicBezTo>
                      <a:pt x="66" y="731"/>
                      <a:pt x="56" y="754"/>
                      <a:pt x="48" y="739"/>
                    </a:cubicBezTo>
                    <a:cubicBezTo>
                      <a:pt x="48" y="739"/>
                      <a:pt x="0" y="547"/>
                      <a:pt x="419" y="0"/>
                    </a:cubicBez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4" name="Freeform 28"/>
              <p:cNvSpPr>
                <a:spLocks/>
              </p:cNvSpPr>
              <p:nvPr/>
            </p:nvSpPr>
            <p:spPr bwMode="auto">
              <a:xfrm>
                <a:off x="2963" y="1646"/>
                <a:ext cx="529" cy="948"/>
              </a:xfrm>
              <a:custGeom>
                <a:avLst/>
                <a:gdLst>
                  <a:gd name="T0" fmla="*/ 224 w 224"/>
                  <a:gd name="T1" fmla="*/ 13 h 401"/>
                  <a:gd name="T2" fmla="*/ 208 w 224"/>
                  <a:gd name="T3" fmla="*/ 0 h 401"/>
                  <a:gd name="T4" fmla="*/ 111 w 224"/>
                  <a:gd name="T5" fmla="*/ 401 h 401"/>
                  <a:gd name="T6" fmla="*/ 224 w 224"/>
                  <a:gd name="T7" fmla="*/ 13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401">
                    <a:moveTo>
                      <a:pt x="224" y="13"/>
                    </a:moveTo>
                    <a:cubicBezTo>
                      <a:pt x="219" y="9"/>
                      <a:pt x="213" y="5"/>
                      <a:pt x="208" y="0"/>
                    </a:cubicBezTo>
                    <a:cubicBezTo>
                      <a:pt x="0" y="164"/>
                      <a:pt x="111" y="401"/>
                      <a:pt x="111" y="401"/>
                    </a:cubicBezTo>
                    <a:cubicBezTo>
                      <a:pt x="72" y="214"/>
                      <a:pt x="139" y="91"/>
                      <a:pt x="22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5" name="Freeform 29"/>
              <p:cNvSpPr>
                <a:spLocks/>
              </p:cNvSpPr>
              <p:nvPr/>
            </p:nvSpPr>
            <p:spPr bwMode="auto">
              <a:xfrm>
                <a:off x="3469" y="1545"/>
                <a:ext cx="144" cy="123"/>
              </a:xfrm>
              <a:custGeom>
                <a:avLst/>
                <a:gdLst>
                  <a:gd name="T0" fmla="*/ 40 w 61"/>
                  <a:gd name="T1" fmla="*/ 0 h 52"/>
                  <a:gd name="T2" fmla="*/ 0 w 61"/>
                  <a:gd name="T3" fmla="*/ 38 h 52"/>
                  <a:gd name="T4" fmla="*/ 15 w 61"/>
                  <a:gd name="T5" fmla="*/ 52 h 52"/>
                  <a:gd name="T6" fmla="*/ 61 w 61"/>
                  <a:gd name="T7" fmla="*/ 14 h 52"/>
                  <a:gd name="T8" fmla="*/ 40 w 61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40" y="0"/>
                    </a:moveTo>
                    <a:cubicBezTo>
                      <a:pt x="27" y="14"/>
                      <a:pt x="14" y="27"/>
                      <a:pt x="0" y="38"/>
                    </a:cubicBezTo>
                    <a:cubicBezTo>
                      <a:pt x="5" y="43"/>
                      <a:pt x="10" y="48"/>
                      <a:pt x="15" y="52"/>
                    </a:cubicBezTo>
                    <a:cubicBezTo>
                      <a:pt x="32" y="40"/>
                      <a:pt x="47" y="27"/>
                      <a:pt x="61" y="14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6" name="Freeform 30"/>
              <p:cNvSpPr>
                <a:spLocks/>
              </p:cNvSpPr>
              <p:nvPr/>
            </p:nvSpPr>
            <p:spPr bwMode="auto">
              <a:xfrm>
                <a:off x="4017" y="2638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5 h 5"/>
                  <a:gd name="T4" fmla="*/ 7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C5CE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7" name="Line 31"/>
              <p:cNvSpPr>
                <a:spLocks noChangeShapeType="1"/>
              </p:cNvSpPr>
              <p:nvPr/>
            </p:nvSpPr>
            <p:spPr bwMode="auto">
              <a:xfrm flipH="1">
                <a:off x="4017" y="2638"/>
                <a:ext cx="7" cy="5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8" name="Freeform 32"/>
              <p:cNvSpPr>
                <a:spLocks/>
              </p:cNvSpPr>
              <p:nvPr/>
            </p:nvSpPr>
            <p:spPr bwMode="auto">
              <a:xfrm>
                <a:off x="3941" y="2582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0 w 7"/>
                  <a:gd name="T3" fmla="*/ 4 h 4"/>
                  <a:gd name="T4" fmla="*/ 7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AAD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9" name="Line 33"/>
              <p:cNvSpPr>
                <a:spLocks noChangeShapeType="1"/>
              </p:cNvSpPr>
              <p:nvPr/>
            </p:nvSpPr>
            <p:spPr bwMode="auto">
              <a:xfrm flipH="1">
                <a:off x="3941" y="2582"/>
                <a:ext cx="7" cy="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sp>
          <p:nvSpPr>
            <p:cNvPr id="18" name="Rechteck 17"/>
            <p:cNvSpPr/>
            <p:nvPr/>
          </p:nvSpPr>
          <p:spPr bwMode="auto">
            <a:xfrm>
              <a:off x="6037500" y="305690"/>
              <a:ext cx="2783441" cy="6226059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15" name="Rechteck 114"/>
            <p:cNvSpPr/>
            <p:nvPr/>
          </p:nvSpPr>
          <p:spPr bwMode="auto">
            <a:xfrm>
              <a:off x="331706" y="306838"/>
              <a:ext cx="5705795" cy="6226059"/>
            </a:xfrm>
            <a:prstGeom prst="rect">
              <a:avLst/>
            </a:prstGeom>
            <a:solidFill>
              <a:srgbClr val="E6E6E6"/>
            </a:soli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4" name="Rechteck 3"/>
            <p:cNvSpPr/>
            <p:nvPr/>
          </p:nvSpPr>
          <p:spPr bwMode="auto">
            <a:xfrm>
              <a:off x="323850" y="298375"/>
              <a:ext cx="8497092" cy="6226059"/>
            </a:xfrm>
            <a:prstGeom prst="rect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grpSp>
          <p:nvGrpSpPr>
            <p:cNvPr id="13" name="Gruppieren 12"/>
            <p:cNvGrpSpPr/>
            <p:nvPr/>
          </p:nvGrpSpPr>
          <p:grpSpPr>
            <a:xfrm>
              <a:off x="6144444" y="585102"/>
              <a:ext cx="2636158" cy="1465541"/>
              <a:chOff x="6144444" y="585102"/>
              <a:chExt cx="2636158" cy="1465541"/>
            </a:xfrm>
          </p:grpSpPr>
          <p:sp>
            <p:nvSpPr>
              <p:cNvPr id="369" name="Textfeld 368"/>
              <p:cNvSpPr txBox="1"/>
              <p:nvPr/>
            </p:nvSpPr>
            <p:spPr bwMode="gray">
              <a:xfrm>
                <a:off x="6155154" y="585102"/>
                <a:ext cx="2625448" cy="486723"/>
              </a:xfrm>
              <a:prstGeom prst="rect">
                <a:avLst/>
              </a:prstGeom>
              <a:noFill/>
            </p:spPr>
            <p:txBody>
              <a:bodyPr wrap="square" lIns="0" tIns="7200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en-US" b="1" dirty="0" smtClean="0">
                    <a:solidFill>
                      <a:schemeClr val="bg1"/>
                    </a:solidFill>
                  </a:rPr>
                  <a:t>Topic</a:t>
                </a:r>
                <a:r>
                  <a:rPr lang="en-US" dirty="0" smtClean="0">
                    <a:solidFill>
                      <a:schemeClr val="bg1"/>
                    </a:solidFill>
                  </a:rPr>
                  <a:t> of </a:t>
                </a:r>
                <a:r>
                  <a:rPr lang="en-US" noProof="1" smtClean="0">
                    <a:solidFill>
                      <a:schemeClr val="bg1"/>
                    </a:solidFill>
                  </a:rPr>
                  <a:t>Infographic</a:t>
                </a:r>
                <a:endParaRPr lang="en-US" noProof="1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381" name="Gruppieren 380"/>
              <p:cNvGrpSpPr/>
              <p:nvPr/>
            </p:nvGrpSpPr>
            <p:grpSpPr>
              <a:xfrm>
                <a:off x="6144444" y="1179305"/>
                <a:ext cx="2557278" cy="871338"/>
                <a:chOff x="8999611" y="1179305"/>
                <a:chExt cx="2487481" cy="847556"/>
              </a:xfrm>
            </p:grpSpPr>
            <p:grpSp>
              <p:nvGrpSpPr>
                <p:cNvPr id="382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001695" y="1183460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52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3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3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308109" y="1183611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50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1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4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618458" y="1184093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48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9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5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929553" y="1186982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46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7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6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243660" y="1184359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44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5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7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558237" y="1185103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42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3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8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001695" y="1481807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40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1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89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308109" y="1481958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38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9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0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618458" y="1482440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36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7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1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929553" y="1485329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34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5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2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243660" y="1482707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32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3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3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558237" y="1483450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30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1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4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8999611" y="1773383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28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9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5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306026" y="1773535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26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7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6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616374" y="1774016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24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5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7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9927470" y="1776906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22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3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8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241577" y="1774283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20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1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99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556153" y="1775026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18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9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0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877843" y="1179305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16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7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1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877843" y="1477652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14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5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2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0875759" y="1769228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12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3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3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1199844" y="1180643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10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1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4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1199844" y="1478990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08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9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05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11197760" y="1770566"/>
                  <a:ext cx="287248" cy="249955"/>
                  <a:chOff x="5976" y="727"/>
                  <a:chExt cx="1217" cy="1059"/>
                </a:xfrm>
                <a:solidFill>
                  <a:schemeClr val="bg1"/>
                </a:solidFill>
              </p:grpSpPr>
              <p:sp>
                <p:nvSpPr>
                  <p:cNvPr id="406" name="Freeform 12"/>
                  <p:cNvSpPr>
                    <a:spLocks/>
                  </p:cNvSpPr>
                  <p:nvPr/>
                </p:nvSpPr>
                <p:spPr bwMode="auto">
                  <a:xfrm>
                    <a:off x="6198" y="1001"/>
                    <a:ext cx="785" cy="785"/>
                  </a:xfrm>
                  <a:custGeom>
                    <a:avLst/>
                    <a:gdLst>
                      <a:gd name="T0" fmla="*/ 30 w 60"/>
                      <a:gd name="T1" fmla="*/ 0 h 60"/>
                      <a:gd name="T2" fmla="*/ 0 w 60"/>
                      <a:gd name="T3" fmla="*/ 22 h 60"/>
                      <a:gd name="T4" fmla="*/ 0 w 60"/>
                      <a:gd name="T5" fmla="*/ 52 h 60"/>
                      <a:gd name="T6" fmla="*/ 8 w 60"/>
                      <a:gd name="T7" fmla="*/ 60 h 60"/>
                      <a:gd name="T8" fmla="*/ 22 w 60"/>
                      <a:gd name="T9" fmla="*/ 60 h 60"/>
                      <a:gd name="T10" fmla="*/ 22 w 60"/>
                      <a:gd name="T11" fmla="*/ 32 h 60"/>
                      <a:gd name="T12" fmla="*/ 38 w 60"/>
                      <a:gd name="T13" fmla="*/ 32 h 60"/>
                      <a:gd name="T14" fmla="*/ 38 w 60"/>
                      <a:gd name="T15" fmla="*/ 60 h 60"/>
                      <a:gd name="T16" fmla="*/ 51 w 60"/>
                      <a:gd name="T17" fmla="*/ 60 h 60"/>
                      <a:gd name="T18" fmla="*/ 60 w 60"/>
                      <a:gd name="T19" fmla="*/ 52 h 60"/>
                      <a:gd name="T20" fmla="*/ 60 w 60"/>
                      <a:gd name="T21" fmla="*/ 22 h 60"/>
                      <a:gd name="T22" fmla="*/ 30 w 60"/>
                      <a:gd name="T23" fmla="*/ 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" h="60">
                        <a:moveTo>
                          <a:pt x="30" y="0"/>
                        </a:move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6"/>
                          <a:pt x="3" y="60"/>
                          <a:pt x="8" y="60"/>
                        </a:cubicBezTo>
                        <a:cubicBezTo>
                          <a:pt x="22" y="60"/>
                          <a:pt x="22" y="60"/>
                          <a:pt x="22" y="60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38" y="32"/>
                          <a:pt x="38" y="32"/>
                          <a:pt x="38" y="32"/>
                        </a:cubicBezTo>
                        <a:cubicBezTo>
                          <a:pt x="38" y="60"/>
                          <a:pt x="38" y="60"/>
                          <a:pt x="38" y="60"/>
                        </a:cubicBezTo>
                        <a:cubicBezTo>
                          <a:pt x="51" y="60"/>
                          <a:pt x="51" y="60"/>
                          <a:pt x="51" y="60"/>
                        </a:cubicBezTo>
                        <a:cubicBezTo>
                          <a:pt x="56" y="60"/>
                          <a:pt x="60" y="56"/>
                          <a:pt x="60" y="52"/>
                        </a:cubicBezTo>
                        <a:cubicBezTo>
                          <a:pt x="60" y="22"/>
                          <a:pt x="60" y="22"/>
                          <a:pt x="60" y="22"/>
                        </a:cubicBezTo>
                        <a:lnTo>
                          <a:pt x="30" y="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7" name="Freeform 13"/>
                  <p:cNvSpPr>
                    <a:spLocks/>
                  </p:cNvSpPr>
                  <p:nvPr/>
                </p:nvSpPr>
                <p:spPr bwMode="auto">
                  <a:xfrm>
                    <a:off x="5976" y="727"/>
                    <a:ext cx="1217" cy="536"/>
                  </a:xfrm>
                  <a:custGeom>
                    <a:avLst/>
                    <a:gdLst>
                      <a:gd name="T0" fmla="*/ 3 w 93"/>
                      <a:gd name="T1" fmla="*/ 40 h 41"/>
                      <a:gd name="T2" fmla="*/ 7 w 93"/>
                      <a:gd name="T3" fmla="*/ 41 h 41"/>
                      <a:gd name="T4" fmla="*/ 47 w 93"/>
                      <a:gd name="T5" fmla="*/ 13 h 41"/>
                      <a:gd name="T6" fmla="*/ 47 w 93"/>
                      <a:gd name="T7" fmla="*/ 13 h 41"/>
                      <a:gd name="T8" fmla="*/ 47 w 93"/>
                      <a:gd name="T9" fmla="*/ 13 h 41"/>
                      <a:gd name="T10" fmla="*/ 47 w 93"/>
                      <a:gd name="T11" fmla="*/ 13 h 41"/>
                      <a:gd name="T12" fmla="*/ 47 w 93"/>
                      <a:gd name="T13" fmla="*/ 13 h 41"/>
                      <a:gd name="T14" fmla="*/ 86 w 93"/>
                      <a:gd name="T15" fmla="*/ 41 h 41"/>
                      <a:gd name="T16" fmla="*/ 90 w 93"/>
                      <a:gd name="T17" fmla="*/ 40 h 41"/>
                      <a:gd name="T18" fmla="*/ 92 w 93"/>
                      <a:gd name="T19" fmla="*/ 38 h 41"/>
                      <a:gd name="T20" fmla="*/ 91 w 93"/>
                      <a:gd name="T21" fmla="*/ 32 h 41"/>
                      <a:gd name="T22" fmla="*/ 80 w 93"/>
                      <a:gd name="T23" fmla="*/ 24 h 41"/>
                      <a:gd name="T24" fmla="*/ 76 w 93"/>
                      <a:gd name="T25" fmla="*/ 17 h 41"/>
                      <a:gd name="T26" fmla="*/ 76 w 93"/>
                      <a:gd name="T27" fmla="*/ 4 h 41"/>
                      <a:gd name="T28" fmla="*/ 72 w 93"/>
                      <a:gd name="T29" fmla="*/ 0 h 41"/>
                      <a:gd name="T30" fmla="*/ 68 w 93"/>
                      <a:gd name="T31" fmla="*/ 0 h 41"/>
                      <a:gd name="T32" fmla="*/ 64 w 93"/>
                      <a:gd name="T33" fmla="*/ 4 h 41"/>
                      <a:gd name="T34" fmla="*/ 64 w 93"/>
                      <a:gd name="T35" fmla="*/ 9 h 41"/>
                      <a:gd name="T36" fmla="*/ 61 w 93"/>
                      <a:gd name="T37" fmla="*/ 10 h 41"/>
                      <a:gd name="T38" fmla="*/ 50 w 93"/>
                      <a:gd name="T39" fmla="*/ 2 h 41"/>
                      <a:gd name="T40" fmla="*/ 47 w 93"/>
                      <a:gd name="T41" fmla="*/ 0 h 41"/>
                      <a:gd name="T42" fmla="*/ 47 w 93"/>
                      <a:gd name="T43" fmla="*/ 0 h 41"/>
                      <a:gd name="T44" fmla="*/ 47 w 93"/>
                      <a:gd name="T45" fmla="*/ 0 h 41"/>
                      <a:gd name="T46" fmla="*/ 47 w 93"/>
                      <a:gd name="T47" fmla="*/ 0 h 41"/>
                      <a:gd name="T48" fmla="*/ 43 w 93"/>
                      <a:gd name="T49" fmla="*/ 2 h 41"/>
                      <a:gd name="T50" fmla="*/ 3 w 93"/>
                      <a:gd name="T51" fmla="*/ 32 h 41"/>
                      <a:gd name="T52" fmla="*/ 2 w 93"/>
                      <a:gd name="T53" fmla="*/ 38 h 41"/>
                      <a:gd name="T54" fmla="*/ 3 w 93"/>
                      <a:gd name="T55" fmla="*/ 4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93" h="41">
                        <a:moveTo>
                          <a:pt x="3" y="40"/>
                        </a:moveTo>
                        <a:cubicBezTo>
                          <a:pt x="4" y="41"/>
                          <a:pt x="5" y="41"/>
                          <a:pt x="7" y="41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47" y="13"/>
                          <a:pt x="47" y="13"/>
                          <a:pt x="47" y="13"/>
                        </a:cubicBezTo>
                        <a:cubicBezTo>
                          <a:pt x="86" y="41"/>
                          <a:pt x="86" y="41"/>
                          <a:pt x="86" y="41"/>
                        </a:cubicBezTo>
                        <a:cubicBezTo>
                          <a:pt x="88" y="41"/>
                          <a:pt x="89" y="41"/>
                          <a:pt x="90" y="40"/>
                        </a:cubicBezTo>
                        <a:cubicBezTo>
                          <a:pt x="92" y="38"/>
                          <a:pt x="92" y="38"/>
                          <a:pt x="92" y="38"/>
                        </a:cubicBezTo>
                        <a:cubicBezTo>
                          <a:pt x="93" y="36"/>
                          <a:pt x="93" y="33"/>
                          <a:pt x="91" y="32"/>
                        </a:cubicBezTo>
                        <a:cubicBezTo>
                          <a:pt x="80" y="24"/>
                          <a:pt x="80" y="24"/>
                          <a:pt x="80" y="24"/>
                        </a:cubicBezTo>
                        <a:cubicBezTo>
                          <a:pt x="78" y="23"/>
                          <a:pt x="76" y="20"/>
                          <a:pt x="76" y="17"/>
                        </a:cubicBezTo>
                        <a:cubicBezTo>
                          <a:pt x="76" y="4"/>
                          <a:pt x="76" y="4"/>
                          <a:pt x="76" y="4"/>
                        </a:cubicBezTo>
                        <a:cubicBezTo>
                          <a:pt x="76" y="2"/>
                          <a:pt x="74" y="0"/>
                          <a:pt x="72" y="0"/>
                        </a:cubicBezTo>
                        <a:cubicBezTo>
                          <a:pt x="68" y="0"/>
                          <a:pt x="68" y="0"/>
                          <a:pt x="68" y="0"/>
                        </a:cubicBezTo>
                        <a:cubicBezTo>
                          <a:pt x="66" y="0"/>
                          <a:pt x="64" y="2"/>
                          <a:pt x="64" y="4"/>
                        </a:cubicBezTo>
                        <a:cubicBezTo>
                          <a:pt x="64" y="9"/>
                          <a:pt x="64" y="9"/>
                          <a:pt x="64" y="9"/>
                        </a:cubicBezTo>
                        <a:cubicBezTo>
                          <a:pt x="64" y="11"/>
                          <a:pt x="63" y="12"/>
                          <a:pt x="61" y="10"/>
                        </a:cubicBezTo>
                        <a:cubicBezTo>
                          <a:pt x="50" y="2"/>
                          <a:pt x="50" y="2"/>
                          <a:pt x="50" y="2"/>
                        </a:cubicBezTo>
                        <a:cubicBezTo>
                          <a:pt x="48" y="1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5" y="1"/>
                          <a:pt x="43" y="2"/>
                        </a:cubicBezTo>
                        <a:cubicBezTo>
                          <a:pt x="3" y="32"/>
                          <a:pt x="3" y="32"/>
                          <a:pt x="3" y="32"/>
                        </a:cubicBezTo>
                        <a:cubicBezTo>
                          <a:pt x="1" y="33"/>
                          <a:pt x="0" y="36"/>
                          <a:pt x="2" y="38"/>
                        </a:cubicBezTo>
                        <a:lnTo>
                          <a:pt x="3" y="40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</p:grpSp>
        <p:grpSp>
          <p:nvGrpSpPr>
            <p:cNvPr id="11" name="Gruppieren 10"/>
            <p:cNvGrpSpPr/>
            <p:nvPr/>
          </p:nvGrpSpPr>
          <p:grpSpPr>
            <a:xfrm>
              <a:off x="6041600" y="4982418"/>
              <a:ext cx="1535849" cy="1253166"/>
              <a:chOff x="6041600" y="4982418"/>
              <a:chExt cx="1535849" cy="1253166"/>
            </a:xfrm>
          </p:grpSpPr>
          <p:sp>
            <p:nvSpPr>
              <p:cNvPr id="379" name="Rechteckige Legende 378"/>
              <p:cNvSpPr/>
              <p:nvPr/>
            </p:nvSpPr>
            <p:spPr bwMode="gray">
              <a:xfrm>
                <a:off x="6041600" y="4982418"/>
                <a:ext cx="1201576" cy="810093"/>
              </a:xfrm>
              <a:prstGeom prst="wedgeRectCallout">
                <a:avLst>
                  <a:gd name="adj1" fmla="val 1345"/>
                  <a:gd name="adj2" fmla="val 50117"/>
                </a:avLst>
              </a:prstGeom>
              <a:solidFill>
                <a:schemeClr val="bg1"/>
              </a:solidFill>
              <a:ln w="6350">
                <a:noFill/>
                <a:round/>
                <a:headEnd/>
                <a:tailEnd/>
              </a:ln>
              <a:effectLst/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dirty="0" smtClean="0">
                    <a:solidFill>
                      <a:schemeClr val="accent1"/>
                    </a:solidFill>
                  </a:rPr>
                  <a:t>24</a:t>
                </a:r>
                <a:r>
                  <a:rPr lang="de-DE" sz="2000" dirty="0" smtClean="0">
                    <a:solidFill>
                      <a:schemeClr val="accent1"/>
                    </a:solidFill>
                  </a:rPr>
                  <a:t>/30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sz="2000" dirty="0" smtClean="0">
                    <a:solidFill>
                      <a:schemeClr val="accent1"/>
                    </a:solidFill>
                  </a:rPr>
                  <a:t>Persons.</a:t>
                </a:r>
                <a:endParaRPr lang="en-US" sz="2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54" name="Textfeld 453"/>
              <p:cNvSpPr txBox="1"/>
              <p:nvPr/>
            </p:nvSpPr>
            <p:spPr bwMode="gray">
              <a:xfrm>
                <a:off x="6051206" y="5895803"/>
                <a:ext cx="1526243" cy="339781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en-US" sz="800" dirty="0" smtClean="0">
                    <a:solidFill>
                      <a:schemeClr val="bg1"/>
                    </a:solidFill>
                  </a:rPr>
                  <a:t>This text demonstrates how your text will look like. </a:t>
                </a:r>
                <a:endParaRPr lang="en-US" sz="8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" name="Gruppieren 11"/>
            <p:cNvGrpSpPr/>
            <p:nvPr/>
          </p:nvGrpSpPr>
          <p:grpSpPr>
            <a:xfrm>
              <a:off x="7414160" y="4980673"/>
              <a:ext cx="1533788" cy="1267726"/>
              <a:chOff x="7414160" y="4980673"/>
              <a:chExt cx="1533788" cy="1267726"/>
            </a:xfrm>
          </p:grpSpPr>
          <p:sp>
            <p:nvSpPr>
              <p:cNvPr id="455" name="Textfeld 454"/>
              <p:cNvSpPr txBox="1"/>
              <p:nvPr/>
            </p:nvSpPr>
            <p:spPr bwMode="gray">
              <a:xfrm>
                <a:off x="7414160" y="5908618"/>
                <a:ext cx="1533788" cy="339781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en-US" sz="800" dirty="0" smtClean="0">
                    <a:solidFill>
                      <a:schemeClr val="bg1"/>
                    </a:solidFill>
                  </a:rPr>
                  <a:t>This text demonstrates how your text will look like. </a:t>
                </a:r>
                <a:endParaRPr lang="en-US" sz="8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2" name="Gruppieren 1"/>
              <p:cNvGrpSpPr/>
              <p:nvPr/>
            </p:nvGrpSpPr>
            <p:grpSpPr>
              <a:xfrm>
                <a:off x="7690159" y="4980673"/>
                <a:ext cx="924006" cy="816718"/>
                <a:chOff x="7690159" y="4980673"/>
                <a:chExt cx="924006" cy="816718"/>
              </a:xfrm>
            </p:grpSpPr>
            <p:grpSp>
              <p:nvGrpSpPr>
                <p:cNvPr id="372" name="Gruppieren 371"/>
                <p:cNvGrpSpPr/>
                <p:nvPr/>
              </p:nvGrpSpPr>
              <p:grpSpPr>
                <a:xfrm>
                  <a:off x="7690159" y="4980673"/>
                  <a:ext cx="924006" cy="816718"/>
                  <a:chOff x="9134188" y="4906387"/>
                  <a:chExt cx="898786" cy="794427"/>
                </a:xfrm>
              </p:grpSpPr>
              <p:sp>
                <p:nvSpPr>
                  <p:cNvPr id="373" name="Freeform 34"/>
                  <p:cNvSpPr>
                    <a:spLocks/>
                  </p:cNvSpPr>
                  <p:nvPr/>
                </p:nvSpPr>
                <p:spPr bwMode="auto">
                  <a:xfrm>
                    <a:off x="9134188" y="5100062"/>
                    <a:ext cx="552450" cy="598487"/>
                  </a:xfrm>
                  <a:custGeom>
                    <a:avLst/>
                    <a:gdLst>
                      <a:gd name="T0" fmla="*/ 321 w 348"/>
                      <a:gd name="T1" fmla="*/ 377 h 377"/>
                      <a:gd name="T2" fmla="*/ 27 w 348"/>
                      <a:gd name="T3" fmla="*/ 377 h 377"/>
                      <a:gd name="T4" fmla="*/ 0 w 348"/>
                      <a:gd name="T5" fmla="*/ 0 h 377"/>
                      <a:gd name="T6" fmla="*/ 348 w 348"/>
                      <a:gd name="T7" fmla="*/ 0 h 377"/>
                      <a:gd name="T8" fmla="*/ 321 w 348"/>
                      <a:gd name="T9" fmla="*/ 377 h 3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48" h="377">
                        <a:moveTo>
                          <a:pt x="321" y="377"/>
                        </a:moveTo>
                        <a:lnTo>
                          <a:pt x="27" y="377"/>
                        </a:lnTo>
                        <a:lnTo>
                          <a:pt x="0" y="0"/>
                        </a:lnTo>
                        <a:lnTo>
                          <a:pt x="348" y="0"/>
                        </a:lnTo>
                        <a:lnTo>
                          <a:pt x="321" y="37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4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9134188" y="5000049"/>
                    <a:ext cx="552450" cy="68262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5" name="Freeform 36"/>
                  <p:cNvSpPr>
                    <a:spLocks/>
                  </p:cNvSpPr>
                  <p:nvPr/>
                </p:nvSpPr>
                <p:spPr bwMode="auto">
                  <a:xfrm>
                    <a:off x="9332626" y="4906387"/>
                    <a:ext cx="155575" cy="106362"/>
                  </a:xfrm>
                  <a:custGeom>
                    <a:avLst/>
                    <a:gdLst>
                      <a:gd name="T0" fmla="*/ 0 w 98"/>
                      <a:gd name="T1" fmla="*/ 0 h 67"/>
                      <a:gd name="T2" fmla="*/ 0 w 98"/>
                      <a:gd name="T3" fmla="*/ 67 h 67"/>
                      <a:gd name="T4" fmla="*/ 27 w 98"/>
                      <a:gd name="T5" fmla="*/ 67 h 67"/>
                      <a:gd name="T6" fmla="*/ 27 w 98"/>
                      <a:gd name="T7" fmla="*/ 27 h 67"/>
                      <a:gd name="T8" fmla="*/ 71 w 98"/>
                      <a:gd name="T9" fmla="*/ 27 h 67"/>
                      <a:gd name="T10" fmla="*/ 71 w 98"/>
                      <a:gd name="T11" fmla="*/ 67 h 67"/>
                      <a:gd name="T12" fmla="*/ 98 w 98"/>
                      <a:gd name="T13" fmla="*/ 67 h 67"/>
                      <a:gd name="T14" fmla="*/ 98 w 98"/>
                      <a:gd name="T15" fmla="*/ 0 h 67"/>
                      <a:gd name="T16" fmla="*/ 0 w 98"/>
                      <a:gd name="T17" fmla="*/ 0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8" h="67">
                        <a:moveTo>
                          <a:pt x="0" y="0"/>
                        </a:moveTo>
                        <a:lnTo>
                          <a:pt x="0" y="67"/>
                        </a:lnTo>
                        <a:lnTo>
                          <a:pt x="27" y="67"/>
                        </a:lnTo>
                        <a:lnTo>
                          <a:pt x="27" y="27"/>
                        </a:lnTo>
                        <a:lnTo>
                          <a:pt x="71" y="27"/>
                        </a:lnTo>
                        <a:lnTo>
                          <a:pt x="71" y="67"/>
                        </a:lnTo>
                        <a:lnTo>
                          <a:pt x="98" y="67"/>
                        </a:lnTo>
                        <a:lnTo>
                          <a:pt x="9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6" name="Freeform 34"/>
                  <p:cNvSpPr>
                    <a:spLocks/>
                  </p:cNvSpPr>
                  <p:nvPr/>
                </p:nvSpPr>
                <p:spPr bwMode="auto">
                  <a:xfrm>
                    <a:off x="9719490" y="5361207"/>
                    <a:ext cx="313484" cy="339607"/>
                  </a:xfrm>
                  <a:custGeom>
                    <a:avLst/>
                    <a:gdLst>
                      <a:gd name="T0" fmla="*/ 321 w 348"/>
                      <a:gd name="T1" fmla="*/ 377 h 377"/>
                      <a:gd name="T2" fmla="*/ 27 w 348"/>
                      <a:gd name="T3" fmla="*/ 377 h 377"/>
                      <a:gd name="T4" fmla="*/ 0 w 348"/>
                      <a:gd name="T5" fmla="*/ 0 h 377"/>
                      <a:gd name="T6" fmla="*/ 348 w 348"/>
                      <a:gd name="T7" fmla="*/ 0 h 377"/>
                      <a:gd name="T8" fmla="*/ 321 w 348"/>
                      <a:gd name="T9" fmla="*/ 377 h 3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48" h="377">
                        <a:moveTo>
                          <a:pt x="321" y="377"/>
                        </a:moveTo>
                        <a:lnTo>
                          <a:pt x="27" y="377"/>
                        </a:lnTo>
                        <a:lnTo>
                          <a:pt x="0" y="0"/>
                        </a:lnTo>
                        <a:lnTo>
                          <a:pt x="348" y="0"/>
                        </a:lnTo>
                        <a:lnTo>
                          <a:pt x="321" y="37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9719490" y="5304455"/>
                    <a:ext cx="313484" cy="38735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8" name="Freeform 36"/>
                  <p:cNvSpPr>
                    <a:spLocks/>
                  </p:cNvSpPr>
                  <p:nvPr/>
                </p:nvSpPr>
                <p:spPr bwMode="auto">
                  <a:xfrm>
                    <a:off x="9832092" y="5251307"/>
                    <a:ext cx="88280" cy="60355"/>
                  </a:xfrm>
                  <a:custGeom>
                    <a:avLst/>
                    <a:gdLst>
                      <a:gd name="T0" fmla="*/ 0 w 98"/>
                      <a:gd name="T1" fmla="*/ 0 h 67"/>
                      <a:gd name="T2" fmla="*/ 0 w 98"/>
                      <a:gd name="T3" fmla="*/ 67 h 67"/>
                      <a:gd name="T4" fmla="*/ 27 w 98"/>
                      <a:gd name="T5" fmla="*/ 67 h 67"/>
                      <a:gd name="T6" fmla="*/ 27 w 98"/>
                      <a:gd name="T7" fmla="*/ 27 h 67"/>
                      <a:gd name="T8" fmla="*/ 71 w 98"/>
                      <a:gd name="T9" fmla="*/ 27 h 67"/>
                      <a:gd name="T10" fmla="*/ 71 w 98"/>
                      <a:gd name="T11" fmla="*/ 67 h 67"/>
                      <a:gd name="T12" fmla="*/ 98 w 98"/>
                      <a:gd name="T13" fmla="*/ 67 h 67"/>
                      <a:gd name="T14" fmla="*/ 98 w 98"/>
                      <a:gd name="T15" fmla="*/ 0 h 67"/>
                      <a:gd name="T16" fmla="*/ 0 w 98"/>
                      <a:gd name="T17" fmla="*/ 0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8" h="67">
                        <a:moveTo>
                          <a:pt x="0" y="0"/>
                        </a:moveTo>
                        <a:lnTo>
                          <a:pt x="0" y="67"/>
                        </a:lnTo>
                        <a:lnTo>
                          <a:pt x="27" y="67"/>
                        </a:lnTo>
                        <a:lnTo>
                          <a:pt x="27" y="27"/>
                        </a:lnTo>
                        <a:lnTo>
                          <a:pt x="71" y="27"/>
                        </a:lnTo>
                        <a:lnTo>
                          <a:pt x="71" y="67"/>
                        </a:lnTo>
                        <a:lnTo>
                          <a:pt x="98" y="67"/>
                        </a:lnTo>
                        <a:lnTo>
                          <a:pt x="9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74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7814079" y="5334042"/>
                  <a:ext cx="320111" cy="309102"/>
                  <a:chOff x="5768" y="1759"/>
                  <a:chExt cx="756" cy="730"/>
                </a:xfrm>
                <a:solidFill>
                  <a:schemeClr val="accent1"/>
                </a:solidFill>
              </p:grpSpPr>
              <p:sp>
                <p:nvSpPr>
                  <p:cNvPr id="475" name="Freeform 17"/>
                  <p:cNvSpPr>
                    <a:spLocks/>
                  </p:cNvSpPr>
                  <p:nvPr/>
                </p:nvSpPr>
                <p:spPr bwMode="auto">
                  <a:xfrm>
                    <a:off x="5883" y="1774"/>
                    <a:ext cx="263" cy="257"/>
                  </a:xfrm>
                  <a:custGeom>
                    <a:avLst/>
                    <a:gdLst>
                      <a:gd name="T0" fmla="*/ 31 w 55"/>
                      <a:gd name="T1" fmla="*/ 54 h 54"/>
                      <a:gd name="T2" fmla="*/ 0 w 55"/>
                      <a:gd name="T3" fmla="*/ 37 h 54"/>
                      <a:gd name="T4" fmla="*/ 20 w 55"/>
                      <a:gd name="T5" fmla="*/ 5 h 54"/>
                      <a:gd name="T6" fmla="*/ 33 w 55"/>
                      <a:gd name="T7" fmla="*/ 1 h 54"/>
                      <a:gd name="T8" fmla="*/ 55 w 55"/>
                      <a:gd name="T9" fmla="*/ 19 h 54"/>
                      <a:gd name="T10" fmla="*/ 31 w 55"/>
                      <a:gd name="T11" fmla="*/ 5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5" h="54">
                        <a:moveTo>
                          <a:pt x="31" y="54"/>
                        </a:moveTo>
                        <a:cubicBezTo>
                          <a:pt x="0" y="37"/>
                          <a:pt x="0" y="37"/>
                          <a:pt x="0" y="37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3" y="0"/>
                          <a:pt x="33" y="1"/>
                        </a:cubicBezTo>
                        <a:cubicBezTo>
                          <a:pt x="33" y="1"/>
                          <a:pt x="46" y="2"/>
                          <a:pt x="55" y="19"/>
                        </a:cubicBezTo>
                        <a:lnTo>
                          <a:pt x="31" y="54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6" name="Freeform 18"/>
                  <p:cNvSpPr>
                    <a:spLocks/>
                  </p:cNvSpPr>
                  <p:nvPr/>
                </p:nvSpPr>
                <p:spPr bwMode="auto">
                  <a:xfrm>
                    <a:off x="6031" y="1759"/>
                    <a:ext cx="373" cy="229"/>
                  </a:xfrm>
                  <a:custGeom>
                    <a:avLst/>
                    <a:gdLst>
                      <a:gd name="T0" fmla="*/ 0 w 78"/>
                      <a:gd name="T1" fmla="*/ 2 h 48"/>
                      <a:gd name="T2" fmla="*/ 25 w 78"/>
                      <a:gd name="T3" fmla="*/ 20 h 48"/>
                      <a:gd name="T4" fmla="*/ 37 w 78"/>
                      <a:gd name="T5" fmla="*/ 39 h 48"/>
                      <a:gd name="T6" fmla="*/ 27 w 78"/>
                      <a:gd name="T7" fmla="*/ 45 h 48"/>
                      <a:gd name="T8" fmla="*/ 63 w 78"/>
                      <a:gd name="T9" fmla="*/ 48 h 48"/>
                      <a:gd name="T10" fmla="*/ 78 w 78"/>
                      <a:gd name="T11" fmla="*/ 15 h 48"/>
                      <a:gd name="T12" fmla="*/ 67 w 78"/>
                      <a:gd name="T13" fmla="*/ 21 h 48"/>
                      <a:gd name="T14" fmla="*/ 59 w 78"/>
                      <a:gd name="T15" fmla="*/ 7 h 48"/>
                      <a:gd name="T16" fmla="*/ 45 w 78"/>
                      <a:gd name="T17" fmla="*/ 1 h 48"/>
                      <a:gd name="T18" fmla="*/ 0 w 78"/>
                      <a:gd name="T19" fmla="*/ 2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48">
                        <a:moveTo>
                          <a:pt x="0" y="2"/>
                        </a:moveTo>
                        <a:cubicBezTo>
                          <a:pt x="0" y="2"/>
                          <a:pt x="14" y="0"/>
                          <a:pt x="25" y="20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27" y="45"/>
                          <a:pt x="27" y="45"/>
                          <a:pt x="27" y="45"/>
                        </a:cubicBezTo>
                        <a:cubicBezTo>
                          <a:pt x="63" y="48"/>
                          <a:pt x="63" y="48"/>
                          <a:pt x="63" y="4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59" y="7"/>
                          <a:pt x="59" y="7"/>
                          <a:pt x="59" y="7"/>
                        </a:cubicBezTo>
                        <a:cubicBezTo>
                          <a:pt x="59" y="7"/>
                          <a:pt x="57" y="2"/>
                          <a:pt x="45" y="1"/>
                        </a:cubicBezTo>
                        <a:cubicBezTo>
                          <a:pt x="45" y="1"/>
                          <a:pt x="4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7" name="Freeform 19"/>
                  <p:cNvSpPr>
                    <a:spLocks/>
                  </p:cNvSpPr>
                  <p:nvPr/>
                </p:nvSpPr>
                <p:spPr bwMode="auto">
                  <a:xfrm>
                    <a:off x="6280" y="1979"/>
                    <a:ext cx="244" cy="272"/>
                  </a:xfrm>
                  <a:custGeom>
                    <a:avLst/>
                    <a:gdLst>
                      <a:gd name="T0" fmla="*/ 0 w 51"/>
                      <a:gd name="T1" fmla="*/ 19 h 57"/>
                      <a:gd name="T2" fmla="*/ 29 w 51"/>
                      <a:gd name="T3" fmla="*/ 0 h 57"/>
                      <a:gd name="T4" fmla="*/ 48 w 51"/>
                      <a:gd name="T5" fmla="*/ 32 h 57"/>
                      <a:gd name="T6" fmla="*/ 46 w 51"/>
                      <a:gd name="T7" fmla="*/ 46 h 57"/>
                      <a:gd name="T8" fmla="*/ 20 w 51"/>
                      <a:gd name="T9" fmla="*/ 57 h 57"/>
                      <a:gd name="T10" fmla="*/ 0 w 51"/>
                      <a:gd name="T11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1" h="57">
                        <a:moveTo>
                          <a:pt x="0" y="19"/>
                        </a:moveTo>
                        <a:cubicBezTo>
                          <a:pt x="29" y="0"/>
                          <a:pt x="29" y="0"/>
                          <a:pt x="29" y="0"/>
                        </a:cubicBezTo>
                        <a:cubicBezTo>
                          <a:pt x="48" y="32"/>
                          <a:pt x="48" y="32"/>
                          <a:pt x="48" y="32"/>
                        </a:cubicBezTo>
                        <a:cubicBezTo>
                          <a:pt x="48" y="32"/>
                          <a:pt x="51" y="38"/>
                          <a:pt x="46" y="46"/>
                        </a:cubicBezTo>
                        <a:cubicBezTo>
                          <a:pt x="46" y="46"/>
                          <a:pt x="39" y="57"/>
                          <a:pt x="20" y="57"/>
                        </a:cubicBezTo>
                        <a:lnTo>
                          <a:pt x="0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8" name="Freeform 20"/>
                  <p:cNvSpPr>
                    <a:spLocks/>
                  </p:cNvSpPr>
                  <p:nvPr/>
                </p:nvSpPr>
                <p:spPr bwMode="auto">
                  <a:xfrm>
                    <a:off x="6175" y="2194"/>
                    <a:ext cx="340" cy="295"/>
                  </a:xfrm>
                  <a:custGeom>
                    <a:avLst/>
                    <a:gdLst>
                      <a:gd name="T0" fmla="*/ 71 w 71"/>
                      <a:gd name="T1" fmla="*/ 0 h 62"/>
                      <a:gd name="T2" fmla="*/ 43 w 71"/>
                      <a:gd name="T3" fmla="*/ 14 h 62"/>
                      <a:gd name="T4" fmla="*/ 21 w 71"/>
                      <a:gd name="T5" fmla="*/ 15 h 62"/>
                      <a:gd name="T6" fmla="*/ 20 w 71"/>
                      <a:gd name="T7" fmla="*/ 3 h 62"/>
                      <a:gd name="T8" fmla="*/ 0 w 71"/>
                      <a:gd name="T9" fmla="*/ 34 h 62"/>
                      <a:gd name="T10" fmla="*/ 23 w 71"/>
                      <a:gd name="T11" fmla="*/ 62 h 62"/>
                      <a:gd name="T12" fmla="*/ 22 w 71"/>
                      <a:gd name="T13" fmla="*/ 50 h 62"/>
                      <a:gd name="T14" fmla="*/ 39 w 71"/>
                      <a:gd name="T15" fmla="*/ 49 h 62"/>
                      <a:gd name="T16" fmla="*/ 50 w 71"/>
                      <a:gd name="T17" fmla="*/ 40 h 62"/>
                      <a:gd name="T18" fmla="*/ 71 w 71"/>
                      <a:gd name="T19" fmla="*/ 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1" h="62">
                        <a:moveTo>
                          <a:pt x="71" y="0"/>
                        </a:moveTo>
                        <a:cubicBezTo>
                          <a:pt x="71" y="0"/>
                          <a:pt x="66" y="13"/>
                          <a:pt x="43" y="14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23" y="62"/>
                          <a:pt x="23" y="62"/>
                          <a:pt x="23" y="62"/>
                        </a:cubicBezTo>
                        <a:cubicBezTo>
                          <a:pt x="22" y="50"/>
                          <a:pt x="22" y="50"/>
                          <a:pt x="22" y="50"/>
                        </a:cubicBezTo>
                        <a:cubicBezTo>
                          <a:pt x="39" y="49"/>
                          <a:pt x="39" y="49"/>
                          <a:pt x="39" y="49"/>
                        </a:cubicBezTo>
                        <a:cubicBezTo>
                          <a:pt x="39" y="49"/>
                          <a:pt x="44" y="50"/>
                          <a:pt x="50" y="40"/>
                        </a:cubicBezTo>
                        <a:cubicBezTo>
                          <a:pt x="50" y="40"/>
                          <a:pt x="70" y="4"/>
                          <a:pt x="7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9" name="Freeform 21"/>
                  <p:cNvSpPr>
                    <a:spLocks/>
                  </p:cNvSpPr>
                  <p:nvPr/>
                </p:nvSpPr>
                <p:spPr bwMode="auto">
                  <a:xfrm>
                    <a:off x="5887" y="2251"/>
                    <a:ext cx="259" cy="172"/>
                  </a:xfrm>
                  <a:custGeom>
                    <a:avLst/>
                    <a:gdLst>
                      <a:gd name="T0" fmla="*/ 52 w 54"/>
                      <a:gd name="T1" fmla="*/ 1 h 36"/>
                      <a:gd name="T2" fmla="*/ 54 w 54"/>
                      <a:gd name="T3" fmla="*/ 36 h 36"/>
                      <a:gd name="T4" fmla="*/ 17 w 54"/>
                      <a:gd name="T5" fmla="*/ 36 h 36"/>
                      <a:gd name="T6" fmla="*/ 6 w 54"/>
                      <a:gd name="T7" fmla="*/ 27 h 36"/>
                      <a:gd name="T8" fmla="*/ 9 w 54"/>
                      <a:gd name="T9" fmla="*/ 0 h 36"/>
                      <a:gd name="T10" fmla="*/ 52 w 54"/>
                      <a:gd name="T11" fmla="*/ 1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4" h="36">
                        <a:moveTo>
                          <a:pt x="52" y="1"/>
                        </a:moveTo>
                        <a:cubicBezTo>
                          <a:pt x="54" y="36"/>
                          <a:pt x="54" y="36"/>
                          <a:pt x="54" y="36"/>
                        </a:cubicBezTo>
                        <a:cubicBezTo>
                          <a:pt x="17" y="36"/>
                          <a:pt x="17" y="36"/>
                          <a:pt x="17" y="36"/>
                        </a:cubicBezTo>
                        <a:cubicBezTo>
                          <a:pt x="17" y="36"/>
                          <a:pt x="10" y="36"/>
                          <a:pt x="6" y="27"/>
                        </a:cubicBezTo>
                        <a:cubicBezTo>
                          <a:pt x="6" y="27"/>
                          <a:pt x="0" y="15"/>
                          <a:pt x="9" y="0"/>
                        </a:cubicBezTo>
                        <a:lnTo>
                          <a:pt x="52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0" name="Freeform 22"/>
                  <p:cNvSpPr>
                    <a:spLocks/>
                  </p:cNvSpPr>
                  <p:nvPr/>
                </p:nvSpPr>
                <p:spPr bwMode="auto">
                  <a:xfrm>
                    <a:off x="5768" y="2022"/>
                    <a:ext cx="253" cy="372"/>
                  </a:xfrm>
                  <a:custGeom>
                    <a:avLst/>
                    <a:gdLst>
                      <a:gd name="T0" fmla="*/ 30 w 53"/>
                      <a:gd name="T1" fmla="*/ 78 h 78"/>
                      <a:gd name="T2" fmla="*/ 32 w 53"/>
                      <a:gd name="T3" fmla="*/ 47 h 78"/>
                      <a:gd name="T4" fmla="*/ 42 w 53"/>
                      <a:gd name="T5" fmla="*/ 28 h 78"/>
                      <a:gd name="T6" fmla="*/ 53 w 53"/>
                      <a:gd name="T7" fmla="*/ 33 h 78"/>
                      <a:gd name="T8" fmla="*/ 36 w 53"/>
                      <a:gd name="T9" fmla="*/ 0 h 78"/>
                      <a:gd name="T10" fmla="*/ 0 w 53"/>
                      <a:gd name="T11" fmla="*/ 6 h 78"/>
                      <a:gd name="T12" fmla="*/ 11 w 53"/>
                      <a:gd name="T13" fmla="*/ 11 h 78"/>
                      <a:gd name="T14" fmla="*/ 3 w 53"/>
                      <a:gd name="T15" fmla="*/ 26 h 78"/>
                      <a:gd name="T16" fmla="*/ 6 w 53"/>
                      <a:gd name="T17" fmla="*/ 41 h 78"/>
                      <a:gd name="T18" fmla="*/ 30 w 53"/>
                      <a:gd name="T19" fmla="*/ 78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3" h="78">
                        <a:moveTo>
                          <a:pt x="30" y="78"/>
                        </a:moveTo>
                        <a:cubicBezTo>
                          <a:pt x="30" y="78"/>
                          <a:pt x="21" y="67"/>
                          <a:pt x="32" y="47"/>
                        </a:cubicBezTo>
                        <a:cubicBezTo>
                          <a:pt x="42" y="28"/>
                          <a:pt x="42" y="28"/>
                          <a:pt x="42" y="28"/>
                        </a:cubicBezTo>
                        <a:cubicBezTo>
                          <a:pt x="53" y="33"/>
                          <a:pt x="53" y="33"/>
                          <a:pt x="53" y="33"/>
                        </a:cubicBezTo>
                        <a:cubicBezTo>
                          <a:pt x="36" y="0"/>
                          <a:pt x="36" y="0"/>
                          <a:pt x="36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3" y="26"/>
                          <a:pt x="3" y="26"/>
                          <a:pt x="3" y="26"/>
                        </a:cubicBezTo>
                        <a:cubicBezTo>
                          <a:pt x="3" y="26"/>
                          <a:pt x="0" y="30"/>
                          <a:pt x="6" y="41"/>
                        </a:cubicBezTo>
                        <a:cubicBezTo>
                          <a:pt x="6" y="41"/>
                          <a:pt x="28" y="75"/>
                          <a:pt x="30" y="7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</p:grpSp>
        <p:grpSp>
          <p:nvGrpSpPr>
            <p:cNvPr id="10" name="Gruppieren 9"/>
            <p:cNvGrpSpPr/>
            <p:nvPr/>
          </p:nvGrpSpPr>
          <p:grpSpPr>
            <a:xfrm>
              <a:off x="5966978" y="2321921"/>
              <a:ext cx="2963417" cy="2376438"/>
              <a:chOff x="5966978" y="2321921"/>
              <a:chExt cx="2963417" cy="2376438"/>
            </a:xfrm>
          </p:grpSpPr>
          <p:sp>
            <p:nvSpPr>
              <p:cNvPr id="380" name="Freeform 8"/>
              <p:cNvSpPr>
                <a:spLocks noEditPoints="1"/>
              </p:cNvSpPr>
              <p:nvPr/>
            </p:nvSpPr>
            <p:spPr bwMode="gray">
              <a:xfrm rot="14721249" flipH="1">
                <a:off x="5821675" y="3168603"/>
                <a:ext cx="734013" cy="242925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56" name="Textfeld 455"/>
              <p:cNvSpPr txBox="1"/>
              <p:nvPr/>
            </p:nvSpPr>
            <p:spPr bwMode="gray">
              <a:xfrm>
                <a:off x="6118493" y="2321921"/>
                <a:ext cx="2673856" cy="1109122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1000" b="1" dirty="0" smtClean="0">
                    <a:solidFill>
                      <a:schemeClr val="bg1"/>
                    </a:solidFill>
                  </a:rPr>
                  <a:t>Replace this text with your own information. 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900" dirty="0" smtClean="0">
                    <a:solidFill>
                      <a:schemeClr val="bg1"/>
                    </a:solidFill>
                  </a:rPr>
                  <a:t>This text demonstrates how your text will look like. Type your text here, this is only a placeholder. Replace this text with your own information. This text demonstrates how your text will look like. Type your text here, this is only a placeholder.</a:t>
                </a:r>
                <a:endParaRPr lang="en-US" sz="9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9" name="Gruppieren 8"/>
              <p:cNvGrpSpPr/>
              <p:nvPr/>
            </p:nvGrpSpPr>
            <p:grpSpPr>
              <a:xfrm>
                <a:off x="5966978" y="3325317"/>
                <a:ext cx="2963417" cy="1373042"/>
                <a:chOff x="5966978" y="3325317"/>
                <a:chExt cx="2963417" cy="1373042"/>
              </a:xfrm>
            </p:grpSpPr>
            <p:sp>
              <p:nvSpPr>
                <p:cNvPr id="370" name="Textfeld 369"/>
                <p:cNvSpPr txBox="1"/>
                <p:nvPr/>
              </p:nvSpPr>
              <p:spPr bwMode="gray">
                <a:xfrm>
                  <a:off x="5966978" y="4345763"/>
                  <a:ext cx="1526243" cy="33978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text demonstrates how your text will look like. 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71" name="Textfeld 370"/>
                <p:cNvSpPr txBox="1"/>
                <p:nvPr/>
              </p:nvSpPr>
              <p:spPr bwMode="gray">
                <a:xfrm>
                  <a:off x="7396607" y="4358578"/>
                  <a:ext cx="1533788" cy="33978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text demonstrates how your text will look like. 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grpSp>
              <p:nvGrpSpPr>
                <p:cNvPr id="8" name="Gruppieren 7"/>
                <p:cNvGrpSpPr/>
                <p:nvPr/>
              </p:nvGrpSpPr>
              <p:grpSpPr>
                <a:xfrm>
                  <a:off x="6225225" y="3325317"/>
                  <a:ext cx="2400917" cy="968688"/>
                  <a:chOff x="6225225" y="3325317"/>
                  <a:chExt cx="2400917" cy="968688"/>
                </a:xfrm>
              </p:grpSpPr>
              <p:grpSp>
                <p:nvGrpSpPr>
                  <p:cNvPr id="457" name="Group 3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6225225" y="3325317"/>
                    <a:ext cx="2400917" cy="968688"/>
                    <a:chOff x="3274" y="1882"/>
                    <a:chExt cx="1212" cy="489"/>
                  </a:xfrm>
                </p:grpSpPr>
                <p:sp>
                  <p:nvSpPr>
                    <p:cNvPr id="458" name="AutoShape 36"/>
                    <p:cNvSpPr>
                      <a:spLocks noChangeAspect="1" noChangeArrowheads="1" noTextEdit="1"/>
                    </p:cNvSpPr>
                    <p:nvPr/>
                  </p:nvSpPr>
                  <p:spPr bwMode="auto">
                    <a:xfrm>
                      <a:off x="3274" y="1882"/>
                      <a:ext cx="1212" cy="48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9" name="Oval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87" y="2248"/>
                      <a:ext cx="42" cy="43"/>
                    </a:xfrm>
                    <a:prstGeom prst="ellipse">
                      <a:avLst/>
                    </a:prstGeom>
                    <a:noFill/>
                    <a:ln w="0" cap="flat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0" name="Oval 4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8" y="2260"/>
                      <a:ext cx="19" cy="19"/>
                    </a:xfrm>
                    <a:prstGeom prst="ellipse">
                      <a:avLst/>
                    </a:prstGeom>
                    <a:noFill/>
                    <a:ln w="0" cap="flat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1" name="Oval 4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6" y="2170"/>
                      <a:ext cx="201" cy="199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2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3454" y="2217"/>
                      <a:ext cx="127" cy="128"/>
                    </a:xfrm>
                    <a:custGeom>
                      <a:avLst/>
                      <a:gdLst>
                        <a:gd name="T0" fmla="*/ 54 w 54"/>
                        <a:gd name="T1" fmla="*/ 22 h 54"/>
                        <a:gd name="T2" fmla="*/ 22 w 54"/>
                        <a:gd name="T3" fmla="*/ 53 h 54"/>
                        <a:gd name="T4" fmla="*/ 0 w 54"/>
                        <a:gd name="T5" fmla="*/ 44 h 54"/>
                        <a:gd name="T6" fmla="*/ 23 w 54"/>
                        <a:gd name="T7" fmla="*/ 54 h 54"/>
                        <a:gd name="T8" fmla="*/ 54 w 54"/>
                        <a:gd name="T9" fmla="*/ 22 h 54"/>
                        <a:gd name="T10" fmla="*/ 45 w 54"/>
                        <a:gd name="T11" fmla="*/ 0 h 54"/>
                        <a:gd name="T12" fmla="*/ 54 w 54"/>
                        <a:gd name="T13" fmla="*/ 22 h 5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54" h="54">
                          <a:moveTo>
                            <a:pt x="54" y="22"/>
                          </a:moveTo>
                          <a:cubicBezTo>
                            <a:pt x="54" y="39"/>
                            <a:pt x="40" y="53"/>
                            <a:pt x="22" y="53"/>
                          </a:cubicBezTo>
                          <a:cubicBezTo>
                            <a:pt x="14" y="53"/>
                            <a:pt x="6" y="50"/>
                            <a:pt x="0" y="44"/>
                          </a:cubicBezTo>
                          <a:cubicBezTo>
                            <a:pt x="6" y="50"/>
                            <a:pt x="14" y="54"/>
                            <a:pt x="23" y="54"/>
                          </a:cubicBezTo>
                          <a:cubicBezTo>
                            <a:pt x="40" y="54"/>
                            <a:pt x="54" y="40"/>
                            <a:pt x="54" y="22"/>
                          </a:cubicBezTo>
                          <a:cubicBezTo>
                            <a:pt x="54" y="14"/>
                            <a:pt x="51" y="6"/>
                            <a:pt x="45" y="0"/>
                          </a:cubicBezTo>
                          <a:cubicBezTo>
                            <a:pt x="50" y="6"/>
                            <a:pt x="54" y="13"/>
                            <a:pt x="54" y="22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3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3432" y="2196"/>
                      <a:ext cx="128" cy="128"/>
                    </a:xfrm>
                    <a:custGeom>
                      <a:avLst/>
                      <a:gdLst>
                        <a:gd name="T0" fmla="*/ 0 w 54"/>
                        <a:gd name="T1" fmla="*/ 32 h 54"/>
                        <a:gd name="T2" fmla="*/ 32 w 54"/>
                        <a:gd name="T3" fmla="*/ 0 h 54"/>
                        <a:gd name="T4" fmla="*/ 54 w 54"/>
                        <a:gd name="T5" fmla="*/ 9 h 54"/>
                        <a:gd name="T6" fmla="*/ 31 w 54"/>
                        <a:gd name="T7" fmla="*/ 0 h 54"/>
                        <a:gd name="T8" fmla="*/ 0 w 54"/>
                        <a:gd name="T9" fmla="*/ 31 h 54"/>
                        <a:gd name="T10" fmla="*/ 9 w 54"/>
                        <a:gd name="T11" fmla="*/ 54 h 54"/>
                        <a:gd name="T12" fmla="*/ 0 w 54"/>
                        <a:gd name="T13" fmla="*/ 32 h 5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54" h="54">
                          <a:moveTo>
                            <a:pt x="0" y="32"/>
                          </a:moveTo>
                          <a:cubicBezTo>
                            <a:pt x="0" y="14"/>
                            <a:pt x="15" y="0"/>
                            <a:pt x="32" y="0"/>
                          </a:cubicBezTo>
                          <a:cubicBezTo>
                            <a:pt x="40" y="0"/>
                            <a:pt x="48" y="4"/>
                            <a:pt x="54" y="9"/>
                          </a:cubicBezTo>
                          <a:cubicBezTo>
                            <a:pt x="48" y="3"/>
                            <a:pt x="40" y="0"/>
                            <a:pt x="31" y="0"/>
                          </a:cubicBezTo>
                          <a:cubicBezTo>
                            <a:pt x="14" y="0"/>
                            <a:pt x="0" y="14"/>
                            <a:pt x="0" y="31"/>
                          </a:cubicBezTo>
                          <a:cubicBezTo>
                            <a:pt x="0" y="40"/>
                            <a:pt x="4" y="48"/>
                            <a:pt x="9" y="54"/>
                          </a:cubicBezTo>
                          <a:cubicBezTo>
                            <a:pt x="4" y="48"/>
                            <a:pt x="0" y="40"/>
                            <a:pt x="0" y="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4" name="Oval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32" y="2196"/>
                      <a:ext cx="149" cy="149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5" name="Oval 4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42" y="2203"/>
                      <a:ext cx="132" cy="133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6" name="Oval 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2" y="2170"/>
                      <a:ext cx="198" cy="199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7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4257" y="2217"/>
                      <a:ext cx="127" cy="128"/>
                    </a:xfrm>
                    <a:custGeom>
                      <a:avLst/>
                      <a:gdLst>
                        <a:gd name="T0" fmla="*/ 54 w 54"/>
                        <a:gd name="T1" fmla="*/ 22 h 54"/>
                        <a:gd name="T2" fmla="*/ 22 w 54"/>
                        <a:gd name="T3" fmla="*/ 53 h 54"/>
                        <a:gd name="T4" fmla="*/ 0 w 54"/>
                        <a:gd name="T5" fmla="*/ 44 h 54"/>
                        <a:gd name="T6" fmla="*/ 23 w 54"/>
                        <a:gd name="T7" fmla="*/ 54 h 54"/>
                        <a:gd name="T8" fmla="*/ 54 w 54"/>
                        <a:gd name="T9" fmla="*/ 22 h 54"/>
                        <a:gd name="T10" fmla="*/ 45 w 54"/>
                        <a:gd name="T11" fmla="*/ 0 h 54"/>
                        <a:gd name="T12" fmla="*/ 54 w 54"/>
                        <a:gd name="T13" fmla="*/ 22 h 5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54" h="54">
                          <a:moveTo>
                            <a:pt x="54" y="22"/>
                          </a:moveTo>
                          <a:cubicBezTo>
                            <a:pt x="54" y="39"/>
                            <a:pt x="40" y="53"/>
                            <a:pt x="22" y="53"/>
                          </a:cubicBezTo>
                          <a:cubicBezTo>
                            <a:pt x="14" y="53"/>
                            <a:pt x="6" y="50"/>
                            <a:pt x="0" y="44"/>
                          </a:cubicBezTo>
                          <a:cubicBezTo>
                            <a:pt x="6" y="50"/>
                            <a:pt x="14" y="54"/>
                            <a:pt x="23" y="54"/>
                          </a:cubicBezTo>
                          <a:cubicBezTo>
                            <a:pt x="40" y="54"/>
                            <a:pt x="54" y="40"/>
                            <a:pt x="54" y="22"/>
                          </a:cubicBezTo>
                          <a:cubicBezTo>
                            <a:pt x="54" y="14"/>
                            <a:pt x="51" y="6"/>
                            <a:pt x="45" y="0"/>
                          </a:cubicBezTo>
                          <a:cubicBezTo>
                            <a:pt x="50" y="6"/>
                            <a:pt x="54" y="13"/>
                            <a:pt x="54" y="22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8" name="Freeform 55"/>
                    <p:cNvSpPr>
                      <a:spLocks/>
                    </p:cNvSpPr>
                    <p:nvPr/>
                  </p:nvSpPr>
                  <p:spPr bwMode="auto">
                    <a:xfrm>
                      <a:off x="4236" y="2196"/>
                      <a:ext cx="127" cy="128"/>
                    </a:xfrm>
                    <a:custGeom>
                      <a:avLst/>
                      <a:gdLst>
                        <a:gd name="T0" fmla="*/ 0 w 54"/>
                        <a:gd name="T1" fmla="*/ 32 h 54"/>
                        <a:gd name="T2" fmla="*/ 32 w 54"/>
                        <a:gd name="T3" fmla="*/ 0 h 54"/>
                        <a:gd name="T4" fmla="*/ 54 w 54"/>
                        <a:gd name="T5" fmla="*/ 9 h 54"/>
                        <a:gd name="T6" fmla="*/ 31 w 54"/>
                        <a:gd name="T7" fmla="*/ 0 h 54"/>
                        <a:gd name="T8" fmla="*/ 0 w 54"/>
                        <a:gd name="T9" fmla="*/ 31 h 54"/>
                        <a:gd name="T10" fmla="*/ 9 w 54"/>
                        <a:gd name="T11" fmla="*/ 54 h 54"/>
                        <a:gd name="T12" fmla="*/ 0 w 54"/>
                        <a:gd name="T13" fmla="*/ 32 h 5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54" h="54">
                          <a:moveTo>
                            <a:pt x="0" y="32"/>
                          </a:moveTo>
                          <a:cubicBezTo>
                            <a:pt x="0" y="14"/>
                            <a:pt x="15" y="0"/>
                            <a:pt x="32" y="0"/>
                          </a:cubicBezTo>
                          <a:cubicBezTo>
                            <a:pt x="41" y="0"/>
                            <a:pt x="48" y="4"/>
                            <a:pt x="54" y="9"/>
                          </a:cubicBezTo>
                          <a:cubicBezTo>
                            <a:pt x="48" y="3"/>
                            <a:pt x="40" y="0"/>
                            <a:pt x="31" y="0"/>
                          </a:cubicBezTo>
                          <a:cubicBezTo>
                            <a:pt x="14" y="0"/>
                            <a:pt x="0" y="14"/>
                            <a:pt x="0" y="31"/>
                          </a:cubicBezTo>
                          <a:cubicBezTo>
                            <a:pt x="0" y="40"/>
                            <a:pt x="4" y="48"/>
                            <a:pt x="9" y="54"/>
                          </a:cubicBezTo>
                          <a:cubicBezTo>
                            <a:pt x="4" y="48"/>
                            <a:pt x="0" y="40"/>
                            <a:pt x="0" y="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69" name="Oval 5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36" y="2196"/>
                      <a:ext cx="148" cy="149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70" name="Oval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45" y="2203"/>
                      <a:ext cx="132" cy="133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71" name="Freeform 63"/>
                    <p:cNvSpPr>
                      <a:spLocks/>
                    </p:cNvSpPr>
                    <p:nvPr/>
                  </p:nvSpPr>
                  <p:spPr bwMode="auto">
                    <a:xfrm>
                      <a:off x="3277" y="1882"/>
                      <a:ext cx="1205" cy="413"/>
                    </a:xfrm>
                    <a:custGeom>
                      <a:avLst/>
                      <a:gdLst>
                        <a:gd name="T0" fmla="*/ 503 w 512"/>
                        <a:gd name="T1" fmla="*/ 91 h 178"/>
                        <a:gd name="T2" fmla="*/ 489 w 512"/>
                        <a:gd name="T3" fmla="*/ 73 h 178"/>
                        <a:gd name="T4" fmla="*/ 443 w 512"/>
                        <a:gd name="T5" fmla="*/ 18 h 178"/>
                        <a:gd name="T6" fmla="*/ 291 w 512"/>
                        <a:gd name="T7" fmla="*/ 3 h 178"/>
                        <a:gd name="T8" fmla="*/ 130 w 512"/>
                        <a:gd name="T9" fmla="*/ 67 h 178"/>
                        <a:gd name="T10" fmla="*/ 123 w 512"/>
                        <a:gd name="T11" fmla="*/ 68 h 178"/>
                        <a:gd name="T12" fmla="*/ 120 w 512"/>
                        <a:gd name="T13" fmla="*/ 66 h 178"/>
                        <a:gd name="T14" fmla="*/ 15 w 512"/>
                        <a:gd name="T15" fmla="*/ 98 h 178"/>
                        <a:gd name="T16" fmla="*/ 14 w 512"/>
                        <a:gd name="T17" fmla="*/ 101 h 178"/>
                        <a:gd name="T18" fmla="*/ 14 w 512"/>
                        <a:gd name="T19" fmla="*/ 104 h 178"/>
                        <a:gd name="T20" fmla="*/ 2 w 512"/>
                        <a:gd name="T21" fmla="*/ 137 h 178"/>
                        <a:gd name="T22" fmla="*/ 2 w 512"/>
                        <a:gd name="T23" fmla="*/ 165 h 178"/>
                        <a:gd name="T24" fmla="*/ 2 w 512"/>
                        <a:gd name="T25" fmla="*/ 171 h 178"/>
                        <a:gd name="T26" fmla="*/ 27 w 512"/>
                        <a:gd name="T27" fmla="*/ 178 h 178"/>
                        <a:gd name="T28" fmla="*/ 49 w 512"/>
                        <a:gd name="T29" fmla="*/ 178 h 178"/>
                        <a:gd name="T30" fmla="*/ 48 w 512"/>
                        <a:gd name="T31" fmla="*/ 167 h 178"/>
                        <a:gd name="T32" fmla="*/ 98 w 512"/>
                        <a:gd name="T33" fmla="*/ 117 h 178"/>
                        <a:gd name="T34" fmla="*/ 148 w 512"/>
                        <a:gd name="T35" fmla="*/ 167 h 178"/>
                        <a:gd name="T36" fmla="*/ 147 w 512"/>
                        <a:gd name="T37" fmla="*/ 178 h 178"/>
                        <a:gd name="T38" fmla="*/ 389 w 512"/>
                        <a:gd name="T39" fmla="*/ 178 h 178"/>
                        <a:gd name="T40" fmla="*/ 389 w 512"/>
                        <a:gd name="T41" fmla="*/ 178 h 178"/>
                        <a:gd name="T42" fmla="*/ 388 w 512"/>
                        <a:gd name="T43" fmla="*/ 167 h 178"/>
                        <a:gd name="T44" fmla="*/ 438 w 512"/>
                        <a:gd name="T45" fmla="*/ 117 h 178"/>
                        <a:gd name="T46" fmla="*/ 488 w 512"/>
                        <a:gd name="T47" fmla="*/ 166 h 178"/>
                        <a:gd name="T48" fmla="*/ 488 w 512"/>
                        <a:gd name="T49" fmla="*/ 166 h 178"/>
                        <a:gd name="T50" fmla="*/ 510 w 512"/>
                        <a:gd name="T51" fmla="*/ 131 h 178"/>
                        <a:gd name="T52" fmla="*/ 503 w 512"/>
                        <a:gd name="T53" fmla="*/ 91 h 178"/>
                        <a:gd name="connsiteX0" fmla="*/ 9803 w 9941"/>
                        <a:gd name="connsiteY0" fmla="*/ 4954 h 9842"/>
                        <a:gd name="connsiteX1" fmla="*/ 9530 w 9941"/>
                        <a:gd name="connsiteY1" fmla="*/ 3943 h 9842"/>
                        <a:gd name="connsiteX2" fmla="*/ 8631 w 9941"/>
                        <a:gd name="connsiteY2" fmla="*/ 853 h 9842"/>
                        <a:gd name="connsiteX3" fmla="*/ 5663 w 9941"/>
                        <a:gd name="connsiteY3" fmla="*/ 11 h 9842"/>
                        <a:gd name="connsiteX4" fmla="*/ 2518 w 9941"/>
                        <a:gd name="connsiteY4" fmla="*/ 3606 h 9842"/>
                        <a:gd name="connsiteX5" fmla="*/ 2381 w 9941"/>
                        <a:gd name="connsiteY5" fmla="*/ 3662 h 9842"/>
                        <a:gd name="connsiteX6" fmla="*/ 2323 w 9941"/>
                        <a:gd name="connsiteY6" fmla="*/ 3550 h 9842"/>
                        <a:gd name="connsiteX7" fmla="*/ 252 w 9941"/>
                        <a:gd name="connsiteY7" fmla="*/ 5516 h 9842"/>
                        <a:gd name="connsiteX8" fmla="*/ 252 w 9941"/>
                        <a:gd name="connsiteY8" fmla="*/ 5685 h 9842"/>
                        <a:gd name="connsiteX9" fmla="*/ 18 w 9941"/>
                        <a:gd name="connsiteY9" fmla="*/ 7539 h 9842"/>
                        <a:gd name="connsiteX10" fmla="*/ 18 w 9941"/>
                        <a:gd name="connsiteY10" fmla="*/ 9112 h 9842"/>
                        <a:gd name="connsiteX11" fmla="*/ 18 w 9941"/>
                        <a:gd name="connsiteY11" fmla="*/ 9449 h 9842"/>
                        <a:gd name="connsiteX12" fmla="*/ 506 w 9941"/>
                        <a:gd name="connsiteY12" fmla="*/ 9842 h 9842"/>
                        <a:gd name="connsiteX13" fmla="*/ 936 w 9941"/>
                        <a:gd name="connsiteY13" fmla="*/ 9842 h 9842"/>
                        <a:gd name="connsiteX14" fmla="*/ 917 w 9941"/>
                        <a:gd name="connsiteY14" fmla="*/ 9224 h 9842"/>
                        <a:gd name="connsiteX15" fmla="*/ 1893 w 9941"/>
                        <a:gd name="connsiteY15" fmla="*/ 6415 h 9842"/>
                        <a:gd name="connsiteX16" fmla="*/ 2870 w 9941"/>
                        <a:gd name="connsiteY16" fmla="*/ 9224 h 9842"/>
                        <a:gd name="connsiteX17" fmla="*/ 2850 w 9941"/>
                        <a:gd name="connsiteY17" fmla="*/ 9842 h 9842"/>
                        <a:gd name="connsiteX18" fmla="*/ 7577 w 9941"/>
                        <a:gd name="connsiteY18" fmla="*/ 9842 h 9842"/>
                        <a:gd name="connsiteX19" fmla="*/ 7577 w 9941"/>
                        <a:gd name="connsiteY19" fmla="*/ 9842 h 9842"/>
                        <a:gd name="connsiteX20" fmla="*/ 7557 w 9941"/>
                        <a:gd name="connsiteY20" fmla="*/ 9224 h 9842"/>
                        <a:gd name="connsiteX21" fmla="*/ 8534 w 9941"/>
                        <a:gd name="connsiteY21" fmla="*/ 6415 h 9842"/>
                        <a:gd name="connsiteX22" fmla="*/ 9510 w 9941"/>
                        <a:gd name="connsiteY22" fmla="*/ 9168 h 9842"/>
                        <a:gd name="connsiteX23" fmla="*/ 9510 w 9941"/>
                        <a:gd name="connsiteY23" fmla="*/ 9168 h 9842"/>
                        <a:gd name="connsiteX24" fmla="*/ 9940 w 9941"/>
                        <a:gd name="connsiteY24" fmla="*/ 7202 h 9842"/>
                        <a:gd name="connsiteX25" fmla="*/ 9803 w 9941"/>
                        <a:gd name="connsiteY25" fmla="*/ 4954 h 9842"/>
                        <a:gd name="connsiteX0" fmla="*/ 9872 w 10011"/>
                        <a:gd name="connsiteY0" fmla="*/ 5034 h 10000"/>
                        <a:gd name="connsiteX1" fmla="*/ 9598 w 10011"/>
                        <a:gd name="connsiteY1" fmla="*/ 4006 h 10000"/>
                        <a:gd name="connsiteX2" fmla="*/ 8693 w 10011"/>
                        <a:gd name="connsiteY2" fmla="*/ 867 h 10000"/>
                        <a:gd name="connsiteX3" fmla="*/ 5708 w 10011"/>
                        <a:gd name="connsiteY3" fmla="*/ 11 h 10000"/>
                        <a:gd name="connsiteX4" fmla="*/ 2544 w 10011"/>
                        <a:gd name="connsiteY4" fmla="*/ 3664 h 10000"/>
                        <a:gd name="connsiteX5" fmla="*/ 2406 w 10011"/>
                        <a:gd name="connsiteY5" fmla="*/ 3721 h 10000"/>
                        <a:gd name="connsiteX6" fmla="*/ 2348 w 10011"/>
                        <a:gd name="connsiteY6" fmla="*/ 3607 h 10000"/>
                        <a:gd name="connsiteX7" fmla="*/ 264 w 10011"/>
                        <a:gd name="connsiteY7" fmla="*/ 5776 h 10000"/>
                        <a:gd name="connsiteX8" fmla="*/ 29 w 10011"/>
                        <a:gd name="connsiteY8" fmla="*/ 7660 h 10000"/>
                        <a:gd name="connsiteX9" fmla="*/ 29 w 10011"/>
                        <a:gd name="connsiteY9" fmla="*/ 9258 h 10000"/>
                        <a:gd name="connsiteX10" fmla="*/ 29 w 10011"/>
                        <a:gd name="connsiteY10" fmla="*/ 9601 h 10000"/>
                        <a:gd name="connsiteX11" fmla="*/ 520 w 10011"/>
                        <a:gd name="connsiteY11" fmla="*/ 10000 h 10000"/>
                        <a:gd name="connsiteX12" fmla="*/ 953 w 10011"/>
                        <a:gd name="connsiteY12" fmla="*/ 10000 h 10000"/>
                        <a:gd name="connsiteX13" fmla="*/ 933 w 10011"/>
                        <a:gd name="connsiteY13" fmla="*/ 9372 h 10000"/>
                        <a:gd name="connsiteX14" fmla="*/ 1915 w 10011"/>
                        <a:gd name="connsiteY14" fmla="*/ 6518 h 10000"/>
                        <a:gd name="connsiteX15" fmla="*/ 2898 w 10011"/>
                        <a:gd name="connsiteY15" fmla="*/ 9372 h 10000"/>
                        <a:gd name="connsiteX16" fmla="*/ 2878 w 10011"/>
                        <a:gd name="connsiteY16" fmla="*/ 10000 h 10000"/>
                        <a:gd name="connsiteX17" fmla="*/ 7633 w 10011"/>
                        <a:gd name="connsiteY17" fmla="*/ 10000 h 10000"/>
                        <a:gd name="connsiteX18" fmla="*/ 7633 w 10011"/>
                        <a:gd name="connsiteY18" fmla="*/ 10000 h 10000"/>
                        <a:gd name="connsiteX19" fmla="*/ 7613 w 10011"/>
                        <a:gd name="connsiteY19" fmla="*/ 9372 h 10000"/>
                        <a:gd name="connsiteX20" fmla="*/ 8596 w 10011"/>
                        <a:gd name="connsiteY20" fmla="*/ 6518 h 10000"/>
                        <a:gd name="connsiteX21" fmla="*/ 9577 w 10011"/>
                        <a:gd name="connsiteY21" fmla="*/ 9315 h 10000"/>
                        <a:gd name="connsiteX22" fmla="*/ 9577 w 10011"/>
                        <a:gd name="connsiteY22" fmla="*/ 9315 h 10000"/>
                        <a:gd name="connsiteX23" fmla="*/ 10010 w 10011"/>
                        <a:gd name="connsiteY23" fmla="*/ 7318 h 10000"/>
                        <a:gd name="connsiteX24" fmla="*/ 9872 w 10011"/>
                        <a:gd name="connsiteY24" fmla="*/ 5034 h 10000"/>
                        <a:gd name="connsiteX0" fmla="*/ 9875 w 10014"/>
                        <a:gd name="connsiteY0" fmla="*/ 5034 h 10000"/>
                        <a:gd name="connsiteX1" fmla="*/ 9601 w 10014"/>
                        <a:gd name="connsiteY1" fmla="*/ 4006 h 10000"/>
                        <a:gd name="connsiteX2" fmla="*/ 8696 w 10014"/>
                        <a:gd name="connsiteY2" fmla="*/ 867 h 10000"/>
                        <a:gd name="connsiteX3" fmla="*/ 5711 w 10014"/>
                        <a:gd name="connsiteY3" fmla="*/ 11 h 10000"/>
                        <a:gd name="connsiteX4" fmla="*/ 2547 w 10014"/>
                        <a:gd name="connsiteY4" fmla="*/ 3664 h 10000"/>
                        <a:gd name="connsiteX5" fmla="*/ 2409 w 10014"/>
                        <a:gd name="connsiteY5" fmla="*/ 3721 h 10000"/>
                        <a:gd name="connsiteX6" fmla="*/ 267 w 10014"/>
                        <a:gd name="connsiteY6" fmla="*/ 5776 h 10000"/>
                        <a:gd name="connsiteX7" fmla="*/ 32 w 10014"/>
                        <a:gd name="connsiteY7" fmla="*/ 7660 h 10000"/>
                        <a:gd name="connsiteX8" fmla="*/ 32 w 10014"/>
                        <a:gd name="connsiteY8" fmla="*/ 9258 h 10000"/>
                        <a:gd name="connsiteX9" fmla="*/ 32 w 10014"/>
                        <a:gd name="connsiteY9" fmla="*/ 9601 h 10000"/>
                        <a:gd name="connsiteX10" fmla="*/ 523 w 10014"/>
                        <a:gd name="connsiteY10" fmla="*/ 10000 h 10000"/>
                        <a:gd name="connsiteX11" fmla="*/ 956 w 10014"/>
                        <a:gd name="connsiteY11" fmla="*/ 10000 h 10000"/>
                        <a:gd name="connsiteX12" fmla="*/ 936 w 10014"/>
                        <a:gd name="connsiteY12" fmla="*/ 9372 h 10000"/>
                        <a:gd name="connsiteX13" fmla="*/ 1918 w 10014"/>
                        <a:gd name="connsiteY13" fmla="*/ 6518 h 10000"/>
                        <a:gd name="connsiteX14" fmla="*/ 2901 w 10014"/>
                        <a:gd name="connsiteY14" fmla="*/ 9372 h 10000"/>
                        <a:gd name="connsiteX15" fmla="*/ 2881 w 10014"/>
                        <a:gd name="connsiteY15" fmla="*/ 10000 h 10000"/>
                        <a:gd name="connsiteX16" fmla="*/ 7636 w 10014"/>
                        <a:gd name="connsiteY16" fmla="*/ 10000 h 10000"/>
                        <a:gd name="connsiteX17" fmla="*/ 7636 w 10014"/>
                        <a:gd name="connsiteY17" fmla="*/ 10000 h 10000"/>
                        <a:gd name="connsiteX18" fmla="*/ 7616 w 10014"/>
                        <a:gd name="connsiteY18" fmla="*/ 9372 h 10000"/>
                        <a:gd name="connsiteX19" fmla="*/ 8599 w 10014"/>
                        <a:gd name="connsiteY19" fmla="*/ 6518 h 10000"/>
                        <a:gd name="connsiteX20" fmla="*/ 9580 w 10014"/>
                        <a:gd name="connsiteY20" fmla="*/ 9315 h 10000"/>
                        <a:gd name="connsiteX21" fmla="*/ 9580 w 10014"/>
                        <a:gd name="connsiteY21" fmla="*/ 9315 h 10000"/>
                        <a:gd name="connsiteX22" fmla="*/ 10013 w 10014"/>
                        <a:gd name="connsiteY22" fmla="*/ 7318 h 10000"/>
                        <a:gd name="connsiteX23" fmla="*/ 9875 w 10014"/>
                        <a:gd name="connsiteY23" fmla="*/ 5034 h 10000"/>
                        <a:gd name="connsiteX0" fmla="*/ 9883 w 10022"/>
                        <a:gd name="connsiteY0" fmla="*/ 5034 h 10000"/>
                        <a:gd name="connsiteX1" fmla="*/ 9609 w 10022"/>
                        <a:gd name="connsiteY1" fmla="*/ 4006 h 10000"/>
                        <a:gd name="connsiteX2" fmla="*/ 8704 w 10022"/>
                        <a:gd name="connsiteY2" fmla="*/ 867 h 10000"/>
                        <a:gd name="connsiteX3" fmla="*/ 5719 w 10022"/>
                        <a:gd name="connsiteY3" fmla="*/ 11 h 10000"/>
                        <a:gd name="connsiteX4" fmla="*/ 2555 w 10022"/>
                        <a:gd name="connsiteY4" fmla="*/ 3664 h 10000"/>
                        <a:gd name="connsiteX5" fmla="*/ 275 w 10022"/>
                        <a:gd name="connsiteY5" fmla="*/ 5776 h 10000"/>
                        <a:gd name="connsiteX6" fmla="*/ 40 w 10022"/>
                        <a:gd name="connsiteY6" fmla="*/ 7660 h 10000"/>
                        <a:gd name="connsiteX7" fmla="*/ 40 w 10022"/>
                        <a:gd name="connsiteY7" fmla="*/ 9258 h 10000"/>
                        <a:gd name="connsiteX8" fmla="*/ 40 w 10022"/>
                        <a:gd name="connsiteY8" fmla="*/ 9601 h 10000"/>
                        <a:gd name="connsiteX9" fmla="*/ 531 w 10022"/>
                        <a:gd name="connsiteY9" fmla="*/ 10000 h 10000"/>
                        <a:gd name="connsiteX10" fmla="*/ 964 w 10022"/>
                        <a:gd name="connsiteY10" fmla="*/ 10000 h 10000"/>
                        <a:gd name="connsiteX11" fmla="*/ 944 w 10022"/>
                        <a:gd name="connsiteY11" fmla="*/ 9372 h 10000"/>
                        <a:gd name="connsiteX12" fmla="*/ 1926 w 10022"/>
                        <a:gd name="connsiteY12" fmla="*/ 6518 h 10000"/>
                        <a:gd name="connsiteX13" fmla="*/ 2909 w 10022"/>
                        <a:gd name="connsiteY13" fmla="*/ 9372 h 10000"/>
                        <a:gd name="connsiteX14" fmla="*/ 2889 w 10022"/>
                        <a:gd name="connsiteY14" fmla="*/ 10000 h 10000"/>
                        <a:gd name="connsiteX15" fmla="*/ 7644 w 10022"/>
                        <a:gd name="connsiteY15" fmla="*/ 10000 h 10000"/>
                        <a:gd name="connsiteX16" fmla="*/ 7644 w 10022"/>
                        <a:gd name="connsiteY16" fmla="*/ 10000 h 10000"/>
                        <a:gd name="connsiteX17" fmla="*/ 7624 w 10022"/>
                        <a:gd name="connsiteY17" fmla="*/ 9372 h 10000"/>
                        <a:gd name="connsiteX18" fmla="*/ 8607 w 10022"/>
                        <a:gd name="connsiteY18" fmla="*/ 6518 h 10000"/>
                        <a:gd name="connsiteX19" fmla="*/ 9588 w 10022"/>
                        <a:gd name="connsiteY19" fmla="*/ 9315 h 10000"/>
                        <a:gd name="connsiteX20" fmla="*/ 9588 w 10022"/>
                        <a:gd name="connsiteY20" fmla="*/ 9315 h 10000"/>
                        <a:gd name="connsiteX21" fmla="*/ 10021 w 10022"/>
                        <a:gd name="connsiteY21" fmla="*/ 7318 h 10000"/>
                        <a:gd name="connsiteX22" fmla="*/ 9883 w 10022"/>
                        <a:gd name="connsiteY22" fmla="*/ 5034 h 10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0022" h="10000">
                          <a:moveTo>
                            <a:pt x="9883" y="5034"/>
                          </a:moveTo>
                          <a:cubicBezTo>
                            <a:pt x="9786" y="4120"/>
                            <a:pt x="9609" y="4006"/>
                            <a:pt x="9609" y="4006"/>
                          </a:cubicBezTo>
                          <a:lnTo>
                            <a:pt x="8704" y="867"/>
                          </a:lnTo>
                          <a:cubicBezTo>
                            <a:pt x="8017" y="-161"/>
                            <a:pt x="5719" y="11"/>
                            <a:pt x="5719" y="11"/>
                          </a:cubicBezTo>
                          <a:cubicBezTo>
                            <a:pt x="4342" y="125"/>
                            <a:pt x="2633" y="3550"/>
                            <a:pt x="2555" y="3664"/>
                          </a:cubicBezTo>
                          <a:cubicBezTo>
                            <a:pt x="1648" y="4625"/>
                            <a:pt x="694" y="5110"/>
                            <a:pt x="275" y="5776"/>
                          </a:cubicBezTo>
                          <a:cubicBezTo>
                            <a:pt x="-144" y="6442"/>
                            <a:pt x="40" y="7660"/>
                            <a:pt x="40" y="7660"/>
                          </a:cubicBezTo>
                          <a:lnTo>
                            <a:pt x="40" y="9258"/>
                          </a:lnTo>
                          <a:cubicBezTo>
                            <a:pt x="1" y="9258"/>
                            <a:pt x="40" y="9601"/>
                            <a:pt x="40" y="9601"/>
                          </a:cubicBezTo>
                          <a:cubicBezTo>
                            <a:pt x="60" y="10000"/>
                            <a:pt x="531" y="10000"/>
                            <a:pt x="531" y="10000"/>
                          </a:cubicBezTo>
                          <a:lnTo>
                            <a:pt x="964" y="10000"/>
                          </a:lnTo>
                          <a:cubicBezTo>
                            <a:pt x="944" y="9828"/>
                            <a:pt x="944" y="9601"/>
                            <a:pt x="944" y="9372"/>
                          </a:cubicBezTo>
                          <a:cubicBezTo>
                            <a:pt x="944" y="7831"/>
                            <a:pt x="1376" y="6518"/>
                            <a:pt x="1926" y="6518"/>
                          </a:cubicBezTo>
                          <a:cubicBezTo>
                            <a:pt x="2456" y="6518"/>
                            <a:pt x="2909" y="7831"/>
                            <a:pt x="2909" y="9372"/>
                          </a:cubicBezTo>
                          <a:cubicBezTo>
                            <a:pt x="2909" y="9601"/>
                            <a:pt x="2889" y="9828"/>
                            <a:pt x="2889" y="10000"/>
                          </a:cubicBezTo>
                          <a:lnTo>
                            <a:pt x="7644" y="10000"/>
                          </a:lnTo>
                          <a:lnTo>
                            <a:pt x="7644" y="10000"/>
                          </a:lnTo>
                          <a:cubicBezTo>
                            <a:pt x="7624" y="9828"/>
                            <a:pt x="7624" y="9601"/>
                            <a:pt x="7624" y="9372"/>
                          </a:cubicBezTo>
                          <a:cubicBezTo>
                            <a:pt x="7624" y="7831"/>
                            <a:pt x="8056" y="6518"/>
                            <a:pt x="8607" y="6518"/>
                          </a:cubicBezTo>
                          <a:cubicBezTo>
                            <a:pt x="9137" y="6518"/>
                            <a:pt x="9569" y="7774"/>
                            <a:pt x="9588" y="9315"/>
                          </a:cubicBezTo>
                          <a:lnTo>
                            <a:pt x="9588" y="9315"/>
                          </a:lnTo>
                          <a:cubicBezTo>
                            <a:pt x="10060" y="9087"/>
                            <a:pt x="10021" y="7318"/>
                            <a:pt x="10021" y="7318"/>
                          </a:cubicBezTo>
                          <a:cubicBezTo>
                            <a:pt x="10040" y="6404"/>
                            <a:pt x="9883" y="5034"/>
                            <a:pt x="9883" y="5034"/>
                          </a:cubicBez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72" name="Freeform 72"/>
                    <p:cNvSpPr>
                      <a:spLocks/>
                    </p:cNvSpPr>
                    <p:nvPr/>
                  </p:nvSpPr>
                  <p:spPr bwMode="auto">
                    <a:xfrm>
                      <a:off x="3314" y="2085"/>
                      <a:ext cx="144" cy="87"/>
                    </a:xfrm>
                    <a:custGeom>
                      <a:avLst/>
                      <a:gdLst>
                        <a:gd name="T0" fmla="*/ 24 w 61"/>
                        <a:gd name="T1" fmla="*/ 30 h 37"/>
                        <a:gd name="T2" fmla="*/ 61 w 61"/>
                        <a:gd name="T3" fmla="*/ 0 h 37"/>
                        <a:gd name="T4" fmla="*/ 1 w 61"/>
                        <a:gd name="T5" fmla="*/ 32 h 37"/>
                        <a:gd name="T6" fmla="*/ 2 w 61"/>
                        <a:gd name="T7" fmla="*/ 36 h 37"/>
                        <a:gd name="T8" fmla="*/ 22 w 61"/>
                        <a:gd name="T9" fmla="*/ 33 h 37"/>
                        <a:gd name="T10" fmla="*/ 24 w 61"/>
                        <a:gd name="T11" fmla="*/ 32 h 37"/>
                        <a:gd name="T12" fmla="*/ 24 w 61"/>
                        <a:gd name="T13" fmla="*/ 3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61" h="37">
                          <a:moveTo>
                            <a:pt x="24" y="30"/>
                          </a:moveTo>
                          <a:cubicBezTo>
                            <a:pt x="28" y="11"/>
                            <a:pt x="46" y="3"/>
                            <a:pt x="61" y="0"/>
                          </a:cubicBezTo>
                          <a:cubicBezTo>
                            <a:pt x="53" y="0"/>
                            <a:pt x="7" y="2"/>
                            <a:pt x="1" y="32"/>
                          </a:cubicBezTo>
                          <a:cubicBezTo>
                            <a:pt x="1" y="32"/>
                            <a:pt x="0" y="37"/>
                            <a:pt x="2" y="36"/>
                          </a:cubicBezTo>
                          <a:cubicBezTo>
                            <a:pt x="22" y="33"/>
                            <a:pt x="22" y="33"/>
                            <a:pt x="22" y="33"/>
                          </a:cubicBezTo>
                          <a:cubicBezTo>
                            <a:pt x="22" y="33"/>
                            <a:pt x="23" y="33"/>
                            <a:pt x="24" y="32"/>
                          </a:cubicBezTo>
                          <a:cubicBezTo>
                            <a:pt x="24" y="31"/>
                            <a:pt x="24" y="30"/>
                            <a:pt x="24" y="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73" name="Oval 1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3" y="2092"/>
                      <a:ext cx="7" cy="1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81" name="Rechteck 480"/>
                  <p:cNvSpPr/>
                  <p:nvPr/>
                </p:nvSpPr>
                <p:spPr bwMode="gray">
                  <a:xfrm>
                    <a:off x="7114063" y="3538691"/>
                    <a:ext cx="893193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de-DE" sz="2800" b="1" dirty="0" smtClean="0">
                        <a:solidFill>
                          <a:schemeClr val="accent1"/>
                        </a:solidFill>
                      </a:rPr>
                      <a:t>67% </a:t>
                    </a:r>
                    <a:endParaRPr lang="de-DE" sz="2800" dirty="0">
                      <a:solidFill>
                        <a:schemeClr val="accent1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6" name="Gruppieren 5"/>
            <p:cNvGrpSpPr/>
            <p:nvPr/>
          </p:nvGrpSpPr>
          <p:grpSpPr>
            <a:xfrm>
              <a:off x="527897" y="548417"/>
              <a:ext cx="2634255" cy="2684489"/>
              <a:chOff x="527897" y="548417"/>
              <a:chExt cx="2634255" cy="2684489"/>
            </a:xfrm>
          </p:grpSpPr>
          <p:grpSp>
            <p:nvGrpSpPr>
              <p:cNvPr id="482" name="Gruppieren 392"/>
              <p:cNvGrpSpPr/>
              <p:nvPr/>
            </p:nvGrpSpPr>
            <p:grpSpPr bwMode="gray">
              <a:xfrm>
                <a:off x="593247" y="548417"/>
                <a:ext cx="2568905" cy="1130900"/>
                <a:chOff x="469019" y="425847"/>
                <a:chExt cx="2568905" cy="1130900"/>
              </a:xfrm>
            </p:grpSpPr>
            <p:sp>
              <p:nvSpPr>
                <p:cNvPr id="483" name="Textfeld 482"/>
                <p:cNvSpPr txBox="1"/>
                <p:nvPr/>
              </p:nvSpPr>
              <p:spPr bwMode="gray">
                <a:xfrm>
                  <a:off x="469020" y="425847"/>
                  <a:ext cx="2553790" cy="473439"/>
                </a:xfrm>
                <a:prstGeom prst="rect">
                  <a:avLst/>
                </a:prstGeom>
                <a:noFill/>
              </p:spPr>
              <p:txBody>
                <a:bodyPr wrap="square" lIns="0" tIns="7200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en-US" sz="2000" b="1" dirty="0" smtClean="0">
                      <a:solidFill>
                        <a:schemeClr val="accent1"/>
                      </a:solidFill>
                    </a:rPr>
                    <a:t>Topic</a:t>
                  </a:r>
                  <a:r>
                    <a:rPr lang="en-US" sz="2000" dirty="0" smtClean="0">
                      <a:solidFill>
                        <a:schemeClr val="accent1"/>
                      </a:solidFill>
                    </a:rPr>
                    <a:t> of </a:t>
                  </a:r>
                  <a:r>
                    <a:rPr lang="en-US" sz="2000" noProof="1" smtClean="0">
                      <a:solidFill>
                        <a:schemeClr val="accent1"/>
                      </a:solidFill>
                    </a:rPr>
                    <a:t>Infographic</a:t>
                  </a:r>
                  <a:endParaRPr lang="en-US" sz="2000" noProof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484" name="Rechteck 483"/>
                <p:cNvSpPr/>
                <p:nvPr/>
              </p:nvSpPr>
              <p:spPr bwMode="gray">
                <a:xfrm>
                  <a:off x="469021" y="1188708"/>
                  <a:ext cx="2523562" cy="368039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900" dirty="0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</a:t>
                  </a:r>
                  <a:endParaRPr lang="en-US" sz="1000" dirty="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485" name="Rechteck 484"/>
                <p:cNvSpPr/>
                <p:nvPr/>
              </p:nvSpPr>
              <p:spPr bwMode="gray">
                <a:xfrm>
                  <a:off x="469019" y="806145"/>
                  <a:ext cx="2568905" cy="266953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1000" noProof="1" smtClean="0">
                      <a:solidFill>
                        <a:srgbClr val="000000"/>
                      </a:solidFill>
                    </a:rPr>
                    <a:t>Subheadline</a:t>
                  </a:r>
                  <a:r>
                    <a:rPr lang="en-US" sz="1000" dirty="0" smtClean="0">
                      <a:solidFill>
                        <a:srgbClr val="000000"/>
                      </a:solidFill>
                    </a:rPr>
                    <a:t> for further information on the topic or a short introduction.</a:t>
                  </a:r>
                  <a:endParaRPr lang="en-US" sz="1050" dirty="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486" name="Group 5"/>
              <p:cNvGrpSpPr>
                <a:grpSpLocks noChangeAspect="1"/>
              </p:cNvGrpSpPr>
              <p:nvPr/>
            </p:nvGrpSpPr>
            <p:grpSpPr bwMode="auto">
              <a:xfrm>
                <a:off x="527897" y="1869503"/>
                <a:ext cx="2439560" cy="1363403"/>
                <a:chOff x="3534" y="449"/>
                <a:chExt cx="2412" cy="1348"/>
              </a:xfrm>
            </p:grpSpPr>
            <p:sp>
              <p:nvSpPr>
                <p:cNvPr id="487" name="Freeform 6"/>
                <p:cNvSpPr>
                  <a:spLocks/>
                </p:cNvSpPr>
                <p:nvPr/>
              </p:nvSpPr>
              <p:spPr bwMode="auto">
                <a:xfrm>
                  <a:off x="3607" y="489"/>
                  <a:ext cx="2339" cy="1308"/>
                </a:xfrm>
                <a:custGeom>
                  <a:avLst/>
                  <a:gdLst>
                    <a:gd name="T0" fmla="*/ 971 w 990"/>
                    <a:gd name="T1" fmla="*/ 270 h 554"/>
                    <a:gd name="T2" fmla="*/ 965 w 990"/>
                    <a:gd name="T3" fmla="*/ 259 h 554"/>
                    <a:gd name="T4" fmla="*/ 961 w 990"/>
                    <a:gd name="T5" fmla="*/ 251 h 554"/>
                    <a:gd name="T6" fmla="*/ 955 w 990"/>
                    <a:gd name="T7" fmla="*/ 242 h 554"/>
                    <a:gd name="T8" fmla="*/ 949 w 990"/>
                    <a:gd name="T9" fmla="*/ 235 h 554"/>
                    <a:gd name="T10" fmla="*/ 941 w 990"/>
                    <a:gd name="T11" fmla="*/ 225 h 554"/>
                    <a:gd name="T12" fmla="*/ 934 w 990"/>
                    <a:gd name="T13" fmla="*/ 219 h 554"/>
                    <a:gd name="T14" fmla="*/ 926 w 990"/>
                    <a:gd name="T15" fmla="*/ 212 h 554"/>
                    <a:gd name="T16" fmla="*/ 919 w 990"/>
                    <a:gd name="T17" fmla="*/ 206 h 554"/>
                    <a:gd name="T18" fmla="*/ 909 w 990"/>
                    <a:gd name="T19" fmla="*/ 198 h 554"/>
                    <a:gd name="T20" fmla="*/ 696 w 990"/>
                    <a:gd name="T21" fmla="*/ 194 h 554"/>
                    <a:gd name="T22" fmla="*/ 580 w 990"/>
                    <a:gd name="T23" fmla="*/ 168 h 554"/>
                    <a:gd name="T24" fmla="*/ 374 w 990"/>
                    <a:gd name="T25" fmla="*/ 189 h 554"/>
                    <a:gd name="T26" fmla="*/ 185 w 990"/>
                    <a:gd name="T27" fmla="*/ 196 h 554"/>
                    <a:gd name="T28" fmla="*/ 173 w 990"/>
                    <a:gd name="T29" fmla="*/ 100 h 554"/>
                    <a:gd name="T30" fmla="*/ 171 w 990"/>
                    <a:gd name="T31" fmla="*/ 95 h 554"/>
                    <a:gd name="T32" fmla="*/ 164 w 990"/>
                    <a:gd name="T33" fmla="*/ 78 h 554"/>
                    <a:gd name="T34" fmla="*/ 162 w 990"/>
                    <a:gd name="T35" fmla="*/ 74 h 554"/>
                    <a:gd name="T36" fmla="*/ 160 w 990"/>
                    <a:gd name="T37" fmla="*/ 67 h 554"/>
                    <a:gd name="T38" fmla="*/ 158 w 990"/>
                    <a:gd name="T39" fmla="*/ 62 h 554"/>
                    <a:gd name="T40" fmla="*/ 156 w 990"/>
                    <a:gd name="T41" fmla="*/ 54 h 554"/>
                    <a:gd name="T42" fmla="*/ 154 w 990"/>
                    <a:gd name="T43" fmla="*/ 49 h 554"/>
                    <a:gd name="T44" fmla="*/ 153 w 990"/>
                    <a:gd name="T45" fmla="*/ 44 h 554"/>
                    <a:gd name="T46" fmla="*/ 152 w 990"/>
                    <a:gd name="T47" fmla="*/ 40 h 554"/>
                    <a:gd name="T48" fmla="*/ 151 w 990"/>
                    <a:gd name="T49" fmla="*/ 35 h 554"/>
                    <a:gd name="T50" fmla="*/ 150 w 990"/>
                    <a:gd name="T51" fmla="*/ 31 h 554"/>
                    <a:gd name="T52" fmla="*/ 150 w 990"/>
                    <a:gd name="T53" fmla="*/ 27 h 554"/>
                    <a:gd name="T54" fmla="*/ 150 w 990"/>
                    <a:gd name="T55" fmla="*/ 24 h 554"/>
                    <a:gd name="T56" fmla="*/ 150 w 990"/>
                    <a:gd name="T57" fmla="*/ 21 h 554"/>
                    <a:gd name="T58" fmla="*/ 150 w 990"/>
                    <a:gd name="T59" fmla="*/ 18 h 554"/>
                    <a:gd name="T60" fmla="*/ 151 w 990"/>
                    <a:gd name="T61" fmla="*/ 15 h 554"/>
                    <a:gd name="T62" fmla="*/ 153 w 990"/>
                    <a:gd name="T63" fmla="*/ 13 h 554"/>
                    <a:gd name="T64" fmla="*/ 6 w 990"/>
                    <a:gd name="T65" fmla="*/ 130 h 554"/>
                    <a:gd name="T66" fmla="*/ 5 w 990"/>
                    <a:gd name="T67" fmla="*/ 129 h 554"/>
                    <a:gd name="T68" fmla="*/ 5 w 990"/>
                    <a:gd name="T69" fmla="*/ 130 h 554"/>
                    <a:gd name="T70" fmla="*/ 5 w 990"/>
                    <a:gd name="T71" fmla="*/ 130 h 554"/>
                    <a:gd name="T72" fmla="*/ 4 w 990"/>
                    <a:gd name="T73" fmla="*/ 132 h 554"/>
                    <a:gd name="T74" fmla="*/ 4 w 990"/>
                    <a:gd name="T75" fmla="*/ 134 h 554"/>
                    <a:gd name="T76" fmla="*/ 4 w 990"/>
                    <a:gd name="T77" fmla="*/ 136 h 554"/>
                    <a:gd name="T78" fmla="*/ 3 w 990"/>
                    <a:gd name="T79" fmla="*/ 142 h 554"/>
                    <a:gd name="T80" fmla="*/ 3 w 990"/>
                    <a:gd name="T81" fmla="*/ 144 h 554"/>
                    <a:gd name="T82" fmla="*/ 62 w 990"/>
                    <a:gd name="T83" fmla="*/ 282 h 554"/>
                    <a:gd name="T84" fmla="*/ 99 w 990"/>
                    <a:gd name="T85" fmla="*/ 363 h 554"/>
                    <a:gd name="T86" fmla="*/ 115 w 990"/>
                    <a:gd name="T87" fmla="*/ 446 h 554"/>
                    <a:gd name="T88" fmla="*/ 120 w 990"/>
                    <a:gd name="T89" fmla="*/ 458 h 554"/>
                    <a:gd name="T90" fmla="*/ 294 w 990"/>
                    <a:gd name="T91" fmla="*/ 554 h 554"/>
                    <a:gd name="T92" fmla="*/ 448 w 990"/>
                    <a:gd name="T93" fmla="*/ 517 h 554"/>
                    <a:gd name="T94" fmla="*/ 569 w 990"/>
                    <a:gd name="T95" fmla="*/ 554 h 554"/>
                    <a:gd name="T96" fmla="*/ 690 w 990"/>
                    <a:gd name="T97" fmla="*/ 525 h 554"/>
                    <a:gd name="T98" fmla="*/ 865 w 990"/>
                    <a:gd name="T99" fmla="*/ 542 h 554"/>
                    <a:gd name="T100" fmla="*/ 977 w 990"/>
                    <a:gd name="T101" fmla="*/ 283 h 5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90" h="554">
                      <a:moveTo>
                        <a:pt x="977" y="283"/>
                      </a:moveTo>
                      <a:cubicBezTo>
                        <a:pt x="975" y="279"/>
                        <a:pt x="973" y="275"/>
                        <a:pt x="971" y="270"/>
                      </a:cubicBezTo>
                      <a:cubicBezTo>
                        <a:pt x="971" y="270"/>
                        <a:pt x="971" y="270"/>
                        <a:pt x="971" y="270"/>
                      </a:cubicBezTo>
                      <a:cubicBezTo>
                        <a:pt x="970" y="269"/>
                        <a:pt x="970" y="267"/>
                        <a:pt x="969" y="265"/>
                      </a:cubicBezTo>
                      <a:cubicBezTo>
                        <a:pt x="968" y="264"/>
                        <a:pt x="968" y="263"/>
                        <a:pt x="967" y="262"/>
                      </a:cubicBezTo>
                      <a:cubicBezTo>
                        <a:pt x="967" y="261"/>
                        <a:pt x="966" y="260"/>
                        <a:pt x="965" y="259"/>
                      </a:cubicBezTo>
                      <a:cubicBezTo>
                        <a:pt x="965" y="258"/>
                        <a:pt x="964" y="257"/>
                        <a:pt x="964" y="257"/>
                      </a:cubicBezTo>
                      <a:cubicBezTo>
                        <a:pt x="963" y="255"/>
                        <a:pt x="963" y="254"/>
                        <a:pt x="962" y="253"/>
                      </a:cubicBezTo>
                      <a:cubicBezTo>
                        <a:pt x="962" y="253"/>
                        <a:pt x="961" y="252"/>
                        <a:pt x="961" y="251"/>
                      </a:cubicBezTo>
                      <a:cubicBezTo>
                        <a:pt x="960" y="250"/>
                        <a:pt x="959" y="249"/>
                        <a:pt x="959" y="248"/>
                      </a:cubicBezTo>
                      <a:cubicBezTo>
                        <a:pt x="958" y="247"/>
                        <a:pt x="957" y="246"/>
                        <a:pt x="957" y="245"/>
                      </a:cubicBezTo>
                      <a:cubicBezTo>
                        <a:pt x="956" y="244"/>
                        <a:pt x="955" y="243"/>
                        <a:pt x="955" y="242"/>
                      </a:cubicBezTo>
                      <a:cubicBezTo>
                        <a:pt x="954" y="242"/>
                        <a:pt x="954" y="241"/>
                        <a:pt x="953" y="240"/>
                      </a:cubicBezTo>
                      <a:cubicBezTo>
                        <a:pt x="952" y="239"/>
                        <a:pt x="951" y="238"/>
                        <a:pt x="951" y="237"/>
                      </a:cubicBezTo>
                      <a:cubicBezTo>
                        <a:pt x="950" y="236"/>
                        <a:pt x="950" y="236"/>
                        <a:pt x="949" y="235"/>
                      </a:cubicBezTo>
                      <a:cubicBezTo>
                        <a:pt x="948" y="234"/>
                        <a:pt x="947" y="232"/>
                        <a:pt x="946" y="231"/>
                      </a:cubicBezTo>
                      <a:cubicBezTo>
                        <a:pt x="945" y="231"/>
                        <a:pt x="945" y="230"/>
                        <a:pt x="945" y="230"/>
                      </a:cubicBezTo>
                      <a:cubicBezTo>
                        <a:pt x="944" y="228"/>
                        <a:pt x="942" y="227"/>
                        <a:pt x="941" y="225"/>
                      </a:cubicBezTo>
                      <a:cubicBezTo>
                        <a:pt x="940" y="225"/>
                        <a:pt x="940" y="224"/>
                        <a:pt x="939" y="224"/>
                      </a:cubicBezTo>
                      <a:cubicBezTo>
                        <a:pt x="938" y="223"/>
                        <a:pt x="937" y="222"/>
                        <a:pt x="936" y="221"/>
                      </a:cubicBezTo>
                      <a:cubicBezTo>
                        <a:pt x="935" y="220"/>
                        <a:pt x="935" y="219"/>
                        <a:pt x="934" y="219"/>
                      </a:cubicBezTo>
                      <a:cubicBezTo>
                        <a:pt x="933" y="218"/>
                        <a:pt x="932" y="217"/>
                        <a:pt x="931" y="216"/>
                      </a:cubicBezTo>
                      <a:cubicBezTo>
                        <a:pt x="931" y="215"/>
                        <a:pt x="930" y="215"/>
                        <a:pt x="929" y="214"/>
                      </a:cubicBezTo>
                      <a:cubicBezTo>
                        <a:pt x="928" y="213"/>
                        <a:pt x="927" y="213"/>
                        <a:pt x="926" y="212"/>
                      </a:cubicBezTo>
                      <a:cubicBezTo>
                        <a:pt x="926" y="211"/>
                        <a:pt x="925" y="211"/>
                        <a:pt x="924" y="210"/>
                      </a:cubicBezTo>
                      <a:cubicBezTo>
                        <a:pt x="923" y="209"/>
                        <a:pt x="922" y="208"/>
                        <a:pt x="921" y="207"/>
                      </a:cubicBezTo>
                      <a:cubicBezTo>
                        <a:pt x="921" y="207"/>
                        <a:pt x="920" y="206"/>
                        <a:pt x="919" y="206"/>
                      </a:cubicBezTo>
                      <a:cubicBezTo>
                        <a:pt x="918" y="205"/>
                        <a:pt x="917" y="204"/>
                        <a:pt x="916" y="203"/>
                      </a:cubicBezTo>
                      <a:cubicBezTo>
                        <a:pt x="915" y="203"/>
                        <a:pt x="915" y="202"/>
                        <a:pt x="914" y="202"/>
                      </a:cubicBezTo>
                      <a:cubicBezTo>
                        <a:pt x="912" y="201"/>
                        <a:pt x="910" y="200"/>
                        <a:pt x="909" y="198"/>
                      </a:cubicBezTo>
                      <a:cubicBezTo>
                        <a:pt x="877" y="178"/>
                        <a:pt x="840" y="167"/>
                        <a:pt x="800" y="168"/>
                      </a:cubicBezTo>
                      <a:cubicBezTo>
                        <a:pt x="773" y="168"/>
                        <a:pt x="747" y="172"/>
                        <a:pt x="723" y="181"/>
                      </a:cubicBezTo>
                      <a:cubicBezTo>
                        <a:pt x="714" y="184"/>
                        <a:pt x="704" y="189"/>
                        <a:pt x="696" y="194"/>
                      </a:cubicBezTo>
                      <a:cubicBezTo>
                        <a:pt x="662" y="181"/>
                        <a:pt x="662" y="181"/>
                        <a:pt x="662" y="181"/>
                      </a:cubicBezTo>
                      <a:cubicBezTo>
                        <a:pt x="649" y="176"/>
                        <a:pt x="635" y="173"/>
                        <a:pt x="622" y="171"/>
                      </a:cubicBezTo>
                      <a:cubicBezTo>
                        <a:pt x="608" y="169"/>
                        <a:pt x="594" y="168"/>
                        <a:pt x="580" y="168"/>
                      </a:cubicBezTo>
                      <a:cubicBezTo>
                        <a:pt x="550" y="168"/>
                        <a:pt x="522" y="172"/>
                        <a:pt x="496" y="182"/>
                      </a:cubicBezTo>
                      <a:cubicBezTo>
                        <a:pt x="467" y="193"/>
                        <a:pt x="442" y="210"/>
                        <a:pt x="423" y="232"/>
                      </a:cubicBezTo>
                      <a:cubicBezTo>
                        <a:pt x="410" y="215"/>
                        <a:pt x="394" y="200"/>
                        <a:pt x="374" y="189"/>
                      </a:cubicBezTo>
                      <a:cubicBezTo>
                        <a:pt x="349" y="175"/>
                        <a:pt x="319" y="167"/>
                        <a:pt x="287" y="168"/>
                      </a:cubicBezTo>
                      <a:cubicBezTo>
                        <a:pt x="257" y="168"/>
                        <a:pt x="229" y="174"/>
                        <a:pt x="204" y="185"/>
                      </a:cubicBezTo>
                      <a:cubicBezTo>
                        <a:pt x="197" y="189"/>
                        <a:pt x="191" y="192"/>
                        <a:pt x="185" y="196"/>
                      </a:cubicBezTo>
                      <a:cubicBezTo>
                        <a:pt x="193" y="177"/>
                        <a:pt x="195" y="157"/>
                        <a:pt x="187" y="136"/>
                      </a:cubicBezTo>
                      <a:cubicBezTo>
                        <a:pt x="182" y="125"/>
                        <a:pt x="178" y="115"/>
                        <a:pt x="175" y="105"/>
                      </a:cubicBezTo>
                      <a:cubicBezTo>
                        <a:pt x="174" y="104"/>
                        <a:pt x="173" y="102"/>
                        <a:pt x="173" y="100"/>
                      </a:cubicBezTo>
                      <a:cubicBezTo>
                        <a:pt x="173" y="100"/>
                        <a:pt x="173" y="100"/>
                        <a:pt x="173" y="100"/>
                      </a:cubicBezTo>
                      <a:cubicBezTo>
                        <a:pt x="172" y="99"/>
                        <a:pt x="171" y="97"/>
                        <a:pt x="171" y="96"/>
                      </a:cubicBezTo>
                      <a:cubicBezTo>
                        <a:pt x="171" y="96"/>
                        <a:pt x="171" y="95"/>
                        <a:pt x="171" y="95"/>
                      </a:cubicBezTo>
                      <a:cubicBezTo>
                        <a:pt x="170" y="94"/>
                        <a:pt x="170" y="93"/>
                        <a:pt x="169" y="91"/>
                      </a:cubicBezTo>
                      <a:cubicBezTo>
                        <a:pt x="169" y="91"/>
                        <a:pt x="169" y="91"/>
                        <a:pt x="169" y="90"/>
                      </a:cubicBezTo>
                      <a:cubicBezTo>
                        <a:pt x="167" y="86"/>
                        <a:pt x="166" y="82"/>
                        <a:pt x="164" y="78"/>
                      </a:cubicBezTo>
                      <a:cubicBezTo>
                        <a:pt x="164" y="78"/>
                        <a:pt x="164" y="78"/>
                        <a:pt x="164" y="78"/>
                      </a:cubicBezTo>
                      <a:cubicBezTo>
                        <a:pt x="164" y="77"/>
                        <a:pt x="163" y="76"/>
                        <a:pt x="163" y="75"/>
                      </a:cubicBezTo>
                      <a:cubicBezTo>
                        <a:pt x="163" y="75"/>
                        <a:pt x="163" y="74"/>
                        <a:pt x="162" y="74"/>
                      </a:cubicBezTo>
                      <a:cubicBezTo>
                        <a:pt x="162" y="73"/>
                        <a:pt x="162" y="72"/>
                        <a:pt x="161" y="71"/>
                      </a:cubicBezTo>
                      <a:cubicBezTo>
                        <a:pt x="161" y="70"/>
                        <a:pt x="161" y="70"/>
                        <a:pt x="161" y="69"/>
                      </a:cubicBezTo>
                      <a:cubicBezTo>
                        <a:pt x="161" y="69"/>
                        <a:pt x="160" y="68"/>
                        <a:pt x="160" y="67"/>
                      </a:cubicBezTo>
                      <a:cubicBezTo>
                        <a:pt x="160" y="66"/>
                        <a:pt x="160" y="66"/>
                        <a:pt x="159" y="65"/>
                      </a:cubicBezTo>
                      <a:cubicBezTo>
                        <a:pt x="159" y="65"/>
                        <a:pt x="159" y="64"/>
                        <a:pt x="159" y="63"/>
                      </a:cubicBezTo>
                      <a:cubicBezTo>
                        <a:pt x="158" y="63"/>
                        <a:pt x="158" y="62"/>
                        <a:pt x="158" y="62"/>
                      </a:cubicBezTo>
                      <a:cubicBezTo>
                        <a:pt x="158" y="61"/>
                        <a:pt x="158" y="60"/>
                        <a:pt x="157" y="59"/>
                      </a:cubicBezTo>
                      <a:cubicBezTo>
                        <a:pt x="157" y="59"/>
                        <a:pt x="157" y="59"/>
                        <a:pt x="157" y="58"/>
                      </a:cubicBezTo>
                      <a:cubicBezTo>
                        <a:pt x="156" y="57"/>
                        <a:pt x="156" y="55"/>
                        <a:pt x="156" y="54"/>
                      </a:cubicBezTo>
                      <a:cubicBezTo>
                        <a:pt x="155" y="53"/>
                        <a:pt x="155" y="53"/>
                        <a:pt x="155" y="52"/>
                      </a:cubicBezTo>
                      <a:cubicBezTo>
                        <a:pt x="155" y="52"/>
                        <a:pt x="155" y="51"/>
                        <a:pt x="155" y="51"/>
                      </a:cubicBezTo>
                      <a:cubicBezTo>
                        <a:pt x="154" y="50"/>
                        <a:pt x="154" y="50"/>
                        <a:pt x="154" y="49"/>
                      </a:cubicBezTo>
                      <a:cubicBezTo>
                        <a:pt x="154" y="49"/>
                        <a:pt x="154" y="48"/>
                        <a:pt x="154" y="47"/>
                      </a:cubicBezTo>
                      <a:cubicBezTo>
                        <a:pt x="153" y="47"/>
                        <a:pt x="153" y="46"/>
                        <a:pt x="153" y="46"/>
                      </a:cubicBezTo>
                      <a:cubicBezTo>
                        <a:pt x="153" y="45"/>
                        <a:pt x="153" y="45"/>
                        <a:pt x="153" y="44"/>
                      </a:cubicBezTo>
                      <a:cubicBezTo>
                        <a:pt x="153" y="44"/>
                        <a:pt x="152" y="43"/>
                        <a:pt x="152" y="43"/>
                      </a:cubicBezTo>
                      <a:cubicBezTo>
                        <a:pt x="152" y="42"/>
                        <a:pt x="152" y="42"/>
                        <a:pt x="152" y="41"/>
                      </a:cubicBezTo>
                      <a:cubicBezTo>
                        <a:pt x="152" y="41"/>
                        <a:pt x="152" y="40"/>
                        <a:pt x="152" y="40"/>
                      </a:cubicBezTo>
                      <a:cubicBezTo>
                        <a:pt x="151" y="39"/>
                        <a:pt x="151" y="39"/>
                        <a:pt x="151" y="38"/>
                      </a:cubicBezTo>
                      <a:cubicBezTo>
                        <a:pt x="151" y="38"/>
                        <a:pt x="151" y="37"/>
                        <a:pt x="151" y="36"/>
                      </a:cubicBezTo>
                      <a:cubicBezTo>
                        <a:pt x="151" y="35"/>
                        <a:pt x="151" y="35"/>
                        <a:pt x="151" y="35"/>
                      </a:cubicBezTo>
                      <a:cubicBezTo>
                        <a:pt x="150" y="34"/>
                        <a:pt x="150" y="34"/>
                        <a:pt x="150" y="33"/>
                      </a:cubicBezTo>
                      <a:cubicBezTo>
                        <a:pt x="150" y="33"/>
                        <a:pt x="150" y="32"/>
                        <a:pt x="150" y="32"/>
                      </a:cubicBezTo>
                      <a:cubicBezTo>
                        <a:pt x="150" y="32"/>
                        <a:pt x="150" y="31"/>
                        <a:pt x="150" y="31"/>
                      </a:cubicBezTo>
                      <a:cubicBezTo>
                        <a:pt x="150" y="30"/>
                        <a:pt x="150" y="30"/>
                        <a:pt x="150" y="30"/>
                      </a:cubicBezTo>
                      <a:cubicBezTo>
                        <a:pt x="150" y="29"/>
                        <a:pt x="150" y="29"/>
                        <a:pt x="150" y="28"/>
                      </a:cubicBezTo>
                      <a:cubicBezTo>
                        <a:pt x="150" y="28"/>
                        <a:pt x="150" y="28"/>
                        <a:pt x="150" y="27"/>
                      </a:cubicBezTo>
                      <a:cubicBezTo>
                        <a:pt x="150" y="27"/>
                        <a:pt x="150" y="26"/>
                        <a:pt x="150" y="26"/>
                      </a:cubicBezTo>
                      <a:cubicBezTo>
                        <a:pt x="150" y="26"/>
                        <a:pt x="150" y="25"/>
                        <a:pt x="150" y="25"/>
                      </a:cubicBezTo>
                      <a:cubicBezTo>
                        <a:pt x="150" y="25"/>
                        <a:pt x="150" y="24"/>
                        <a:pt x="150" y="24"/>
                      </a:cubicBezTo>
                      <a:cubicBezTo>
                        <a:pt x="150" y="23"/>
                        <a:pt x="150" y="23"/>
                        <a:pt x="150" y="23"/>
                      </a:cubicBezTo>
                      <a:cubicBezTo>
                        <a:pt x="150" y="22"/>
                        <a:pt x="150" y="22"/>
                        <a:pt x="150" y="21"/>
                      </a:cubicBezTo>
                      <a:cubicBezTo>
                        <a:pt x="150" y="21"/>
                        <a:pt x="150" y="21"/>
                        <a:pt x="150" y="21"/>
                      </a:cubicBezTo>
                      <a:cubicBezTo>
                        <a:pt x="150" y="20"/>
                        <a:pt x="150" y="20"/>
                        <a:pt x="150" y="19"/>
                      </a:cubicBezTo>
                      <a:cubicBezTo>
                        <a:pt x="150" y="19"/>
                        <a:pt x="150" y="19"/>
                        <a:pt x="150" y="19"/>
                      </a:cubicBezTo>
                      <a:cubicBezTo>
                        <a:pt x="150" y="18"/>
                        <a:pt x="150" y="18"/>
                        <a:pt x="150" y="18"/>
                      </a:cubicBezTo>
                      <a:cubicBezTo>
                        <a:pt x="151" y="17"/>
                        <a:pt x="151" y="17"/>
                        <a:pt x="151" y="17"/>
                      </a:cubicBezTo>
                      <a:cubicBezTo>
                        <a:pt x="151" y="17"/>
                        <a:pt x="151" y="16"/>
                        <a:pt x="151" y="16"/>
                      </a:cubicBezTo>
                      <a:cubicBezTo>
                        <a:pt x="151" y="16"/>
                        <a:pt x="151" y="16"/>
                        <a:pt x="151" y="15"/>
                      </a:cubicBezTo>
                      <a:cubicBezTo>
                        <a:pt x="151" y="15"/>
                        <a:pt x="152" y="15"/>
                        <a:pt x="152" y="14"/>
                      </a:cubicBezTo>
                      <a:cubicBezTo>
                        <a:pt x="152" y="14"/>
                        <a:pt x="152" y="14"/>
                        <a:pt x="152" y="14"/>
                      </a:cubicBezTo>
                      <a:cubicBezTo>
                        <a:pt x="152" y="14"/>
                        <a:pt x="152" y="13"/>
                        <a:pt x="153" y="13"/>
                      </a:cubicBezTo>
                      <a:cubicBezTo>
                        <a:pt x="161" y="0"/>
                        <a:pt x="63" y="77"/>
                        <a:pt x="61" y="169"/>
                      </a:cubicBezTo>
                      <a:cubicBezTo>
                        <a:pt x="25" y="151"/>
                        <a:pt x="7" y="141"/>
                        <a:pt x="6" y="130"/>
                      </a:cubicBezTo>
                      <a:cubicBezTo>
                        <a:pt x="6" y="130"/>
                        <a:pt x="6" y="130"/>
                        <a:pt x="6" y="130"/>
                      </a:cubicBezTo>
                      <a:cubicBezTo>
                        <a:pt x="6" y="130"/>
                        <a:pt x="6" y="130"/>
                        <a:pt x="6" y="130"/>
                      </a:cubicBezTo>
                      <a:cubicBezTo>
                        <a:pt x="5" y="130"/>
                        <a:pt x="5" y="130"/>
                        <a:pt x="5" y="129"/>
                      </a:cubicBezTo>
                      <a:cubicBezTo>
                        <a:pt x="5" y="129"/>
                        <a:pt x="5" y="129"/>
                        <a:pt x="5" y="129"/>
                      </a:cubicBezTo>
                      <a:cubicBezTo>
                        <a:pt x="5" y="129"/>
                        <a:pt x="5" y="129"/>
                        <a:pt x="5" y="130"/>
                      </a:cubicBezTo>
                      <a:cubicBezTo>
                        <a:pt x="5" y="130"/>
                        <a:pt x="5" y="130"/>
                        <a:pt x="5" y="130"/>
                      </a:cubicBezTo>
                      <a:cubicBezTo>
                        <a:pt x="5" y="130"/>
                        <a:pt x="5" y="130"/>
                        <a:pt x="5" y="130"/>
                      </a:cubicBezTo>
                      <a:cubicBezTo>
                        <a:pt x="5" y="130"/>
                        <a:pt x="5" y="130"/>
                        <a:pt x="5" y="130"/>
                      </a:cubicBezTo>
                      <a:cubicBezTo>
                        <a:pt x="5" y="130"/>
                        <a:pt x="5" y="130"/>
                        <a:pt x="5" y="130"/>
                      </a:cubicBezTo>
                      <a:cubicBezTo>
                        <a:pt x="5" y="130"/>
                        <a:pt x="5" y="130"/>
                        <a:pt x="5" y="130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4" y="132"/>
                        <a:pt x="4" y="132"/>
                        <a:pt x="4" y="132"/>
                      </a:cubicBezTo>
                      <a:cubicBezTo>
                        <a:pt x="4" y="132"/>
                        <a:pt x="4" y="132"/>
                        <a:pt x="4" y="133"/>
                      </a:cubicBezTo>
                      <a:cubicBezTo>
                        <a:pt x="4" y="133"/>
                        <a:pt x="4" y="133"/>
                        <a:pt x="4" y="133"/>
                      </a:cubicBezTo>
                      <a:cubicBezTo>
                        <a:pt x="4" y="133"/>
                        <a:pt x="4" y="134"/>
                        <a:pt x="4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5"/>
                        <a:pt x="4" y="135"/>
                        <a:pt x="4" y="135"/>
                      </a:cubicBezTo>
                      <a:cubicBezTo>
                        <a:pt x="4" y="135"/>
                        <a:pt x="4" y="136"/>
                        <a:pt x="4" y="136"/>
                      </a:cubicBezTo>
                      <a:cubicBezTo>
                        <a:pt x="4" y="136"/>
                        <a:pt x="4" y="136"/>
                        <a:pt x="4" y="137"/>
                      </a:cubicBezTo>
                      <a:cubicBezTo>
                        <a:pt x="4" y="137"/>
                        <a:pt x="4" y="137"/>
                        <a:pt x="3" y="137"/>
                      </a:cubicBezTo>
                      <a:cubicBezTo>
                        <a:pt x="3" y="139"/>
                        <a:pt x="3" y="140"/>
                        <a:pt x="3" y="142"/>
                      </a:cubicBezTo>
                      <a:cubicBezTo>
                        <a:pt x="3" y="142"/>
                        <a:pt x="3" y="142"/>
                        <a:pt x="3" y="142"/>
                      </a:cubicBezTo>
                      <a:cubicBezTo>
                        <a:pt x="3" y="143"/>
                        <a:pt x="3" y="143"/>
                        <a:pt x="3" y="144"/>
                      </a:cubicBezTo>
                      <a:cubicBezTo>
                        <a:pt x="3" y="144"/>
                        <a:pt x="3" y="144"/>
                        <a:pt x="3" y="144"/>
                      </a:cubicBezTo>
                      <a:cubicBezTo>
                        <a:pt x="3" y="145"/>
                        <a:pt x="3" y="145"/>
                        <a:pt x="3" y="146"/>
                      </a:cubicBezTo>
                      <a:cubicBezTo>
                        <a:pt x="3" y="146"/>
                        <a:pt x="3" y="146"/>
                        <a:pt x="3" y="146"/>
                      </a:cubicBezTo>
                      <a:cubicBezTo>
                        <a:pt x="0" y="179"/>
                        <a:pt x="4" y="254"/>
                        <a:pt x="62" y="282"/>
                      </a:cubicBezTo>
                      <a:cubicBezTo>
                        <a:pt x="62" y="282"/>
                        <a:pt x="62" y="282"/>
                        <a:pt x="62" y="282"/>
                      </a:cubicBezTo>
                      <a:cubicBezTo>
                        <a:pt x="75" y="289"/>
                        <a:pt x="91" y="293"/>
                        <a:pt x="110" y="294"/>
                      </a:cubicBezTo>
                      <a:cubicBezTo>
                        <a:pt x="102" y="317"/>
                        <a:pt x="99" y="340"/>
                        <a:pt x="99" y="363"/>
                      </a:cubicBezTo>
                      <a:cubicBezTo>
                        <a:pt x="99" y="390"/>
                        <a:pt x="103" y="415"/>
                        <a:pt x="112" y="438"/>
                      </a:cubicBezTo>
                      <a:cubicBezTo>
                        <a:pt x="112" y="440"/>
                        <a:pt x="113" y="442"/>
                        <a:pt x="114" y="444"/>
                      </a:cubicBezTo>
                      <a:cubicBezTo>
                        <a:pt x="114" y="445"/>
                        <a:pt x="114" y="446"/>
                        <a:pt x="115" y="446"/>
                      </a:cubicBezTo>
                      <a:cubicBezTo>
                        <a:pt x="115" y="448"/>
                        <a:pt x="116" y="449"/>
                        <a:pt x="116" y="450"/>
                      </a:cubicBezTo>
                      <a:cubicBezTo>
                        <a:pt x="117" y="451"/>
                        <a:pt x="117" y="452"/>
                        <a:pt x="117" y="452"/>
                      </a:cubicBezTo>
                      <a:cubicBezTo>
                        <a:pt x="118" y="454"/>
                        <a:pt x="119" y="456"/>
                        <a:pt x="120" y="458"/>
                      </a:cubicBezTo>
                      <a:cubicBezTo>
                        <a:pt x="120" y="458"/>
                        <a:pt x="120" y="458"/>
                        <a:pt x="120" y="458"/>
                      </a:cubicBezTo>
                      <a:cubicBezTo>
                        <a:pt x="134" y="485"/>
                        <a:pt x="156" y="508"/>
                        <a:pt x="182" y="525"/>
                      </a:cubicBezTo>
                      <a:cubicBezTo>
                        <a:pt x="215" y="544"/>
                        <a:pt x="253" y="554"/>
                        <a:pt x="294" y="554"/>
                      </a:cubicBezTo>
                      <a:cubicBezTo>
                        <a:pt x="294" y="554"/>
                        <a:pt x="295" y="554"/>
                        <a:pt x="295" y="554"/>
                      </a:cubicBezTo>
                      <a:cubicBezTo>
                        <a:pt x="336" y="553"/>
                        <a:pt x="375" y="547"/>
                        <a:pt x="409" y="533"/>
                      </a:cubicBezTo>
                      <a:cubicBezTo>
                        <a:pt x="448" y="517"/>
                        <a:pt x="448" y="517"/>
                        <a:pt x="448" y="517"/>
                      </a:cubicBezTo>
                      <a:cubicBezTo>
                        <a:pt x="452" y="520"/>
                        <a:pt x="455" y="522"/>
                        <a:pt x="459" y="524"/>
                      </a:cubicBezTo>
                      <a:cubicBezTo>
                        <a:pt x="491" y="544"/>
                        <a:pt x="529" y="554"/>
                        <a:pt x="569" y="554"/>
                      </a:cubicBezTo>
                      <a:cubicBezTo>
                        <a:pt x="569" y="554"/>
                        <a:pt x="569" y="554"/>
                        <a:pt x="569" y="554"/>
                      </a:cubicBezTo>
                      <a:cubicBezTo>
                        <a:pt x="588" y="554"/>
                        <a:pt x="606" y="552"/>
                        <a:pt x="622" y="549"/>
                      </a:cubicBezTo>
                      <a:cubicBezTo>
                        <a:pt x="637" y="546"/>
                        <a:pt x="651" y="542"/>
                        <a:pt x="665" y="536"/>
                      </a:cubicBezTo>
                      <a:cubicBezTo>
                        <a:pt x="690" y="525"/>
                        <a:pt x="690" y="525"/>
                        <a:pt x="690" y="525"/>
                      </a:cubicBezTo>
                      <a:cubicBezTo>
                        <a:pt x="722" y="544"/>
                        <a:pt x="758" y="554"/>
                        <a:pt x="796" y="554"/>
                      </a:cubicBezTo>
                      <a:cubicBezTo>
                        <a:pt x="796" y="554"/>
                        <a:pt x="796" y="554"/>
                        <a:pt x="796" y="554"/>
                      </a:cubicBezTo>
                      <a:cubicBezTo>
                        <a:pt x="819" y="554"/>
                        <a:pt x="843" y="550"/>
                        <a:pt x="865" y="542"/>
                      </a:cubicBezTo>
                      <a:cubicBezTo>
                        <a:pt x="899" y="531"/>
                        <a:pt x="931" y="509"/>
                        <a:pt x="955" y="477"/>
                      </a:cubicBezTo>
                      <a:cubicBezTo>
                        <a:pt x="978" y="445"/>
                        <a:pt x="990" y="403"/>
                        <a:pt x="990" y="358"/>
                      </a:cubicBezTo>
                      <a:cubicBezTo>
                        <a:pt x="990" y="332"/>
                        <a:pt x="986" y="307"/>
                        <a:pt x="977" y="283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88" name="Freeform 7"/>
                <p:cNvSpPr>
                  <a:spLocks/>
                </p:cNvSpPr>
                <p:nvPr/>
              </p:nvSpPr>
              <p:spPr bwMode="auto">
                <a:xfrm>
                  <a:off x="3806" y="845"/>
                  <a:ext cx="2107" cy="912"/>
                </a:xfrm>
                <a:custGeom>
                  <a:avLst/>
                  <a:gdLst>
                    <a:gd name="T0" fmla="*/ 878 w 892"/>
                    <a:gd name="T1" fmla="*/ 116 h 386"/>
                    <a:gd name="T2" fmla="*/ 810 w 892"/>
                    <a:gd name="T3" fmla="*/ 31 h 386"/>
                    <a:gd name="T4" fmla="*/ 702 w 892"/>
                    <a:gd name="T5" fmla="*/ 0 h 386"/>
                    <a:gd name="T6" fmla="*/ 625 w 892"/>
                    <a:gd name="T7" fmla="*/ 13 h 386"/>
                    <a:gd name="T8" fmla="*/ 597 w 892"/>
                    <a:gd name="T9" fmla="*/ 26 h 386"/>
                    <a:gd name="T10" fmla="*/ 563 w 892"/>
                    <a:gd name="T11" fmla="*/ 14 h 386"/>
                    <a:gd name="T12" fmla="*/ 523 w 892"/>
                    <a:gd name="T13" fmla="*/ 3 h 386"/>
                    <a:gd name="T14" fmla="*/ 482 w 892"/>
                    <a:gd name="T15" fmla="*/ 0 h 386"/>
                    <a:gd name="T16" fmla="*/ 398 w 892"/>
                    <a:gd name="T17" fmla="*/ 14 h 386"/>
                    <a:gd name="T18" fmla="*/ 324 w 892"/>
                    <a:gd name="T19" fmla="*/ 64 h 386"/>
                    <a:gd name="T20" fmla="*/ 276 w 892"/>
                    <a:gd name="T21" fmla="*/ 21 h 386"/>
                    <a:gd name="T22" fmla="*/ 189 w 892"/>
                    <a:gd name="T23" fmla="*/ 0 h 386"/>
                    <a:gd name="T24" fmla="*/ 105 w 892"/>
                    <a:gd name="T25" fmla="*/ 18 h 386"/>
                    <a:gd name="T26" fmla="*/ 24 w 892"/>
                    <a:gd name="T27" fmla="*/ 96 h 386"/>
                    <a:gd name="T28" fmla="*/ 0 w 892"/>
                    <a:gd name="T29" fmla="*/ 196 h 386"/>
                    <a:gd name="T30" fmla="*/ 13 w 892"/>
                    <a:gd name="T31" fmla="*/ 271 h 386"/>
                    <a:gd name="T32" fmla="*/ 84 w 892"/>
                    <a:gd name="T33" fmla="*/ 357 h 386"/>
                    <a:gd name="T34" fmla="*/ 196 w 892"/>
                    <a:gd name="T35" fmla="*/ 386 h 386"/>
                    <a:gd name="T36" fmla="*/ 196 w 892"/>
                    <a:gd name="T37" fmla="*/ 386 h 386"/>
                    <a:gd name="T38" fmla="*/ 311 w 892"/>
                    <a:gd name="T39" fmla="*/ 365 h 386"/>
                    <a:gd name="T40" fmla="*/ 350 w 892"/>
                    <a:gd name="T41" fmla="*/ 350 h 386"/>
                    <a:gd name="T42" fmla="*/ 360 w 892"/>
                    <a:gd name="T43" fmla="*/ 357 h 386"/>
                    <a:gd name="T44" fmla="*/ 471 w 892"/>
                    <a:gd name="T45" fmla="*/ 386 h 386"/>
                    <a:gd name="T46" fmla="*/ 471 w 892"/>
                    <a:gd name="T47" fmla="*/ 386 h 386"/>
                    <a:gd name="T48" fmla="*/ 523 w 892"/>
                    <a:gd name="T49" fmla="*/ 381 h 386"/>
                    <a:gd name="T50" fmla="*/ 566 w 892"/>
                    <a:gd name="T51" fmla="*/ 369 h 386"/>
                    <a:gd name="T52" fmla="*/ 592 w 892"/>
                    <a:gd name="T53" fmla="*/ 357 h 386"/>
                    <a:gd name="T54" fmla="*/ 697 w 892"/>
                    <a:gd name="T55" fmla="*/ 386 h 386"/>
                    <a:gd name="T56" fmla="*/ 697 w 892"/>
                    <a:gd name="T57" fmla="*/ 386 h 386"/>
                    <a:gd name="T58" fmla="*/ 767 w 892"/>
                    <a:gd name="T59" fmla="*/ 374 h 386"/>
                    <a:gd name="T60" fmla="*/ 856 w 892"/>
                    <a:gd name="T61" fmla="*/ 309 h 386"/>
                    <a:gd name="T62" fmla="*/ 892 w 892"/>
                    <a:gd name="T63" fmla="*/ 190 h 386"/>
                    <a:gd name="T64" fmla="*/ 878 w 892"/>
                    <a:gd name="T65" fmla="*/ 116 h 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2" h="386">
                      <a:moveTo>
                        <a:pt x="878" y="116"/>
                      </a:moveTo>
                      <a:cubicBezTo>
                        <a:pt x="865" y="81"/>
                        <a:pt x="841" y="51"/>
                        <a:pt x="810" y="31"/>
                      </a:cubicBezTo>
                      <a:cubicBezTo>
                        <a:pt x="779" y="10"/>
                        <a:pt x="741" y="0"/>
                        <a:pt x="702" y="0"/>
                      </a:cubicBezTo>
                      <a:cubicBezTo>
                        <a:pt x="675" y="0"/>
                        <a:pt x="649" y="4"/>
                        <a:pt x="625" y="13"/>
                      </a:cubicBezTo>
                      <a:cubicBezTo>
                        <a:pt x="615" y="17"/>
                        <a:pt x="606" y="21"/>
                        <a:pt x="597" y="26"/>
                      </a:cubicBezTo>
                      <a:cubicBezTo>
                        <a:pt x="563" y="14"/>
                        <a:pt x="563" y="14"/>
                        <a:pt x="563" y="14"/>
                      </a:cubicBezTo>
                      <a:cubicBezTo>
                        <a:pt x="550" y="9"/>
                        <a:pt x="537" y="5"/>
                        <a:pt x="523" y="3"/>
                      </a:cubicBezTo>
                      <a:cubicBezTo>
                        <a:pt x="509" y="1"/>
                        <a:pt x="496" y="0"/>
                        <a:pt x="482" y="0"/>
                      </a:cubicBezTo>
                      <a:cubicBezTo>
                        <a:pt x="452" y="0"/>
                        <a:pt x="423" y="5"/>
                        <a:pt x="398" y="14"/>
                      </a:cubicBezTo>
                      <a:cubicBezTo>
                        <a:pt x="369" y="25"/>
                        <a:pt x="344" y="42"/>
                        <a:pt x="324" y="64"/>
                      </a:cubicBezTo>
                      <a:cubicBezTo>
                        <a:pt x="312" y="47"/>
                        <a:pt x="296" y="32"/>
                        <a:pt x="276" y="21"/>
                      </a:cubicBezTo>
                      <a:cubicBezTo>
                        <a:pt x="251" y="7"/>
                        <a:pt x="220" y="0"/>
                        <a:pt x="189" y="0"/>
                      </a:cubicBezTo>
                      <a:cubicBezTo>
                        <a:pt x="158" y="0"/>
                        <a:pt x="130" y="6"/>
                        <a:pt x="105" y="18"/>
                      </a:cubicBezTo>
                      <a:cubicBezTo>
                        <a:pt x="68" y="35"/>
                        <a:pt x="41" y="65"/>
                        <a:pt x="24" y="96"/>
                      </a:cubicBezTo>
                      <a:cubicBezTo>
                        <a:pt x="8" y="128"/>
                        <a:pt x="0" y="162"/>
                        <a:pt x="0" y="196"/>
                      </a:cubicBezTo>
                      <a:cubicBezTo>
                        <a:pt x="0" y="222"/>
                        <a:pt x="4" y="247"/>
                        <a:pt x="13" y="271"/>
                      </a:cubicBezTo>
                      <a:cubicBezTo>
                        <a:pt x="26" y="306"/>
                        <a:pt x="51" y="337"/>
                        <a:pt x="84" y="357"/>
                      </a:cubicBezTo>
                      <a:cubicBezTo>
                        <a:pt x="116" y="377"/>
                        <a:pt x="155" y="386"/>
                        <a:pt x="196" y="386"/>
                      </a:cubicBezTo>
                      <a:cubicBezTo>
                        <a:pt x="196" y="386"/>
                        <a:pt x="196" y="386"/>
                        <a:pt x="196" y="386"/>
                      </a:cubicBezTo>
                      <a:cubicBezTo>
                        <a:pt x="237" y="386"/>
                        <a:pt x="276" y="379"/>
                        <a:pt x="311" y="365"/>
                      </a:cubicBezTo>
                      <a:cubicBezTo>
                        <a:pt x="350" y="350"/>
                        <a:pt x="350" y="350"/>
                        <a:pt x="350" y="350"/>
                      </a:cubicBezTo>
                      <a:cubicBezTo>
                        <a:pt x="353" y="352"/>
                        <a:pt x="357" y="355"/>
                        <a:pt x="360" y="357"/>
                      </a:cubicBezTo>
                      <a:cubicBezTo>
                        <a:pt x="393" y="377"/>
                        <a:pt x="431" y="386"/>
                        <a:pt x="471" y="386"/>
                      </a:cubicBezTo>
                      <a:cubicBezTo>
                        <a:pt x="471" y="386"/>
                        <a:pt x="471" y="386"/>
                        <a:pt x="471" y="386"/>
                      </a:cubicBezTo>
                      <a:cubicBezTo>
                        <a:pt x="490" y="386"/>
                        <a:pt x="507" y="384"/>
                        <a:pt x="523" y="381"/>
                      </a:cubicBezTo>
                      <a:cubicBezTo>
                        <a:pt x="539" y="378"/>
                        <a:pt x="552" y="375"/>
                        <a:pt x="566" y="369"/>
                      </a:cubicBezTo>
                      <a:cubicBezTo>
                        <a:pt x="592" y="357"/>
                        <a:pt x="592" y="357"/>
                        <a:pt x="592" y="357"/>
                      </a:cubicBezTo>
                      <a:cubicBezTo>
                        <a:pt x="623" y="376"/>
                        <a:pt x="660" y="386"/>
                        <a:pt x="697" y="386"/>
                      </a:cubicBezTo>
                      <a:cubicBezTo>
                        <a:pt x="697" y="386"/>
                        <a:pt x="697" y="386"/>
                        <a:pt x="697" y="386"/>
                      </a:cubicBezTo>
                      <a:cubicBezTo>
                        <a:pt x="721" y="386"/>
                        <a:pt x="744" y="382"/>
                        <a:pt x="767" y="374"/>
                      </a:cubicBezTo>
                      <a:cubicBezTo>
                        <a:pt x="801" y="363"/>
                        <a:pt x="833" y="341"/>
                        <a:pt x="856" y="309"/>
                      </a:cubicBezTo>
                      <a:cubicBezTo>
                        <a:pt x="879" y="277"/>
                        <a:pt x="892" y="235"/>
                        <a:pt x="892" y="190"/>
                      </a:cubicBezTo>
                      <a:cubicBezTo>
                        <a:pt x="892" y="164"/>
                        <a:pt x="887" y="139"/>
                        <a:pt x="878" y="116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89" name="Freeform 9"/>
                <p:cNvSpPr>
                  <a:spLocks noEditPoints="1"/>
                </p:cNvSpPr>
                <p:nvPr/>
              </p:nvSpPr>
              <p:spPr bwMode="auto">
                <a:xfrm>
                  <a:off x="3948" y="985"/>
                  <a:ext cx="574" cy="631"/>
                </a:xfrm>
                <a:custGeom>
                  <a:avLst/>
                  <a:gdLst>
                    <a:gd name="T0" fmla="*/ 75 w 243"/>
                    <a:gd name="T1" fmla="*/ 159 h 267"/>
                    <a:gd name="T2" fmla="*/ 147 w 243"/>
                    <a:gd name="T3" fmla="*/ 208 h 267"/>
                    <a:gd name="T4" fmla="*/ 218 w 243"/>
                    <a:gd name="T5" fmla="*/ 197 h 267"/>
                    <a:gd name="T6" fmla="*/ 228 w 243"/>
                    <a:gd name="T7" fmla="*/ 251 h 267"/>
                    <a:gd name="T8" fmla="*/ 136 w 243"/>
                    <a:gd name="T9" fmla="*/ 267 h 267"/>
                    <a:gd name="T10" fmla="*/ 0 w 243"/>
                    <a:gd name="T11" fmla="*/ 137 h 267"/>
                    <a:gd name="T12" fmla="*/ 129 w 243"/>
                    <a:gd name="T13" fmla="*/ 0 h 267"/>
                    <a:gd name="T14" fmla="*/ 243 w 243"/>
                    <a:gd name="T15" fmla="*/ 128 h 267"/>
                    <a:gd name="T16" fmla="*/ 240 w 243"/>
                    <a:gd name="T17" fmla="*/ 159 h 267"/>
                    <a:gd name="T18" fmla="*/ 75 w 243"/>
                    <a:gd name="T19" fmla="*/ 159 h 267"/>
                    <a:gd name="T20" fmla="*/ 169 w 243"/>
                    <a:gd name="T21" fmla="*/ 105 h 267"/>
                    <a:gd name="T22" fmla="*/ 124 w 243"/>
                    <a:gd name="T23" fmla="*/ 53 h 267"/>
                    <a:gd name="T24" fmla="*/ 75 w 243"/>
                    <a:gd name="T25" fmla="*/ 105 h 267"/>
                    <a:gd name="T26" fmla="*/ 169 w 243"/>
                    <a:gd name="T27" fmla="*/ 105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3" h="267">
                      <a:moveTo>
                        <a:pt x="75" y="159"/>
                      </a:moveTo>
                      <a:cubicBezTo>
                        <a:pt x="78" y="192"/>
                        <a:pt x="110" y="208"/>
                        <a:pt x="147" y="208"/>
                      </a:cubicBezTo>
                      <a:cubicBezTo>
                        <a:pt x="175" y="208"/>
                        <a:pt x="197" y="204"/>
                        <a:pt x="218" y="197"/>
                      </a:cubicBezTo>
                      <a:cubicBezTo>
                        <a:pt x="228" y="251"/>
                        <a:pt x="228" y="251"/>
                        <a:pt x="228" y="251"/>
                      </a:cubicBezTo>
                      <a:cubicBezTo>
                        <a:pt x="202" y="262"/>
                        <a:pt x="170" y="267"/>
                        <a:pt x="136" y="267"/>
                      </a:cubicBezTo>
                      <a:cubicBezTo>
                        <a:pt x="49" y="267"/>
                        <a:pt x="0" y="217"/>
                        <a:pt x="0" y="137"/>
                      </a:cubicBezTo>
                      <a:cubicBezTo>
                        <a:pt x="0" y="72"/>
                        <a:pt x="40" y="0"/>
                        <a:pt x="129" y="0"/>
                      </a:cubicBezTo>
                      <a:cubicBezTo>
                        <a:pt x="211" y="0"/>
                        <a:pt x="243" y="65"/>
                        <a:pt x="243" y="128"/>
                      </a:cubicBezTo>
                      <a:cubicBezTo>
                        <a:pt x="243" y="141"/>
                        <a:pt x="241" y="153"/>
                        <a:pt x="240" y="159"/>
                      </a:cubicBezTo>
                      <a:lnTo>
                        <a:pt x="75" y="159"/>
                      </a:lnTo>
                      <a:close/>
                      <a:moveTo>
                        <a:pt x="169" y="105"/>
                      </a:moveTo>
                      <a:cubicBezTo>
                        <a:pt x="169" y="86"/>
                        <a:pt x="161" y="53"/>
                        <a:pt x="124" y="53"/>
                      </a:cubicBezTo>
                      <a:cubicBezTo>
                        <a:pt x="91" y="53"/>
                        <a:pt x="77" y="83"/>
                        <a:pt x="75" y="105"/>
                      </a:cubicBezTo>
                      <a:lnTo>
                        <a:pt x="169" y="10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0" name="Freeform 10"/>
                <p:cNvSpPr>
                  <a:spLocks noEditPoints="1"/>
                </p:cNvSpPr>
                <p:nvPr/>
              </p:nvSpPr>
              <p:spPr bwMode="auto">
                <a:xfrm>
                  <a:off x="3938" y="978"/>
                  <a:ext cx="591" cy="645"/>
                </a:xfrm>
                <a:custGeom>
                  <a:avLst/>
                  <a:gdLst>
                    <a:gd name="T0" fmla="*/ 1 w 250"/>
                    <a:gd name="T1" fmla="*/ 140 h 273"/>
                    <a:gd name="T2" fmla="*/ 32 w 250"/>
                    <a:gd name="T3" fmla="*/ 45 h 273"/>
                    <a:gd name="T4" fmla="*/ 133 w 250"/>
                    <a:gd name="T5" fmla="*/ 0 h 273"/>
                    <a:gd name="T6" fmla="*/ 223 w 250"/>
                    <a:gd name="T7" fmla="*/ 42 h 273"/>
                    <a:gd name="T8" fmla="*/ 250 w 250"/>
                    <a:gd name="T9" fmla="*/ 131 h 273"/>
                    <a:gd name="T10" fmla="*/ 247 w 250"/>
                    <a:gd name="T11" fmla="*/ 163 h 273"/>
                    <a:gd name="T12" fmla="*/ 247 w 250"/>
                    <a:gd name="T13" fmla="*/ 165 h 273"/>
                    <a:gd name="T14" fmla="*/ 104 w 250"/>
                    <a:gd name="T15" fmla="*/ 196 h 273"/>
                    <a:gd name="T16" fmla="*/ 151 w 250"/>
                    <a:gd name="T17" fmla="*/ 208 h 273"/>
                    <a:gd name="T18" fmla="*/ 221 w 250"/>
                    <a:gd name="T19" fmla="*/ 197 h 273"/>
                    <a:gd name="T20" fmla="*/ 224 w 250"/>
                    <a:gd name="T21" fmla="*/ 196 h 273"/>
                    <a:gd name="T22" fmla="*/ 234 w 250"/>
                    <a:gd name="T23" fmla="*/ 257 h 273"/>
                    <a:gd name="T24" fmla="*/ 140 w 250"/>
                    <a:gd name="T25" fmla="*/ 273 h 273"/>
                    <a:gd name="T26" fmla="*/ 37 w 250"/>
                    <a:gd name="T27" fmla="*/ 49 h 273"/>
                    <a:gd name="T28" fmla="*/ 7 w 250"/>
                    <a:gd name="T29" fmla="*/ 140 h 273"/>
                    <a:gd name="T30" fmla="*/ 41 w 250"/>
                    <a:gd name="T31" fmla="*/ 233 h 273"/>
                    <a:gd name="T32" fmla="*/ 140 w 250"/>
                    <a:gd name="T33" fmla="*/ 267 h 273"/>
                    <a:gd name="T34" fmla="*/ 229 w 250"/>
                    <a:gd name="T35" fmla="*/ 252 h 273"/>
                    <a:gd name="T36" fmla="*/ 151 w 250"/>
                    <a:gd name="T37" fmla="*/ 214 h 273"/>
                    <a:gd name="T38" fmla="*/ 101 w 250"/>
                    <a:gd name="T39" fmla="*/ 201 h 273"/>
                    <a:gd name="T40" fmla="*/ 76 w 250"/>
                    <a:gd name="T41" fmla="*/ 162 h 273"/>
                    <a:gd name="T42" fmla="*/ 76 w 250"/>
                    <a:gd name="T43" fmla="*/ 159 h 273"/>
                    <a:gd name="T44" fmla="*/ 243 w 250"/>
                    <a:gd name="T45" fmla="*/ 131 h 273"/>
                    <a:gd name="T46" fmla="*/ 218 w 250"/>
                    <a:gd name="T47" fmla="*/ 45 h 273"/>
                    <a:gd name="T48" fmla="*/ 133 w 250"/>
                    <a:gd name="T49" fmla="*/ 7 h 273"/>
                    <a:gd name="T50" fmla="*/ 37 w 250"/>
                    <a:gd name="T51" fmla="*/ 49 h 273"/>
                    <a:gd name="T52" fmla="*/ 76 w 250"/>
                    <a:gd name="T53" fmla="*/ 108 h 273"/>
                    <a:gd name="T54" fmla="*/ 89 w 250"/>
                    <a:gd name="T55" fmla="*/ 72 h 273"/>
                    <a:gd name="T56" fmla="*/ 128 w 250"/>
                    <a:gd name="T57" fmla="*/ 53 h 273"/>
                    <a:gd name="T58" fmla="*/ 167 w 250"/>
                    <a:gd name="T59" fmla="*/ 73 h 273"/>
                    <a:gd name="T60" fmla="*/ 176 w 250"/>
                    <a:gd name="T61" fmla="*/ 108 h 273"/>
                    <a:gd name="T62" fmla="*/ 75 w 250"/>
                    <a:gd name="T63" fmla="*/ 111 h 273"/>
                    <a:gd name="T64" fmla="*/ 161 w 250"/>
                    <a:gd name="T65" fmla="*/ 76 h 273"/>
                    <a:gd name="T66" fmla="*/ 128 w 250"/>
                    <a:gd name="T67" fmla="*/ 59 h 273"/>
                    <a:gd name="T68" fmla="*/ 94 w 250"/>
                    <a:gd name="T69" fmla="*/ 76 h 273"/>
                    <a:gd name="T70" fmla="*/ 82 w 250"/>
                    <a:gd name="T71" fmla="*/ 105 h 273"/>
                    <a:gd name="T72" fmla="*/ 170 w 250"/>
                    <a:gd name="T73" fmla="*/ 105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0" h="273">
                      <a:moveTo>
                        <a:pt x="37" y="237"/>
                      </a:moveTo>
                      <a:cubicBezTo>
                        <a:pt x="13" y="214"/>
                        <a:pt x="0" y="180"/>
                        <a:pt x="1" y="140"/>
                      </a:cubicBezTo>
                      <a:cubicBezTo>
                        <a:pt x="1" y="140"/>
                        <a:pt x="1" y="140"/>
                        <a:pt x="1" y="140"/>
                      </a:cubicBezTo>
                      <a:cubicBezTo>
                        <a:pt x="1" y="107"/>
                        <a:pt x="11" y="72"/>
                        <a:pt x="32" y="45"/>
                      </a:cubicBezTo>
                      <a:cubicBezTo>
                        <a:pt x="32" y="45"/>
                        <a:pt x="32" y="45"/>
                        <a:pt x="32" y="45"/>
                      </a:cubicBezTo>
                      <a:cubicBezTo>
                        <a:pt x="54" y="19"/>
                        <a:pt x="87" y="0"/>
                        <a:pt x="133" y="0"/>
                      </a:cubicBezTo>
                      <a:cubicBezTo>
                        <a:pt x="133" y="0"/>
                        <a:pt x="133" y="0"/>
                        <a:pt x="133" y="0"/>
                      </a:cubicBezTo>
                      <a:cubicBezTo>
                        <a:pt x="175" y="0"/>
                        <a:pt x="204" y="17"/>
                        <a:pt x="223" y="42"/>
                      </a:cubicBezTo>
                      <a:cubicBezTo>
                        <a:pt x="223" y="42"/>
                        <a:pt x="223" y="42"/>
                        <a:pt x="223" y="42"/>
                      </a:cubicBezTo>
                      <a:cubicBezTo>
                        <a:pt x="242" y="66"/>
                        <a:pt x="250" y="99"/>
                        <a:pt x="250" y="131"/>
                      </a:cubicBezTo>
                      <a:cubicBezTo>
                        <a:pt x="250" y="131"/>
                        <a:pt x="250" y="131"/>
                        <a:pt x="250" y="131"/>
                      </a:cubicBezTo>
                      <a:cubicBezTo>
                        <a:pt x="250" y="145"/>
                        <a:pt x="248" y="157"/>
                        <a:pt x="247" y="163"/>
                      </a:cubicBezTo>
                      <a:cubicBezTo>
                        <a:pt x="247" y="163"/>
                        <a:pt x="247" y="163"/>
                        <a:pt x="247" y="163"/>
                      </a:cubicBezTo>
                      <a:cubicBezTo>
                        <a:pt x="247" y="165"/>
                        <a:pt x="247" y="165"/>
                        <a:pt x="247" y="165"/>
                      </a:cubicBezTo>
                      <a:cubicBezTo>
                        <a:pt x="83" y="165"/>
                        <a:pt x="83" y="165"/>
                        <a:pt x="83" y="165"/>
                      </a:cubicBezTo>
                      <a:cubicBezTo>
                        <a:pt x="85" y="179"/>
                        <a:pt x="93" y="189"/>
                        <a:pt x="104" y="196"/>
                      </a:cubicBezTo>
                      <a:cubicBezTo>
                        <a:pt x="104" y="196"/>
                        <a:pt x="104" y="196"/>
                        <a:pt x="104" y="196"/>
                      </a:cubicBezTo>
                      <a:cubicBezTo>
                        <a:pt x="117" y="204"/>
                        <a:pt x="133" y="208"/>
                        <a:pt x="151" y="208"/>
                      </a:cubicBezTo>
                      <a:cubicBezTo>
                        <a:pt x="151" y="208"/>
                        <a:pt x="151" y="208"/>
                        <a:pt x="151" y="208"/>
                      </a:cubicBezTo>
                      <a:cubicBezTo>
                        <a:pt x="178" y="208"/>
                        <a:pt x="200" y="204"/>
                        <a:pt x="221" y="197"/>
                      </a:cubicBezTo>
                      <a:cubicBezTo>
                        <a:pt x="221" y="197"/>
                        <a:pt x="221" y="197"/>
                        <a:pt x="221" y="197"/>
                      </a:cubicBezTo>
                      <a:cubicBezTo>
                        <a:pt x="224" y="196"/>
                        <a:pt x="224" y="196"/>
                        <a:pt x="224" y="196"/>
                      </a:cubicBezTo>
                      <a:cubicBezTo>
                        <a:pt x="236" y="256"/>
                        <a:pt x="236" y="256"/>
                        <a:pt x="236" y="256"/>
                      </a:cubicBezTo>
                      <a:cubicBezTo>
                        <a:pt x="234" y="257"/>
                        <a:pt x="234" y="257"/>
                        <a:pt x="234" y="257"/>
                      </a:cubicBezTo>
                      <a:cubicBezTo>
                        <a:pt x="207" y="268"/>
                        <a:pt x="175" y="273"/>
                        <a:pt x="140" y="273"/>
                      </a:cubicBezTo>
                      <a:cubicBezTo>
                        <a:pt x="140" y="273"/>
                        <a:pt x="140" y="273"/>
                        <a:pt x="140" y="273"/>
                      </a:cubicBezTo>
                      <a:cubicBezTo>
                        <a:pt x="96" y="273"/>
                        <a:pt x="61" y="261"/>
                        <a:pt x="37" y="237"/>
                      </a:cubicBezTo>
                      <a:close/>
                      <a:moveTo>
                        <a:pt x="37" y="49"/>
                      </a:moveTo>
                      <a:cubicBezTo>
                        <a:pt x="17" y="75"/>
                        <a:pt x="7" y="108"/>
                        <a:pt x="7" y="140"/>
                      </a:cubicBezTo>
                      <a:cubicBezTo>
                        <a:pt x="7" y="140"/>
                        <a:pt x="7" y="140"/>
                        <a:pt x="7" y="140"/>
                      </a:cubicBezTo>
                      <a:cubicBezTo>
                        <a:pt x="7" y="179"/>
                        <a:pt x="19" y="211"/>
                        <a:pt x="41" y="233"/>
                      </a:cubicBezTo>
                      <a:cubicBezTo>
                        <a:pt x="41" y="233"/>
                        <a:pt x="41" y="233"/>
                        <a:pt x="41" y="233"/>
                      </a:cubicBezTo>
                      <a:cubicBezTo>
                        <a:pt x="64" y="255"/>
                        <a:pt x="97" y="267"/>
                        <a:pt x="140" y="267"/>
                      </a:cubicBezTo>
                      <a:cubicBezTo>
                        <a:pt x="140" y="267"/>
                        <a:pt x="140" y="267"/>
                        <a:pt x="140" y="267"/>
                      </a:cubicBezTo>
                      <a:cubicBezTo>
                        <a:pt x="173" y="267"/>
                        <a:pt x="204" y="262"/>
                        <a:pt x="229" y="252"/>
                      </a:cubicBezTo>
                      <a:cubicBezTo>
                        <a:pt x="229" y="252"/>
                        <a:pt x="229" y="252"/>
                        <a:pt x="229" y="252"/>
                      </a:cubicBezTo>
                      <a:cubicBezTo>
                        <a:pt x="220" y="204"/>
                        <a:pt x="220" y="204"/>
                        <a:pt x="220" y="204"/>
                      </a:cubicBezTo>
                      <a:cubicBezTo>
                        <a:pt x="199" y="211"/>
                        <a:pt x="177" y="214"/>
                        <a:pt x="151" y="214"/>
                      </a:cubicBezTo>
                      <a:cubicBezTo>
                        <a:pt x="151" y="214"/>
                        <a:pt x="151" y="214"/>
                        <a:pt x="151" y="214"/>
                      </a:cubicBezTo>
                      <a:cubicBezTo>
                        <a:pt x="132" y="214"/>
                        <a:pt x="115" y="210"/>
                        <a:pt x="101" y="201"/>
                      </a:cubicBezTo>
                      <a:cubicBezTo>
                        <a:pt x="101" y="201"/>
                        <a:pt x="101" y="201"/>
                        <a:pt x="101" y="201"/>
                      </a:cubicBezTo>
                      <a:cubicBezTo>
                        <a:pt x="87" y="193"/>
                        <a:pt x="78" y="180"/>
                        <a:pt x="76" y="162"/>
                      </a:cubicBezTo>
                      <a:cubicBezTo>
                        <a:pt x="76" y="162"/>
                        <a:pt x="76" y="162"/>
                        <a:pt x="76" y="162"/>
                      </a:cubicBezTo>
                      <a:cubicBezTo>
                        <a:pt x="76" y="159"/>
                        <a:pt x="76" y="159"/>
                        <a:pt x="76" y="159"/>
                      </a:cubicBezTo>
                      <a:cubicBezTo>
                        <a:pt x="241" y="159"/>
                        <a:pt x="241" y="159"/>
                        <a:pt x="241" y="159"/>
                      </a:cubicBezTo>
                      <a:cubicBezTo>
                        <a:pt x="242" y="153"/>
                        <a:pt x="243" y="142"/>
                        <a:pt x="243" y="131"/>
                      </a:cubicBezTo>
                      <a:cubicBezTo>
                        <a:pt x="243" y="131"/>
                        <a:pt x="243" y="131"/>
                        <a:pt x="243" y="131"/>
                      </a:cubicBezTo>
                      <a:cubicBezTo>
                        <a:pt x="243" y="100"/>
                        <a:pt x="236" y="69"/>
                        <a:pt x="218" y="45"/>
                      </a:cubicBezTo>
                      <a:cubicBezTo>
                        <a:pt x="218" y="45"/>
                        <a:pt x="218" y="45"/>
                        <a:pt x="218" y="45"/>
                      </a:cubicBezTo>
                      <a:cubicBezTo>
                        <a:pt x="200" y="22"/>
                        <a:pt x="173" y="7"/>
                        <a:pt x="133" y="7"/>
                      </a:cubicBezTo>
                      <a:cubicBezTo>
                        <a:pt x="133" y="7"/>
                        <a:pt x="133" y="7"/>
                        <a:pt x="133" y="7"/>
                      </a:cubicBezTo>
                      <a:cubicBezTo>
                        <a:pt x="89" y="7"/>
                        <a:pt x="58" y="24"/>
                        <a:pt x="37" y="49"/>
                      </a:cubicBezTo>
                      <a:close/>
                      <a:moveTo>
                        <a:pt x="75" y="111"/>
                      </a:moveTo>
                      <a:cubicBezTo>
                        <a:pt x="76" y="108"/>
                        <a:pt x="76" y="108"/>
                        <a:pt x="76" y="108"/>
                      </a:cubicBezTo>
                      <a:cubicBezTo>
                        <a:pt x="77" y="96"/>
                        <a:pt x="81" y="83"/>
                        <a:pt x="89" y="72"/>
                      </a:cubicBezTo>
                      <a:cubicBezTo>
                        <a:pt x="89" y="72"/>
                        <a:pt x="89" y="72"/>
                        <a:pt x="89" y="72"/>
                      </a:cubicBezTo>
                      <a:cubicBezTo>
                        <a:pt x="97" y="61"/>
                        <a:pt x="110" y="53"/>
                        <a:pt x="128" y="53"/>
                      </a:cubicBezTo>
                      <a:cubicBezTo>
                        <a:pt x="128" y="53"/>
                        <a:pt x="128" y="53"/>
                        <a:pt x="128" y="53"/>
                      </a:cubicBezTo>
                      <a:cubicBezTo>
                        <a:pt x="147" y="53"/>
                        <a:pt x="160" y="62"/>
                        <a:pt x="167" y="73"/>
                      </a:cubicBezTo>
                      <a:cubicBezTo>
                        <a:pt x="167" y="73"/>
                        <a:pt x="167" y="73"/>
                        <a:pt x="167" y="73"/>
                      </a:cubicBezTo>
                      <a:cubicBezTo>
                        <a:pt x="174" y="84"/>
                        <a:pt x="176" y="98"/>
                        <a:pt x="176" y="108"/>
                      </a:cubicBezTo>
                      <a:cubicBezTo>
                        <a:pt x="176" y="108"/>
                        <a:pt x="176" y="108"/>
                        <a:pt x="176" y="108"/>
                      </a:cubicBezTo>
                      <a:cubicBezTo>
                        <a:pt x="176" y="111"/>
                        <a:pt x="176" y="111"/>
                        <a:pt x="176" y="111"/>
                      </a:cubicBezTo>
                      <a:cubicBezTo>
                        <a:pt x="75" y="111"/>
                        <a:pt x="75" y="111"/>
                        <a:pt x="75" y="111"/>
                      </a:cubicBezTo>
                      <a:close/>
                      <a:moveTo>
                        <a:pt x="170" y="105"/>
                      </a:moveTo>
                      <a:cubicBezTo>
                        <a:pt x="169" y="96"/>
                        <a:pt x="167" y="85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55" y="67"/>
                        <a:pt x="145" y="59"/>
                        <a:pt x="128" y="59"/>
                      </a:cubicBezTo>
                      <a:cubicBezTo>
                        <a:pt x="128" y="59"/>
                        <a:pt x="128" y="59"/>
                        <a:pt x="128" y="59"/>
                      </a:cubicBezTo>
                      <a:cubicBezTo>
                        <a:pt x="112" y="59"/>
                        <a:pt x="102" y="66"/>
                        <a:pt x="94" y="76"/>
                      </a:cubicBezTo>
                      <a:cubicBezTo>
                        <a:pt x="94" y="76"/>
                        <a:pt x="94" y="76"/>
                        <a:pt x="94" y="76"/>
                      </a:cubicBezTo>
                      <a:cubicBezTo>
                        <a:pt x="88" y="84"/>
                        <a:pt x="84" y="95"/>
                        <a:pt x="82" y="105"/>
                      </a:cubicBezTo>
                      <a:cubicBezTo>
                        <a:pt x="82" y="105"/>
                        <a:pt x="82" y="105"/>
                        <a:pt x="82" y="105"/>
                      </a:cubicBezTo>
                      <a:cubicBezTo>
                        <a:pt x="170" y="105"/>
                        <a:pt x="170" y="105"/>
                        <a:pt x="170" y="1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1" name="Freeform 11"/>
                <p:cNvSpPr>
                  <a:spLocks/>
                </p:cNvSpPr>
                <p:nvPr/>
              </p:nvSpPr>
              <p:spPr bwMode="auto">
                <a:xfrm>
                  <a:off x="4597" y="985"/>
                  <a:ext cx="489" cy="631"/>
                </a:xfrm>
                <a:custGeom>
                  <a:avLst/>
                  <a:gdLst>
                    <a:gd name="T0" fmla="*/ 207 w 207"/>
                    <a:gd name="T1" fmla="*/ 255 h 267"/>
                    <a:gd name="T2" fmla="*/ 136 w 207"/>
                    <a:gd name="T3" fmla="*/ 267 h 267"/>
                    <a:gd name="T4" fmla="*/ 0 w 207"/>
                    <a:gd name="T5" fmla="*/ 136 h 267"/>
                    <a:gd name="T6" fmla="*/ 147 w 207"/>
                    <a:gd name="T7" fmla="*/ 0 h 267"/>
                    <a:gd name="T8" fmla="*/ 207 w 207"/>
                    <a:gd name="T9" fmla="*/ 10 h 267"/>
                    <a:gd name="T10" fmla="*/ 195 w 207"/>
                    <a:gd name="T11" fmla="*/ 69 h 267"/>
                    <a:gd name="T12" fmla="*/ 150 w 207"/>
                    <a:gd name="T13" fmla="*/ 61 h 267"/>
                    <a:gd name="T14" fmla="*/ 82 w 207"/>
                    <a:gd name="T15" fmla="*/ 133 h 267"/>
                    <a:gd name="T16" fmla="*/ 152 w 207"/>
                    <a:gd name="T17" fmla="*/ 205 h 267"/>
                    <a:gd name="T18" fmla="*/ 197 w 207"/>
                    <a:gd name="T19" fmla="*/ 196 h 267"/>
                    <a:gd name="T20" fmla="*/ 207 w 207"/>
                    <a:gd name="T21" fmla="*/ 255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7" h="267">
                      <a:moveTo>
                        <a:pt x="207" y="255"/>
                      </a:moveTo>
                      <a:cubicBezTo>
                        <a:pt x="193" y="262"/>
                        <a:pt x="166" y="267"/>
                        <a:pt x="136" y="267"/>
                      </a:cubicBezTo>
                      <a:cubicBezTo>
                        <a:pt x="53" y="267"/>
                        <a:pt x="0" y="217"/>
                        <a:pt x="0" y="136"/>
                      </a:cubicBezTo>
                      <a:cubicBezTo>
                        <a:pt x="0" y="61"/>
                        <a:pt x="52" y="0"/>
                        <a:pt x="147" y="0"/>
                      </a:cubicBezTo>
                      <a:cubicBezTo>
                        <a:pt x="168" y="0"/>
                        <a:pt x="191" y="4"/>
                        <a:pt x="207" y="10"/>
                      </a:cubicBezTo>
                      <a:cubicBezTo>
                        <a:pt x="195" y="69"/>
                        <a:pt x="195" y="69"/>
                        <a:pt x="195" y="69"/>
                      </a:cubicBezTo>
                      <a:cubicBezTo>
                        <a:pt x="185" y="65"/>
                        <a:pt x="171" y="61"/>
                        <a:pt x="150" y="61"/>
                      </a:cubicBezTo>
                      <a:cubicBezTo>
                        <a:pt x="109" y="61"/>
                        <a:pt x="81" y="91"/>
                        <a:pt x="82" y="133"/>
                      </a:cubicBezTo>
                      <a:cubicBezTo>
                        <a:pt x="82" y="180"/>
                        <a:pt x="113" y="205"/>
                        <a:pt x="152" y="205"/>
                      </a:cubicBezTo>
                      <a:cubicBezTo>
                        <a:pt x="171" y="205"/>
                        <a:pt x="185" y="201"/>
                        <a:pt x="197" y="196"/>
                      </a:cubicBezTo>
                      <a:lnTo>
                        <a:pt x="207" y="25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2" name="Freeform 12"/>
                <p:cNvSpPr>
                  <a:spLocks noEditPoints="1"/>
                </p:cNvSpPr>
                <p:nvPr/>
              </p:nvSpPr>
              <p:spPr bwMode="auto">
                <a:xfrm>
                  <a:off x="4590" y="978"/>
                  <a:ext cx="506" cy="645"/>
                </a:xfrm>
                <a:custGeom>
                  <a:avLst/>
                  <a:gdLst>
                    <a:gd name="T0" fmla="*/ 38 w 214"/>
                    <a:gd name="T1" fmla="*/ 237 h 273"/>
                    <a:gd name="T2" fmla="*/ 0 w 214"/>
                    <a:gd name="T3" fmla="*/ 139 h 273"/>
                    <a:gd name="T4" fmla="*/ 0 w 214"/>
                    <a:gd name="T5" fmla="*/ 139 h 273"/>
                    <a:gd name="T6" fmla="*/ 39 w 214"/>
                    <a:gd name="T7" fmla="*/ 41 h 273"/>
                    <a:gd name="T8" fmla="*/ 39 w 214"/>
                    <a:gd name="T9" fmla="*/ 41 h 273"/>
                    <a:gd name="T10" fmla="*/ 150 w 214"/>
                    <a:gd name="T11" fmla="*/ 0 h 273"/>
                    <a:gd name="T12" fmla="*/ 150 w 214"/>
                    <a:gd name="T13" fmla="*/ 0 h 273"/>
                    <a:gd name="T14" fmla="*/ 211 w 214"/>
                    <a:gd name="T15" fmla="*/ 10 h 273"/>
                    <a:gd name="T16" fmla="*/ 211 w 214"/>
                    <a:gd name="T17" fmla="*/ 10 h 273"/>
                    <a:gd name="T18" fmla="*/ 214 w 214"/>
                    <a:gd name="T19" fmla="*/ 11 h 273"/>
                    <a:gd name="T20" fmla="*/ 200 w 214"/>
                    <a:gd name="T21" fmla="*/ 77 h 273"/>
                    <a:gd name="T22" fmla="*/ 196 w 214"/>
                    <a:gd name="T23" fmla="*/ 75 h 273"/>
                    <a:gd name="T24" fmla="*/ 153 w 214"/>
                    <a:gd name="T25" fmla="*/ 68 h 273"/>
                    <a:gd name="T26" fmla="*/ 153 w 214"/>
                    <a:gd name="T27" fmla="*/ 68 h 273"/>
                    <a:gd name="T28" fmla="*/ 88 w 214"/>
                    <a:gd name="T29" fmla="*/ 135 h 273"/>
                    <a:gd name="T30" fmla="*/ 88 w 214"/>
                    <a:gd name="T31" fmla="*/ 135 h 273"/>
                    <a:gd name="T32" fmla="*/ 88 w 214"/>
                    <a:gd name="T33" fmla="*/ 136 h 273"/>
                    <a:gd name="T34" fmla="*/ 88 w 214"/>
                    <a:gd name="T35" fmla="*/ 136 h 273"/>
                    <a:gd name="T36" fmla="*/ 108 w 214"/>
                    <a:gd name="T37" fmla="*/ 187 h 273"/>
                    <a:gd name="T38" fmla="*/ 108 w 214"/>
                    <a:gd name="T39" fmla="*/ 187 h 273"/>
                    <a:gd name="T40" fmla="*/ 155 w 214"/>
                    <a:gd name="T41" fmla="*/ 204 h 273"/>
                    <a:gd name="T42" fmla="*/ 155 w 214"/>
                    <a:gd name="T43" fmla="*/ 204 h 273"/>
                    <a:gd name="T44" fmla="*/ 199 w 214"/>
                    <a:gd name="T45" fmla="*/ 196 h 273"/>
                    <a:gd name="T46" fmla="*/ 199 w 214"/>
                    <a:gd name="T47" fmla="*/ 196 h 273"/>
                    <a:gd name="T48" fmla="*/ 203 w 214"/>
                    <a:gd name="T49" fmla="*/ 195 h 273"/>
                    <a:gd name="T50" fmla="*/ 213 w 214"/>
                    <a:gd name="T51" fmla="*/ 258 h 273"/>
                    <a:gd name="T52" fmla="*/ 210 w 214"/>
                    <a:gd name="T53" fmla="*/ 258 h 273"/>
                    <a:gd name="T54" fmla="*/ 213 w 214"/>
                    <a:gd name="T55" fmla="*/ 258 h 273"/>
                    <a:gd name="T56" fmla="*/ 213 w 214"/>
                    <a:gd name="T57" fmla="*/ 260 h 273"/>
                    <a:gd name="T58" fmla="*/ 211 w 214"/>
                    <a:gd name="T59" fmla="*/ 261 h 273"/>
                    <a:gd name="T60" fmla="*/ 139 w 214"/>
                    <a:gd name="T61" fmla="*/ 273 h 273"/>
                    <a:gd name="T62" fmla="*/ 139 w 214"/>
                    <a:gd name="T63" fmla="*/ 273 h 273"/>
                    <a:gd name="T64" fmla="*/ 38 w 214"/>
                    <a:gd name="T65" fmla="*/ 237 h 273"/>
                    <a:gd name="T66" fmla="*/ 43 w 214"/>
                    <a:gd name="T67" fmla="*/ 45 h 273"/>
                    <a:gd name="T68" fmla="*/ 7 w 214"/>
                    <a:gd name="T69" fmla="*/ 139 h 273"/>
                    <a:gd name="T70" fmla="*/ 7 w 214"/>
                    <a:gd name="T71" fmla="*/ 139 h 273"/>
                    <a:gd name="T72" fmla="*/ 42 w 214"/>
                    <a:gd name="T73" fmla="*/ 233 h 273"/>
                    <a:gd name="T74" fmla="*/ 42 w 214"/>
                    <a:gd name="T75" fmla="*/ 233 h 273"/>
                    <a:gd name="T76" fmla="*/ 139 w 214"/>
                    <a:gd name="T77" fmla="*/ 267 h 273"/>
                    <a:gd name="T78" fmla="*/ 139 w 214"/>
                    <a:gd name="T79" fmla="*/ 267 h 273"/>
                    <a:gd name="T80" fmla="*/ 206 w 214"/>
                    <a:gd name="T81" fmla="*/ 256 h 273"/>
                    <a:gd name="T82" fmla="*/ 206 w 214"/>
                    <a:gd name="T83" fmla="*/ 256 h 273"/>
                    <a:gd name="T84" fmla="*/ 198 w 214"/>
                    <a:gd name="T85" fmla="*/ 204 h 273"/>
                    <a:gd name="T86" fmla="*/ 155 w 214"/>
                    <a:gd name="T87" fmla="*/ 211 h 273"/>
                    <a:gd name="T88" fmla="*/ 155 w 214"/>
                    <a:gd name="T89" fmla="*/ 211 h 273"/>
                    <a:gd name="T90" fmla="*/ 103 w 214"/>
                    <a:gd name="T91" fmla="*/ 192 h 273"/>
                    <a:gd name="T92" fmla="*/ 103 w 214"/>
                    <a:gd name="T93" fmla="*/ 192 h 273"/>
                    <a:gd name="T94" fmla="*/ 82 w 214"/>
                    <a:gd name="T95" fmla="*/ 136 h 273"/>
                    <a:gd name="T96" fmla="*/ 82 w 214"/>
                    <a:gd name="T97" fmla="*/ 136 h 273"/>
                    <a:gd name="T98" fmla="*/ 82 w 214"/>
                    <a:gd name="T99" fmla="*/ 135 h 273"/>
                    <a:gd name="T100" fmla="*/ 82 w 214"/>
                    <a:gd name="T101" fmla="*/ 135 h 273"/>
                    <a:gd name="T102" fmla="*/ 101 w 214"/>
                    <a:gd name="T103" fmla="*/ 82 h 273"/>
                    <a:gd name="T104" fmla="*/ 101 w 214"/>
                    <a:gd name="T105" fmla="*/ 82 h 273"/>
                    <a:gd name="T106" fmla="*/ 153 w 214"/>
                    <a:gd name="T107" fmla="*/ 61 h 273"/>
                    <a:gd name="T108" fmla="*/ 153 w 214"/>
                    <a:gd name="T109" fmla="*/ 61 h 273"/>
                    <a:gd name="T110" fmla="*/ 195 w 214"/>
                    <a:gd name="T111" fmla="*/ 68 h 273"/>
                    <a:gd name="T112" fmla="*/ 195 w 214"/>
                    <a:gd name="T113" fmla="*/ 68 h 273"/>
                    <a:gd name="T114" fmla="*/ 207 w 214"/>
                    <a:gd name="T115" fmla="*/ 15 h 273"/>
                    <a:gd name="T116" fmla="*/ 150 w 214"/>
                    <a:gd name="T117" fmla="*/ 7 h 273"/>
                    <a:gd name="T118" fmla="*/ 150 w 214"/>
                    <a:gd name="T119" fmla="*/ 7 h 273"/>
                    <a:gd name="T120" fmla="*/ 43 w 214"/>
                    <a:gd name="T121" fmla="*/ 45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14" h="273">
                      <a:moveTo>
                        <a:pt x="38" y="237"/>
                      </a:moveTo>
                      <a:cubicBezTo>
                        <a:pt x="14" y="214"/>
                        <a:pt x="0" y="180"/>
                        <a:pt x="0" y="139"/>
                      </a:cubicBezTo>
                      <a:cubicBezTo>
                        <a:pt x="0" y="139"/>
                        <a:pt x="0" y="139"/>
                        <a:pt x="0" y="139"/>
                      </a:cubicBezTo>
                      <a:cubicBezTo>
                        <a:pt x="0" y="101"/>
                        <a:pt x="13" y="66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64" y="16"/>
                        <a:pt x="101" y="0"/>
                        <a:pt x="150" y="0"/>
                      </a:cubicBezTo>
                      <a:cubicBezTo>
                        <a:pt x="150" y="0"/>
                        <a:pt x="150" y="0"/>
                        <a:pt x="150" y="0"/>
                      </a:cubicBezTo>
                      <a:cubicBezTo>
                        <a:pt x="171" y="0"/>
                        <a:pt x="194" y="4"/>
                        <a:pt x="211" y="10"/>
                      </a:cubicBezTo>
                      <a:cubicBezTo>
                        <a:pt x="211" y="10"/>
                        <a:pt x="211" y="10"/>
                        <a:pt x="211" y="10"/>
                      </a:cubicBezTo>
                      <a:cubicBezTo>
                        <a:pt x="214" y="11"/>
                        <a:pt x="214" y="11"/>
                        <a:pt x="214" y="11"/>
                      </a:cubicBezTo>
                      <a:cubicBezTo>
                        <a:pt x="200" y="77"/>
                        <a:pt x="200" y="77"/>
                        <a:pt x="200" y="77"/>
                      </a:cubicBezTo>
                      <a:cubicBezTo>
                        <a:pt x="196" y="75"/>
                        <a:pt x="196" y="75"/>
                        <a:pt x="196" y="75"/>
                      </a:cubicBezTo>
                      <a:cubicBezTo>
                        <a:pt x="188" y="71"/>
                        <a:pt x="174" y="68"/>
                        <a:pt x="153" y="68"/>
                      </a:cubicBezTo>
                      <a:cubicBezTo>
                        <a:pt x="153" y="68"/>
                        <a:pt x="153" y="68"/>
                        <a:pt x="153" y="68"/>
                      </a:cubicBezTo>
                      <a:cubicBezTo>
                        <a:pt x="114" y="68"/>
                        <a:pt x="88" y="95"/>
                        <a:pt x="88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ubicBezTo>
                        <a:pt x="88" y="135"/>
                        <a:pt x="88" y="136"/>
                        <a:pt x="88" y="136"/>
                      </a:cubicBezTo>
                      <a:cubicBezTo>
                        <a:pt x="88" y="136"/>
                        <a:pt x="88" y="136"/>
                        <a:pt x="88" y="136"/>
                      </a:cubicBezTo>
                      <a:cubicBezTo>
                        <a:pt x="88" y="159"/>
                        <a:pt x="96" y="176"/>
                        <a:pt x="108" y="187"/>
                      </a:cubicBezTo>
                      <a:cubicBezTo>
                        <a:pt x="108" y="187"/>
                        <a:pt x="108" y="187"/>
                        <a:pt x="108" y="187"/>
                      </a:cubicBezTo>
                      <a:cubicBezTo>
                        <a:pt x="120" y="199"/>
                        <a:pt x="136" y="204"/>
                        <a:pt x="155" y="204"/>
                      </a:cubicBezTo>
                      <a:cubicBezTo>
                        <a:pt x="155" y="204"/>
                        <a:pt x="155" y="204"/>
                        <a:pt x="155" y="204"/>
                      </a:cubicBezTo>
                      <a:cubicBezTo>
                        <a:pt x="173" y="204"/>
                        <a:pt x="188" y="201"/>
                        <a:pt x="199" y="196"/>
                      </a:cubicBezTo>
                      <a:cubicBezTo>
                        <a:pt x="199" y="196"/>
                        <a:pt x="199" y="196"/>
                        <a:pt x="199" y="196"/>
                      </a:cubicBezTo>
                      <a:cubicBezTo>
                        <a:pt x="203" y="195"/>
                        <a:pt x="203" y="195"/>
                        <a:pt x="203" y="195"/>
                      </a:cubicBezTo>
                      <a:cubicBezTo>
                        <a:pt x="213" y="258"/>
                        <a:pt x="213" y="258"/>
                        <a:pt x="213" y="258"/>
                      </a:cubicBezTo>
                      <a:cubicBezTo>
                        <a:pt x="210" y="258"/>
                        <a:pt x="210" y="258"/>
                        <a:pt x="210" y="258"/>
                      </a:cubicBezTo>
                      <a:cubicBezTo>
                        <a:pt x="213" y="258"/>
                        <a:pt x="213" y="258"/>
                        <a:pt x="213" y="258"/>
                      </a:cubicBezTo>
                      <a:cubicBezTo>
                        <a:pt x="213" y="260"/>
                        <a:pt x="213" y="260"/>
                        <a:pt x="213" y="260"/>
                      </a:cubicBezTo>
                      <a:cubicBezTo>
                        <a:pt x="211" y="261"/>
                        <a:pt x="211" y="261"/>
                        <a:pt x="211" y="261"/>
                      </a:cubicBezTo>
                      <a:cubicBezTo>
                        <a:pt x="196" y="268"/>
                        <a:pt x="169" y="273"/>
                        <a:pt x="139" y="273"/>
                      </a:cubicBezTo>
                      <a:cubicBezTo>
                        <a:pt x="139" y="273"/>
                        <a:pt x="139" y="273"/>
                        <a:pt x="139" y="273"/>
                      </a:cubicBezTo>
                      <a:cubicBezTo>
                        <a:pt x="97" y="273"/>
                        <a:pt x="62" y="261"/>
                        <a:pt x="38" y="237"/>
                      </a:cubicBezTo>
                      <a:close/>
                      <a:moveTo>
                        <a:pt x="43" y="45"/>
                      </a:moveTo>
                      <a:cubicBezTo>
                        <a:pt x="19" y="69"/>
                        <a:pt x="7" y="103"/>
                        <a:pt x="7" y="139"/>
                      </a:cubicBezTo>
                      <a:cubicBezTo>
                        <a:pt x="7" y="139"/>
                        <a:pt x="7" y="139"/>
                        <a:pt x="7" y="139"/>
                      </a:cubicBezTo>
                      <a:cubicBezTo>
                        <a:pt x="7" y="179"/>
                        <a:pt x="19" y="211"/>
                        <a:pt x="42" y="233"/>
                      </a:cubicBezTo>
                      <a:cubicBezTo>
                        <a:pt x="42" y="233"/>
                        <a:pt x="42" y="233"/>
                        <a:pt x="42" y="233"/>
                      </a:cubicBezTo>
                      <a:cubicBezTo>
                        <a:pt x="65" y="255"/>
                        <a:pt x="98" y="267"/>
                        <a:pt x="139" y="267"/>
                      </a:cubicBezTo>
                      <a:cubicBezTo>
                        <a:pt x="139" y="267"/>
                        <a:pt x="139" y="267"/>
                        <a:pt x="139" y="267"/>
                      </a:cubicBezTo>
                      <a:cubicBezTo>
                        <a:pt x="167" y="267"/>
                        <a:pt x="192" y="262"/>
                        <a:pt x="206" y="256"/>
                      </a:cubicBezTo>
                      <a:cubicBezTo>
                        <a:pt x="206" y="256"/>
                        <a:pt x="206" y="256"/>
                        <a:pt x="206" y="256"/>
                      </a:cubicBezTo>
                      <a:cubicBezTo>
                        <a:pt x="198" y="204"/>
                        <a:pt x="198" y="204"/>
                        <a:pt x="198" y="204"/>
                      </a:cubicBezTo>
                      <a:cubicBezTo>
                        <a:pt x="186" y="208"/>
                        <a:pt x="172" y="211"/>
                        <a:pt x="155" y="211"/>
                      </a:cubicBezTo>
                      <a:cubicBezTo>
                        <a:pt x="155" y="211"/>
                        <a:pt x="155" y="211"/>
                        <a:pt x="155" y="211"/>
                      </a:cubicBezTo>
                      <a:cubicBezTo>
                        <a:pt x="135" y="211"/>
                        <a:pt x="117" y="204"/>
                        <a:pt x="103" y="192"/>
                      </a:cubicBezTo>
                      <a:cubicBezTo>
                        <a:pt x="103" y="192"/>
                        <a:pt x="103" y="192"/>
                        <a:pt x="103" y="192"/>
                      </a:cubicBezTo>
                      <a:cubicBezTo>
                        <a:pt x="90" y="179"/>
                        <a:pt x="82" y="160"/>
                        <a:pt x="82" y="136"/>
                      </a:cubicBezTo>
                      <a:cubicBezTo>
                        <a:pt x="82" y="136"/>
                        <a:pt x="82" y="136"/>
                        <a:pt x="82" y="136"/>
                      </a:cubicBezTo>
                      <a:cubicBezTo>
                        <a:pt x="82" y="136"/>
                        <a:pt x="82" y="135"/>
                        <a:pt x="82" y="135"/>
                      </a:cubicBezTo>
                      <a:cubicBezTo>
                        <a:pt x="82" y="135"/>
                        <a:pt x="82" y="135"/>
                        <a:pt x="82" y="135"/>
                      </a:cubicBezTo>
                      <a:cubicBezTo>
                        <a:pt x="82" y="114"/>
                        <a:pt x="89" y="95"/>
                        <a:pt x="101" y="82"/>
                      </a:cubicBezTo>
                      <a:cubicBezTo>
                        <a:pt x="101" y="82"/>
                        <a:pt x="101" y="82"/>
                        <a:pt x="101" y="82"/>
                      </a:cubicBezTo>
                      <a:cubicBezTo>
                        <a:pt x="114" y="69"/>
                        <a:pt x="132" y="61"/>
                        <a:pt x="153" y="61"/>
                      </a:cubicBezTo>
                      <a:cubicBezTo>
                        <a:pt x="153" y="61"/>
                        <a:pt x="153" y="61"/>
                        <a:pt x="153" y="61"/>
                      </a:cubicBezTo>
                      <a:cubicBezTo>
                        <a:pt x="172" y="61"/>
                        <a:pt x="186" y="64"/>
                        <a:pt x="195" y="68"/>
                      </a:cubicBezTo>
                      <a:cubicBezTo>
                        <a:pt x="195" y="68"/>
                        <a:pt x="195" y="68"/>
                        <a:pt x="195" y="68"/>
                      </a:cubicBezTo>
                      <a:cubicBezTo>
                        <a:pt x="207" y="15"/>
                        <a:pt x="207" y="15"/>
                        <a:pt x="207" y="15"/>
                      </a:cubicBezTo>
                      <a:cubicBezTo>
                        <a:pt x="191" y="10"/>
                        <a:pt x="169" y="7"/>
                        <a:pt x="150" y="7"/>
                      </a:cubicBezTo>
                      <a:cubicBezTo>
                        <a:pt x="150" y="7"/>
                        <a:pt x="150" y="7"/>
                        <a:pt x="150" y="7"/>
                      </a:cubicBezTo>
                      <a:cubicBezTo>
                        <a:pt x="103" y="7"/>
                        <a:pt x="67" y="22"/>
                        <a:pt x="43" y="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3" name="Freeform 13"/>
                <p:cNvSpPr>
                  <a:spLocks noEditPoints="1"/>
                </p:cNvSpPr>
                <p:nvPr/>
              </p:nvSpPr>
              <p:spPr bwMode="auto">
                <a:xfrm>
                  <a:off x="5140" y="985"/>
                  <a:ext cx="631" cy="631"/>
                </a:xfrm>
                <a:custGeom>
                  <a:avLst/>
                  <a:gdLst>
                    <a:gd name="T0" fmla="*/ 267 w 267"/>
                    <a:gd name="T1" fmla="*/ 131 h 267"/>
                    <a:gd name="T2" fmla="*/ 132 w 267"/>
                    <a:gd name="T3" fmla="*/ 267 h 267"/>
                    <a:gd name="T4" fmla="*/ 0 w 267"/>
                    <a:gd name="T5" fmla="*/ 136 h 267"/>
                    <a:gd name="T6" fmla="*/ 137 w 267"/>
                    <a:gd name="T7" fmla="*/ 0 h 267"/>
                    <a:gd name="T8" fmla="*/ 267 w 267"/>
                    <a:gd name="T9" fmla="*/ 131 h 267"/>
                    <a:gd name="T10" fmla="*/ 82 w 267"/>
                    <a:gd name="T11" fmla="*/ 134 h 267"/>
                    <a:gd name="T12" fmla="*/ 135 w 267"/>
                    <a:gd name="T13" fmla="*/ 210 h 267"/>
                    <a:gd name="T14" fmla="*/ 185 w 267"/>
                    <a:gd name="T15" fmla="*/ 134 h 267"/>
                    <a:gd name="T16" fmla="*/ 135 w 267"/>
                    <a:gd name="T17" fmla="*/ 57 h 267"/>
                    <a:gd name="T18" fmla="*/ 82 w 267"/>
                    <a:gd name="T19" fmla="*/ 134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67">
                      <a:moveTo>
                        <a:pt x="267" y="131"/>
                      </a:moveTo>
                      <a:cubicBezTo>
                        <a:pt x="267" y="224"/>
                        <a:pt x="201" y="267"/>
                        <a:pt x="132" y="267"/>
                      </a:cubicBezTo>
                      <a:cubicBezTo>
                        <a:pt x="58" y="267"/>
                        <a:pt x="0" y="218"/>
                        <a:pt x="0" y="136"/>
                      </a:cubicBezTo>
                      <a:cubicBezTo>
                        <a:pt x="0" y="53"/>
                        <a:pt x="55" y="0"/>
                        <a:pt x="137" y="0"/>
                      </a:cubicBezTo>
                      <a:cubicBezTo>
                        <a:pt x="215" y="0"/>
                        <a:pt x="267" y="54"/>
                        <a:pt x="267" y="131"/>
                      </a:cubicBezTo>
                      <a:close/>
                      <a:moveTo>
                        <a:pt x="82" y="134"/>
                      </a:moveTo>
                      <a:cubicBezTo>
                        <a:pt x="82" y="177"/>
                        <a:pt x="101" y="210"/>
                        <a:pt x="135" y="210"/>
                      </a:cubicBezTo>
                      <a:cubicBezTo>
                        <a:pt x="165" y="210"/>
                        <a:pt x="185" y="180"/>
                        <a:pt x="185" y="134"/>
                      </a:cubicBezTo>
                      <a:cubicBezTo>
                        <a:pt x="185" y="95"/>
                        <a:pt x="171" y="57"/>
                        <a:pt x="135" y="57"/>
                      </a:cubicBezTo>
                      <a:cubicBezTo>
                        <a:pt x="96" y="57"/>
                        <a:pt x="82" y="96"/>
                        <a:pt x="82" y="134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4" name="Freeform 14"/>
                <p:cNvSpPr>
                  <a:spLocks noEditPoints="1"/>
                </p:cNvSpPr>
                <p:nvPr/>
              </p:nvSpPr>
              <p:spPr bwMode="auto">
                <a:xfrm>
                  <a:off x="5133" y="978"/>
                  <a:ext cx="645" cy="645"/>
                </a:xfrm>
                <a:custGeom>
                  <a:avLst/>
                  <a:gdLst>
                    <a:gd name="T0" fmla="*/ 39 w 273"/>
                    <a:gd name="T1" fmla="*/ 238 h 273"/>
                    <a:gd name="T2" fmla="*/ 0 w 273"/>
                    <a:gd name="T3" fmla="*/ 139 h 273"/>
                    <a:gd name="T4" fmla="*/ 0 w 273"/>
                    <a:gd name="T5" fmla="*/ 139 h 273"/>
                    <a:gd name="T6" fmla="*/ 38 w 273"/>
                    <a:gd name="T7" fmla="*/ 38 h 273"/>
                    <a:gd name="T8" fmla="*/ 38 w 273"/>
                    <a:gd name="T9" fmla="*/ 38 h 273"/>
                    <a:gd name="T10" fmla="*/ 140 w 273"/>
                    <a:gd name="T11" fmla="*/ 0 h 273"/>
                    <a:gd name="T12" fmla="*/ 140 w 273"/>
                    <a:gd name="T13" fmla="*/ 0 h 273"/>
                    <a:gd name="T14" fmla="*/ 236 w 273"/>
                    <a:gd name="T15" fmla="*/ 38 h 273"/>
                    <a:gd name="T16" fmla="*/ 236 w 273"/>
                    <a:gd name="T17" fmla="*/ 38 h 273"/>
                    <a:gd name="T18" fmla="*/ 273 w 273"/>
                    <a:gd name="T19" fmla="*/ 134 h 273"/>
                    <a:gd name="T20" fmla="*/ 273 w 273"/>
                    <a:gd name="T21" fmla="*/ 134 h 273"/>
                    <a:gd name="T22" fmla="*/ 231 w 273"/>
                    <a:gd name="T23" fmla="*/ 240 h 273"/>
                    <a:gd name="T24" fmla="*/ 231 w 273"/>
                    <a:gd name="T25" fmla="*/ 240 h 273"/>
                    <a:gd name="T26" fmla="*/ 135 w 273"/>
                    <a:gd name="T27" fmla="*/ 273 h 273"/>
                    <a:gd name="T28" fmla="*/ 135 w 273"/>
                    <a:gd name="T29" fmla="*/ 273 h 273"/>
                    <a:gd name="T30" fmla="*/ 39 w 273"/>
                    <a:gd name="T31" fmla="*/ 238 h 273"/>
                    <a:gd name="T32" fmla="*/ 43 w 273"/>
                    <a:gd name="T33" fmla="*/ 42 h 273"/>
                    <a:gd name="T34" fmla="*/ 6 w 273"/>
                    <a:gd name="T35" fmla="*/ 139 h 273"/>
                    <a:gd name="T36" fmla="*/ 6 w 273"/>
                    <a:gd name="T37" fmla="*/ 139 h 273"/>
                    <a:gd name="T38" fmla="*/ 135 w 273"/>
                    <a:gd name="T39" fmla="*/ 267 h 273"/>
                    <a:gd name="T40" fmla="*/ 135 w 273"/>
                    <a:gd name="T41" fmla="*/ 267 h 273"/>
                    <a:gd name="T42" fmla="*/ 226 w 273"/>
                    <a:gd name="T43" fmla="*/ 235 h 273"/>
                    <a:gd name="T44" fmla="*/ 226 w 273"/>
                    <a:gd name="T45" fmla="*/ 235 h 273"/>
                    <a:gd name="T46" fmla="*/ 267 w 273"/>
                    <a:gd name="T47" fmla="*/ 134 h 273"/>
                    <a:gd name="T48" fmla="*/ 267 w 273"/>
                    <a:gd name="T49" fmla="*/ 134 h 273"/>
                    <a:gd name="T50" fmla="*/ 140 w 273"/>
                    <a:gd name="T51" fmla="*/ 7 h 273"/>
                    <a:gd name="T52" fmla="*/ 140 w 273"/>
                    <a:gd name="T53" fmla="*/ 7 h 273"/>
                    <a:gd name="T54" fmla="*/ 43 w 273"/>
                    <a:gd name="T55" fmla="*/ 42 h 273"/>
                    <a:gd name="T56" fmla="*/ 96 w 273"/>
                    <a:gd name="T57" fmla="*/ 193 h 273"/>
                    <a:gd name="T58" fmla="*/ 82 w 273"/>
                    <a:gd name="T59" fmla="*/ 137 h 273"/>
                    <a:gd name="T60" fmla="*/ 82 w 273"/>
                    <a:gd name="T61" fmla="*/ 137 h 273"/>
                    <a:gd name="T62" fmla="*/ 94 w 273"/>
                    <a:gd name="T63" fmla="*/ 83 h 273"/>
                    <a:gd name="T64" fmla="*/ 94 w 273"/>
                    <a:gd name="T65" fmla="*/ 83 h 273"/>
                    <a:gd name="T66" fmla="*/ 138 w 273"/>
                    <a:gd name="T67" fmla="*/ 57 h 273"/>
                    <a:gd name="T68" fmla="*/ 138 w 273"/>
                    <a:gd name="T69" fmla="*/ 57 h 273"/>
                    <a:gd name="T70" fmla="*/ 179 w 273"/>
                    <a:gd name="T71" fmla="*/ 82 h 273"/>
                    <a:gd name="T72" fmla="*/ 179 w 273"/>
                    <a:gd name="T73" fmla="*/ 82 h 273"/>
                    <a:gd name="T74" fmla="*/ 191 w 273"/>
                    <a:gd name="T75" fmla="*/ 137 h 273"/>
                    <a:gd name="T76" fmla="*/ 191 w 273"/>
                    <a:gd name="T77" fmla="*/ 137 h 273"/>
                    <a:gd name="T78" fmla="*/ 177 w 273"/>
                    <a:gd name="T79" fmla="*/ 194 h 273"/>
                    <a:gd name="T80" fmla="*/ 177 w 273"/>
                    <a:gd name="T81" fmla="*/ 194 h 273"/>
                    <a:gd name="T82" fmla="*/ 138 w 273"/>
                    <a:gd name="T83" fmla="*/ 216 h 273"/>
                    <a:gd name="T84" fmla="*/ 138 w 273"/>
                    <a:gd name="T85" fmla="*/ 216 h 273"/>
                    <a:gd name="T86" fmla="*/ 137 w 273"/>
                    <a:gd name="T87" fmla="*/ 216 h 273"/>
                    <a:gd name="T88" fmla="*/ 137 w 273"/>
                    <a:gd name="T89" fmla="*/ 216 h 273"/>
                    <a:gd name="T90" fmla="*/ 96 w 273"/>
                    <a:gd name="T91" fmla="*/ 193 h 273"/>
                    <a:gd name="T92" fmla="*/ 101 w 273"/>
                    <a:gd name="T93" fmla="*/ 190 h 273"/>
                    <a:gd name="T94" fmla="*/ 138 w 273"/>
                    <a:gd name="T95" fmla="*/ 210 h 273"/>
                    <a:gd name="T96" fmla="*/ 138 w 273"/>
                    <a:gd name="T97" fmla="*/ 210 h 273"/>
                    <a:gd name="T98" fmla="*/ 172 w 273"/>
                    <a:gd name="T99" fmla="*/ 190 h 273"/>
                    <a:gd name="T100" fmla="*/ 172 w 273"/>
                    <a:gd name="T101" fmla="*/ 190 h 273"/>
                    <a:gd name="T102" fmla="*/ 185 w 273"/>
                    <a:gd name="T103" fmla="*/ 137 h 273"/>
                    <a:gd name="T104" fmla="*/ 185 w 273"/>
                    <a:gd name="T105" fmla="*/ 137 h 273"/>
                    <a:gd name="T106" fmla="*/ 174 w 273"/>
                    <a:gd name="T107" fmla="*/ 85 h 273"/>
                    <a:gd name="T108" fmla="*/ 174 w 273"/>
                    <a:gd name="T109" fmla="*/ 85 h 273"/>
                    <a:gd name="T110" fmla="*/ 138 w 273"/>
                    <a:gd name="T111" fmla="*/ 63 h 273"/>
                    <a:gd name="T112" fmla="*/ 138 w 273"/>
                    <a:gd name="T113" fmla="*/ 63 h 273"/>
                    <a:gd name="T114" fmla="*/ 100 w 273"/>
                    <a:gd name="T115" fmla="*/ 86 h 273"/>
                    <a:gd name="T116" fmla="*/ 100 w 273"/>
                    <a:gd name="T117" fmla="*/ 86 h 273"/>
                    <a:gd name="T118" fmla="*/ 88 w 273"/>
                    <a:gd name="T119" fmla="*/ 137 h 273"/>
                    <a:gd name="T120" fmla="*/ 88 w 273"/>
                    <a:gd name="T121" fmla="*/ 137 h 273"/>
                    <a:gd name="T122" fmla="*/ 101 w 273"/>
                    <a:gd name="T123" fmla="*/ 190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73" h="273">
                      <a:moveTo>
                        <a:pt x="39" y="238"/>
                      </a:moveTo>
                      <a:cubicBezTo>
                        <a:pt x="15" y="214"/>
                        <a:pt x="0" y="181"/>
                        <a:pt x="0" y="139"/>
                      </a:cubicBezTo>
                      <a:cubicBezTo>
                        <a:pt x="0" y="139"/>
                        <a:pt x="0" y="139"/>
                        <a:pt x="0" y="139"/>
                      </a:cubicBezTo>
                      <a:cubicBezTo>
                        <a:pt x="0" y="97"/>
                        <a:pt x="14" y="62"/>
                        <a:pt x="38" y="38"/>
                      </a:cubicBezTo>
                      <a:cubicBezTo>
                        <a:pt x="38" y="38"/>
                        <a:pt x="38" y="38"/>
                        <a:pt x="38" y="38"/>
                      </a:cubicBezTo>
                      <a:cubicBezTo>
                        <a:pt x="63" y="14"/>
                        <a:pt x="98" y="0"/>
                        <a:pt x="140" y="0"/>
                      </a:cubicBezTo>
                      <a:cubicBezTo>
                        <a:pt x="140" y="0"/>
                        <a:pt x="140" y="0"/>
                        <a:pt x="140" y="0"/>
                      </a:cubicBezTo>
                      <a:cubicBezTo>
                        <a:pt x="179" y="0"/>
                        <a:pt x="213" y="14"/>
                        <a:pt x="236" y="38"/>
                      </a:cubicBezTo>
                      <a:cubicBezTo>
                        <a:pt x="236" y="38"/>
                        <a:pt x="236" y="38"/>
                        <a:pt x="236" y="38"/>
                      </a:cubicBezTo>
                      <a:cubicBezTo>
                        <a:pt x="260" y="61"/>
                        <a:pt x="273" y="95"/>
                        <a:pt x="273" y="134"/>
                      </a:cubicBezTo>
                      <a:cubicBezTo>
                        <a:pt x="273" y="134"/>
                        <a:pt x="273" y="134"/>
                        <a:pt x="273" y="134"/>
                      </a:cubicBezTo>
                      <a:cubicBezTo>
                        <a:pt x="273" y="181"/>
                        <a:pt x="256" y="217"/>
                        <a:pt x="231" y="240"/>
                      </a:cubicBezTo>
                      <a:cubicBezTo>
                        <a:pt x="231" y="240"/>
                        <a:pt x="231" y="240"/>
                        <a:pt x="231" y="240"/>
                      </a:cubicBezTo>
                      <a:cubicBezTo>
                        <a:pt x="205" y="263"/>
                        <a:pt x="170" y="273"/>
                        <a:pt x="135" y="273"/>
                      </a:cubicBezTo>
                      <a:cubicBezTo>
                        <a:pt x="135" y="273"/>
                        <a:pt x="135" y="273"/>
                        <a:pt x="135" y="273"/>
                      </a:cubicBezTo>
                      <a:cubicBezTo>
                        <a:pt x="97" y="273"/>
                        <a:pt x="64" y="261"/>
                        <a:pt x="39" y="238"/>
                      </a:cubicBezTo>
                      <a:close/>
                      <a:moveTo>
                        <a:pt x="43" y="42"/>
                      </a:moveTo>
                      <a:cubicBezTo>
                        <a:pt x="20" y="65"/>
                        <a:pt x="6" y="98"/>
                        <a:pt x="6" y="139"/>
                      </a:cubicBezTo>
                      <a:cubicBezTo>
                        <a:pt x="6" y="139"/>
                        <a:pt x="6" y="139"/>
                        <a:pt x="6" y="139"/>
                      </a:cubicBezTo>
                      <a:cubicBezTo>
                        <a:pt x="7" y="220"/>
                        <a:pt x="62" y="267"/>
                        <a:pt x="135" y="267"/>
                      </a:cubicBezTo>
                      <a:cubicBezTo>
                        <a:pt x="135" y="267"/>
                        <a:pt x="135" y="267"/>
                        <a:pt x="135" y="267"/>
                      </a:cubicBezTo>
                      <a:cubicBezTo>
                        <a:pt x="169" y="267"/>
                        <a:pt x="202" y="257"/>
                        <a:pt x="226" y="235"/>
                      </a:cubicBezTo>
                      <a:cubicBezTo>
                        <a:pt x="226" y="235"/>
                        <a:pt x="226" y="235"/>
                        <a:pt x="226" y="235"/>
                      </a:cubicBezTo>
                      <a:cubicBezTo>
                        <a:pt x="251" y="213"/>
                        <a:pt x="267" y="180"/>
                        <a:pt x="267" y="134"/>
                      </a:cubicBezTo>
                      <a:cubicBezTo>
                        <a:pt x="267" y="134"/>
                        <a:pt x="267" y="134"/>
                        <a:pt x="267" y="134"/>
                      </a:cubicBezTo>
                      <a:cubicBezTo>
                        <a:pt x="267" y="59"/>
                        <a:pt x="216" y="7"/>
                        <a:pt x="140" y="7"/>
                      </a:cubicBezTo>
                      <a:cubicBezTo>
                        <a:pt x="140" y="7"/>
                        <a:pt x="140" y="7"/>
                        <a:pt x="140" y="7"/>
                      </a:cubicBezTo>
                      <a:cubicBezTo>
                        <a:pt x="99" y="7"/>
                        <a:pt x="66" y="19"/>
                        <a:pt x="43" y="42"/>
                      </a:cubicBezTo>
                      <a:close/>
                      <a:moveTo>
                        <a:pt x="96" y="193"/>
                      </a:moveTo>
                      <a:cubicBezTo>
                        <a:pt x="87" y="179"/>
                        <a:pt x="82" y="159"/>
                        <a:pt x="82" y="137"/>
                      </a:cubicBezTo>
                      <a:cubicBezTo>
                        <a:pt x="82" y="137"/>
                        <a:pt x="82" y="137"/>
                        <a:pt x="82" y="137"/>
                      </a:cubicBezTo>
                      <a:cubicBezTo>
                        <a:pt x="82" y="117"/>
                        <a:pt x="86" y="98"/>
                        <a:pt x="94" y="83"/>
                      </a:cubicBezTo>
                      <a:cubicBezTo>
                        <a:pt x="94" y="83"/>
                        <a:pt x="94" y="83"/>
                        <a:pt x="94" y="83"/>
                      </a:cubicBezTo>
                      <a:cubicBezTo>
                        <a:pt x="103" y="67"/>
                        <a:pt x="117" y="57"/>
                        <a:pt x="138" y="57"/>
                      </a:cubicBezTo>
                      <a:cubicBezTo>
                        <a:pt x="138" y="57"/>
                        <a:pt x="138" y="57"/>
                        <a:pt x="138" y="57"/>
                      </a:cubicBezTo>
                      <a:cubicBezTo>
                        <a:pt x="157" y="57"/>
                        <a:pt x="171" y="67"/>
                        <a:pt x="179" y="82"/>
                      </a:cubicBezTo>
                      <a:cubicBezTo>
                        <a:pt x="179" y="82"/>
                        <a:pt x="179" y="82"/>
                        <a:pt x="179" y="82"/>
                      </a:cubicBezTo>
                      <a:cubicBezTo>
                        <a:pt x="188" y="97"/>
                        <a:pt x="191" y="117"/>
                        <a:pt x="191" y="137"/>
                      </a:cubicBezTo>
                      <a:cubicBezTo>
                        <a:pt x="191" y="137"/>
                        <a:pt x="191" y="137"/>
                        <a:pt x="191" y="137"/>
                      </a:cubicBezTo>
                      <a:cubicBezTo>
                        <a:pt x="191" y="160"/>
                        <a:pt x="186" y="180"/>
                        <a:pt x="177" y="194"/>
                      </a:cubicBezTo>
                      <a:cubicBezTo>
                        <a:pt x="177" y="194"/>
                        <a:pt x="177" y="194"/>
                        <a:pt x="177" y="194"/>
                      </a:cubicBezTo>
                      <a:cubicBezTo>
                        <a:pt x="168" y="208"/>
                        <a:pt x="154" y="217"/>
                        <a:pt x="138" y="216"/>
                      </a:cubicBezTo>
                      <a:cubicBezTo>
                        <a:pt x="138" y="216"/>
                        <a:pt x="138" y="216"/>
                        <a:pt x="138" y="216"/>
                      </a:cubicBezTo>
                      <a:cubicBezTo>
                        <a:pt x="137" y="216"/>
                        <a:pt x="137" y="216"/>
                        <a:pt x="137" y="216"/>
                      </a:cubicBezTo>
                      <a:cubicBezTo>
                        <a:pt x="137" y="216"/>
                        <a:pt x="137" y="216"/>
                        <a:pt x="137" y="216"/>
                      </a:cubicBezTo>
                      <a:cubicBezTo>
                        <a:pt x="119" y="216"/>
                        <a:pt x="105" y="207"/>
                        <a:pt x="96" y="193"/>
                      </a:cubicBezTo>
                      <a:close/>
                      <a:moveTo>
                        <a:pt x="101" y="190"/>
                      </a:moveTo>
                      <a:cubicBezTo>
                        <a:pt x="110" y="203"/>
                        <a:pt x="122" y="210"/>
                        <a:pt x="138" y="210"/>
                      </a:cubicBezTo>
                      <a:cubicBezTo>
                        <a:pt x="138" y="210"/>
                        <a:pt x="138" y="210"/>
                        <a:pt x="138" y="210"/>
                      </a:cubicBezTo>
                      <a:cubicBezTo>
                        <a:pt x="152" y="210"/>
                        <a:pt x="163" y="203"/>
                        <a:pt x="172" y="190"/>
                      </a:cubicBezTo>
                      <a:cubicBezTo>
                        <a:pt x="172" y="190"/>
                        <a:pt x="172" y="190"/>
                        <a:pt x="172" y="190"/>
                      </a:cubicBezTo>
                      <a:cubicBezTo>
                        <a:pt x="180" y="178"/>
                        <a:pt x="185" y="159"/>
                        <a:pt x="185" y="137"/>
                      </a:cubicBezTo>
                      <a:cubicBezTo>
                        <a:pt x="185" y="137"/>
                        <a:pt x="185" y="137"/>
                        <a:pt x="185" y="137"/>
                      </a:cubicBezTo>
                      <a:cubicBezTo>
                        <a:pt x="185" y="118"/>
                        <a:pt x="181" y="99"/>
                        <a:pt x="174" y="85"/>
                      </a:cubicBezTo>
                      <a:cubicBezTo>
                        <a:pt x="174" y="85"/>
                        <a:pt x="174" y="85"/>
                        <a:pt x="174" y="85"/>
                      </a:cubicBezTo>
                      <a:cubicBezTo>
                        <a:pt x="166" y="72"/>
                        <a:pt x="154" y="63"/>
                        <a:pt x="138" y="63"/>
                      </a:cubicBezTo>
                      <a:cubicBezTo>
                        <a:pt x="138" y="63"/>
                        <a:pt x="138" y="63"/>
                        <a:pt x="138" y="63"/>
                      </a:cubicBezTo>
                      <a:cubicBezTo>
                        <a:pt x="120" y="63"/>
                        <a:pt x="108" y="72"/>
                        <a:pt x="100" y="86"/>
                      </a:cubicBezTo>
                      <a:cubicBezTo>
                        <a:pt x="100" y="86"/>
                        <a:pt x="100" y="86"/>
                        <a:pt x="100" y="86"/>
                      </a:cubicBezTo>
                      <a:cubicBezTo>
                        <a:pt x="92" y="99"/>
                        <a:pt x="88" y="118"/>
                        <a:pt x="88" y="137"/>
                      </a:cubicBezTo>
                      <a:cubicBezTo>
                        <a:pt x="88" y="137"/>
                        <a:pt x="88" y="137"/>
                        <a:pt x="88" y="137"/>
                      </a:cubicBezTo>
                      <a:cubicBezTo>
                        <a:pt x="88" y="158"/>
                        <a:pt x="93" y="177"/>
                        <a:pt x="101" y="1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5" name="Freeform 16"/>
                <p:cNvSpPr>
                  <a:spLocks/>
                </p:cNvSpPr>
                <p:nvPr/>
              </p:nvSpPr>
              <p:spPr bwMode="auto">
                <a:xfrm>
                  <a:off x="3534" y="449"/>
                  <a:ext cx="451" cy="668"/>
                </a:xfrm>
                <a:custGeom>
                  <a:avLst/>
                  <a:gdLst>
                    <a:gd name="T0" fmla="*/ 191 w 191"/>
                    <a:gd name="T1" fmla="*/ 106 h 283"/>
                    <a:gd name="T2" fmla="*/ 169 w 191"/>
                    <a:gd name="T3" fmla="*/ 13 h 283"/>
                    <a:gd name="T4" fmla="*/ 78 w 191"/>
                    <a:gd name="T5" fmla="*/ 170 h 283"/>
                    <a:gd name="T6" fmla="*/ 22 w 191"/>
                    <a:gd name="T7" fmla="*/ 130 h 283"/>
                    <a:gd name="T8" fmla="*/ 78 w 191"/>
                    <a:gd name="T9" fmla="*/ 283 h 283"/>
                    <a:gd name="T10" fmla="*/ 78 w 191"/>
                    <a:gd name="T11" fmla="*/ 274 h 2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1" h="283">
                      <a:moveTo>
                        <a:pt x="191" y="106"/>
                      </a:moveTo>
                      <a:cubicBezTo>
                        <a:pt x="170" y="52"/>
                        <a:pt x="161" y="26"/>
                        <a:pt x="169" y="13"/>
                      </a:cubicBezTo>
                      <a:cubicBezTo>
                        <a:pt x="178" y="0"/>
                        <a:pt x="79" y="77"/>
                        <a:pt x="78" y="170"/>
                      </a:cubicBezTo>
                      <a:cubicBezTo>
                        <a:pt x="41" y="151"/>
                        <a:pt x="24" y="141"/>
                        <a:pt x="22" y="130"/>
                      </a:cubicBezTo>
                      <a:cubicBezTo>
                        <a:pt x="20" y="119"/>
                        <a:pt x="0" y="244"/>
                        <a:pt x="78" y="283"/>
                      </a:cubicBezTo>
                      <a:cubicBezTo>
                        <a:pt x="78" y="280"/>
                        <a:pt x="78" y="277"/>
                        <a:pt x="78" y="274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6" name="Line 18"/>
                <p:cNvSpPr>
                  <a:spLocks noChangeShapeType="1"/>
                </p:cNvSpPr>
                <p:nvPr/>
              </p:nvSpPr>
              <p:spPr bwMode="auto">
                <a:xfrm>
                  <a:off x="3879" y="699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497" name="Line 19"/>
                <p:cNvSpPr>
                  <a:spLocks noChangeShapeType="1"/>
                </p:cNvSpPr>
                <p:nvPr/>
              </p:nvSpPr>
              <p:spPr bwMode="auto">
                <a:xfrm>
                  <a:off x="3879" y="699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  <p:sp>
          <p:nvSpPr>
            <p:cNvPr id="498" name="Rechteck 497"/>
            <p:cNvSpPr/>
            <p:nvPr/>
          </p:nvSpPr>
          <p:spPr bwMode="gray">
            <a:xfrm>
              <a:off x="3304803" y="2225040"/>
              <a:ext cx="2811066" cy="1058394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7200" dirty="0" smtClean="0">
                  <a:solidFill>
                    <a:srgbClr val="7D7D7D"/>
                  </a:solidFill>
                </a:rPr>
                <a:t>HOME</a:t>
              </a:r>
              <a:endParaRPr lang="en-US" sz="7200" dirty="0">
                <a:solidFill>
                  <a:srgbClr val="7D7D7D"/>
                </a:solidFill>
              </a:endParaRPr>
            </a:p>
          </p:txBody>
        </p:sp>
        <p:cxnSp>
          <p:nvCxnSpPr>
            <p:cNvPr id="510" name="Gerade Verbindung 509"/>
            <p:cNvCxnSpPr>
              <a:stCxn id="115" idx="3"/>
            </p:cNvCxnSpPr>
            <p:nvPr/>
          </p:nvCxnSpPr>
          <p:spPr bwMode="gray">
            <a:xfrm flipH="1" flipV="1">
              <a:off x="339930" y="3411406"/>
              <a:ext cx="5697571" cy="8462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Gerade Verbindung 510"/>
            <p:cNvCxnSpPr/>
            <p:nvPr/>
          </p:nvCxnSpPr>
          <p:spPr bwMode="gray">
            <a:xfrm>
              <a:off x="3219135" y="298375"/>
              <a:ext cx="0" cy="3123006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Gerade Verbindung 511"/>
            <p:cNvCxnSpPr/>
            <p:nvPr/>
          </p:nvCxnSpPr>
          <p:spPr bwMode="gray">
            <a:xfrm flipH="1">
              <a:off x="3210531" y="2153908"/>
              <a:ext cx="2826970" cy="0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3" name="Gruppieren 512"/>
            <p:cNvGrpSpPr/>
            <p:nvPr/>
          </p:nvGrpSpPr>
          <p:grpSpPr>
            <a:xfrm>
              <a:off x="404495" y="3652609"/>
              <a:ext cx="4340345" cy="2634722"/>
              <a:chOff x="457818" y="3660088"/>
              <a:chExt cx="4167561" cy="2529844"/>
            </a:xfrm>
          </p:grpSpPr>
          <p:grpSp>
            <p:nvGrpSpPr>
              <p:cNvPr id="514" name="Gruppieren 513"/>
              <p:cNvGrpSpPr/>
              <p:nvPr/>
            </p:nvGrpSpPr>
            <p:grpSpPr bwMode="gray">
              <a:xfrm>
                <a:off x="466230" y="4649851"/>
                <a:ext cx="4159149" cy="1540081"/>
                <a:chOff x="1871931" y="2336801"/>
                <a:chExt cx="4317215" cy="1598612"/>
              </a:xfrm>
              <a:effectLst/>
            </p:grpSpPr>
            <p:cxnSp>
              <p:nvCxnSpPr>
                <p:cNvPr id="516" name="Gerade Verbindung 515"/>
                <p:cNvCxnSpPr/>
                <p:nvPr/>
              </p:nvCxnSpPr>
              <p:spPr bwMode="gray">
                <a:xfrm flipH="1">
                  <a:off x="1871932" y="3450169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7" name="Gerade Verbindung 516"/>
                <p:cNvCxnSpPr/>
                <p:nvPr/>
              </p:nvCxnSpPr>
              <p:spPr bwMode="gray">
                <a:xfrm flipH="1">
                  <a:off x="1871932" y="3181264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8" name="Gerade Verbindung 517"/>
                <p:cNvCxnSpPr/>
                <p:nvPr/>
              </p:nvCxnSpPr>
              <p:spPr bwMode="gray">
                <a:xfrm flipH="1">
                  <a:off x="1871932" y="2912360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9" name="Gerade Verbindung 518"/>
                <p:cNvCxnSpPr/>
                <p:nvPr/>
              </p:nvCxnSpPr>
              <p:spPr bwMode="gray">
                <a:xfrm flipH="1">
                  <a:off x="1871931" y="3719070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0" name="Gerade Verbindung 519"/>
                <p:cNvCxnSpPr/>
                <p:nvPr/>
              </p:nvCxnSpPr>
              <p:spPr bwMode="gray">
                <a:xfrm flipH="1">
                  <a:off x="1871932" y="2643456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21" name="Gruppieren 557"/>
                <p:cNvGrpSpPr/>
                <p:nvPr/>
              </p:nvGrpSpPr>
              <p:grpSpPr bwMode="gray">
                <a:xfrm>
                  <a:off x="2193480" y="2336801"/>
                  <a:ext cx="2954118" cy="1598612"/>
                  <a:chOff x="2199908" y="2336801"/>
                  <a:chExt cx="2954118" cy="1598612"/>
                </a:xfrm>
              </p:grpSpPr>
              <p:grpSp>
                <p:nvGrpSpPr>
                  <p:cNvPr id="527" name="Gruppieren 564"/>
                  <p:cNvGrpSpPr/>
                  <p:nvPr/>
                </p:nvGrpSpPr>
                <p:grpSpPr bwMode="gray">
                  <a:xfrm>
                    <a:off x="2199908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53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4" name="Abgerundetes Rechteck 553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5" name="Abgerundetes Rechteck 554"/>
                    <p:cNvSpPr/>
                    <p:nvPr/>
                  </p:nvSpPr>
                  <p:spPr bwMode="gray">
                    <a:xfrm rot="10800000">
                      <a:off x="4314822" y="4145513"/>
                      <a:ext cx="200026" cy="1009416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6" name="Ellipse 555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528" name="Gruppieren 565"/>
                  <p:cNvGrpSpPr/>
                  <p:nvPr/>
                </p:nvGrpSpPr>
                <p:grpSpPr bwMode="gray">
                  <a:xfrm>
                    <a:off x="2737880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49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0" name="Abgerundetes Rechteck 549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1" name="Abgerundetes Rechteck 550"/>
                    <p:cNvSpPr/>
                    <p:nvPr/>
                  </p:nvSpPr>
                  <p:spPr bwMode="gray">
                    <a:xfrm rot="10800000">
                      <a:off x="4314822" y="3136103"/>
                      <a:ext cx="200026" cy="2018826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52" name="Ellipse 551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529" name="Gruppieren 566"/>
                  <p:cNvGrpSpPr/>
                  <p:nvPr/>
                </p:nvGrpSpPr>
                <p:grpSpPr bwMode="gray">
                  <a:xfrm>
                    <a:off x="3275852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45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6" name="Abgerundetes Rechteck 545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7" name="Abgerundetes Rechteck 546"/>
                    <p:cNvSpPr/>
                    <p:nvPr/>
                  </p:nvSpPr>
                  <p:spPr bwMode="gray">
                    <a:xfrm rot="10800000">
                      <a:off x="4314822" y="2573737"/>
                      <a:ext cx="200026" cy="258119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8" name="Ellipse 547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530" name="Gruppieren 567"/>
                  <p:cNvGrpSpPr/>
                  <p:nvPr/>
                </p:nvGrpSpPr>
                <p:grpSpPr bwMode="gray">
                  <a:xfrm>
                    <a:off x="3813824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41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2" name="Abgerundetes Rechteck 541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3" name="Abgerundetes Rechteck 542"/>
                    <p:cNvSpPr/>
                    <p:nvPr/>
                  </p:nvSpPr>
                  <p:spPr bwMode="gray">
                    <a:xfrm rot="10800000">
                      <a:off x="4314824" y="1925957"/>
                      <a:ext cx="200026" cy="322897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4" name="Ellipse 543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531" name="Gruppieren 568"/>
                  <p:cNvGrpSpPr/>
                  <p:nvPr/>
                </p:nvGrpSpPr>
                <p:grpSpPr bwMode="gray">
                  <a:xfrm>
                    <a:off x="4351796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37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38" name="Abgerundetes Rechteck 537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39" name="Abgerundetes Rechteck 538"/>
                    <p:cNvSpPr/>
                    <p:nvPr/>
                  </p:nvSpPr>
                  <p:spPr bwMode="gray">
                    <a:xfrm rot="10800000">
                      <a:off x="4314822" y="1074102"/>
                      <a:ext cx="200026" cy="4080827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40" name="Ellipse 539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532" name="Gruppieren 569"/>
                  <p:cNvGrpSpPr/>
                  <p:nvPr/>
                </p:nvGrpSpPr>
                <p:grpSpPr bwMode="gray">
                  <a:xfrm>
                    <a:off x="4889768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33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34" name="Abgerundetes Rechteck 533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35" name="Abgerundetes Rechteck 534"/>
                    <p:cNvSpPr/>
                    <p:nvPr/>
                  </p:nvSpPr>
                  <p:spPr bwMode="gray">
                    <a:xfrm rot="10800000">
                      <a:off x="4314822" y="638172"/>
                      <a:ext cx="200026" cy="451675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36" name="Ellipse 535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</p:grpSp>
            <p:sp>
              <p:nvSpPr>
                <p:cNvPr id="522" name="Textfeld 521"/>
                <p:cNvSpPr txBox="1"/>
                <p:nvPr/>
              </p:nvSpPr>
              <p:spPr bwMode="gray">
                <a:xfrm>
                  <a:off x="5469146" y="3611070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3" name="Textfeld 522"/>
                <p:cNvSpPr txBox="1"/>
                <p:nvPr/>
              </p:nvSpPr>
              <p:spPr bwMode="gray">
                <a:xfrm>
                  <a:off x="5469146" y="3342168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20%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4" name="Textfeld 523"/>
                <p:cNvSpPr txBox="1"/>
                <p:nvPr/>
              </p:nvSpPr>
              <p:spPr bwMode="gray">
                <a:xfrm>
                  <a:off x="5469146" y="3073264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40%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5" name="Textfeld 524"/>
                <p:cNvSpPr txBox="1"/>
                <p:nvPr/>
              </p:nvSpPr>
              <p:spPr bwMode="gray">
                <a:xfrm>
                  <a:off x="5469146" y="2804359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60%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6" name="Textfeld 525"/>
                <p:cNvSpPr txBox="1"/>
                <p:nvPr/>
              </p:nvSpPr>
              <p:spPr bwMode="gray">
                <a:xfrm>
                  <a:off x="5469146" y="2535455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80%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515" name="Textfeld 514"/>
              <p:cNvSpPr txBox="1"/>
              <p:nvPr/>
            </p:nvSpPr>
            <p:spPr bwMode="gray">
              <a:xfrm>
                <a:off x="457818" y="3660088"/>
                <a:ext cx="3999644" cy="928931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2400" dirty="0" smtClean="0">
                    <a:solidFill>
                      <a:schemeClr val="accent1"/>
                    </a:solidFill>
                  </a:rPr>
                  <a:t>Placeholder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10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10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10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7" name="Gruppieren 556"/>
            <p:cNvGrpSpPr/>
            <p:nvPr/>
          </p:nvGrpSpPr>
          <p:grpSpPr>
            <a:xfrm>
              <a:off x="4770658" y="3548288"/>
              <a:ext cx="1252332" cy="2910500"/>
              <a:chOff x="7610547" y="3505158"/>
              <a:chExt cx="1252332" cy="2910500"/>
            </a:xfrm>
          </p:grpSpPr>
          <p:sp>
            <p:nvSpPr>
              <p:cNvPr id="558" name="Rechteck 557"/>
              <p:cNvSpPr/>
              <p:nvPr/>
            </p:nvSpPr>
            <p:spPr bwMode="gray">
              <a:xfrm>
                <a:off x="7610547" y="6075082"/>
                <a:ext cx="1252332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800" dirty="0" smtClean="0">
                    <a:solidFill>
                      <a:srgbClr val="000000"/>
                    </a:solidFill>
                  </a:rPr>
                  <a:t>Social media Campaign </a:t>
                </a:r>
              </a:p>
              <a:p>
                <a:pPr lvl="0">
                  <a:spcAft>
                    <a:spcPts val="300"/>
                  </a:spcAft>
                </a:pPr>
                <a:r>
                  <a:rPr lang="en-US" sz="800" dirty="0" smtClean="0">
                    <a:solidFill>
                      <a:srgbClr val="000000"/>
                    </a:solidFill>
                  </a:rPr>
                  <a:t>is very successful.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559" name="Gruppieren 558"/>
              <p:cNvGrpSpPr/>
              <p:nvPr/>
            </p:nvGrpSpPr>
            <p:grpSpPr>
              <a:xfrm>
                <a:off x="7704952" y="3505158"/>
                <a:ext cx="960281" cy="2395610"/>
                <a:chOff x="7704952" y="3505158"/>
                <a:chExt cx="960281" cy="2395610"/>
              </a:xfrm>
            </p:grpSpPr>
            <p:grpSp>
              <p:nvGrpSpPr>
                <p:cNvPr id="560" name="Gruppieren 241"/>
                <p:cNvGrpSpPr/>
                <p:nvPr/>
              </p:nvGrpSpPr>
              <p:grpSpPr bwMode="gray">
                <a:xfrm>
                  <a:off x="7704952" y="4117866"/>
                  <a:ext cx="960281" cy="251131"/>
                  <a:chOff x="502462" y="1133033"/>
                  <a:chExt cx="960281" cy="251131"/>
                </a:xfrm>
              </p:grpSpPr>
              <p:sp>
                <p:nvSpPr>
                  <p:cNvPr id="61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1" name="Gruppieren 242"/>
                <p:cNvGrpSpPr/>
                <p:nvPr/>
              </p:nvGrpSpPr>
              <p:grpSpPr bwMode="gray">
                <a:xfrm>
                  <a:off x="7704952" y="3811512"/>
                  <a:ext cx="960281" cy="251131"/>
                  <a:chOff x="502462" y="835681"/>
                  <a:chExt cx="960281" cy="251131"/>
                </a:xfrm>
              </p:grpSpPr>
              <p:sp>
                <p:nvSpPr>
                  <p:cNvPr id="61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1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2" name="Gruppieren 243"/>
                <p:cNvGrpSpPr/>
                <p:nvPr/>
              </p:nvGrpSpPr>
              <p:grpSpPr bwMode="gray">
                <a:xfrm>
                  <a:off x="7704952" y="3505158"/>
                  <a:ext cx="960281" cy="251131"/>
                  <a:chOff x="502462" y="538328"/>
                  <a:chExt cx="960281" cy="251131"/>
                </a:xfrm>
              </p:grpSpPr>
              <p:sp>
                <p:nvSpPr>
                  <p:cNvPr id="60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3" name="Gruppieren 244"/>
                <p:cNvGrpSpPr/>
                <p:nvPr/>
              </p:nvGrpSpPr>
              <p:grpSpPr bwMode="gray">
                <a:xfrm>
                  <a:off x="7704952" y="5036928"/>
                  <a:ext cx="960281" cy="251131"/>
                  <a:chOff x="502462" y="2043904"/>
                  <a:chExt cx="960281" cy="251131"/>
                </a:xfrm>
              </p:grpSpPr>
              <p:sp>
                <p:nvSpPr>
                  <p:cNvPr id="5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60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4" name="Gruppieren 245"/>
                <p:cNvGrpSpPr/>
                <p:nvPr/>
              </p:nvGrpSpPr>
              <p:grpSpPr bwMode="gray">
                <a:xfrm>
                  <a:off x="7704952" y="4730574"/>
                  <a:ext cx="960281" cy="251131"/>
                  <a:chOff x="502462" y="1746552"/>
                  <a:chExt cx="960281" cy="251131"/>
                </a:xfrm>
              </p:grpSpPr>
              <p:sp>
                <p:nvSpPr>
                  <p:cNvPr id="5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5" name="Gruppieren 246"/>
                <p:cNvGrpSpPr/>
                <p:nvPr/>
              </p:nvGrpSpPr>
              <p:grpSpPr bwMode="gray">
                <a:xfrm>
                  <a:off x="7704952" y="4424220"/>
                  <a:ext cx="960281" cy="251131"/>
                  <a:chOff x="502462" y="1449199"/>
                  <a:chExt cx="960281" cy="251131"/>
                </a:xfrm>
              </p:grpSpPr>
              <p:sp>
                <p:nvSpPr>
                  <p:cNvPr id="5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6" name="Gruppieren 247"/>
                <p:cNvGrpSpPr/>
                <p:nvPr/>
              </p:nvGrpSpPr>
              <p:grpSpPr bwMode="gray">
                <a:xfrm>
                  <a:off x="7704952" y="5649637"/>
                  <a:ext cx="960281" cy="251131"/>
                  <a:chOff x="502462" y="2682807"/>
                  <a:chExt cx="960281" cy="251131"/>
                </a:xfrm>
              </p:grpSpPr>
              <p:sp>
                <p:nvSpPr>
                  <p:cNvPr id="5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567" name="Gruppieren 248"/>
                <p:cNvGrpSpPr/>
                <p:nvPr/>
              </p:nvGrpSpPr>
              <p:grpSpPr bwMode="gray">
                <a:xfrm>
                  <a:off x="7704952" y="5343282"/>
                  <a:ext cx="960281" cy="251131"/>
                  <a:chOff x="502462" y="2385455"/>
                  <a:chExt cx="960281" cy="251131"/>
                </a:xfrm>
              </p:grpSpPr>
              <p:sp>
                <p:nvSpPr>
                  <p:cNvPr id="5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5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</p:grpSp>
        <p:grpSp>
          <p:nvGrpSpPr>
            <p:cNvPr id="5" name="Gruppieren 4"/>
            <p:cNvGrpSpPr/>
            <p:nvPr/>
          </p:nvGrpSpPr>
          <p:grpSpPr>
            <a:xfrm>
              <a:off x="3159788" y="228566"/>
              <a:ext cx="2798564" cy="1927885"/>
              <a:chOff x="3159788" y="228566"/>
              <a:chExt cx="2798564" cy="1927885"/>
            </a:xfrm>
          </p:grpSpPr>
          <p:grpSp>
            <p:nvGrpSpPr>
              <p:cNvPr id="263" name="Group 23"/>
              <p:cNvGrpSpPr>
                <a:grpSpLocks noChangeAspect="1"/>
              </p:cNvGrpSpPr>
              <p:nvPr/>
            </p:nvGrpSpPr>
            <p:grpSpPr bwMode="auto">
              <a:xfrm rot="2086332">
                <a:off x="3159788" y="228566"/>
                <a:ext cx="1953093" cy="1927885"/>
                <a:chOff x="2363" y="1063"/>
                <a:chExt cx="2247" cy="2218"/>
              </a:xfrm>
            </p:grpSpPr>
            <p:sp>
              <p:nvSpPr>
                <p:cNvPr id="264" name="Freeform 24"/>
                <p:cNvSpPr>
                  <a:spLocks/>
                </p:cNvSpPr>
                <p:nvPr/>
              </p:nvSpPr>
              <p:spPr bwMode="auto">
                <a:xfrm>
                  <a:off x="2578" y="1119"/>
                  <a:ext cx="2032" cy="2162"/>
                </a:xfrm>
                <a:custGeom>
                  <a:avLst/>
                  <a:gdLst>
                    <a:gd name="T0" fmla="*/ 340 w 860"/>
                    <a:gd name="T1" fmla="*/ 741 h 915"/>
                    <a:gd name="T2" fmla="*/ 689 w 860"/>
                    <a:gd name="T3" fmla="*/ 338 h 915"/>
                    <a:gd name="T4" fmla="*/ 860 w 860"/>
                    <a:gd name="T5" fmla="*/ 0 h 915"/>
                    <a:gd name="T6" fmla="*/ 286 w 860"/>
                    <a:gd name="T7" fmla="*/ 714 h 915"/>
                    <a:gd name="T8" fmla="*/ 277 w 860"/>
                    <a:gd name="T9" fmla="*/ 900 h 915"/>
                    <a:gd name="T10" fmla="*/ 304 w 860"/>
                    <a:gd name="T11" fmla="*/ 893 h 915"/>
                    <a:gd name="T12" fmla="*/ 340 w 860"/>
                    <a:gd name="T13" fmla="*/ 741 h 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60" h="915">
                      <a:moveTo>
                        <a:pt x="340" y="741"/>
                      </a:moveTo>
                      <a:cubicBezTo>
                        <a:pt x="586" y="679"/>
                        <a:pt x="700" y="592"/>
                        <a:pt x="689" y="338"/>
                      </a:cubicBezTo>
                      <a:cubicBezTo>
                        <a:pt x="679" y="81"/>
                        <a:pt x="860" y="0"/>
                        <a:pt x="860" y="0"/>
                      </a:cubicBezTo>
                      <a:cubicBezTo>
                        <a:pt x="0" y="200"/>
                        <a:pt x="218" y="628"/>
                        <a:pt x="286" y="714"/>
                      </a:cubicBezTo>
                      <a:cubicBezTo>
                        <a:pt x="243" y="907"/>
                        <a:pt x="277" y="900"/>
                        <a:pt x="277" y="900"/>
                      </a:cubicBezTo>
                      <a:cubicBezTo>
                        <a:pt x="286" y="915"/>
                        <a:pt x="304" y="893"/>
                        <a:pt x="304" y="893"/>
                      </a:cubicBezTo>
                      <a:cubicBezTo>
                        <a:pt x="313" y="845"/>
                        <a:pt x="321" y="797"/>
                        <a:pt x="340" y="741"/>
                      </a:cubicBezTo>
                      <a:close/>
                    </a:path>
                  </a:pathLst>
                </a:custGeom>
                <a:solidFill>
                  <a:srgbClr val="8788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65" name="Freeform 25"/>
                <p:cNvSpPr>
                  <a:spLocks/>
                </p:cNvSpPr>
                <p:nvPr/>
              </p:nvSpPr>
              <p:spPr bwMode="auto">
                <a:xfrm>
                  <a:off x="2569" y="1063"/>
                  <a:ext cx="2031" cy="2161"/>
                </a:xfrm>
                <a:custGeom>
                  <a:avLst/>
                  <a:gdLst>
                    <a:gd name="T0" fmla="*/ 860 w 860"/>
                    <a:gd name="T1" fmla="*/ 0 h 915"/>
                    <a:gd name="T2" fmla="*/ 286 w 860"/>
                    <a:gd name="T3" fmla="*/ 714 h 915"/>
                    <a:gd name="T4" fmla="*/ 277 w 860"/>
                    <a:gd name="T5" fmla="*/ 900 h 915"/>
                    <a:gd name="T6" fmla="*/ 304 w 860"/>
                    <a:gd name="T7" fmla="*/ 893 h 915"/>
                    <a:gd name="T8" fmla="*/ 340 w 860"/>
                    <a:gd name="T9" fmla="*/ 741 h 915"/>
                    <a:gd name="T10" fmla="*/ 689 w 860"/>
                    <a:gd name="T11" fmla="*/ 338 h 915"/>
                    <a:gd name="T12" fmla="*/ 860 w 860"/>
                    <a:gd name="T13" fmla="*/ 0 h 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60" h="915">
                      <a:moveTo>
                        <a:pt x="860" y="0"/>
                      </a:moveTo>
                      <a:cubicBezTo>
                        <a:pt x="0" y="200"/>
                        <a:pt x="218" y="628"/>
                        <a:pt x="286" y="714"/>
                      </a:cubicBezTo>
                      <a:cubicBezTo>
                        <a:pt x="243" y="907"/>
                        <a:pt x="277" y="900"/>
                        <a:pt x="277" y="900"/>
                      </a:cubicBezTo>
                      <a:cubicBezTo>
                        <a:pt x="286" y="915"/>
                        <a:pt x="304" y="893"/>
                        <a:pt x="304" y="893"/>
                      </a:cubicBezTo>
                      <a:cubicBezTo>
                        <a:pt x="313" y="845"/>
                        <a:pt x="321" y="797"/>
                        <a:pt x="340" y="741"/>
                      </a:cubicBezTo>
                      <a:cubicBezTo>
                        <a:pt x="586" y="679"/>
                        <a:pt x="700" y="592"/>
                        <a:pt x="689" y="338"/>
                      </a:cubicBezTo>
                      <a:cubicBezTo>
                        <a:pt x="679" y="81"/>
                        <a:pt x="860" y="0"/>
                        <a:pt x="860" y="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66" name="Freeform 26"/>
                <p:cNvSpPr>
                  <a:spLocks/>
                </p:cNvSpPr>
                <p:nvPr/>
              </p:nvSpPr>
              <p:spPr bwMode="auto">
                <a:xfrm>
                  <a:off x="2363" y="1096"/>
                  <a:ext cx="2157" cy="1687"/>
                </a:xfrm>
                <a:custGeom>
                  <a:avLst/>
                  <a:gdLst>
                    <a:gd name="T0" fmla="*/ 913 w 913"/>
                    <a:gd name="T1" fmla="*/ 0 h 714"/>
                    <a:gd name="T2" fmla="*/ 750 w 913"/>
                    <a:gd name="T3" fmla="*/ 326 h 714"/>
                    <a:gd name="T4" fmla="*/ 408 w 913"/>
                    <a:gd name="T5" fmla="*/ 714 h 714"/>
                    <a:gd name="T6" fmla="*/ 913 w 913"/>
                    <a:gd name="T7" fmla="*/ 0 h 7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3" h="714">
                      <a:moveTo>
                        <a:pt x="913" y="0"/>
                      </a:moveTo>
                      <a:cubicBezTo>
                        <a:pt x="913" y="0"/>
                        <a:pt x="744" y="83"/>
                        <a:pt x="750" y="326"/>
                      </a:cubicBezTo>
                      <a:cubicBezTo>
                        <a:pt x="756" y="569"/>
                        <a:pt x="645" y="651"/>
                        <a:pt x="408" y="714"/>
                      </a:cubicBezTo>
                      <a:cubicBezTo>
                        <a:pt x="408" y="714"/>
                        <a:pt x="0" y="278"/>
                        <a:pt x="9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67" name="Freeform 27"/>
                <p:cNvSpPr>
                  <a:spLocks/>
                </p:cNvSpPr>
                <p:nvPr/>
              </p:nvSpPr>
              <p:spPr bwMode="auto">
                <a:xfrm>
                  <a:off x="3112" y="1398"/>
                  <a:ext cx="990" cy="1781"/>
                </a:xfrm>
                <a:custGeom>
                  <a:avLst/>
                  <a:gdLst>
                    <a:gd name="T0" fmla="*/ 419 w 419"/>
                    <a:gd name="T1" fmla="*/ 0 h 754"/>
                    <a:gd name="T2" fmla="*/ 66 w 419"/>
                    <a:gd name="T3" fmla="*/ 731 h 754"/>
                    <a:gd name="T4" fmla="*/ 48 w 419"/>
                    <a:gd name="T5" fmla="*/ 739 h 754"/>
                    <a:gd name="T6" fmla="*/ 419 w 419"/>
                    <a:gd name="T7" fmla="*/ 0 h 7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19" h="754">
                      <a:moveTo>
                        <a:pt x="419" y="0"/>
                      </a:moveTo>
                      <a:cubicBezTo>
                        <a:pt x="419" y="0"/>
                        <a:pt x="89" y="469"/>
                        <a:pt x="66" y="731"/>
                      </a:cubicBezTo>
                      <a:cubicBezTo>
                        <a:pt x="66" y="731"/>
                        <a:pt x="56" y="754"/>
                        <a:pt x="48" y="739"/>
                      </a:cubicBezTo>
                      <a:cubicBezTo>
                        <a:pt x="48" y="739"/>
                        <a:pt x="0" y="547"/>
                        <a:pt x="419" y="0"/>
                      </a:cubicBez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68" name="Freeform 28"/>
                <p:cNvSpPr>
                  <a:spLocks/>
                </p:cNvSpPr>
                <p:nvPr/>
              </p:nvSpPr>
              <p:spPr bwMode="auto">
                <a:xfrm>
                  <a:off x="2963" y="1646"/>
                  <a:ext cx="529" cy="948"/>
                </a:xfrm>
                <a:custGeom>
                  <a:avLst/>
                  <a:gdLst>
                    <a:gd name="T0" fmla="*/ 224 w 224"/>
                    <a:gd name="T1" fmla="*/ 13 h 401"/>
                    <a:gd name="T2" fmla="*/ 208 w 224"/>
                    <a:gd name="T3" fmla="*/ 0 h 401"/>
                    <a:gd name="T4" fmla="*/ 111 w 224"/>
                    <a:gd name="T5" fmla="*/ 401 h 401"/>
                    <a:gd name="T6" fmla="*/ 224 w 224"/>
                    <a:gd name="T7" fmla="*/ 13 h 4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4" h="401">
                      <a:moveTo>
                        <a:pt x="224" y="13"/>
                      </a:moveTo>
                      <a:cubicBezTo>
                        <a:pt x="219" y="9"/>
                        <a:pt x="213" y="5"/>
                        <a:pt x="208" y="0"/>
                      </a:cubicBezTo>
                      <a:cubicBezTo>
                        <a:pt x="0" y="164"/>
                        <a:pt x="111" y="401"/>
                        <a:pt x="111" y="401"/>
                      </a:cubicBezTo>
                      <a:cubicBezTo>
                        <a:pt x="72" y="214"/>
                        <a:pt x="139" y="91"/>
                        <a:pt x="224" y="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69" name="Freeform 29"/>
                <p:cNvSpPr>
                  <a:spLocks/>
                </p:cNvSpPr>
                <p:nvPr/>
              </p:nvSpPr>
              <p:spPr bwMode="auto">
                <a:xfrm>
                  <a:off x="3469" y="1545"/>
                  <a:ext cx="144" cy="123"/>
                </a:xfrm>
                <a:custGeom>
                  <a:avLst/>
                  <a:gdLst>
                    <a:gd name="T0" fmla="*/ 40 w 61"/>
                    <a:gd name="T1" fmla="*/ 0 h 52"/>
                    <a:gd name="T2" fmla="*/ 0 w 61"/>
                    <a:gd name="T3" fmla="*/ 38 h 52"/>
                    <a:gd name="T4" fmla="*/ 15 w 61"/>
                    <a:gd name="T5" fmla="*/ 52 h 52"/>
                    <a:gd name="T6" fmla="*/ 61 w 61"/>
                    <a:gd name="T7" fmla="*/ 14 h 52"/>
                    <a:gd name="T8" fmla="*/ 40 w 61"/>
                    <a:gd name="T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" h="52">
                      <a:moveTo>
                        <a:pt x="40" y="0"/>
                      </a:moveTo>
                      <a:cubicBezTo>
                        <a:pt x="27" y="14"/>
                        <a:pt x="14" y="27"/>
                        <a:pt x="0" y="38"/>
                      </a:cubicBezTo>
                      <a:cubicBezTo>
                        <a:pt x="5" y="43"/>
                        <a:pt x="10" y="48"/>
                        <a:pt x="15" y="52"/>
                      </a:cubicBezTo>
                      <a:cubicBezTo>
                        <a:pt x="32" y="40"/>
                        <a:pt x="47" y="27"/>
                        <a:pt x="61" y="14"/>
                      </a:cubicBez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FFFB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70" name="Freeform 30"/>
                <p:cNvSpPr>
                  <a:spLocks/>
                </p:cNvSpPr>
                <p:nvPr/>
              </p:nvSpPr>
              <p:spPr bwMode="auto">
                <a:xfrm>
                  <a:off x="4017" y="2638"/>
                  <a:ext cx="7" cy="5"/>
                </a:xfrm>
                <a:custGeom>
                  <a:avLst/>
                  <a:gdLst>
                    <a:gd name="T0" fmla="*/ 7 w 7"/>
                    <a:gd name="T1" fmla="*/ 0 h 5"/>
                    <a:gd name="T2" fmla="*/ 0 w 7"/>
                    <a:gd name="T3" fmla="*/ 5 h 5"/>
                    <a:gd name="T4" fmla="*/ 7 w 7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" h="5">
                      <a:moveTo>
                        <a:pt x="7" y="0"/>
                      </a:moveTo>
                      <a:lnTo>
                        <a:pt x="0" y="5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5CE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71" name="Line 31"/>
                <p:cNvSpPr>
                  <a:spLocks noChangeShapeType="1"/>
                </p:cNvSpPr>
                <p:nvPr/>
              </p:nvSpPr>
              <p:spPr bwMode="auto">
                <a:xfrm flipH="1">
                  <a:off x="4017" y="2638"/>
                  <a:ext cx="7" cy="5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72" name="Freeform 32"/>
                <p:cNvSpPr>
                  <a:spLocks/>
                </p:cNvSpPr>
                <p:nvPr/>
              </p:nvSpPr>
              <p:spPr bwMode="auto">
                <a:xfrm>
                  <a:off x="3941" y="2582"/>
                  <a:ext cx="7" cy="4"/>
                </a:xfrm>
                <a:custGeom>
                  <a:avLst/>
                  <a:gdLst>
                    <a:gd name="T0" fmla="*/ 7 w 7"/>
                    <a:gd name="T1" fmla="*/ 0 h 4"/>
                    <a:gd name="T2" fmla="*/ 0 w 7"/>
                    <a:gd name="T3" fmla="*/ 4 h 4"/>
                    <a:gd name="T4" fmla="*/ 7 w 7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" h="4">
                      <a:moveTo>
                        <a:pt x="7" y="0"/>
                      </a:moveTo>
                      <a:lnTo>
                        <a:pt x="0" y="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9AAD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73" name="Line 33"/>
                <p:cNvSpPr>
                  <a:spLocks noChangeShapeType="1"/>
                </p:cNvSpPr>
                <p:nvPr/>
              </p:nvSpPr>
              <p:spPr bwMode="auto">
                <a:xfrm flipH="1">
                  <a:off x="3941" y="2582"/>
                  <a:ext cx="7" cy="4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274" name="Textfeld 273"/>
              <p:cNvSpPr txBox="1"/>
              <p:nvPr/>
            </p:nvSpPr>
            <p:spPr bwMode="gray">
              <a:xfrm>
                <a:off x="4670866" y="1657117"/>
                <a:ext cx="1287486" cy="430250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</a:t>
                </a:r>
              </a:p>
              <a:p>
                <a:pPr algn="l">
                  <a:spcAft>
                    <a:spcPts val="0"/>
                  </a:spcAft>
                </a:pPr>
                <a:endParaRPr lang="de-DE" sz="800" dirty="0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1398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pieren 7"/>
          <p:cNvGrpSpPr/>
          <p:nvPr/>
        </p:nvGrpSpPr>
        <p:grpSpPr>
          <a:xfrm>
            <a:off x="323850" y="298375"/>
            <a:ext cx="8497092" cy="6234522"/>
            <a:chOff x="323850" y="298375"/>
            <a:chExt cx="8497092" cy="6234522"/>
          </a:xfrm>
        </p:grpSpPr>
        <p:sp>
          <p:nvSpPr>
            <p:cNvPr id="18" name="Rechteck 17"/>
            <p:cNvSpPr/>
            <p:nvPr/>
          </p:nvSpPr>
          <p:spPr bwMode="auto">
            <a:xfrm>
              <a:off x="6037500" y="305690"/>
              <a:ext cx="2783441" cy="6226059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15" name="Rechteck 114"/>
            <p:cNvSpPr/>
            <p:nvPr/>
          </p:nvSpPr>
          <p:spPr bwMode="auto">
            <a:xfrm>
              <a:off x="331706" y="306838"/>
              <a:ext cx="5705795" cy="6226059"/>
            </a:xfrm>
            <a:prstGeom prst="rect">
              <a:avLst/>
            </a:prstGeom>
            <a:solidFill>
              <a:srgbClr val="E6E6E6"/>
            </a:solidFill>
            <a:ln w="12700">
              <a:noFill/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4" name="Rechteck 3"/>
            <p:cNvSpPr/>
            <p:nvPr/>
          </p:nvSpPr>
          <p:spPr bwMode="auto">
            <a:xfrm>
              <a:off x="323850" y="298375"/>
              <a:ext cx="8497092" cy="6226059"/>
            </a:xfrm>
            <a:prstGeom prst="rect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</p:spPr>
          <p:txBody>
            <a:bodyPr rtlCol="0" anchor="ctr"/>
            <a:lstStyle/>
            <a:p>
              <a:pPr algn="ctr"/>
              <a:endParaRPr lang="de-DE" dirty="0"/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6173370" y="3420385"/>
              <a:ext cx="2622847" cy="2880140"/>
              <a:chOff x="6173370" y="3420385"/>
              <a:chExt cx="2622847" cy="2880140"/>
            </a:xfrm>
          </p:grpSpPr>
          <p:grpSp>
            <p:nvGrpSpPr>
              <p:cNvPr id="262" name="Gruppieren 261"/>
              <p:cNvGrpSpPr/>
              <p:nvPr/>
            </p:nvGrpSpPr>
            <p:grpSpPr bwMode="gray">
              <a:xfrm>
                <a:off x="6185893" y="3434048"/>
                <a:ext cx="1203710" cy="1394518"/>
                <a:chOff x="393450" y="3429795"/>
                <a:chExt cx="1296000" cy="1501437"/>
              </a:xfrm>
            </p:grpSpPr>
            <p:sp>
              <p:nvSpPr>
                <p:cNvPr id="263" name="Textfeld 262"/>
                <p:cNvSpPr txBox="1"/>
                <p:nvPr/>
              </p:nvSpPr>
              <p:spPr bwMode="gray">
                <a:xfrm>
                  <a:off x="393450" y="3861233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64" name="Textfeld 263"/>
                <p:cNvSpPr txBox="1"/>
                <p:nvPr/>
              </p:nvSpPr>
              <p:spPr bwMode="gray">
                <a:xfrm>
                  <a:off x="395217" y="3429795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bg1"/>
                      </a:solidFill>
                    </a:rPr>
                    <a:t>38</a:t>
                  </a:r>
                  <a:r>
                    <a:rPr lang="de-DE" sz="2400" dirty="0" smtClean="0">
                      <a:solidFill>
                        <a:schemeClr val="bg1"/>
                      </a:solidFill>
                    </a:rPr>
                    <a:t> %</a:t>
                  </a:r>
                  <a:endParaRPr lang="de-DE" sz="24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265" name="Gruppieren 264"/>
              <p:cNvGrpSpPr/>
              <p:nvPr/>
            </p:nvGrpSpPr>
            <p:grpSpPr bwMode="gray">
              <a:xfrm>
                <a:off x="7592507" y="3420385"/>
                <a:ext cx="1203710" cy="1394518"/>
                <a:chOff x="1711480" y="3429795"/>
                <a:chExt cx="1296000" cy="1501437"/>
              </a:xfrm>
            </p:grpSpPr>
            <p:sp>
              <p:nvSpPr>
                <p:cNvPr id="266" name="Textfeld 265"/>
                <p:cNvSpPr txBox="1"/>
                <p:nvPr/>
              </p:nvSpPr>
              <p:spPr bwMode="gray">
                <a:xfrm>
                  <a:off x="1711480" y="3861233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67" name="Textfeld 266"/>
                <p:cNvSpPr txBox="1"/>
                <p:nvPr/>
              </p:nvSpPr>
              <p:spPr bwMode="gray">
                <a:xfrm>
                  <a:off x="1711480" y="3429795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bg1"/>
                      </a:solidFill>
                    </a:rPr>
                    <a:t>62</a:t>
                  </a:r>
                  <a:r>
                    <a:rPr lang="de-DE" sz="2400" dirty="0" smtClean="0">
                      <a:solidFill>
                        <a:schemeClr val="bg1"/>
                      </a:solidFill>
                    </a:rPr>
                    <a:t> %</a:t>
                  </a:r>
                  <a:endParaRPr lang="de-DE" sz="24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268" name="Gruppieren 267"/>
              <p:cNvGrpSpPr/>
              <p:nvPr/>
            </p:nvGrpSpPr>
            <p:grpSpPr bwMode="gray">
              <a:xfrm>
                <a:off x="6173370" y="4906007"/>
                <a:ext cx="1203710" cy="1394518"/>
                <a:chOff x="4641038" y="3429796"/>
                <a:chExt cx="1296000" cy="1501437"/>
              </a:xfrm>
            </p:grpSpPr>
            <p:sp>
              <p:nvSpPr>
                <p:cNvPr id="269" name="Textfeld 268"/>
                <p:cNvSpPr txBox="1"/>
                <p:nvPr/>
              </p:nvSpPr>
              <p:spPr bwMode="gray">
                <a:xfrm>
                  <a:off x="4641038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70" name="Textfeld 269"/>
                <p:cNvSpPr txBox="1"/>
                <p:nvPr/>
              </p:nvSpPr>
              <p:spPr bwMode="gray">
                <a:xfrm>
                  <a:off x="4641038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schemeClr val="bg1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bg1"/>
                      </a:solidFill>
                    </a:rPr>
                    <a:t>254</a:t>
                  </a:r>
                  <a:endParaRPr lang="de-DE" sz="24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271" name="Gruppieren 270"/>
              <p:cNvGrpSpPr/>
              <p:nvPr/>
            </p:nvGrpSpPr>
            <p:grpSpPr bwMode="gray">
              <a:xfrm>
                <a:off x="7580105" y="4899508"/>
                <a:ext cx="1203710" cy="1394518"/>
                <a:chOff x="4579508" y="3429796"/>
                <a:chExt cx="1296000" cy="1501437"/>
              </a:xfrm>
            </p:grpSpPr>
            <p:sp>
              <p:nvSpPr>
                <p:cNvPr id="272" name="Textfeld 271"/>
                <p:cNvSpPr txBox="1"/>
                <p:nvPr/>
              </p:nvSpPr>
              <p:spPr bwMode="gray">
                <a:xfrm>
                  <a:off x="4579508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73" name="Textfeld 272"/>
                <p:cNvSpPr txBox="1"/>
                <p:nvPr/>
              </p:nvSpPr>
              <p:spPr bwMode="gray">
                <a:xfrm>
                  <a:off x="4579508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schemeClr val="bg1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bg1"/>
                      </a:solidFill>
                    </a:rPr>
                    <a:t>318</a:t>
                  </a:r>
                  <a:endParaRPr lang="de-DE" sz="2400" dirty="0">
                    <a:solidFill>
                      <a:schemeClr val="bg1"/>
                    </a:solidFill>
                  </a:endParaRPr>
                </a:p>
              </p:txBody>
            </p:sp>
          </p:grpSp>
        </p:grpSp>
        <p:grpSp>
          <p:nvGrpSpPr>
            <p:cNvPr id="274" name="Gruppieren 273"/>
            <p:cNvGrpSpPr/>
            <p:nvPr/>
          </p:nvGrpSpPr>
          <p:grpSpPr>
            <a:xfrm>
              <a:off x="6178859" y="669264"/>
              <a:ext cx="2461573" cy="1463204"/>
              <a:chOff x="8892455" y="917756"/>
              <a:chExt cx="2650305" cy="1575390"/>
            </a:xfrm>
          </p:grpSpPr>
          <p:sp>
            <p:nvSpPr>
              <p:cNvPr id="275" name="Freeform 6"/>
              <p:cNvSpPr>
                <a:spLocks noEditPoints="1"/>
              </p:cNvSpPr>
              <p:nvPr/>
            </p:nvSpPr>
            <p:spPr bwMode="auto">
              <a:xfrm>
                <a:off x="8892455" y="917756"/>
                <a:ext cx="2650305" cy="1575390"/>
              </a:xfrm>
              <a:custGeom>
                <a:avLst/>
                <a:gdLst>
                  <a:gd name="T0" fmla="*/ 355 w 389"/>
                  <a:gd name="T1" fmla="*/ 196 h 243"/>
                  <a:gd name="T2" fmla="*/ 367 w 389"/>
                  <a:gd name="T3" fmla="*/ 168 h 243"/>
                  <a:gd name="T4" fmla="*/ 367 w 389"/>
                  <a:gd name="T5" fmla="*/ 121 h 243"/>
                  <a:gd name="T6" fmla="*/ 330 w 389"/>
                  <a:gd name="T7" fmla="*/ 84 h 243"/>
                  <a:gd name="T8" fmla="*/ 314 w 389"/>
                  <a:gd name="T9" fmla="*/ 84 h 243"/>
                  <a:gd name="T10" fmla="*/ 314 w 389"/>
                  <a:gd name="T11" fmla="*/ 49 h 243"/>
                  <a:gd name="T12" fmla="*/ 265 w 389"/>
                  <a:gd name="T13" fmla="*/ 0 h 243"/>
                  <a:gd name="T14" fmla="*/ 84 w 389"/>
                  <a:gd name="T15" fmla="*/ 0 h 243"/>
                  <a:gd name="T16" fmla="*/ 35 w 389"/>
                  <a:gd name="T17" fmla="*/ 49 h 243"/>
                  <a:gd name="T18" fmla="*/ 35 w 389"/>
                  <a:gd name="T19" fmla="*/ 121 h 243"/>
                  <a:gd name="T20" fmla="*/ 58 w 389"/>
                  <a:gd name="T21" fmla="*/ 162 h 243"/>
                  <a:gd name="T22" fmla="*/ 0 w 389"/>
                  <a:gd name="T23" fmla="*/ 229 h 243"/>
                  <a:gd name="T24" fmla="*/ 141 w 389"/>
                  <a:gd name="T25" fmla="*/ 170 h 243"/>
                  <a:gd name="T26" fmla="*/ 175 w 389"/>
                  <a:gd name="T27" fmla="*/ 170 h 243"/>
                  <a:gd name="T28" fmla="*/ 212 w 389"/>
                  <a:gd name="T29" fmla="*/ 205 h 243"/>
                  <a:gd name="T30" fmla="*/ 292 w 389"/>
                  <a:gd name="T31" fmla="*/ 205 h 243"/>
                  <a:gd name="T32" fmla="*/ 383 w 389"/>
                  <a:gd name="T33" fmla="*/ 243 h 243"/>
                  <a:gd name="T34" fmla="*/ 389 w 389"/>
                  <a:gd name="T35" fmla="*/ 236 h 243"/>
                  <a:gd name="T36" fmla="*/ 355 w 389"/>
                  <a:gd name="T37" fmla="*/ 196 h 243"/>
                  <a:gd name="T38" fmla="*/ 295 w 389"/>
                  <a:gd name="T39" fmla="*/ 196 h 243"/>
                  <a:gd name="T40" fmla="*/ 294 w 389"/>
                  <a:gd name="T41" fmla="*/ 195 h 243"/>
                  <a:gd name="T42" fmla="*/ 212 w 389"/>
                  <a:gd name="T43" fmla="*/ 195 h 243"/>
                  <a:gd name="T44" fmla="*/ 185 w 389"/>
                  <a:gd name="T45" fmla="*/ 170 h 243"/>
                  <a:gd name="T46" fmla="*/ 265 w 389"/>
                  <a:gd name="T47" fmla="*/ 170 h 243"/>
                  <a:gd name="T48" fmla="*/ 314 w 389"/>
                  <a:gd name="T49" fmla="*/ 121 h 243"/>
                  <a:gd name="T50" fmla="*/ 314 w 389"/>
                  <a:gd name="T51" fmla="*/ 94 h 243"/>
                  <a:gd name="T52" fmla="*/ 330 w 389"/>
                  <a:gd name="T53" fmla="*/ 94 h 243"/>
                  <a:gd name="T54" fmla="*/ 357 w 389"/>
                  <a:gd name="T55" fmla="*/ 121 h 243"/>
                  <a:gd name="T56" fmla="*/ 357 w 389"/>
                  <a:gd name="T57" fmla="*/ 168 h 243"/>
                  <a:gd name="T58" fmla="*/ 345 w 389"/>
                  <a:gd name="T59" fmla="*/ 191 h 243"/>
                  <a:gd name="T60" fmla="*/ 340 w 389"/>
                  <a:gd name="T61" fmla="*/ 194 h 243"/>
                  <a:gd name="T62" fmla="*/ 344 w 389"/>
                  <a:gd name="T63" fmla="*/ 198 h 243"/>
                  <a:gd name="T64" fmla="*/ 368 w 389"/>
                  <a:gd name="T65" fmla="*/ 226 h 243"/>
                  <a:gd name="T66" fmla="*/ 295 w 389"/>
                  <a:gd name="T67" fmla="*/ 19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89" h="243">
                    <a:moveTo>
                      <a:pt x="355" y="196"/>
                    </a:moveTo>
                    <a:cubicBezTo>
                      <a:pt x="362" y="189"/>
                      <a:pt x="367" y="179"/>
                      <a:pt x="367" y="168"/>
                    </a:cubicBezTo>
                    <a:cubicBezTo>
                      <a:pt x="367" y="121"/>
                      <a:pt x="367" y="121"/>
                      <a:pt x="367" y="121"/>
                    </a:cubicBezTo>
                    <a:cubicBezTo>
                      <a:pt x="367" y="101"/>
                      <a:pt x="350" y="84"/>
                      <a:pt x="330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4" y="49"/>
                      <a:pt x="314" y="49"/>
                      <a:pt x="314" y="49"/>
                    </a:cubicBezTo>
                    <a:cubicBezTo>
                      <a:pt x="314" y="22"/>
                      <a:pt x="292" y="0"/>
                      <a:pt x="26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57" y="0"/>
                      <a:pt x="35" y="22"/>
                      <a:pt x="35" y="49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38"/>
                      <a:pt x="44" y="153"/>
                      <a:pt x="58" y="162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141" y="170"/>
                      <a:pt x="141" y="170"/>
                      <a:pt x="141" y="170"/>
                    </a:cubicBezTo>
                    <a:cubicBezTo>
                      <a:pt x="175" y="170"/>
                      <a:pt x="175" y="170"/>
                      <a:pt x="175" y="170"/>
                    </a:cubicBezTo>
                    <a:cubicBezTo>
                      <a:pt x="175" y="189"/>
                      <a:pt x="192" y="205"/>
                      <a:pt x="212" y="205"/>
                    </a:cubicBezTo>
                    <a:cubicBezTo>
                      <a:pt x="292" y="205"/>
                      <a:pt x="292" y="205"/>
                      <a:pt x="292" y="205"/>
                    </a:cubicBezTo>
                    <a:cubicBezTo>
                      <a:pt x="383" y="243"/>
                      <a:pt x="383" y="243"/>
                      <a:pt x="383" y="243"/>
                    </a:cubicBezTo>
                    <a:cubicBezTo>
                      <a:pt x="389" y="236"/>
                      <a:pt x="389" y="236"/>
                      <a:pt x="389" y="236"/>
                    </a:cubicBezTo>
                    <a:lnTo>
                      <a:pt x="355" y="196"/>
                    </a:lnTo>
                    <a:close/>
                    <a:moveTo>
                      <a:pt x="295" y="196"/>
                    </a:moveTo>
                    <a:cubicBezTo>
                      <a:pt x="294" y="195"/>
                      <a:pt x="294" y="195"/>
                      <a:pt x="294" y="195"/>
                    </a:cubicBezTo>
                    <a:cubicBezTo>
                      <a:pt x="212" y="195"/>
                      <a:pt x="212" y="195"/>
                      <a:pt x="212" y="195"/>
                    </a:cubicBezTo>
                    <a:cubicBezTo>
                      <a:pt x="197" y="195"/>
                      <a:pt x="185" y="184"/>
                      <a:pt x="185" y="170"/>
                    </a:cubicBezTo>
                    <a:cubicBezTo>
                      <a:pt x="265" y="170"/>
                      <a:pt x="265" y="170"/>
                      <a:pt x="265" y="170"/>
                    </a:cubicBezTo>
                    <a:cubicBezTo>
                      <a:pt x="292" y="170"/>
                      <a:pt x="314" y="148"/>
                      <a:pt x="314" y="121"/>
                    </a:cubicBezTo>
                    <a:cubicBezTo>
                      <a:pt x="314" y="94"/>
                      <a:pt x="314" y="94"/>
                      <a:pt x="314" y="94"/>
                    </a:cubicBezTo>
                    <a:cubicBezTo>
                      <a:pt x="330" y="94"/>
                      <a:pt x="330" y="94"/>
                      <a:pt x="330" y="94"/>
                    </a:cubicBezTo>
                    <a:cubicBezTo>
                      <a:pt x="345" y="94"/>
                      <a:pt x="357" y="106"/>
                      <a:pt x="357" y="121"/>
                    </a:cubicBezTo>
                    <a:cubicBezTo>
                      <a:pt x="357" y="168"/>
                      <a:pt x="357" y="168"/>
                      <a:pt x="357" y="168"/>
                    </a:cubicBezTo>
                    <a:cubicBezTo>
                      <a:pt x="357" y="178"/>
                      <a:pt x="352" y="186"/>
                      <a:pt x="345" y="191"/>
                    </a:cubicBezTo>
                    <a:cubicBezTo>
                      <a:pt x="340" y="194"/>
                      <a:pt x="340" y="194"/>
                      <a:pt x="340" y="194"/>
                    </a:cubicBezTo>
                    <a:cubicBezTo>
                      <a:pt x="344" y="198"/>
                      <a:pt x="344" y="198"/>
                      <a:pt x="344" y="198"/>
                    </a:cubicBezTo>
                    <a:cubicBezTo>
                      <a:pt x="368" y="226"/>
                      <a:pt x="368" y="226"/>
                      <a:pt x="368" y="226"/>
                    </a:cubicBezTo>
                    <a:lnTo>
                      <a:pt x="295" y="196"/>
                    </a:lnTo>
                    <a:close/>
                  </a:path>
                </a:pathLst>
              </a:custGeom>
              <a:solidFill>
                <a:schemeClr val="bg1"/>
              </a:solidFill>
              <a:ln w="25400">
                <a:noFill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76" name="Freeform 6"/>
              <p:cNvSpPr>
                <a:spLocks/>
              </p:cNvSpPr>
              <p:nvPr/>
            </p:nvSpPr>
            <p:spPr bwMode="auto">
              <a:xfrm>
                <a:off x="9619331" y="1132267"/>
                <a:ext cx="953409" cy="669297"/>
              </a:xfrm>
              <a:custGeom>
                <a:avLst/>
                <a:gdLst>
                  <a:gd name="T0" fmla="*/ 0 w 148"/>
                  <a:gd name="T1" fmla="*/ 75 h 104"/>
                  <a:gd name="T2" fmla="*/ 28 w 148"/>
                  <a:gd name="T3" fmla="*/ 85 h 104"/>
                  <a:gd name="T4" fmla="*/ 54 w 148"/>
                  <a:gd name="T5" fmla="*/ 73 h 104"/>
                  <a:gd name="T6" fmla="*/ 44 w 148"/>
                  <a:gd name="T7" fmla="*/ 68 h 104"/>
                  <a:gd name="T8" fmla="*/ 49 w 148"/>
                  <a:gd name="T9" fmla="*/ 60 h 104"/>
                  <a:gd name="T10" fmla="*/ 31 w 148"/>
                  <a:gd name="T11" fmla="*/ 51 h 104"/>
                  <a:gd name="T12" fmla="*/ 41 w 148"/>
                  <a:gd name="T13" fmla="*/ 46 h 104"/>
                  <a:gd name="T14" fmla="*/ 25 w 148"/>
                  <a:gd name="T15" fmla="*/ 31 h 104"/>
                  <a:gd name="T16" fmla="*/ 33 w 148"/>
                  <a:gd name="T17" fmla="*/ 30 h 104"/>
                  <a:gd name="T18" fmla="*/ 21 w 148"/>
                  <a:gd name="T19" fmla="*/ 11 h 104"/>
                  <a:gd name="T20" fmla="*/ 61 w 148"/>
                  <a:gd name="T21" fmla="*/ 29 h 104"/>
                  <a:gd name="T22" fmla="*/ 71 w 148"/>
                  <a:gd name="T23" fmla="*/ 38 h 104"/>
                  <a:gd name="T24" fmla="*/ 80 w 148"/>
                  <a:gd name="T25" fmla="*/ 17 h 104"/>
                  <a:gd name="T26" fmla="*/ 94 w 148"/>
                  <a:gd name="T27" fmla="*/ 1 h 104"/>
                  <a:gd name="T28" fmla="*/ 93 w 148"/>
                  <a:gd name="T29" fmla="*/ 5 h 104"/>
                  <a:gd name="T30" fmla="*/ 104 w 148"/>
                  <a:gd name="T31" fmla="*/ 0 h 104"/>
                  <a:gd name="T32" fmla="*/ 100 w 148"/>
                  <a:gd name="T33" fmla="*/ 5 h 104"/>
                  <a:gd name="T34" fmla="*/ 105 w 148"/>
                  <a:gd name="T35" fmla="*/ 3 h 104"/>
                  <a:gd name="T36" fmla="*/ 110 w 148"/>
                  <a:gd name="T37" fmla="*/ 4 h 104"/>
                  <a:gd name="T38" fmla="*/ 105 w 148"/>
                  <a:gd name="T39" fmla="*/ 7 h 104"/>
                  <a:gd name="T40" fmla="*/ 98 w 148"/>
                  <a:gd name="T41" fmla="*/ 9 h 104"/>
                  <a:gd name="T42" fmla="*/ 130 w 148"/>
                  <a:gd name="T43" fmla="*/ 38 h 104"/>
                  <a:gd name="T44" fmla="*/ 148 w 148"/>
                  <a:gd name="T45" fmla="*/ 38 h 104"/>
                  <a:gd name="T46" fmla="*/ 132 w 148"/>
                  <a:gd name="T47" fmla="*/ 46 h 104"/>
                  <a:gd name="T48" fmla="*/ 148 w 148"/>
                  <a:gd name="T49" fmla="*/ 48 h 104"/>
                  <a:gd name="T50" fmla="*/ 147 w 148"/>
                  <a:gd name="T51" fmla="*/ 49 h 104"/>
                  <a:gd name="T52" fmla="*/ 131 w 148"/>
                  <a:gd name="T53" fmla="*/ 54 h 104"/>
                  <a:gd name="T54" fmla="*/ 74 w 148"/>
                  <a:gd name="T55" fmla="*/ 102 h 104"/>
                  <a:gd name="T56" fmla="*/ 50 w 148"/>
                  <a:gd name="T57" fmla="*/ 103 h 104"/>
                  <a:gd name="T58" fmla="*/ 0 w 148"/>
                  <a:gd name="T59" fmla="*/ 75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8" h="104">
                    <a:moveTo>
                      <a:pt x="0" y="75"/>
                    </a:moveTo>
                    <a:cubicBezTo>
                      <a:pt x="7" y="80"/>
                      <a:pt x="15" y="85"/>
                      <a:pt x="28" y="85"/>
                    </a:cubicBezTo>
                    <a:cubicBezTo>
                      <a:pt x="40" y="84"/>
                      <a:pt x="48" y="78"/>
                      <a:pt x="54" y="73"/>
                    </a:cubicBezTo>
                    <a:cubicBezTo>
                      <a:pt x="50" y="73"/>
                      <a:pt x="45" y="71"/>
                      <a:pt x="44" y="68"/>
                    </a:cubicBezTo>
                    <a:cubicBezTo>
                      <a:pt x="42" y="64"/>
                      <a:pt x="46" y="61"/>
                      <a:pt x="49" y="60"/>
                    </a:cubicBezTo>
                    <a:cubicBezTo>
                      <a:pt x="40" y="60"/>
                      <a:pt x="35" y="56"/>
                      <a:pt x="31" y="51"/>
                    </a:cubicBezTo>
                    <a:cubicBezTo>
                      <a:pt x="33" y="48"/>
                      <a:pt x="37" y="47"/>
                      <a:pt x="41" y="46"/>
                    </a:cubicBezTo>
                    <a:cubicBezTo>
                      <a:pt x="33" y="44"/>
                      <a:pt x="26" y="40"/>
                      <a:pt x="25" y="31"/>
                    </a:cubicBezTo>
                    <a:cubicBezTo>
                      <a:pt x="28" y="31"/>
                      <a:pt x="30" y="30"/>
                      <a:pt x="33" y="30"/>
                    </a:cubicBezTo>
                    <a:cubicBezTo>
                      <a:pt x="27" y="26"/>
                      <a:pt x="21" y="22"/>
                      <a:pt x="21" y="11"/>
                    </a:cubicBezTo>
                    <a:cubicBezTo>
                      <a:pt x="35" y="17"/>
                      <a:pt x="49" y="22"/>
                      <a:pt x="61" y="29"/>
                    </a:cubicBezTo>
                    <a:cubicBezTo>
                      <a:pt x="64" y="31"/>
                      <a:pt x="68" y="35"/>
                      <a:pt x="71" y="38"/>
                    </a:cubicBezTo>
                    <a:cubicBezTo>
                      <a:pt x="73" y="30"/>
                      <a:pt x="77" y="23"/>
                      <a:pt x="80" y="17"/>
                    </a:cubicBezTo>
                    <a:cubicBezTo>
                      <a:pt x="84" y="11"/>
                      <a:pt x="88" y="5"/>
                      <a:pt x="94" y="1"/>
                    </a:cubicBezTo>
                    <a:cubicBezTo>
                      <a:pt x="94" y="3"/>
                      <a:pt x="93" y="4"/>
                      <a:pt x="93" y="5"/>
                    </a:cubicBezTo>
                    <a:cubicBezTo>
                      <a:pt x="96" y="3"/>
                      <a:pt x="99" y="1"/>
                      <a:pt x="104" y="0"/>
                    </a:cubicBezTo>
                    <a:cubicBezTo>
                      <a:pt x="103" y="3"/>
                      <a:pt x="101" y="3"/>
                      <a:pt x="100" y="5"/>
                    </a:cubicBezTo>
                    <a:cubicBezTo>
                      <a:pt x="101" y="4"/>
                      <a:pt x="103" y="3"/>
                      <a:pt x="105" y="3"/>
                    </a:cubicBezTo>
                    <a:cubicBezTo>
                      <a:pt x="107" y="2"/>
                      <a:pt x="110" y="2"/>
                      <a:pt x="110" y="4"/>
                    </a:cubicBezTo>
                    <a:cubicBezTo>
                      <a:pt x="111" y="6"/>
                      <a:pt x="107" y="7"/>
                      <a:pt x="105" y="7"/>
                    </a:cubicBezTo>
                    <a:cubicBezTo>
                      <a:pt x="103" y="8"/>
                      <a:pt x="101" y="9"/>
                      <a:pt x="98" y="9"/>
                    </a:cubicBezTo>
                    <a:cubicBezTo>
                      <a:pt x="117" y="11"/>
                      <a:pt x="126" y="22"/>
                      <a:pt x="130" y="38"/>
                    </a:cubicBezTo>
                    <a:cubicBezTo>
                      <a:pt x="135" y="40"/>
                      <a:pt x="143" y="40"/>
                      <a:pt x="148" y="38"/>
                    </a:cubicBezTo>
                    <a:cubicBezTo>
                      <a:pt x="145" y="44"/>
                      <a:pt x="139" y="45"/>
                      <a:pt x="132" y="46"/>
                    </a:cubicBezTo>
                    <a:cubicBezTo>
                      <a:pt x="136" y="48"/>
                      <a:pt x="142" y="49"/>
                      <a:pt x="148" y="48"/>
                    </a:cubicBezTo>
                    <a:cubicBezTo>
                      <a:pt x="148" y="48"/>
                      <a:pt x="147" y="49"/>
                      <a:pt x="147" y="49"/>
                    </a:cubicBezTo>
                    <a:cubicBezTo>
                      <a:pt x="144" y="53"/>
                      <a:pt x="138" y="55"/>
                      <a:pt x="131" y="54"/>
                    </a:cubicBezTo>
                    <a:cubicBezTo>
                      <a:pt x="123" y="81"/>
                      <a:pt x="103" y="97"/>
                      <a:pt x="74" y="102"/>
                    </a:cubicBezTo>
                    <a:cubicBezTo>
                      <a:pt x="66" y="104"/>
                      <a:pt x="57" y="104"/>
                      <a:pt x="50" y="103"/>
                    </a:cubicBezTo>
                    <a:cubicBezTo>
                      <a:pt x="27" y="101"/>
                      <a:pt x="11" y="89"/>
                      <a:pt x="0" y="7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b="1"/>
              </a:p>
            </p:txBody>
          </p:sp>
        </p:grpSp>
        <p:grpSp>
          <p:nvGrpSpPr>
            <p:cNvPr id="277" name="Gruppieren 276"/>
            <p:cNvGrpSpPr/>
            <p:nvPr/>
          </p:nvGrpSpPr>
          <p:grpSpPr>
            <a:xfrm>
              <a:off x="6187403" y="2649608"/>
              <a:ext cx="2464598" cy="325091"/>
              <a:chOff x="8880600" y="2804860"/>
              <a:chExt cx="2653562" cy="350016"/>
            </a:xfrm>
            <a:solidFill>
              <a:schemeClr val="bg1"/>
            </a:solidFill>
          </p:grpSpPr>
          <p:grpSp>
            <p:nvGrpSpPr>
              <p:cNvPr id="278" name="Gruppieren 277"/>
              <p:cNvGrpSpPr/>
              <p:nvPr/>
            </p:nvGrpSpPr>
            <p:grpSpPr>
              <a:xfrm>
                <a:off x="9434495" y="2835661"/>
                <a:ext cx="379606" cy="318015"/>
                <a:chOff x="8769279" y="2915166"/>
                <a:chExt cx="479425" cy="401638"/>
              </a:xfrm>
              <a:grpFill/>
            </p:grpSpPr>
            <p:sp>
              <p:nvSpPr>
                <p:cNvPr id="288" name="Freeform 3393"/>
                <p:cNvSpPr>
                  <a:spLocks/>
                </p:cNvSpPr>
                <p:nvPr/>
              </p:nvSpPr>
              <p:spPr bwMode="auto">
                <a:xfrm>
                  <a:off x="9077254" y="2926277"/>
                  <a:ext cx="171450" cy="180975"/>
                </a:xfrm>
                <a:custGeom>
                  <a:avLst/>
                  <a:gdLst>
                    <a:gd name="T0" fmla="*/ 61 w 108"/>
                    <a:gd name="T1" fmla="*/ 0 h 114"/>
                    <a:gd name="T2" fmla="*/ 61 w 108"/>
                    <a:gd name="T3" fmla="*/ 50 h 114"/>
                    <a:gd name="T4" fmla="*/ 108 w 108"/>
                    <a:gd name="T5" fmla="*/ 50 h 114"/>
                    <a:gd name="T6" fmla="*/ 108 w 108"/>
                    <a:gd name="T7" fmla="*/ 64 h 114"/>
                    <a:gd name="T8" fmla="*/ 61 w 108"/>
                    <a:gd name="T9" fmla="*/ 64 h 114"/>
                    <a:gd name="T10" fmla="*/ 61 w 108"/>
                    <a:gd name="T11" fmla="*/ 114 h 114"/>
                    <a:gd name="T12" fmla="*/ 47 w 108"/>
                    <a:gd name="T13" fmla="*/ 114 h 114"/>
                    <a:gd name="T14" fmla="*/ 47 w 108"/>
                    <a:gd name="T15" fmla="*/ 64 h 114"/>
                    <a:gd name="T16" fmla="*/ 0 w 108"/>
                    <a:gd name="T17" fmla="*/ 64 h 114"/>
                    <a:gd name="T18" fmla="*/ 0 w 108"/>
                    <a:gd name="T19" fmla="*/ 50 h 114"/>
                    <a:gd name="T20" fmla="*/ 47 w 108"/>
                    <a:gd name="T21" fmla="*/ 50 h 114"/>
                    <a:gd name="T22" fmla="*/ 47 w 108"/>
                    <a:gd name="T23" fmla="*/ 0 h 114"/>
                    <a:gd name="T24" fmla="*/ 61 w 108"/>
                    <a:gd name="T25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8" h="114">
                      <a:moveTo>
                        <a:pt x="61" y="0"/>
                      </a:moveTo>
                      <a:lnTo>
                        <a:pt x="61" y="50"/>
                      </a:lnTo>
                      <a:lnTo>
                        <a:pt x="108" y="50"/>
                      </a:lnTo>
                      <a:lnTo>
                        <a:pt x="108" y="64"/>
                      </a:lnTo>
                      <a:lnTo>
                        <a:pt x="61" y="64"/>
                      </a:lnTo>
                      <a:lnTo>
                        <a:pt x="61" y="114"/>
                      </a:lnTo>
                      <a:lnTo>
                        <a:pt x="47" y="114"/>
                      </a:lnTo>
                      <a:lnTo>
                        <a:pt x="47" y="64"/>
                      </a:lnTo>
                      <a:lnTo>
                        <a:pt x="0" y="64"/>
                      </a:lnTo>
                      <a:lnTo>
                        <a:pt x="0" y="50"/>
                      </a:lnTo>
                      <a:lnTo>
                        <a:pt x="47" y="50"/>
                      </a:lnTo>
                      <a:lnTo>
                        <a:pt x="47" y="0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9" name="Freeform 3394"/>
                <p:cNvSpPr>
                  <a:spLocks noEditPoints="1"/>
                </p:cNvSpPr>
                <p:nvPr/>
              </p:nvSpPr>
              <p:spPr bwMode="auto">
                <a:xfrm>
                  <a:off x="8769279" y="2915166"/>
                  <a:ext cx="258762" cy="401638"/>
                </a:xfrm>
                <a:custGeom>
                  <a:avLst/>
                  <a:gdLst>
                    <a:gd name="T0" fmla="*/ 12 w 69"/>
                    <a:gd name="T1" fmla="*/ 84 h 107"/>
                    <a:gd name="T2" fmla="*/ 36 w 69"/>
                    <a:gd name="T3" fmla="*/ 67 h 107"/>
                    <a:gd name="T4" fmla="*/ 44 w 69"/>
                    <a:gd name="T5" fmla="*/ 68 h 107"/>
                    <a:gd name="T6" fmla="*/ 57 w 69"/>
                    <a:gd name="T7" fmla="*/ 81 h 107"/>
                    <a:gd name="T8" fmla="*/ 58 w 69"/>
                    <a:gd name="T9" fmla="*/ 85 h 107"/>
                    <a:gd name="T10" fmla="*/ 34 w 69"/>
                    <a:gd name="T11" fmla="*/ 102 h 107"/>
                    <a:gd name="T12" fmla="*/ 12 w 69"/>
                    <a:gd name="T13" fmla="*/ 84 h 107"/>
                    <a:gd name="T14" fmla="*/ 37 w 69"/>
                    <a:gd name="T15" fmla="*/ 45 h 107"/>
                    <a:gd name="T16" fmla="*/ 19 w 69"/>
                    <a:gd name="T17" fmla="*/ 25 h 107"/>
                    <a:gd name="T18" fmla="*/ 32 w 69"/>
                    <a:gd name="T19" fmla="*/ 5 h 107"/>
                    <a:gd name="T20" fmla="*/ 50 w 69"/>
                    <a:gd name="T21" fmla="*/ 26 h 107"/>
                    <a:gd name="T22" fmla="*/ 37 w 69"/>
                    <a:gd name="T23" fmla="*/ 45 h 107"/>
                    <a:gd name="T24" fmla="*/ 36 w 69"/>
                    <a:gd name="T25" fmla="*/ 0 h 107"/>
                    <a:gd name="T26" fmla="*/ 7 w 69"/>
                    <a:gd name="T27" fmla="*/ 25 h 107"/>
                    <a:gd name="T28" fmla="*/ 32 w 69"/>
                    <a:gd name="T29" fmla="*/ 49 h 107"/>
                    <a:gd name="T30" fmla="*/ 35 w 69"/>
                    <a:gd name="T31" fmla="*/ 49 h 107"/>
                    <a:gd name="T32" fmla="*/ 34 w 69"/>
                    <a:gd name="T33" fmla="*/ 55 h 107"/>
                    <a:gd name="T34" fmla="*/ 38 w 69"/>
                    <a:gd name="T35" fmla="*/ 64 h 107"/>
                    <a:gd name="T36" fmla="*/ 32 w 69"/>
                    <a:gd name="T37" fmla="*/ 64 h 107"/>
                    <a:gd name="T38" fmla="*/ 0 w 69"/>
                    <a:gd name="T39" fmla="*/ 88 h 107"/>
                    <a:gd name="T40" fmla="*/ 34 w 69"/>
                    <a:gd name="T41" fmla="*/ 107 h 107"/>
                    <a:gd name="T42" fmla="*/ 66 w 69"/>
                    <a:gd name="T43" fmla="*/ 83 h 107"/>
                    <a:gd name="T44" fmla="*/ 55 w 69"/>
                    <a:gd name="T45" fmla="*/ 62 h 107"/>
                    <a:gd name="T46" fmla="*/ 46 w 69"/>
                    <a:gd name="T47" fmla="*/ 52 h 107"/>
                    <a:gd name="T48" fmla="*/ 52 w 69"/>
                    <a:gd name="T49" fmla="*/ 42 h 107"/>
                    <a:gd name="T50" fmla="*/ 62 w 69"/>
                    <a:gd name="T51" fmla="*/ 25 h 107"/>
                    <a:gd name="T52" fmla="*/ 51 w 69"/>
                    <a:gd name="T53" fmla="*/ 6 h 107"/>
                    <a:gd name="T54" fmla="*/ 61 w 69"/>
                    <a:gd name="T55" fmla="*/ 6 h 107"/>
                    <a:gd name="T56" fmla="*/ 69 w 69"/>
                    <a:gd name="T57" fmla="*/ 0 h 107"/>
                    <a:gd name="T58" fmla="*/ 36 w 69"/>
                    <a:gd name="T59" fmla="*/ 0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9" h="107">
                      <a:moveTo>
                        <a:pt x="12" y="84"/>
                      </a:moveTo>
                      <a:cubicBezTo>
                        <a:pt x="12" y="75"/>
                        <a:pt x="23" y="67"/>
                        <a:pt x="36" y="67"/>
                      </a:cubicBezTo>
                      <a:cubicBezTo>
                        <a:pt x="39" y="67"/>
                        <a:pt x="42" y="68"/>
                        <a:pt x="44" y="68"/>
                      </a:cubicBezTo>
                      <a:cubicBezTo>
                        <a:pt x="51" y="73"/>
                        <a:pt x="56" y="76"/>
                        <a:pt x="57" y="81"/>
                      </a:cubicBezTo>
                      <a:cubicBezTo>
                        <a:pt x="58" y="83"/>
                        <a:pt x="58" y="84"/>
                        <a:pt x="58" y="85"/>
                      </a:cubicBezTo>
                      <a:cubicBezTo>
                        <a:pt x="58" y="94"/>
                        <a:pt x="51" y="102"/>
                        <a:pt x="34" y="102"/>
                      </a:cubicBezTo>
                      <a:cubicBezTo>
                        <a:pt x="21" y="102"/>
                        <a:pt x="12" y="94"/>
                        <a:pt x="12" y="84"/>
                      </a:cubicBezTo>
                      <a:moveTo>
                        <a:pt x="37" y="45"/>
                      </a:moveTo>
                      <a:cubicBezTo>
                        <a:pt x="28" y="45"/>
                        <a:pt x="20" y="36"/>
                        <a:pt x="19" y="25"/>
                      </a:cubicBezTo>
                      <a:cubicBezTo>
                        <a:pt x="17" y="13"/>
                        <a:pt x="23" y="5"/>
                        <a:pt x="32" y="5"/>
                      </a:cubicBezTo>
                      <a:cubicBezTo>
                        <a:pt x="40" y="5"/>
                        <a:pt x="48" y="14"/>
                        <a:pt x="50" y="26"/>
                      </a:cubicBezTo>
                      <a:cubicBezTo>
                        <a:pt x="51" y="37"/>
                        <a:pt x="46" y="45"/>
                        <a:pt x="37" y="45"/>
                      </a:cubicBezTo>
                      <a:close/>
                      <a:moveTo>
                        <a:pt x="36" y="0"/>
                      </a:moveTo>
                      <a:cubicBezTo>
                        <a:pt x="21" y="0"/>
                        <a:pt x="7" y="12"/>
                        <a:pt x="7" y="25"/>
                      </a:cubicBezTo>
                      <a:cubicBezTo>
                        <a:pt x="7" y="38"/>
                        <a:pt x="17" y="49"/>
                        <a:pt x="32" y="49"/>
                      </a:cubicBezTo>
                      <a:cubicBezTo>
                        <a:pt x="33" y="49"/>
                        <a:pt x="34" y="49"/>
                        <a:pt x="35" y="49"/>
                      </a:cubicBezTo>
                      <a:cubicBezTo>
                        <a:pt x="34" y="51"/>
                        <a:pt x="34" y="53"/>
                        <a:pt x="34" y="55"/>
                      </a:cubicBezTo>
                      <a:cubicBezTo>
                        <a:pt x="34" y="59"/>
                        <a:pt x="36" y="62"/>
                        <a:pt x="38" y="64"/>
                      </a:cubicBezTo>
                      <a:cubicBezTo>
                        <a:pt x="36" y="64"/>
                        <a:pt x="34" y="64"/>
                        <a:pt x="32" y="64"/>
                      </a:cubicBezTo>
                      <a:cubicBezTo>
                        <a:pt x="14" y="64"/>
                        <a:pt x="0" y="76"/>
                        <a:pt x="0" y="88"/>
                      </a:cubicBezTo>
                      <a:cubicBezTo>
                        <a:pt x="0" y="100"/>
                        <a:pt x="15" y="107"/>
                        <a:pt x="34" y="107"/>
                      </a:cubicBezTo>
                      <a:cubicBezTo>
                        <a:pt x="55" y="107"/>
                        <a:pt x="66" y="95"/>
                        <a:pt x="66" y="83"/>
                      </a:cubicBezTo>
                      <a:cubicBezTo>
                        <a:pt x="66" y="74"/>
                        <a:pt x="63" y="68"/>
                        <a:pt x="55" y="62"/>
                      </a:cubicBezTo>
                      <a:cubicBezTo>
                        <a:pt x="52" y="60"/>
                        <a:pt x="46" y="55"/>
                        <a:pt x="46" y="52"/>
                      </a:cubicBezTo>
                      <a:cubicBezTo>
                        <a:pt x="46" y="48"/>
                        <a:pt x="47" y="46"/>
                        <a:pt x="52" y="42"/>
                      </a:cubicBezTo>
                      <a:cubicBezTo>
                        <a:pt x="58" y="38"/>
                        <a:pt x="62" y="32"/>
                        <a:pt x="62" y="25"/>
                      </a:cubicBezTo>
                      <a:cubicBezTo>
                        <a:pt x="62" y="17"/>
                        <a:pt x="58" y="9"/>
                        <a:pt x="51" y="6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9" y="0"/>
                        <a:pt x="69" y="0"/>
                        <a:pt x="69" y="0"/>
                      </a:cubicBezTo>
                      <a:lnTo>
                        <a:pt x="3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279" name="Freeform 40231"/>
              <p:cNvSpPr>
                <a:spLocks noEditPoints="1"/>
              </p:cNvSpPr>
              <p:nvPr/>
            </p:nvSpPr>
            <p:spPr bwMode="auto">
              <a:xfrm>
                <a:off x="8880600" y="2835662"/>
                <a:ext cx="309957" cy="314232"/>
              </a:xfrm>
              <a:custGeom>
                <a:avLst/>
                <a:gdLst>
                  <a:gd name="T0" fmla="*/ 0 w 123"/>
                  <a:gd name="T1" fmla="*/ 37 h 124"/>
                  <a:gd name="T2" fmla="*/ 10 w 123"/>
                  <a:gd name="T3" fmla="*/ 12 h 124"/>
                  <a:gd name="T4" fmla="*/ 35 w 123"/>
                  <a:gd name="T5" fmla="*/ 0 h 124"/>
                  <a:gd name="T6" fmla="*/ 65 w 123"/>
                  <a:gd name="T7" fmla="*/ 0 h 124"/>
                  <a:gd name="T8" fmla="*/ 88 w 123"/>
                  <a:gd name="T9" fmla="*/ 10 h 124"/>
                  <a:gd name="T10" fmla="*/ 101 w 123"/>
                  <a:gd name="T11" fmla="*/ 36 h 124"/>
                  <a:gd name="T12" fmla="*/ 101 w 123"/>
                  <a:gd name="T13" fmla="*/ 36 h 124"/>
                  <a:gd name="T14" fmla="*/ 107 w 123"/>
                  <a:gd name="T15" fmla="*/ 47 h 124"/>
                  <a:gd name="T16" fmla="*/ 117 w 123"/>
                  <a:gd name="T17" fmla="*/ 47 h 124"/>
                  <a:gd name="T18" fmla="*/ 121 w 123"/>
                  <a:gd name="T19" fmla="*/ 49 h 124"/>
                  <a:gd name="T20" fmla="*/ 123 w 123"/>
                  <a:gd name="T21" fmla="*/ 53 h 124"/>
                  <a:gd name="T22" fmla="*/ 123 w 123"/>
                  <a:gd name="T23" fmla="*/ 88 h 124"/>
                  <a:gd name="T24" fmla="*/ 114 w 123"/>
                  <a:gd name="T25" fmla="*/ 110 h 124"/>
                  <a:gd name="T26" fmla="*/ 87 w 123"/>
                  <a:gd name="T27" fmla="*/ 124 h 124"/>
                  <a:gd name="T28" fmla="*/ 34 w 123"/>
                  <a:gd name="T29" fmla="*/ 124 h 124"/>
                  <a:gd name="T30" fmla="*/ 11 w 123"/>
                  <a:gd name="T31" fmla="*/ 112 h 124"/>
                  <a:gd name="T32" fmla="*/ 0 w 123"/>
                  <a:gd name="T33" fmla="*/ 85 h 124"/>
                  <a:gd name="T34" fmla="*/ 0 w 123"/>
                  <a:gd name="T35" fmla="*/ 37 h 124"/>
                  <a:gd name="T36" fmla="*/ 34 w 123"/>
                  <a:gd name="T37" fmla="*/ 34 h 124"/>
                  <a:gd name="T38" fmla="*/ 32 w 123"/>
                  <a:gd name="T39" fmla="*/ 38 h 124"/>
                  <a:gd name="T40" fmla="*/ 32 w 123"/>
                  <a:gd name="T41" fmla="*/ 41 h 124"/>
                  <a:gd name="T42" fmla="*/ 34 w 123"/>
                  <a:gd name="T43" fmla="*/ 45 h 124"/>
                  <a:gd name="T44" fmla="*/ 39 w 123"/>
                  <a:gd name="T45" fmla="*/ 47 h 124"/>
                  <a:gd name="T46" fmla="*/ 62 w 123"/>
                  <a:gd name="T47" fmla="*/ 47 h 124"/>
                  <a:gd name="T48" fmla="*/ 67 w 123"/>
                  <a:gd name="T49" fmla="*/ 45 h 124"/>
                  <a:gd name="T50" fmla="*/ 69 w 123"/>
                  <a:gd name="T51" fmla="*/ 40 h 124"/>
                  <a:gd name="T52" fmla="*/ 69 w 123"/>
                  <a:gd name="T53" fmla="*/ 38 h 124"/>
                  <a:gd name="T54" fmla="*/ 67 w 123"/>
                  <a:gd name="T55" fmla="*/ 34 h 124"/>
                  <a:gd name="T56" fmla="*/ 62 w 123"/>
                  <a:gd name="T57" fmla="*/ 32 h 124"/>
                  <a:gd name="T58" fmla="*/ 39 w 123"/>
                  <a:gd name="T59" fmla="*/ 32 h 124"/>
                  <a:gd name="T60" fmla="*/ 34 w 123"/>
                  <a:gd name="T61" fmla="*/ 34 h 124"/>
                  <a:gd name="T62" fmla="*/ 34 w 123"/>
                  <a:gd name="T63" fmla="*/ 78 h 124"/>
                  <a:gd name="T64" fmla="*/ 32 w 123"/>
                  <a:gd name="T65" fmla="*/ 82 h 124"/>
                  <a:gd name="T66" fmla="*/ 32 w 123"/>
                  <a:gd name="T67" fmla="*/ 86 h 124"/>
                  <a:gd name="T68" fmla="*/ 34 w 123"/>
                  <a:gd name="T69" fmla="*/ 90 h 124"/>
                  <a:gd name="T70" fmla="*/ 39 w 123"/>
                  <a:gd name="T71" fmla="*/ 92 h 124"/>
                  <a:gd name="T72" fmla="*/ 84 w 123"/>
                  <a:gd name="T73" fmla="*/ 92 h 124"/>
                  <a:gd name="T74" fmla="*/ 89 w 123"/>
                  <a:gd name="T75" fmla="*/ 90 h 124"/>
                  <a:gd name="T76" fmla="*/ 91 w 123"/>
                  <a:gd name="T77" fmla="*/ 86 h 124"/>
                  <a:gd name="T78" fmla="*/ 91 w 123"/>
                  <a:gd name="T79" fmla="*/ 83 h 124"/>
                  <a:gd name="T80" fmla="*/ 89 w 123"/>
                  <a:gd name="T81" fmla="*/ 79 h 124"/>
                  <a:gd name="T82" fmla="*/ 84 w 123"/>
                  <a:gd name="T83" fmla="*/ 77 h 124"/>
                  <a:gd name="T84" fmla="*/ 39 w 123"/>
                  <a:gd name="T85" fmla="*/ 77 h 124"/>
                  <a:gd name="T86" fmla="*/ 34 w 123"/>
                  <a:gd name="T87" fmla="*/ 7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3" h="124">
                    <a:moveTo>
                      <a:pt x="0" y="37"/>
                    </a:moveTo>
                    <a:cubicBezTo>
                      <a:pt x="0" y="37"/>
                      <a:pt x="0" y="24"/>
                      <a:pt x="10" y="12"/>
                    </a:cubicBezTo>
                    <a:cubicBezTo>
                      <a:pt x="21" y="1"/>
                      <a:pt x="35" y="0"/>
                      <a:pt x="3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76" y="0"/>
                      <a:pt x="88" y="10"/>
                    </a:cubicBezTo>
                    <a:cubicBezTo>
                      <a:pt x="95" y="16"/>
                      <a:pt x="101" y="27"/>
                      <a:pt x="101" y="36"/>
                    </a:cubicBezTo>
                    <a:cubicBezTo>
                      <a:pt x="101" y="36"/>
                      <a:pt x="101" y="36"/>
                      <a:pt x="101" y="36"/>
                    </a:cubicBezTo>
                    <a:cubicBezTo>
                      <a:pt x="101" y="46"/>
                      <a:pt x="107" y="47"/>
                      <a:pt x="10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8" y="46"/>
                      <a:pt x="121" y="49"/>
                    </a:cubicBezTo>
                    <a:cubicBezTo>
                      <a:pt x="123" y="50"/>
                      <a:pt x="123" y="53"/>
                      <a:pt x="123" y="53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23" y="88"/>
                      <a:pt x="122" y="101"/>
                      <a:pt x="114" y="110"/>
                    </a:cubicBezTo>
                    <a:cubicBezTo>
                      <a:pt x="102" y="124"/>
                      <a:pt x="88" y="124"/>
                      <a:pt x="87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21" y="122"/>
                      <a:pt x="11" y="112"/>
                    </a:cubicBezTo>
                    <a:cubicBezTo>
                      <a:pt x="0" y="102"/>
                      <a:pt x="0" y="85"/>
                      <a:pt x="0" y="85"/>
                    </a:cubicBezTo>
                    <a:lnTo>
                      <a:pt x="0" y="37"/>
                    </a:lnTo>
                    <a:close/>
                    <a:moveTo>
                      <a:pt x="34" y="34"/>
                    </a:moveTo>
                    <a:cubicBezTo>
                      <a:pt x="32" y="36"/>
                      <a:pt x="32" y="38"/>
                      <a:pt x="32" y="38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3"/>
                      <a:pt x="34" y="45"/>
                    </a:cubicBezTo>
                    <a:cubicBezTo>
                      <a:pt x="36" y="47"/>
                      <a:pt x="39" y="47"/>
                      <a:pt x="39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5" y="47"/>
                      <a:pt x="67" y="45"/>
                    </a:cubicBezTo>
                    <a:cubicBezTo>
                      <a:pt x="69" y="42"/>
                      <a:pt x="69" y="40"/>
                      <a:pt x="69" y="40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69" y="38"/>
                      <a:pt x="69" y="36"/>
                      <a:pt x="67" y="34"/>
                    </a:cubicBezTo>
                    <a:cubicBezTo>
                      <a:pt x="65" y="32"/>
                      <a:pt x="62" y="32"/>
                      <a:pt x="62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7" y="32"/>
                      <a:pt x="34" y="34"/>
                    </a:cubicBezTo>
                    <a:moveTo>
                      <a:pt x="34" y="78"/>
                    </a:moveTo>
                    <a:cubicBezTo>
                      <a:pt x="32" y="80"/>
                      <a:pt x="32" y="82"/>
                      <a:pt x="32" y="82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8"/>
                      <a:pt x="34" y="90"/>
                    </a:cubicBezTo>
                    <a:cubicBezTo>
                      <a:pt x="37" y="92"/>
                      <a:pt x="39" y="92"/>
                      <a:pt x="39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7" y="92"/>
                      <a:pt x="89" y="90"/>
                    </a:cubicBezTo>
                    <a:cubicBezTo>
                      <a:pt x="91" y="88"/>
                      <a:pt x="91" y="86"/>
                      <a:pt x="91" y="86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1"/>
                      <a:pt x="89" y="79"/>
                    </a:cubicBezTo>
                    <a:cubicBezTo>
                      <a:pt x="87" y="77"/>
                      <a:pt x="84" y="77"/>
                      <a:pt x="84" y="77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77"/>
                      <a:pt x="37" y="77"/>
                      <a:pt x="34" y="78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80" name="Freeform 40236"/>
              <p:cNvSpPr>
                <a:spLocks noEditPoints="1"/>
              </p:cNvSpPr>
              <p:nvPr/>
            </p:nvSpPr>
            <p:spPr bwMode="auto">
              <a:xfrm>
                <a:off x="10041971" y="2807505"/>
                <a:ext cx="335624" cy="338542"/>
              </a:xfrm>
              <a:custGeom>
                <a:avLst/>
                <a:gdLst>
                  <a:gd name="T0" fmla="*/ 6 w 146"/>
                  <a:gd name="T1" fmla="*/ 60 h 147"/>
                  <a:gd name="T2" fmla="*/ 0 w 146"/>
                  <a:gd name="T3" fmla="*/ 41 h 147"/>
                  <a:gd name="T4" fmla="*/ 13 w 146"/>
                  <a:gd name="T5" fmla="*/ 12 h 147"/>
                  <a:gd name="T6" fmla="*/ 40 w 146"/>
                  <a:gd name="T7" fmla="*/ 0 h 147"/>
                  <a:gd name="T8" fmla="*/ 60 w 146"/>
                  <a:gd name="T9" fmla="*/ 6 h 147"/>
                  <a:gd name="T10" fmla="*/ 73 w 146"/>
                  <a:gd name="T11" fmla="*/ 4 h 147"/>
                  <a:gd name="T12" fmla="*/ 123 w 146"/>
                  <a:gd name="T13" fmla="*/ 26 h 147"/>
                  <a:gd name="T14" fmla="*/ 142 w 146"/>
                  <a:gd name="T15" fmla="*/ 75 h 147"/>
                  <a:gd name="T16" fmla="*/ 141 w 146"/>
                  <a:gd name="T17" fmla="*/ 87 h 147"/>
                  <a:gd name="T18" fmla="*/ 146 w 146"/>
                  <a:gd name="T19" fmla="*/ 106 h 147"/>
                  <a:gd name="T20" fmla="*/ 131 w 146"/>
                  <a:gd name="T21" fmla="*/ 138 h 147"/>
                  <a:gd name="T22" fmla="*/ 107 w 146"/>
                  <a:gd name="T23" fmla="*/ 147 h 147"/>
                  <a:gd name="T24" fmla="*/ 87 w 146"/>
                  <a:gd name="T25" fmla="*/ 142 h 147"/>
                  <a:gd name="T26" fmla="*/ 73 w 146"/>
                  <a:gd name="T27" fmla="*/ 143 h 147"/>
                  <a:gd name="T28" fmla="*/ 19 w 146"/>
                  <a:gd name="T29" fmla="*/ 116 h 147"/>
                  <a:gd name="T30" fmla="*/ 4 w 146"/>
                  <a:gd name="T31" fmla="*/ 74 h 147"/>
                  <a:gd name="T32" fmla="*/ 6 w 146"/>
                  <a:gd name="T33" fmla="*/ 60 h 147"/>
                  <a:gd name="T34" fmla="*/ 47 w 146"/>
                  <a:gd name="T35" fmla="*/ 89 h 147"/>
                  <a:gd name="T36" fmla="*/ 47 w 146"/>
                  <a:gd name="T37" fmla="*/ 89 h 147"/>
                  <a:gd name="T38" fmla="*/ 38 w 146"/>
                  <a:gd name="T39" fmla="*/ 97 h 147"/>
                  <a:gd name="T40" fmla="*/ 38 w 146"/>
                  <a:gd name="T41" fmla="*/ 97 h 147"/>
                  <a:gd name="T42" fmla="*/ 76 w 146"/>
                  <a:gd name="T43" fmla="*/ 118 h 147"/>
                  <a:gd name="T44" fmla="*/ 111 w 146"/>
                  <a:gd name="T45" fmla="*/ 93 h 147"/>
                  <a:gd name="T46" fmla="*/ 111 w 146"/>
                  <a:gd name="T47" fmla="*/ 92 h 147"/>
                  <a:gd name="T48" fmla="*/ 92 w 146"/>
                  <a:gd name="T49" fmla="*/ 68 h 147"/>
                  <a:gd name="T50" fmla="*/ 58 w 146"/>
                  <a:gd name="T51" fmla="*/ 54 h 147"/>
                  <a:gd name="T52" fmla="*/ 58 w 146"/>
                  <a:gd name="T53" fmla="*/ 54 h 147"/>
                  <a:gd name="T54" fmla="*/ 72 w 146"/>
                  <a:gd name="T55" fmla="*/ 44 h 147"/>
                  <a:gd name="T56" fmla="*/ 73 w 146"/>
                  <a:gd name="T57" fmla="*/ 44 h 147"/>
                  <a:gd name="T58" fmla="*/ 86 w 146"/>
                  <a:gd name="T59" fmla="*/ 48 h 147"/>
                  <a:gd name="T60" fmla="*/ 98 w 146"/>
                  <a:gd name="T61" fmla="*/ 57 h 147"/>
                  <a:gd name="T62" fmla="*/ 99 w 146"/>
                  <a:gd name="T63" fmla="*/ 57 h 147"/>
                  <a:gd name="T64" fmla="*/ 108 w 146"/>
                  <a:gd name="T65" fmla="*/ 49 h 147"/>
                  <a:gd name="T66" fmla="*/ 108 w 146"/>
                  <a:gd name="T67" fmla="*/ 48 h 147"/>
                  <a:gd name="T68" fmla="*/ 73 w 146"/>
                  <a:gd name="T69" fmla="*/ 29 h 147"/>
                  <a:gd name="T70" fmla="*/ 72 w 146"/>
                  <a:gd name="T71" fmla="*/ 29 h 147"/>
                  <a:gd name="T72" fmla="*/ 39 w 146"/>
                  <a:gd name="T73" fmla="*/ 54 h 147"/>
                  <a:gd name="T74" fmla="*/ 68 w 146"/>
                  <a:gd name="T75" fmla="*/ 80 h 147"/>
                  <a:gd name="T76" fmla="*/ 86 w 146"/>
                  <a:gd name="T77" fmla="*/ 85 h 147"/>
                  <a:gd name="T78" fmla="*/ 91 w 146"/>
                  <a:gd name="T79" fmla="*/ 93 h 147"/>
                  <a:gd name="T80" fmla="*/ 77 w 146"/>
                  <a:gd name="T81" fmla="*/ 104 h 147"/>
                  <a:gd name="T82" fmla="*/ 75 w 146"/>
                  <a:gd name="T83" fmla="*/ 104 h 147"/>
                  <a:gd name="T84" fmla="*/ 61 w 146"/>
                  <a:gd name="T85" fmla="*/ 100 h 147"/>
                  <a:gd name="T86" fmla="*/ 47 w 146"/>
                  <a:gd name="T87" fmla="*/ 89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6" h="147">
                    <a:moveTo>
                      <a:pt x="6" y="60"/>
                    </a:moveTo>
                    <a:cubicBezTo>
                      <a:pt x="2" y="54"/>
                      <a:pt x="0" y="48"/>
                      <a:pt x="0" y="41"/>
                    </a:cubicBezTo>
                    <a:cubicBezTo>
                      <a:pt x="0" y="31"/>
                      <a:pt x="5" y="20"/>
                      <a:pt x="13" y="12"/>
                    </a:cubicBezTo>
                    <a:cubicBezTo>
                      <a:pt x="21" y="4"/>
                      <a:pt x="31" y="0"/>
                      <a:pt x="40" y="0"/>
                    </a:cubicBezTo>
                    <a:cubicBezTo>
                      <a:pt x="47" y="0"/>
                      <a:pt x="54" y="2"/>
                      <a:pt x="60" y="6"/>
                    </a:cubicBezTo>
                    <a:cubicBezTo>
                      <a:pt x="64" y="5"/>
                      <a:pt x="69" y="4"/>
                      <a:pt x="73" y="4"/>
                    </a:cubicBezTo>
                    <a:cubicBezTo>
                      <a:pt x="90" y="4"/>
                      <a:pt x="109" y="11"/>
                      <a:pt x="123" y="26"/>
                    </a:cubicBezTo>
                    <a:cubicBezTo>
                      <a:pt x="138" y="41"/>
                      <a:pt x="142" y="61"/>
                      <a:pt x="142" y="75"/>
                    </a:cubicBezTo>
                    <a:cubicBezTo>
                      <a:pt x="142" y="80"/>
                      <a:pt x="142" y="84"/>
                      <a:pt x="141" y="87"/>
                    </a:cubicBezTo>
                    <a:cubicBezTo>
                      <a:pt x="145" y="93"/>
                      <a:pt x="146" y="100"/>
                      <a:pt x="146" y="106"/>
                    </a:cubicBezTo>
                    <a:cubicBezTo>
                      <a:pt x="146" y="119"/>
                      <a:pt x="139" y="132"/>
                      <a:pt x="131" y="138"/>
                    </a:cubicBezTo>
                    <a:cubicBezTo>
                      <a:pt x="123" y="145"/>
                      <a:pt x="114" y="147"/>
                      <a:pt x="107" y="147"/>
                    </a:cubicBezTo>
                    <a:cubicBezTo>
                      <a:pt x="99" y="147"/>
                      <a:pt x="92" y="145"/>
                      <a:pt x="87" y="142"/>
                    </a:cubicBezTo>
                    <a:cubicBezTo>
                      <a:pt x="82" y="143"/>
                      <a:pt x="78" y="143"/>
                      <a:pt x="73" y="143"/>
                    </a:cubicBezTo>
                    <a:cubicBezTo>
                      <a:pt x="49" y="143"/>
                      <a:pt x="30" y="131"/>
                      <a:pt x="19" y="116"/>
                    </a:cubicBezTo>
                    <a:cubicBezTo>
                      <a:pt x="8" y="102"/>
                      <a:pt x="4" y="87"/>
                      <a:pt x="4" y="74"/>
                    </a:cubicBezTo>
                    <a:cubicBezTo>
                      <a:pt x="4" y="69"/>
                      <a:pt x="5" y="64"/>
                      <a:pt x="6" y="60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2" y="89"/>
                      <a:pt x="38" y="92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9" y="109"/>
                      <a:pt x="54" y="118"/>
                      <a:pt x="76" y="118"/>
                    </a:cubicBezTo>
                    <a:cubicBezTo>
                      <a:pt x="95" y="118"/>
                      <a:pt x="111" y="110"/>
                      <a:pt x="111" y="93"/>
                    </a:cubicBezTo>
                    <a:cubicBezTo>
                      <a:pt x="111" y="92"/>
                      <a:pt x="111" y="92"/>
                      <a:pt x="111" y="92"/>
                    </a:cubicBezTo>
                    <a:cubicBezTo>
                      <a:pt x="111" y="80"/>
                      <a:pt x="106" y="73"/>
                      <a:pt x="92" y="68"/>
                    </a:cubicBezTo>
                    <a:cubicBezTo>
                      <a:pt x="78" y="64"/>
                      <a:pt x="58" y="63"/>
                      <a:pt x="58" y="54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46"/>
                      <a:pt x="67" y="44"/>
                      <a:pt x="72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8" y="44"/>
                      <a:pt x="82" y="45"/>
                      <a:pt x="86" y="48"/>
                    </a:cubicBezTo>
                    <a:cubicBezTo>
                      <a:pt x="91" y="51"/>
                      <a:pt x="91" y="56"/>
                      <a:pt x="98" y="57"/>
                    </a:cubicBezTo>
                    <a:cubicBezTo>
                      <a:pt x="99" y="57"/>
                      <a:pt x="99" y="57"/>
                      <a:pt x="99" y="57"/>
                    </a:cubicBezTo>
                    <a:cubicBezTo>
                      <a:pt x="104" y="57"/>
                      <a:pt x="108" y="53"/>
                      <a:pt x="108" y="49"/>
                    </a:cubicBezTo>
                    <a:cubicBezTo>
                      <a:pt x="108" y="49"/>
                      <a:pt x="108" y="48"/>
                      <a:pt x="108" y="48"/>
                    </a:cubicBezTo>
                    <a:cubicBezTo>
                      <a:pt x="106" y="40"/>
                      <a:pt x="96" y="30"/>
                      <a:pt x="73" y="2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56" y="29"/>
                      <a:pt x="39" y="39"/>
                      <a:pt x="39" y="54"/>
                    </a:cubicBezTo>
                    <a:cubicBezTo>
                      <a:pt x="39" y="75"/>
                      <a:pt x="56" y="77"/>
                      <a:pt x="68" y="80"/>
                    </a:cubicBezTo>
                    <a:cubicBezTo>
                      <a:pt x="72" y="82"/>
                      <a:pt x="78" y="83"/>
                      <a:pt x="86" y="85"/>
                    </a:cubicBezTo>
                    <a:cubicBezTo>
                      <a:pt x="89" y="86"/>
                      <a:pt x="91" y="89"/>
                      <a:pt x="91" y="93"/>
                    </a:cubicBezTo>
                    <a:cubicBezTo>
                      <a:pt x="91" y="98"/>
                      <a:pt x="87" y="104"/>
                      <a:pt x="77" y="104"/>
                    </a:cubicBezTo>
                    <a:cubicBezTo>
                      <a:pt x="77" y="104"/>
                      <a:pt x="76" y="104"/>
                      <a:pt x="75" y="104"/>
                    </a:cubicBezTo>
                    <a:cubicBezTo>
                      <a:pt x="70" y="103"/>
                      <a:pt x="67" y="104"/>
                      <a:pt x="61" y="100"/>
                    </a:cubicBezTo>
                    <a:cubicBezTo>
                      <a:pt x="56" y="96"/>
                      <a:pt x="54" y="89"/>
                      <a:pt x="47" y="89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81" name="Freeform 40241"/>
              <p:cNvSpPr>
                <a:spLocks noEditPoints="1"/>
              </p:cNvSpPr>
              <p:nvPr/>
            </p:nvSpPr>
            <p:spPr bwMode="auto">
              <a:xfrm>
                <a:off x="11185728" y="2804860"/>
                <a:ext cx="348434" cy="344158"/>
              </a:xfrm>
              <a:custGeom>
                <a:avLst/>
                <a:gdLst>
                  <a:gd name="T0" fmla="*/ 0 w 138"/>
                  <a:gd name="T1" fmla="*/ 17 h 136"/>
                  <a:gd name="T2" fmla="*/ 15 w 138"/>
                  <a:gd name="T3" fmla="*/ 0 h 136"/>
                  <a:gd name="T4" fmla="*/ 15 w 138"/>
                  <a:gd name="T5" fmla="*/ 0 h 136"/>
                  <a:gd name="T6" fmla="*/ 32 w 138"/>
                  <a:gd name="T7" fmla="*/ 17 h 136"/>
                  <a:gd name="T8" fmla="*/ 32 w 138"/>
                  <a:gd name="T9" fmla="*/ 17 h 136"/>
                  <a:gd name="T10" fmla="*/ 16 w 138"/>
                  <a:gd name="T11" fmla="*/ 33 h 136"/>
                  <a:gd name="T12" fmla="*/ 16 w 138"/>
                  <a:gd name="T13" fmla="*/ 33 h 136"/>
                  <a:gd name="T14" fmla="*/ 0 w 138"/>
                  <a:gd name="T15" fmla="*/ 17 h 136"/>
                  <a:gd name="T16" fmla="*/ 0 w 138"/>
                  <a:gd name="T17" fmla="*/ 42 h 136"/>
                  <a:gd name="T18" fmla="*/ 31 w 138"/>
                  <a:gd name="T19" fmla="*/ 42 h 136"/>
                  <a:gd name="T20" fmla="*/ 31 w 138"/>
                  <a:gd name="T21" fmla="*/ 136 h 136"/>
                  <a:gd name="T22" fmla="*/ 0 w 138"/>
                  <a:gd name="T23" fmla="*/ 136 h 136"/>
                  <a:gd name="T24" fmla="*/ 0 w 138"/>
                  <a:gd name="T25" fmla="*/ 42 h 136"/>
                  <a:gd name="T26" fmla="*/ 46 w 138"/>
                  <a:gd name="T27" fmla="*/ 42 h 136"/>
                  <a:gd name="T28" fmla="*/ 78 w 138"/>
                  <a:gd name="T29" fmla="*/ 42 h 136"/>
                  <a:gd name="T30" fmla="*/ 78 w 138"/>
                  <a:gd name="T31" fmla="*/ 51 h 136"/>
                  <a:gd name="T32" fmla="*/ 107 w 138"/>
                  <a:gd name="T33" fmla="*/ 42 h 136"/>
                  <a:gd name="T34" fmla="*/ 138 w 138"/>
                  <a:gd name="T35" fmla="*/ 70 h 136"/>
                  <a:gd name="T36" fmla="*/ 138 w 138"/>
                  <a:gd name="T37" fmla="*/ 136 h 136"/>
                  <a:gd name="T38" fmla="*/ 106 w 138"/>
                  <a:gd name="T39" fmla="*/ 136 h 136"/>
                  <a:gd name="T40" fmla="*/ 106 w 138"/>
                  <a:gd name="T41" fmla="*/ 73 h 136"/>
                  <a:gd name="T42" fmla="*/ 93 w 138"/>
                  <a:gd name="T43" fmla="*/ 65 h 136"/>
                  <a:gd name="T44" fmla="*/ 92 w 138"/>
                  <a:gd name="T45" fmla="*/ 65 h 136"/>
                  <a:gd name="T46" fmla="*/ 78 w 138"/>
                  <a:gd name="T47" fmla="*/ 73 h 136"/>
                  <a:gd name="T48" fmla="*/ 78 w 138"/>
                  <a:gd name="T49" fmla="*/ 136 h 136"/>
                  <a:gd name="T50" fmla="*/ 46 w 138"/>
                  <a:gd name="T51" fmla="*/ 136 h 136"/>
                  <a:gd name="T52" fmla="*/ 46 w 138"/>
                  <a:gd name="T53" fmla="*/ 4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8" h="136">
                    <a:moveTo>
                      <a:pt x="0" y="17"/>
                    </a:moveTo>
                    <a:cubicBezTo>
                      <a:pt x="0" y="8"/>
                      <a:pt x="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4" y="0"/>
                      <a:pt x="31" y="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26"/>
                      <a:pt x="25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lose/>
                    <a:moveTo>
                      <a:pt x="0" y="42"/>
                    </a:move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0" y="136"/>
                      <a:pt x="0" y="136"/>
                      <a:pt x="0" y="136"/>
                    </a:cubicBezTo>
                    <a:lnTo>
                      <a:pt x="0" y="42"/>
                    </a:lnTo>
                    <a:close/>
                    <a:moveTo>
                      <a:pt x="46" y="42"/>
                    </a:moveTo>
                    <a:cubicBezTo>
                      <a:pt x="78" y="42"/>
                      <a:pt x="78" y="42"/>
                      <a:pt x="78" y="4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9" y="51"/>
                      <a:pt x="86" y="42"/>
                      <a:pt x="107" y="42"/>
                    </a:cubicBezTo>
                    <a:cubicBezTo>
                      <a:pt x="134" y="42"/>
                      <a:pt x="137" y="60"/>
                      <a:pt x="138" y="70"/>
                    </a:cubicBezTo>
                    <a:cubicBezTo>
                      <a:pt x="138" y="136"/>
                      <a:pt x="138" y="136"/>
                      <a:pt x="138" y="136"/>
                    </a:cubicBezTo>
                    <a:cubicBezTo>
                      <a:pt x="106" y="136"/>
                      <a:pt x="106" y="136"/>
                      <a:pt x="106" y="136"/>
                    </a:cubicBezTo>
                    <a:cubicBezTo>
                      <a:pt x="106" y="73"/>
                      <a:pt x="106" y="73"/>
                      <a:pt x="106" y="73"/>
                    </a:cubicBezTo>
                    <a:cubicBezTo>
                      <a:pt x="105" y="72"/>
                      <a:pt x="101" y="65"/>
                      <a:pt x="93" y="65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83" y="65"/>
                      <a:pt x="78" y="71"/>
                      <a:pt x="78" y="73"/>
                    </a:cubicBezTo>
                    <a:cubicBezTo>
                      <a:pt x="78" y="136"/>
                      <a:pt x="78" y="136"/>
                      <a:pt x="78" y="136"/>
                    </a:cubicBezTo>
                    <a:cubicBezTo>
                      <a:pt x="46" y="136"/>
                      <a:pt x="46" y="136"/>
                      <a:pt x="46" y="136"/>
                    </a:cubicBezTo>
                    <a:lnTo>
                      <a:pt x="46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282" name="Group 40248"/>
              <p:cNvGrpSpPr>
                <a:grpSpLocks noChangeAspect="1"/>
              </p:cNvGrpSpPr>
              <p:nvPr/>
            </p:nvGrpSpPr>
            <p:grpSpPr bwMode="auto">
              <a:xfrm>
                <a:off x="10641062" y="2838507"/>
                <a:ext cx="318507" cy="316369"/>
                <a:chOff x="6710" y="1750"/>
                <a:chExt cx="298" cy="296"/>
              </a:xfrm>
              <a:grpFill/>
            </p:grpSpPr>
            <p:sp>
              <p:nvSpPr>
                <p:cNvPr id="283" name="Freeform 40249"/>
                <p:cNvSpPr>
                  <a:spLocks/>
                </p:cNvSpPr>
                <p:nvPr/>
              </p:nvSpPr>
              <p:spPr bwMode="auto">
                <a:xfrm>
                  <a:off x="6710" y="1767"/>
                  <a:ext cx="137" cy="170"/>
                </a:xfrm>
                <a:custGeom>
                  <a:avLst/>
                  <a:gdLst>
                    <a:gd name="T0" fmla="*/ 34 w 58"/>
                    <a:gd name="T1" fmla="*/ 0 h 72"/>
                    <a:gd name="T2" fmla="*/ 58 w 58"/>
                    <a:gd name="T3" fmla="*/ 21 h 72"/>
                    <a:gd name="T4" fmla="*/ 2 w 58"/>
                    <a:gd name="T5" fmla="*/ 72 h 72"/>
                    <a:gd name="T6" fmla="*/ 0 w 58"/>
                    <a:gd name="T7" fmla="*/ 55 h 72"/>
                    <a:gd name="T8" fmla="*/ 6 w 58"/>
                    <a:gd name="T9" fmla="*/ 28 h 72"/>
                    <a:gd name="T10" fmla="*/ 34 w 58"/>
                    <a:gd name="T11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72">
                      <a:moveTo>
                        <a:pt x="34" y="0"/>
                      </a:moveTo>
                      <a:cubicBezTo>
                        <a:pt x="58" y="21"/>
                        <a:pt x="58" y="21"/>
                        <a:pt x="58" y="21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1" y="66"/>
                        <a:pt x="0" y="60"/>
                        <a:pt x="0" y="55"/>
                      </a:cubicBezTo>
                      <a:cubicBezTo>
                        <a:pt x="0" y="45"/>
                        <a:pt x="2" y="36"/>
                        <a:pt x="6" y="28"/>
                      </a:cubicBezTo>
                      <a:cubicBezTo>
                        <a:pt x="12" y="17"/>
                        <a:pt x="21" y="7"/>
                        <a:pt x="3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4" name="Freeform 40250"/>
                <p:cNvSpPr>
                  <a:spLocks/>
                </p:cNvSpPr>
                <p:nvPr/>
              </p:nvSpPr>
              <p:spPr bwMode="auto">
                <a:xfrm>
                  <a:off x="6720" y="1897"/>
                  <a:ext cx="61" cy="125"/>
                </a:xfrm>
                <a:custGeom>
                  <a:avLst/>
                  <a:gdLst>
                    <a:gd name="T0" fmla="*/ 11 w 26"/>
                    <a:gd name="T1" fmla="*/ 40 h 53"/>
                    <a:gd name="T2" fmla="*/ 0 w 26"/>
                    <a:gd name="T3" fmla="*/ 24 h 53"/>
                    <a:gd name="T4" fmla="*/ 26 w 26"/>
                    <a:gd name="T5" fmla="*/ 0 h 53"/>
                    <a:gd name="T6" fmla="*/ 26 w 26"/>
                    <a:gd name="T7" fmla="*/ 53 h 53"/>
                    <a:gd name="T8" fmla="*/ 11 w 26"/>
                    <a:gd name="T9" fmla="*/ 4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53">
                      <a:moveTo>
                        <a:pt x="11" y="40"/>
                      </a:moveTo>
                      <a:cubicBezTo>
                        <a:pt x="6" y="35"/>
                        <a:pt x="4" y="31"/>
                        <a:pt x="0" y="24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53"/>
                        <a:pt x="26" y="53"/>
                        <a:pt x="26" y="53"/>
                      </a:cubicBezTo>
                      <a:cubicBezTo>
                        <a:pt x="19" y="49"/>
                        <a:pt x="16" y="46"/>
                        <a:pt x="11" y="4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5" name="Freeform 40251"/>
                <p:cNvSpPr>
                  <a:spLocks/>
                </p:cNvSpPr>
                <p:nvPr/>
              </p:nvSpPr>
              <p:spPr bwMode="auto">
                <a:xfrm>
                  <a:off x="6798" y="1961"/>
                  <a:ext cx="196" cy="85"/>
                </a:xfrm>
                <a:custGeom>
                  <a:avLst/>
                  <a:gdLst>
                    <a:gd name="T0" fmla="*/ 0 w 83"/>
                    <a:gd name="T1" fmla="*/ 0 h 36"/>
                    <a:gd name="T2" fmla="*/ 83 w 83"/>
                    <a:gd name="T3" fmla="*/ 0 h 36"/>
                    <a:gd name="T4" fmla="*/ 36 w 83"/>
                    <a:gd name="T5" fmla="*/ 35 h 36"/>
                    <a:gd name="T6" fmla="*/ 27 w 83"/>
                    <a:gd name="T7" fmla="*/ 36 h 36"/>
                    <a:gd name="T8" fmla="*/ 0 w 83"/>
                    <a:gd name="T9" fmla="*/ 30 h 36"/>
                    <a:gd name="T10" fmla="*/ 0 w 83"/>
                    <a:gd name="T1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36">
                      <a:moveTo>
                        <a:pt x="0" y="0"/>
                      </a:moveTo>
                      <a:cubicBezTo>
                        <a:pt x="83" y="0"/>
                        <a:pt x="83" y="0"/>
                        <a:pt x="83" y="0"/>
                      </a:cubicBezTo>
                      <a:cubicBezTo>
                        <a:pt x="72" y="22"/>
                        <a:pt x="55" y="31"/>
                        <a:pt x="36" y="35"/>
                      </a:cubicBezTo>
                      <a:cubicBezTo>
                        <a:pt x="33" y="36"/>
                        <a:pt x="30" y="36"/>
                        <a:pt x="27" y="36"/>
                      </a:cubicBezTo>
                      <a:cubicBezTo>
                        <a:pt x="16" y="36"/>
                        <a:pt x="5" y="33"/>
                        <a:pt x="0" y="3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6" name="Freeform 40252"/>
                <p:cNvSpPr>
                  <a:spLocks/>
                </p:cNvSpPr>
                <p:nvPr/>
              </p:nvSpPr>
              <p:spPr bwMode="auto">
                <a:xfrm>
                  <a:off x="6807" y="1750"/>
                  <a:ext cx="114" cy="112"/>
                </a:xfrm>
                <a:custGeom>
                  <a:avLst/>
                  <a:gdLst>
                    <a:gd name="T0" fmla="*/ 22 w 48"/>
                    <a:gd name="T1" fmla="*/ 0 h 47"/>
                    <a:gd name="T2" fmla="*/ 48 w 48"/>
                    <a:gd name="T3" fmla="*/ 6 h 47"/>
                    <a:gd name="T4" fmla="*/ 48 w 48"/>
                    <a:gd name="T5" fmla="*/ 47 h 47"/>
                    <a:gd name="T6" fmla="*/ 0 w 48"/>
                    <a:gd name="T7" fmla="*/ 4 h 47"/>
                    <a:gd name="T8" fmla="*/ 22 w 48"/>
                    <a:gd name="T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7">
                      <a:moveTo>
                        <a:pt x="22" y="0"/>
                      </a:moveTo>
                      <a:cubicBezTo>
                        <a:pt x="32" y="0"/>
                        <a:pt x="38" y="2"/>
                        <a:pt x="48" y="6"/>
                      </a:cubicBezTo>
                      <a:cubicBezTo>
                        <a:pt x="48" y="47"/>
                        <a:pt x="48" y="47"/>
                        <a:pt x="48" y="47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5" y="2"/>
                        <a:pt x="14" y="0"/>
                        <a:pt x="2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7" name="Freeform 40253"/>
                <p:cNvSpPr>
                  <a:spLocks/>
                </p:cNvSpPr>
                <p:nvPr/>
              </p:nvSpPr>
              <p:spPr bwMode="auto">
                <a:xfrm>
                  <a:off x="6937" y="1774"/>
                  <a:ext cx="71" cy="173"/>
                </a:xfrm>
                <a:custGeom>
                  <a:avLst/>
                  <a:gdLst>
                    <a:gd name="T0" fmla="*/ 29 w 30"/>
                    <a:gd name="T1" fmla="*/ 42 h 73"/>
                    <a:gd name="T2" fmla="*/ 30 w 30"/>
                    <a:gd name="T3" fmla="*/ 52 h 73"/>
                    <a:gd name="T4" fmla="*/ 26 w 30"/>
                    <a:gd name="T5" fmla="*/ 73 h 73"/>
                    <a:gd name="T6" fmla="*/ 0 w 30"/>
                    <a:gd name="T7" fmla="*/ 73 h 73"/>
                    <a:gd name="T8" fmla="*/ 0 w 30"/>
                    <a:gd name="T9" fmla="*/ 0 h 73"/>
                    <a:gd name="T10" fmla="*/ 29 w 30"/>
                    <a:gd name="T11" fmla="*/ 42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" h="73">
                      <a:moveTo>
                        <a:pt x="29" y="42"/>
                      </a:moveTo>
                      <a:cubicBezTo>
                        <a:pt x="30" y="46"/>
                        <a:pt x="30" y="49"/>
                        <a:pt x="30" y="52"/>
                      </a:cubicBezTo>
                      <a:cubicBezTo>
                        <a:pt x="30" y="60"/>
                        <a:pt x="28" y="67"/>
                        <a:pt x="26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9" y="3"/>
                        <a:pt x="25" y="20"/>
                        <a:pt x="29" y="42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  <p:cxnSp>
          <p:nvCxnSpPr>
            <p:cNvPr id="290" name="Gerade Verbindung 289"/>
            <p:cNvCxnSpPr>
              <a:stCxn id="18" idx="1"/>
            </p:cNvCxnSpPr>
            <p:nvPr/>
          </p:nvCxnSpPr>
          <p:spPr bwMode="gray">
            <a:xfrm>
              <a:off x="6037500" y="3418720"/>
              <a:ext cx="2783441" cy="15328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Gerade Verbindung 290"/>
            <p:cNvCxnSpPr/>
            <p:nvPr/>
          </p:nvCxnSpPr>
          <p:spPr bwMode="gray">
            <a:xfrm flipH="1">
              <a:off x="7419799" y="3411403"/>
              <a:ext cx="795" cy="3113030"/>
            </a:xfrm>
            <a:prstGeom prst="line">
              <a:avLst/>
            </a:prstGeom>
            <a:ln w="6350">
              <a:solidFill>
                <a:srgbClr val="C8C8C8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2"/>
            <p:cNvGrpSpPr/>
            <p:nvPr/>
          </p:nvGrpSpPr>
          <p:grpSpPr>
            <a:xfrm>
              <a:off x="416786" y="480730"/>
              <a:ext cx="2735537" cy="2896142"/>
              <a:chOff x="416786" y="480730"/>
              <a:chExt cx="2735537" cy="2896142"/>
            </a:xfrm>
          </p:grpSpPr>
          <p:sp>
            <p:nvSpPr>
              <p:cNvPr id="296" name="Textfeld 295"/>
              <p:cNvSpPr txBox="1"/>
              <p:nvPr/>
            </p:nvSpPr>
            <p:spPr bwMode="gray">
              <a:xfrm>
                <a:off x="416786" y="480730"/>
                <a:ext cx="2735537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2000" dirty="0" smtClean="0">
                    <a:solidFill>
                      <a:schemeClr val="accent1"/>
                    </a:solidFill>
                  </a:rPr>
                  <a:t>Placeholder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your own information. This text demonstrates how your text will look like. Type your text here, this is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only a placeholder. Replace this text with your own information. This text demonstrates how your text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will look like. Type your text here, this is only a placeholder.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97" name="Textfeld 296"/>
              <p:cNvSpPr txBox="1"/>
              <p:nvPr/>
            </p:nvSpPr>
            <p:spPr bwMode="gray">
              <a:xfrm>
                <a:off x="416786" y="2000236"/>
                <a:ext cx="2735537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2000" dirty="0" smtClean="0">
                    <a:solidFill>
                      <a:schemeClr val="accent1"/>
                    </a:solidFill>
                  </a:rPr>
                  <a:t>Placeholder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9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9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9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900" dirty="0" smtClean="0">
                    <a:solidFill>
                      <a:srgbClr val="000000"/>
                    </a:solidFill>
                  </a:rPr>
                  <a:t>Replace this text with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your own information. This text demonstrates how your text will look like. Type your text here, this is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only a placeholder. Replace this text with your own information. This text demonstrates how your text </a:t>
                </a:r>
                <a:br>
                  <a:rPr lang="en-US" sz="900" dirty="0" smtClean="0">
                    <a:solidFill>
                      <a:srgbClr val="000000"/>
                    </a:solidFill>
                  </a:rPr>
                </a:br>
                <a:r>
                  <a:rPr lang="en-US" sz="900" dirty="0" smtClean="0">
                    <a:solidFill>
                      <a:srgbClr val="000000"/>
                    </a:solidFill>
                  </a:rPr>
                  <a:t>will look like. Type your text here, this is only a placeholder.</a:t>
                </a:r>
                <a:endParaRPr lang="en-US" sz="9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99" name="Gruppieren 298"/>
            <p:cNvGrpSpPr/>
            <p:nvPr/>
          </p:nvGrpSpPr>
          <p:grpSpPr>
            <a:xfrm>
              <a:off x="418378" y="3507308"/>
              <a:ext cx="3055745" cy="1348537"/>
              <a:chOff x="3239080" y="3550438"/>
              <a:chExt cx="3055745" cy="1348537"/>
            </a:xfrm>
          </p:grpSpPr>
          <p:sp>
            <p:nvSpPr>
              <p:cNvPr id="300" name="Rechteck 299"/>
              <p:cNvSpPr/>
              <p:nvPr/>
            </p:nvSpPr>
            <p:spPr bwMode="gray">
              <a:xfrm>
                <a:off x="3239080" y="3550438"/>
                <a:ext cx="3055745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7200" dirty="0" smtClean="0">
                    <a:solidFill>
                      <a:srgbClr val="7D7D7D"/>
                    </a:solidFill>
                  </a:rPr>
                  <a:t>SOCIAL</a:t>
                </a:r>
              </a:p>
              <a:p>
                <a:pPr lvl="0">
                  <a:spcAft>
                    <a:spcPts val="300"/>
                  </a:spcAft>
                </a:pPr>
                <a:endParaRPr lang="en-US" sz="72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301" name="Rechteck 300"/>
              <p:cNvSpPr/>
              <p:nvPr/>
            </p:nvSpPr>
            <p:spPr bwMode="gray">
              <a:xfrm>
                <a:off x="3724855" y="4502876"/>
                <a:ext cx="1042097" cy="39609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b="1" dirty="0" smtClean="0">
                    <a:solidFill>
                      <a:schemeClr val="accent1"/>
                    </a:solidFill>
                  </a:rPr>
                  <a:t>MEDIA</a:t>
                </a:r>
              </a:p>
            </p:txBody>
          </p:sp>
        </p:grpSp>
        <p:grpSp>
          <p:nvGrpSpPr>
            <p:cNvPr id="5" name="Gruppieren 4"/>
            <p:cNvGrpSpPr/>
            <p:nvPr/>
          </p:nvGrpSpPr>
          <p:grpSpPr>
            <a:xfrm>
              <a:off x="420012" y="4936389"/>
              <a:ext cx="2835280" cy="1280065"/>
              <a:chOff x="420012" y="4936389"/>
              <a:chExt cx="2835280" cy="1280065"/>
            </a:xfrm>
          </p:grpSpPr>
          <p:sp>
            <p:nvSpPr>
              <p:cNvPr id="298" name="Rechteck 297"/>
              <p:cNvSpPr/>
              <p:nvPr/>
            </p:nvSpPr>
            <p:spPr bwMode="gray">
              <a:xfrm>
                <a:off x="420012" y="5751532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900" b="1" dirty="0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en-US" sz="900" dirty="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en-US" sz="10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302" name="Gruppieren 301"/>
              <p:cNvGrpSpPr/>
              <p:nvPr/>
            </p:nvGrpSpPr>
            <p:grpSpPr bwMode="gray">
              <a:xfrm>
                <a:off x="515639" y="4936389"/>
                <a:ext cx="2739653" cy="722427"/>
                <a:chOff x="3245132" y="3520819"/>
                <a:chExt cx="2739653" cy="722427"/>
              </a:xfrm>
            </p:grpSpPr>
            <p:sp>
              <p:nvSpPr>
                <p:cNvPr id="303" name="Freeform 8"/>
                <p:cNvSpPr>
                  <a:spLocks noEditPoints="1"/>
                </p:cNvSpPr>
                <p:nvPr/>
              </p:nvSpPr>
              <p:spPr bwMode="gray">
                <a:xfrm rot="21026752" flipV="1">
                  <a:off x="4824864" y="3772380"/>
                  <a:ext cx="426040" cy="125404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400"/>
                </a:p>
              </p:txBody>
            </p:sp>
            <p:sp>
              <p:nvSpPr>
                <p:cNvPr id="304" name="Freeform 8"/>
                <p:cNvSpPr>
                  <a:spLocks noEditPoints="1"/>
                </p:cNvSpPr>
                <p:nvPr/>
              </p:nvSpPr>
              <p:spPr bwMode="gray">
                <a:xfrm rot="21026752" flipV="1">
                  <a:off x="3770643" y="3772380"/>
                  <a:ext cx="426040" cy="125404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400"/>
                </a:p>
              </p:txBody>
            </p:sp>
            <p:sp>
              <p:nvSpPr>
                <p:cNvPr id="305" name="Rechteck 304"/>
                <p:cNvSpPr/>
                <p:nvPr/>
              </p:nvSpPr>
              <p:spPr bwMode="gray">
                <a:xfrm>
                  <a:off x="3258057" y="4005840"/>
                  <a:ext cx="1041295" cy="2374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700" smtClean="0">
                      <a:solidFill>
                        <a:srgbClr val="7D7D7D"/>
                      </a:solidFill>
                    </a:rPr>
                    <a:t>This is a placeholder text, it can be replaced.</a:t>
                  </a:r>
                  <a:endParaRPr lang="de-DE" sz="7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06" name="Rechteck 305"/>
                <p:cNvSpPr/>
                <p:nvPr/>
              </p:nvSpPr>
              <p:spPr bwMode="gray">
                <a:xfrm>
                  <a:off x="4312278" y="4005840"/>
                  <a:ext cx="1041295" cy="2374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US" sz="700" dirty="0" smtClean="0">
                      <a:solidFill>
                        <a:srgbClr val="7D7D7D"/>
                      </a:solidFill>
                    </a:rPr>
                    <a:t>This is a placeholder text, it can be replaced.</a:t>
                  </a:r>
                  <a:endParaRPr lang="en-US" sz="700" dirty="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07" name="Rechteck 306"/>
                <p:cNvSpPr/>
                <p:nvPr/>
              </p:nvSpPr>
              <p:spPr bwMode="gray">
                <a:xfrm>
                  <a:off x="5366498" y="4005840"/>
                  <a:ext cx="618287" cy="2374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US" sz="700" b="1" dirty="0" smtClean="0">
                      <a:solidFill>
                        <a:srgbClr val="000000"/>
                      </a:solidFill>
                    </a:rPr>
                    <a:t>Placeholder text.</a:t>
                  </a:r>
                  <a:endParaRPr lang="en-US" sz="700" b="1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308" name="Gruppieren 602"/>
                <p:cNvGrpSpPr/>
                <p:nvPr/>
              </p:nvGrpSpPr>
              <p:grpSpPr bwMode="gray">
                <a:xfrm>
                  <a:off x="3245132" y="3520819"/>
                  <a:ext cx="2551232" cy="687003"/>
                  <a:chOff x="630582" y="1719451"/>
                  <a:chExt cx="3840507" cy="1034182"/>
                </a:xfrm>
              </p:grpSpPr>
              <p:grpSp>
                <p:nvGrpSpPr>
                  <p:cNvPr id="309" name="Gruppieren 589"/>
                  <p:cNvGrpSpPr/>
                  <p:nvPr/>
                </p:nvGrpSpPr>
                <p:grpSpPr bwMode="gray">
                  <a:xfrm>
                    <a:off x="3810000" y="1719451"/>
                    <a:ext cx="661089" cy="1026562"/>
                    <a:chOff x="2950574" y="2385072"/>
                    <a:chExt cx="1337201" cy="2076450"/>
                  </a:xfrm>
                </p:grpSpPr>
                <p:sp>
                  <p:nvSpPr>
                    <p:cNvPr id="318" name="Rectangle 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950574" y="2385072"/>
                      <a:ext cx="109258" cy="207645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rgbClr val="969696"/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319" name="Rectangle 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2950574" y="2475560"/>
                      <a:ext cx="109258" cy="825500"/>
                    </a:xfrm>
                    <a:prstGeom prst="rect">
                      <a:avLst/>
                    </a:prstGeom>
                    <a:solidFill>
                      <a:schemeClr val="accent1">
                        <a:lumMod val="75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320" name="Freeform 6"/>
                    <p:cNvSpPr>
                      <a:spLocks/>
                    </p:cNvSpPr>
                    <p:nvPr/>
                  </p:nvSpPr>
                  <p:spPr bwMode="gray">
                    <a:xfrm>
                      <a:off x="3059832" y="2475560"/>
                      <a:ext cx="1227943" cy="825500"/>
                    </a:xfrm>
                    <a:custGeom>
                      <a:avLst/>
                      <a:gdLst/>
                      <a:ahLst/>
                      <a:cxnLst>
                        <a:cxn ang="0">
                          <a:pos x="502" y="293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502" y="62"/>
                        </a:cxn>
                        <a:cxn ang="0">
                          <a:pos x="522" y="33"/>
                        </a:cxn>
                        <a:cxn ang="0">
                          <a:pos x="527" y="10"/>
                        </a:cxn>
                        <a:cxn ang="0">
                          <a:pos x="511" y="0"/>
                        </a:cxn>
                        <a:cxn ang="0">
                          <a:pos x="0" y="0"/>
                        </a:cxn>
                        <a:cxn ang="0">
                          <a:pos x="0" y="178"/>
                        </a:cxn>
                        <a:cxn ang="0">
                          <a:pos x="0" y="356"/>
                        </a:cxn>
                        <a:cxn ang="0">
                          <a:pos x="511" y="356"/>
                        </a:cxn>
                        <a:cxn ang="0">
                          <a:pos x="527" y="345"/>
                        </a:cxn>
                        <a:cxn ang="0">
                          <a:pos x="522" y="323"/>
                        </a:cxn>
                        <a:cxn ang="0">
                          <a:pos x="502" y="293"/>
                        </a:cxn>
                      </a:cxnLst>
                      <a:rect l="0" t="0" r="r" b="b"/>
                      <a:pathLst>
                        <a:path w="530" h="356">
                          <a:moveTo>
                            <a:pt x="502" y="293"/>
                          </a:move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502" y="62"/>
                            <a:pt x="502" y="62"/>
                            <a:pt x="502" y="62"/>
                          </a:cubicBezTo>
                          <a:cubicBezTo>
                            <a:pt x="502" y="62"/>
                            <a:pt x="503" y="63"/>
                            <a:pt x="522" y="33"/>
                          </a:cubicBezTo>
                          <a:cubicBezTo>
                            <a:pt x="528" y="24"/>
                            <a:pt x="530" y="17"/>
                            <a:pt x="527" y="10"/>
                          </a:cubicBezTo>
                          <a:cubicBezTo>
                            <a:pt x="523" y="0"/>
                            <a:pt x="511" y="0"/>
                            <a:pt x="51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78"/>
                            <a:pt x="0" y="178"/>
                            <a:pt x="0" y="178"/>
                          </a:cubicBezTo>
                          <a:cubicBezTo>
                            <a:pt x="0" y="356"/>
                            <a:pt x="0" y="356"/>
                            <a:pt x="0" y="356"/>
                          </a:cubicBezTo>
                          <a:cubicBezTo>
                            <a:pt x="511" y="356"/>
                            <a:pt x="511" y="356"/>
                            <a:pt x="511" y="356"/>
                          </a:cubicBezTo>
                          <a:cubicBezTo>
                            <a:pt x="511" y="356"/>
                            <a:pt x="523" y="356"/>
                            <a:pt x="527" y="345"/>
                          </a:cubicBezTo>
                          <a:cubicBezTo>
                            <a:pt x="530" y="338"/>
                            <a:pt x="528" y="332"/>
                            <a:pt x="522" y="323"/>
                          </a:cubicBezTo>
                          <a:cubicBezTo>
                            <a:pt x="503" y="293"/>
                            <a:pt x="502" y="293"/>
                            <a:pt x="502" y="293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vert="horz" wrap="none" rIns="144000" rtlCol="0" anchor="ctr"/>
                    <a:lstStyle/>
                    <a:p>
                      <a:pPr algn="ctr"/>
                      <a:r>
                        <a:rPr lang="de-DE" sz="700" b="1" smtClean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p:txBody>
                </p:sp>
              </p:grpSp>
              <p:grpSp>
                <p:nvGrpSpPr>
                  <p:cNvPr id="310" name="Gruppieren 593"/>
                  <p:cNvGrpSpPr/>
                  <p:nvPr/>
                </p:nvGrpSpPr>
                <p:grpSpPr bwMode="gray">
                  <a:xfrm>
                    <a:off x="2222883" y="1727071"/>
                    <a:ext cx="661089" cy="1026562"/>
                    <a:chOff x="6577762" y="2385073"/>
                    <a:chExt cx="1337201" cy="2076450"/>
                  </a:xfrm>
                </p:grpSpPr>
                <p:sp>
                  <p:nvSpPr>
                    <p:cNvPr id="315" name="Rectangle 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6577762" y="2385073"/>
                      <a:ext cx="109258" cy="207645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rgbClr val="969696"/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316" name="Rectangle 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6577762" y="2475561"/>
                      <a:ext cx="109258" cy="825500"/>
                    </a:xfrm>
                    <a:prstGeom prst="rect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7" name="Freeform 6"/>
                    <p:cNvSpPr>
                      <a:spLocks/>
                    </p:cNvSpPr>
                    <p:nvPr/>
                  </p:nvSpPr>
                  <p:spPr bwMode="gray">
                    <a:xfrm>
                      <a:off x="6687020" y="2475561"/>
                      <a:ext cx="1227943" cy="825500"/>
                    </a:xfrm>
                    <a:custGeom>
                      <a:avLst/>
                      <a:gdLst/>
                      <a:ahLst/>
                      <a:cxnLst>
                        <a:cxn ang="0">
                          <a:pos x="502" y="293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502" y="62"/>
                        </a:cxn>
                        <a:cxn ang="0">
                          <a:pos x="522" y="33"/>
                        </a:cxn>
                        <a:cxn ang="0">
                          <a:pos x="527" y="10"/>
                        </a:cxn>
                        <a:cxn ang="0">
                          <a:pos x="511" y="0"/>
                        </a:cxn>
                        <a:cxn ang="0">
                          <a:pos x="0" y="0"/>
                        </a:cxn>
                        <a:cxn ang="0">
                          <a:pos x="0" y="178"/>
                        </a:cxn>
                        <a:cxn ang="0">
                          <a:pos x="0" y="356"/>
                        </a:cxn>
                        <a:cxn ang="0">
                          <a:pos x="511" y="356"/>
                        </a:cxn>
                        <a:cxn ang="0">
                          <a:pos x="527" y="345"/>
                        </a:cxn>
                        <a:cxn ang="0">
                          <a:pos x="522" y="323"/>
                        </a:cxn>
                        <a:cxn ang="0">
                          <a:pos x="502" y="293"/>
                        </a:cxn>
                      </a:cxnLst>
                      <a:rect l="0" t="0" r="r" b="b"/>
                      <a:pathLst>
                        <a:path w="530" h="356">
                          <a:moveTo>
                            <a:pt x="502" y="293"/>
                          </a:move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502" y="62"/>
                            <a:pt x="502" y="62"/>
                            <a:pt x="502" y="62"/>
                          </a:cubicBezTo>
                          <a:cubicBezTo>
                            <a:pt x="502" y="62"/>
                            <a:pt x="503" y="63"/>
                            <a:pt x="522" y="33"/>
                          </a:cubicBezTo>
                          <a:cubicBezTo>
                            <a:pt x="528" y="24"/>
                            <a:pt x="530" y="17"/>
                            <a:pt x="527" y="10"/>
                          </a:cubicBezTo>
                          <a:cubicBezTo>
                            <a:pt x="523" y="0"/>
                            <a:pt x="511" y="0"/>
                            <a:pt x="51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78"/>
                            <a:pt x="0" y="178"/>
                            <a:pt x="0" y="178"/>
                          </a:cubicBezTo>
                          <a:cubicBezTo>
                            <a:pt x="0" y="356"/>
                            <a:pt x="0" y="356"/>
                            <a:pt x="0" y="356"/>
                          </a:cubicBezTo>
                          <a:cubicBezTo>
                            <a:pt x="511" y="356"/>
                            <a:pt x="511" y="356"/>
                            <a:pt x="511" y="356"/>
                          </a:cubicBezTo>
                          <a:cubicBezTo>
                            <a:pt x="511" y="356"/>
                            <a:pt x="523" y="356"/>
                            <a:pt x="527" y="345"/>
                          </a:cubicBezTo>
                          <a:cubicBezTo>
                            <a:pt x="530" y="338"/>
                            <a:pt x="528" y="332"/>
                            <a:pt x="522" y="323"/>
                          </a:cubicBezTo>
                          <a:cubicBezTo>
                            <a:pt x="503" y="293"/>
                            <a:pt x="502" y="293"/>
                            <a:pt x="502" y="293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vert="horz" wrap="none" rIns="144000" rtlCol="0" anchor="ctr"/>
                    <a:lstStyle/>
                    <a:p>
                      <a:pPr algn="ctr"/>
                      <a:r>
                        <a:rPr lang="de-DE" sz="700" b="1" dirty="0" smtClean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p:txBody>
                </p:sp>
              </p:grpSp>
              <p:grpSp>
                <p:nvGrpSpPr>
                  <p:cNvPr id="311" name="Gruppieren 597"/>
                  <p:cNvGrpSpPr/>
                  <p:nvPr/>
                </p:nvGrpSpPr>
                <p:grpSpPr bwMode="gray">
                  <a:xfrm>
                    <a:off x="630582" y="1727071"/>
                    <a:ext cx="661089" cy="1026562"/>
                    <a:chOff x="6577762" y="2385073"/>
                    <a:chExt cx="1337201" cy="2076450"/>
                  </a:xfrm>
                </p:grpSpPr>
                <p:sp>
                  <p:nvSpPr>
                    <p:cNvPr id="312" name="Rectangle 5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6577762" y="2385073"/>
                      <a:ext cx="109258" cy="207645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rgbClr val="969696"/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313" name="Rectangle 7"/>
                    <p:cNvSpPr>
                      <a:spLocks noChangeArrowheads="1"/>
                    </p:cNvSpPr>
                    <p:nvPr/>
                  </p:nvSpPr>
                  <p:spPr bwMode="gray">
                    <a:xfrm>
                      <a:off x="6577762" y="2475561"/>
                      <a:ext cx="109258" cy="825500"/>
                    </a:xfrm>
                    <a:prstGeom prst="rect">
                      <a:avLst/>
                    </a:pr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7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4" name="Freeform 6"/>
                    <p:cNvSpPr>
                      <a:spLocks/>
                    </p:cNvSpPr>
                    <p:nvPr/>
                  </p:nvSpPr>
                  <p:spPr bwMode="gray">
                    <a:xfrm>
                      <a:off x="6687020" y="2475561"/>
                      <a:ext cx="1227943" cy="825500"/>
                    </a:xfrm>
                    <a:custGeom>
                      <a:avLst/>
                      <a:gdLst/>
                      <a:ahLst/>
                      <a:cxnLst>
                        <a:cxn ang="0">
                          <a:pos x="502" y="293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425" y="178"/>
                        </a:cxn>
                        <a:cxn ang="0">
                          <a:pos x="502" y="62"/>
                        </a:cxn>
                        <a:cxn ang="0">
                          <a:pos x="522" y="33"/>
                        </a:cxn>
                        <a:cxn ang="0">
                          <a:pos x="527" y="10"/>
                        </a:cxn>
                        <a:cxn ang="0">
                          <a:pos x="511" y="0"/>
                        </a:cxn>
                        <a:cxn ang="0">
                          <a:pos x="0" y="0"/>
                        </a:cxn>
                        <a:cxn ang="0">
                          <a:pos x="0" y="178"/>
                        </a:cxn>
                        <a:cxn ang="0">
                          <a:pos x="0" y="356"/>
                        </a:cxn>
                        <a:cxn ang="0">
                          <a:pos x="511" y="356"/>
                        </a:cxn>
                        <a:cxn ang="0">
                          <a:pos x="527" y="345"/>
                        </a:cxn>
                        <a:cxn ang="0">
                          <a:pos x="522" y="323"/>
                        </a:cxn>
                        <a:cxn ang="0">
                          <a:pos x="502" y="293"/>
                        </a:cxn>
                      </a:cxnLst>
                      <a:rect l="0" t="0" r="r" b="b"/>
                      <a:pathLst>
                        <a:path w="530" h="356">
                          <a:moveTo>
                            <a:pt x="502" y="293"/>
                          </a:move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425" y="178"/>
                            <a:pt x="425" y="178"/>
                            <a:pt x="425" y="178"/>
                          </a:cubicBezTo>
                          <a:cubicBezTo>
                            <a:pt x="502" y="62"/>
                            <a:pt x="502" y="62"/>
                            <a:pt x="502" y="62"/>
                          </a:cubicBezTo>
                          <a:cubicBezTo>
                            <a:pt x="502" y="62"/>
                            <a:pt x="503" y="63"/>
                            <a:pt x="522" y="33"/>
                          </a:cubicBezTo>
                          <a:cubicBezTo>
                            <a:pt x="528" y="24"/>
                            <a:pt x="530" y="17"/>
                            <a:pt x="527" y="10"/>
                          </a:cubicBezTo>
                          <a:cubicBezTo>
                            <a:pt x="523" y="0"/>
                            <a:pt x="511" y="0"/>
                            <a:pt x="51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78"/>
                            <a:pt x="0" y="178"/>
                            <a:pt x="0" y="178"/>
                          </a:cubicBezTo>
                          <a:cubicBezTo>
                            <a:pt x="0" y="356"/>
                            <a:pt x="0" y="356"/>
                            <a:pt x="0" y="356"/>
                          </a:cubicBezTo>
                          <a:cubicBezTo>
                            <a:pt x="511" y="356"/>
                            <a:pt x="511" y="356"/>
                            <a:pt x="511" y="356"/>
                          </a:cubicBezTo>
                          <a:cubicBezTo>
                            <a:pt x="511" y="356"/>
                            <a:pt x="523" y="356"/>
                            <a:pt x="527" y="345"/>
                          </a:cubicBezTo>
                          <a:cubicBezTo>
                            <a:pt x="530" y="338"/>
                            <a:pt x="528" y="332"/>
                            <a:pt x="522" y="323"/>
                          </a:cubicBezTo>
                          <a:cubicBezTo>
                            <a:pt x="503" y="293"/>
                            <a:pt x="502" y="293"/>
                            <a:pt x="502" y="293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40000"/>
                        <a:lumOff val="60000"/>
                      </a:schemeClr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vert="horz" wrap="none" rIns="144000" rtlCol="0" anchor="ctr"/>
                    <a:lstStyle/>
                    <a:p>
                      <a:pPr algn="ctr"/>
                      <a:r>
                        <a:rPr lang="de-DE" sz="7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TEXT</a:t>
                      </a:r>
                    </a:p>
                  </p:txBody>
                </p:sp>
              </p:grpSp>
            </p:grpSp>
          </p:grpSp>
        </p:grpSp>
        <p:grpSp>
          <p:nvGrpSpPr>
            <p:cNvPr id="6" name="Gruppieren 5"/>
            <p:cNvGrpSpPr/>
            <p:nvPr/>
          </p:nvGrpSpPr>
          <p:grpSpPr>
            <a:xfrm>
              <a:off x="3693428" y="488180"/>
              <a:ext cx="1999463" cy="2954000"/>
              <a:chOff x="3693428" y="488180"/>
              <a:chExt cx="1999463" cy="2954000"/>
            </a:xfrm>
          </p:grpSpPr>
          <p:grpSp>
            <p:nvGrpSpPr>
              <p:cNvPr id="339" name="Gruppieren 338"/>
              <p:cNvGrpSpPr/>
              <p:nvPr/>
            </p:nvGrpSpPr>
            <p:grpSpPr>
              <a:xfrm>
                <a:off x="3693428" y="488180"/>
                <a:ext cx="1999463" cy="2190037"/>
                <a:chOff x="6378828" y="610209"/>
                <a:chExt cx="1999463" cy="2190037"/>
              </a:xfrm>
            </p:grpSpPr>
            <p:grpSp>
              <p:nvGrpSpPr>
                <p:cNvPr id="340" name="Gruppieren 10"/>
                <p:cNvGrpSpPr/>
                <p:nvPr/>
              </p:nvGrpSpPr>
              <p:grpSpPr bwMode="gray">
                <a:xfrm rot="21387017">
                  <a:off x="7454777" y="610209"/>
                  <a:ext cx="923514" cy="2051723"/>
                  <a:chOff x="1638379" y="1795010"/>
                  <a:chExt cx="923514" cy="2051723"/>
                </a:xfrm>
              </p:grpSpPr>
              <p:grpSp>
                <p:nvGrpSpPr>
                  <p:cNvPr id="345" name="Gruppieren 9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347" name="Rechteck 346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solidFill>
                      <a:schemeClr val="bg1">
                        <a:lumMod val="65000"/>
                      </a:schemeClr>
                    </a:soli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8" name="Rechteck 347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solidFill>
                      <a:schemeClr val="accent1"/>
                    </a:soli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</p:grpSp>
              <p:sp>
                <p:nvSpPr>
                  <p:cNvPr id="346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25400">
                    <a:noFill/>
                  </a:ln>
                  <a:effectLst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341" name="Gruppieren 340"/>
                <p:cNvGrpSpPr/>
                <p:nvPr/>
              </p:nvGrpSpPr>
              <p:grpSpPr>
                <a:xfrm>
                  <a:off x="6378828" y="748523"/>
                  <a:ext cx="923514" cy="2051723"/>
                  <a:chOff x="6378828" y="748523"/>
                  <a:chExt cx="923514" cy="2051723"/>
                </a:xfrm>
              </p:grpSpPr>
              <p:sp>
                <p:nvSpPr>
                  <p:cNvPr id="342" name="Rechteck 341"/>
                  <p:cNvSpPr/>
                  <p:nvPr/>
                </p:nvSpPr>
                <p:spPr bwMode="gray">
                  <a:xfrm rot="390607">
                    <a:off x="6456953" y="798338"/>
                    <a:ext cx="767264" cy="1952094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endParaRPr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 bwMode="gray">
                  <a:xfrm rot="390607">
                    <a:off x="6401622" y="1771238"/>
                    <a:ext cx="767264" cy="976046"/>
                  </a:xfrm>
                  <a:prstGeom prst="rect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44" name="Freeform 6"/>
                  <p:cNvSpPr>
                    <a:spLocks noEditPoints="1"/>
                  </p:cNvSpPr>
                  <p:nvPr/>
                </p:nvSpPr>
                <p:spPr bwMode="gray">
                  <a:xfrm rot="390607">
                    <a:off x="6378828" y="748523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25400">
                    <a:noFill/>
                  </a:ln>
                  <a:effectLst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grpSp>
            <p:nvGrpSpPr>
              <p:cNvPr id="349" name="Gruppieren 348"/>
              <p:cNvGrpSpPr/>
              <p:nvPr/>
            </p:nvGrpSpPr>
            <p:grpSpPr>
              <a:xfrm>
                <a:off x="3715466" y="2701397"/>
                <a:ext cx="1837875" cy="740783"/>
                <a:chOff x="6400866" y="2823426"/>
                <a:chExt cx="1837875" cy="740783"/>
              </a:xfrm>
            </p:grpSpPr>
            <p:sp>
              <p:nvSpPr>
                <p:cNvPr id="350" name="Freeform 8"/>
                <p:cNvSpPr>
                  <a:spLocks noEditPoints="1"/>
                </p:cNvSpPr>
                <p:nvPr/>
              </p:nvSpPr>
              <p:spPr bwMode="gray">
                <a:xfrm rot="13793858" flipH="1">
                  <a:off x="7763603" y="3066941"/>
                  <a:ext cx="713981" cy="236295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1" name="Freeform 8"/>
                <p:cNvSpPr>
                  <a:spLocks noEditPoints="1"/>
                </p:cNvSpPr>
                <p:nvPr/>
              </p:nvSpPr>
              <p:spPr bwMode="gray">
                <a:xfrm rot="16200000" flipH="1">
                  <a:off x="6975416" y="3089071"/>
                  <a:ext cx="713981" cy="236295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2" name="Freeform 8"/>
                <p:cNvSpPr>
                  <a:spLocks noEditPoints="1"/>
                </p:cNvSpPr>
                <p:nvPr/>
              </p:nvSpPr>
              <p:spPr bwMode="gray">
                <a:xfrm rot="7688575">
                  <a:off x="6168081" y="3056211"/>
                  <a:ext cx="693416" cy="227846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</p:grpSp>
        <p:grpSp>
          <p:nvGrpSpPr>
            <p:cNvPr id="353" name="Gruppieren 352"/>
            <p:cNvGrpSpPr/>
            <p:nvPr/>
          </p:nvGrpSpPr>
          <p:grpSpPr>
            <a:xfrm>
              <a:off x="3210836" y="3407377"/>
              <a:ext cx="2760580" cy="2985341"/>
              <a:chOff x="6091920" y="3554019"/>
              <a:chExt cx="2760580" cy="2985341"/>
            </a:xfrm>
          </p:grpSpPr>
          <p:grpSp>
            <p:nvGrpSpPr>
              <p:cNvPr id="354" name="Gruppieren 353"/>
              <p:cNvGrpSpPr/>
              <p:nvPr/>
            </p:nvGrpSpPr>
            <p:grpSpPr bwMode="gray">
              <a:xfrm>
                <a:off x="6091920" y="5029972"/>
                <a:ext cx="1296000" cy="1501437"/>
                <a:chOff x="3202985" y="3429796"/>
                <a:chExt cx="1296000" cy="1501437"/>
              </a:xfrm>
            </p:grpSpPr>
            <p:sp>
              <p:nvSpPr>
                <p:cNvPr id="364" name="Textfeld 363"/>
                <p:cNvSpPr txBox="1"/>
                <p:nvPr/>
              </p:nvSpPr>
              <p:spPr bwMode="gray">
                <a:xfrm>
                  <a:off x="3202985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65" name="Textfeld 364"/>
                <p:cNvSpPr txBox="1"/>
                <p:nvPr/>
              </p:nvSpPr>
              <p:spPr bwMode="gray">
                <a:xfrm>
                  <a:off x="3204752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97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355" name="Gruppieren 354"/>
              <p:cNvGrpSpPr/>
              <p:nvPr/>
            </p:nvGrpSpPr>
            <p:grpSpPr bwMode="gray">
              <a:xfrm>
                <a:off x="7529973" y="5037923"/>
                <a:ext cx="1296000" cy="1501437"/>
                <a:chOff x="4641038" y="3429796"/>
                <a:chExt cx="1296000" cy="1501437"/>
              </a:xfrm>
            </p:grpSpPr>
            <p:sp>
              <p:nvSpPr>
                <p:cNvPr id="362" name="Textfeld 361"/>
                <p:cNvSpPr txBox="1"/>
                <p:nvPr/>
              </p:nvSpPr>
              <p:spPr bwMode="gray">
                <a:xfrm>
                  <a:off x="4641038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63" name="Textfeld 362"/>
                <p:cNvSpPr txBox="1"/>
                <p:nvPr/>
              </p:nvSpPr>
              <p:spPr bwMode="gray">
                <a:xfrm>
                  <a:off x="4641038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200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356" name="Gruppieren 355"/>
              <p:cNvGrpSpPr/>
              <p:nvPr/>
            </p:nvGrpSpPr>
            <p:grpSpPr bwMode="gray">
              <a:xfrm>
                <a:off x="6102266" y="3554019"/>
                <a:ext cx="1296000" cy="1501437"/>
                <a:chOff x="393450" y="3429795"/>
                <a:chExt cx="1296000" cy="1501437"/>
              </a:xfrm>
            </p:grpSpPr>
            <p:sp>
              <p:nvSpPr>
                <p:cNvPr id="360" name="Textfeld 359"/>
                <p:cNvSpPr txBox="1"/>
                <p:nvPr/>
              </p:nvSpPr>
              <p:spPr bwMode="gray">
                <a:xfrm>
                  <a:off x="393450" y="3861233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  <p:sp>
              <p:nvSpPr>
                <p:cNvPr id="361" name="Textfeld 360"/>
                <p:cNvSpPr txBox="1"/>
                <p:nvPr/>
              </p:nvSpPr>
              <p:spPr bwMode="gray">
                <a:xfrm>
                  <a:off x="395217" y="3429795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38</a:t>
                  </a:r>
                  <a:r>
                    <a:rPr lang="de-DE" sz="24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 %</a:t>
                  </a:r>
                  <a:endParaRPr lang="de-DE" sz="24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</p:grpSp>
          <p:grpSp>
            <p:nvGrpSpPr>
              <p:cNvPr id="357" name="Gruppieren 356"/>
              <p:cNvGrpSpPr/>
              <p:nvPr/>
            </p:nvGrpSpPr>
            <p:grpSpPr bwMode="gray">
              <a:xfrm>
                <a:off x="7556500" y="3564209"/>
                <a:ext cx="1296000" cy="1501437"/>
                <a:chOff x="1762755" y="3429795"/>
                <a:chExt cx="1296000" cy="1501437"/>
              </a:xfrm>
            </p:grpSpPr>
            <p:sp>
              <p:nvSpPr>
                <p:cNvPr id="358" name="Textfeld 357"/>
                <p:cNvSpPr txBox="1"/>
                <p:nvPr/>
              </p:nvSpPr>
              <p:spPr bwMode="gray">
                <a:xfrm>
                  <a:off x="1762755" y="3861233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  <p:sp>
              <p:nvSpPr>
                <p:cNvPr id="359" name="Textfeld 358"/>
                <p:cNvSpPr txBox="1"/>
                <p:nvPr/>
              </p:nvSpPr>
              <p:spPr bwMode="gray">
                <a:xfrm>
                  <a:off x="1762755" y="3429795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62</a:t>
                  </a:r>
                  <a:r>
                    <a:rPr lang="de-DE" sz="2400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 %</a:t>
                  </a:r>
                  <a:endParaRPr lang="de-DE" sz="24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81683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hteck 17"/>
          <p:cNvSpPr/>
          <p:nvPr/>
        </p:nvSpPr>
        <p:spPr bwMode="auto">
          <a:xfrm>
            <a:off x="6037500" y="305690"/>
            <a:ext cx="2783441" cy="6226059"/>
          </a:xfrm>
          <a:prstGeom prst="rect">
            <a:avLst/>
          </a:prstGeom>
          <a:solidFill>
            <a:schemeClr val="accent1"/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15" name="Rechteck 114"/>
          <p:cNvSpPr/>
          <p:nvPr/>
        </p:nvSpPr>
        <p:spPr bwMode="auto">
          <a:xfrm>
            <a:off x="331706" y="306838"/>
            <a:ext cx="5705795" cy="6226059"/>
          </a:xfrm>
          <a:prstGeom prst="rect">
            <a:avLst/>
          </a:prstGeom>
          <a:solidFill>
            <a:srgbClr val="E6E6E6"/>
          </a:solidFill>
          <a:ln w="12700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4" name="Rechteck 3"/>
          <p:cNvSpPr/>
          <p:nvPr/>
        </p:nvSpPr>
        <p:spPr bwMode="auto">
          <a:xfrm>
            <a:off x="323850" y="298375"/>
            <a:ext cx="8497092" cy="6226059"/>
          </a:xfrm>
          <a:prstGeom prst="rect">
            <a:avLst/>
          </a:prstGeom>
          <a:noFill/>
          <a:ln w="12700">
            <a:solidFill>
              <a:srgbClr val="C0C0C0"/>
            </a:solidFill>
            <a:round/>
            <a:headEnd/>
            <a:tailEnd/>
          </a:ln>
          <a:effectLst/>
        </p:spPr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481" name="Rechteck 480"/>
          <p:cNvSpPr/>
          <p:nvPr/>
        </p:nvSpPr>
        <p:spPr bwMode="gray">
          <a:xfrm>
            <a:off x="7114063" y="3538691"/>
            <a:ext cx="63190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de-DE" sz="2800" b="1" dirty="0" smtClean="0">
                <a:solidFill>
                  <a:schemeClr val="accent1"/>
                </a:solidFill>
              </a:rPr>
              <a:t>67 </a:t>
            </a:r>
            <a:endParaRPr lang="de-DE" sz="2800" dirty="0">
              <a:solidFill>
                <a:schemeClr val="accent1"/>
              </a:solidFill>
            </a:endParaRPr>
          </a:p>
        </p:txBody>
      </p:sp>
      <p:grpSp>
        <p:nvGrpSpPr>
          <p:cNvPr id="9" name="Gruppieren 8"/>
          <p:cNvGrpSpPr/>
          <p:nvPr/>
        </p:nvGrpSpPr>
        <p:grpSpPr>
          <a:xfrm>
            <a:off x="6166458" y="3577920"/>
            <a:ext cx="2665072" cy="2927929"/>
            <a:chOff x="6166458" y="3577920"/>
            <a:chExt cx="2665072" cy="2927929"/>
          </a:xfrm>
        </p:grpSpPr>
        <p:grpSp>
          <p:nvGrpSpPr>
            <p:cNvPr id="90" name="Group 17"/>
            <p:cNvGrpSpPr>
              <a:grpSpLocks noChangeAspect="1"/>
            </p:cNvGrpSpPr>
            <p:nvPr/>
          </p:nvGrpSpPr>
          <p:grpSpPr bwMode="auto">
            <a:xfrm>
              <a:off x="6659674" y="3577920"/>
              <a:ext cx="1400921" cy="1372392"/>
              <a:chOff x="2536" y="885"/>
              <a:chExt cx="2799" cy="2742"/>
            </a:xfrm>
          </p:grpSpPr>
          <p:sp>
            <p:nvSpPr>
              <p:cNvPr id="91" name="AutoShape 16"/>
              <p:cNvSpPr>
                <a:spLocks noChangeAspect="1" noChangeArrowheads="1" noTextEdit="1"/>
              </p:cNvSpPr>
              <p:nvPr/>
            </p:nvSpPr>
            <p:spPr bwMode="auto">
              <a:xfrm>
                <a:off x="2536" y="885"/>
                <a:ext cx="2799" cy="27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2" name="Freeform 19"/>
              <p:cNvSpPr>
                <a:spLocks/>
              </p:cNvSpPr>
              <p:nvPr/>
            </p:nvSpPr>
            <p:spPr bwMode="auto">
              <a:xfrm>
                <a:off x="2538" y="887"/>
                <a:ext cx="2797" cy="2738"/>
              </a:xfrm>
              <a:custGeom>
                <a:avLst/>
                <a:gdLst>
                  <a:gd name="T0" fmla="*/ 1184 w 1184"/>
                  <a:gd name="T1" fmla="*/ 516 h 1159"/>
                  <a:gd name="T2" fmla="*/ 592 w 1184"/>
                  <a:gd name="T3" fmla="*/ 0 h 1159"/>
                  <a:gd name="T4" fmla="*/ 0 w 1184"/>
                  <a:gd name="T5" fmla="*/ 516 h 1159"/>
                  <a:gd name="T6" fmla="*/ 592 w 1184"/>
                  <a:gd name="T7" fmla="*/ 1033 h 1159"/>
                  <a:gd name="T8" fmla="*/ 646 w 1184"/>
                  <a:gd name="T9" fmla="*/ 1030 h 1159"/>
                  <a:gd name="T10" fmla="*/ 938 w 1184"/>
                  <a:gd name="T11" fmla="*/ 1159 h 1159"/>
                  <a:gd name="T12" fmla="*/ 807 w 1184"/>
                  <a:gd name="T13" fmla="*/ 997 h 1159"/>
                  <a:gd name="T14" fmla="*/ 1184 w 1184"/>
                  <a:gd name="T15" fmla="*/ 516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4" h="1159">
                    <a:moveTo>
                      <a:pt x="1184" y="516"/>
                    </a:moveTo>
                    <a:cubicBezTo>
                      <a:pt x="1184" y="231"/>
                      <a:pt x="919" y="0"/>
                      <a:pt x="592" y="0"/>
                    </a:cubicBezTo>
                    <a:cubicBezTo>
                      <a:pt x="265" y="0"/>
                      <a:pt x="0" y="231"/>
                      <a:pt x="0" y="516"/>
                    </a:cubicBezTo>
                    <a:cubicBezTo>
                      <a:pt x="0" y="801"/>
                      <a:pt x="265" y="1033"/>
                      <a:pt x="592" y="1033"/>
                    </a:cubicBezTo>
                    <a:cubicBezTo>
                      <a:pt x="610" y="1033"/>
                      <a:pt x="628" y="1032"/>
                      <a:pt x="646" y="1030"/>
                    </a:cubicBezTo>
                    <a:cubicBezTo>
                      <a:pt x="726" y="1103"/>
                      <a:pt x="827" y="1150"/>
                      <a:pt x="938" y="1159"/>
                    </a:cubicBezTo>
                    <a:cubicBezTo>
                      <a:pt x="887" y="1113"/>
                      <a:pt x="843" y="1058"/>
                      <a:pt x="807" y="997"/>
                    </a:cubicBezTo>
                    <a:cubicBezTo>
                      <a:pt x="1028" y="922"/>
                      <a:pt x="1184" y="735"/>
                      <a:pt x="1184" y="5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3" name="Freeform 20"/>
              <p:cNvSpPr>
                <a:spLocks noEditPoints="1"/>
              </p:cNvSpPr>
              <p:nvPr/>
            </p:nvSpPr>
            <p:spPr bwMode="auto">
              <a:xfrm>
                <a:off x="3441" y="1419"/>
                <a:ext cx="810" cy="1332"/>
              </a:xfrm>
              <a:custGeom>
                <a:avLst/>
                <a:gdLst>
                  <a:gd name="T0" fmla="*/ 271 w 343"/>
                  <a:gd name="T1" fmla="*/ 365 h 564"/>
                  <a:gd name="T2" fmla="*/ 265 w 343"/>
                  <a:gd name="T3" fmla="*/ 363 h 564"/>
                  <a:gd name="T4" fmla="*/ 261 w 343"/>
                  <a:gd name="T5" fmla="*/ 368 h 564"/>
                  <a:gd name="T6" fmla="*/ 255 w 343"/>
                  <a:gd name="T7" fmla="*/ 374 h 564"/>
                  <a:gd name="T8" fmla="*/ 106 w 343"/>
                  <a:gd name="T9" fmla="*/ 496 h 564"/>
                  <a:gd name="T10" fmla="*/ 95 w 343"/>
                  <a:gd name="T11" fmla="*/ 488 h 564"/>
                  <a:gd name="T12" fmla="*/ 104 w 343"/>
                  <a:gd name="T13" fmla="*/ 463 h 564"/>
                  <a:gd name="T14" fmla="*/ 290 w 343"/>
                  <a:gd name="T15" fmla="*/ 139 h 564"/>
                  <a:gd name="T16" fmla="*/ 187 w 343"/>
                  <a:gd name="T17" fmla="*/ 139 h 564"/>
                  <a:gd name="T18" fmla="*/ 17 w 343"/>
                  <a:gd name="T19" fmla="*/ 433 h 564"/>
                  <a:gd name="T20" fmla="*/ 0 w 343"/>
                  <a:gd name="T21" fmla="*/ 491 h 564"/>
                  <a:gd name="T22" fmla="*/ 22 w 343"/>
                  <a:gd name="T23" fmla="*/ 544 h 564"/>
                  <a:gd name="T24" fmla="*/ 82 w 343"/>
                  <a:gd name="T25" fmla="*/ 564 h 564"/>
                  <a:gd name="T26" fmla="*/ 305 w 343"/>
                  <a:gd name="T27" fmla="*/ 408 h 564"/>
                  <a:gd name="T28" fmla="*/ 309 w 343"/>
                  <a:gd name="T29" fmla="*/ 403 h 564"/>
                  <a:gd name="T30" fmla="*/ 306 w 343"/>
                  <a:gd name="T31" fmla="*/ 398 h 564"/>
                  <a:gd name="T32" fmla="*/ 271 w 343"/>
                  <a:gd name="T33" fmla="*/ 365 h 564"/>
                  <a:gd name="T34" fmla="*/ 286 w 343"/>
                  <a:gd name="T35" fmla="*/ 0 h 564"/>
                  <a:gd name="T36" fmla="*/ 229 w 343"/>
                  <a:gd name="T37" fmla="*/ 57 h 564"/>
                  <a:gd name="T38" fmla="*/ 286 w 343"/>
                  <a:gd name="T39" fmla="*/ 114 h 564"/>
                  <a:gd name="T40" fmla="*/ 343 w 343"/>
                  <a:gd name="T41" fmla="*/ 57 h 564"/>
                  <a:gd name="T42" fmla="*/ 286 w 343"/>
                  <a:gd name="T4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3" h="564">
                    <a:moveTo>
                      <a:pt x="271" y="365"/>
                    </a:move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1" y="368"/>
                      <a:pt x="261" y="368"/>
                      <a:pt x="261" y="368"/>
                    </a:cubicBezTo>
                    <a:cubicBezTo>
                      <a:pt x="255" y="374"/>
                      <a:pt x="255" y="374"/>
                      <a:pt x="255" y="374"/>
                    </a:cubicBezTo>
                    <a:cubicBezTo>
                      <a:pt x="196" y="443"/>
                      <a:pt x="136" y="497"/>
                      <a:pt x="106" y="496"/>
                    </a:cubicBezTo>
                    <a:cubicBezTo>
                      <a:pt x="97" y="495"/>
                      <a:pt x="96" y="494"/>
                      <a:pt x="95" y="488"/>
                    </a:cubicBezTo>
                    <a:cubicBezTo>
                      <a:pt x="95" y="483"/>
                      <a:pt x="97" y="475"/>
                      <a:pt x="104" y="463"/>
                    </a:cubicBezTo>
                    <a:cubicBezTo>
                      <a:pt x="290" y="139"/>
                      <a:pt x="290" y="139"/>
                      <a:pt x="290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7" y="433"/>
                      <a:pt x="17" y="433"/>
                      <a:pt x="17" y="433"/>
                    </a:cubicBezTo>
                    <a:cubicBezTo>
                      <a:pt x="6" y="453"/>
                      <a:pt x="0" y="473"/>
                      <a:pt x="0" y="491"/>
                    </a:cubicBezTo>
                    <a:cubicBezTo>
                      <a:pt x="0" y="512"/>
                      <a:pt x="7" y="531"/>
                      <a:pt x="22" y="544"/>
                    </a:cubicBezTo>
                    <a:cubicBezTo>
                      <a:pt x="36" y="557"/>
                      <a:pt x="57" y="564"/>
                      <a:pt x="82" y="564"/>
                    </a:cubicBezTo>
                    <a:cubicBezTo>
                      <a:pt x="157" y="564"/>
                      <a:pt x="235" y="488"/>
                      <a:pt x="305" y="408"/>
                    </a:cubicBezTo>
                    <a:cubicBezTo>
                      <a:pt x="309" y="403"/>
                      <a:pt x="309" y="403"/>
                      <a:pt x="309" y="403"/>
                    </a:cubicBezTo>
                    <a:cubicBezTo>
                      <a:pt x="306" y="398"/>
                      <a:pt x="306" y="398"/>
                      <a:pt x="306" y="398"/>
                    </a:cubicBezTo>
                    <a:cubicBezTo>
                      <a:pt x="299" y="384"/>
                      <a:pt x="284" y="371"/>
                      <a:pt x="271" y="365"/>
                    </a:cubicBezTo>
                    <a:close/>
                    <a:moveTo>
                      <a:pt x="286" y="0"/>
                    </a:moveTo>
                    <a:cubicBezTo>
                      <a:pt x="253" y="0"/>
                      <a:pt x="229" y="26"/>
                      <a:pt x="229" y="57"/>
                    </a:cubicBezTo>
                    <a:cubicBezTo>
                      <a:pt x="229" y="89"/>
                      <a:pt x="254" y="114"/>
                      <a:pt x="286" y="114"/>
                    </a:cubicBezTo>
                    <a:cubicBezTo>
                      <a:pt x="317" y="114"/>
                      <a:pt x="343" y="89"/>
                      <a:pt x="343" y="57"/>
                    </a:cubicBezTo>
                    <a:cubicBezTo>
                      <a:pt x="343" y="25"/>
                      <a:pt x="317" y="0"/>
                      <a:pt x="2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sp>
          <p:nvSpPr>
            <p:cNvPr id="94" name="Rechteck 93"/>
            <p:cNvSpPr/>
            <p:nvPr/>
          </p:nvSpPr>
          <p:spPr bwMode="gray">
            <a:xfrm>
              <a:off x="6166458" y="5758582"/>
              <a:ext cx="2665072" cy="747267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1050" dirty="0" smtClean="0">
                  <a:solidFill>
                    <a:schemeClr val="bg1"/>
                  </a:solidFill>
                </a:rPr>
                <a:t>All additional information can be put here. This includes details such as sources, initial situation, research motivation and background information.</a:t>
              </a:r>
              <a:endParaRPr lang="en-US" sz="1100" dirty="0">
                <a:solidFill>
                  <a:schemeClr val="bg1"/>
                </a:solidFill>
              </a:endParaRPr>
            </a:p>
          </p:txBody>
        </p:sp>
        <p:sp>
          <p:nvSpPr>
            <p:cNvPr id="95" name="Rechteck 94"/>
            <p:cNvSpPr/>
            <p:nvPr/>
          </p:nvSpPr>
          <p:spPr bwMode="gray">
            <a:xfrm>
              <a:off x="6166458" y="5027448"/>
              <a:ext cx="2665072" cy="687246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1400" noProof="1" smtClean="0">
                  <a:solidFill>
                    <a:schemeClr val="bg1"/>
                  </a:solidFill>
                </a:rPr>
                <a:t>Subheadline</a:t>
              </a:r>
              <a:r>
                <a:rPr lang="en-US" sz="1400" dirty="0" smtClean="0">
                  <a:solidFill>
                    <a:schemeClr val="bg1"/>
                  </a:solidFill>
                </a:rPr>
                <a:t> for further information on the topic or a short introduction.</a:t>
              </a:r>
              <a:endParaRPr lang="en-US" sz="1600" dirty="0">
                <a:solidFill>
                  <a:schemeClr val="bg1"/>
                </a:solidFill>
              </a:endParaRPr>
            </a:p>
          </p:txBody>
        </p:sp>
      </p:grpSp>
      <p:sp>
        <p:nvSpPr>
          <p:cNvPr id="89" name="Rechteck 88"/>
          <p:cNvSpPr/>
          <p:nvPr/>
        </p:nvSpPr>
        <p:spPr bwMode="gray">
          <a:xfrm>
            <a:off x="6083520" y="2834344"/>
            <a:ext cx="2718449" cy="464922"/>
          </a:xfrm>
          <a:prstGeom prst="rect">
            <a:avLst/>
          </a:prstGeom>
        </p:spPr>
        <p:txBody>
          <a:bodyPr wrap="square" lIns="72000" tIns="72000" rIns="180000" bIns="0">
            <a:noAutofit/>
          </a:bodyPr>
          <a:lstStyle/>
          <a:p>
            <a:pPr lvl="0">
              <a:spcAft>
                <a:spcPts val="300"/>
              </a:spcAft>
            </a:pPr>
            <a:r>
              <a:rPr lang="en-US" sz="900" b="1" dirty="0">
                <a:solidFill>
                  <a:schemeClr val="bg1"/>
                </a:solidFill>
              </a:rPr>
              <a:t>Milestone overview. </a:t>
            </a:r>
            <a:r>
              <a:rPr lang="en-US" sz="900" dirty="0">
                <a:solidFill>
                  <a:schemeClr val="bg1"/>
                </a:solidFill>
              </a:rPr>
              <a:t>All additional information can be put here. This includes details such as sources, initial situation, research motivation and background information.</a:t>
            </a:r>
            <a:endParaRPr lang="en-US" sz="1000" dirty="0">
              <a:solidFill>
                <a:schemeClr val="bg1"/>
              </a:solidFill>
            </a:endParaRPr>
          </a:p>
        </p:txBody>
      </p:sp>
      <p:grpSp>
        <p:nvGrpSpPr>
          <p:cNvPr id="96" name="Group 24"/>
          <p:cNvGrpSpPr>
            <a:grpSpLocks noChangeAspect="1"/>
          </p:cNvGrpSpPr>
          <p:nvPr/>
        </p:nvGrpSpPr>
        <p:grpSpPr bwMode="auto">
          <a:xfrm>
            <a:off x="6676907" y="7758"/>
            <a:ext cx="1390650" cy="2752725"/>
            <a:chOff x="2749" y="18"/>
            <a:chExt cx="876" cy="1734"/>
          </a:xfrm>
        </p:grpSpPr>
        <p:sp>
          <p:nvSpPr>
            <p:cNvPr id="97" name="Freeform 25"/>
            <p:cNvSpPr>
              <a:spLocks/>
            </p:cNvSpPr>
            <p:nvPr/>
          </p:nvSpPr>
          <p:spPr bwMode="auto">
            <a:xfrm>
              <a:off x="2749" y="354"/>
              <a:ext cx="876" cy="1398"/>
            </a:xfrm>
            <a:custGeom>
              <a:avLst/>
              <a:gdLst>
                <a:gd name="T0" fmla="*/ 160 w 371"/>
                <a:gd name="T1" fmla="*/ 22 h 592"/>
                <a:gd name="T2" fmla="*/ 206 w 371"/>
                <a:gd name="T3" fmla="*/ 16 h 592"/>
                <a:gd name="T4" fmla="*/ 362 w 371"/>
                <a:gd name="T5" fmla="*/ 129 h 592"/>
                <a:gd name="T6" fmla="*/ 371 w 371"/>
                <a:gd name="T7" fmla="*/ 146 h 592"/>
                <a:gd name="T8" fmla="*/ 371 w 371"/>
                <a:gd name="T9" fmla="*/ 569 h 592"/>
                <a:gd name="T10" fmla="*/ 349 w 371"/>
                <a:gd name="T11" fmla="*/ 592 h 592"/>
                <a:gd name="T12" fmla="*/ 26 w 371"/>
                <a:gd name="T13" fmla="*/ 592 h 592"/>
                <a:gd name="T14" fmla="*/ 4 w 371"/>
                <a:gd name="T15" fmla="*/ 569 h 592"/>
                <a:gd name="T16" fmla="*/ 4 w 371"/>
                <a:gd name="T17" fmla="*/ 146 h 592"/>
                <a:gd name="T18" fmla="*/ 19 w 371"/>
                <a:gd name="T19" fmla="*/ 123 h 592"/>
                <a:gd name="T20" fmla="*/ 160 w 371"/>
                <a:gd name="T21" fmla="*/ 22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1" h="592">
                  <a:moveTo>
                    <a:pt x="160" y="22"/>
                  </a:moveTo>
                  <a:cubicBezTo>
                    <a:pt x="188" y="0"/>
                    <a:pt x="206" y="16"/>
                    <a:pt x="206" y="16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71" y="137"/>
                    <a:pt x="371" y="146"/>
                    <a:pt x="371" y="146"/>
                  </a:cubicBezTo>
                  <a:cubicBezTo>
                    <a:pt x="371" y="569"/>
                    <a:pt x="371" y="569"/>
                    <a:pt x="371" y="569"/>
                  </a:cubicBezTo>
                  <a:cubicBezTo>
                    <a:pt x="371" y="582"/>
                    <a:pt x="361" y="592"/>
                    <a:pt x="349" y="592"/>
                  </a:cubicBezTo>
                  <a:cubicBezTo>
                    <a:pt x="26" y="592"/>
                    <a:pt x="26" y="592"/>
                    <a:pt x="26" y="592"/>
                  </a:cubicBezTo>
                  <a:cubicBezTo>
                    <a:pt x="14" y="592"/>
                    <a:pt x="4" y="582"/>
                    <a:pt x="4" y="56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6"/>
                    <a:pt x="0" y="137"/>
                    <a:pt x="19" y="123"/>
                  </a:cubicBezTo>
                  <a:lnTo>
                    <a:pt x="160" y="22"/>
                  </a:lnTo>
                  <a:close/>
                </a:path>
              </a:pathLst>
            </a:custGeom>
            <a:solidFill>
              <a:schemeClr val="bg1"/>
            </a:solidFill>
            <a:ln w="9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8" name="Oval 26"/>
            <p:cNvSpPr>
              <a:spLocks noChangeArrowheads="1"/>
            </p:cNvSpPr>
            <p:nvPr/>
          </p:nvSpPr>
          <p:spPr bwMode="auto">
            <a:xfrm>
              <a:off x="3082" y="448"/>
              <a:ext cx="212" cy="210"/>
            </a:xfrm>
            <a:prstGeom prst="ellipse">
              <a:avLst/>
            </a:prstGeom>
            <a:solidFill>
              <a:srgbClr val="808080"/>
            </a:solidFill>
            <a:ln w="9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9" name="Oval 27"/>
            <p:cNvSpPr>
              <a:spLocks noChangeArrowheads="1"/>
            </p:cNvSpPr>
            <p:nvPr/>
          </p:nvSpPr>
          <p:spPr bwMode="auto">
            <a:xfrm>
              <a:off x="3115" y="479"/>
              <a:ext cx="146" cy="149"/>
            </a:xfrm>
            <a:prstGeom prst="ellipse">
              <a:avLst/>
            </a:prstGeom>
            <a:solidFill>
              <a:schemeClr val="accent1"/>
            </a:solidFill>
            <a:ln w="9" cap="flat">
              <a:solidFill>
                <a:srgbClr val="A7A7A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100" name="Freeform 28"/>
            <p:cNvSpPr>
              <a:spLocks/>
            </p:cNvSpPr>
            <p:nvPr/>
          </p:nvSpPr>
          <p:spPr bwMode="auto">
            <a:xfrm>
              <a:off x="3134" y="295"/>
              <a:ext cx="108" cy="241"/>
            </a:xfrm>
            <a:custGeom>
              <a:avLst/>
              <a:gdLst>
                <a:gd name="T0" fmla="*/ 3 w 46"/>
                <a:gd name="T1" fmla="*/ 88 h 102"/>
                <a:gd name="T2" fmla="*/ 18 w 46"/>
                <a:gd name="T3" fmla="*/ 67 h 102"/>
                <a:gd name="T4" fmla="*/ 7 w 46"/>
                <a:gd name="T5" fmla="*/ 22 h 102"/>
                <a:gd name="T6" fmla="*/ 23 w 46"/>
                <a:gd name="T7" fmla="*/ 7 h 102"/>
                <a:gd name="T8" fmla="*/ 39 w 46"/>
                <a:gd name="T9" fmla="*/ 22 h 102"/>
                <a:gd name="T10" fmla="*/ 30 w 46"/>
                <a:gd name="T11" fmla="*/ 67 h 102"/>
                <a:gd name="T12" fmla="*/ 42 w 46"/>
                <a:gd name="T13" fmla="*/ 86 h 102"/>
                <a:gd name="T14" fmla="*/ 38 w 46"/>
                <a:gd name="T15" fmla="*/ 83 h 102"/>
                <a:gd name="T16" fmla="*/ 35 w 46"/>
                <a:gd name="T17" fmla="*/ 68 h 102"/>
                <a:gd name="T18" fmla="*/ 46 w 46"/>
                <a:gd name="T19" fmla="*/ 22 h 102"/>
                <a:gd name="T20" fmla="*/ 24 w 46"/>
                <a:gd name="T21" fmla="*/ 0 h 102"/>
                <a:gd name="T22" fmla="*/ 1 w 46"/>
                <a:gd name="T23" fmla="*/ 21 h 102"/>
                <a:gd name="T24" fmla="*/ 14 w 46"/>
                <a:gd name="T25" fmla="*/ 67 h 102"/>
                <a:gd name="T26" fmla="*/ 5 w 46"/>
                <a:gd name="T27" fmla="*/ 85 h 102"/>
                <a:gd name="T28" fmla="*/ 3 w 46"/>
                <a:gd name="T29" fmla="*/ 8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102">
                  <a:moveTo>
                    <a:pt x="3" y="88"/>
                  </a:moveTo>
                  <a:cubicBezTo>
                    <a:pt x="31" y="98"/>
                    <a:pt x="18" y="67"/>
                    <a:pt x="18" y="67"/>
                  </a:cubicBezTo>
                  <a:cubicBezTo>
                    <a:pt x="7" y="43"/>
                    <a:pt x="7" y="22"/>
                    <a:pt x="7" y="22"/>
                  </a:cubicBezTo>
                  <a:cubicBezTo>
                    <a:pt x="7" y="14"/>
                    <a:pt x="14" y="7"/>
                    <a:pt x="23" y="7"/>
                  </a:cubicBezTo>
                  <a:cubicBezTo>
                    <a:pt x="32" y="7"/>
                    <a:pt x="39" y="14"/>
                    <a:pt x="39" y="22"/>
                  </a:cubicBezTo>
                  <a:cubicBezTo>
                    <a:pt x="39" y="22"/>
                    <a:pt x="41" y="36"/>
                    <a:pt x="30" y="67"/>
                  </a:cubicBezTo>
                  <a:cubicBezTo>
                    <a:pt x="30" y="67"/>
                    <a:pt x="16" y="102"/>
                    <a:pt x="42" y="86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25" y="93"/>
                    <a:pt x="35" y="68"/>
                  </a:cubicBezTo>
                  <a:cubicBezTo>
                    <a:pt x="35" y="68"/>
                    <a:pt x="45" y="37"/>
                    <a:pt x="46" y="22"/>
                  </a:cubicBezTo>
                  <a:cubicBezTo>
                    <a:pt x="46" y="22"/>
                    <a:pt x="45" y="1"/>
                    <a:pt x="24" y="0"/>
                  </a:cubicBezTo>
                  <a:cubicBezTo>
                    <a:pt x="24" y="0"/>
                    <a:pt x="0" y="1"/>
                    <a:pt x="1" y="21"/>
                  </a:cubicBezTo>
                  <a:cubicBezTo>
                    <a:pt x="1" y="21"/>
                    <a:pt x="1" y="43"/>
                    <a:pt x="14" y="67"/>
                  </a:cubicBezTo>
                  <a:cubicBezTo>
                    <a:pt x="14" y="67"/>
                    <a:pt x="26" y="91"/>
                    <a:pt x="5" y="85"/>
                  </a:cubicBezTo>
                  <a:lnTo>
                    <a:pt x="3" y="88"/>
                  </a:lnTo>
                  <a:close/>
                </a:path>
              </a:pathLst>
            </a:custGeom>
            <a:solidFill>
              <a:srgbClr val="999999"/>
            </a:solidFill>
            <a:ln w="5" cap="flat">
              <a:solidFill>
                <a:srgbClr val="C0BFC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101" name="Freeform 29"/>
            <p:cNvSpPr>
              <a:spLocks/>
            </p:cNvSpPr>
            <p:nvPr/>
          </p:nvSpPr>
          <p:spPr bwMode="auto">
            <a:xfrm>
              <a:off x="3141" y="311"/>
              <a:ext cx="92" cy="225"/>
            </a:xfrm>
            <a:custGeom>
              <a:avLst/>
              <a:gdLst>
                <a:gd name="T0" fmla="*/ 0 w 39"/>
                <a:gd name="T1" fmla="*/ 82 h 95"/>
                <a:gd name="T2" fmla="*/ 15 w 39"/>
                <a:gd name="T3" fmla="*/ 60 h 95"/>
                <a:gd name="T4" fmla="*/ 4 w 39"/>
                <a:gd name="T5" fmla="*/ 15 h 95"/>
                <a:gd name="T6" fmla="*/ 20 w 39"/>
                <a:gd name="T7" fmla="*/ 0 h 95"/>
                <a:gd name="T8" fmla="*/ 37 w 39"/>
                <a:gd name="T9" fmla="*/ 15 h 95"/>
                <a:gd name="T10" fmla="*/ 27 w 39"/>
                <a:gd name="T11" fmla="*/ 60 h 95"/>
                <a:gd name="T12" fmla="*/ 39 w 39"/>
                <a:gd name="T13" fmla="*/ 8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95">
                  <a:moveTo>
                    <a:pt x="0" y="82"/>
                  </a:moveTo>
                  <a:cubicBezTo>
                    <a:pt x="28" y="91"/>
                    <a:pt x="15" y="60"/>
                    <a:pt x="15" y="60"/>
                  </a:cubicBezTo>
                  <a:cubicBezTo>
                    <a:pt x="4" y="36"/>
                    <a:pt x="4" y="15"/>
                    <a:pt x="4" y="15"/>
                  </a:cubicBezTo>
                  <a:cubicBezTo>
                    <a:pt x="4" y="7"/>
                    <a:pt x="11" y="0"/>
                    <a:pt x="20" y="0"/>
                  </a:cubicBezTo>
                  <a:cubicBezTo>
                    <a:pt x="29" y="0"/>
                    <a:pt x="37" y="7"/>
                    <a:pt x="37" y="15"/>
                  </a:cubicBezTo>
                  <a:cubicBezTo>
                    <a:pt x="37" y="15"/>
                    <a:pt x="38" y="29"/>
                    <a:pt x="27" y="60"/>
                  </a:cubicBezTo>
                  <a:cubicBezTo>
                    <a:pt x="27" y="60"/>
                    <a:pt x="13" y="95"/>
                    <a:pt x="39" y="80"/>
                  </a:cubicBezTo>
                </a:path>
              </a:pathLst>
            </a:custGeom>
            <a:noFill/>
            <a:ln w="5" cap="flat">
              <a:solidFill>
                <a:srgbClr val="9391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102" name="Freeform 30"/>
            <p:cNvSpPr>
              <a:spLocks/>
            </p:cNvSpPr>
            <p:nvPr/>
          </p:nvSpPr>
          <p:spPr bwMode="auto">
            <a:xfrm>
              <a:off x="3146" y="18"/>
              <a:ext cx="52" cy="359"/>
            </a:xfrm>
            <a:custGeom>
              <a:avLst/>
              <a:gdLst>
                <a:gd name="T0" fmla="*/ 52 w 52"/>
                <a:gd name="T1" fmla="*/ 357 h 359"/>
                <a:gd name="T2" fmla="*/ 30 w 52"/>
                <a:gd name="T3" fmla="*/ 359 h 359"/>
                <a:gd name="T4" fmla="*/ 0 w 52"/>
                <a:gd name="T5" fmla="*/ 0 h 359"/>
                <a:gd name="T6" fmla="*/ 18 w 52"/>
                <a:gd name="T7" fmla="*/ 0 h 359"/>
                <a:gd name="T8" fmla="*/ 52 w 52"/>
                <a:gd name="T9" fmla="*/ 35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59">
                  <a:moveTo>
                    <a:pt x="52" y="357"/>
                  </a:moveTo>
                  <a:lnTo>
                    <a:pt x="30" y="359"/>
                  </a:lnTo>
                  <a:lnTo>
                    <a:pt x="0" y="0"/>
                  </a:lnTo>
                  <a:lnTo>
                    <a:pt x="18" y="0"/>
                  </a:lnTo>
                  <a:lnTo>
                    <a:pt x="52" y="35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103" name="Freeform 31"/>
            <p:cNvSpPr>
              <a:spLocks/>
            </p:cNvSpPr>
            <p:nvPr/>
          </p:nvSpPr>
          <p:spPr bwMode="auto">
            <a:xfrm>
              <a:off x="3188" y="18"/>
              <a:ext cx="54" cy="359"/>
            </a:xfrm>
            <a:custGeom>
              <a:avLst/>
              <a:gdLst>
                <a:gd name="T0" fmla="*/ 19 w 54"/>
                <a:gd name="T1" fmla="*/ 359 h 359"/>
                <a:gd name="T2" fmla="*/ 0 w 54"/>
                <a:gd name="T3" fmla="*/ 357 h 359"/>
                <a:gd name="T4" fmla="*/ 36 w 54"/>
                <a:gd name="T5" fmla="*/ 0 h 359"/>
                <a:gd name="T6" fmla="*/ 54 w 54"/>
                <a:gd name="T7" fmla="*/ 3 h 359"/>
                <a:gd name="T8" fmla="*/ 19 w 54"/>
                <a:gd name="T9" fmla="*/ 359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59">
                  <a:moveTo>
                    <a:pt x="19" y="359"/>
                  </a:moveTo>
                  <a:lnTo>
                    <a:pt x="0" y="357"/>
                  </a:lnTo>
                  <a:lnTo>
                    <a:pt x="36" y="0"/>
                  </a:lnTo>
                  <a:lnTo>
                    <a:pt x="54" y="3"/>
                  </a:lnTo>
                  <a:lnTo>
                    <a:pt x="19" y="35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</p:grpSp>
      <p:sp>
        <p:nvSpPr>
          <p:cNvPr id="123" name="Rechteck 122"/>
          <p:cNvSpPr/>
          <p:nvPr/>
        </p:nvSpPr>
        <p:spPr bwMode="gray">
          <a:xfrm>
            <a:off x="6806040" y="2277254"/>
            <a:ext cx="1253038" cy="383851"/>
          </a:xfrm>
          <a:prstGeom prst="rect">
            <a:avLst/>
          </a:prstGeom>
        </p:spPr>
        <p:txBody>
          <a:bodyPr wrap="square" lIns="72000" tIns="72000" rIns="180000" bIns="0">
            <a:noAutofit/>
          </a:bodyPr>
          <a:lstStyle/>
          <a:p>
            <a:pPr lvl="0" algn="ctr">
              <a:spcAft>
                <a:spcPts val="300"/>
              </a:spcAft>
            </a:pPr>
            <a:r>
              <a:rPr lang="en-US" sz="1600" dirty="0" smtClean="0">
                <a:solidFill>
                  <a:schemeClr val="bg1"/>
                </a:solidFill>
              </a:rPr>
              <a:t>SHOP NOW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22" name="Abgerundetes Rechteck 121"/>
          <p:cNvSpPr/>
          <p:nvPr/>
        </p:nvSpPr>
        <p:spPr bwMode="auto">
          <a:xfrm>
            <a:off x="6850376" y="2338845"/>
            <a:ext cx="1061050" cy="277923"/>
          </a:xfrm>
          <a:prstGeom prst="roundRect">
            <a:avLst/>
          </a:prstGeom>
          <a:solidFill>
            <a:schemeClr val="accent1"/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algn="ctr"/>
            <a:r>
              <a:rPr lang="de-DE" sz="1400" dirty="0" smtClean="0">
                <a:solidFill>
                  <a:schemeClr val="bg1"/>
                </a:solidFill>
              </a:rPr>
              <a:t>SHOP NOW</a:t>
            </a:r>
            <a:endParaRPr lang="de-DE" sz="1400" dirty="0">
              <a:solidFill>
                <a:schemeClr val="bg1"/>
              </a:solidFill>
            </a:endParaRPr>
          </a:p>
        </p:txBody>
      </p:sp>
      <p:grpSp>
        <p:nvGrpSpPr>
          <p:cNvPr id="118" name="Gruppieren 117"/>
          <p:cNvGrpSpPr/>
          <p:nvPr/>
        </p:nvGrpSpPr>
        <p:grpSpPr>
          <a:xfrm>
            <a:off x="6943998" y="1420999"/>
            <a:ext cx="1071525" cy="508421"/>
            <a:chOff x="9757391" y="1290521"/>
            <a:chExt cx="1071525" cy="508421"/>
          </a:xfrm>
        </p:grpSpPr>
        <p:sp>
          <p:nvSpPr>
            <p:cNvPr id="119" name="Textfeld 118"/>
            <p:cNvSpPr txBox="1"/>
            <p:nvPr/>
          </p:nvSpPr>
          <p:spPr bwMode="gray">
            <a:xfrm>
              <a:off x="9757391" y="1451734"/>
              <a:ext cx="718992" cy="347208"/>
            </a:xfrm>
            <a:prstGeom prst="rect">
              <a:avLst/>
            </a:prstGeom>
            <a:noFill/>
          </p:spPr>
          <p:txBody>
            <a:bodyPr wrap="square" lIns="0" tIns="0" rIns="0" bIns="0" rtlCol="0" anchor="b" anchorCtr="0">
              <a:noAutofit/>
            </a:bodyPr>
            <a:lstStyle/>
            <a:p>
              <a:pPr lvl="0" algn="ctr">
                <a:spcAft>
                  <a:spcPts val="600"/>
                </a:spcAft>
              </a:pPr>
              <a:r>
                <a:rPr lang="de-DE" sz="3600" b="1" dirty="0" smtClean="0">
                  <a:solidFill>
                    <a:schemeClr val="accent1"/>
                  </a:solidFill>
                </a:rPr>
                <a:t>25</a:t>
              </a:r>
              <a:endParaRPr lang="de-DE" sz="3600" b="1" dirty="0">
                <a:solidFill>
                  <a:schemeClr val="accent1"/>
                </a:solidFill>
              </a:endParaRPr>
            </a:p>
          </p:txBody>
        </p:sp>
        <p:sp>
          <p:nvSpPr>
            <p:cNvPr id="120" name="Textfeld 119"/>
            <p:cNvSpPr txBox="1"/>
            <p:nvPr/>
          </p:nvSpPr>
          <p:spPr bwMode="gray">
            <a:xfrm>
              <a:off x="10107907" y="1290521"/>
              <a:ext cx="721009" cy="347208"/>
            </a:xfrm>
            <a:prstGeom prst="rect">
              <a:avLst/>
            </a:prstGeom>
            <a:noFill/>
          </p:spPr>
          <p:txBody>
            <a:bodyPr wrap="square" lIns="0" tIns="0" rIns="0" bIns="0" rtlCol="0" anchor="b" anchorCtr="0">
              <a:noAutofit/>
            </a:bodyPr>
            <a:lstStyle/>
            <a:p>
              <a:pPr lvl="0" algn="ctr">
                <a:spcAft>
                  <a:spcPts val="600"/>
                </a:spcAft>
              </a:pPr>
              <a:r>
                <a:rPr lang="de-DE" sz="2400" dirty="0" smtClean="0">
                  <a:solidFill>
                    <a:schemeClr val="accent1"/>
                  </a:solidFill>
                </a:rPr>
                <a:t>%</a:t>
              </a:r>
              <a:endParaRPr lang="de-DE" sz="2400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121" name="Textfeld 120"/>
          <p:cNvSpPr txBox="1"/>
          <p:nvPr/>
        </p:nvSpPr>
        <p:spPr bwMode="gray">
          <a:xfrm>
            <a:off x="6756480" y="1824320"/>
            <a:ext cx="1242697" cy="497273"/>
          </a:xfrm>
          <a:prstGeom prst="rect">
            <a:avLst/>
          </a:prstGeom>
          <a:noFill/>
        </p:spPr>
        <p:txBody>
          <a:bodyPr wrap="square" lIns="72000" tIns="0" rIns="108000" bIns="0" rtlCol="0">
            <a:noAutofit/>
          </a:bodyPr>
          <a:lstStyle/>
          <a:p>
            <a:pPr lvl="0" algn="ctr">
              <a:spcAft>
                <a:spcPts val="300"/>
              </a:spcAft>
            </a:pPr>
            <a:r>
              <a:rPr lang="en-US" sz="2800" dirty="0" smtClean="0">
                <a:solidFill>
                  <a:schemeClr val="accent1"/>
                </a:solidFill>
              </a:rPr>
              <a:t>OFF</a:t>
            </a:r>
            <a:endParaRPr lang="en-US" sz="2800" dirty="0">
              <a:solidFill>
                <a:schemeClr val="accent1"/>
              </a:solidFill>
            </a:endParaRPr>
          </a:p>
        </p:txBody>
      </p:sp>
      <p:cxnSp>
        <p:nvCxnSpPr>
          <p:cNvPr id="124" name="Gerade Verbindung 123"/>
          <p:cNvCxnSpPr>
            <a:stCxn id="18" idx="1"/>
            <a:endCxn id="4" idx="1"/>
          </p:cNvCxnSpPr>
          <p:nvPr/>
        </p:nvCxnSpPr>
        <p:spPr bwMode="gray">
          <a:xfrm flipH="1" flipV="1">
            <a:off x="323850" y="3411405"/>
            <a:ext cx="5713650" cy="7315"/>
          </a:xfrm>
          <a:prstGeom prst="line">
            <a:avLst/>
          </a:prstGeom>
          <a:ln w="6350">
            <a:solidFill>
              <a:srgbClr val="C8C8C8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uppieren 5"/>
          <p:cNvGrpSpPr/>
          <p:nvPr/>
        </p:nvGrpSpPr>
        <p:grpSpPr>
          <a:xfrm>
            <a:off x="385699" y="631923"/>
            <a:ext cx="5187813" cy="1810409"/>
            <a:chOff x="385699" y="631923"/>
            <a:chExt cx="5187813" cy="1810409"/>
          </a:xfrm>
        </p:grpSpPr>
        <p:grpSp>
          <p:nvGrpSpPr>
            <p:cNvPr id="126" name="Gruppieren 125"/>
            <p:cNvGrpSpPr/>
            <p:nvPr/>
          </p:nvGrpSpPr>
          <p:grpSpPr>
            <a:xfrm>
              <a:off x="385699" y="631923"/>
              <a:ext cx="2700129" cy="1687059"/>
              <a:chOff x="8942743" y="911698"/>
              <a:chExt cx="2700129" cy="1687059"/>
            </a:xfrm>
          </p:grpSpPr>
          <p:sp>
            <p:nvSpPr>
              <p:cNvPr id="127" name="Textfeld 126"/>
              <p:cNvSpPr txBox="1"/>
              <p:nvPr/>
            </p:nvSpPr>
            <p:spPr bwMode="gray">
              <a:xfrm>
                <a:off x="9582942" y="2251549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dirty="0"/>
                  <a:t>50 %</a:t>
                </a:r>
              </a:p>
            </p:txBody>
          </p:sp>
          <p:sp>
            <p:nvSpPr>
              <p:cNvPr id="129" name="Textfeld 128"/>
              <p:cNvSpPr txBox="1"/>
              <p:nvPr/>
            </p:nvSpPr>
            <p:spPr bwMode="gray">
              <a:xfrm>
                <a:off x="10303951" y="225154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dirty="0" smtClean="0"/>
                  <a:t>70%</a:t>
                </a:r>
                <a:endParaRPr lang="de-DE" sz="2400" dirty="0"/>
              </a:p>
            </p:txBody>
          </p:sp>
          <p:sp>
            <p:nvSpPr>
              <p:cNvPr id="130" name="Freeform 5"/>
              <p:cNvSpPr>
                <a:spLocks noEditPoints="1"/>
              </p:cNvSpPr>
              <p:nvPr/>
            </p:nvSpPr>
            <p:spPr bwMode="gray">
              <a:xfrm rot="21445823">
                <a:off x="10349372" y="911698"/>
                <a:ext cx="559921" cy="1243946"/>
              </a:xfrm>
              <a:custGeom>
                <a:avLst/>
                <a:gdLst>
                  <a:gd name="T0" fmla="*/ 0 w 656"/>
                  <a:gd name="T1" fmla="*/ 0 h 1457"/>
                  <a:gd name="T2" fmla="*/ 0 w 656"/>
                  <a:gd name="T3" fmla="*/ 1457 h 1457"/>
                  <a:gd name="T4" fmla="*/ 656 w 656"/>
                  <a:gd name="T5" fmla="*/ 1457 h 1457"/>
                  <a:gd name="T6" fmla="*/ 656 w 656"/>
                  <a:gd name="T7" fmla="*/ 0 h 1457"/>
                  <a:gd name="T8" fmla="*/ 0 w 656"/>
                  <a:gd name="T9" fmla="*/ 0 h 1457"/>
                  <a:gd name="T10" fmla="*/ 328 w 656"/>
                  <a:gd name="T11" fmla="*/ 62 h 1457"/>
                  <a:gd name="T12" fmla="*/ 452 w 656"/>
                  <a:gd name="T13" fmla="*/ 183 h 1457"/>
                  <a:gd name="T14" fmla="*/ 328 w 656"/>
                  <a:gd name="T15" fmla="*/ 338 h 1457"/>
                  <a:gd name="T16" fmla="*/ 204 w 656"/>
                  <a:gd name="T17" fmla="*/ 183 h 1457"/>
                  <a:gd name="T18" fmla="*/ 328 w 656"/>
                  <a:gd name="T19" fmla="*/ 62 h 1457"/>
                  <a:gd name="T20" fmla="*/ 555 w 656"/>
                  <a:gd name="T21" fmla="*/ 840 h 1457"/>
                  <a:gd name="T22" fmla="*/ 516 w 656"/>
                  <a:gd name="T23" fmla="*/ 807 h 1457"/>
                  <a:gd name="T24" fmla="*/ 477 w 656"/>
                  <a:gd name="T25" fmla="*/ 522 h 1457"/>
                  <a:gd name="T26" fmla="*/ 434 w 656"/>
                  <a:gd name="T27" fmla="*/ 632 h 1457"/>
                  <a:gd name="T28" fmla="*/ 555 w 656"/>
                  <a:gd name="T29" fmla="*/ 1061 h 1457"/>
                  <a:gd name="T30" fmla="*/ 464 w 656"/>
                  <a:gd name="T31" fmla="*/ 1061 h 1457"/>
                  <a:gd name="T32" fmla="*/ 434 w 656"/>
                  <a:gd name="T33" fmla="*/ 1353 h 1457"/>
                  <a:gd name="T34" fmla="*/ 392 w 656"/>
                  <a:gd name="T35" fmla="*/ 1396 h 1457"/>
                  <a:gd name="T36" fmla="*/ 351 w 656"/>
                  <a:gd name="T37" fmla="*/ 1353 h 1457"/>
                  <a:gd name="T38" fmla="*/ 344 w 656"/>
                  <a:gd name="T39" fmla="*/ 1061 h 1457"/>
                  <a:gd name="T40" fmla="*/ 313 w 656"/>
                  <a:gd name="T41" fmla="*/ 1061 h 1457"/>
                  <a:gd name="T42" fmla="*/ 306 w 656"/>
                  <a:gd name="T43" fmla="*/ 1353 h 1457"/>
                  <a:gd name="T44" fmla="*/ 264 w 656"/>
                  <a:gd name="T45" fmla="*/ 1396 h 1457"/>
                  <a:gd name="T46" fmla="*/ 222 w 656"/>
                  <a:gd name="T47" fmla="*/ 1353 h 1457"/>
                  <a:gd name="T48" fmla="*/ 193 w 656"/>
                  <a:gd name="T49" fmla="*/ 1061 h 1457"/>
                  <a:gd name="T50" fmla="*/ 102 w 656"/>
                  <a:gd name="T51" fmla="*/ 1061 h 1457"/>
                  <a:gd name="T52" fmla="*/ 222 w 656"/>
                  <a:gd name="T53" fmla="*/ 632 h 1457"/>
                  <a:gd name="T54" fmla="*/ 179 w 656"/>
                  <a:gd name="T55" fmla="*/ 522 h 1457"/>
                  <a:gd name="T56" fmla="*/ 141 w 656"/>
                  <a:gd name="T57" fmla="*/ 807 h 1457"/>
                  <a:gd name="T58" fmla="*/ 102 w 656"/>
                  <a:gd name="T59" fmla="*/ 840 h 1457"/>
                  <a:gd name="T60" fmla="*/ 69 w 656"/>
                  <a:gd name="T61" fmla="*/ 801 h 1457"/>
                  <a:gd name="T62" fmla="*/ 88 w 656"/>
                  <a:gd name="T63" fmla="*/ 578 h 1457"/>
                  <a:gd name="T64" fmla="*/ 215 w 656"/>
                  <a:gd name="T65" fmla="*/ 357 h 1457"/>
                  <a:gd name="T66" fmla="*/ 328 w 656"/>
                  <a:gd name="T67" fmla="*/ 451 h 1457"/>
                  <a:gd name="T68" fmla="*/ 441 w 656"/>
                  <a:gd name="T69" fmla="*/ 357 h 1457"/>
                  <a:gd name="T70" fmla="*/ 569 w 656"/>
                  <a:gd name="T71" fmla="*/ 578 h 1457"/>
                  <a:gd name="T72" fmla="*/ 587 w 656"/>
                  <a:gd name="T73" fmla="*/ 801 h 1457"/>
                  <a:gd name="T74" fmla="*/ 555 w 656"/>
                  <a:gd name="T75" fmla="*/ 840 h 1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6" h="1457">
                    <a:moveTo>
                      <a:pt x="0" y="0"/>
                    </a:moveTo>
                    <a:cubicBezTo>
                      <a:pt x="0" y="1457"/>
                      <a:pt x="0" y="1457"/>
                      <a:pt x="0" y="1457"/>
                    </a:cubicBezTo>
                    <a:cubicBezTo>
                      <a:pt x="656" y="1457"/>
                      <a:pt x="656" y="1457"/>
                      <a:pt x="656" y="1457"/>
                    </a:cubicBezTo>
                    <a:cubicBezTo>
                      <a:pt x="656" y="0"/>
                      <a:pt x="656" y="0"/>
                      <a:pt x="656" y="0"/>
                    </a:cubicBezTo>
                    <a:lnTo>
                      <a:pt x="0" y="0"/>
                    </a:lnTo>
                    <a:close/>
                    <a:moveTo>
                      <a:pt x="328" y="62"/>
                    </a:moveTo>
                    <a:cubicBezTo>
                      <a:pt x="397" y="62"/>
                      <a:pt x="452" y="106"/>
                      <a:pt x="452" y="183"/>
                    </a:cubicBezTo>
                    <a:cubicBezTo>
                      <a:pt x="452" y="259"/>
                      <a:pt x="392" y="338"/>
                      <a:pt x="328" y="338"/>
                    </a:cubicBezTo>
                    <a:cubicBezTo>
                      <a:pt x="264" y="338"/>
                      <a:pt x="204" y="259"/>
                      <a:pt x="204" y="183"/>
                    </a:cubicBezTo>
                    <a:cubicBezTo>
                      <a:pt x="204" y="106"/>
                      <a:pt x="260" y="62"/>
                      <a:pt x="328" y="62"/>
                    </a:cubicBezTo>
                    <a:close/>
                    <a:moveTo>
                      <a:pt x="555" y="840"/>
                    </a:moveTo>
                    <a:cubicBezTo>
                      <a:pt x="535" y="842"/>
                      <a:pt x="517" y="827"/>
                      <a:pt x="516" y="807"/>
                    </a:cubicBezTo>
                    <a:cubicBezTo>
                      <a:pt x="516" y="807"/>
                      <a:pt x="484" y="522"/>
                      <a:pt x="477" y="522"/>
                    </a:cubicBezTo>
                    <a:cubicBezTo>
                      <a:pt x="471" y="522"/>
                      <a:pt x="434" y="576"/>
                      <a:pt x="434" y="632"/>
                    </a:cubicBezTo>
                    <a:cubicBezTo>
                      <a:pt x="434" y="680"/>
                      <a:pt x="555" y="1061"/>
                      <a:pt x="555" y="1061"/>
                    </a:cubicBezTo>
                    <a:cubicBezTo>
                      <a:pt x="464" y="1061"/>
                      <a:pt x="464" y="1061"/>
                      <a:pt x="464" y="1061"/>
                    </a:cubicBezTo>
                    <a:cubicBezTo>
                      <a:pt x="450" y="1205"/>
                      <a:pt x="434" y="1353"/>
                      <a:pt x="434" y="1353"/>
                    </a:cubicBezTo>
                    <a:cubicBezTo>
                      <a:pt x="434" y="1377"/>
                      <a:pt x="415" y="1396"/>
                      <a:pt x="392" y="1396"/>
                    </a:cubicBezTo>
                    <a:cubicBezTo>
                      <a:pt x="369" y="1396"/>
                      <a:pt x="351" y="1377"/>
                      <a:pt x="351" y="1353"/>
                    </a:cubicBezTo>
                    <a:cubicBezTo>
                      <a:pt x="351" y="1353"/>
                      <a:pt x="351" y="1353"/>
                      <a:pt x="344" y="1061"/>
                    </a:cubicBezTo>
                    <a:cubicBezTo>
                      <a:pt x="313" y="1061"/>
                      <a:pt x="313" y="1061"/>
                      <a:pt x="313" y="1061"/>
                    </a:cubicBezTo>
                    <a:cubicBezTo>
                      <a:pt x="306" y="1353"/>
                      <a:pt x="306" y="1353"/>
                      <a:pt x="306" y="1353"/>
                    </a:cubicBezTo>
                    <a:cubicBezTo>
                      <a:pt x="306" y="1377"/>
                      <a:pt x="287" y="1396"/>
                      <a:pt x="264" y="1396"/>
                    </a:cubicBezTo>
                    <a:cubicBezTo>
                      <a:pt x="241" y="1396"/>
                      <a:pt x="222" y="1377"/>
                      <a:pt x="222" y="1353"/>
                    </a:cubicBezTo>
                    <a:cubicBezTo>
                      <a:pt x="222" y="1353"/>
                      <a:pt x="207" y="1205"/>
                      <a:pt x="193" y="1061"/>
                    </a:cubicBezTo>
                    <a:cubicBezTo>
                      <a:pt x="102" y="1061"/>
                      <a:pt x="102" y="1061"/>
                      <a:pt x="102" y="1061"/>
                    </a:cubicBezTo>
                    <a:cubicBezTo>
                      <a:pt x="102" y="1061"/>
                      <a:pt x="222" y="680"/>
                      <a:pt x="222" y="632"/>
                    </a:cubicBezTo>
                    <a:cubicBezTo>
                      <a:pt x="222" y="576"/>
                      <a:pt x="186" y="522"/>
                      <a:pt x="179" y="522"/>
                    </a:cubicBezTo>
                    <a:cubicBezTo>
                      <a:pt x="173" y="522"/>
                      <a:pt x="141" y="807"/>
                      <a:pt x="141" y="807"/>
                    </a:cubicBezTo>
                    <a:cubicBezTo>
                      <a:pt x="139" y="827"/>
                      <a:pt x="122" y="842"/>
                      <a:pt x="102" y="840"/>
                    </a:cubicBezTo>
                    <a:cubicBezTo>
                      <a:pt x="82" y="838"/>
                      <a:pt x="67" y="821"/>
                      <a:pt x="69" y="801"/>
                    </a:cubicBezTo>
                    <a:cubicBezTo>
                      <a:pt x="88" y="578"/>
                      <a:pt x="88" y="578"/>
                      <a:pt x="88" y="578"/>
                    </a:cubicBezTo>
                    <a:cubicBezTo>
                      <a:pt x="100" y="430"/>
                      <a:pt x="173" y="357"/>
                      <a:pt x="215" y="357"/>
                    </a:cubicBezTo>
                    <a:cubicBezTo>
                      <a:pt x="257" y="357"/>
                      <a:pt x="282" y="451"/>
                      <a:pt x="328" y="451"/>
                    </a:cubicBezTo>
                    <a:cubicBezTo>
                      <a:pt x="374" y="451"/>
                      <a:pt x="400" y="357"/>
                      <a:pt x="441" y="357"/>
                    </a:cubicBezTo>
                    <a:cubicBezTo>
                      <a:pt x="483" y="357"/>
                      <a:pt x="556" y="430"/>
                      <a:pt x="569" y="578"/>
                    </a:cubicBezTo>
                    <a:cubicBezTo>
                      <a:pt x="569" y="578"/>
                      <a:pt x="569" y="578"/>
                      <a:pt x="587" y="801"/>
                    </a:cubicBezTo>
                    <a:cubicBezTo>
                      <a:pt x="589" y="821"/>
                      <a:pt x="575" y="838"/>
                      <a:pt x="555" y="840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25400"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2400"/>
              </a:p>
            </p:txBody>
          </p:sp>
          <p:sp>
            <p:nvSpPr>
              <p:cNvPr id="131" name="Freeform 6"/>
              <p:cNvSpPr>
                <a:spLocks noEditPoints="1"/>
              </p:cNvSpPr>
              <p:nvPr/>
            </p:nvSpPr>
            <p:spPr bwMode="gray">
              <a:xfrm rot="390607">
                <a:off x="9694090" y="948920"/>
                <a:ext cx="559921" cy="1243946"/>
              </a:xfrm>
              <a:custGeom>
                <a:avLst/>
                <a:gdLst>
                  <a:gd name="T0" fmla="*/ 0 w 656"/>
                  <a:gd name="T1" fmla="*/ 0 h 1457"/>
                  <a:gd name="T2" fmla="*/ 0 w 656"/>
                  <a:gd name="T3" fmla="*/ 1457 h 1457"/>
                  <a:gd name="T4" fmla="*/ 656 w 656"/>
                  <a:gd name="T5" fmla="*/ 1457 h 1457"/>
                  <a:gd name="T6" fmla="*/ 656 w 656"/>
                  <a:gd name="T7" fmla="*/ 0 h 1457"/>
                  <a:gd name="T8" fmla="*/ 0 w 656"/>
                  <a:gd name="T9" fmla="*/ 0 h 1457"/>
                  <a:gd name="T10" fmla="*/ 327 w 656"/>
                  <a:gd name="T11" fmla="*/ 62 h 1457"/>
                  <a:gd name="T12" fmla="*/ 452 w 656"/>
                  <a:gd name="T13" fmla="*/ 182 h 1457"/>
                  <a:gd name="T14" fmla="*/ 327 w 656"/>
                  <a:gd name="T15" fmla="*/ 338 h 1457"/>
                  <a:gd name="T16" fmla="*/ 204 w 656"/>
                  <a:gd name="T17" fmla="*/ 182 h 1457"/>
                  <a:gd name="T18" fmla="*/ 327 w 656"/>
                  <a:gd name="T19" fmla="*/ 62 h 1457"/>
                  <a:gd name="T20" fmla="*/ 549 w 656"/>
                  <a:gd name="T21" fmla="*/ 884 h 1457"/>
                  <a:gd name="T22" fmla="*/ 500 w 656"/>
                  <a:gd name="T23" fmla="*/ 835 h 1457"/>
                  <a:gd name="T24" fmla="*/ 492 w 656"/>
                  <a:gd name="T25" fmla="*/ 522 h 1457"/>
                  <a:gd name="T26" fmla="*/ 480 w 656"/>
                  <a:gd name="T27" fmla="*/ 510 h 1457"/>
                  <a:gd name="T28" fmla="*/ 468 w 656"/>
                  <a:gd name="T29" fmla="*/ 522 h 1457"/>
                  <a:gd name="T30" fmla="*/ 467 w 656"/>
                  <a:gd name="T31" fmla="*/ 875 h 1457"/>
                  <a:gd name="T32" fmla="*/ 467 w 656"/>
                  <a:gd name="T33" fmla="*/ 903 h 1457"/>
                  <a:gd name="T34" fmla="*/ 465 w 656"/>
                  <a:gd name="T35" fmla="*/ 1342 h 1457"/>
                  <a:gd name="T36" fmla="*/ 411 w 656"/>
                  <a:gd name="T37" fmla="*/ 1396 h 1457"/>
                  <a:gd name="T38" fmla="*/ 357 w 656"/>
                  <a:gd name="T39" fmla="*/ 1342 h 1457"/>
                  <a:gd name="T40" fmla="*/ 339 w 656"/>
                  <a:gd name="T41" fmla="*/ 903 h 1457"/>
                  <a:gd name="T42" fmla="*/ 327 w 656"/>
                  <a:gd name="T43" fmla="*/ 891 h 1457"/>
                  <a:gd name="T44" fmla="*/ 315 w 656"/>
                  <a:gd name="T45" fmla="*/ 903 h 1457"/>
                  <a:gd name="T46" fmla="*/ 298 w 656"/>
                  <a:gd name="T47" fmla="*/ 1342 h 1457"/>
                  <a:gd name="T48" fmla="*/ 244 w 656"/>
                  <a:gd name="T49" fmla="*/ 1396 h 1457"/>
                  <a:gd name="T50" fmla="*/ 190 w 656"/>
                  <a:gd name="T51" fmla="*/ 1342 h 1457"/>
                  <a:gd name="T52" fmla="*/ 188 w 656"/>
                  <a:gd name="T53" fmla="*/ 903 h 1457"/>
                  <a:gd name="T54" fmla="*/ 188 w 656"/>
                  <a:gd name="T55" fmla="*/ 875 h 1457"/>
                  <a:gd name="T56" fmla="*/ 188 w 656"/>
                  <a:gd name="T57" fmla="*/ 522 h 1457"/>
                  <a:gd name="T58" fmla="*/ 176 w 656"/>
                  <a:gd name="T59" fmla="*/ 510 h 1457"/>
                  <a:gd name="T60" fmla="*/ 163 w 656"/>
                  <a:gd name="T61" fmla="*/ 522 h 1457"/>
                  <a:gd name="T62" fmla="*/ 155 w 656"/>
                  <a:gd name="T63" fmla="*/ 835 h 1457"/>
                  <a:gd name="T64" fmla="*/ 106 w 656"/>
                  <a:gd name="T65" fmla="*/ 884 h 1457"/>
                  <a:gd name="T66" fmla="*/ 57 w 656"/>
                  <a:gd name="T67" fmla="*/ 835 h 1457"/>
                  <a:gd name="T68" fmla="*/ 75 w 656"/>
                  <a:gd name="T69" fmla="*/ 506 h 1457"/>
                  <a:gd name="T70" fmla="*/ 225 w 656"/>
                  <a:gd name="T71" fmla="*/ 356 h 1457"/>
                  <a:gd name="T72" fmla="*/ 327 w 656"/>
                  <a:gd name="T73" fmla="*/ 398 h 1457"/>
                  <a:gd name="T74" fmla="*/ 430 w 656"/>
                  <a:gd name="T75" fmla="*/ 356 h 1457"/>
                  <a:gd name="T76" fmla="*/ 579 w 656"/>
                  <a:gd name="T77" fmla="*/ 506 h 1457"/>
                  <a:gd name="T78" fmla="*/ 598 w 656"/>
                  <a:gd name="T79" fmla="*/ 835 h 1457"/>
                  <a:gd name="T80" fmla="*/ 549 w 656"/>
                  <a:gd name="T81" fmla="*/ 884 h 1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6" h="1457">
                    <a:moveTo>
                      <a:pt x="0" y="0"/>
                    </a:moveTo>
                    <a:cubicBezTo>
                      <a:pt x="0" y="1457"/>
                      <a:pt x="0" y="1457"/>
                      <a:pt x="0" y="1457"/>
                    </a:cubicBezTo>
                    <a:cubicBezTo>
                      <a:pt x="656" y="1457"/>
                      <a:pt x="656" y="1457"/>
                      <a:pt x="656" y="1457"/>
                    </a:cubicBezTo>
                    <a:cubicBezTo>
                      <a:pt x="656" y="0"/>
                      <a:pt x="656" y="0"/>
                      <a:pt x="656" y="0"/>
                    </a:cubicBezTo>
                    <a:lnTo>
                      <a:pt x="0" y="0"/>
                    </a:lnTo>
                    <a:close/>
                    <a:moveTo>
                      <a:pt x="327" y="62"/>
                    </a:moveTo>
                    <a:cubicBezTo>
                      <a:pt x="396" y="62"/>
                      <a:pt x="452" y="106"/>
                      <a:pt x="452" y="182"/>
                    </a:cubicBezTo>
                    <a:cubicBezTo>
                      <a:pt x="452" y="259"/>
                      <a:pt x="392" y="338"/>
                      <a:pt x="327" y="338"/>
                    </a:cubicBezTo>
                    <a:cubicBezTo>
                      <a:pt x="264" y="338"/>
                      <a:pt x="204" y="259"/>
                      <a:pt x="204" y="182"/>
                    </a:cubicBezTo>
                    <a:cubicBezTo>
                      <a:pt x="204" y="106"/>
                      <a:pt x="259" y="62"/>
                      <a:pt x="327" y="62"/>
                    </a:cubicBezTo>
                    <a:close/>
                    <a:moveTo>
                      <a:pt x="549" y="884"/>
                    </a:moveTo>
                    <a:cubicBezTo>
                      <a:pt x="522" y="884"/>
                      <a:pt x="500" y="862"/>
                      <a:pt x="500" y="835"/>
                    </a:cubicBezTo>
                    <a:cubicBezTo>
                      <a:pt x="500" y="835"/>
                      <a:pt x="500" y="835"/>
                      <a:pt x="492" y="522"/>
                    </a:cubicBezTo>
                    <a:cubicBezTo>
                      <a:pt x="492" y="515"/>
                      <a:pt x="486" y="510"/>
                      <a:pt x="480" y="510"/>
                    </a:cubicBezTo>
                    <a:cubicBezTo>
                      <a:pt x="473" y="510"/>
                      <a:pt x="468" y="515"/>
                      <a:pt x="468" y="522"/>
                    </a:cubicBezTo>
                    <a:cubicBezTo>
                      <a:pt x="468" y="522"/>
                      <a:pt x="468" y="522"/>
                      <a:pt x="467" y="875"/>
                    </a:cubicBezTo>
                    <a:cubicBezTo>
                      <a:pt x="467" y="875"/>
                      <a:pt x="467" y="875"/>
                      <a:pt x="467" y="903"/>
                    </a:cubicBezTo>
                    <a:cubicBezTo>
                      <a:pt x="467" y="903"/>
                      <a:pt x="467" y="903"/>
                      <a:pt x="465" y="1342"/>
                    </a:cubicBezTo>
                    <a:cubicBezTo>
                      <a:pt x="465" y="1372"/>
                      <a:pt x="441" y="1396"/>
                      <a:pt x="411" y="1396"/>
                    </a:cubicBezTo>
                    <a:cubicBezTo>
                      <a:pt x="381" y="1396"/>
                      <a:pt x="357" y="1372"/>
                      <a:pt x="357" y="1342"/>
                    </a:cubicBezTo>
                    <a:cubicBezTo>
                      <a:pt x="357" y="1342"/>
                      <a:pt x="357" y="1342"/>
                      <a:pt x="339" y="903"/>
                    </a:cubicBezTo>
                    <a:cubicBezTo>
                      <a:pt x="339" y="896"/>
                      <a:pt x="334" y="891"/>
                      <a:pt x="327" y="891"/>
                    </a:cubicBezTo>
                    <a:cubicBezTo>
                      <a:pt x="321" y="891"/>
                      <a:pt x="315" y="896"/>
                      <a:pt x="315" y="903"/>
                    </a:cubicBezTo>
                    <a:cubicBezTo>
                      <a:pt x="315" y="903"/>
                      <a:pt x="315" y="903"/>
                      <a:pt x="298" y="1342"/>
                    </a:cubicBezTo>
                    <a:cubicBezTo>
                      <a:pt x="298" y="1372"/>
                      <a:pt x="274" y="1396"/>
                      <a:pt x="244" y="1396"/>
                    </a:cubicBezTo>
                    <a:cubicBezTo>
                      <a:pt x="214" y="1396"/>
                      <a:pt x="190" y="1372"/>
                      <a:pt x="190" y="1342"/>
                    </a:cubicBezTo>
                    <a:cubicBezTo>
                      <a:pt x="190" y="1342"/>
                      <a:pt x="190" y="1342"/>
                      <a:pt x="188" y="903"/>
                    </a:cubicBezTo>
                    <a:cubicBezTo>
                      <a:pt x="188" y="903"/>
                      <a:pt x="188" y="903"/>
                      <a:pt x="188" y="875"/>
                    </a:cubicBezTo>
                    <a:cubicBezTo>
                      <a:pt x="188" y="875"/>
                      <a:pt x="188" y="875"/>
                      <a:pt x="188" y="522"/>
                    </a:cubicBezTo>
                    <a:cubicBezTo>
                      <a:pt x="188" y="515"/>
                      <a:pt x="182" y="510"/>
                      <a:pt x="176" y="510"/>
                    </a:cubicBezTo>
                    <a:cubicBezTo>
                      <a:pt x="169" y="510"/>
                      <a:pt x="163" y="515"/>
                      <a:pt x="163" y="522"/>
                    </a:cubicBezTo>
                    <a:cubicBezTo>
                      <a:pt x="163" y="522"/>
                      <a:pt x="163" y="522"/>
                      <a:pt x="155" y="835"/>
                    </a:cubicBezTo>
                    <a:cubicBezTo>
                      <a:pt x="155" y="862"/>
                      <a:pt x="133" y="884"/>
                      <a:pt x="106" y="884"/>
                    </a:cubicBezTo>
                    <a:cubicBezTo>
                      <a:pt x="79" y="884"/>
                      <a:pt x="57" y="862"/>
                      <a:pt x="57" y="835"/>
                    </a:cubicBezTo>
                    <a:cubicBezTo>
                      <a:pt x="57" y="835"/>
                      <a:pt x="57" y="835"/>
                      <a:pt x="75" y="506"/>
                    </a:cubicBezTo>
                    <a:cubicBezTo>
                      <a:pt x="75" y="417"/>
                      <a:pt x="180" y="356"/>
                      <a:pt x="225" y="356"/>
                    </a:cubicBezTo>
                    <a:cubicBezTo>
                      <a:pt x="270" y="356"/>
                      <a:pt x="283" y="398"/>
                      <a:pt x="327" y="398"/>
                    </a:cubicBezTo>
                    <a:cubicBezTo>
                      <a:pt x="372" y="398"/>
                      <a:pt x="373" y="356"/>
                      <a:pt x="430" y="356"/>
                    </a:cubicBezTo>
                    <a:cubicBezTo>
                      <a:pt x="486" y="356"/>
                      <a:pt x="579" y="417"/>
                      <a:pt x="579" y="506"/>
                    </a:cubicBezTo>
                    <a:cubicBezTo>
                      <a:pt x="598" y="835"/>
                      <a:pt x="598" y="835"/>
                      <a:pt x="598" y="835"/>
                    </a:cubicBezTo>
                    <a:cubicBezTo>
                      <a:pt x="598" y="862"/>
                      <a:pt x="576" y="884"/>
                      <a:pt x="549" y="88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5400"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2400"/>
              </a:p>
            </p:txBody>
          </p:sp>
          <p:sp>
            <p:nvSpPr>
              <p:cNvPr id="132" name="Freeform 6"/>
              <p:cNvSpPr>
                <a:spLocks noEditPoints="1"/>
              </p:cNvSpPr>
              <p:nvPr/>
            </p:nvSpPr>
            <p:spPr bwMode="gray">
              <a:xfrm rot="21419233">
                <a:off x="9155207" y="1272086"/>
                <a:ext cx="427229" cy="949152"/>
              </a:xfrm>
              <a:custGeom>
                <a:avLst/>
                <a:gdLst>
                  <a:gd name="T0" fmla="*/ 0 w 656"/>
                  <a:gd name="T1" fmla="*/ 0 h 1457"/>
                  <a:gd name="T2" fmla="*/ 0 w 656"/>
                  <a:gd name="T3" fmla="*/ 1457 h 1457"/>
                  <a:gd name="T4" fmla="*/ 656 w 656"/>
                  <a:gd name="T5" fmla="*/ 1457 h 1457"/>
                  <a:gd name="T6" fmla="*/ 656 w 656"/>
                  <a:gd name="T7" fmla="*/ 0 h 1457"/>
                  <a:gd name="T8" fmla="*/ 0 w 656"/>
                  <a:gd name="T9" fmla="*/ 0 h 1457"/>
                  <a:gd name="T10" fmla="*/ 327 w 656"/>
                  <a:gd name="T11" fmla="*/ 62 h 1457"/>
                  <a:gd name="T12" fmla="*/ 452 w 656"/>
                  <a:gd name="T13" fmla="*/ 182 h 1457"/>
                  <a:gd name="T14" fmla="*/ 327 w 656"/>
                  <a:gd name="T15" fmla="*/ 338 h 1457"/>
                  <a:gd name="T16" fmla="*/ 204 w 656"/>
                  <a:gd name="T17" fmla="*/ 182 h 1457"/>
                  <a:gd name="T18" fmla="*/ 327 w 656"/>
                  <a:gd name="T19" fmla="*/ 62 h 1457"/>
                  <a:gd name="T20" fmla="*/ 549 w 656"/>
                  <a:gd name="T21" fmla="*/ 884 h 1457"/>
                  <a:gd name="T22" fmla="*/ 500 w 656"/>
                  <a:gd name="T23" fmla="*/ 835 h 1457"/>
                  <a:gd name="T24" fmla="*/ 492 w 656"/>
                  <a:gd name="T25" fmla="*/ 522 h 1457"/>
                  <a:gd name="T26" fmla="*/ 480 w 656"/>
                  <a:gd name="T27" fmla="*/ 510 h 1457"/>
                  <a:gd name="T28" fmla="*/ 468 w 656"/>
                  <a:gd name="T29" fmla="*/ 522 h 1457"/>
                  <a:gd name="T30" fmla="*/ 467 w 656"/>
                  <a:gd name="T31" fmla="*/ 875 h 1457"/>
                  <a:gd name="T32" fmla="*/ 467 w 656"/>
                  <a:gd name="T33" fmla="*/ 903 h 1457"/>
                  <a:gd name="T34" fmla="*/ 465 w 656"/>
                  <a:gd name="T35" fmla="*/ 1342 h 1457"/>
                  <a:gd name="T36" fmla="*/ 411 w 656"/>
                  <a:gd name="T37" fmla="*/ 1396 h 1457"/>
                  <a:gd name="T38" fmla="*/ 357 w 656"/>
                  <a:gd name="T39" fmla="*/ 1342 h 1457"/>
                  <a:gd name="T40" fmla="*/ 339 w 656"/>
                  <a:gd name="T41" fmla="*/ 903 h 1457"/>
                  <a:gd name="T42" fmla="*/ 327 w 656"/>
                  <a:gd name="T43" fmla="*/ 891 h 1457"/>
                  <a:gd name="T44" fmla="*/ 315 w 656"/>
                  <a:gd name="T45" fmla="*/ 903 h 1457"/>
                  <a:gd name="T46" fmla="*/ 298 w 656"/>
                  <a:gd name="T47" fmla="*/ 1342 h 1457"/>
                  <a:gd name="T48" fmla="*/ 244 w 656"/>
                  <a:gd name="T49" fmla="*/ 1396 h 1457"/>
                  <a:gd name="T50" fmla="*/ 190 w 656"/>
                  <a:gd name="T51" fmla="*/ 1342 h 1457"/>
                  <a:gd name="T52" fmla="*/ 188 w 656"/>
                  <a:gd name="T53" fmla="*/ 903 h 1457"/>
                  <a:gd name="T54" fmla="*/ 188 w 656"/>
                  <a:gd name="T55" fmla="*/ 875 h 1457"/>
                  <a:gd name="T56" fmla="*/ 188 w 656"/>
                  <a:gd name="T57" fmla="*/ 522 h 1457"/>
                  <a:gd name="T58" fmla="*/ 176 w 656"/>
                  <a:gd name="T59" fmla="*/ 510 h 1457"/>
                  <a:gd name="T60" fmla="*/ 163 w 656"/>
                  <a:gd name="T61" fmla="*/ 522 h 1457"/>
                  <a:gd name="T62" fmla="*/ 155 w 656"/>
                  <a:gd name="T63" fmla="*/ 835 h 1457"/>
                  <a:gd name="T64" fmla="*/ 106 w 656"/>
                  <a:gd name="T65" fmla="*/ 884 h 1457"/>
                  <a:gd name="T66" fmla="*/ 57 w 656"/>
                  <a:gd name="T67" fmla="*/ 835 h 1457"/>
                  <a:gd name="T68" fmla="*/ 75 w 656"/>
                  <a:gd name="T69" fmla="*/ 506 h 1457"/>
                  <a:gd name="T70" fmla="*/ 225 w 656"/>
                  <a:gd name="T71" fmla="*/ 356 h 1457"/>
                  <a:gd name="T72" fmla="*/ 327 w 656"/>
                  <a:gd name="T73" fmla="*/ 398 h 1457"/>
                  <a:gd name="T74" fmla="*/ 430 w 656"/>
                  <a:gd name="T75" fmla="*/ 356 h 1457"/>
                  <a:gd name="T76" fmla="*/ 579 w 656"/>
                  <a:gd name="T77" fmla="*/ 506 h 1457"/>
                  <a:gd name="T78" fmla="*/ 598 w 656"/>
                  <a:gd name="T79" fmla="*/ 835 h 1457"/>
                  <a:gd name="T80" fmla="*/ 549 w 656"/>
                  <a:gd name="T81" fmla="*/ 884 h 1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6" h="1457">
                    <a:moveTo>
                      <a:pt x="0" y="0"/>
                    </a:moveTo>
                    <a:cubicBezTo>
                      <a:pt x="0" y="1457"/>
                      <a:pt x="0" y="1457"/>
                      <a:pt x="0" y="1457"/>
                    </a:cubicBezTo>
                    <a:cubicBezTo>
                      <a:pt x="656" y="1457"/>
                      <a:pt x="656" y="1457"/>
                      <a:pt x="656" y="1457"/>
                    </a:cubicBezTo>
                    <a:cubicBezTo>
                      <a:pt x="656" y="0"/>
                      <a:pt x="656" y="0"/>
                      <a:pt x="656" y="0"/>
                    </a:cubicBezTo>
                    <a:lnTo>
                      <a:pt x="0" y="0"/>
                    </a:lnTo>
                    <a:close/>
                    <a:moveTo>
                      <a:pt x="327" y="62"/>
                    </a:moveTo>
                    <a:cubicBezTo>
                      <a:pt x="396" y="62"/>
                      <a:pt x="452" y="106"/>
                      <a:pt x="452" y="182"/>
                    </a:cubicBezTo>
                    <a:cubicBezTo>
                      <a:pt x="452" y="259"/>
                      <a:pt x="392" y="338"/>
                      <a:pt x="327" y="338"/>
                    </a:cubicBezTo>
                    <a:cubicBezTo>
                      <a:pt x="264" y="338"/>
                      <a:pt x="204" y="259"/>
                      <a:pt x="204" y="182"/>
                    </a:cubicBezTo>
                    <a:cubicBezTo>
                      <a:pt x="204" y="106"/>
                      <a:pt x="259" y="62"/>
                      <a:pt x="327" y="62"/>
                    </a:cubicBezTo>
                    <a:close/>
                    <a:moveTo>
                      <a:pt x="549" y="884"/>
                    </a:moveTo>
                    <a:cubicBezTo>
                      <a:pt x="522" y="884"/>
                      <a:pt x="500" y="862"/>
                      <a:pt x="500" y="835"/>
                    </a:cubicBezTo>
                    <a:cubicBezTo>
                      <a:pt x="500" y="835"/>
                      <a:pt x="500" y="835"/>
                      <a:pt x="492" y="522"/>
                    </a:cubicBezTo>
                    <a:cubicBezTo>
                      <a:pt x="492" y="515"/>
                      <a:pt x="486" y="510"/>
                      <a:pt x="480" y="510"/>
                    </a:cubicBezTo>
                    <a:cubicBezTo>
                      <a:pt x="473" y="510"/>
                      <a:pt x="468" y="515"/>
                      <a:pt x="468" y="522"/>
                    </a:cubicBezTo>
                    <a:cubicBezTo>
                      <a:pt x="468" y="522"/>
                      <a:pt x="468" y="522"/>
                      <a:pt x="467" y="875"/>
                    </a:cubicBezTo>
                    <a:cubicBezTo>
                      <a:pt x="467" y="875"/>
                      <a:pt x="467" y="875"/>
                      <a:pt x="467" y="903"/>
                    </a:cubicBezTo>
                    <a:cubicBezTo>
                      <a:pt x="467" y="903"/>
                      <a:pt x="467" y="903"/>
                      <a:pt x="465" y="1342"/>
                    </a:cubicBezTo>
                    <a:cubicBezTo>
                      <a:pt x="465" y="1372"/>
                      <a:pt x="441" y="1396"/>
                      <a:pt x="411" y="1396"/>
                    </a:cubicBezTo>
                    <a:cubicBezTo>
                      <a:pt x="381" y="1396"/>
                      <a:pt x="357" y="1372"/>
                      <a:pt x="357" y="1342"/>
                    </a:cubicBezTo>
                    <a:cubicBezTo>
                      <a:pt x="357" y="1342"/>
                      <a:pt x="357" y="1342"/>
                      <a:pt x="339" y="903"/>
                    </a:cubicBezTo>
                    <a:cubicBezTo>
                      <a:pt x="339" y="896"/>
                      <a:pt x="334" y="891"/>
                      <a:pt x="327" y="891"/>
                    </a:cubicBezTo>
                    <a:cubicBezTo>
                      <a:pt x="321" y="891"/>
                      <a:pt x="315" y="896"/>
                      <a:pt x="315" y="903"/>
                    </a:cubicBezTo>
                    <a:cubicBezTo>
                      <a:pt x="315" y="903"/>
                      <a:pt x="315" y="903"/>
                      <a:pt x="298" y="1342"/>
                    </a:cubicBezTo>
                    <a:cubicBezTo>
                      <a:pt x="298" y="1372"/>
                      <a:pt x="274" y="1396"/>
                      <a:pt x="244" y="1396"/>
                    </a:cubicBezTo>
                    <a:cubicBezTo>
                      <a:pt x="214" y="1396"/>
                      <a:pt x="190" y="1372"/>
                      <a:pt x="190" y="1342"/>
                    </a:cubicBezTo>
                    <a:cubicBezTo>
                      <a:pt x="190" y="1342"/>
                      <a:pt x="190" y="1342"/>
                      <a:pt x="188" y="903"/>
                    </a:cubicBezTo>
                    <a:cubicBezTo>
                      <a:pt x="188" y="903"/>
                      <a:pt x="188" y="903"/>
                      <a:pt x="188" y="875"/>
                    </a:cubicBezTo>
                    <a:cubicBezTo>
                      <a:pt x="188" y="875"/>
                      <a:pt x="188" y="875"/>
                      <a:pt x="188" y="522"/>
                    </a:cubicBezTo>
                    <a:cubicBezTo>
                      <a:pt x="188" y="515"/>
                      <a:pt x="182" y="510"/>
                      <a:pt x="176" y="510"/>
                    </a:cubicBezTo>
                    <a:cubicBezTo>
                      <a:pt x="169" y="510"/>
                      <a:pt x="163" y="515"/>
                      <a:pt x="163" y="522"/>
                    </a:cubicBezTo>
                    <a:cubicBezTo>
                      <a:pt x="163" y="522"/>
                      <a:pt x="163" y="522"/>
                      <a:pt x="155" y="835"/>
                    </a:cubicBezTo>
                    <a:cubicBezTo>
                      <a:pt x="155" y="862"/>
                      <a:pt x="133" y="884"/>
                      <a:pt x="106" y="884"/>
                    </a:cubicBezTo>
                    <a:cubicBezTo>
                      <a:pt x="79" y="884"/>
                      <a:pt x="57" y="862"/>
                      <a:pt x="57" y="835"/>
                    </a:cubicBezTo>
                    <a:cubicBezTo>
                      <a:pt x="57" y="835"/>
                      <a:pt x="57" y="835"/>
                      <a:pt x="75" y="506"/>
                    </a:cubicBezTo>
                    <a:cubicBezTo>
                      <a:pt x="75" y="417"/>
                      <a:pt x="180" y="356"/>
                      <a:pt x="225" y="356"/>
                    </a:cubicBezTo>
                    <a:cubicBezTo>
                      <a:pt x="270" y="356"/>
                      <a:pt x="283" y="398"/>
                      <a:pt x="327" y="398"/>
                    </a:cubicBezTo>
                    <a:cubicBezTo>
                      <a:pt x="372" y="398"/>
                      <a:pt x="373" y="356"/>
                      <a:pt x="430" y="356"/>
                    </a:cubicBezTo>
                    <a:cubicBezTo>
                      <a:pt x="486" y="356"/>
                      <a:pt x="579" y="417"/>
                      <a:pt x="579" y="506"/>
                    </a:cubicBezTo>
                    <a:cubicBezTo>
                      <a:pt x="598" y="835"/>
                      <a:pt x="598" y="835"/>
                      <a:pt x="598" y="835"/>
                    </a:cubicBezTo>
                    <a:cubicBezTo>
                      <a:pt x="598" y="862"/>
                      <a:pt x="576" y="884"/>
                      <a:pt x="549" y="884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25400"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2400"/>
              </a:p>
            </p:txBody>
          </p:sp>
          <p:sp>
            <p:nvSpPr>
              <p:cNvPr id="133" name="Freeform 5"/>
              <p:cNvSpPr>
                <a:spLocks noEditPoints="1"/>
              </p:cNvSpPr>
              <p:nvPr/>
            </p:nvSpPr>
            <p:spPr bwMode="gray">
              <a:xfrm rot="316738">
                <a:off x="10996966" y="1256264"/>
                <a:ext cx="427831" cy="950490"/>
              </a:xfrm>
              <a:custGeom>
                <a:avLst/>
                <a:gdLst>
                  <a:gd name="T0" fmla="*/ 0 w 656"/>
                  <a:gd name="T1" fmla="*/ 0 h 1457"/>
                  <a:gd name="T2" fmla="*/ 0 w 656"/>
                  <a:gd name="T3" fmla="*/ 1457 h 1457"/>
                  <a:gd name="T4" fmla="*/ 656 w 656"/>
                  <a:gd name="T5" fmla="*/ 1457 h 1457"/>
                  <a:gd name="T6" fmla="*/ 656 w 656"/>
                  <a:gd name="T7" fmla="*/ 0 h 1457"/>
                  <a:gd name="T8" fmla="*/ 0 w 656"/>
                  <a:gd name="T9" fmla="*/ 0 h 1457"/>
                  <a:gd name="T10" fmla="*/ 328 w 656"/>
                  <a:gd name="T11" fmla="*/ 62 h 1457"/>
                  <a:gd name="T12" fmla="*/ 452 w 656"/>
                  <a:gd name="T13" fmla="*/ 183 h 1457"/>
                  <a:gd name="T14" fmla="*/ 328 w 656"/>
                  <a:gd name="T15" fmla="*/ 338 h 1457"/>
                  <a:gd name="T16" fmla="*/ 204 w 656"/>
                  <a:gd name="T17" fmla="*/ 183 h 1457"/>
                  <a:gd name="T18" fmla="*/ 328 w 656"/>
                  <a:gd name="T19" fmla="*/ 62 h 1457"/>
                  <a:gd name="T20" fmla="*/ 555 w 656"/>
                  <a:gd name="T21" fmla="*/ 840 h 1457"/>
                  <a:gd name="T22" fmla="*/ 516 w 656"/>
                  <a:gd name="T23" fmla="*/ 807 h 1457"/>
                  <a:gd name="T24" fmla="*/ 477 w 656"/>
                  <a:gd name="T25" fmla="*/ 522 h 1457"/>
                  <a:gd name="T26" fmla="*/ 434 w 656"/>
                  <a:gd name="T27" fmla="*/ 632 h 1457"/>
                  <a:gd name="T28" fmla="*/ 555 w 656"/>
                  <a:gd name="T29" fmla="*/ 1061 h 1457"/>
                  <a:gd name="T30" fmla="*/ 464 w 656"/>
                  <a:gd name="T31" fmla="*/ 1061 h 1457"/>
                  <a:gd name="T32" fmla="*/ 434 w 656"/>
                  <a:gd name="T33" fmla="*/ 1353 h 1457"/>
                  <a:gd name="T34" fmla="*/ 392 w 656"/>
                  <a:gd name="T35" fmla="*/ 1396 h 1457"/>
                  <a:gd name="T36" fmla="*/ 351 w 656"/>
                  <a:gd name="T37" fmla="*/ 1353 h 1457"/>
                  <a:gd name="T38" fmla="*/ 344 w 656"/>
                  <a:gd name="T39" fmla="*/ 1061 h 1457"/>
                  <a:gd name="T40" fmla="*/ 313 w 656"/>
                  <a:gd name="T41" fmla="*/ 1061 h 1457"/>
                  <a:gd name="T42" fmla="*/ 306 w 656"/>
                  <a:gd name="T43" fmla="*/ 1353 h 1457"/>
                  <a:gd name="T44" fmla="*/ 264 w 656"/>
                  <a:gd name="T45" fmla="*/ 1396 h 1457"/>
                  <a:gd name="T46" fmla="*/ 222 w 656"/>
                  <a:gd name="T47" fmla="*/ 1353 h 1457"/>
                  <a:gd name="T48" fmla="*/ 193 w 656"/>
                  <a:gd name="T49" fmla="*/ 1061 h 1457"/>
                  <a:gd name="T50" fmla="*/ 102 w 656"/>
                  <a:gd name="T51" fmla="*/ 1061 h 1457"/>
                  <a:gd name="T52" fmla="*/ 222 w 656"/>
                  <a:gd name="T53" fmla="*/ 632 h 1457"/>
                  <a:gd name="T54" fmla="*/ 179 w 656"/>
                  <a:gd name="T55" fmla="*/ 522 h 1457"/>
                  <a:gd name="T56" fmla="*/ 141 w 656"/>
                  <a:gd name="T57" fmla="*/ 807 h 1457"/>
                  <a:gd name="T58" fmla="*/ 102 w 656"/>
                  <a:gd name="T59" fmla="*/ 840 h 1457"/>
                  <a:gd name="T60" fmla="*/ 69 w 656"/>
                  <a:gd name="T61" fmla="*/ 801 h 1457"/>
                  <a:gd name="T62" fmla="*/ 88 w 656"/>
                  <a:gd name="T63" fmla="*/ 578 h 1457"/>
                  <a:gd name="T64" fmla="*/ 215 w 656"/>
                  <a:gd name="T65" fmla="*/ 357 h 1457"/>
                  <a:gd name="T66" fmla="*/ 328 w 656"/>
                  <a:gd name="T67" fmla="*/ 451 h 1457"/>
                  <a:gd name="T68" fmla="*/ 441 w 656"/>
                  <a:gd name="T69" fmla="*/ 357 h 1457"/>
                  <a:gd name="T70" fmla="*/ 569 w 656"/>
                  <a:gd name="T71" fmla="*/ 578 h 1457"/>
                  <a:gd name="T72" fmla="*/ 587 w 656"/>
                  <a:gd name="T73" fmla="*/ 801 h 1457"/>
                  <a:gd name="T74" fmla="*/ 555 w 656"/>
                  <a:gd name="T75" fmla="*/ 840 h 1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6" h="1457">
                    <a:moveTo>
                      <a:pt x="0" y="0"/>
                    </a:moveTo>
                    <a:cubicBezTo>
                      <a:pt x="0" y="1457"/>
                      <a:pt x="0" y="1457"/>
                      <a:pt x="0" y="1457"/>
                    </a:cubicBezTo>
                    <a:cubicBezTo>
                      <a:pt x="656" y="1457"/>
                      <a:pt x="656" y="1457"/>
                      <a:pt x="656" y="1457"/>
                    </a:cubicBezTo>
                    <a:cubicBezTo>
                      <a:pt x="656" y="0"/>
                      <a:pt x="656" y="0"/>
                      <a:pt x="656" y="0"/>
                    </a:cubicBezTo>
                    <a:lnTo>
                      <a:pt x="0" y="0"/>
                    </a:lnTo>
                    <a:close/>
                    <a:moveTo>
                      <a:pt x="328" y="62"/>
                    </a:moveTo>
                    <a:cubicBezTo>
                      <a:pt x="397" y="62"/>
                      <a:pt x="452" y="106"/>
                      <a:pt x="452" y="183"/>
                    </a:cubicBezTo>
                    <a:cubicBezTo>
                      <a:pt x="452" y="259"/>
                      <a:pt x="392" y="338"/>
                      <a:pt x="328" y="338"/>
                    </a:cubicBezTo>
                    <a:cubicBezTo>
                      <a:pt x="264" y="338"/>
                      <a:pt x="204" y="259"/>
                      <a:pt x="204" y="183"/>
                    </a:cubicBezTo>
                    <a:cubicBezTo>
                      <a:pt x="204" y="106"/>
                      <a:pt x="260" y="62"/>
                      <a:pt x="328" y="62"/>
                    </a:cubicBezTo>
                    <a:close/>
                    <a:moveTo>
                      <a:pt x="555" y="840"/>
                    </a:moveTo>
                    <a:cubicBezTo>
                      <a:pt x="535" y="842"/>
                      <a:pt x="517" y="827"/>
                      <a:pt x="516" y="807"/>
                    </a:cubicBezTo>
                    <a:cubicBezTo>
                      <a:pt x="516" y="807"/>
                      <a:pt x="484" y="522"/>
                      <a:pt x="477" y="522"/>
                    </a:cubicBezTo>
                    <a:cubicBezTo>
                      <a:pt x="471" y="522"/>
                      <a:pt x="434" y="576"/>
                      <a:pt x="434" y="632"/>
                    </a:cubicBezTo>
                    <a:cubicBezTo>
                      <a:pt x="434" y="680"/>
                      <a:pt x="555" y="1061"/>
                      <a:pt x="555" y="1061"/>
                    </a:cubicBezTo>
                    <a:cubicBezTo>
                      <a:pt x="464" y="1061"/>
                      <a:pt x="464" y="1061"/>
                      <a:pt x="464" y="1061"/>
                    </a:cubicBezTo>
                    <a:cubicBezTo>
                      <a:pt x="450" y="1205"/>
                      <a:pt x="434" y="1353"/>
                      <a:pt x="434" y="1353"/>
                    </a:cubicBezTo>
                    <a:cubicBezTo>
                      <a:pt x="434" y="1377"/>
                      <a:pt x="415" y="1396"/>
                      <a:pt x="392" y="1396"/>
                    </a:cubicBezTo>
                    <a:cubicBezTo>
                      <a:pt x="369" y="1396"/>
                      <a:pt x="351" y="1377"/>
                      <a:pt x="351" y="1353"/>
                    </a:cubicBezTo>
                    <a:cubicBezTo>
                      <a:pt x="351" y="1353"/>
                      <a:pt x="351" y="1353"/>
                      <a:pt x="344" y="1061"/>
                    </a:cubicBezTo>
                    <a:cubicBezTo>
                      <a:pt x="313" y="1061"/>
                      <a:pt x="313" y="1061"/>
                      <a:pt x="313" y="1061"/>
                    </a:cubicBezTo>
                    <a:cubicBezTo>
                      <a:pt x="306" y="1353"/>
                      <a:pt x="306" y="1353"/>
                      <a:pt x="306" y="1353"/>
                    </a:cubicBezTo>
                    <a:cubicBezTo>
                      <a:pt x="306" y="1377"/>
                      <a:pt x="287" y="1396"/>
                      <a:pt x="264" y="1396"/>
                    </a:cubicBezTo>
                    <a:cubicBezTo>
                      <a:pt x="241" y="1396"/>
                      <a:pt x="222" y="1377"/>
                      <a:pt x="222" y="1353"/>
                    </a:cubicBezTo>
                    <a:cubicBezTo>
                      <a:pt x="222" y="1353"/>
                      <a:pt x="207" y="1205"/>
                      <a:pt x="193" y="1061"/>
                    </a:cubicBezTo>
                    <a:cubicBezTo>
                      <a:pt x="102" y="1061"/>
                      <a:pt x="102" y="1061"/>
                      <a:pt x="102" y="1061"/>
                    </a:cubicBezTo>
                    <a:cubicBezTo>
                      <a:pt x="102" y="1061"/>
                      <a:pt x="222" y="680"/>
                      <a:pt x="222" y="632"/>
                    </a:cubicBezTo>
                    <a:cubicBezTo>
                      <a:pt x="222" y="576"/>
                      <a:pt x="186" y="522"/>
                      <a:pt x="179" y="522"/>
                    </a:cubicBezTo>
                    <a:cubicBezTo>
                      <a:pt x="173" y="522"/>
                      <a:pt x="141" y="807"/>
                      <a:pt x="141" y="807"/>
                    </a:cubicBezTo>
                    <a:cubicBezTo>
                      <a:pt x="139" y="827"/>
                      <a:pt x="122" y="842"/>
                      <a:pt x="102" y="840"/>
                    </a:cubicBezTo>
                    <a:cubicBezTo>
                      <a:pt x="82" y="838"/>
                      <a:pt x="67" y="821"/>
                      <a:pt x="69" y="801"/>
                    </a:cubicBezTo>
                    <a:cubicBezTo>
                      <a:pt x="88" y="578"/>
                      <a:pt x="88" y="578"/>
                      <a:pt x="88" y="578"/>
                    </a:cubicBezTo>
                    <a:cubicBezTo>
                      <a:pt x="100" y="430"/>
                      <a:pt x="173" y="357"/>
                      <a:pt x="215" y="357"/>
                    </a:cubicBezTo>
                    <a:cubicBezTo>
                      <a:pt x="257" y="357"/>
                      <a:pt x="282" y="451"/>
                      <a:pt x="328" y="451"/>
                    </a:cubicBezTo>
                    <a:cubicBezTo>
                      <a:pt x="374" y="451"/>
                      <a:pt x="400" y="357"/>
                      <a:pt x="441" y="357"/>
                    </a:cubicBezTo>
                    <a:cubicBezTo>
                      <a:pt x="483" y="357"/>
                      <a:pt x="556" y="430"/>
                      <a:pt x="569" y="578"/>
                    </a:cubicBezTo>
                    <a:cubicBezTo>
                      <a:pt x="569" y="578"/>
                      <a:pt x="569" y="578"/>
                      <a:pt x="587" y="801"/>
                    </a:cubicBezTo>
                    <a:cubicBezTo>
                      <a:pt x="589" y="821"/>
                      <a:pt x="575" y="838"/>
                      <a:pt x="555" y="84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5400"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2400"/>
              </a:p>
            </p:txBody>
          </p:sp>
          <p:sp>
            <p:nvSpPr>
              <p:cNvPr id="134" name="Textfeld 133"/>
              <p:cNvSpPr txBox="1"/>
              <p:nvPr/>
            </p:nvSpPr>
            <p:spPr bwMode="gray">
              <a:xfrm>
                <a:off x="8942743" y="225154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dirty="0" smtClean="0"/>
                  <a:t>35%</a:t>
                </a:r>
                <a:endParaRPr lang="de-DE" dirty="0"/>
              </a:p>
            </p:txBody>
          </p:sp>
          <p:sp>
            <p:nvSpPr>
              <p:cNvPr id="135" name="Textfeld 134"/>
              <p:cNvSpPr txBox="1"/>
              <p:nvPr/>
            </p:nvSpPr>
            <p:spPr bwMode="gray">
              <a:xfrm>
                <a:off x="10917906" y="225154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dirty="0" smtClean="0"/>
                  <a:t>51%</a:t>
                </a:r>
                <a:endParaRPr lang="de-DE" dirty="0"/>
              </a:p>
            </p:txBody>
          </p:sp>
        </p:grpSp>
        <p:sp>
          <p:nvSpPr>
            <p:cNvPr id="137" name="Freeform 36"/>
            <p:cNvSpPr>
              <a:spLocks noEditPoints="1"/>
            </p:cNvSpPr>
            <p:nvPr/>
          </p:nvSpPr>
          <p:spPr bwMode="auto">
            <a:xfrm>
              <a:off x="4718535" y="1340965"/>
              <a:ext cx="854977" cy="854483"/>
            </a:xfrm>
            <a:custGeom>
              <a:avLst/>
              <a:gdLst>
                <a:gd name="T0" fmla="*/ 641 w 733"/>
                <a:gd name="T1" fmla="*/ 231 h 733"/>
                <a:gd name="T2" fmla="*/ 635 w 733"/>
                <a:gd name="T3" fmla="*/ 225 h 733"/>
                <a:gd name="T4" fmla="*/ 206 w 733"/>
                <a:gd name="T5" fmla="*/ 127 h 733"/>
                <a:gd name="T6" fmla="*/ 197 w 733"/>
                <a:gd name="T7" fmla="*/ 420 h 733"/>
                <a:gd name="T8" fmla="*/ 382 w 733"/>
                <a:gd name="T9" fmla="*/ 236 h 733"/>
                <a:gd name="T10" fmla="*/ 450 w 733"/>
                <a:gd name="T11" fmla="*/ 333 h 733"/>
                <a:gd name="T12" fmla="*/ 462 w 733"/>
                <a:gd name="T13" fmla="*/ 436 h 733"/>
                <a:gd name="T14" fmla="*/ 310 w 733"/>
                <a:gd name="T15" fmla="*/ 498 h 733"/>
                <a:gd name="T16" fmla="*/ 366 w 733"/>
                <a:gd name="T17" fmla="*/ 0 h 733"/>
                <a:gd name="T18" fmla="*/ 633 w 733"/>
                <a:gd name="T19" fmla="*/ 340 h 733"/>
                <a:gd name="T20" fmla="*/ 685 w 733"/>
                <a:gd name="T21" fmla="*/ 282 h 733"/>
                <a:gd name="T22" fmla="*/ 656 w 733"/>
                <a:gd name="T23" fmla="*/ 247 h 733"/>
                <a:gd name="T24" fmla="*/ 630 w 733"/>
                <a:gd name="T25" fmla="*/ 256 h 733"/>
                <a:gd name="T26" fmla="*/ 620 w 733"/>
                <a:gd name="T27" fmla="*/ 223 h 733"/>
                <a:gd name="T28" fmla="*/ 572 w 733"/>
                <a:gd name="T29" fmla="*/ 197 h 733"/>
                <a:gd name="T30" fmla="*/ 616 w 733"/>
                <a:gd name="T31" fmla="*/ 152 h 733"/>
                <a:gd name="T32" fmla="*/ 512 w 733"/>
                <a:gd name="T33" fmla="*/ 125 h 733"/>
                <a:gd name="T34" fmla="*/ 549 w 733"/>
                <a:gd name="T35" fmla="*/ 138 h 733"/>
                <a:gd name="T36" fmla="*/ 496 w 733"/>
                <a:gd name="T37" fmla="*/ 132 h 733"/>
                <a:gd name="T38" fmla="*/ 463 w 733"/>
                <a:gd name="T39" fmla="*/ 52 h 733"/>
                <a:gd name="T40" fmla="*/ 459 w 733"/>
                <a:gd name="T41" fmla="*/ 65 h 733"/>
                <a:gd name="T42" fmla="*/ 462 w 733"/>
                <a:gd name="T43" fmla="*/ 101 h 733"/>
                <a:gd name="T44" fmla="*/ 460 w 733"/>
                <a:gd name="T45" fmla="*/ 116 h 733"/>
                <a:gd name="T46" fmla="*/ 328 w 733"/>
                <a:gd name="T47" fmla="*/ 65 h 733"/>
                <a:gd name="T48" fmla="*/ 339 w 733"/>
                <a:gd name="T49" fmla="*/ 77 h 733"/>
                <a:gd name="T50" fmla="*/ 233 w 733"/>
                <a:gd name="T51" fmla="*/ 75 h 733"/>
                <a:gd name="T52" fmla="*/ 263 w 733"/>
                <a:gd name="T53" fmla="*/ 71 h 733"/>
                <a:gd name="T54" fmla="*/ 277 w 733"/>
                <a:gd name="T55" fmla="*/ 100 h 733"/>
                <a:gd name="T56" fmla="*/ 259 w 733"/>
                <a:gd name="T57" fmla="*/ 122 h 733"/>
                <a:gd name="T58" fmla="*/ 226 w 733"/>
                <a:gd name="T59" fmla="*/ 142 h 733"/>
                <a:gd name="T60" fmla="*/ 187 w 733"/>
                <a:gd name="T61" fmla="*/ 93 h 733"/>
                <a:gd name="T62" fmla="*/ 161 w 733"/>
                <a:gd name="T63" fmla="*/ 157 h 733"/>
                <a:gd name="T64" fmla="*/ 147 w 733"/>
                <a:gd name="T65" fmla="*/ 217 h 733"/>
                <a:gd name="T66" fmla="*/ 69 w 733"/>
                <a:gd name="T67" fmla="*/ 227 h 733"/>
                <a:gd name="T68" fmla="*/ 53 w 733"/>
                <a:gd name="T69" fmla="*/ 271 h 733"/>
                <a:gd name="T70" fmla="*/ 79 w 733"/>
                <a:gd name="T71" fmla="*/ 318 h 733"/>
                <a:gd name="T72" fmla="*/ 38 w 733"/>
                <a:gd name="T73" fmla="*/ 365 h 733"/>
                <a:gd name="T74" fmla="*/ 101 w 733"/>
                <a:gd name="T75" fmla="*/ 383 h 733"/>
                <a:gd name="T76" fmla="*/ 46 w 733"/>
                <a:gd name="T77" fmla="*/ 435 h 733"/>
                <a:gd name="T78" fmla="*/ 118 w 733"/>
                <a:gd name="T79" fmla="*/ 467 h 733"/>
                <a:gd name="T80" fmla="*/ 151 w 733"/>
                <a:gd name="T81" fmla="*/ 615 h 733"/>
                <a:gd name="T82" fmla="*/ 159 w 733"/>
                <a:gd name="T83" fmla="*/ 532 h 733"/>
                <a:gd name="T84" fmla="*/ 197 w 733"/>
                <a:gd name="T85" fmla="*/ 573 h 733"/>
                <a:gd name="T86" fmla="*/ 366 w 733"/>
                <a:gd name="T87" fmla="*/ 604 h 733"/>
                <a:gd name="T88" fmla="*/ 559 w 733"/>
                <a:gd name="T89" fmla="*/ 588 h 733"/>
                <a:gd name="T90" fmla="*/ 620 w 733"/>
                <a:gd name="T91" fmla="*/ 578 h 733"/>
                <a:gd name="T92" fmla="*/ 617 w 733"/>
                <a:gd name="T93" fmla="*/ 543 h 733"/>
                <a:gd name="T94" fmla="*/ 609 w 733"/>
                <a:gd name="T95" fmla="*/ 480 h 733"/>
                <a:gd name="T96" fmla="*/ 618 w 733"/>
                <a:gd name="T97" fmla="*/ 453 h 733"/>
                <a:gd name="T98" fmla="*/ 695 w 733"/>
                <a:gd name="T99" fmla="*/ 391 h 733"/>
                <a:gd name="T100" fmla="*/ 634 w 733"/>
                <a:gd name="T101" fmla="*/ 347 h 733"/>
                <a:gd name="T102" fmla="*/ 109 w 733"/>
                <a:gd name="T103" fmla="*/ 481 h 733"/>
                <a:gd name="T104" fmla="*/ 117 w 733"/>
                <a:gd name="T105" fmla="*/ 499 h 733"/>
                <a:gd name="T106" fmla="*/ 131 w 733"/>
                <a:gd name="T107" fmla="*/ 177 h 733"/>
                <a:gd name="T108" fmla="*/ 157 w 733"/>
                <a:gd name="T109" fmla="*/ 174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3" h="733">
                  <a:moveTo>
                    <a:pt x="596" y="155"/>
                  </a:moveTo>
                  <a:cubicBezTo>
                    <a:pt x="575" y="165"/>
                    <a:pt x="575" y="165"/>
                    <a:pt x="575" y="165"/>
                  </a:cubicBezTo>
                  <a:cubicBezTo>
                    <a:pt x="584" y="175"/>
                    <a:pt x="584" y="175"/>
                    <a:pt x="584" y="175"/>
                  </a:cubicBezTo>
                  <a:lnTo>
                    <a:pt x="596" y="155"/>
                  </a:lnTo>
                  <a:close/>
                  <a:moveTo>
                    <a:pt x="638" y="229"/>
                  </a:moveTo>
                  <a:cubicBezTo>
                    <a:pt x="639" y="230"/>
                    <a:pt x="640" y="231"/>
                    <a:pt x="641" y="231"/>
                  </a:cubicBezTo>
                  <a:cubicBezTo>
                    <a:pt x="643" y="231"/>
                    <a:pt x="644" y="231"/>
                    <a:pt x="645" y="230"/>
                  </a:cubicBezTo>
                  <a:cubicBezTo>
                    <a:pt x="647" y="229"/>
                    <a:pt x="648" y="228"/>
                    <a:pt x="648" y="226"/>
                  </a:cubicBezTo>
                  <a:cubicBezTo>
                    <a:pt x="649" y="225"/>
                    <a:pt x="648" y="222"/>
                    <a:pt x="646" y="219"/>
                  </a:cubicBezTo>
                  <a:cubicBezTo>
                    <a:pt x="642" y="212"/>
                    <a:pt x="642" y="212"/>
                    <a:pt x="642" y="212"/>
                  </a:cubicBezTo>
                  <a:cubicBezTo>
                    <a:pt x="631" y="218"/>
                    <a:pt x="631" y="218"/>
                    <a:pt x="631" y="218"/>
                  </a:cubicBezTo>
                  <a:cubicBezTo>
                    <a:pt x="635" y="225"/>
                    <a:pt x="635" y="225"/>
                    <a:pt x="635" y="225"/>
                  </a:cubicBezTo>
                  <a:cubicBezTo>
                    <a:pt x="635" y="226"/>
                    <a:pt x="636" y="227"/>
                    <a:pt x="638" y="229"/>
                  </a:cubicBezTo>
                  <a:close/>
                  <a:moveTo>
                    <a:pt x="671" y="296"/>
                  </a:moveTo>
                  <a:cubicBezTo>
                    <a:pt x="647" y="294"/>
                    <a:pt x="647" y="294"/>
                    <a:pt x="647" y="294"/>
                  </a:cubicBezTo>
                  <a:cubicBezTo>
                    <a:pt x="651" y="308"/>
                    <a:pt x="651" y="308"/>
                    <a:pt x="651" y="308"/>
                  </a:cubicBezTo>
                  <a:lnTo>
                    <a:pt x="671" y="296"/>
                  </a:lnTo>
                  <a:close/>
                  <a:moveTo>
                    <a:pt x="206" y="127"/>
                  </a:moveTo>
                  <a:cubicBezTo>
                    <a:pt x="187" y="112"/>
                    <a:pt x="187" y="112"/>
                    <a:pt x="187" y="112"/>
                  </a:cubicBezTo>
                  <a:cubicBezTo>
                    <a:pt x="195" y="135"/>
                    <a:pt x="195" y="135"/>
                    <a:pt x="195" y="135"/>
                  </a:cubicBezTo>
                  <a:lnTo>
                    <a:pt x="206" y="127"/>
                  </a:lnTo>
                  <a:close/>
                  <a:moveTo>
                    <a:pt x="366" y="188"/>
                  </a:moveTo>
                  <a:cubicBezTo>
                    <a:pt x="268" y="188"/>
                    <a:pt x="188" y="268"/>
                    <a:pt x="188" y="366"/>
                  </a:cubicBezTo>
                  <a:cubicBezTo>
                    <a:pt x="188" y="385"/>
                    <a:pt x="191" y="403"/>
                    <a:pt x="197" y="420"/>
                  </a:cubicBezTo>
                  <a:cubicBezTo>
                    <a:pt x="274" y="395"/>
                    <a:pt x="274" y="395"/>
                    <a:pt x="274" y="395"/>
                  </a:cubicBezTo>
                  <a:cubicBezTo>
                    <a:pt x="276" y="399"/>
                    <a:pt x="276" y="399"/>
                    <a:pt x="276" y="399"/>
                  </a:cubicBezTo>
                  <a:cubicBezTo>
                    <a:pt x="279" y="397"/>
                    <a:pt x="283" y="395"/>
                    <a:pt x="287" y="393"/>
                  </a:cubicBezTo>
                  <a:cubicBezTo>
                    <a:pt x="314" y="377"/>
                    <a:pt x="323" y="352"/>
                    <a:pt x="336" y="325"/>
                  </a:cubicBezTo>
                  <a:cubicBezTo>
                    <a:pt x="348" y="303"/>
                    <a:pt x="368" y="283"/>
                    <a:pt x="376" y="260"/>
                  </a:cubicBezTo>
                  <a:cubicBezTo>
                    <a:pt x="379" y="252"/>
                    <a:pt x="381" y="244"/>
                    <a:pt x="382" y="236"/>
                  </a:cubicBezTo>
                  <a:cubicBezTo>
                    <a:pt x="382" y="232"/>
                    <a:pt x="381" y="225"/>
                    <a:pt x="383" y="221"/>
                  </a:cubicBezTo>
                  <a:cubicBezTo>
                    <a:pt x="391" y="210"/>
                    <a:pt x="401" y="220"/>
                    <a:pt x="406" y="227"/>
                  </a:cubicBezTo>
                  <a:cubicBezTo>
                    <a:pt x="422" y="252"/>
                    <a:pt x="407" y="279"/>
                    <a:pt x="397" y="303"/>
                  </a:cubicBezTo>
                  <a:cubicBezTo>
                    <a:pt x="393" y="314"/>
                    <a:pt x="387" y="321"/>
                    <a:pt x="401" y="325"/>
                  </a:cubicBezTo>
                  <a:cubicBezTo>
                    <a:pt x="401" y="325"/>
                    <a:pt x="420" y="330"/>
                    <a:pt x="421" y="330"/>
                  </a:cubicBezTo>
                  <a:cubicBezTo>
                    <a:pt x="430" y="332"/>
                    <a:pt x="440" y="328"/>
                    <a:pt x="450" y="333"/>
                  </a:cubicBezTo>
                  <a:cubicBezTo>
                    <a:pt x="457" y="336"/>
                    <a:pt x="463" y="341"/>
                    <a:pt x="466" y="348"/>
                  </a:cubicBezTo>
                  <a:cubicBezTo>
                    <a:pt x="469" y="354"/>
                    <a:pt x="467" y="360"/>
                    <a:pt x="466" y="366"/>
                  </a:cubicBezTo>
                  <a:cubicBezTo>
                    <a:pt x="466" y="376"/>
                    <a:pt x="474" y="382"/>
                    <a:pt x="473" y="392"/>
                  </a:cubicBezTo>
                  <a:cubicBezTo>
                    <a:pt x="472" y="398"/>
                    <a:pt x="467" y="402"/>
                    <a:pt x="467" y="408"/>
                  </a:cubicBezTo>
                  <a:cubicBezTo>
                    <a:pt x="466" y="414"/>
                    <a:pt x="470" y="421"/>
                    <a:pt x="468" y="427"/>
                  </a:cubicBezTo>
                  <a:cubicBezTo>
                    <a:pt x="467" y="431"/>
                    <a:pt x="466" y="434"/>
                    <a:pt x="462" y="436"/>
                  </a:cubicBezTo>
                  <a:cubicBezTo>
                    <a:pt x="457" y="440"/>
                    <a:pt x="457" y="441"/>
                    <a:pt x="457" y="447"/>
                  </a:cubicBezTo>
                  <a:cubicBezTo>
                    <a:pt x="456" y="464"/>
                    <a:pt x="435" y="469"/>
                    <a:pt x="419" y="471"/>
                  </a:cubicBezTo>
                  <a:cubicBezTo>
                    <a:pt x="396" y="473"/>
                    <a:pt x="375" y="472"/>
                    <a:pt x="351" y="475"/>
                  </a:cubicBezTo>
                  <a:cubicBezTo>
                    <a:pt x="350" y="475"/>
                    <a:pt x="350" y="475"/>
                    <a:pt x="350" y="475"/>
                  </a:cubicBezTo>
                  <a:cubicBezTo>
                    <a:pt x="350" y="475"/>
                    <a:pt x="350" y="475"/>
                    <a:pt x="349" y="475"/>
                  </a:cubicBezTo>
                  <a:cubicBezTo>
                    <a:pt x="336" y="482"/>
                    <a:pt x="323" y="490"/>
                    <a:pt x="310" y="498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289" y="527"/>
                    <a:pt x="289" y="527"/>
                    <a:pt x="289" y="527"/>
                  </a:cubicBezTo>
                  <a:cubicBezTo>
                    <a:pt x="313" y="538"/>
                    <a:pt x="339" y="544"/>
                    <a:pt x="366" y="544"/>
                  </a:cubicBezTo>
                  <a:cubicBezTo>
                    <a:pt x="465" y="544"/>
                    <a:pt x="544" y="465"/>
                    <a:pt x="544" y="366"/>
                  </a:cubicBezTo>
                  <a:cubicBezTo>
                    <a:pt x="544" y="268"/>
                    <a:pt x="465" y="188"/>
                    <a:pt x="366" y="188"/>
                  </a:cubicBezTo>
                  <a:close/>
                  <a:moveTo>
                    <a:pt x="366" y="0"/>
                  </a:moveTo>
                  <a:cubicBezTo>
                    <a:pt x="164" y="0"/>
                    <a:pt x="0" y="164"/>
                    <a:pt x="0" y="366"/>
                  </a:cubicBezTo>
                  <a:cubicBezTo>
                    <a:pt x="0" y="569"/>
                    <a:pt x="164" y="733"/>
                    <a:pt x="366" y="733"/>
                  </a:cubicBezTo>
                  <a:cubicBezTo>
                    <a:pt x="569" y="733"/>
                    <a:pt x="733" y="569"/>
                    <a:pt x="733" y="366"/>
                  </a:cubicBezTo>
                  <a:cubicBezTo>
                    <a:pt x="733" y="164"/>
                    <a:pt x="569" y="0"/>
                    <a:pt x="366" y="0"/>
                  </a:cubicBezTo>
                  <a:close/>
                  <a:moveTo>
                    <a:pt x="689" y="302"/>
                  </a:moveTo>
                  <a:cubicBezTo>
                    <a:pt x="633" y="340"/>
                    <a:pt x="633" y="340"/>
                    <a:pt x="633" y="340"/>
                  </a:cubicBezTo>
                  <a:cubicBezTo>
                    <a:pt x="629" y="320"/>
                    <a:pt x="629" y="320"/>
                    <a:pt x="629" y="320"/>
                  </a:cubicBezTo>
                  <a:cubicBezTo>
                    <a:pt x="638" y="315"/>
                    <a:pt x="638" y="315"/>
                    <a:pt x="638" y="315"/>
                  </a:cubicBezTo>
                  <a:cubicBezTo>
                    <a:pt x="633" y="293"/>
                    <a:pt x="633" y="293"/>
                    <a:pt x="633" y="293"/>
                  </a:cubicBezTo>
                  <a:cubicBezTo>
                    <a:pt x="622" y="292"/>
                    <a:pt x="622" y="292"/>
                    <a:pt x="622" y="292"/>
                  </a:cubicBezTo>
                  <a:cubicBezTo>
                    <a:pt x="618" y="273"/>
                    <a:pt x="618" y="273"/>
                    <a:pt x="618" y="273"/>
                  </a:cubicBezTo>
                  <a:cubicBezTo>
                    <a:pt x="685" y="282"/>
                    <a:pt x="685" y="282"/>
                    <a:pt x="685" y="282"/>
                  </a:cubicBezTo>
                  <a:lnTo>
                    <a:pt x="689" y="302"/>
                  </a:lnTo>
                  <a:close/>
                  <a:moveTo>
                    <a:pt x="644" y="188"/>
                  </a:moveTo>
                  <a:cubicBezTo>
                    <a:pt x="660" y="217"/>
                    <a:pt x="660" y="217"/>
                    <a:pt x="660" y="217"/>
                  </a:cubicBezTo>
                  <a:cubicBezTo>
                    <a:pt x="662" y="222"/>
                    <a:pt x="664" y="227"/>
                    <a:pt x="665" y="230"/>
                  </a:cubicBezTo>
                  <a:cubicBezTo>
                    <a:pt x="665" y="233"/>
                    <a:pt x="665" y="236"/>
                    <a:pt x="663" y="240"/>
                  </a:cubicBezTo>
                  <a:cubicBezTo>
                    <a:pt x="662" y="243"/>
                    <a:pt x="659" y="245"/>
                    <a:pt x="656" y="247"/>
                  </a:cubicBezTo>
                  <a:cubicBezTo>
                    <a:pt x="653" y="249"/>
                    <a:pt x="650" y="249"/>
                    <a:pt x="647" y="249"/>
                  </a:cubicBezTo>
                  <a:cubicBezTo>
                    <a:pt x="644" y="249"/>
                    <a:pt x="641" y="248"/>
                    <a:pt x="638" y="247"/>
                  </a:cubicBezTo>
                  <a:cubicBezTo>
                    <a:pt x="637" y="246"/>
                    <a:pt x="635" y="244"/>
                    <a:pt x="633" y="242"/>
                  </a:cubicBezTo>
                  <a:cubicBezTo>
                    <a:pt x="633" y="244"/>
                    <a:pt x="633" y="246"/>
                    <a:pt x="633" y="247"/>
                  </a:cubicBezTo>
                  <a:cubicBezTo>
                    <a:pt x="633" y="248"/>
                    <a:pt x="633" y="250"/>
                    <a:pt x="632" y="252"/>
                  </a:cubicBezTo>
                  <a:cubicBezTo>
                    <a:pt x="631" y="254"/>
                    <a:pt x="630" y="255"/>
                    <a:pt x="630" y="256"/>
                  </a:cubicBezTo>
                  <a:cubicBezTo>
                    <a:pt x="618" y="273"/>
                    <a:pt x="618" y="273"/>
                    <a:pt x="618" y="273"/>
                  </a:cubicBezTo>
                  <a:cubicBezTo>
                    <a:pt x="607" y="253"/>
                    <a:pt x="607" y="253"/>
                    <a:pt x="607" y="253"/>
                  </a:cubicBezTo>
                  <a:cubicBezTo>
                    <a:pt x="620" y="235"/>
                    <a:pt x="620" y="235"/>
                    <a:pt x="620" y="235"/>
                  </a:cubicBezTo>
                  <a:cubicBezTo>
                    <a:pt x="621" y="233"/>
                    <a:pt x="622" y="231"/>
                    <a:pt x="622" y="230"/>
                  </a:cubicBezTo>
                  <a:cubicBezTo>
                    <a:pt x="622" y="228"/>
                    <a:pt x="622" y="226"/>
                    <a:pt x="621" y="225"/>
                  </a:cubicBezTo>
                  <a:cubicBezTo>
                    <a:pt x="620" y="223"/>
                    <a:pt x="620" y="223"/>
                    <a:pt x="620" y="223"/>
                  </a:cubicBezTo>
                  <a:cubicBezTo>
                    <a:pt x="598" y="235"/>
                    <a:pt x="598" y="235"/>
                    <a:pt x="598" y="235"/>
                  </a:cubicBezTo>
                  <a:cubicBezTo>
                    <a:pt x="589" y="218"/>
                    <a:pt x="589" y="218"/>
                    <a:pt x="589" y="218"/>
                  </a:cubicBezTo>
                  <a:lnTo>
                    <a:pt x="644" y="188"/>
                  </a:lnTo>
                  <a:close/>
                  <a:moveTo>
                    <a:pt x="616" y="152"/>
                  </a:moveTo>
                  <a:cubicBezTo>
                    <a:pt x="586" y="212"/>
                    <a:pt x="586" y="212"/>
                    <a:pt x="586" y="212"/>
                  </a:cubicBezTo>
                  <a:cubicBezTo>
                    <a:pt x="572" y="197"/>
                    <a:pt x="572" y="197"/>
                    <a:pt x="572" y="197"/>
                  </a:cubicBezTo>
                  <a:cubicBezTo>
                    <a:pt x="577" y="188"/>
                    <a:pt x="577" y="188"/>
                    <a:pt x="577" y="188"/>
                  </a:cubicBezTo>
                  <a:cubicBezTo>
                    <a:pt x="562" y="171"/>
                    <a:pt x="562" y="171"/>
                    <a:pt x="562" y="171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39" y="162"/>
                    <a:pt x="539" y="162"/>
                    <a:pt x="539" y="162"/>
                  </a:cubicBezTo>
                  <a:cubicBezTo>
                    <a:pt x="601" y="136"/>
                    <a:pt x="601" y="136"/>
                    <a:pt x="601" y="136"/>
                  </a:cubicBezTo>
                  <a:lnTo>
                    <a:pt x="616" y="152"/>
                  </a:lnTo>
                  <a:close/>
                  <a:moveTo>
                    <a:pt x="494" y="116"/>
                  </a:moveTo>
                  <a:cubicBezTo>
                    <a:pt x="495" y="112"/>
                    <a:pt x="497" y="108"/>
                    <a:pt x="498" y="106"/>
                  </a:cubicBezTo>
                  <a:cubicBezTo>
                    <a:pt x="519" y="74"/>
                    <a:pt x="519" y="74"/>
                    <a:pt x="519" y="74"/>
                  </a:cubicBezTo>
                  <a:cubicBezTo>
                    <a:pt x="535" y="84"/>
                    <a:pt x="535" y="84"/>
                    <a:pt x="535" y="84"/>
                  </a:cubicBezTo>
                  <a:cubicBezTo>
                    <a:pt x="514" y="117"/>
                    <a:pt x="514" y="117"/>
                    <a:pt x="514" y="117"/>
                  </a:cubicBezTo>
                  <a:cubicBezTo>
                    <a:pt x="512" y="120"/>
                    <a:pt x="512" y="122"/>
                    <a:pt x="512" y="125"/>
                  </a:cubicBezTo>
                  <a:cubicBezTo>
                    <a:pt x="513" y="128"/>
                    <a:pt x="515" y="130"/>
                    <a:pt x="517" y="132"/>
                  </a:cubicBezTo>
                  <a:cubicBezTo>
                    <a:pt x="520" y="134"/>
                    <a:pt x="523" y="134"/>
                    <a:pt x="526" y="134"/>
                  </a:cubicBezTo>
                  <a:cubicBezTo>
                    <a:pt x="528" y="133"/>
                    <a:pt x="531" y="131"/>
                    <a:pt x="532" y="128"/>
                  </a:cubicBezTo>
                  <a:cubicBezTo>
                    <a:pt x="553" y="96"/>
                    <a:pt x="553" y="96"/>
                    <a:pt x="553" y="96"/>
                  </a:cubicBezTo>
                  <a:cubicBezTo>
                    <a:pt x="569" y="106"/>
                    <a:pt x="569" y="106"/>
                    <a:pt x="569" y="106"/>
                  </a:cubicBezTo>
                  <a:cubicBezTo>
                    <a:pt x="549" y="138"/>
                    <a:pt x="549" y="138"/>
                    <a:pt x="549" y="138"/>
                  </a:cubicBezTo>
                  <a:cubicBezTo>
                    <a:pt x="547" y="141"/>
                    <a:pt x="545" y="144"/>
                    <a:pt x="542" y="146"/>
                  </a:cubicBezTo>
                  <a:cubicBezTo>
                    <a:pt x="539" y="148"/>
                    <a:pt x="536" y="150"/>
                    <a:pt x="533" y="150"/>
                  </a:cubicBezTo>
                  <a:cubicBezTo>
                    <a:pt x="529" y="151"/>
                    <a:pt x="526" y="151"/>
                    <a:pt x="523" y="151"/>
                  </a:cubicBezTo>
                  <a:cubicBezTo>
                    <a:pt x="520" y="150"/>
                    <a:pt x="515" y="148"/>
                    <a:pt x="511" y="145"/>
                  </a:cubicBezTo>
                  <a:cubicBezTo>
                    <a:pt x="508" y="143"/>
                    <a:pt x="506" y="141"/>
                    <a:pt x="503" y="139"/>
                  </a:cubicBezTo>
                  <a:cubicBezTo>
                    <a:pt x="500" y="137"/>
                    <a:pt x="498" y="134"/>
                    <a:pt x="496" y="132"/>
                  </a:cubicBezTo>
                  <a:cubicBezTo>
                    <a:pt x="495" y="130"/>
                    <a:pt x="494" y="127"/>
                    <a:pt x="494" y="124"/>
                  </a:cubicBezTo>
                  <a:cubicBezTo>
                    <a:pt x="493" y="121"/>
                    <a:pt x="493" y="118"/>
                    <a:pt x="494" y="116"/>
                  </a:cubicBezTo>
                  <a:close/>
                  <a:moveTo>
                    <a:pt x="421" y="73"/>
                  </a:moveTo>
                  <a:cubicBezTo>
                    <a:pt x="423" y="67"/>
                    <a:pt x="426" y="61"/>
                    <a:pt x="431" y="57"/>
                  </a:cubicBezTo>
                  <a:cubicBezTo>
                    <a:pt x="435" y="53"/>
                    <a:pt x="440" y="51"/>
                    <a:pt x="446" y="50"/>
                  </a:cubicBezTo>
                  <a:cubicBezTo>
                    <a:pt x="451" y="49"/>
                    <a:pt x="456" y="50"/>
                    <a:pt x="463" y="52"/>
                  </a:cubicBezTo>
                  <a:cubicBezTo>
                    <a:pt x="470" y="54"/>
                    <a:pt x="475" y="56"/>
                    <a:pt x="478" y="58"/>
                  </a:cubicBezTo>
                  <a:cubicBezTo>
                    <a:pt x="481" y="60"/>
                    <a:pt x="483" y="63"/>
                    <a:pt x="484" y="66"/>
                  </a:cubicBezTo>
                  <a:cubicBezTo>
                    <a:pt x="486" y="69"/>
                    <a:pt x="486" y="73"/>
                    <a:pt x="486" y="77"/>
                  </a:cubicBezTo>
                  <a:cubicBezTo>
                    <a:pt x="467" y="75"/>
                    <a:pt x="467" y="75"/>
                    <a:pt x="467" y="75"/>
                  </a:cubicBezTo>
                  <a:cubicBezTo>
                    <a:pt x="467" y="73"/>
                    <a:pt x="467" y="71"/>
                    <a:pt x="465" y="69"/>
                  </a:cubicBezTo>
                  <a:cubicBezTo>
                    <a:pt x="464" y="67"/>
                    <a:pt x="462" y="66"/>
                    <a:pt x="459" y="65"/>
                  </a:cubicBezTo>
                  <a:cubicBezTo>
                    <a:pt x="455" y="64"/>
                    <a:pt x="451" y="64"/>
                    <a:pt x="448" y="66"/>
                  </a:cubicBezTo>
                  <a:cubicBezTo>
                    <a:pt x="445" y="68"/>
                    <a:pt x="442" y="73"/>
                    <a:pt x="440" y="79"/>
                  </a:cubicBezTo>
                  <a:cubicBezTo>
                    <a:pt x="438" y="85"/>
                    <a:pt x="438" y="90"/>
                    <a:pt x="440" y="94"/>
                  </a:cubicBezTo>
                  <a:cubicBezTo>
                    <a:pt x="441" y="97"/>
                    <a:pt x="444" y="100"/>
                    <a:pt x="449" y="101"/>
                  </a:cubicBezTo>
                  <a:cubicBezTo>
                    <a:pt x="451" y="102"/>
                    <a:pt x="453" y="102"/>
                    <a:pt x="455" y="102"/>
                  </a:cubicBezTo>
                  <a:cubicBezTo>
                    <a:pt x="457" y="102"/>
                    <a:pt x="459" y="102"/>
                    <a:pt x="462" y="101"/>
                  </a:cubicBezTo>
                  <a:cubicBezTo>
                    <a:pt x="464" y="95"/>
                    <a:pt x="464" y="95"/>
                    <a:pt x="464" y="95"/>
                  </a:cubicBezTo>
                  <a:cubicBezTo>
                    <a:pt x="452" y="91"/>
                    <a:pt x="452" y="91"/>
                    <a:pt x="452" y="91"/>
                  </a:cubicBezTo>
                  <a:cubicBezTo>
                    <a:pt x="455" y="79"/>
                    <a:pt x="455" y="79"/>
                    <a:pt x="455" y="79"/>
                  </a:cubicBezTo>
                  <a:cubicBezTo>
                    <a:pt x="484" y="87"/>
                    <a:pt x="484" y="87"/>
                    <a:pt x="484" y="87"/>
                  </a:cubicBezTo>
                  <a:cubicBezTo>
                    <a:pt x="476" y="113"/>
                    <a:pt x="476" y="113"/>
                    <a:pt x="476" y="113"/>
                  </a:cubicBezTo>
                  <a:cubicBezTo>
                    <a:pt x="470" y="115"/>
                    <a:pt x="464" y="116"/>
                    <a:pt x="460" y="116"/>
                  </a:cubicBezTo>
                  <a:cubicBezTo>
                    <a:pt x="455" y="117"/>
                    <a:pt x="450" y="116"/>
                    <a:pt x="444" y="114"/>
                  </a:cubicBezTo>
                  <a:cubicBezTo>
                    <a:pt x="437" y="112"/>
                    <a:pt x="431" y="109"/>
                    <a:pt x="427" y="105"/>
                  </a:cubicBezTo>
                  <a:cubicBezTo>
                    <a:pt x="424" y="101"/>
                    <a:pt x="421" y="97"/>
                    <a:pt x="420" y="91"/>
                  </a:cubicBezTo>
                  <a:cubicBezTo>
                    <a:pt x="419" y="85"/>
                    <a:pt x="420" y="80"/>
                    <a:pt x="421" y="73"/>
                  </a:cubicBezTo>
                  <a:close/>
                  <a:moveTo>
                    <a:pt x="325" y="41"/>
                  </a:moveTo>
                  <a:cubicBezTo>
                    <a:pt x="328" y="65"/>
                    <a:pt x="328" y="65"/>
                    <a:pt x="328" y="65"/>
                  </a:cubicBezTo>
                  <a:cubicBezTo>
                    <a:pt x="346" y="39"/>
                    <a:pt x="346" y="39"/>
                    <a:pt x="346" y="39"/>
                  </a:cubicBezTo>
                  <a:cubicBezTo>
                    <a:pt x="371" y="37"/>
                    <a:pt x="371" y="37"/>
                    <a:pt x="371" y="37"/>
                  </a:cubicBezTo>
                  <a:cubicBezTo>
                    <a:pt x="351" y="63"/>
                    <a:pt x="351" y="63"/>
                    <a:pt x="351" y="63"/>
                  </a:cubicBezTo>
                  <a:cubicBezTo>
                    <a:pt x="379" y="99"/>
                    <a:pt x="379" y="99"/>
                    <a:pt x="379" y="99"/>
                  </a:cubicBezTo>
                  <a:cubicBezTo>
                    <a:pt x="355" y="102"/>
                    <a:pt x="355" y="102"/>
                    <a:pt x="355" y="102"/>
                  </a:cubicBezTo>
                  <a:cubicBezTo>
                    <a:pt x="339" y="77"/>
                    <a:pt x="339" y="77"/>
                    <a:pt x="339" y="77"/>
                  </a:cubicBezTo>
                  <a:cubicBezTo>
                    <a:pt x="330" y="89"/>
                    <a:pt x="330" y="89"/>
                    <a:pt x="330" y="89"/>
                  </a:cubicBezTo>
                  <a:cubicBezTo>
                    <a:pt x="331" y="104"/>
                    <a:pt x="331" y="104"/>
                    <a:pt x="331" y="104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06" y="43"/>
                    <a:pt x="306" y="43"/>
                    <a:pt x="306" y="43"/>
                  </a:cubicBezTo>
                  <a:lnTo>
                    <a:pt x="325" y="41"/>
                  </a:lnTo>
                  <a:close/>
                  <a:moveTo>
                    <a:pt x="233" y="75"/>
                  </a:moveTo>
                  <a:cubicBezTo>
                    <a:pt x="236" y="68"/>
                    <a:pt x="243" y="62"/>
                    <a:pt x="252" y="59"/>
                  </a:cubicBezTo>
                  <a:cubicBezTo>
                    <a:pt x="260" y="56"/>
                    <a:pt x="266" y="55"/>
                    <a:pt x="271" y="56"/>
                  </a:cubicBezTo>
                  <a:cubicBezTo>
                    <a:pt x="277" y="58"/>
                    <a:pt x="282" y="61"/>
                    <a:pt x="286" y="67"/>
                  </a:cubicBezTo>
                  <a:cubicBezTo>
                    <a:pt x="271" y="76"/>
                    <a:pt x="271" y="76"/>
                    <a:pt x="271" y="76"/>
                  </a:cubicBezTo>
                  <a:cubicBezTo>
                    <a:pt x="270" y="75"/>
                    <a:pt x="269" y="74"/>
                    <a:pt x="268" y="73"/>
                  </a:cubicBezTo>
                  <a:cubicBezTo>
                    <a:pt x="267" y="72"/>
                    <a:pt x="265" y="71"/>
                    <a:pt x="263" y="71"/>
                  </a:cubicBezTo>
                  <a:cubicBezTo>
                    <a:pt x="261" y="71"/>
                    <a:pt x="260" y="71"/>
                    <a:pt x="258" y="72"/>
                  </a:cubicBezTo>
                  <a:cubicBezTo>
                    <a:pt x="254" y="74"/>
                    <a:pt x="251" y="76"/>
                    <a:pt x="250" y="81"/>
                  </a:cubicBezTo>
                  <a:cubicBezTo>
                    <a:pt x="249" y="84"/>
                    <a:pt x="250" y="88"/>
                    <a:pt x="252" y="93"/>
                  </a:cubicBezTo>
                  <a:cubicBezTo>
                    <a:pt x="255" y="100"/>
                    <a:pt x="257" y="104"/>
                    <a:pt x="260" y="105"/>
                  </a:cubicBezTo>
                  <a:cubicBezTo>
                    <a:pt x="263" y="107"/>
                    <a:pt x="266" y="107"/>
                    <a:pt x="270" y="106"/>
                  </a:cubicBezTo>
                  <a:cubicBezTo>
                    <a:pt x="273" y="105"/>
                    <a:pt x="276" y="103"/>
                    <a:pt x="277" y="100"/>
                  </a:cubicBezTo>
                  <a:cubicBezTo>
                    <a:pt x="278" y="97"/>
                    <a:pt x="278" y="94"/>
                    <a:pt x="277" y="90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6" y="94"/>
                    <a:pt x="295" y="98"/>
                    <a:pt x="294" y="102"/>
                  </a:cubicBezTo>
                  <a:cubicBezTo>
                    <a:pt x="293" y="106"/>
                    <a:pt x="291" y="109"/>
                    <a:pt x="288" y="112"/>
                  </a:cubicBezTo>
                  <a:cubicBezTo>
                    <a:pt x="285" y="115"/>
                    <a:pt x="281" y="117"/>
                    <a:pt x="276" y="119"/>
                  </a:cubicBezTo>
                  <a:cubicBezTo>
                    <a:pt x="270" y="122"/>
                    <a:pt x="264" y="123"/>
                    <a:pt x="259" y="122"/>
                  </a:cubicBezTo>
                  <a:cubicBezTo>
                    <a:pt x="255" y="122"/>
                    <a:pt x="250" y="120"/>
                    <a:pt x="245" y="116"/>
                  </a:cubicBezTo>
                  <a:cubicBezTo>
                    <a:pt x="240" y="113"/>
                    <a:pt x="237" y="107"/>
                    <a:pt x="234" y="100"/>
                  </a:cubicBezTo>
                  <a:cubicBezTo>
                    <a:pt x="230" y="90"/>
                    <a:pt x="230" y="82"/>
                    <a:pt x="233" y="75"/>
                  </a:cubicBezTo>
                  <a:close/>
                  <a:moveTo>
                    <a:pt x="187" y="93"/>
                  </a:moveTo>
                  <a:cubicBezTo>
                    <a:pt x="242" y="130"/>
                    <a:pt x="242" y="130"/>
                    <a:pt x="242" y="130"/>
                  </a:cubicBezTo>
                  <a:cubicBezTo>
                    <a:pt x="226" y="142"/>
                    <a:pt x="226" y="142"/>
                    <a:pt x="226" y="142"/>
                  </a:cubicBezTo>
                  <a:cubicBezTo>
                    <a:pt x="217" y="136"/>
                    <a:pt x="217" y="136"/>
                    <a:pt x="217" y="136"/>
                  </a:cubicBezTo>
                  <a:cubicBezTo>
                    <a:pt x="199" y="148"/>
                    <a:pt x="199" y="148"/>
                    <a:pt x="199" y="148"/>
                  </a:cubicBezTo>
                  <a:cubicBezTo>
                    <a:pt x="203" y="159"/>
                    <a:pt x="203" y="159"/>
                    <a:pt x="203" y="159"/>
                  </a:cubicBezTo>
                  <a:cubicBezTo>
                    <a:pt x="186" y="170"/>
                    <a:pt x="186" y="170"/>
                    <a:pt x="186" y="170"/>
                  </a:cubicBezTo>
                  <a:cubicBezTo>
                    <a:pt x="169" y="105"/>
                    <a:pt x="169" y="105"/>
                    <a:pt x="169" y="105"/>
                  </a:cubicBezTo>
                  <a:lnTo>
                    <a:pt x="187" y="93"/>
                  </a:lnTo>
                  <a:close/>
                  <a:moveTo>
                    <a:pt x="123" y="148"/>
                  </a:moveTo>
                  <a:cubicBezTo>
                    <a:pt x="127" y="144"/>
                    <a:pt x="131" y="141"/>
                    <a:pt x="135" y="141"/>
                  </a:cubicBezTo>
                  <a:cubicBezTo>
                    <a:pt x="140" y="140"/>
                    <a:pt x="143" y="141"/>
                    <a:pt x="147" y="144"/>
                  </a:cubicBezTo>
                  <a:cubicBezTo>
                    <a:pt x="150" y="146"/>
                    <a:pt x="151" y="149"/>
                    <a:pt x="152" y="153"/>
                  </a:cubicBezTo>
                  <a:cubicBezTo>
                    <a:pt x="152" y="155"/>
                    <a:pt x="152" y="158"/>
                    <a:pt x="151" y="161"/>
                  </a:cubicBezTo>
                  <a:cubicBezTo>
                    <a:pt x="154" y="158"/>
                    <a:pt x="158" y="157"/>
                    <a:pt x="161" y="157"/>
                  </a:cubicBezTo>
                  <a:cubicBezTo>
                    <a:pt x="165" y="157"/>
                    <a:pt x="168" y="158"/>
                    <a:pt x="171" y="161"/>
                  </a:cubicBezTo>
                  <a:cubicBezTo>
                    <a:pt x="174" y="163"/>
                    <a:pt x="175" y="165"/>
                    <a:pt x="176" y="168"/>
                  </a:cubicBezTo>
                  <a:cubicBezTo>
                    <a:pt x="177" y="171"/>
                    <a:pt x="178" y="174"/>
                    <a:pt x="177" y="177"/>
                  </a:cubicBezTo>
                  <a:cubicBezTo>
                    <a:pt x="177" y="179"/>
                    <a:pt x="176" y="181"/>
                    <a:pt x="174" y="184"/>
                  </a:cubicBezTo>
                  <a:cubicBezTo>
                    <a:pt x="172" y="188"/>
                    <a:pt x="170" y="190"/>
                    <a:pt x="169" y="191"/>
                  </a:cubicBezTo>
                  <a:cubicBezTo>
                    <a:pt x="147" y="217"/>
                    <a:pt x="147" y="217"/>
                    <a:pt x="147" y="217"/>
                  </a:cubicBezTo>
                  <a:cubicBezTo>
                    <a:pt x="99" y="176"/>
                    <a:pt x="99" y="176"/>
                    <a:pt x="99" y="176"/>
                  </a:cubicBezTo>
                  <a:lnTo>
                    <a:pt x="123" y="148"/>
                  </a:lnTo>
                  <a:close/>
                  <a:moveTo>
                    <a:pt x="53" y="271"/>
                  </a:moveTo>
                  <a:cubicBezTo>
                    <a:pt x="78" y="266"/>
                    <a:pt x="78" y="266"/>
                    <a:pt x="78" y="266"/>
                  </a:cubicBezTo>
                  <a:cubicBezTo>
                    <a:pt x="62" y="247"/>
                    <a:pt x="62" y="247"/>
                    <a:pt x="62" y="24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95" y="262"/>
                    <a:pt x="95" y="262"/>
                    <a:pt x="95" y="262"/>
                  </a:cubicBezTo>
                  <a:cubicBezTo>
                    <a:pt x="120" y="271"/>
                    <a:pt x="120" y="271"/>
                    <a:pt x="120" y="271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46" y="292"/>
                    <a:pt x="46" y="292"/>
                    <a:pt x="46" y="292"/>
                  </a:cubicBezTo>
                  <a:lnTo>
                    <a:pt x="53" y="271"/>
                  </a:lnTo>
                  <a:close/>
                  <a:moveTo>
                    <a:pt x="43" y="313"/>
                  </a:moveTo>
                  <a:cubicBezTo>
                    <a:pt x="56" y="314"/>
                    <a:pt x="56" y="314"/>
                    <a:pt x="56" y="314"/>
                  </a:cubicBezTo>
                  <a:cubicBezTo>
                    <a:pt x="53" y="346"/>
                    <a:pt x="53" y="346"/>
                    <a:pt x="53" y="346"/>
                  </a:cubicBezTo>
                  <a:cubicBezTo>
                    <a:pt x="63" y="347"/>
                    <a:pt x="63" y="347"/>
                    <a:pt x="63" y="347"/>
                  </a:cubicBezTo>
                  <a:cubicBezTo>
                    <a:pt x="66" y="317"/>
                    <a:pt x="66" y="317"/>
                    <a:pt x="66" y="317"/>
                  </a:cubicBezTo>
                  <a:cubicBezTo>
                    <a:pt x="79" y="318"/>
                    <a:pt x="79" y="318"/>
                    <a:pt x="79" y="318"/>
                  </a:cubicBezTo>
                  <a:cubicBezTo>
                    <a:pt x="76" y="348"/>
                    <a:pt x="76" y="348"/>
                    <a:pt x="76" y="348"/>
                  </a:cubicBezTo>
                  <a:cubicBezTo>
                    <a:pt x="89" y="349"/>
                    <a:pt x="89" y="349"/>
                    <a:pt x="89" y="349"/>
                  </a:cubicBezTo>
                  <a:cubicBezTo>
                    <a:pt x="91" y="316"/>
                    <a:pt x="91" y="316"/>
                    <a:pt x="91" y="316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1" y="370"/>
                    <a:pt x="101" y="370"/>
                    <a:pt x="101" y="370"/>
                  </a:cubicBezTo>
                  <a:cubicBezTo>
                    <a:pt x="38" y="365"/>
                    <a:pt x="38" y="365"/>
                    <a:pt x="38" y="365"/>
                  </a:cubicBezTo>
                  <a:lnTo>
                    <a:pt x="43" y="313"/>
                  </a:lnTo>
                  <a:close/>
                  <a:moveTo>
                    <a:pt x="46" y="435"/>
                  </a:moveTo>
                  <a:cubicBezTo>
                    <a:pt x="77" y="406"/>
                    <a:pt x="77" y="406"/>
                    <a:pt x="77" y="406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39" y="394"/>
                    <a:pt x="39" y="394"/>
                    <a:pt x="39" y="394"/>
                  </a:cubicBezTo>
                  <a:cubicBezTo>
                    <a:pt x="101" y="383"/>
                    <a:pt x="101" y="383"/>
                    <a:pt x="101" y="383"/>
                  </a:cubicBezTo>
                  <a:cubicBezTo>
                    <a:pt x="104" y="401"/>
                    <a:pt x="104" y="401"/>
                    <a:pt x="104" y="401"/>
                  </a:cubicBezTo>
                  <a:cubicBezTo>
                    <a:pt x="74" y="430"/>
                    <a:pt x="74" y="430"/>
                    <a:pt x="74" y="430"/>
                  </a:cubicBezTo>
                  <a:cubicBezTo>
                    <a:pt x="108" y="424"/>
                    <a:pt x="108" y="424"/>
                    <a:pt x="108" y="424"/>
                  </a:cubicBezTo>
                  <a:cubicBezTo>
                    <a:pt x="112" y="442"/>
                    <a:pt x="112" y="442"/>
                    <a:pt x="112" y="442"/>
                  </a:cubicBezTo>
                  <a:cubicBezTo>
                    <a:pt x="50" y="453"/>
                    <a:pt x="50" y="453"/>
                    <a:pt x="50" y="453"/>
                  </a:cubicBezTo>
                  <a:lnTo>
                    <a:pt x="46" y="435"/>
                  </a:lnTo>
                  <a:close/>
                  <a:moveTo>
                    <a:pt x="89" y="528"/>
                  </a:moveTo>
                  <a:cubicBezTo>
                    <a:pt x="82" y="525"/>
                    <a:pt x="76" y="520"/>
                    <a:pt x="71" y="510"/>
                  </a:cubicBezTo>
                  <a:cubicBezTo>
                    <a:pt x="67" y="501"/>
                    <a:pt x="66" y="492"/>
                    <a:pt x="68" y="485"/>
                  </a:cubicBezTo>
                  <a:cubicBezTo>
                    <a:pt x="71" y="477"/>
                    <a:pt x="77" y="471"/>
                    <a:pt x="86" y="467"/>
                  </a:cubicBezTo>
                  <a:cubicBezTo>
                    <a:pt x="93" y="464"/>
                    <a:pt x="98" y="462"/>
                    <a:pt x="104" y="462"/>
                  </a:cubicBezTo>
                  <a:cubicBezTo>
                    <a:pt x="109" y="463"/>
                    <a:pt x="114" y="464"/>
                    <a:pt x="118" y="467"/>
                  </a:cubicBezTo>
                  <a:cubicBezTo>
                    <a:pt x="123" y="470"/>
                    <a:pt x="127" y="475"/>
                    <a:pt x="130" y="481"/>
                  </a:cubicBezTo>
                  <a:cubicBezTo>
                    <a:pt x="133" y="488"/>
                    <a:pt x="134" y="493"/>
                    <a:pt x="134" y="499"/>
                  </a:cubicBezTo>
                  <a:cubicBezTo>
                    <a:pt x="134" y="504"/>
                    <a:pt x="133" y="509"/>
                    <a:pt x="129" y="514"/>
                  </a:cubicBezTo>
                  <a:cubicBezTo>
                    <a:pt x="126" y="518"/>
                    <a:pt x="121" y="522"/>
                    <a:pt x="115" y="525"/>
                  </a:cubicBezTo>
                  <a:cubicBezTo>
                    <a:pt x="105" y="530"/>
                    <a:pt x="97" y="531"/>
                    <a:pt x="89" y="528"/>
                  </a:cubicBezTo>
                  <a:close/>
                  <a:moveTo>
                    <a:pt x="151" y="615"/>
                  </a:moveTo>
                  <a:cubicBezTo>
                    <a:pt x="133" y="597"/>
                    <a:pt x="133" y="597"/>
                    <a:pt x="133" y="597"/>
                  </a:cubicBezTo>
                  <a:cubicBezTo>
                    <a:pt x="155" y="563"/>
                    <a:pt x="155" y="563"/>
                    <a:pt x="155" y="563"/>
                  </a:cubicBezTo>
                  <a:cubicBezTo>
                    <a:pt x="120" y="582"/>
                    <a:pt x="120" y="582"/>
                    <a:pt x="120" y="582"/>
                  </a:cubicBezTo>
                  <a:cubicBezTo>
                    <a:pt x="102" y="563"/>
                    <a:pt x="102" y="563"/>
                    <a:pt x="102" y="563"/>
                  </a:cubicBezTo>
                  <a:cubicBezTo>
                    <a:pt x="149" y="521"/>
                    <a:pt x="149" y="521"/>
                    <a:pt x="149" y="521"/>
                  </a:cubicBezTo>
                  <a:cubicBezTo>
                    <a:pt x="159" y="532"/>
                    <a:pt x="159" y="532"/>
                    <a:pt x="159" y="532"/>
                  </a:cubicBezTo>
                  <a:cubicBezTo>
                    <a:pt x="124" y="565"/>
                    <a:pt x="124" y="565"/>
                    <a:pt x="124" y="565"/>
                  </a:cubicBezTo>
                  <a:cubicBezTo>
                    <a:pt x="168" y="541"/>
                    <a:pt x="168" y="541"/>
                    <a:pt x="168" y="541"/>
                  </a:cubicBezTo>
                  <a:cubicBezTo>
                    <a:pt x="178" y="552"/>
                    <a:pt x="178" y="552"/>
                    <a:pt x="178" y="552"/>
                  </a:cubicBezTo>
                  <a:cubicBezTo>
                    <a:pt x="151" y="594"/>
                    <a:pt x="151" y="594"/>
                    <a:pt x="151" y="59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97" y="573"/>
                    <a:pt x="197" y="573"/>
                    <a:pt x="197" y="573"/>
                  </a:cubicBezTo>
                  <a:lnTo>
                    <a:pt x="151" y="615"/>
                  </a:lnTo>
                  <a:close/>
                  <a:moveTo>
                    <a:pt x="366" y="604"/>
                  </a:moveTo>
                  <a:cubicBezTo>
                    <a:pt x="235" y="604"/>
                    <a:pt x="129" y="497"/>
                    <a:pt x="129" y="366"/>
                  </a:cubicBezTo>
                  <a:cubicBezTo>
                    <a:pt x="129" y="236"/>
                    <a:pt x="235" y="129"/>
                    <a:pt x="366" y="129"/>
                  </a:cubicBezTo>
                  <a:cubicBezTo>
                    <a:pt x="497" y="129"/>
                    <a:pt x="604" y="236"/>
                    <a:pt x="604" y="366"/>
                  </a:cubicBezTo>
                  <a:cubicBezTo>
                    <a:pt x="604" y="497"/>
                    <a:pt x="497" y="604"/>
                    <a:pt x="366" y="604"/>
                  </a:cubicBezTo>
                  <a:close/>
                  <a:moveTo>
                    <a:pt x="583" y="616"/>
                  </a:moveTo>
                  <a:cubicBezTo>
                    <a:pt x="574" y="606"/>
                    <a:pt x="574" y="606"/>
                    <a:pt x="574" y="606"/>
                  </a:cubicBezTo>
                  <a:cubicBezTo>
                    <a:pt x="597" y="583"/>
                    <a:pt x="597" y="583"/>
                    <a:pt x="597" y="583"/>
                  </a:cubicBezTo>
                  <a:cubicBezTo>
                    <a:pt x="589" y="576"/>
                    <a:pt x="589" y="576"/>
                    <a:pt x="589" y="576"/>
                  </a:cubicBezTo>
                  <a:cubicBezTo>
                    <a:pt x="568" y="597"/>
                    <a:pt x="568" y="597"/>
                    <a:pt x="568" y="597"/>
                  </a:cubicBezTo>
                  <a:cubicBezTo>
                    <a:pt x="559" y="588"/>
                    <a:pt x="559" y="588"/>
                    <a:pt x="559" y="588"/>
                  </a:cubicBezTo>
                  <a:cubicBezTo>
                    <a:pt x="580" y="567"/>
                    <a:pt x="580" y="567"/>
                    <a:pt x="580" y="567"/>
                  </a:cubicBezTo>
                  <a:cubicBezTo>
                    <a:pt x="571" y="558"/>
                    <a:pt x="571" y="558"/>
                    <a:pt x="571" y="558"/>
                  </a:cubicBezTo>
                  <a:cubicBezTo>
                    <a:pt x="548" y="582"/>
                    <a:pt x="548" y="582"/>
                    <a:pt x="548" y="582"/>
                  </a:cubicBezTo>
                  <a:cubicBezTo>
                    <a:pt x="538" y="572"/>
                    <a:pt x="538" y="572"/>
                    <a:pt x="538" y="572"/>
                  </a:cubicBezTo>
                  <a:cubicBezTo>
                    <a:pt x="575" y="534"/>
                    <a:pt x="575" y="534"/>
                    <a:pt x="575" y="534"/>
                  </a:cubicBezTo>
                  <a:cubicBezTo>
                    <a:pt x="620" y="578"/>
                    <a:pt x="620" y="578"/>
                    <a:pt x="620" y="578"/>
                  </a:cubicBezTo>
                  <a:lnTo>
                    <a:pt x="583" y="616"/>
                  </a:lnTo>
                  <a:close/>
                  <a:moveTo>
                    <a:pt x="636" y="557"/>
                  </a:moveTo>
                  <a:cubicBezTo>
                    <a:pt x="625" y="550"/>
                    <a:pt x="625" y="550"/>
                    <a:pt x="625" y="550"/>
                  </a:cubicBezTo>
                  <a:cubicBezTo>
                    <a:pt x="641" y="522"/>
                    <a:pt x="641" y="522"/>
                    <a:pt x="641" y="522"/>
                  </a:cubicBezTo>
                  <a:cubicBezTo>
                    <a:pt x="633" y="517"/>
                    <a:pt x="633" y="517"/>
                    <a:pt x="633" y="517"/>
                  </a:cubicBezTo>
                  <a:cubicBezTo>
                    <a:pt x="617" y="543"/>
                    <a:pt x="617" y="543"/>
                    <a:pt x="617" y="543"/>
                  </a:cubicBezTo>
                  <a:cubicBezTo>
                    <a:pt x="606" y="537"/>
                    <a:pt x="606" y="537"/>
                    <a:pt x="606" y="537"/>
                  </a:cubicBezTo>
                  <a:cubicBezTo>
                    <a:pt x="622" y="511"/>
                    <a:pt x="622" y="511"/>
                    <a:pt x="622" y="511"/>
                  </a:cubicBezTo>
                  <a:cubicBezTo>
                    <a:pt x="611" y="504"/>
                    <a:pt x="611" y="504"/>
                    <a:pt x="611" y="504"/>
                  </a:cubicBezTo>
                  <a:cubicBezTo>
                    <a:pt x="594" y="533"/>
                    <a:pt x="594" y="533"/>
                    <a:pt x="594" y="533"/>
                  </a:cubicBezTo>
                  <a:cubicBezTo>
                    <a:pt x="581" y="526"/>
                    <a:pt x="581" y="526"/>
                    <a:pt x="581" y="526"/>
                  </a:cubicBezTo>
                  <a:cubicBezTo>
                    <a:pt x="609" y="480"/>
                    <a:pt x="609" y="480"/>
                    <a:pt x="609" y="480"/>
                  </a:cubicBezTo>
                  <a:cubicBezTo>
                    <a:pt x="663" y="512"/>
                    <a:pt x="663" y="512"/>
                    <a:pt x="663" y="512"/>
                  </a:cubicBezTo>
                  <a:lnTo>
                    <a:pt x="636" y="557"/>
                  </a:lnTo>
                  <a:close/>
                  <a:moveTo>
                    <a:pt x="673" y="490"/>
                  </a:moveTo>
                  <a:cubicBezTo>
                    <a:pt x="658" y="486"/>
                    <a:pt x="658" y="486"/>
                    <a:pt x="658" y="486"/>
                  </a:cubicBezTo>
                  <a:cubicBezTo>
                    <a:pt x="664" y="467"/>
                    <a:pt x="664" y="467"/>
                    <a:pt x="664" y="467"/>
                  </a:cubicBezTo>
                  <a:cubicBezTo>
                    <a:pt x="618" y="453"/>
                    <a:pt x="618" y="453"/>
                    <a:pt x="618" y="453"/>
                  </a:cubicBezTo>
                  <a:cubicBezTo>
                    <a:pt x="624" y="434"/>
                    <a:pt x="624" y="434"/>
                    <a:pt x="624" y="434"/>
                  </a:cubicBezTo>
                  <a:cubicBezTo>
                    <a:pt x="670" y="448"/>
                    <a:pt x="670" y="448"/>
                    <a:pt x="670" y="448"/>
                  </a:cubicBezTo>
                  <a:cubicBezTo>
                    <a:pt x="675" y="429"/>
                    <a:pt x="675" y="429"/>
                    <a:pt x="675" y="429"/>
                  </a:cubicBezTo>
                  <a:cubicBezTo>
                    <a:pt x="690" y="434"/>
                    <a:pt x="690" y="434"/>
                    <a:pt x="690" y="434"/>
                  </a:cubicBezTo>
                  <a:lnTo>
                    <a:pt x="673" y="490"/>
                  </a:lnTo>
                  <a:close/>
                  <a:moveTo>
                    <a:pt x="695" y="391"/>
                  </a:moveTo>
                  <a:cubicBezTo>
                    <a:pt x="694" y="409"/>
                    <a:pt x="694" y="409"/>
                    <a:pt x="694" y="409"/>
                  </a:cubicBezTo>
                  <a:cubicBezTo>
                    <a:pt x="631" y="407"/>
                    <a:pt x="631" y="407"/>
                    <a:pt x="631" y="407"/>
                  </a:cubicBezTo>
                  <a:cubicBezTo>
                    <a:pt x="632" y="388"/>
                    <a:pt x="632" y="388"/>
                    <a:pt x="632" y="388"/>
                  </a:cubicBezTo>
                  <a:cubicBezTo>
                    <a:pt x="667" y="366"/>
                    <a:pt x="667" y="366"/>
                    <a:pt x="667" y="366"/>
                  </a:cubicBezTo>
                  <a:cubicBezTo>
                    <a:pt x="633" y="365"/>
                    <a:pt x="633" y="365"/>
                    <a:pt x="633" y="365"/>
                  </a:cubicBezTo>
                  <a:cubicBezTo>
                    <a:pt x="634" y="347"/>
                    <a:pt x="634" y="347"/>
                    <a:pt x="634" y="347"/>
                  </a:cubicBezTo>
                  <a:cubicBezTo>
                    <a:pt x="697" y="349"/>
                    <a:pt x="697" y="349"/>
                    <a:pt x="697" y="349"/>
                  </a:cubicBezTo>
                  <a:cubicBezTo>
                    <a:pt x="696" y="367"/>
                    <a:pt x="696" y="367"/>
                    <a:pt x="696" y="367"/>
                  </a:cubicBezTo>
                  <a:cubicBezTo>
                    <a:pt x="660" y="389"/>
                    <a:pt x="660" y="389"/>
                    <a:pt x="660" y="389"/>
                  </a:cubicBezTo>
                  <a:lnTo>
                    <a:pt x="695" y="391"/>
                  </a:lnTo>
                  <a:close/>
                  <a:moveTo>
                    <a:pt x="117" y="488"/>
                  </a:moveTo>
                  <a:cubicBezTo>
                    <a:pt x="115" y="484"/>
                    <a:pt x="112" y="482"/>
                    <a:pt x="109" y="481"/>
                  </a:cubicBezTo>
                  <a:cubicBezTo>
                    <a:pt x="105" y="480"/>
                    <a:pt x="100" y="481"/>
                    <a:pt x="94" y="485"/>
                  </a:cubicBezTo>
                  <a:cubicBezTo>
                    <a:pt x="89" y="487"/>
                    <a:pt x="85" y="490"/>
                    <a:pt x="84" y="493"/>
                  </a:cubicBezTo>
                  <a:cubicBezTo>
                    <a:pt x="83" y="497"/>
                    <a:pt x="83" y="500"/>
                    <a:pt x="84" y="504"/>
                  </a:cubicBezTo>
                  <a:cubicBezTo>
                    <a:pt x="86" y="507"/>
                    <a:pt x="89" y="510"/>
                    <a:pt x="92" y="511"/>
                  </a:cubicBezTo>
                  <a:cubicBezTo>
                    <a:pt x="96" y="512"/>
                    <a:pt x="101" y="511"/>
                    <a:pt x="106" y="508"/>
                  </a:cubicBezTo>
                  <a:cubicBezTo>
                    <a:pt x="112" y="505"/>
                    <a:pt x="116" y="502"/>
                    <a:pt x="117" y="499"/>
                  </a:cubicBezTo>
                  <a:cubicBezTo>
                    <a:pt x="119" y="495"/>
                    <a:pt x="118" y="492"/>
                    <a:pt x="117" y="488"/>
                  </a:cubicBezTo>
                  <a:close/>
                  <a:moveTo>
                    <a:pt x="137" y="160"/>
                  </a:moveTo>
                  <a:cubicBezTo>
                    <a:pt x="135" y="159"/>
                    <a:pt x="134" y="159"/>
                    <a:pt x="132" y="159"/>
                  </a:cubicBezTo>
                  <a:cubicBezTo>
                    <a:pt x="131" y="159"/>
                    <a:pt x="129" y="161"/>
                    <a:pt x="127" y="163"/>
                  </a:cubicBezTo>
                  <a:cubicBezTo>
                    <a:pt x="122" y="169"/>
                    <a:pt x="122" y="169"/>
                    <a:pt x="122" y="169"/>
                  </a:cubicBezTo>
                  <a:cubicBezTo>
                    <a:pt x="131" y="177"/>
                    <a:pt x="131" y="177"/>
                    <a:pt x="131" y="177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8" y="168"/>
                    <a:pt x="139" y="166"/>
                    <a:pt x="139" y="165"/>
                  </a:cubicBezTo>
                  <a:cubicBezTo>
                    <a:pt x="139" y="163"/>
                    <a:pt x="138" y="162"/>
                    <a:pt x="137" y="160"/>
                  </a:cubicBezTo>
                  <a:close/>
                  <a:moveTo>
                    <a:pt x="156" y="185"/>
                  </a:moveTo>
                  <a:cubicBezTo>
                    <a:pt x="158" y="183"/>
                    <a:pt x="159" y="181"/>
                    <a:pt x="159" y="179"/>
                  </a:cubicBezTo>
                  <a:cubicBezTo>
                    <a:pt x="159" y="177"/>
                    <a:pt x="158" y="176"/>
                    <a:pt x="157" y="174"/>
                  </a:cubicBezTo>
                  <a:cubicBezTo>
                    <a:pt x="155" y="173"/>
                    <a:pt x="154" y="173"/>
                    <a:pt x="152" y="173"/>
                  </a:cubicBezTo>
                  <a:cubicBezTo>
                    <a:pt x="150" y="173"/>
                    <a:pt x="148" y="175"/>
                    <a:pt x="146" y="177"/>
                  </a:cubicBezTo>
                  <a:cubicBezTo>
                    <a:pt x="140" y="185"/>
                    <a:pt x="140" y="185"/>
                    <a:pt x="140" y="185"/>
                  </a:cubicBezTo>
                  <a:cubicBezTo>
                    <a:pt x="150" y="193"/>
                    <a:pt x="150" y="193"/>
                    <a:pt x="150" y="193"/>
                  </a:cubicBezTo>
                  <a:lnTo>
                    <a:pt x="156" y="18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grpSp>
          <p:nvGrpSpPr>
            <p:cNvPr id="138" name="Gruppieren 137"/>
            <p:cNvGrpSpPr/>
            <p:nvPr/>
          </p:nvGrpSpPr>
          <p:grpSpPr bwMode="gray">
            <a:xfrm>
              <a:off x="3165434" y="940895"/>
              <a:ext cx="1296000" cy="1501437"/>
              <a:chOff x="4641038" y="3429796"/>
              <a:chExt cx="1296000" cy="1501437"/>
            </a:xfrm>
          </p:grpSpPr>
          <p:sp>
            <p:nvSpPr>
              <p:cNvPr id="139" name="Textfeld 138"/>
              <p:cNvSpPr txBox="1"/>
              <p:nvPr/>
            </p:nvSpPr>
            <p:spPr bwMode="gray">
              <a:xfrm>
                <a:off x="4641038" y="3861234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chemeClr val="tx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0" name="Textfeld 139"/>
              <p:cNvSpPr txBox="1"/>
              <p:nvPr/>
            </p:nvSpPr>
            <p:spPr bwMode="gray">
              <a:xfrm>
                <a:off x="4641038" y="3429796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$ </a:t>
                </a:r>
                <a:r>
                  <a:rPr lang="de-DE" sz="40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128</a:t>
                </a:r>
                <a:endParaRPr lang="de-DE" sz="24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grpSp>
        <p:nvGrpSpPr>
          <p:cNvPr id="5" name="Gruppieren 4"/>
          <p:cNvGrpSpPr/>
          <p:nvPr/>
        </p:nvGrpSpPr>
        <p:grpSpPr>
          <a:xfrm>
            <a:off x="385699" y="2339428"/>
            <a:ext cx="5642371" cy="1058394"/>
            <a:chOff x="385699" y="2339428"/>
            <a:chExt cx="5642371" cy="1058394"/>
          </a:xfrm>
        </p:grpSpPr>
        <p:sp>
          <p:nvSpPr>
            <p:cNvPr id="136" name="Rechteck 135"/>
            <p:cNvSpPr/>
            <p:nvPr/>
          </p:nvSpPr>
          <p:spPr bwMode="gray">
            <a:xfrm>
              <a:off x="1444343" y="2339428"/>
              <a:ext cx="4583727" cy="1058394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7200" dirty="0" smtClean="0">
                  <a:solidFill>
                    <a:srgbClr val="7D7D7D"/>
                  </a:solidFill>
                </a:rPr>
                <a:t>CUSTOMER</a:t>
              </a:r>
              <a:endParaRPr lang="en-US" sz="7200" dirty="0">
                <a:solidFill>
                  <a:srgbClr val="7D7D7D"/>
                </a:solidFill>
              </a:endParaRPr>
            </a:p>
          </p:txBody>
        </p:sp>
        <p:grpSp>
          <p:nvGrpSpPr>
            <p:cNvPr id="141" name="Gruppieren 140"/>
            <p:cNvGrpSpPr/>
            <p:nvPr/>
          </p:nvGrpSpPr>
          <p:grpSpPr>
            <a:xfrm>
              <a:off x="385699" y="2541182"/>
              <a:ext cx="1012577" cy="755712"/>
              <a:chOff x="3301287" y="2541182"/>
              <a:chExt cx="1012577" cy="755712"/>
            </a:xfrm>
          </p:grpSpPr>
          <p:grpSp>
            <p:nvGrpSpPr>
              <p:cNvPr id="142" name="Group 26"/>
              <p:cNvGrpSpPr>
                <a:grpSpLocks noChangeAspect="1"/>
              </p:cNvGrpSpPr>
              <p:nvPr/>
            </p:nvGrpSpPr>
            <p:grpSpPr bwMode="auto">
              <a:xfrm>
                <a:off x="3441087" y="2541182"/>
                <a:ext cx="872777" cy="755712"/>
                <a:chOff x="5737" y="2679"/>
                <a:chExt cx="671" cy="581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146" name="Oval 27"/>
                <p:cNvSpPr>
                  <a:spLocks noChangeArrowheads="1"/>
                </p:cNvSpPr>
                <p:nvPr/>
              </p:nvSpPr>
              <p:spPr bwMode="auto">
                <a:xfrm>
                  <a:off x="5826" y="3161"/>
                  <a:ext cx="105" cy="9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47" name="Oval 28"/>
                <p:cNvSpPr>
                  <a:spLocks noChangeArrowheads="1"/>
                </p:cNvSpPr>
                <p:nvPr/>
              </p:nvSpPr>
              <p:spPr bwMode="auto">
                <a:xfrm>
                  <a:off x="6151" y="3129"/>
                  <a:ext cx="131" cy="13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148" name="Freeform 29"/>
                <p:cNvSpPr>
                  <a:spLocks noEditPoints="1"/>
                </p:cNvSpPr>
                <p:nvPr/>
              </p:nvSpPr>
              <p:spPr bwMode="auto">
                <a:xfrm>
                  <a:off x="5737" y="2679"/>
                  <a:ext cx="671" cy="445"/>
                </a:xfrm>
                <a:custGeom>
                  <a:avLst/>
                  <a:gdLst>
                    <a:gd name="T0" fmla="*/ 127 w 128"/>
                    <a:gd name="T1" fmla="*/ 2 h 85"/>
                    <a:gd name="T2" fmla="*/ 123 w 128"/>
                    <a:gd name="T3" fmla="*/ 0 h 85"/>
                    <a:gd name="T4" fmla="*/ 107 w 128"/>
                    <a:gd name="T5" fmla="*/ 3 h 85"/>
                    <a:gd name="T6" fmla="*/ 104 w 128"/>
                    <a:gd name="T7" fmla="*/ 0 h 85"/>
                    <a:gd name="T8" fmla="*/ 101 w 128"/>
                    <a:gd name="T9" fmla="*/ 4 h 85"/>
                    <a:gd name="T10" fmla="*/ 0 w 128"/>
                    <a:gd name="T11" fmla="*/ 18 h 85"/>
                    <a:gd name="T12" fmla="*/ 9 w 128"/>
                    <a:gd name="T13" fmla="*/ 69 h 85"/>
                    <a:gd name="T14" fmla="*/ 97 w 128"/>
                    <a:gd name="T15" fmla="*/ 69 h 85"/>
                    <a:gd name="T16" fmla="*/ 96 w 128"/>
                    <a:gd name="T17" fmla="*/ 79 h 85"/>
                    <a:gd name="T18" fmla="*/ 10 w 128"/>
                    <a:gd name="T19" fmla="*/ 79 h 85"/>
                    <a:gd name="T20" fmla="*/ 7 w 128"/>
                    <a:gd name="T21" fmla="*/ 81 h 85"/>
                    <a:gd name="T22" fmla="*/ 11 w 128"/>
                    <a:gd name="T23" fmla="*/ 84 h 85"/>
                    <a:gd name="T24" fmla="*/ 98 w 128"/>
                    <a:gd name="T25" fmla="*/ 84 h 85"/>
                    <a:gd name="T26" fmla="*/ 101 w 128"/>
                    <a:gd name="T27" fmla="*/ 81 h 85"/>
                    <a:gd name="T28" fmla="*/ 106 w 128"/>
                    <a:gd name="T29" fmla="*/ 9 h 85"/>
                    <a:gd name="T30" fmla="*/ 125 w 128"/>
                    <a:gd name="T31" fmla="*/ 5 h 85"/>
                    <a:gd name="T32" fmla="*/ 127 w 128"/>
                    <a:gd name="T33" fmla="*/ 2 h 85"/>
                    <a:gd name="T34" fmla="*/ 6 w 128"/>
                    <a:gd name="T35" fmla="*/ 22 h 85"/>
                    <a:gd name="T36" fmla="*/ 20 w 128"/>
                    <a:gd name="T37" fmla="*/ 20 h 85"/>
                    <a:gd name="T38" fmla="*/ 21 w 128"/>
                    <a:gd name="T39" fmla="*/ 39 h 85"/>
                    <a:gd name="T40" fmla="*/ 9 w 128"/>
                    <a:gd name="T41" fmla="*/ 39 h 85"/>
                    <a:gd name="T42" fmla="*/ 6 w 128"/>
                    <a:gd name="T43" fmla="*/ 22 h 85"/>
                    <a:gd name="T44" fmla="*/ 14 w 128"/>
                    <a:gd name="T45" fmla="*/ 64 h 85"/>
                    <a:gd name="T46" fmla="*/ 10 w 128"/>
                    <a:gd name="T47" fmla="*/ 45 h 85"/>
                    <a:gd name="T48" fmla="*/ 22 w 128"/>
                    <a:gd name="T49" fmla="*/ 45 h 85"/>
                    <a:gd name="T50" fmla="*/ 23 w 128"/>
                    <a:gd name="T51" fmla="*/ 64 h 85"/>
                    <a:gd name="T52" fmla="*/ 14 w 128"/>
                    <a:gd name="T53" fmla="*/ 64 h 85"/>
                    <a:gd name="T54" fmla="*/ 25 w 128"/>
                    <a:gd name="T55" fmla="*/ 20 h 85"/>
                    <a:gd name="T56" fmla="*/ 45 w 128"/>
                    <a:gd name="T57" fmla="*/ 17 h 85"/>
                    <a:gd name="T58" fmla="*/ 46 w 128"/>
                    <a:gd name="T59" fmla="*/ 39 h 85"/>
                    <a:gd name="T60" fmla="*/ 26 w 128"/>
                    <a:gd name="T61" fmla="*/ 39 h 85"/>
                    <a:gd name="T62" fmla="*/ 25 w 128"/>
                    <a:gd name="T63" fmla="*/ 20 h 85"/>
                    <a:gd name="T64" fmla="*/ 29 w 128"/>
                    <a:gd name="T65" fmla="*/ 64 h 85"/>
                    <a:gd name="T66" fmla="*/ 27 w 128"/>
                    <a:gd name="T67" fmla="*/ 45 h 85"/>
                    <a:gd name="T68" fmla="*/ 46 w 128"/>
                    <a:gd name="T69" fmla="*/ 45 h 85"/>
                    <a:gd name="T70" fmla="*/ 48 w 128"/>
                    <a:gd name="T71" fmla="*/ 64 h 85"/>
                    <a:gd name="T72" fmla="*/ 29 w 128"/>
                    <a:gd name="T73" fmla="*/ 64 h 85"/>
                    <a:gd name="T74" fmla="*/ 50 w 128"/>
                    <a:gd name="T75" fmla="*/ 16 h 85"/>
                    <a:gd name="T76" fmla="*/ 77 w 128"/>
                    <a:gd name="T77" fmla="*/ 13 h 85"/>
                    <a:gd name="T78" fmla="*/ 78 w 128"/>
                    <a:gd name="T79" fmla="*/ 39 h 85"/>
                    <a:gd name="T80" fmla="*/ 51 w 128"/>
                    <a:gd name="T81" fmla="*/ 39 h 85"/>
                    <a:gd name="T82" fmla="*/ 50 w 128"/>
                    <a:gd name="T83" fmla="*/ 16 h 85"/>
                    <a:gd name="T84" fmla="*/ 53 w 128"/>
                    <a:gd name="T85" fmla="*/ 64 h 85"/>
                    <a:gd name="T86" fmla="*/ 52 w 128"/>
                    <a:gd name="T87" fmla="*/ 44 h 85"/>
                    <a:gd name="T88" fmla="*/ 78 w 128"/>
                    <a:gd name="T89" fmla="*/ 44 h 85"/>
                    <a:gd name="T90" fmla="*/ 79 w 128"/>
                    <a:gd name="T91" fmla="*/ 64 h 85"/>
                    <a:gd name="T92" fmla="*/ 53 w 128"/>
                    <a:gd name="T93" fmla="*/ 64 h 85"/>
                    <a:gd name="T94" fmla="*/ 97 w 128"/>
                    <a:gd name="T95" fmla="*/ 64 h 85"/>
                    <a:gd name="T96" fmla="*/ 84 w 128"/>
                    <a:gd name="T97" fmla="*/ 64 h 85"/>
                    <a:gd name="T98" fmla="*/ 83 w 128"/>
                    <a:gd name="T99" fmla="*/ 44 h 85"/>
                    <a:gd name="T100" fmla="*/ 99 w 128"/>
                    <a:gd name="T101" fmla="*/ 45 h 85"/>
                    <a:gd name="T102" fmla="*/ 97 w 128"/>
                    <a:gd name="T103" fmla="*/ 64 h 85"/>
                    <a:gd name="T104" fmla="*/ 99 w 128"/>
                    <a:gd name="T105" fmla="*/ 39 h 85"/>
                    <a:gd name="T106" fmla="*/ 83 w 128"/>
                    <a:gd name="T107" fmla="*/ 39 h 85"/>
                    <a:gd name="T108" fmla="*/ 82 w 128"/>
                    <a:gd name="T109" fmla="*/ 12 h 85"/>
                    <a:gd name="T110" fmla="*/ 101 w 128"/>
                    <a:gd name="T111" fmla="*/ 9 h 85"/>
                    <a:gd name="T112" fmla="*/ 99 w 128"/>
                    <a:gd name="T113" fmla="*/ 39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28" h="85">
                      <a:moveTo>
                        <a:pt x="127" y="2"/>
                      </a:moveTo>
                      <a:cubicBezTo>
                        <a:pt x="126" y="0"/>
                        <a:pt x="123" y="0"/>
                        <a:pt x="123" y="0"/>
                      </a:cubicBezTo>
                      <a:cubicBezTo>
                        <a:pt x="107" y="3"/>
                        <a:pt x="107" y="3"/>
                        <a:pt x="107" y="3"/>
                      </a:cubicBezTo>
                      <a:cubicBezTo>
                        <a:pt x="107" y="3"/>
                        <a:pt x="107" y="0"/>
                        <a:pt x="104" y="0"/>
                      </a:cubicBezTo>
                      <a:cubicBezTo>
                        <a:pt x="102" y="0"/>
                        <a:pt x="101" y="3"/>
                        <a:pt x="101" y="4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9" y="69"/>
                        <a:pt x="9" y="69"/>
                        <a:pt x="9" y="69"/>
                      </a:cubicBezTo>
                      <a:cubicBezTo>
                        <a:pt x="97" y="69"/>
                        <a:pt x="97" y="69"/>
                        <a:pt x="97" y="69"/>
                      </a:cubicBezTo>
                      <a:cubicBezTo>
                        <a:pt x="96" y="79"/>
                        <a:pt x="96" y="79"/>
                        <a:pt x="96" y="79"/>
                      </a:cubicBezTo>
                      <a:cubicBezTo>
                        <a:pt x="10" y="79"/>
                        <a:pt x="10" y="79"/>
                        <a:pt x="10" y="79"/>
                      </a:cubicBezTo>
                      <a:cubicBezTo>
                        <a:pt x="10" y="79"/>
                        <a:pt x="7" y="79"/>
                        <a:pt x="7" y="81"/>
                      </a:cubicBezTo>
                      <a:cubicBezTo>
                        <a:pt x="7" y="84"/>
                        <a:pt x="10" y="84"/>
                        <a:pt x="11" y="84"/>
                      </a:cubicBezTo>
                      <a:cubicBezTo>
                        <a:pt x="98" y="84"/>
                        <a:pt x="98" y="84"/>
                        <a:pt x="98" y="84"/>
                      </a:cubicBezTo>
                      <a:cubicBezTo>
                        <a:pt x="98" y="84"/>
                        <a:pt x="101" y="85"/>
                        <a:pt x="101" y="81"/>
                      </a:cubicBezTo>
                      <a:cubicBezTo>
                        <a:pt x="106" y="9"/>
                        <a:pt x="106" y="9"/>
                        <a:pt x="106" y="9"/>
                      </a:cubicBezTo>
                      <a:cubicBezTo>
                        <a:pt x="125" y="5"/>
                        <a:pt x="125" y="5"/>
                        <a:pt x="125" y="5"/>
                      </a:cubicBezTo>
                      <a:cubicBezTo>
                        <a:pt x="125" y="5"/>
                        <a:pt x="128" y="4"/>
                        <a:pt x="127" y="2"/>
                      </a:cubicBezTo>
                      <a:close/>
                      <a:moveTo>
                        <a:pt x="6" y="22"/>
                      </a:move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9" y="39"/>
                        <a:pt x="9" y="39"/>
                        <a:pt x="9" y="39"/>
                      </a:cubicBezTo>
                      <a:lnTo>
                        <a:pt x="6" y="22"/>
                      </a:lnTo>
                      <a:close/>
                      <a:moveTo>
                        <a:pt x="14" y="64"/>
                      </a:move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lnTo>
                        <a:pt x="14" y="64"/>
                      </a:lnTo>
                      <a:close/>
                      <a:moveTo>
                        <a:pt x="25" y="20"/>
                      </a:move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6" y="39"/>
                        <a:pt x="46" y="39"/>
                        <a:pt x="46" y="39"/>
                      </a:cubicBezTo>
                      <a:cubicBezTo>
                        <a:pt x="26" y="39"/>
                        <a:pt x="26" y="39"/>
                        <a:pt x="26" y="39"/>
                      </a:cubicBezTo>
                      <a:lnTo>
                        <a:pt x="25" y="20"/>
                      </a:lnTo>
                      <a:close/>
                      <a:moveTo>
                        <a:pt x="29" y="64"/>
                      </a:moveTo>
                      <a:cubicBezTo>
                        <a:pt x="27" y="45"/>
                        <a:pt x="27" y="45"/>
                        <a:pt x="27" y="45"/>
                      </a:cubicBezTo>
                      <a:cubicBezTo>
                        <a:pt x="46" y="45"/>
                        <a:pt x="46" y="45"/>
                        <a:pt x="46" y="45"/>
                      </a:cubicBezTo>
                      <a:cubicBezTo>
                        <a:pt x="48" y="64"/>
                        <a:pt x="48" y="64"/>
                        <a:pt x="48" y="64"/>
                      </a:cubicBezTo>
                      <a:lnTo>
                        <a:pt x="29" y="64"/>
                      </a:lnTo>
                      <a:close/>
                      <a:moveTo>
                        <a:pt x="50" y="16"/>
                      </a:moveTo>
                      <a:cubicBezTo>
                        <a:pt x="77" y="13"/>
                        <a:pt x="77" y="13"/>
                        <a:pt x="77" y="13"/>
                      </a:cubicBezTo>
                      <a:cubicBezTo>
                        <a:pt x="78" y="39"/>
                        <a:pt x="78" y="39"/>
                        <a:pt x="78" y="3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lnTo>
                        <a:pt x="50" y="16"/>
                      </a:lnTo>
                      <a:close/>
                      <a:moveTo>
                        <a:pt x="53" y="64"/>
                      </a:moveTo>
                      <a:cubicBezTo>
                        <a:pt x="52" y="44"/>
                        <a:pt x="52" y="44"/>
                        <a:pt x="52" y="44"/>
                      </a:cubicBezTo>
                      <a:cubicBezTo>
                        <a:pt x="78" y="44"/>
                        <a:pt x="78" y="44"/>
                        <a:pt x="78" y="44"/>
                      </a:cubicBezTo>
                      <a:cubicBezTo>
                        <a:pt x="79" y="64"/>
                        <a:pt x="79" y="64"/>
                        <a:pt x="79" y="64"/>
                      </a:cubicBezTo>
                      <a:lnTo>
                        <a:pt x="53" y="64"/>
                      </a:lnTo>
                      <a:close/>
                      <a:moveTo>
                        <a:pt x="97" y="64"/>
                      </a:moveTo>
                      <a:cubicBezTo>
                        <a:pt x="84" y="64"/>
                        <a:pt x="84" y="64"/>
                        <a:pt x="84" y="64"/>
                      </a:cubicBezTo>
                      <a:cubicBezTo>
                        <a:pt x="83" y="44"/>
                        <a:pt x="83" y="44"/>
                        <a:pt x="83" y="44"/>
                      </a:cubicBezTo>
                      <a:cubicBezTo>
                        <a:pt x="99" y="45"/>
                        <a:pt x="99" y="45"/>
                        <a:pt x="99" y="45"/>
                      </a:cubicBezTo>
                      <a:lnTo>
                        <a:pt x="97" y="64"/>
                      </a:lnTo>
                      <a:close/>
                      <a:moveTo>
                        <a:pt x="99" y="39"/>
                      </a:moveTo>
                      <a:cubicBezTo>
                        <a:pt x="83" y="39"/>
                        <a:pt x="83" y="39"/>
                        <a:pt x="83" y="39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101" y="9"/>
                        <a:pt x="101" y="9"/>
                        <a:pt x="101" y="9"/>
                      </a:cubicBezTo>
                      <a:lnTo>
                        <a:pt x="99" y="3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grpSp>
            <p:nvGrpSpPr>
              <p:cNvPr id="143" name="Gruppieren 142"/>
              <p:cNvGrpSpPr/>
              <p:nvPr/>
            </p:nvGrpSpPr>
            <p:grpSpPr>
              <a:xfrm>
                <a:off x="3301287" y="2541182"/>
                <a:ext cx="289408" cy="289408"/>
                <a:chOff x="3301287" y="2541182"/>
                <a:chExt cx="289408" cy="289408"/>
              </a:xfrm>
            </p:grpSpPr>
            <p:sp>
              <p:nvSpPr>
                <p:cNvPr id="144" name="Ellipse 143"/>
                <p:cNvSpPr/>
                <p:nvPr/>
              </p:nvSpPr>
              <p:spPr bwMode="auto">
                <a:xfrm>
                  <a:off x="3301287" y="2541182"/>
                  <a:ext cx="289408" cy="289408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" name="Kreuz 144"/>
                <p:cNvSpPr/>
                <p:nvPr/>
              </p:nvSpPr>
              <p:spPr bwMode="auto">
                <a:xfrm>
                  <a:off x="3362666" y="2606080"/>
                  <a:ext cx="166650" cy="166650"/>
                </a:xfrm>
                <a:prstGeom prst="plus">
                  <a:avLst>
                    <a:gd name="adj" fmla="val 38402"/>
                  </a:avLst>
                </a:prstGeom>
                <a:solidFill>
                  <a:schemeClr val="bg1"/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</p:grpSp>
      </p:grpSp>
      <p:cxnSp>
        <p:nvCxnSpPr>
          <p:cNvPr id="149" name="Gerade Verbindung 148"/>
          <p:cNvCxnSpPr/>
          <p:nvPr/>
        </p:nvCxnSpPr>
        <p:spPr bwMode="gray">
          <a:xfrm flipH="1">
            <a:off x="335930" y="4941593"/>
            <a:ext cx="2807769" cy="36998"/>
          </a:xfrm>
          <a:prstGeom prst="line">
            <a:avLst/>
          </a:prstGeom>
          <a:ln w="6350">
            <a:solidFill>
              <a:srgbClr val="C8C8C8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uppieren 10"/>
          <p:cNvGrpSpPr/>
          <p:nvPr/>
        </p:nvGrpSpPr>
        <p:grpSpPr>
          <a:xfrm>
            <a:off x="408654" y="3473683"/>
            <a:ext cx="2665072" cy="2925752"/>
            <a:chOff x="408654" y="3473683"/>
            <a:chExt cx="2665072" cy="2925752"/>
          </a:xfrm>
        </p:grpSpPr>
        <p:sp>
          <p:nvSpPr>
            <p:cNvPr id="150" name="Rechteck 149"/>
            <p:cNvSpPr/>
            <p:nvPr/>
          </p:nvSpPr>
          <p:spPr bwMode="gray">
            <a:xfrm>
              <a:off x="408654" y="3473683"/>
              <a:ext cx="2665072" cy="1504908"/>
            </a:xfrm>
            <a:prstGeom prst="rect">
              <a:avLst/>
            </a:prstGeom>
          </p:spPr>
          <p:txBody>
            <a:bodyPr wrap="square" lIns="72000" tIns="0" rIns="180000" bIns="0" anchor="ctr">
              <a:noAutofit/>
            </a:bodyPr>
            <a:lstStyle/>
            <a:p>
              <a:pPr lvl="0" algn="ctr">
                <a:spcAft>
                  <a:spcPts val="300"/>
                </a:spcAft>
              </a:pPr>
              <a:r>
                <a:rPr lang="en-US" sz="1200" dirty="0" smtClean="0">
                  <a:solidFill>
                    <a:srgbClr val="7D7D7D"/>
                  </a:solidFill>
                </a:rPr>
                <a:t>All additional information can be put here. This includes details such as sources, initial situation, research motivation and background information.</a:t>
              </a:r>
              <a:endParaRPr lang="en-US" sz="1400" dirty="0">
                <a:solidFill>
                  <a:srgbClr val="7D7D7D"/>
                </a:solidFill>
              </a:endParaRPr>
            </a:p>
          </p:txBody>
        </p:sp>
        <p:grpSp>
          <p:nvGrpSpPr>
            <p:cNvPr id="151" name="Gruppieren 150"/>
            <p:cNvGrpSpPr/>
            <p:nvPr/>
          </p:nvGrpSpPr>
          <p:grpSpPr bwMode="gray">
            <a:xfrm>
              <a:off x="446081" y="5022799"/>
              <a:ext cx="2583895" cy="1376636"/>
              <a:chOff x="6159357" y="3501982"/>
              <a:chExt cx="2583895" cy="1376636"/>
            </a:xfrm>
          </p:grpSpPr>
          <p:grpSp>
            <p:nvGrpSpPr>
              <p:cNvPr id="152" name="Gruppieren 151"/>
              <p:cNvGrpSpPr/>
              <p:nvPr/>
            </p:nvGrpSpPr>
            <p:grpSpPr bwMode="gray">
              <a:xfrm>
                <a:off x="6159357" y="3591231"/>
                <a:ext cx="1188000" cy="88423"/>
                <a:chOff x="6078379" y="3501232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53" name="Würfel 252"/>
                <p:cNvSpPr/>
                <p:nvPr/>
              </p:nvSpPr>
              <p:spPr bwMode="gray">
                <a:xfrm>
                  <a:off x="6078379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4" name="Würfel 253"/>
                <p:cNvSpPr/>
                <p:nvPr/>
              </p:nvSpPr>
              <p:spPr bwMode="gray">
                <a:xfrm>
                  <a:off x="6219944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5" name="Würfel 254"/>
                <p:cNvSpPr/>
                <p:nvPr/>
              </p:nvSpPr>
              <p:spPr bwMode="gray">
                <a:xfrm>
                  <a:off x="636150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6" name="Würfel 255"/>
                <p:cNvSpPr/>
                <p:nvPr/>
              </p:nvSpPr>
              <p:spPr bwMode="gray">
                <a:xfrm>
                  <a:off x="6503073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7" name="Würfel 256"/>
                <p:cNvSpPr/>
                <p:nvPr/>
              </p:nvSpPr>
              <p:spPr bwMode="gray">
                <a:xfrm>
                  <a:off x="664463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8" name="Würfel 257"/>
                <p:cNvSpPr/>
                <p:nvPr/>
              </p:nvSpPr>
              <p:spPr bwMode="gray">
                <a:xfrm>
                  <a:off x="678620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9" name="Würfel 258"/>
                <p:cNvSpPr/>
                <p:nvPr/>
              </p:nvSpPr>
              <p:spPr bwMode="gray">
                <a:xfrm>
                  <a:off x="6927767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60" name="Würfel 259"/>
                <p:cNvSpPr/>
                <p:nvPr/>
              </p:nvSpPr>
              <p:spPr bwMode="gray">
                <a:xfrm>
                  <a:off x="7210896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61" name="Würfel 260"/>
                <p:cNvSpPr/>
                <p:nvPr/>
              </p:nvSpPr>
              <p:spPr bwMode="gray">
                <a:xfrm>
                  <a:off x="706933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2" name="Würfel 291"/>
                <p:cNvSpPr/>
                <p:nvPr/>
              </p:nvSpPr>
              <p:spPr bwMode="gray">
                <a:xfrm>
                  <a:off x="7352461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3" name="Gruppieren 12"/>
              <p:cNvGrpSpPr/>
              <p:nvPr/>
            </p:nvGrpSpPr>
            <p:grpSpPr bwMode="gray">
              <a:xfrm>
                <a:off x="6159357" y="3713407"/>
                <a:ext cx="1188000" cy="88423"/>
                <a:chOff x="6078379" y="3642885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43" name="Würfel 242"/>
                <p:cNvSpPr/>
                <p:nvPr/>
              </p:nvSpPr>
              <p:spPr bwMode="gray">
                <a:xfrm>
                  <a:off x="6078379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4" name="Würfel 243"/>
                <p:cNvSpPr/>
                <p:nvPr/>
              </p:nvSpPr>
              <p:spPr bwMode="gray">
                <a:xfrm>
                  <a:off x="6219944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5" name="Würfel 244"/>
                <p:cNvSpPr/>
                <p:nvPr/>
              </p:nvSpPr>
              <p:spPr bwMode="gray">
                <a:xfrm>
                  <a:off x="636150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6" name="Würfel 245"/>
                <p:cNvSpPr/>
                <p:nvPr/>
              </p:nvSpPr>
              <p:spPr bwMode="gray">
                <a:xfrm>
                  <a:off x="6503073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7" name="Würfel 246"/>
                <p:cNvSpPr/>
                <p:nvPr/>
              </p:nvSpPr>
              <p:spPr bwMode="gray">
                <a:xfrm>
                  <a:off x="664463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8" name="Würfel 247"/>
                <p:cNvSpPr/>
                <p:nvPr/>
              </p:nvSpPr>
              <p:spPr bwMode="gray">
                <a:xfrm>
                  <a:off x="678620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9" name="Würfel 248"/>
                <p:cNvSpPr/>
                <p:nvPr/>
              </p:nvSpPr>
              <p:spPr bwMode="gray">
                <a:xfrm>
                  <a:off x="6927767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0" name="Würfel 249"/>
                <p:cNvSpPr/>
                <p:nvPr/>
              </p:nvSpPr>
              <p:spPr bwMode="gray">
                <a:xfrm>
                  <a:off x="7210896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1" name="Würfel 250"/>
                <p:cNvSpPr/>
                <p:nvPr/>
              </p:nvSpPr>
              <p:spPr bwMode="gray">
                <a:xfrm>
                  <a:off x="706933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2" name="Würfel 251"/>
                <p:cNvSpPr/>
                <p:nvPr/>
              </p:nvSpPr>
              <p:spPr bwMode="gray">
                <a:xfrm>
                  <a:off x="7352461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4" name="Gruppieren 11"/>
              <p:cNvGrpSpPr/>
              <p:nvPr/>
            </p:nvGrpSpPr>
            <p:grpSpPr bwMode="gray">
              <a:xfrm>
                <a:off x="6159357" y="3957759"/>
                <a:ext cx="1188000" cy="88423"/>
                <a:chOff x="6078379" y="3926190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33" name="Würfel 232"/>
                <p:cNvSpPr/>
                <p:nvPr/>
              </p:nvSpPr>
              <p:spPr bwMode="gray">
                <a:xfrm>
                  <a:off x="6078379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4" name="Würfel 233"/>
                <p:cNvSpPr/>
                <p:nvPr/>
              </p:nvSpPr>
              <p:spPr bwMode="gray">
                <a:xfrm>
                  <a:off x="6219944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5" name="Würfel 234"/>
                <p:cNvSpPr/>
                <p:nvPr/>
              </p:nvSpPr>
              <p:spPr bwMode="gray">
                <a:xfrm>
                  <a:off x="636150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6" name="Würfel 235"/>
                <p:cNvSpPr/>
                <p:nvPr/>
              </p:nvSpPr>
              <p:spPr bwMode="gray">
                <a:xfrm>
                  <a:off x="6503073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7" name="Würfel 236"/>
                <p:cNvSpPr/>
                <p:nvPr/>
              </p:nvSpPr>
              <p:spPr bwMode="gray">
                <a:xfrm>
                  <a:off x="664463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8" name="Würfel 237"/>
                <p:cNvSpPr/>
                <p:nvPr/>
              </p:nvSpPr>
              <p:spPr bwMode="gray">
                <a:xfrm>
                  <a:off x="678620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9" name="Würfel 238"/>
                <p:cNvSpPr/>
                <p:nvPr/>
              </p:nvSpPr>
              <p:spPr bwMode="gray">
                <a:xfrm>
                  <a:off x="6927767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0" name="Würfel 239"/>
                <p:cNvSpPr/>
                <p:nvPr/>
              </p:nvSpPr>
              <p:spPr bwMode="gray">
                <a:xfrm>
                  <a:off x="7210896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1" name="Würfel 240"/>
                <p:cNvSpPr/>
                <p:nvPr/>
              </p:nvSpPr>
              <p:spPr bwMode="gray">
                <a:xfrm>
                  <a:off x="706933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2" name="Würfel 241"/>
                <p:cNvSpPr/>
                <p:nvPr/>
              </p:nvSpPr>
              <p:spPr bwMode="gray">
                <a:xfrm>
                  <a:off x="7352461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5" name="Gruppieren 10"/>
              <p:cNvGrpSpPr/>
              <p:nvPr/>
            </p:nvGrpSpPr>
            <p:grpSpPr bwMode="gray">
              <a:xfrm>
                <a:off x="6159357" y="4079934"/>
                <a:ext cx="1188000" cy="88423"/>
                <a:chOff x="6078379" y="4067842"/>
                <a:chExt cx="1377386" cy="102519"/>
              </a:xfrm>
            </p:grpSpPr>
            <p:sp>
              <p:nvSpPr>
                <p:cNvPr id="223" name="Würfel 222"/>
                <p:cNvSpPr/>
                <p:nvPr/>
              </p:nvSpPr>
              <p:spPr bwMode="gray">
                <a:xfrm>
                  <a:off x="6078379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4" name="Würfel 223"/>
                <p:cNvSpPr/>
                <p:nvPr/>
              </p:nvSpPr>
              <p:spPr bwMode="gray">
                <a:xfrm>
                  <a:off x="6219944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5" name="Würfel 224"/>
                <p:cNvSpPr/>
                <p:nvPr/>
              </p:nvSpPr>
              <p:spPr bwMode="gray">
                <a:xfrm>
                  <a:off x="636150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6" name="Würfel 225"/>
                <p:cNvSpPr/>
                <p:nvPr/>
              </p:nvSpPr>
              <p:spPr bwMode="gray">
                <a:xfrm>
                  <a:off x="6503073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7" name="Würfel 226"/>
                <p:cNvSpPr/>
                <p:nvPr/>
              </p:nvSpPr>
              <p:spPr bwMode="gray">
                <a:xfrm>
                  <a:off x="664463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8" name="Würfel 227"/>
                <p:cNvSpPr/>
                <p:nvPr/>
              </p:nvSpPr>
              <p:spPr bwMode="gray">
                <a:xfrm>
                  <a:off x="678620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9" name="Würfel 228"/>
                <p:cNvSpPr/>
                <p:nvPr/>
              </p:nvSpPr>
              <p:spPr bwMode="gray">
                <a:xfrm>
                  <a:off x="6927767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0" name="Würfel 229"/>
                <p:cNvSpPr/>
                <p:nvPr/>
              </p:nvSpPr>
              <p:spPr bwMode="gray">
                <a:xfrm>
                  <a:off x="7210896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1" name="Würfel 230"/>
                <p:cNvSpPr/>
                <p:nvPr/>
              </p:nvSpPr>
              <p:spPr bwMode="gray">
                <a:xfrm>
                  <a:off x="706933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2" name="Würfel 231"/>
                <p:cNvSpPr/>
                <p:nvPr/>
              </p:nvSpPr>
              <p:spPr bwMode="gray">
                <a:xfrm>
                  <a:off x="7352461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6" name="Gruppieren 9"/>
              <p:cNvGrpSpPr/>
              <p:nvPr/>
            </p:nvGrpSpPr>
            <p:grpSpPr bwMode="gray">
              <a:xfrm>
                <a:off x="6159357" y="3835583"/>
                <a:ext cx="1188000" cy="88423"/>
                <a:chOff x="6078379" y="3784537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13" name="Würfel 212"/>
                <p:cNvSpPr/>
                <p:nvPr/>
              </p:nvSpPr>
              <p:spPr bwMode="gray">
                <a:xfrm>
                  <a:off x="6078379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4" name="Würfel 213"/>
                <p:cNvSpPr/>
                <p:nvPr/>
              </p:nvSpPr>
              <p:spPr bwMode="gray">
                <a:xfrm>
                  <a:off x="6219944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5" name="Würfel 214"/>
                <p:cNvSpPr/>
                <p:nvPr/>
              </p:nvSpPr>
              <p:spPr bwMode="gray">
                <a:xfrm>
                  <a:off x="636150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6" name="Würfel 215"/>
                <p:cNvSpPr/>
                <p:nvPr/>
              </p:nvSpPr>
              <p:spPr bwMode="gray">
                <a:xfrm>
                  <a:off x="6503073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7" name="Würfel 216"/>
                <p:cNvSpPr/>
                <p:nvPr/>
              </p:nvSpPr>
              <p:spPr bwMode="gray">
                <a:xfrm>
                  <a:off x="664463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8" name="Würfel 217"/>
                <p:cNvSpPr/>
                <p:nvPr/>
              </p:nvSpPr>
              <p:spPr bwMode="gray">
                <a:xfrm>
                  <a:off x="678620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9" name="Würfel 218"/>
                <p:cNvSpPr/>
                <p:nvPr/>
              </p:nvSpPr>
              <p:spPr bwMode="gray">
                <a:xfrm>
                  <a:off x="6927767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0" name="Würfel 219"/>
                <p:cNvSpPr/>
                <p:nvPr/>
              </p:nvSpPr>
              <p:spPr bwMode="gray">
                <a:xfrm>
                  <a:off x="7210896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1" name="Würfel 220"/>
                <p:cNvSpPr/>
                <p:nvPr/>
              </p:nvSpPr>
              <p:spPr bwMode="gray">
                <a:xfrm>
                  <a:off x="706933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2" name="Würfel 221"/>
                <p:cNvSpPr/>
                <p:nvPr/>
              </p:nvSpPr>
              <p:spPr bwMode="gray">
                <a:xfrm>
                  <a:off x="7352461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7" name="Gruppieren 3"/>
              <p:cNvGrpSpPr/>
              <p:nvPr/>
            </p:nvGrpSpPr>
            <p:grpSpPr bwMode="gray">
              <a:xfrm>
                <a:off x="6159357" y="4202112"/>
                <a:ext cx="1188000" cy="88423"/>
                <a:chOff x="6078379" y="4209497"/>
                <a:chExt cx="1377386" cy="102519"/>
              </a:xfrm>
            </p:grpSpPr>
            <p:sp>
              <p:nvSpPr>
                <p:cNvPr id="203" name="Würfel 202"/>
                <p:cNvSpPr/>
                <p:nvPr/>
              </p:nvSpPr>
              <p:spPr bwMode="gray">
                <a:xfrm>
                  <a:off x="6078379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4" name="Würfel 203"/>
                <p:cNvSpPr/>
                <p:nvPr/>
              </p:nvSpPr>
              <p:spPr bwMode="gray">
                <a:xfrm>
                  <a:off x="6219944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5" name="Würfel 204"/>
                <p:cNvSpPr/>
                <p:nvPr/>
              </p:nvSpPr>
              <p:spPr bwMode="gray">
                <a:xfrm>
                  <a:off x="636150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6" name="Würfel 205"/>
                <p:cNvSpPr/>
                <p:nvPr/>
              </p:nvSpPr>
              <p:spPr bwMode="gray">
                <a:xfrm>
                  <a:off x="6503073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7" name="Würfel 206"/>
                <p:cNvSpPr/>
                <p:nvPr/>
              </p:nvSpPr>
              <p:spPr bwMode="gray">
                <a:xfrm>
                  <a:off x="664463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8" name="Würfel 207"/>
                <p:cNvSpPr/>
                <p:nvPr/>
              </p:nvSpPr>
              <p:spPr bwMode="gray">
                <a:xfrm>
                  <a:off x="678620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9" name="Würfel 208"/>
                <p:cNvSpPr/>
                <p:nvPr/>
              </p:nvSpPr>
              <p:spPr bwMode="gray">
                <a:xfrm>
                  <a:off x="6927767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0" name="Würfel 209"/>
                <p:cNvSpPr/>
                <p:nvPr/>
              </p:nvSpPr>
              <p:spPr bwMode="gray">
                <a:xfrm>
                  <a:off x="7210896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1" name="Würfel 210"/>
                <p:cNvSpPr/>
                <p:nvPr/>
              </p:nvSpPr>
              <p:spPr bwMode="gray">
                <a:xfrm>
                  <a:off x="706933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2" name="Würfel 211"/>
                <p:cNvSpPr/>
                <p:nvPr/>
              </p:nvSpPr>
              <p:spPr bwMode="gray">
                <a:xfrm>
                  <a:off x="7352461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8" name="Gruppieren 157"/>
              <p:cNvGrpSpPr/>
              <p:nvPr/>
            </p:nvGrpSpPr>
            <p:grpSpPr bwMode="gray">
              <a:xfrm>
                <a:off x="6159357" y="4324286"/>
                <a:ext cx="1188000" cy="88423"/>
                <a:chOff x="6078379" y="4351147"/>
                <a:chExt cx="1377386" cy="102519"/>
              </a:xfrm>
            </p:grpSpPr>
            <p:sp>
              <p:nvSpPr>
                <p:cNvPr id="193" name="Würfel 192"/>
                <p:cNvSpPr/>
                <p:nvPr/>
              </p:nvSpPr>
              <p:spPr bwMode="gray">
                <a:xfrm>
                  <a:off x="6078379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4" name="Würfel 193"/>
                <p:cNvSpPr/>
                <p:nvPr/>
              </p:nvSpPr>
              <p:spPr bwMode="gray">
                <a:xfrm>
                  <a:off x="6219944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5" name="Würfel 194"/>
                <p:cNvSpPr/>
                <p:nvPr/>
              </p:nvSpPr>
              <p:spPr bwMode="gray">
                <a:xfrm>
                  <a:off x="636150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6" name="Würfel 195"/>
                <p:cNvSpPr/>
                <p:nvPr/>
              </p:nvSpPr>
              <p:spPr bwMode="gray">
                <a:xfrm>
                  <a:off x="6503073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7" name="Würfel 196"/>
                <p:cNvSpPr/>
                <p:nvPr/>
              </p:nvSpPr>
              <p:spPr bwMode="gray">
                <a:xfrm>
                  <a:off x="664463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8" name="Würfel 197"/>
                <p:cNvSpPr/>
                <p:nvPr/>
              </p:nvSpPr>
              <p:spPr bwMode="gray">
                <a:xfrm>
                  <a:off x="678620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9" name="Würfel 198"/>
                <p:cNvSpPr/>
                <p:nvPr/>
              </p:nvSpPr>
              <p:spPr bwMode="gray">
                <a:xfrm>
                  <a:off x="6927767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0" name="Würfel 199"/>
                <p:cNvSpPr/>
                <p:nvPr/>
              </p:nvSpPr>
              <p:spPr bwMode="gray">
                <a:xfrm>
                  <a:off x="7210896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1" name="Würfel 200"/>
                <p:cNvSpPr/>
                <p:nvPr/>
              </p:nvSpPr>
              <p:spPr bwMode="gray">
                <a:xfrm>
                  <a:off x="706933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2" name="Würfel 201"/>
                <p:cNvSpPr/>
                <p:nvPr/>
              </p:nvSpPr>
              <p:spPr bwMode="gray">
                <a:xfrm>
                  <a:off x="7352461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9" name="Gruppieren 7"/>
              <p:cNvGrpSpPr/>
              <p:nvPr/>
            </p:nvGrpSpPr>
            <p:grpSpPr bwMode="gray">
              <a:xfrm>
                <a:off x="6159357" y="4568639"/>
                <a:ext cx="1188000" cy="88423"/>
                <a:chOff x="6078379" y="4634454"/>
                <a:chExt cx="1377386" cy="102519"/>
              </a:xfrm>
              <a:solidFill>
                <a:srgbClr val="C8C8C8"/>
              </a:solidFill>
            </p:grpSpPr>
            <p:sp>
              <p:nvSpPr>
                <p:cNvPr id="183" name="Würfel 182"/>
                <p:cNvSpPr/>
                <p:nvPr/>
              </p:nvSpPr>
              <p:spPr bwMode="gray">
                <a:xfrm>
                  <a:off x="6078379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4" name="Würfel 183"/>
                <p:cNvSpPr/>
                <p:nvPr/>
              </p:nvSpPr>
              <p:spPr bwMode="gray">
                <a:xfrm>
                  <a:off x="6219944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5" name="Würfel 184"/>
                <p:cNvSpPr/>
                <p:nvPr/>
              </p:nvSpPr>
              <p:spPr bwMode="gray">
                <a:xfrm>
                  <a:off x="636150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6" name="Würfel 185"/>
                <p:cNvSpPr/>
                <p:nvPr/>
              </p:nvSpPr>
              <p:spPr bwMode="gray">
                <a:xfrm>
                  <a:off x="6503073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7" name="Würfel 186"/>
                <p:cNvSpPr/>
                <p:nvPr/>
              </p:nvSpPr>
              <p:spPr bwMode="gray">
                <a:xfrm>
                  <a:off x="664463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8" name="Würfel 187"/>
                <p:cNvSpPr/>
                <p:nvPr/>
              </p:nvSpPr>
              <p:spPr bwMode="gray">
                <a:xfrm>
                  <a:off x="678620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9" name="Würfel 188"/>
                <p:cNvSpPr/>
                <p:nvPr/>
              </p:nvSpPr>
              <p:spPr bwMode="gray">
                <a:xfrm>
                  <a:off x="6927767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0" name="Würfel 189"/>
                <p:cNvSpPr/>
                <p:nvPr/>
              </p:nvSpPr>
              <p:spPr bwMode="gray">
                <a:xfrm>
                  <a:off x="7210896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1" name="Würfel 190"/>
                <p:cNvSpPr/>
                <p:nvPr/>
              </p:nvSpPr>
              <p:spPr bwMode="gray">
                <a:xfrm>
                  <a:off x="706933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2" name="Würfel 191"/>
                <p:cNvSpPr/>
                <p:nvPr/>
              </p:nvSpPr>
              <p:spPr bwMode="gray">
                <a:xfrm>
                  <a:off x="7352461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60" name="Gruppieren 5"/>
              <p:cNvGrpSpPr/>
              <p:nvPr/>
            </p:nvGrpSpPr>
            <p:grpSpPr bwMode="gray">
              <a:xfrm>
                <a:off x="6159357" y="4690808"/>
                <a:ext cx="1188000" cy="88423"/>
                <a:chOff x="6078379" y="4776099"/>
                <a:chExt cx="1377386" cy="102519"/>
              </a:xfrm>
              <a:solidFill>
                <a:srgbClr val="C8C8C8"/>
              </a:solidFill>
            </p:grpSpPr>
            <p:sp>
              <p:nvSpPr>
                <p:cNvPr id="173" name="Würfel 172"/>
                <p:cNvSpPr/>
                <p:nvPr/>
              </p:nvSpPr>
              <p:spPr bwMode="gray">
                <a:xfrm>
                  <a:off x="6078379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4" name="Würfel 173"/>
                <p:cNvSpPr/>
                <p:nvPr/>
              </p:nvSpPr>
              <p:spPr bwMode="gray">
                <a:xfrm>
                  <a:off x="6219944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5" name="Würfel 174"/>
                <p:cNvSpPr/>
                <p:nvPr/>
              </p:nvSpPr>
              <p:spPr bwMode="gray">
                <a:xfrm>
                  <a:off x="636150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6" name="Würfel 175"/>
                <p:cNvSpPr/>
                <p:nvPr/>
              </p:nvSpPr>
              <p:spPr bwMode="gray">
                <a:xfrm>
                  <a:off x="6503073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7" name="Würfel 176"/>
                <p:cNvSpPr/>
                <p:nvPr/>
              </p:nvSpPr>
              <p:spPr bwMode="gray">
                <a:xfrm>
                  <a:off x="664463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8" name="Würfel 177"/>
                <p:cNvSpPr/>
                <p:nvPr/>
              </p:nvSpPr>
              <p:spPr bwMode="gray">
                <a:xfrm>
                  <a:off x="678620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9" name="Würfel 178"/>
                <p:cNvSpPr/>
                <p:nvPr/>
              </p:nvSpPr>
              <p:spPr bwMode="gray">
                <a:xfrm>
                  <a:off x="6927767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0" name="Würfel 179"/>
                <p:cNvSpPr/>
                <p:nvPr/>
              </p:nvSpPr>
              <p:spPr bwMode="gray">
                <a:xfrm>
                  <a:off x="7210896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1" name="Würfel 180"/>
                <p:cNvSpPr/>
                <p:nvPr/>
              </p:nvSpPr>
              <p:spPr bwMode="gray">
                <a:xfrm>
                  <a:off x="706933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2" name="Würfel 181"/>
                <p:cNvSpPr/>
                <p:nvPr/>
              </p:nvSpPr>
              <p:spPr bwMode="gray">
                <a:xfrm>
                  <a:off x="7352461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61" name="Gruppieren 4"/>
              <p:cNvGrpSpPr/>
              <p:nvPr/>
            </p:nvGrpSpPr>
            <p:grpSpPr bwMode="gray">
              <a:xfrm>
                <a:off x="6159357" y="4446463"/>
                <a:ext cx="1188000" cy="88423"/>
                <a:chOff x="6078379" y="4492802"/>
                <a:chExt cx="1377386" cy="102519"/>
              </a:xfrm>
              <a:solidFill>
                <a:srgbClr val="C8C8C8"/>
              </a:solidFill>
            </p:grpSpPr>
            <p:sp>
              <p:nvSpPr>
                <p:cNvPr id="163" name="Würfel 162"/>
                <p:cNvSpPr/>
                <p:nvPr/>
              </p:nvSpPr>
              <p:spPr bwMode="gray">
                <a:xfrm>
                  <a:off x="6078379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4" name="Würfel 163"/>
                <p:cNvSpPr/>
                <p:nvPr/>
              </p:nvSpPr>
              <p:spPr bwMode="gray">
                <a:xfrm>
                  <a:off x="6219944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5" name="Würfel 164"/>
                <p:cNvSpPr/>
                <p:nvPr/>
              </p:nvSpPr>
              <p:spPr bwMode="gray">
                <a:xfrm>
                  <a:off x="636150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6" name="Würfel 165"/>
                <p:cNvSpPr/>
                <p:nvPr/>
              </p:nvSpPr>
              <p:spPr bwMode="gray">
                <a:xfrm>
                  <a:off x="6503073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7" name="Würfel 166"/>
                <p:cNvSpPr/>
                <p:nvPr/>
              </p:nvSpPr>
              <p:spPr bwMode="gray">
                <a:xfrm>
                  <a:off x="664463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8" name="Würfel 167"/>
                <p:cNvSpPr/>
                <p:nvPr/>
              </p:nvSpPr>
              <p:spPr bwMode="gray">
                <a:xfrm>
                  <a:off x="678620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9" name="Würfel 168"/>
                <p:cNvSpPr/>
                <p:nvPr/>
              </p:nvSpPr>
              <p:spPr bwMode="gray">
                <a:xfrm>
                  <a:off x="6927767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0" name="Würfel 169"/>
                <p:cNvSpPr/>
                <p:nvPr/>
              </p:nvSpPr>
              <p:spPr bwMode="gray">
                <a:xfrm>
                  <a:off x="7210896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1" name="Würfel 170"/>
                <p:cNvSpPr/>
                <p:nvPr/>
              </p:nvSpPr>
              <p:spPr bwMode="gray">
                <a:xfrm>
                  <a:off x="706933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2" name="Würfel 171"/>
                <p:cNvSpPr/>
                <p:nvPr/>
              </p:nvSpPr>
              <p:spPr bwMode="gray">
                <a:xfrm>
                  <a:off x="7352461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162" name="Textfeld 161"/>
              <p:cNvSpPr txBox="1"/>
              <p:nvPr/>
            </p:nvSpPr>
            <p:spPr bwMode="gray">
              <a:xfrm>
                <a:off x="7455766" y="3501982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8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0" name="Gruppieren 9"/>
          <p:cNvGrpSpPr/>
          <p:nvPr/>
        </p:nvGrpSpPr>
        <p:grpSpPr>
          <a:xfrm>
            <a:off x="3194789" y="3632609"/>
            <a:ext cx="2718449" cy="2441908"/>
            <a:chOff x="3194789" y="3632609"/>
            <a:chExt cx="2718449" cy="2441908"/>
          </a:xfrm>
        </p:grpSpPr>
        <p:sp>
          <p:nvSpPr>
            <p:cNvPr id="293" name="Rechteck 292"/>
            <p:cNvSpPr/>
            <p:nvPr/>
          </p:nvSpPr>
          <p:spPr bwMode="gray">
            <a:xfrm>
              <a:off x="3194789" y="5609595"/>
              <a:ext cx="2718449" cy="464922"/>
            </a:xfrm>
            <a:prstGeom prst="rect">
              <a:avLst/>
            </a:prstGeom>
          </p:spPr>
          <p:txBody>
            <a:bodyPr wrap="square" lIns="72000" tIns="7200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900" b="1" dirty="0" smtClean="0">
                  <a:solidFill>
                    <a:schemeClr val="accent1"/>
                  </a:solidFill>
                </a:rPr>
                <a:t>Milestone overview. </a:t>
              </a:r>
              <a:r>
                <a:rPr lang="en-US" sz="900" dirty="0" smtClean="0">
                  <a:solidFill>
                    <a:srgbClr val="7D7D7D"/>
                  </a:solidFill>
                </a:rPr>
                <a:t>All additional information can be put here. This includes details such as sources, initial situation, research motivation and background information.</a:t>
              </a:r>
              <a:endParaRPr lang="en-US" sz="1000" dirty="0">
                <a:solidFill>
                  <a:srgbClr val="7D7D7D"/>
                </a:solidFill>
              </a:endParaRPr>
            </a:p>
          </p:txBody>
        </p:sp>
        <p:grpSp>
          <p:nvGrpSpPr>
            <p:cNvPr id="294" name="Gruppieren 293"/>
            <p:cNvGrpSpPr/>
            <p:nvPr/>
          </p:nvGrpSpPr>
          <p:grpSpPr>
            <a:xfrm>
              <a:off x="3268001" y="3632609"/>
              <a:ext cx="2645237" cy="1954936"/>
              <a:chOff x="6174963" y="3623983"/>
              <a:chExt cx="2645237" cy="1954936"/>
            </a:xfrm>
          </p:grpSpPr>
          <p:sp>
            <p:nvSpPr>
              <p:cNvPr id="295" name="Freeform 8"/>
              <p:cNvSpPr>
                <a:spLocks noEditPoints="1"/>
              </p:cNvSpPr>
              <p:nvPr/>
            </p:nvSpPr>
            <p:spPr bwMode="gray">
              <a:xfrm rot="21026752" flipV="1">
                <a:off x="6789969" y="3920200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321" name="Rechteck 320"/>
              <p:cNvSpPr/>
              <p:nvPr/>
            </p:nvSpPr>
            <p:spPr bwMode="gray">
              <a:xfrm>
                <a:off x="6191179" y="4226137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US" sz="700" dirty="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en-US" sz="7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322" name="Rechteck 321"/>
              <p:cNvSpPr/>
              <p:nvPr/>
            </p:nvSpPr>
            <p:spPr bwMode="gray">
              <a:xfrm>
                <a:off x="7513798" y="4226137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US" sz="700" dirty="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en-US" sz="7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323" name="Gruppieren 322"/>
              <p:cNvGrpSpPr/>
              <p:nvPr/>
            </p:nvGrpSpPr>
            <p:grpSpPr>
              <a:xfrm>
                <a:off x="7502020" y="3623983"/>
                <a:ext cx="550966" cy="855559"/>
                <a:chOff x="7502020" y="3623983"/>
                <a:chExt cx="550966" cy="855559"/>
              </a:xfrm>
            </p:grpSpPr>
            <p:sp>
              <p:nvSpPr>
                <p:cNvPr id="367" name="Rectangle 5"/>
                <p:cNvSpPr>
                  <a:spLocks noChangeArrowheads="1"/>
                </p:cNvSpPr>
                <p:nvPr/>
              </p:nvSpPr>
              <p:spPr bwMode="gray">
                <a:xfrm>
                  <a:off x="7502020" y="3623983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969696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8" name="Rectangle 7"/>
                <p:cNvSpPr>
                  <a:spLocks noChangeArrowheads="1"/>
                </p:cNvSpPr>
                <p:nvPr/>
              </p:nvSpPr>
              <p:spPr bwMode="gray">
                <a:xfrm>
                  <a:off x="7502020" y="3661267"/>
                  <a:ext cx="45017" cy="340130"/>
                </a:xfrm>
                <a:prstGeom prst="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69" name="Freeform 6"/>
                <p:cNvSpPr>
                  <a:spLocks/>
                </p:cNvSpPr>
                <p:nvPr/>
              </p:nvSpPr>
              <p:spPr bwMode="gray">
                <a:xfrm>
                  <a:off x="7547037" y="3661267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324" name="Gruppieren 323"/>
              <p:cNvGrpSpPr/>
              <p:nvPr/>
            </p:nvGrpSpPr>
            <p:grpSpPr>
              <a:xfrm>
                <a:off x="6174963" y="3623983"/>
                <a:ext cx="550966" cy="855559"/>
                <a:chOff x="6174963" y="3623983"/>
                <a:chExt cx="550966" cy="855559"/>
              </a:xfrm>
            </p:grpSpPr>
            <p:sp>
              <p:nvSpPr>
                <p:cNvPr id="337" name="Rectangle 5"/>
                <p:cNvSpPr>
                  <a:spLocks noChangeArrowheads="1"/>
                </p:cNvSpPr>
                <p:nvPr/>
              </p:nvSpPr>
              <p:spPr bwMode="gray">
                <a:xfrm>
                  <a:off x="6174963" y="3623983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969696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38" name="Rectangle 7"/>
                <p:cNvSpPr>
                  <a:spLocks noChangeArrowheads="1"/>
                </p:cNvSpPr>
                <p:nvPr/>
              </p:nvSpPr>
              <p:spPr bwMode="gray">
                <a:xfrm>
                  <a:off x="6174963" y="3661267"/>
                  <a:ext cx="45017" cy="34013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66" name="Freeform 6"/>
                <p:cNvSpPr>
                  <a:spLocks/>
                </p:cNvSpPr>
                <p:nvPr/>
              </p:nvSpPr>
              <p:spPr bwMode="gray">
                <a:xfrm>
                  <a:off x="6219980" y="3661267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144000" rtlCol="0" anchor="ctr"/>
                <a:lstStyle/>
                <a:p>
                  <a:pPr algn="ctr"/>
                  <a:r>
                    <a:rPr lang="de-DE" sz="700" b="1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325" name="Freeform 8"/>
              <p:cNvSpPr>
                <a:spLocks noEditPoints="1"/>
              </p:cNvSpPr>
              <p:nvPr/>
            </p:nvSpPr>
            <p:spPr bwMode="gray">
              <a:xfrm rot="21026752" flipV="1">
                <a:off x="6789969" y="4975134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326" name="Rechteck 325"/>
              <p:cNvSpPr/>
              <p:nvPr/>
            </p:nvSpPr>
            <p:spPr bwMode="gray">
              <a:xfrm>
                <a:off x="6191179" y="5281071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US" sz="700" dirty="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en-US" sz="7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327" name="Rechteck 326"/>
              <p:cNvSpPr/>
              <p:nvPr/>
            </p:nvSpPr>
            <p:spPr bwMode="gray">
              <a:xfrm>
                <a:off x="7513798" y="5281071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US" sz="700" dirty="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en-US" sz="7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328" name="Gruppieren 327"/>
              <p:cNvGrpSpPr/>
              <p:nvPr/>
            </p:nvGrpSpPr>
            <p:grpSpPr>
              <a:xfrm>
                <a:off x="7502020" y="4678917"/>
                <a:ext cx="550966" cy="855559"/>
                <a:chOff x="7502020" y="4678917"/>
                <a:chExt cx="550966" cy="855559"/>
              </a:xfrm>
            </p:grpSpPr>
            <p:sp>
              <p:nvSpPr>
                <p:cNvPr id="334" name="Rectangle 5"/>
                <p:cNvSpPr>
                  <a:spLocks noChangeArrowheads="1"/>
                </p:cNvSpPr>
                <p:nvPr/>
              </p:nvSpPr>
              <p:spPr bwMode="gray">
                <a:xfrm>
                  <a:off x="7502020" y="4678917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969696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35" name="Rectangle 7"/>
                <p:cNvSpPr>
                  <a:spLocks noChangeArrowheads="1"/>
                </p:cNvSpPr>
                <p:nvPr/>
              </p:nvSpPr>
              <p:spPr bwMode="gray">
                <a:xfrm>
                  <a:off x="7502020" y="4716201"/>
                  <a:ext cx="45017" cy="340130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36" name="Freeform 6"/>
                <p:cNvSpPr>
                  <a:spLocks/>
                </p:cNvSpPr>
                <p:nvPr/>
              </p:nvSpPr>
              <p:spPr bwMode="gray">
                <a:xfrm>
                  <a:off x="7547037" y="4716201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329" name="Gruppieren 328"/>
              <p:cNvGrpSpPr/>
              <p:nvPr/>
            </p:nvGrpSpPr>
            <p:grpSpPr>
              <a:xfrm>
                <a:off x="6174963" y="4678917"/>
                <a:ext cx="550966" cy="855559"/>
                <a:chOff x="6174963" y="4678917"/>
                <a:chExt cx="550966" cy="855559"/>
              </a:xfrm>
            </p:grpSpPr>
            <p:sp>
              <p:nvSpPr>
                <p:cNvPr id="331" name="Rectangle 5"/>
                <p:cNvSpPr>
                  <a:spLocks noChangeArrowheads="1"/>
                </p:cNvSpPr>
                <p:nvPr/>
              </p:nvSpPr>
              <p:spPr bwMode="gray">
                <a:xfrm>
                  <a:off x="6174963" y="4678917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969696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32" name="Rectangle 7"/>
                <p:cNvSpPr>
                  <a:spLocks noChangeArrowheads="1"/>
                </p:cNvSpPr>
                <p:nvPr/>
              </p:nvSpPr>
              <p:spPr bwMode="gray">
                <a:xfrm>
                  <a:off x="6174963" y="4716201"/>
                  <a:ext cx="45017" cy="340130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33" name="Freeform 6"/>
                <p:cNvSpPr>
                  <a:spLocks/>
                </p:cNvSpPr>
                <p:nvPr/>
              </p:nvSpPr>
              <p:spPr bwMode="gray">
                <a:xfrm>
                  <a:off x="6219980" y="4716201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330" name="Freeform 8"/>
              <p:cNvSpPr>
                <a:spLocks noEditPoints="1"/>
              </p:cNvSpPr>
              <p:nvPr/>
            </p:nvSpPr>
            <p:spPr bwMode="gray">
              <a:xfrm rot="20425643" flipH="1" flipV="1">
                <a:off x="6842428" y="4531412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80075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ieren 14"/>
          <p:cNvGrpSpPr/>
          <p:nvPr/>
        </p:nvGrpSpPr>
        <p:grpSpPr>
          <a:xfrm>
            <a:off x="393449" y="493980"/>
            <a:ext cx="8723670" cy="5889221"/>
            <a:chOff x="393449" y="493980"/>
            <a:chExt cx="8723670" cy="5889221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09960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3" y="3429001"/>
              <a:ext cx="8351816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4571762" y="495970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93682" y="494159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350123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H="1">
              <a:off x="3202985" y="4941593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Gerade Verbindung 70"/>
            <p:cNvCxnSpPr/>
            <p:nvPr/>
          </p:nvCxnSpPr>
          <p:spPr bwMode="gray">
            <a:xfrm flipH="1">
              <a:off x="6078411" y="494159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" name="Gruppieren 18"/>
            <p:cNvGrpSpPr/>
            <p:nvPr/>
          </p:nvGrpSpPr>
          <p:grpSpPr bwMode="gray">
            <a:xfrm>
              <a:off x="6158806" y="3501982"/>
              <a:ext cx="2583895" cy="1376636"/>
              <a:chOff x="6159357" y="3501982"/>
              <a:chExt cx="2583895" cy="1376636"/>
            </a:xfrm>
          </p:grpSpPr>
          <p:grpSp>
            <p:nvGrpSpPr>
              <p:cNvPr id="14" name="Gruppieren 13"/>
              <p:cNvGrpSpPr/>
              <p:nvPr/>
            </p:nvGrpSpPr>
            <p:grpSpPr bwMode="gray">
              <a:xfrm>
                <a:off x="6159357" y="3591231"/>
                <a:ext cx="1188000" cy="88423"/>
                <a:chOff x="6078379" y="3501232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491" name="Würfel 490"/>
                <p:cNvSpPr/>
                <p:nvPr/>
              </p:nvSpPr>
              <p:spPr bwMode="gray">
                <a:xfrm>
                  <a:off x="6078379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2" name="Würfel 491"/>
                <p:cNvSpPr/>
                <p:nvPr/>
              </p:nvSpPr>
              <p:spPr bwMode="gray">
                <a:xfrm>
                  <a:off x="6219944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3" name="Würfel 492"/>
                <p:cNvSpPr/>
                <p:nvPr/>
              </p:nvSpPr>
              <p:spPr bwMode="gray">
                <a:xfrm>
                  <a:off x="636150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4" name="Würfel 493"/>
                <p:cNvSpPr/>
                <p:nvPr/>
              </p:nvSpPr>
              <p:spPr bwMode="gray">
                <a:xfrm>
                  <a:off x="6503073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5" name="Würfel 494"/>
                <p:cNvSpPr/>
                <p:nvPr/>
              </p:nvSpPr>
              <p:spPr bwMode="gray">
                <a:xfrm>
                  <a:off x="664463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6" name="Würfel 495"/>
                <p:cNvSpPr/>
                <p:nvPr/>
              </p:nvSpPr>
              <p:spPr bwMode="gray">
                <a:xfrm>
                  <a:off x="678620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7" name="Würfel 496"/>
                <p:cNvSpPr/>
                <p:nvPr/>
              </p:nvSpPr>
              <p:spPr bwMode="gray">
                <a:xfrm>
                  <a:off x="6927767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8" name="Würfel 497"/>
                <p:cNvSpPr/>
                <p:nvPr/>
              </p:nvSpPr>
              <p:spPr bwMode="gray">
                <a:xfrm>
                  <a:off x="7210896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9" name="Würfel 498"/>
                <p:cNvSpPr/>
                <p:nvPr/>
              </p:nvSpPr>
              <p:spPr bwMode="gray">
                <a:xfrm>
                  <a:off x="706933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500" name="Würfel 499"/>
                <p:cNvSpPr/>
                <p:nvPr/>
              </p:nvSpPr>
              <p:spPr bwMode="gray">
                <a:xfrm>
                  <a:off x="7352461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3" name="Gruppieren 12"/>
              <p:cNvGrpSpPr/>
              <p:nvPr/>
            </p:nvGrpSpPr>
            <p:grpSpPr bwMode="gray">
              <a:xfrm>
                <a:off x="6159357" y="3713407"/>
                <a:ext cx="1188000" cy="88423"/>
                <a:chOff x="6078379" y="3642885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481" name="Würfel 480"/>
                <p:cNvSpPr/>
                <p:nvPr/>
              </p:nvSpPr>
              <p:spPr bwMode="gray">
                <a:xfrm>
                  <a:off x="6078379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2" name="Würfel 481"/>
                <p:cNvSpPr/>
                <p:nvPr/>
              </p:nvSpPr>
              <p:spPr bwMode="gray">
                <a:xfrm>
                  <a:off x="6219944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3" name="Würfel 482"/>
                <p:cNvSpPr/>
                <p:nvPr/>
              </p:nvSpPr>
              <p:spPr bwMode="gray">
                <a:xfrm>
                  <a:off x="636150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4" name="Würfel 483"/>
                <p:cNvSpPr/>
                <p:nvPr/>
              </p:nvSpPr>
              <p:spPr bwMode="gray">
                <a:xfrm>
                  <a:off x="6503073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5" name="Würfel 484"/>
                <p:cNvSpPr/>
                <p:nvPr/>
              </p:nvSpPr>
              <p:spPr bwMode="gray">
                <a:xfrm>
                  <a:off x="664463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6" name="Würfel 485"/>
                <p:cNvSpPr/>
                <p:nvPr/>
              </p:nvSpPr>
              <p:spPr bwMode="gray">
                <a:xfrm>
                  <a:off x="678620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7" name="Würfel 486"/>
                <p:cNvSpPr/>
                <p:nvPr/>
              </p:nvSpPr>
              <p:spPr bwMode="gray">
                <a:xfrm>
                  <a:off x="6927767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8" name="Würfel 487"/>
                <p:cNvSpPr/>
                <p:nvPr/>
              </p:nvSpPr>
              <p:spPr bwMode="gray">
                <a:xfrm>
                  <a:off x="7210896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9" name="Würfel 488"/>
                <p:cNvSpPr/>
                <p:nvPr/>
              </p:nvSpPr>
              <p:spPr bwMode="gray">
                <a:xfrm>
                  <a:off x="706933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90" name="Würfel 489"/>
                <p:cNvSpPr/>
                <p:nvPr/>
              </p:nvSpPr>
              <p:spPr bwMode="gray">
                <a:xfrm>
                  <a:off x="7352461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2" name="Gruppieren 11"/>
              <p:cNvGrpSpPr/>
              <p:nvPr/>
            </p:nvGrpSpPr>
            <p:grpSpPr bwMode="gray">
              <a:xfrm>
                <a:off x="6159357" y="3957759"/>
                <a:ext cx="1188000" cy="88423"/>
                <a:chOff x="6078379" y="3926190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471" name="Würfel 470"/>
                <p:cNvSpPr/>
                <p:nvPr/>
              </p:nvSpPr>
              <p:spPr bwMode="gray">
                <a:xfrm>
                  <a:off x="6078379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2" name="Würfel 471"/>
                <p:cNvSpPr/>
                <p:nvPr/>
              </p:nvSpPr>
              <p:spPr bwMode="gray">
                <a:xfrm>
                  <a:off x="6219944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3" name="Würfel 472"/>
                <p:cNvSpPr/>
                <p:nvPr/>
              </p:nvSpPr>
              <p:spPr bwMode="gray">
                <a:xfrm>
                  <a:off x="636150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4" name="Würfel 473"/>
                <p:cNvSpPr/>
                <p:nvPr/>
              </p:nvSpPr>
              <p:spPr bwMode="gray">
                <a:xfrm>
                  <a:off x="6503073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5" name="Würfel 474"/>
                <p:cNvSpPr/>
                <p:nvPr/>
              </p:nvSpPr>
              <p:spPr bwMode="gray">
                <a:xfrm>
                  <a:off x="664463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6" name="Würfel 475"/>
                <p:cNvSpPr/>
                <p:nvPr/>
              </p:nvSpPr>
              <p:spPr bwMode="gray">
                <a:xfrm>
                  <a:off x="678620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7" name="Würfel 476"/>
                <p:cNvSpPr/>
                <p:nvPr/>
              </p:nvSpPr>
              <p:spPr bwMode="gray">
                <a:xfrm>
                  <a:off x="6927767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8" name="Würfel 477"/>
                <p:cNvSpPr/>
                <p:nvPr/>
              </p:nvSpPr>
              <p:spPr bwMode="gray">
                <a:xfrm>
                  <a:off x="7210896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9" name="Würfel 478"/>
                <p:cNvSpPr/>
                <p:nvPr/>
              </p:nvSpPr>
              <p:spPr bwMode="gray">
                <a:xfrm>
                  <a:off x="706933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80" name="Würfel 479"/>
                <p:cNvSpPr/>
                <p:nvPr/>
              </p:nvSpPr>
              <p:spPr bwMode="gray">
                <a:xfrm>
                  <a:off x="7352461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1" name="Gruppieren 10"/>
              <p:cNvGrpSpPr/>
              <p:nvPr/>
            </p:nvGrpSpPr>
            <p:grpSpPr bwMode="gray">
              <a:xfrm>
                <a:off x="6159357" y="4079934"/>
                <a:ext cx="1188000" cy="88423"/>
                <a:chOff x="6078379" y="4067842"/>
                <a:chExt cx="1377386" cy="102519"/>
              </a:xfrm>
            </p:grpSpPr>
            <p:sp>
              <p:nvSpPr>
                <p:cNvPr id="461" name="Würfel 460"/>
                <p:cNvSpPr/>
                <p:nvPr/>
              </p:nvSpPr>
              <p:spPr bwMode="gray">
                <a:xfrm>
                  <a:off x="6078379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2" name="Würfel 461"/>
                <p:cNvSpPr/>
                <p:nvPr/>
              </p:nvSpPr>
              <p:spPr bwMode="gray">
                <a:xfrm>
                  <a:off x="6219944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3" name="Würfel 462"/>
                <p:cNvSpPr/>
                <p:nvPr/>
              </p:nvSpPr>
              <p:spPr bwMode="gray">
                <a:xfrm>
                  <a:off x="636150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4" name="Würfel 463"/>
                <p:cNvSpPr/>
                <p:nvPr/>
              </p:nvSpPr>
              <p:spPr bwMode="gray">
                <a:xfrm>
                  <a:off x="6503073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5" name="Würfel 464"/>
                <p:cNvSpPr/>
                <p:nvPr/>
              </p:nvSpPr>
              <p:spPr bwMode="gray">
                <a:xfrm>
                  <a:off x="664463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6" name="Würfel 465"/>
                <p:cNvSpPr/>
                <p:nvPr/>
              </p:nvSpPr>
              <p:spPr bwMode="gray">
                <a:xfrm>
                  <a:off x="678620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7" name="Würfel 466"/>
                <p:cNvSpPr/>
                <p:nvPr/>
              </p:nvSpPr>
              <p:spPr bwMode="gray">
                <a:xfrm>
                  <a:off x="6927767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8" name="Würfel 467"/>
                <p:cNvSpPr/>
                <p:nvPr/>
              </p:nvSpPr>
              <p:spPr bwMode="gray">
                <a:xfrm>
                  <a:off x="7210896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9" name="Würfel 468"/>
                <p:cNvSpPr/>
                <p:nvPr/>
              </p:nvSpPr>
              <p:spPr bwMode="gray">
                <a:xfrm>
                  <a:off x="706933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70" name="Würfel 469"/>
                <p:cNvSpPr/>
                <p:nvPr/>
              </p:nvSpPr>
              <p:spPr bwMode="gray">
                <a:xfrm>
                  <a:off x="7352461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0" name="Gruppieren 9"/>
              <p:cNvGrpSpPr/>
              <p:nvPr/>
            </p:nvGrpSpPr>
            <p:grpSpPr bwMode="gray">
              <a:xfrm>
                <a:off x="6159357" y="3835583"/>
                <a:ext cx="1188000" cy="88423"/>
                <a:chOff x="6078379" y="3784537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451" name="Würfel 450"/>
                <p:cNvSpPr/>
                <p:nvPr/>
              </p:nvSpPr>
              <p:spPr bwMode="gray">
                <a:xfrm>
                  <a:off x="6078379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2" name="Würfel 451"/>
                <p:cNvSpPr/>
                <p:nvPr/>
              </p:nvSpPr>
              <p:spPr bwMode="gray">
                <a:xfrm>
                  <a:off x="6219944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3" name="Würfel 452"/>
                <p:cNvSpPr/>
                <p:nvPr/>
              </p:nvSpPr>
              <p:spPr bwMode="gray">
                <a:xfrm>
                  <a:off x="636150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4" name="Würfel 453"/>
                <p:cNvSpPr/>
                <p:nvPr/>
              </p:nvSpPr>
              <p:spPr bwMode="gray">
                <a:xfrm>
                  <a:off x="6503073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5" name="Würfel 454"/>
                <p:cNvSpPr/>
                <p:nvPr/>
              </p:nvSpPr>
              <p:spPr bwMode="gray">
                <a:xfrm>
                  <a:off x="664463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6" name="Würfel 455"/>
                <p:cNvSpPr/>
                <p:nvPr/>
              </p:nvSpPr>
              <p:spPr bwMode="gray">
                <a:xfrm>
                  <a:off x="678620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7" name="Würfel 456"/>
                <p:cNvSpPr/>
                <p:nvPr/>
              </p:nvSpPr>
              <p:spPr bwMode="gray">
                <a:xfrm>
                  <a:off x="6927767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8" name="Würfel 457"/>
                <p:cNvSpPr/>
                <p:nvPr/>
              </p:nvSpPr>
              <p:spPr bwMode="gray">
                <a:xfrm>
                  <a:off x="7210896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9" name="Würfel 458"/>
                <p:cNvSpPr/>
                <p:nvPr/>
              </p:nvSpPr>
              <p:spPr bwMode="gray">
                <a:xfrm>
                  <a:off x="706933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60" name="Würfel 459"/>
                <p:cNvSpPr/>
                <p:nvPr/>
              </p:nvSpPr>
              <p:spPr bwMode="gray">
                <a:xfrm>
                  <a:off x="7352461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4" name="Gruppieren 3"/>
              <p:cNvGrpSpPr/>
              <p:nvPr/>
            </p:nvGrpSpPr>
            <p:grpSpPr bwMode="gray">
              <a:xfrm>
                <a:off x="6159357" y="4202112"/>
                <a:ext cx="1188000" cy="88423"/>
                <a:chOff x="6078379" y="4209497"/>
                <a:chExt cx="1377386" cy="102519"/>
              </a:xfrm>
            </p:grpSpPr>
            <p:sp>
              <p:nvSpPr>
                <p:cNvPr id="441" name="Würfel 440"/>
                <p:cNvSpPr/>
                <p:nvPr/>
              </p:nvSpPr>
              <p:spPr bwMode="gray">
                <a:xfrm>
                  <a:off x="6078379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2" name="Würfel 441"/>
                <p:cNvSpPr/>
                <p:nvPr/>
              </p:nvSpPr>
              <p:spPr bwMode="gray">
                <a:xfrm>
                  <a:off x="6219944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3" name="Würfel 442"/>
                <p:cNvSpPr/>
                <p:nvPr/>
              </p:nvSpPr>
              <p:spPr bwMode="gray">
                <a:xfrm>
                  <a:off x="636150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4" name="Würfel 443"/>
                <p:cNvSpPr/>
                <p:nvPr/>
              </p:nvSpPr>
              <p:spPr bwMode="gray">
                <a:xfrm>
                  <a:off x="6503073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5" name="Würfel 444"/>
                <p:cNvSpPr/>
                <p:nvPr/>
              </p:nvSpPr>
              <p:spPr bwMode="gray">
                <a:xfrm>
                  <a:off x="664463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6" name="Würfel 445"/>
                <p:cNvSpPr/>
                <p:nvPr/>
              </p:nvSpPr>
              <p:spPr bwMode="gray">
                <a:xfrm>
                  <a:off x="678620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7" name="Würfel 446"/>
                <p:cNvSpPr/>
                <p:nvPr/>
              </p:nvSpPr>
              <p:spPr bwMode="gray">
                <a:xfrm>
                  <a:off x="6927767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8" name="Würfel 447"/>
                <p:cNvSpPr/>
                <p:nvPr/>
              </p:nvSpPr>
              <p:spPr bwMode="gray">
                <a:xfrm>
                  <a:off x="7210896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9" name="Würfel 448"/>
                <p:cNvSpPr/>
                <p:nvPr/>
              </p:nvSpPr>
              <p:spPr bwMode="gray">
                <a:xfrm>
                  <a:off x="706933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50" name="Würfel 449"/>
                <p:cNvSpPr/>
                <p:nvPr/>
              </p:nvSpPr>
              <p:spPr bwMode="gray">
                <a:xfrm>
                  <a:off x="7352461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9" name="Gruppieren 8"/>
              <p:cNvGrpSpPr/>
              <p:nvPr/>
            </p:nvGrpSpPr>
            <p:grpSpPr bwMode="gray">
              <a:xfrm>
                <a:off x="6159357" y="4324286"/>
                <a:ext cx="1188000" cy="88423"/>
                <a:chOff x="6078379" y="4351147"/>
                <a:chExt cx="1377386" cy="102519"/>
              </a:xfrm>
            </p:grpSpPr>
            <p:sp>
              <p:nvSpPr>
                <p:cNvPr id="431" name="Würfel 430"/>
                <p:cNvSpPr/>
                <p:nvPr/>
              </p:nvSpPr>
              <p:spPr bwMode="gray">
                <a:xfrm>
                  <a:off x="6078379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2" name="Würfel 431"/>
                <p:cNvSpPr/>
                <p:nvPr/>
              </p:nvSpPr>
              <p:spPr bwMode="gray">
                <a:xfrm>
                  <a:off x="6219944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3" name="Würfel 432"/>
                <p:cNvSpPr/>
                <p:nvPr/>
              </p:nvSpPr>
              <p:spPr bwMode="gray">
                <a:xfrm>
                  <a:off x="636150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4" name="Würfel 433"/>
                <p:cNvSpPr/>
                <p:nvPr/>
              </p:nvSpPr>
              <p:spPr bwMode="gray">
                <a:xfrm>
                  <a:off x="6503073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5" name="Würfel 434"/>
                <p:cNvSpPr/>
                <p:nvPr/>
              </p:nvSpPr>
              <p:spPr bwMode="gray">
                <a:xfrm>
                  <a:off x="664463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6" name="Würfel 435"/>
                <p:cNvSpPr/>
                <p:nvPr/>
              </p:nvSpPr>
              <p:spPr bwMode="gray">
                <a:xfrm>
                  <a:off x="678620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7" name="Würfel 436"/>
                <p:cNvSpPr/>
                <p:nvPr/>
              </p:nvSpPr>
              <p:spPr bwMode="gray">
                <a:xfrm>
                  <a:off x="6927767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8" name="Würfel 437"/>
                <p:cNvSpPr/>
                <p:nvPr/>
              </p:nvSpPr>
              <p:spPr bwMode="gray">
                <a:xfrm>
                  <a:off x="7210896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9" name="Würfel 438"/>
                <p:cNvSpPr/>
                <p:nvPr/>
              </p:nvSpPr>
              <p:spPr bwMode="gray">
                <a:xfrm>
                  <a:off x="706933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0" name="Würfel 439"/>
                <p:cNvSpPr/>
                <p:nvPr/>
              </p:nvSpPr>
              <p:spPr bwMode="gray">
                <a:xfrm>
                  <a:off x="7352461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8" name="Gruppieren 7"/>
              <p:cNvGrpSpPr/>
              <p:nvPr/>
            </p:nvGrpSpPr>
            <p:grpSpPr bwMode="gray">
              <a:xfrm>
                <a:off x="6159357" y="4568639"/>
                <a:ext cx="1188000" cy="88423"/>
                <a:chOff x="6078379" y="4634454"/>
                <a:chExt cx="1377386" cy="102519"/>
              </a:xfrm>
              <a:solidFill>
                <a:srgbClr val="C8C8C8"/>
              </a:solidFill>
            </p:grpSpPr>
            <p:sp>
              <p:nvSpPr>
                <p:cNvPr id="421" name="Würfel 420"/>
                <p:cNvSpPr/>
                <p:nvPr/>
              </p:nvSpPr>
              <p:spPr bwMode="gray">
                <a:xfrm>
                  <a:off x="6078379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2" name="Würfel 421"/>
                <p:cNvSpPr/>
                <p:nvPr/>
              </p:nvSpPr>
              <p:spPr bwMode="gray">
                <a:xfrm>
                  <a:off x="6219944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3" name="Würfel 422"/>
                <p:cNvSpPr/>
                <p:nvPr/>
              </p:nvSpPr>
              <p:spPr bwMode="gray">
                <a:xfrm>
                  <a:off x="636150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4" name="Würfel 423"/>
                <p:cNvSpPr/>
                <p:nvPr/>
              </p:nvSpPr>
              <p:spPr bwMode="gray">
                <a:xfrm>
                  <a:off x="6503073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5" name="Würfel 424"/>
                <p:cNvSpPr/>
                <p:nvPr/>
              </p:nvSpPr>
              <p:spPr bwMode="gray">
                <a:xfrm>
                  <a:off x="664463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6" name="Würfel 425"/>
                <p:cNvSpPr/>
                <p:nvPr/>
              </p:nvSpPr>
              <p:spPr bwMode="gray">
                <a:xfrm>
                  <a:off x="678620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7" name="Würfel 426"/>
                <p:cNvSpPr/>
                <p:nvPr/>
              </p:nvSpPr>
              <p:spPr bwMode="gray">
                <a:xfrm>
                  <a:off x="6927767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8" name="Würfel 427"/>
                <p:cNvSpPr/>
                <p:nvPr/>
              </p:nvSpPr>
              <p:spPr bwMode="gray">
                <a:xfrm>
                  <a:off x="7210896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9" name="Würfel 428"/>
                <p:cNvSpPr/>
                <p:nvPr/>
              </p:nvSpPr>
              <p:spPr bwMode="gray">
                <a:xfrm>
                  <a:off x="706933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30" name="Würfel 429"/>
                <p:cNvSpPr/>
                <p:nvPr/>
              </p:nvSpPr>
              <p:spPr bwMode="gray">
                <a:xfrm>
                  <a:off x="7352461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" name="Gruppieren 5"/>
              <p:cNvGrpSpPr/>
              <p:nvPr/>
            </p:nvGrpSpPr>
            <p:grpSpPr bwMode="gray">
              <a:xfrm>
                <a:off x="6159357" y="4690808"/>
                <a:ext cx="1188000" cy="88423"/>
                <a:chOff x="6078379" y="4776099"/>
                <a:chExt cx="1377386" cy="102519"/>
              </a:xfrm>
              <a:solidFill>
                <a:srgbClr val="C8C8C8"/>
              </a:solidFill>
            </p:grpSpPr>
            <p:sp>
              <p:nvSpPr>
                <p:cNvPr id="410" name="Würfel 409"/>
                <p:cNvSpPr/>
                <p:nvPr/>
              </p:nvSpPr>
              <p:spPr bwMode="gray">
                <a:xfrm>
                  <a:off x="6078379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1" name="Würfel 410"/>
                <p:cNvSpPr/>
                <p:nvPr/>
              </p:nvSpPr>
              <p:spPr bwMode="gray">
                <a:xfrm>
                  <a:off x="6219944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3" name="Würfel 412"/>
                <p:cNvSpPr/>
                <p:nvPr/>
              </p:nvSpPr>
              <p:spPr bwMode="gray">
                <a:xfrm>
                  <a:off x="636150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4" name="Würfel 413"/>
                <p:cNvSpPr/>
                <p:nvPr/>
              </p:nvSpPr>
              <p:spPr bwMode="gray">
                <a:xfrm>
                  <a:off x="6503073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5" name="Würfel 414"/>
                <p:cNvSpPr/>
                <p:nvPr/>
              </p:nvSpPr>
              <p:spPr bwMode="gray">
                <a:xfrm>
                  <a:off x="664463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6" name="Würfel 415"/>
                <p:cNvSpPr/>
                <p:nvPr/>
              </p:nvSpPr>
              <p:spPr bwMode="gray">
                <a:xfrm>
                  <a:off x="678620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7" name="Würfel 416"/>
                <p:cNvSpPr/>
                <p:nvPr/>
              </p:nvSpPr>
              <p:spPr bwMode="gray">
                <a:xfrm>
                  <a:off x="6927767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8" name="Würfel 417"/>
                <p:cNvSpPr/>
                <p:nvPr/>
              </p:nvSpPr>
              <p:spPr bwMode="gray">
                <a:xfrm>
                  <a:off x="7210896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19" name="Würfel 418"/>
                <p:cNvSpPr/>
                <p:nvPr/>
              </p:nvSpPr>
              <p:spPr bwMode="gray">
                <a:xfrm>
                  <a:off x="706933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20" name="Würfel 419"/>
                <p:cNvSpPr/>
                <p:nvPr/>
              </p:nvSpPr>
              <p:spPr bwMode="gray">
                <a:xfrm>
                  <a:off x="7352461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5" name="Gruppieren 4"/>
              <p:cNvGrpSpPr/>
              <p:nvPr/>
            </p:nvGrpSpPr>
            <p:grpSpPr bwMode="gray">
              <a:xfrm>
                <a:off x="6159357" y="4446463"/>
                <a:ext cx="1188000" cy="88423"/>
                <a:chOff x="6078379" y="4492802"/>
                <a:chExt cx="1377386" cy="102519"/>
              </a:xfrm>
              <a:solidFill>
                <a:srgbClr val="C8C8C8"/>
              </a:solidFill>
            </p:grpSpPr>
            <p:sp>
              <p:nvSpPr>
                <p:cNvPr id="389" name="Würfel 388"/>
                <p:cNvSpPr/>
                <p:nvPr/>
              </p:nvSpPr>
              <p:spPr bwMode="gray">
                <a:xfrm>
                  <a:off x="6078379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92" name="Würfel 391"/>
                <p:cNvSpPr/>
                <p:nvPr/>
              </p:nvSpPr>
              <p:spPr bwMode="gray">
                <a:xfrm>
                  <a:off x="6219944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93" name="Würfel 392"/>
                <p:cNvSpPr/>
                <p:nvPr/>
              </p:nvSpPr>
              <p:spPr bwMode="gray">
                <a:xfrm>
                  <a:off x="636150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2" name="Würfel 401"/>
                <p:cNvSpPr/>
                <p:nvPr/>
              </p:nvSpPr>
              <p:spPr bwMode="gray">
                <a:xfrm>
                  <a:off x="6503073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3" name="Würfel 402"/>
                <p:cNvSpPr/>
                <p:nvPr/>
              </p:nvSpPr>
              <p:spPr bwMode="gray">
                <a:xfrm>
                  <a:off x="664463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4" name="Würfel 403"/>
                <p:cNvSpPr/>
                <p:nvPr/>
              </p:nvSpPr>
              <p:spPr bwMode="gray">
                <a:xfrm>
                  <a:off x="678620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6" name="Würfel 405"/>
                <p:cNvSpPr/>
                <p:nvPr/>
              </p:nvSpPr>
              <p:spPr bwMode="gray">
                <a:xfrm>
                  <a:off x="6927767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7" name="Würfel 406"/>
                <p:cNvSpPr/>
                <p:nvPr/>
              </p:nvSpPr>
              <p:spPr bwMode="gray">
                <a:xfrm>
                  <a:off x="7210896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8" name="Würfel 407"/>
                <p:cNvSpPr/>
                <p:nvPr/>
              </p:nvSpPr>
              <p:spPr bwMode="gray">
                <a:xfrm>
                  <a:off x="706933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09" name="Würfel 408"/>
                <p:cNvSpPr/>
                <p:nvPr/>
              </p:nvSpPr>
              <p:spPr bwMode="gray">
                <a:xfrm>
                  <a:off x="7352461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537" name="Textfeld 536"/>
              <p:cNvSpPr txBox="1"/>
              <p:nvPr/>
            </p:nvSpPr>
            <p:spPr bwMode="gray">
              <a:xfrm>
                <a:off x="7455766" y="3501982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28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17" name="Gruppieren 216"/>
            <p:cNvGrpSpPr/>
            <p:nvPr/>
          </p:nvGrpSpPr>
          <p:grpSpPr>
            <a:xfrm>
              <a:off x="393450" y="3429795"/>
              <a:ext cx="1296000" cy="1501437"/>
              <a:chOff x="393450" y="3429795"/>
              <a:chExt cx="1296000" cy="1501437"/>
            </a:xfrm>
          </p:grpSpPr>
          <p:sp>
            <p:nvSpPr>
              <p:cNvPr id="269" name="Textfeld 268"/>
              <p:cNvSpPr txBox="1"/>
              <p:nvPr/>
            </p:nvSpPr>
            <p:spPr bwMode="gray">
              <a:xfrm>
                <a:off x="393450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70" name="Textfeld 269"/>
              <p:cNvSpPr txBox="1"/>
              <p:nvPr/>
            </p:nvSpPr>
            <p:spPr bwMode="gray">
              <a:xfrm>
                <a:off x="395217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dirty="0" smtClean="0">
                    <a:solidFill>
                      <a:schemeClr val="accent1"/>
                    </a:solidFill>
                  </a:rPr>
                  <a:t>38</a:t>
                </a:r>
                <a:r>
                  <a:rPr lang="de-DE" sz="2400" dirty="0" smtClean="0">
                    <a:solidFill>
                      <a:schemeClr val="accent1"/>
                    </a:solidFill>
                  </a:rPr>
                  <a:t> %</a:t>
                </a:r>
                <a:endParaRPr lang="de-DE" sz="24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216" name="Gruppieren 215"/>
            <p:cNvGrpSpPr/>
            <p:nvPr/>
          </p:nvGrpSpPr>
          <p:grpSpPr>
            <a:xfrm>
              <a:off x="1762755" y="3429795"/>
              <a:ext cx="1296000" cy="1501437"/>
              <a:chOff x="1762755" y="3429795"/>
              <a:chExt cx="1296000" cy="1501437"/>
            </a:xfrm>
          </p:grpSpPr>
          <p:sp>
            <p:nvSpPr>
              <p:cNvPr id="271" name="Textfeld 270"/>
              <p:cNvSpPr txBox="1"/>
              <p:nvPr/>
            </p:nvSpPr>
            <p:spPr bwMode="gray">
              <a:xfrm>
                <a:off x="1762755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72" name="Textfeld 271"/>
              <p:cNvSpPr txBox="1"/>
              <p:nvPr/>
            </p:nvSpPr>
            <p:spPr bwMode="gray">
              <a:xfrm>
                <a:off x="1762755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62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215" name="Gruppieren 214"/>
            <p:cNvGrpSpPr/>
            <p:nvPr/>
          </p:nvGrpSpPr>
          <p:grpSpPr>
            <a:xfrm>
              <a:off x="3202985" y="3429796"/>
              <a:ext cx="1296000" cy="1501437"/>
              <a:chOff x="3202985" y="3429796"/>
              <a:chExt cx="1296000" cy="1501437"/>
            </a:xfrm>
          </p:grpSpPr>
          <p:sp>
            <p:nvSpPr>
              <p:cNvPr id="273" name="Textfeld 272"/>
              <p:cNvSpPr txBox="1"/>
              <p:nvPr/>
            </p:nvSpPr>
            <p:spPr bwMode="gray">
              <a:xfrm>
                <a:off x="3202985" y="3861234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74" name="Textfeld 273"/>
              <p:cNvSpPr txBox="1"/>
              <p:nvPr/>
            </p:nvSpPr>
            <p:spPr bwMode="gray">
              <a:xfrm>
                <a:off x="3204752" y="3429796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prstClr val="black">
                        <a:lumMod val="85000"/>
                        <a:lumOff val="15000"/>
                      </a:prstClr>
                    </a:solidFill>
                  </a:rPr>
                  <a:t>$ </a:t>
                </a:r>
                <a:r>
                  <a:rPr lang="de-DE" sz="4000" dirty="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97</a:t>
                </a:r>
                <a:endParaRPr lang="de-DE" sz="24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14" name="Gruppieren 213"/>
            <p:cNvGrpSpPr/>
            <p:nvPr/>
          </p:nvGrpSpPr>
          <p:grpSpPr>
            <a:xfrm>
              <a:off x="4641038" y="3429796"/>
              <a:ext cx="1296000" cy="1501437"/>
              <a:chOff x="4641038" y="3429796"/>
              <a:chExt cx="1296000" cy="1501437"/>
            </a:xfrm>
          </p:grpSpPr>
          <p:sp>
            <p:nvSpPr>
              <p:cNvPr id="275" name="Textfeld 274"/>
              <p:cNvSpPr txBox="1"/>
              <p:nvPr/>
            </p:nvSpPr>
            <p:spPr bwMode="gray">
              <a:xfrm>
                <a:off x="4641038" y="3861234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76" name="Textfeld 275"/>
              <p:cNvSpPr txBox="1"/>
              <p:nvPr/>
            </p:nvSpPr>
            <p:spPr bwMode="gray">
              <a:xfrm>
                <a:off x="4641038" y="3429796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prstClr val="black">
                        <a:lumMod val="85000"/>
                        <a:lumOff val="15000"/>
                      </a:prstClr>
                    </a:solidFill>
                  </a:rPr>
                  <a:t>$ </a:t>
                </a:r>
                <a:r>
                  <a:rPr lang="de-DE" sz="4000" dirty="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200</a:t>
                </a:r>
                <a:endParaRPr lang="de-DE" sz="24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cxnSp>
          <p:nvCxnSpPr>
            <p:cNvPr id="278" name="Gerade Verbindung 277"/>
            <p:cNvCxnSpPr/>
            <p:nvPr/>
          </p:nvCxnSpPr>
          <p:spPr bwMode="gray">
            <a:xfrm>
              <a:off x="4571762" y="3501694"/>
              <a:ext cx="0" cy="1368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Gerade Verbindung 279"/>
            <p:cNvCxnSpPr/>
            <p:nvPr/>
          </p:nvCxnSpPr>
          <p:spPr bwMode="gray">
            <a:xfrm>
              <a:off x="1689450" y="3501694"/>
              <a:ext cx="0" cy="1368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1" name="Gruppieren 350"/>
            <p:cNvGrpSpPr/>
            <p:nvPr/>
          </p:nvGrpSpPr>
          <p:grpSpPr bwMode="gray">
            <a:xfrm>
              <a:off x="3203549" y="4943395"/>
              <a:ext cx="2656894" cy="1439806"/>
              <a:chOff x="3203549" y="4943395"/>
              <a:chExt cx="2656894" cy="1439806"/>
            </a:xfrm>
          </p:grpSpPr>
          <p:grpSp>
            <p:nvGrpSpPr>
              <p:cNvPr id="352" name="Gruppieren 351"/>
              <p:cNvGrpSpPr/>
              <p:nvPr/>
            </p:nvGrpSpPr>
            <p:grpSpPr bwMode="gray">
              <a:xfrm>
                <a:off x="3203549" y="5731235"/>
                <a:ext cx="540000" cy="540000"/>
                <a:chOff x="10084155" y="2429275"/>
                <a:chExt cx="1200224" cy="1200224"/>
              </a:xfrm>
            </p:grpSpPr>
            <p:sp>
              <p:nvSpPr>
                <p:cNvPr id="359" name="Rad 358"/>
                <p:cNvSpPr/>
                <p:nvPr/>
              </p:nvSpPr>
              <p:spPr bwMode="gray">
                <a:xfrm flipH="1">
                  <a:off x="10084155" y="2429275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360" name="Rechteck 359"/>
                <p:cNvSpPr/>
                <p:nvPr/>
              </p:nvSpPr>
              <p:spPr bwMode="gray">
                <a:xfrm>
                  <a:off x="10084155" y="2429275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smtClean="0">
                      <a:solidFill>
                        <a:srgbClr val="7D7D7D"/>
                      </a:solidFill>
                    </a:rPr>
                    <a:t>50</a:t>
                  </a:r>
                  <a:endParaRPr lang="de-DE" sz="10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61" name="Halbbogen 360"/>
                <p:cNvSpPr/>
                <p:nvPr/>
              </p:nvSpPr>
              <p:spPr bwMode="gray">
                <a:xfrm flipH="1">
                  <a:off x="10084155" y="2429275"/>
                  <a:ext cx="1200224" cy="1200224"/>
                </a:xfrm>
                <a:prstGeom prst="blockArc">
                  <a:avLst>
                    <a:gd name="adj1" fmla="val 5338917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grpSp>
            <p:nvGrpSpPr>
              <p:cNvPr id="353" name="Gruppieren 352"/>
              <p:cNvGrpSpPr/>
              <p:nvPr/>
            </p:nvGrpSpPr>
            <p:grpSpPr bwMode="gray">
              <a:xfrm>
                <a:off x="3203549" y="5032839"/>
                <a:ext cx="540000" cy="540000"/>
                <a:chOff x="10084155" y="854345"/>
                <a:chExt cx="1200224" cy="1200224"/>
              </a:xfrm>
            </p:grpSpPr>
            <p:sp>
              <p:nvSpPr>
                <p:cNvPr id="356" name="Rad 355"/>
                <p:cNvSpPr/>
                <p:nvPr/>
              </p:nvSpPr>
              <p:spPr bwMode="gray">
                <a:xfrm flipH="1">
                  <a:off x="10084155" y="854345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357" name="Rechteck 356"/>
                <p:cNvSpPr/>
                <p:nvPr/>
              </p:nvSpPr>
              <p:spPr bwMode="gray">
                <a:xfrm>
                  <a:off x="10084155" y="854345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dirty="0" smtClean="0">
                      <a:solidFill>
                        <a:schemeClr val="accent1"/>
                      </a:solidFill>
                    </a:rPr>
                    <a:t>30</a:t>
                  </a:r>
                  <a:endParaRPr lang="de-DE" sz="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58" name="Halbbogen 357"/>
                <p:cNvSpPr/>
                <p:nvPr/>
              </p:nvSpPr>
              <p:spPr bwMode="gray">
                <a:xfrm flipH="1">
                  <a:off x="10084155" y="854345"/>
                  <a:ext cx="1200224" cy="1200224"/>
                </a:xfrm>
                <a:prstGeom prst="blockArc">
                  <a:avLst>
                    <a:gd name="adj1" fmla="val 8993034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sp>
            <p:nvSpPr>
              <p:cNvPr id="354" name="Textfeld 353"/>
              <p:cNvSpPr txBox="1"/>
              <p:nvPr/>
            </p:nvSpPr>
            <p:spPr bwMode="gray">
              <a:xfrm>
                <a:off x="3771814" y="4943395"/>
                <a:ext cx="2088629" cy="7198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55" name="Textfeld 354"/>
              <p:cNvSpPr txBox="1"/>
              <p:nvPr/>
            </p:nvSpPr>
            <p:spPr bwMode="gray">
              <a:xfrm>
                <a:off x="3771814" y="5663202"/>
                <a:ext cx="2088629" cy="71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rgbClr val="7D7D7D"/>
                    </a:solidFill>
                  </a:rPr>
                  <a:t>Replace this text with your own information.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This text demonstrates how your text will look like. Type your text here, this is only a placeholder.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86" name="Gruppieren 285"/>
            <p:cNvGrpSpPr/>
            <p:nvPr/>
          </p:nvGrpSpPr>
          <p:grpSpPr>
            <a:xfrm>
              <a:off x="501449" y="4931233"/>
              <a:ext cx="2557073" cy="1430000"/>
              <a:chOff x="501449" y="4931233"/>
              <a:chExt cx="2557073" cy="1430000"/>
            </a:xfrm>
          </p:grpSpPr>
          <p:grpSp>
            <p:nvGrpSpPr>
              <p:cNvPr id="18" name="Gruppieren 17"/>
              <p:cNvGrpSpPr/>
              <p:nvPr/>
            </p:nvGrpSpPr>
            <p:grpSpPr bwMode="gray">
              <a:xfrm>
                <a:off x="501449" y="5063090"/>
                <a:ext cx="1200224" cy="1200224"/>
                <a:chOff x="1832988" y="5137232"/>
                <a:chExt cx="1224000" cy="1224000"/>
              </a:xfrm>
            </p:grpSpPr>
            <p:sp>
              <p:nvSpPr>
                <p:cNvPr id="342" name="Ellipse 341"/>
                <p:cNvSpPr/>
                <p:nvPr/>
              </p:nvSpPr>
              <p:spPr bwMode="gray">
                <a:xfrm flipH="1">
                  <a:off x="1832988" y="5137232"/>
                  <a:ext cx="1224000" cy="1224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3" name="Kreis 342"/>
                <p:cNvSpPr/>
                <p:nvPr/>
              </p:nvSpPr>
              <p:spPr bwMode="gray">
                <a:xfrm flipH="1">
                  <a:off x="1832988" y="5137232"/>
                  <a:ext cx="1224000" cy="1224000"/>
                </a:xfrm>
                <a:prstGeom prst="pie">
                  <a:avLst>
                    <a:gd name="adj1" fmla="val 8658623"/>
                    <a:gd name="adj2" fmla="val 16200000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346" name="Rechteck 345"/>
              <p:cNvSpPr/>
              <p:nvPr/>
            </p:nvSpPr>
            <p:spPr bwMode="gray">
              <a:xfrm>
                <a:off x="1689450" y="4931233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</a:t>
                </a:r>
              </a:p>
              <a:p>
                <a:pPr lvl="0">
                  <a:spcAft>
                    <a:spcPts val="30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27" name="Rechteck 226"/>
              <p:cNvSpPr/>
              <p:nvPr/>
            </p:nvSpPr>
            <p:spPr bwMode="gray">
              <a:xfrm>
                <a:off x="1101561" y="5063090"/>
                <a:ext cx="587889" cy="934200"/>
              </a:xfrm>
              <a:prstGeom prst="rect">
                <a:avLst/>
              </a:prstGeom>
            </p:spPr>
            <p:txBody>
              <a:bodyPr wrap="square" lIns="0" tIns="0" rIns="0" bIns="0" anchor="ctr">
                <a:noAutofit/>
              </a:bodyPr>
              <a:lstStyle/>
              <a:p>
                <a:pPr lvl="0" algn="ctr"/>
                <a:r>
                  <a:rPr lang="de-DE" sz="2000" smtClean="0">
                    <a:solidFill>
                      <a:srgbClr val="FFFFFF"/>
                    </a:solidFill>
                  </a:rPr>
                  <a:t>38</a:t>
                </a:r>
                <a:r>
                  <a:rPr lang="de-DE" sz="1200" smtClean="0">
                    <a:solidFill>
                      <a:srgbClr val="FFFFFF"/>
                    </a:solidFill>
                  </a:rPr>
                  <a:t>%</a:t>
                </a:r>
                <a:endParaRPr lang="de-DE" sz="12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284" name="Gruppieren 283"/>
            <p:cNvGrpSpPr/>
            <p:nvPr/>
          </p:nvGrpSpPr>
          <p:grpSpPr bwMode="gray">
            <a:xfrm>
              <a:off x="6240045" y="5019812"/>
              <a:ext cx="2341571" cy="1341420"/>
              <a:chOff x="6240045" y="5019812"/>
              <a:chExt cx="2341571" cy="1341420"/>
            </a:xfrm>
          </p:grpSpPr>
          <p:sp>
            <p:nvSpPr>
              <p:cNvPr id="362" name="Freeform 24"/>
              <p:cNvSpPr>
                <a:spLocks/>
              </p:cNvSpPr>
              <p:nvPr/>
            </p:nvSpPr>
            <p:spPr bwMode="gray">
              <a:xfrm>
                <a:off x="6240045" y="5019812"/>
                <a:ext cx="2341571" cy="1341420"/>
              </a:xfrm>
              <a:custGeom>
                <a:avLst/>
                <a:gdLst/>
                <a:ahLst/>
                <a:cxnLst/>
                <a:rect l="l" t="t" r="r" b="b"/>
                <a:pathLst>
                  <a:path w="1884363" h="1079500">
                    <a:moveTo>
                      <a:pt x="702783" y="425450"/>
                    </a:moveTo>
                    <a:cubicBezTo>
                      <a:pt x="817945" y="425450"/>
                      <a:pt x="912437" y="499438"/>
                      <a:pt x="921295" y="594142"/>
                    </a:cubicBezTo>
                    <a:cubicBezTo>
                      <a:pt x="956730" y="552709"/>
                      <a:pt x="1009881" y="529033"/>
                      <a:pt x="1068939" y="529033"/>
                    </a:cubicBezTo>
                    <a:cubicBezTo>
                      <a:pt x="1172289" y="529033"/>
                      <a:pt x="1257922" y="605980"/>
                      <a:pt x="1263828" y="706603"/>
                    </a:cubicBezTo>
                    <a:cubicBezTo>
                      <a:pt x="1296310" y="671089"/>
                      <a:pt x="1343556" y="650372"/>
                      <a:pt x="1396707" y="650372"/>
                    </a:cubicBezTo>
                    <a:cubicBezTo>
                      <a:pt x="1500058" y="650372"/>
                      <a:pt x="1582738" y="730279"/>
                      <a:pt x="1582738" y="830902"/>
                    </a:cubicBezTo>
                    <a:cubicBezTo>
                      <a:pt x="1582738" y="969999"/>
                      <a:pt x="1473482" y="1079500"/>
                      <a:pt x="1334697" y="1079500"/>
                    </a:cubicBezTo>
                    <a:cubicBezTo>
                      <a:pt x="1334697" y="1079500"/>
                      <a:pt x="1334697" y="1079500"/>
                      <a:pt x="245088" y="1079500"/>
                    </a:cubicBezTo>
                    <a:cubicBezTo>
                      <a:pt x="109256" y="1079500"/>
                      <a:pt x="0" y="969999"/>
                      <a:pt x="0" y="830902"/>
                    </a:cubicBezTo>
                    <a:cubicBezTo>
                      <a:pt x="0" y="721400"/>
                      <a:pt x="85633" y="632615"/>
                      <a:pt x="194889" y="632615"/>
                    </a:cubicBezTo>
                    <a:cubicBezTo>
                      <a:pt x="218512" y="632615"/>
                      <a:pt x="242135" y="638534"/>
                      <a:pt x="262805" y="647413"/>
                    </a:cubicBezTo>
                    <a:cubicBezTo>
                      <a:pt x="280523" y="579344"/>
                      <a:pt x="336627" y="529033"/>
                      <a:pt x="398637" y="529033"/>
                    </a:cubicBezTo>
                    <a:cubicBezTo>
                      <a:pt x="434072" y="529033"/>
                      <a:pt x="466553" y="543830"/>
                      <a:pt x="493129" y="567506"/>
                    </a:cubicBezTo>
                    <a:cubicBezTo>
                      <a:pt x="513799" y="487600"/>
                      <a:pt x="599433" y="425450"/>
                      <a:pt x="702783" y="425450"/>
                    </a:cubicBezTo>
                    <a:close/>
                    <a:moveTo>
                      <a:pt x="921485" y="0"/>
                    </a:moveTo>
                    <a:cubicBezTo>
                      <a:pt x="1045537" y="0"/>
                      <a:pt x="1148913" y="79904"/>
                      <a:pt x="1157774" y="186443"/>
                    </a:cubicBezTo>
                    <a:cubicBezTo>
                      <a:pt x="1196171" y="142052"/>
                      <a:pt x="1255243" y="112458"/>
                      <a:pt x="1320223" y="112458"/>
                    </a:cubicBezTo>
                    <a:cubicBezTo>
                      <a:pt x="1435414" y="112458"/>
                      <a:pt x="1526976" y="198281"/>
                      <a:pt x="1532883" y="307779"/>
                    </a:cubicBezTo>
                    <a:cubicBezTo>
                      <a:pt x="1571280" y="269307"/>
                      <a:pt x="1621491" y="245632"/>
                      <a:pt x="1680564" y="245632"/>
                    </a:cubicBezTo>
                    <a:cubicBezTo>
                      <a:pt x="1792801" y="245632"/>
                      <a:pt x="1884363" y="337374"/>
                      <a:pt x="1884363" y="446872"/>
                    </a:cubicBezTo>
                    <a:cubicBezTo>
                      <a:pt x="1884363" y="597802"/>
                      <a:pt x="1763265" y="719138"/>
                      <a:pt x="1615584" y="719138"/>
                    </a:cubicBezTo>
                    <a:cubicBezTo>
                      <a:pt x="1615584" y="719138"/>
                      <a:pt x="1615584" y="719138"/>
                      <a:pt x="1613369" y="719138"/>
                    </a:cubicBezTo>
                    <a:lnTo>
                      <a:pt x="1597863" y="719138"/>
                    </a:lnTo>
                    <a:cubicBezTo>
                      <a:pt x="1559466" y="648112"/>
                      <a:pt x="1482672" y="603721"/>
                      <a:pt x="1397017" y="603721"/>
                    </a:cubicBezTo>
                    <a:cubicBezTo>
                      <a:pt x="1358620" y="603721"/>
                      <a:pt x="1323176" y="612599"/>
                      <a:pt x="1293640" y="627396"/>
                    </a:cubicBezTo>
                    <a:cubicBezTo>
                      <a:pt x="1255243" y="541573"/>
                      <a:pt x="1169589" y="482385"/>
                      <a:pt x="1069166" y="482385"/>
                    </a:cubicBezTo>
                    <a:cubicBezTo>
                      <a:pt x="1024861" y="482385"/>
                      <a:pt x="980557" y="494223"/>
                      <a:pt x="945114" y="514939"/>
                    </a:cubicBezTo>
                    <a:cubicBezTo>
                      <a:pt x="903763" y="435034"/>
                      <a:pt x="809248" y="378805"/>
                      <a:pt x="702917" y="378805"/>
                    </a:cubicBezTo>
                    <a:cubicBezTo>
                      <a:pt x="605448" y="378805"/>
                      <a:pt x="516840" y="426156"/>
                      <a:pt x="472536" y="497182"/>
                    </a:cubicBezTo>
                    <a:cubicBezTo>
                      <a:pt x="448907" y="488304"/>
                      <a:pt x="425278" y="482385"/>
                      <a:pt x="398695" y="482385"/>
                    </a:cubicBezTo>
                    <a:cubicBezTo>
                      <a:pt x="330762" y="482385"/>
                      <a:pt x="268736" y="523817"/>
                      <a:pt x="233293" y="591883"/>
                    </a:cubicBezTo>
                    <a:cubicBezTo>
                      <a:pt x="221478" y="588924"/>
                      <a:pt x="206710" y="585964"/>
                      <a:pt x="194896" y="585964"/>
                    </a:cubicBezTo>
                    <a:cubicBezTo>
                      <a:pt x="191942" y="585964"/>
                      <a:pt x="188989" y="585964"/>
                      <a:pt x="186035" y="585964"/>
                    </a:cubicBezTo>
                    <a:cubicBezTo>
                      <a:pt x="162406" y="547492"/>
                      <a:pt x="147638" y="497182"/>
                      <a:pt x="147638" y="446872"/>
                    </a:cubicBezTo>
                    <a:cubicBezTo>
                      <a:pt x="147638" y="325536"/>
                      <a:pt x="242154" y="227875"/>
                      <a:pt x="360298" y="227875"/>
                    </a:cubicBezTo>
                    <a:cubicBezTo>
                      <a:pt x="386881" y="227875"/>
                      <a:pt x="413463" y="233794"/>
                      <a:pt x="437092" y="242672"/>
                    </a:cubicBezTo>
                    <a:cubicBezTo>
                      <a:pt x="454814" y="168687"/>
                      <a:pt x="516840" y="115417"/>
                      <a:pt x="587727" y="115417"/>
                    </a:cubicBezTo>
                    <a:cubicBezTo>
                      <a:pt x="626124" y="115417"/>
                      <a:pt x="661567" y="130215"/>
                      <a:pt x="688149" y="156849"/>
                    </a:cubicBezTo>
                    <a:cubicBezTo>
                      <a:pt x="711778" y="68067"/>
                      <a:pt x="806294" y="0"/>
                      <a:pt x="92148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FFFFF"/>
                  </a:gs>
                  <a:gs pos="50000">
                    <a:srgbClr val="E6E6E6"/>
                  </a:gs>
                </a:gsLst>
                <a:lin ang="162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9" name="Textfeld 228"/>
              <p:cNvSpPr txBox="1"/>
              <p:nvPr/>
            </p:nvSpPr>
            <p:spPr bwMode="gray">
              <a:xfrm>
                <a:off x="6247907" y="5564949"/>
                <a:ext cx="1922847" cy="7962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b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spcAft>
                    <a:spcPts val="0"/>
                  </a:spcAft>
                </a:pPr>
                <a:r>
                  <a:rPr lang="de-DE" sz="2400" b="1" smtClean="0">
                    <a:solidFill>
                      <a:schemeClr val="accent1"/>
                    </a:solidFill>
                  </a:rPr>
                  <a:t>5,000</a:t>
                </a:r>
                <a:r>
                  <a:rPr lang="de-DE" sz="2800" b="1" smtClean="0">
                    <a:solidFill>
                      <a:srgbClr val="969696"/>
                    </a:solidFill>
                  </a:rPr>
                  <a:t> </a:t>
                </a:r>
                <a:r>
                  <a:rPr lang="de-DE" b="1" smtClean="0">
                    <a:solidFill>
                      <a:srgbClr val="7D7D7D"/>
                    </a:solidFill>
                  </a:rPr>
                  <a:t>TB</a:t>
                </a:r>
                <a:endParaRPr lang="de-DE" sz="2800" b="1" smtClean="0">
                  <a:solidFill>
                    <a:srgbClr val="7D7D7D"/>
                  </a:solidFill>
                </a:endParaRPr>
              </a:p>
              <a:p>
                <a:pPr>
                  <a:spcAft>
                    <a:spcPts val="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of data saved in cloud.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30" name="Textfeld 229"/>
              <p:cNvSpPr txBox="1"/>
              <p:nvPr/>
            </p:nvSpPr>
            <p:spPr bwMode="gray">
              <a:xfrm>
                <a:off x="7283845" y="5303298"/>
                <a:ext cx="847824" cy="318270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85000"/>
                  </a:lnSpc>
                  <a:spcAft>
                    <a:spcPts val="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of total capacity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" name="Rechteck 1"/>
              <p:cNvSpPr/>
              <p:nvPr/>
            </p:nvSpPr>
            <p:spPr bwMode="gray">
              <a:xfrm>
                <a:off x="7125374" y="5119781"/>
                <a:ext cx="538930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de-DE" sz="1400" b="1" dirty="0" smtClean="0">
                    <a:solidFill>
                      <a:srgbClr val="7D7D7D"/>
                    </a:solidFill>
                  </a:rPr>
                  <a:t>67% </a:t>
                </a:r>
                <a:endParaRPr lang="de-DE" sz="1400" dirty="0">
                  <a:solidFill>
                    <a:srgbClr val="7D7D7D"/>
                  </a:solidFill>
                </a:endParaRPr>
              </a:p>
            </p:txBody>
          </p:sp>
        </p:grpSp>
        <p:sp>
          <p:nvSpPr>
            <p:cNvPr id="530" name="Freeform 8"/>
            <p:cNvSpPr>
              <a:spLocks noEditPoints="1"/>
            </p:cNvSpPr>
            <p:nvPr/>
          </p:nvSpPr>
          <p:spPr bwMode="gray">
            <a:xfrm rot="10477525" flipH="1" flipV="1">
              <a:off x="5713116" y="3565357"/>
              <a:ext cx="403326" cy="142327"/>
            </a:xfrm>
            <a:custGeom>
              <a:avLst/>
              <a:gdLst>
                <a:gd name="T0" fmla="*/ 508 w 642"/>
                <a:gd name="T1" fmla="*/ 94 h 189"/>
                <a:gd name="T2" fmla="*/ 243 w 642"/>
                <a:gd name="T3" fmla="*/ 72 h 189"/>
                <a:gd name="T4" fmla="*/ 21 w 642"/>
                <a:gd name="T5" fmla="*/ 183 h 189"/>
                <a:gd name="T6" fmla="*/ 4 w 642"/>
                <a:gd name="T7" fmla="*/ 182 h 189"/>
                <a:gd name="T8" fmla="*/ 10 w 642"/>
                <a:gd name="T9" fmla="*/ 164 h 189"/>
                <a:gd name="T10" fmla="*/ 239 w 642"/>
                <a:gd name="T11" fmla="*/ 47 h 189"/>
                <a:gd name="T12" fmla="*/ 522 w 642"/>
                <a:gd name="T13" fmla="*/ 68 h 189"/>
                <a:gd name="T14" fmla="*/ 508 w 642"/>
                <a:gd name="T15" fmla="*/ 94 h 189"/>
                <a:gd name="T16" fmla="*/ 630 w 642"/>
                <a:gd name="T17" fmla="*/ 93 h 189"/>
                <a:gd name="T18" fmla="*/ 515 w 642"/>
                <a:gd name="T19" fmla="*/ 7 h 189"/>
                <a:gd name="T20" fmla="*/ 496 w 642"/>
                <a:gd name="T21" fmla="*/ 30 h 189"/>
                <a:gd name="T22" fmla="*/ 572 w 642"/>
                <a:gd name="T23" fmla="*/ 87 h 189"/>
                <a:gd name="T24" fmla="*/ 541 w 642"/>
                <a:gd name="T25" fmla="*/ 98 h 189"/>
                <a:gd name="T26" fmla="*/ 459 w 642"/>
                <a:gd name="T27" fmla="*/ 162 h 189"/>
                <a:gd name="T28" fmla="*/ 462 w 642"/>
                <a:gd name="T29" fmla="*/ 179 h 189"/>
                <a:gd name="T30" fmla="*/ 479 w 642"/>
                <a:gd name="T31" fmla="*/ 169 h 189"/>
                <a:gd name="T32" fmla="*/ 536 w 642"/>
                <a:gd name="T33" fmla="*/ 125 h 189"/>
                <a:gd name="T34" fmla="*/ 611 w 642"/>
                <a:gd name="T35" fmla="*/ 116 h 189"/>
                <a:gd name="T36" fmla="*/ 630 w 642"/>
                <a:gd name="T37" fmla="*/ 9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189">
                  <a:moveTo>
                    <a:pt x="508" y="94"/>
                  </a:moveTo>
                  <a:cubicBezTo>
                    <a:pt x="422" y="74"/>
                    <a:pt x="331" y="62"/>
                    <a:pt x="243" y="72"/>
                  </a:cubicBezTo>
                  <a:cubicBezTo>
                    <a:pt x="160" y="82"/>
                    <a:pt x="79" y="125"/>
                    <a:pt x="21" y="183"/>
                  </a:cubicBezTo>
                  <a:cubicBezTo>
                    <a:pt x="16" y="187"/>
                    <a:pt x="7" y="189"/>
                    <a:pt x="4" y="182"/>
                  </a:cubicBezTo>
                  <a:cubicBezTo>
                    <a:pt x="0" y="176"/>
                    <a:pt x="5" y="168"/>
                    <a:pt x="10" y="164"/>
                  </a:cubicBezTo>
                  <a:cubicBezTo>
                    <a:pt x="70" y="104"/>
                    <a:pt x="155" y="58"/>
                    <a:pt x="239" y="47"/>
                  </a:cubicBezTo>
                  <a:cubicBezTo>
                    <a:pt x="333" y="34"/>
                    <a:pt x="430" y="47"/>
                    <a:pt x="522" y="68"/>
                  </a:cubicBezTo>
                  <a:cubicBezTo>
                    <a:pt x="537" y="71"/>
                    <a:pt x="521" y="97"/>
                    <a:pt x="508" y="94"/>
                  </a:cubicBezTo>
                  <a:close/>
                  <a:moveTo>
                    <a:pt x="630" y="93"/>
                  </a:moveTo>
                  <a:cubicBezTo>
                    <a:pt x="590" y="67"/>
                    <a:pt x="555" y="33"/>
                    <a:pt x="515" y="7"/>
                  </a:cubicBezTo>
                  <a:cubicBezTo>
                    <a:pt x="503" y="0"/>
                    <a:pt x="484" y="23"/>
                    <a:pt x="496" y="30"/>
                  </a:cubicBezTo>
                  <a:cubicBezTo>
                    <a:pt x="523" y="47"/>
                    <a:pt x="547" y="68"/>
                    <a:pt x="572" y="87"/>
                  </a:cubicBezTo>
                  <a:cubicBezTo>
                    <a:pt x="561" y="90"/>
                    <a:pt x="551" y="94"/>
                    <a:pt x="541" y="98"/>
                  </a:cubicBezTo>
                  <a:cubicBezTo>
                    <a:pt x="509" y="111"/>
                    <a:pt x="478" y="133"/>
                    <a:pt x="459" y="162"/>
                  </a:cubicBezTo>
                  <a:cubicBezTo>
                    <a:pt x="455" y="167"/>
                    <a:pt x="455" y="176"/>
                    <a:pt x="462" y="179"/>
                  </a:cubicBezTo>
                  <a:cubicBezTo>
                    <a:pt x="469" y="181"/>
                    <a:pt x="475" y="175"/>
                    <a:pt x="479" y="169"/>
                  </a:cubicBezTo>
                  <a:cubicBezTo>
                    <a:pt x="493" y="150"/>
                    <a:pt x="515" y="136"/>
                    <a:pt x="536" y="125"/>
                  </a:cubicBezTo>
                  <a:cubicBezTo>
                    <a:pt x="557" y="115"/>
                    <a:pt x="588" y="103"/>
                    <a:pt x="611" y="116"/>
                  </a:cubicBezTo>
                  <a:cubicBezTo>
                    <a:pt x="623" y="122"/>
                    <a:pt x="642" y="100"/>
                    <a:pt x="63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381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531" name="Freeform 8"/>
            <p:cNvSpPr>
              <a:spLocks noEditPoints="1"/>
            </p:cNvSpPr>
            <p:nvPr/>
          </p:nvSpPr>
          <p:spPr bwMode="gray">
            <a:xfrm rot="4002702" flipV="1">
              <a:off x="612405" y="5030599"/>
              <a:ext cx="539078" cy="158678"/>
            </a:xfrm>
            <a:custGeom>
              <a:avLst/>
              <a:gdLst>
                <a:gd name="T0" fmla="*/ 508 w 642"/>
                <a:gd name="T1" fmla="*/ 94 h 189"/>
                <a:gd name="T2" fmla="*/ 243 w 642"/>
                <a:gd name="T3" fmla="*/ 72 h 189"/>
                <a:gd name="T4" fmla="*/ 21 w 642"/>
                <a:gd name="T5" fmla="*/ 183 h 189"/>
                <a:gd name="T6" fmla="*/ 4 w 642"/>
                <a:gd name="T7" fmla="*/ 182 h 189"/>
                <a:gd name="T8" fmla="*/ 10 w 642"/>
                <a:gd name="T9" fmla="*/ 164 h 189"/>
                <a:gd name="T10" fmla="*/ 239 w 642"/>
                <a:gd name="T11" fmla="*/ 47 h 189"/>
                <a:gd name="T12" fmla="*/ 522 w 642"/>
                <a:gd name="T13" fmla="*/ 68 h 189"/>
                <a:gd name="T14" fmla="*/ 508 w 642"/>
                <a:gd name="T15" fmla="*/ 94 h 189"/>
                <a:gd name="T16" fmla="*/ 630 w 642"/>
                <a:gd name="T17" fmla="*/ 93 h 189"/>
                <a:gd name="T18" fmla="*/ 515 w 642"/>
                <a:gd name="T19" fmla="*/ 7 h 189"/>
                <a:gd name="T20" fmla="*/ 496 w 642"/>
                <a:gd name="T21" fmla="*/ 30 h 189"/>
                <a:gd name="T22" fmla="*/ 572 w 642"/>
                <a:gd name="T23" fmla="*/ 87 h 189"/>
                <a:gd name="T24" fmla="*/ 541 w 642"/>
                <a:gd name="T25" fmla="*/ 98 h 189"/>
                <a:gd name="T26" fmla="*/ 459 w 642"/>
                <a:gd name="T27" fmla="*/ 162 h 189"/>
                <a:gd name="T28" fmla="*/ 462 w 642"/>
                <a:gd name="T29" fmla="*/ 179 h 189"/>
                <a:gd name="T30" fmla="*/ 479 w 642"/>
                <a:gd name="T31" fmla="*/ 169 h 189"/>
                <a:gd name="T32" fmla="*/ 536 w 642"/>
                <a:gd name="T33" fmla="*/ 125 h 189"/>
                <a:gd name="T34" fmla="*/ 611 w 642"/>
                <a:gd name="T35" fmla="*/ 116 h 189"/>
                <a:gd name="T36" fmla="*/ 630 w 642"/>
                <a:gd name="T37" fmla="*/ 9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189">
                  <a:moveTo>
                    <a:pt x="508" y="94"/>
                  </a:moveTo>
                  <a:cubicBezTo>
                    <a:pt x="422" y="74"/>
                    <a:pt x="331" y="62"/>
                    <a:pt x="243" y="72"/>
                  </a:cubicBezTo>
                  <a:cubicBezTo>
                    <a:pt x="160" y="82"/>
                    <a:pt x="79" y="125"/>
                    <a:pt x="21" y="183"/>
                  </a:cubicBezTo>
                  <a:cubicBezTo>
                    <a:pt x="16" y="187"/>
                    <a:pt x="7" y="189"/>
                    <a:pt x="4" y="182"/>
                  </a:cubicBezTo>
                  <a:cubicBezTo>
                    <a:pt x="0" y="176"/>
                    <a:pt x="5" y="168"/>
                    <a:pt x="10" y="164"/>
                  </a:cubicBezTo>
                  <a:cubicBezTo>
                    <a:pt x="70" y="104"/>
                    <a:pt x="155" y="58"/>
                    <a:pt x="239" y="47"/>
                  </a:cubicBezTo>
                  <a:cubicBezTo>
                    <a:pt x="333" y="34"/>
                    <a:pt x="430" y="47"/>
                    <a:pt x="522" y="68"/>
                  </a:cubicBezTo>
                  <a:cubicBezTo>
                    <a:pt x="537" y="71"/>
                    <a:pt x="521" y="97"/>
                    <a:pt x="508" y="94"/>
                  </a:cubicBezTo>
                  <a:close/>
                  <a:moveTo>
                    <a:pt x="630" y="93"/>
                  </a:moveTo>
                  <a:cubicBezTo>
                    <a:pt x="590" y="67"/>
                    <a:pt x="555" y="33"/>
                    <a:pt x="515" y="7"/>
                  </a:cubicBezTo>
                  <a:cubicBezTo>
                    <a:pt x="503" y="0"/>
                    <a:pt x="484" y="23"/>
                    <a:pt x="496" y="30"/>
                  </a:cubicBezTo>
                  <a:cubicBezTo>
                    <a:pt x="523" y="47"/>
                    <a:pt x="547" y="68"/>
                    <a:pt x="572" y="87"/>
                  </a:cubicBezTo>
                  <a:cubicBezTo>
                    <a:pt x="561" y="90"/>
                    <a:pt x="551" y="94"/>
                    <a:pt x="541" y="98"/>
                  </a:cubicBezTo>
                  <a:cubicBezTo>
                    <a:pt x="509" y="111"/>
                    <a:pt x="478" y="133"/>
                    <a:pt x="459" y="162"/>
                  </a:cubicBezTo>
                  <a:cubicBezTo>
                    <a:pt x="455" y="167"/>
                    <a:pt x="455" y="176"/>
                    <a:pt x="462" y="179"/>
                  </a:cubicBezTo>
                  <a:cubicBezTo>
                    <a:pt x="469" y="181"/>
                    <a:pt x="475" y="175"/>
                    <a:pt x="479" y="169"/>
                  </a:cubicBezTo>
                  <a:cubicBezTo>
                    <a:pt x="493" y="150"/>
                    <a:pt x="515" y="136"/>
                    <a:pt x="536" y="125"/>
                  </a:cubicBezTo>
                  <a:cubicBezTo>
                    <a:pt x="557" y="115"/>
                    <a:pt x="588" y="103"/>
                    <a:pt x="611" y="116"/>
                  </a:cubicBezTo>
                  <a:cubicBezTo>
                    <a:pt x="623" y="122"/>
                    <a:pt x="642" y="100"/>
                    <a:pt x="63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381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532" name="Freeform 8"/>
            <p:cNvSpPr>
              <a:spLocks noEditPoints="1"/>
            </p:cNvSpPr>
            <p:nvPr/>
          </p:nvSpPr>
          <p:spPr bwMode="gray">
            <a:xfrm rot="11603309" flipH="1" flipV="1">
              <a:off x="5782313" y="5221277"/>
              <a:ext cx="539078" cy="158678"/>
            </a:xfrm>
            <a:custGeom>
              <a:avLst/>
              <a:gdLst>
                <a:gd name="T0" fmla="*/ 508 w 642"/>
                <a:gd name="T1" fmla="*/ 94 h 189"/>
                <a:gd name="T2" fmla="*/ 243 w 642"/>
                <a:gd name="T3" fmla="*/ 72 h 189"/>
                <a:gd name="T4" fmla="*/ 21 w 642"/>
                <a:gd name="T5" fmla="*/ 183 h 189"/>
                <a:gd name="T6" fmla="*/ 4 w 642"/>
                <a:gd name="T7" fmla="*/ 182 h 189"/>
                <a:gd name="T8" fmla="*/ 10 w 642"/>
                <a:gd name="T9" fmla="*/ 164 h 189"/>
                <a:gd name="T10" fmla="*/ 239 w 642"/>
                <a:gd name="T11" fmla="*/ 47 h 189"/>
                <a:gd name="T12" fmla="*/ 522 w 642"/>
                <a:gd name="T13" fmla="*/ 68 h 189"/>
                <a:gd name="T14" fmla="*/ 508 w 642"/>
                <a:gd name="T15" fmla="*/ 94 h 189"/>
                <a:gd name="T16" fmla="*/ 630 w 642"/>
                <a:gd name="T17" fmla="*/ 93 h 189"/>
                <a:gd name="T18" fmla="*/ 515 w 642"/>
                <a:gd name="T19" fmla="*/ 7 h 189"/>
                <a:gd name="T20" fmla="*/ 496 w 642"/>
                <a:gd name="T21" fmla="*/ 30 h 189"/>
                <a:gd name="T22" fmla="*/ 572 w 642"/>
                <a:gd name="T23" fmla="*/ 87 h 189"/>
                <a:gd name="T24" fmla="*/ 541 w 642"/>
                <a:gd name="T25" fmla="*/ 98 h 189"/>
                <a:gd name="T26" fmla="*/ 459 w 642"/>
                <a:gd name="T27" fmla="*/ 162 h 189"/>
                <a:gd name="T28" fmla="*/ 462 w 642"/>
                <a:gd name="T29" fmla="*/ 179 h 189"/>
                <a:gd name="T30" fmla="*/ 479 w 642"/>
                <a:gd name="T31" fmla="*/ 169 h 189"/>
                <a:gd name="T32" fmla="*/ 536 w 642"/>
                <a:gd name="T33" fmla="*/ 125 h 189"/>
                <a:gd name="T34" fmla="*/ 611 w 642"/>
                <a:gd name="T35" fmla="*/ 116 h 189"/>
                <a:gd name="T36" fmla="*/ 630 w 642"/>
                <a:gd name="T37" fmla="*/ 9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189">
                  <a:moveTo>
                    <a:pt x="508" y="94"/>
                  </a:moveTo>
                  <a:cubicBezTo>
                    <a:pt x="422" y="74"/>
                    <a:pt x="331" y="62"/>
                    <a:pt x="243" y="72"/>
                  </a:cubicBezTo>
                  <a:cubicBezTo>
                    <a:pt x="160" y="82"/>
                    <a:pt x="79" y="125"/>
                    <a:pt x="21" y="183"/>
                  </a:cubicBezTo>
                  <a:cubicBezTo>
                    <a:pt x="16" y="187"/>
                    <a:pt x="7" y="189"/>
                    <a:pt x="4" y="182"/>
                  </a:cubicBezTo>
                  <a:cubicBezTo>
                    <a:pt x="0" y="176"/>
                    <a:pt x="5" y="168"/>
                    <a:pt x="10" y="164"/>
                  </a:cubicBezTo>
                  <a:cubicBezTo>
                    <a:pt x="70" y="104"/>
                    <a:pt x="155" y="58"/>
                    <a:pt x="239" y="47"/>
                  </a:cubicBezTo>
                  <a:cubicBezTo>
                    <a:pt x="333" y="34"/>
                    <a:pt x="430" y="47"/>
                    <a:pt x="522" y="68"/>
                  </a:cubicBezTo>
                  <a:cubicBezTo>
                    <a:pt x="537" y="71"/>
                    <a:pt x="521" y="97"/>
                    <a:pt x="508" y="94"/>
                  </a:cubicBezTo>
                  <a:close/>
                  <a:moveTo>
                    <a:pt x="630" y="93"/>
                  </a:moveTo>
                  <a:cubicBezTo>
                    <a:pt x="590" y="67"/>
                    <a:pt x="555" y="33"/>
                    <a:pt x="515" y="7"/>
                  </a:cubicBezTo>
                  <a:cubicBezTo>
                    <a:pt x="503" y="0"/>
                    <a:pt x="484" y="23"/>
                    <a:pt x="496" y="30"/>
                  </a:cubicBezTo>
                  <a:cubicBezTo>
                    <a:pt x="523" y="47"/>
                    <a:pt x="547" y="68"/>
                    <a:pt x="572" y="87"/>
                  </a:cubicBezTo>
                  <a:cubicBezTo>
                    <a:pt x="561" y="90"/>
                    <a:pt x="551" y="94"/>
                    <a:pt x="541" y="98"/>
                  </a:cubicBezTo>
                  <a:cubicBezTo>
                    <a:pt x="509" y="111"/>
                    <a:pt x="478" y="133"/>
                    <a:pt x="459" y="162"/>
                  </a:cubicBezTo>
                  <a:cubicBezTo>
                    <a:pt x="455" y="167"/>
                    <a:pt x="455" y="176"/>
                    <a:pt x="462" y="179"/>
                  </a:cubicBezTo>
                  <a:cubicBezTo>
                    <a:pt x="469" y="181"/>
                    <a:pt x="475" y="175"/>
                    <a:pt x="479" y="169"/>
                  </a:cubicBezTo>
                  <a:cubicBezTo>
                    <a:pt x="493" y="150"/>
                    <a:pt x="515" y="136"/>
                    <a:pt x="536" y="125"/>
                  </a:cubicBezTo>
                  <a:cubicBezTo>
                    <a:pt x="557" y="115"/>
                    <a:pt x="588" y="103"/>
                    <a:pt x="611" y="116"/>
                  </a:cubicBezTo>
                  <a:cubicBezTo>
                    <a:pt x="623" y="122"/>
                    <a:pt x="642" y="100"/>
                    <a:pt x="63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381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grpSp>
          <p:nvGrpSpPr>
            <p:cNvPr id="16" name="Gruppieren 15"/>
            <p:cNvGrpSpPr/>
            <p:nvPr/>
          </p:nvGrpSpPr>
          <p:grpSpPr>
            <a:xfrm>
              <a:off x="393449" y="493980"/>
              <a:ext cx="4103125" cy="2862789"/>
              <a:chOff x="393449" y="493980"/>
              <a:chExt cx="4103125" cy="2862789"/>
            </a:xfrm>
          </p:grpSpPr>
          <p:sp>
            <p:nvSpPr>
              <p:cNvPr id="219" name="Textfeld 218"/>
              <p:cNvSpPr txBox="1"/>
              <p:nvPr/>
            </p:nvSpPr>
            <p:spPr bwMode="gray">
              <a:xfrm>
                <a:off x="393449" y="493980"/>
                <a:ext cx="4103125" cy="545707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 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of </a:t>
                </a:r>
                <a:r>
                  <a:rPr lang="en-US" sz="3600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Infographic</a:t>
                </a:r>
                <a:endParaRPr lang="en-US" sz="3600" noProof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20" name="Rechteck 219"/>
              <p:cNvSpPr/>
              <p:nvPr/>
            </p:nvSpPr>
            <p:spPr bwMode="gray">
              <a:xfrm>
                <a:off x="393450" y="1039687"/>
                <a:ext cx="4103124" cy="53498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400" noProof="1" smtClean="0">
                    <a:solidFill>
                      <a:srgbClr val="000000"/>
                    </a:solidFill>
                  </a:rPr>
                  <a:t>Subheadline</a:t>
                </a:r>
                <a:r>
                  <a:rPr lang="en-US" sz="1400" dirty="0" smtClean="0">
                    <a:solidFill>
                      <a:srgbClr val="000000"/>
                    </a:solidFill>
                  </a:rPr>
                  <a:t> for further information on the topic </a:t>
                </a:r>
                <a:br>
                  <a:rPr lang="en-US" sz="1400" dirty="0" smtClean="0">
                    <a:solidFill>
                      <a:srgbClr val="000000"/>
                    </a:solidFill>
                  </a:rPr>
                </a:br>
                <a:r>
                  <a:rPr lang="en-US" sz="1400" dirty="0" smtClean="0">
                    <a:solidFill>
                      <a:srgbClr val="000000"/>
                    </a:solidFill>
                  </a:rPr>
                  <a:t>or short introduction.</a:t>
                </a:r>
                <a:endParaRPr lang="en-US" sz="16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21" name="Rechteck 220"/>
              <p:cNvSpPr/>
              <p:nvPr/>
            </p:nvSpPr>
            <p:spPr bwMode="gray">
              <a:xfrm>
                <a:off x="393450" y="2655033"/>
                <a:ext cx="4103124" cy="701736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7" name="Gruppieren 6"/>
              <p:cNvGrpSpPr/>
              <p:nvPr/>
            </p:nvGrpSpPr>
            <p:grpSpPr>
              <a:xfrm>
                <a:off x="478182" y="1567051"/>
                <a:ext cx="3840507" cy="1087981"/>
                <a:chOff x="478182" y="1567051"/>
                <a:chExt cx="3840507" cy="1087981"/>
              </a:xfrm>
            </p:grpSpPr>
            <p:sp>
              <p:nvSpPr>
                <p:cNvPr id="222" name="Freeform 8"/>
                <p:cNvSpPr>
                  <a:spLocks noEditPoints="1"/>
                </p:cNvSpPr>
                <p:nvPr/>
              </p:nvSpPr>
              <p:spPr bwMode="gray">
                <a:xfrm rot="21026752" flipV="1">
                  <a:off x="2806295" y="1928637"/>
                  <a:ext cx="749632" cy="220654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>
                  <a:outerShdw blurRad="38100" dist="25400" dir="27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23" name="Freeform 8"/>
                <p:cNvSpPr>
                  <a:spLocks noEditPoints="1"/>
                </p:cNvSpPr>
                <p:nvPr/>
              </p:nvSpPr>
              <p:spPr bwMode="gray">
                <a:xfrm rot="21026752" flipV="1">
                  <a:off x="1215094" y="1928637"/>
                  <a:ext cx="749632" cy="220654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>
                  <a:outerShdw blurRad="38100" dist="25400" dir="27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24" name="Rechteck 223"/>
                <p:cNvSpPr/>
                <p:nvPr/>
              </p:nvSpPr>
              <p:spPr bwMode="gray">
                <a:xfrm>
                  <a:off x="529214" y="2296700"/>
                  <a:ext cx="1448625" cy="358332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srgbClr val="7D7D7D"/>
                      </a:solidFill>
                    </a:rPr>
                    <a:t>This is a placeholder text, </a:t>
                  </a:r>
                  <a:br>
                    <a:rPr lang="de-DE" sz="800" smtClean="0">
                      <a:solidFill>
                        <a:srgbClr val="7D7D7D"/>
                      </a:solidFill>
                    </a:rPr>
                  </a:br>
                  <a:r>
                    <a:rPr lang="de-DE" sz="800" smtClean="0">
                      <a:solidFill>
                        <a:srgbClr val="7D7D7D"/>
                      </a:solidFill>
                    </a:rPr>
                    <a:t>it can be replaced.</a:t>
                  </a:r>
                  <a:endParaRPr lang="de-DE" sz="8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225" name="Rechteck 224"/>
                <p:cNvSpPr/>
                <p:nvPr/>
              </p:nvSpPr>
              <p:spPr bwMode="gray">
                <a:xfrm>
                  <a:off x="2120416" y="2296700"/>
                  <a:ext cx="1448625" cy="358332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srgbClr val="7D7D7D"/>
                      </a:solidFill>
                    </a:rPr>
                    <a:t>This is a placeholder text, </a:t>
                  </a:r>
                  <a:br>
                    <a:rPr lang="de-DE" sz="800" smtClean="0">
                      <a:solidFill>
                        <a:srgbClr val="7D7D7D"/>
                      </a:solidFill>
                    </a:rPr>
                  </a:br>
                  <a:r>
                    <a:rPr lang="de-DE" sz="800" smtClean="0">
                      <a:solidFill>
                        <a:srgbClr val="7D7D7D"/>
                      </a:solidFill>
                    </a:rPr>
                    <a:t>it can be replaced.</a:t>
                  </a:r>
                  <a:endParaRPr lang="de-DE" sz="800">
                    <a:solidFill>
                      <a:srgbClr val="7D7D7D"/>
                    </a:solidFill>
                  </a:endParaRPr>
                </a:p>
              </p:txBody>
            </p:sp>
            <p:grpSp>
              <p:nvGrpSpPr>
                <p:cNvPr id="226" name="Gruppieren 577"/>
                <p:cNvGrpSpPr/>
                <p:nvPr/>
              </p:nvGrpSpPr>
              <p:grpSpPr bwMode="gray">
                <a:xfrm>
                  <a:off x="3657600" y="1567051"/>
                  <a:ext cx="661089" cy="1026562"/>
                  <a:chOff x="2950574" y="2385072"/>
                  <a:chExt cx="1337201" cy="2076450"/>
                </a:xfrm>
              </p:grpSpPr>
              <p:sp>
                <p:nvSpPr>
                  <p:cNvPr id="281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385072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82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475560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83" name="Freeform 6"/>
                  <p:cNvSpPr>
                    <a:spLocks/>
                  </p:cNvSpPr>
                  <p:nvPr/>
                </p:nvSpPr>
                <p:spPr bwMode="gray">
                  <a:xfrm>
                    <a:off x="3059832" y="2475560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rIns="216000" rtlCol="0" anchor="ctr"/>
                  <a:lstStyle/>
                  <a:p>
                    <a:pPr algn="ctr"/>
                    <a:r>
                      <a:rPr lang="de-DE" sz="11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28" name="Gruppieren 581"/>
                <p:cNvGrpSpPr/>
                <p:nvPr/>
              </p:nvGrpSpPr>
              <p:grpSpPr bwMode="gray">
                <a:xfrm>
                  <a:off x="2070483" y="15746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66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77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79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0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rIns="216000" rtlCol="0" anchor="ctr"/>
                  <a:lstStyle/>
                  <a:p>
                    <a:pPr algn="ctr"/>
                    <a:r>
                      <a:rPr lang="de-DE" sz="11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31" name="Gruppieren 585"/>
                <p:cNvGrpSpPr/>
                <p:nvPr/>
              </p:nvGrpSpPr>
              <p:grpSpPr bwMode="gray">
                <a:xfrm>
                  <a:off x="478182" y="15746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32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33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>
                          <a:lumMod val="40000"/>
                          <a:lumOff val="6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6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64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  <a:gs pos="100000">
                        <a:schemeClr val="accent1">
                          <a:lumMod val="20000"/>
                          <a:lumOff val="8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rIns="216000" rtlCol="0" anchor="ctr"/>
                  <a:lstStyle/>
                  <a:p>
                    <a:pPr algn="ctr"/>
                    <a:r>
                      <a:rPr lang="de-DE" sz="11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</p:grpSp>
        </p:grpSp>
        <p:grpSp>
          <p:nvGrpSpPr>
            <p:cNvPr id="3" name="Gruppieren 2"/>
            <p:cNvGrpSpPr/>
            <p:nvPr/>
          </p:nvGrpSpPr>
          <p:grpSpPr>
            <a:xfrm>
              <a:off x="4640105" y="505037"/>
              <a:ext cx="4477014" cy="2851733"/>
              <a:chOff x="4640105" y="505037"/>
              <a:chExt cx="4477014" cy="2851733"/>
            </a:xfrm>
          </p:grpSpPr>
          <p:grpSp>
            <p:nvGrpSpPr>
              <p:cNvPr id="287" name="Gruppieren 286"/>
              <p:cNvGrpSpPr/>
              <p:nvPr/>
            </p:nvGrpSpPr>
            <p:grpSpPr bwMode="gray">
              <a:xfrm>
                <a:off x="4640105" y="3015396"/>
                <a:ext cx="340577" cy="340576"/>
                <a:chOff x="1220788" y="5121276"/>
                <a:chExt cx="1028700" cy="1028700"/>
              </a:xfrm>
              <a:solidFill>
                <a:srgbClr val="C0C0C0"/>
              </a:solidFill>
              <a:effectLst/>
            </p:grpSpPr>
            <p:sp>
              <p:nvSpPr>
                <p:cNvPr id="288" name="Freeform 12"/>
                <p:cNvSpPr>
                  <a:spLocks/>
                </p:cNvSpPr>
                <p:nvPr/>
              </p:nvSpPr>
              <p:spPr bwMode="gray">
                <a:xfrm>
                  <a:off x="1220788" y="5121276"/>
                  <a:ext cx="652463" cy="687388"/>
                </a:xfrm>
                <a:custGeom>
                  <a:avLst/>
                  <a:gdLst/>
                  <a:ahLst/>
                  <a:cxnLst>
                    <a:cxn ang="0">
                      <a:pos x="246" y="341"/>
                    </a:cxn>
                    <a:cxn ang="0">
                      <a:pos x="260" y="337"/>
                    </a:cxn>
                    <a:cxn ang="0">
                      <a:pos x="266" y="335"/>
                    </a:cxn>
                    <a:cxn ang="0">
                      <a:pos x="273" y="332"/>
                    </a:cxn>
                    <a:cxn ang="0">
                      <a:pos x="308" y="308"/>
                    </a:cxn>
                    <a:cxn ang="0">
                      <a:pos x="329" y="280"/>
                    </a:cxn>
                    <a:cxn ang="0">
                      <a:pos x="323" y="275"/>
                    </a:cxn>
                    <a:cxn ang="0">
                      <a:pos x="299" y="265"/>
                    </a:cxn>
                    <a:cxn ang="0">
                      <a:pos x="288" y="267"/>
                    </a:cxn>
                    <a:cxn ang="0">
                      <a:pos x="279" y="278"/>
                    </a:cxn>
                    <a:cxn ang="0">
                      <a:pos x="264" y="289"/>
                    </a:cxn>
                    <a:cxn ang="0">
                      <a:pos x="261" y="291"/>
                    </a:cxn>
                    <a:cxn ang="0">
                      <a:pos x="260" y="292"/>
                    </a:cxn>
                    <a:cxn ang="0">
                      <a:pos x="245" y="299"/>
                    </a:cxn>
                    <a:cxn ang="0">
                      <a:pos x="228" y="302"/>
                    </a:cxn>
                    <a:cxn ang="0">
                      <a:pos x="219" y="303"/>
                    </a:cxn>
                    <a:cxn ang="0">
                      <a:pos x="160" y="278"/>
                    </a:cxn>
                    <a:cxn ang="0">
                      <a:pos x="66" y="184"/>
                    </a:cxn>
                    <a:cxn ang="0">
                      <a:pos x="41" y="125"/>
                    </a:cxn>
                    <a:cxn ang="0">
                      <a:pos x="67" y="66"/>
                    </a:cxn>
                    <a:cxn ang="0">
                      <a:pos x="126" y="42"/>
                    </a:cxn>
                    <a:cxn ang="0">
                      <a:pos x="185" y="66"/>
                    </a:cxn>
                    <a:cxn ang="0">
                      <a:pos x="251" y="132"/>
                    </a:cxn>
                    <a:cxn ang="0">
                      <a:pos x="302" y="125"/>
                    </a:cxn>
                    <a:cxn ang="0">
                      <a:pos x="214" y="37"/>
                    </a:cxn>
                    <a:cxn ang="0">
                      <a:pos x="125" y="0"/>
                    </a:cxn>
                    <a:cxn ang="0">
                      <a:pos x="37" y="37"/>
                    </a:cxn>
                    <a:cxn ang="0">
                      <a:pos x="0" y="126"/>
                    </a:cxn>
                    <a:cxn ang="0">
                      <a:pos x="37" y="214"/>
                    </a:cxn>
                    <a:cxn ang="0">
                      <a:pos x="130" y="308"/>
                    </a:cxn>
                    <a:cxn ang="0">
                      <a:pos x="144" y="319"/>
                    </a:cxn>
                    <a:cxn ang="0">
                      <a:pos x="160" y="329"/>
                    </a:cxn>
                    <a:cxn ang="0">
                      <a:pos x="171" y="335"/>
                    </a:cxn>
                    <a:cxn ang="0">
                      <a:pos x="176" y="337"/>
                    </a:cxn>
                    <a:cxn ang="0">
                      <a:pos x="246" y="341"/>
                    </a:cxn>
                  </a:cxnLst>
                  <a:rect l="0" t="0" r="r" b="b"/>
                  <a:pathLst>
                    <a:path w="329" h="346">
                      <a:moveTo>
                        <a:pt x="246" y="341"/>
                      </a:moveTo>
                      <a:cubicBezTo>
                        <a:pt x="251" y="340"/>
                        <a:pt x="256" y="339"/>
                        <a:pt x="260" y="337"/>
                      </a:cubicBezTo>
                      <a:cubicBezTo>
                        <a:pt x="262" y="337"/>
                        <a:pt x="264" y="336"/>
                        <a:pt x="266" y="335"/>
                      </a:cubicBezTo>
                      <a:cubicBezTo>
                        <a:pt x="268" y="334"/>
                        <a:pt x="270" y="333"/>
                        <a:pt x="273" y="332"/>
                      </a:cubicBezTo>
                      <a:cubicBezTo>
                        <a:pt x="286" y="325"/>
                        <a:pt x="298" y="318"/>
                        <a:pt x="308" y="308"/>
                      </a:cubicBezTo>
                      <a:cubicBezTo>
                        <a:pt x="316" y="299"/>
                        <a:pt x="323" y="290"/>
                        <a:pt x="329" y="280"/>
                      </a:cubicBezTo>
                      <a:cubicBezTo>
                        <a:pt x="323" y="275"/>
                        <a:pt x="323" y="275"/>
                        <a:pt x="323" y="275"/>
                      </a:cubicBezTo>
                      <a:cubicBezTo>
                        <a:pt x="317" y="269"/>
                        <a:pt x="309" y="265"/>
                        <a:pt x="299" y="265"/>
                      </a:cubicBezTo>
                      <a:cubicBezTo>
                        <a:pt x="296" y="265"/>
                        <a:pt x="292" y="266"/>
                        <a:pt x="288" y="267"/>
                      </a:cubicBezTo>
                      <a:cubicBezTo>
                        <a:pt x="285" y="271"/>
                        <a:pt x="282" y="275"/>
                        <a:pt x="279" y="278"/>
                      </a:cubicBezTo>
                      <a:cubicBezTo>
                        <a:pt x="274" y="283"/>
                        <a:pt x="269" y="287"/>
                        <a:pt x="264" y="289"/>
                      </a:cubicBezTo>
                      <a:cubicBezTo>
                        <a:pt x="263" y="290"/>
                        <a:pt x="262" y="291"/>
                        <a:pt x="261" y="291"/>
                      </a:cubicBezTo>
                      <a:cubicBezTo>
                        <a:pt x="260" y="292"/>
                        <a:pt x="260" y="292"/>
                        <a:pt x="260" y="292"/>
                      </a:cubicBezTo>
                      <a:cubicBezTo>
                        <a:pt x="255" y="295"/>
                        <a:pt x="250" y="297"/>
                        <a:pt x="245" y="299"/>
                      </a:cubicBezTo>
                      <a:cubicBezTo>
                        <a:pt x="239" y="300"/>
                        <a:pt x="233" y="301"/>
                        <a:pt x="228" y="302"/>
                      </a:cubicBezTo>
                      <a:cubicBezTo>
                        <a:pt x="224" y="302"/>
                        <a:pt x="222" y="303"/>
                        <a:pt x="219" y="303"/>
                      </a:cubicBezTo>
                      <a:cubicBezTo>
                        <a:pt x="196" y="303"/>
                        <a:pt x="175" y="294"/>
                        <a:pt x="160" y="278"/>
                      </a:cubicBezTo>
                      <a:cubicBezTo>
                        <a:pt x="66" y="184"/>
                        <a:pt x="66" y="184"/>
                        <a:pt x="66" y="184"/>
                      </a:cubicBezTo>
                      <a:cubicBezTo>
                        <a:pt x="50" y="168"/>
                        <a:pt x="41" y="147"/>
                        <a:pt x="41" y="125"/>
                      </a:cubicBezTo>
                      <a:cubicBezTo>
                        <a:pt x="42" y="102"/>
                        <a:pt x="51" y="81"/>
                        <a:pt x="67" y="66"/>
                      </a:cubicBezTo>
                      <a:cubicBezTo>
                        <a:pt x="83" y="50"/>
                        <a:pt x="104" y="42"/>
                        <a:pt x="126" y="42"/>
                      </a:cubicBezTo>
                      <a:cubicBezTo>
                        <a:pt x="148" y="42"/>
                        <a:pt x="169" y="50"/>
                        <a:pt x="185" y="66"/>
                      </a:cubicBezTo>
                      <a:cubicBezTo>
                        <a:pt x="251" y="132"/>
                        <a:pt x="251" y="132"/>
                        <a:pt x="251" y="132"/>
                      </a:cubicBezTo>
                      <a:cubicBezTo>
                        <a:pt x="267" y="127"/>
                        <a:pt x="285" y="125"/>
                        <a:pt x="302" y="125"/>
                      </a:cubicBezTo>
                      <a:cubicBezTo>
                        <a:pt x="214" y="37"/>
                        <a:pt x="214" y="37"/>
                        <a:pt x="214" y="37"/>
                      </a:cubicBezTo>
                      <a:cubicBezTo>
                        <a:pt x="191" y="13"/>
                        <a:pt x="159" y="0"/>
                        <a:pt x="125" y="0"/>
                      </a:cubicBezTo>
                      <a:cubicBezTo>
                        <a:pt x="92" y="0"/>
                        <a:pt x="60" y="13"/>
                        <a:pt x="37" y="37"/>
                      </a:cubicBezTo>
                      <a:cubicBezTo>
                        <a:pt x="13" y="61"/>
                        <a:pt x="0" y="92"/>
                        <a:pt x="0" y="126"/>
                      </a:cubicBezTo>
                      <a:cubicBezTo>
                        <a:pt x="0" y="159"/>
                        <a:pt x="13" y="191"/>
                        <a:pt x="37" y="214"/>
                      </a:cubicBezTo>
                      <a:cubicBezTo>
                        <a:pt x="130" y="308"/>
                        <a:pt x="130" y="308"/>
                        <a:pt x="130" y="308"/>
                      </a:cubicBezTo>
                      <a:cubicBezTo>
                        <a:pt x="134" y="312"/>
                        <a:pt x="139" y="316"/>
                        <a:pt x="144" y="319"/>
                      </a:cubicBezTo>
                      <a:cubicBezTo>
                        <a:pt x="149" y="323"/>
                        <a:pt x="154" y="326"/>
                        <a:pt x="160" y="329"/>
                      </a:cubicBezTo>
                      <a:cubicBezTo>
                        <a:pt x="163" y="331"/>
                        <a:pt x="167" y="333"/>
                        <a:pt x="171" y="335"/>
                      </a:cubicBezTo>
                      <a:cubicBezTo>
                        <a:pt x="172" y="335"/>
                        <a:pt x="174" y="336"/>
                        <a:pt x="176" y="337"/>
                      </a:cubicBezTo>
                      <a:cubicBezTo>
                        <a:pt x="198" y="345"/>
                        <a:pt x="222" y="346"/>
                        <a:pt x="246" y="34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89" name="Freeform 13"/>
                <p:cNvSpPr>
                  <a:spLocks/>
                </p:cNvSpPr>
                <p:nvPr/>
              </p:nvSpPr>
              <p:spPr bwMode="gray">
                <a:xfrm>
                  <a:off x="1597025" y="5468938"/>
                  <a:ext cx="652463" cy="681038"/>
                </a:xfrm>
                <a:custGeom>
                  <a:avLst/>
                  <a:gdLst/>
                  <a:ahLst/>
                  <a:cxnLst>
                    <a:cxn ang="0">
                      <a:pos x="262" y="277"/>
                    </a:cxn>
                    <a:cxn ang="0">
                      <a:pos x="203" y="302"/>
                    </a:cxn>
                    <a:cxn ang="0">
                      <a:pos x="144" y="277"/>
                    </a:cxn>
                    <a:cxn ang="0">
                      <a:pos x="78" y="212"/>
                    </a:cxn>
                    <a:cxn ang="0">
                      <a:pos x="27" y="219"/>
                    </a:cxn>
                    <a:cxn ang="0">
                      <a:pos x="115" y="307"/>
                    </a:cxn>
                    <a:cxn ang="0">
                      <a:pos x="203" y="343"/>
                    </a:cxn>
                    <a:cxn ang="0">
                      <a:pos x="291" y="307"/>
                    </a:cxn>
                    <a:cxn ang="0">
                      <a:pos x="328" y="218"/>
                    </a:cxn>
                    <a:cxn ang="0">
                      <a:pos x="292" y="130"/>
                    </a:cxn>
                    <a:cxn ang="0">
                      <a:pos x="291" y="130"/>
                    </a:cxn>
                    <a:cxn ang="0">
                      <a:pos x="252" y="90"/>
                    </a:cxn>
                    <a:cxn ang="0">
                      <a:pos x="198" y="36"/>
                    </a:cxn>
                    <a:cxn ang="0">
                      <a:pos x="109" y="0"/>
                    </a:cxn>
                    <a:cxn ang="0">
                      <a:pos x="21" y="36"/>
                    </a:cxn>
                    <a:cxn ang="0">
                      <a:pos x="0" y="64"/>
                    </a:cxn>
                    <a:cxn ang="0">
                      <a:pos x="5" y="68"/>
                    </a:cxn>
                    <a:cxn ang="0">
                      <a:pos x="29" y="78"/>
                    </a:cxn>
                    <a:cxn ang="0">
                      <a:pos x="41" y="76"/>
                    </a:cxn>
                    <a:cxn ang="0">
                      <a:pos x="50" y="65"/>
                    </a:cxn>
                    <a:cxn ang="0">
                      <a:pos x="63" y="55"/>
                    </a:cxn>
                    <a:cxn ang="0">
                      <a:pos x="69" y="51"/>
                    </a:cxn>
                    <a:cxn ang="0">
                      <a:pos x="71" y="50"/>
                    </a:cxn>
                    <a:cxn ang="0">
                      <a:pos x="71" y="50"/>
                    </a:cxn>
                    <a:cxn ang="0">
                      <a:pos x="74" y="49"/>
                    </a:cxn>
                    <a:cxn ang="0">
                      <a:pos x="109" y="41"/>
                    </a:cxn>
                    <a:cxn ang="0">
                      <a:pos x="168" y="65"/>
                    </a:cxn>
                    <a:cxn ang="0">
                      <a:pos x="168" y="65"/>
                    </a:cxn>
                    <a:cxn ang="0">
                      <a:pos x="192" y="89"/>
                    </a:cxn>
                    <a:cxn ang="0">
                      <a:pos x="192" y="89"/>
                    </a:cxn>
                    <a:cxn ang="0">
                      <a:pos x="262" y="159"/>
                    </a:cxn>
                    <a:cxn ang="0">
                      <a:pos x="262" y="277"/>
                    </a:cxn>
                  </a:cxnLst>
                  <a:rect l="0" t="0" r="r" b="b"/>
                  <a:pathLst>
                    <a:path w="328" h="343">
                      <a:moveTo>
                        <a:pt x="262" y="277"/>
                      </a:moveTo>
                      <a:cubicBezTo>
                        <a:pt x="246" y="293"/>
                        <a:pt x="225" y="302"/>
                        <a:pt x="203" y="302"/>
                      </a:cubicBezTo>
                      <a:cubicBezTo>
                        <a:pt x="181" y="302"/>
                        <a:pt x="160" y="293"/>
                        <a:pt x="144" y="277"/>
                      </a:cubicBezTo>
                      <a:cubicBezTo>
                        <a:pt x="78" y="212"/>
                        <a:pt x="78" y="212"/>
                        <a:pt x="78" y="212"/>
                      </a:cubicBezTo>
                      <a:cubicBezTo>
                        <a:pt x="62" y="217"/>
                        <a:pt x="44" y="219"/>
                        <a:pt x="27" y="219"/>
                      </a:cubicBezTo>
                      <a:cubicBezTo>
                        <a:pt x="115" y="307"/>
                        <a:pt x="115" y="307"/>
                        <a:pt x="115" y="307"/>
                      </a:cubicBezTo>
                      <a:cubicBezTo>
                        <a:pt x="138" y="330"/>
                        <a:pt x="170" y="343"/>
                        <a:pt x="203" y="343"/>
                      </a:cubicBezTo>
                      <a:cubicBezTo>
                        <a:pt x="236" y="343"/>
                        <a:pt x="268" y="330"/>
                        <a:pt x="291" y="307"/>
                      </a:cubicBezTo>
                      <a:cubicBezTo>
                        <a:pt x="315" y="284"/>
                        <a:pt x="328" y="252"/>
                        <a:pt x="328" y="218"/>
                      </a:cubicBezTo>
                      <a:cubicBezTo>
                        <a:pt x="328" y="184"/>
                        <a:pt x="315" y="153"/>
                        <a:pt x="292" y="130"/>
                      </a:cubicBezTo>
                      <a:cubicBezTo>
                        <a:pt x="291" y="130"/>
                        <a:pt x="291" y="130"/>
                        <a:pt x="291" y="130"/>
                      </a:cubicBezTo>
                      <a:cubicBezTo>
                        <a:pt x="252" y="90"/>
                        <a:pt x="252" y="90"/>
                        <a:pt x="252" y="90"/>
                      </a:cubicBezTo>
                      <a:cubicBezTo>
                        <a:pt x="198" y="36"/>
                        <a:pt x="198" y="36"/>
                        <a:pt x="198" y="36"/>
                      </a:cubicBezTo>
                      <a:cubicBezTo>
                        <a:pt x="175" y="13"/>
                        <a:pt x="143" y="0"/>
                        <a:pt x="109" y="0"/>
                      </a:cubicBezTo>
                      <a:cubicBezTo>
                        <a:pt x="76" y="0"/>
                        <a:pt x="45" y="13"/>
                        <a:pt x="21" y="36"/>
                      </a:cubicBezTo>
                      <a:cubicBezTo>
                        <a:pt x="13" y="44"/>
                        <a:pt x="6" y="54"/>
                        <a:pt x="0" y="64"/>
                      </a:cubicBezTo>
                      <a:cubicBezTo>
                        <a:pt x="5" y="68"/>
                        <a:pt x="5" y="68"/>
                        <a:pt x="5" y="68"/>
                      </a:cubicBezTo>
                      <a:cubicBezTo>
                        <a:pt x="11" y="75"/>
                        <a:pt x="20" y="78"/>
                        <a:pt x="29" y="78"/>
                      </a:cubicBezTo>
                      <a:cubicBezTo>
                        <a:pt x="33" y="78"/>
                        <a:pt x="37" y="77"/>
                        <a:pt x="41" y="76"/>
                      </a:cubicBezTo>
                      <a:cubicBezTo>
                        <a:pt x="44" y="72"/>
                        <a:pt x="47" y="69"/>
                        <a:pt x="50" y="65"/>
                      </a:cubicBezTo>
                      <a:cubicBezTo>
                        <a:pt x="54" y="61"/>
                        <a:pt x="58" y="58"/>
                        <a:pt x="63" y="55"/>
                      </a:cubicBezTo>
                      <a:cubicBezTo>
                        <a:pt x="65" y="54"/>
                        <a:pt x="67" y="52"/>
                        <a:pt x="69" y="51"/>
                      </a:cubicBezTo>
                      <a:cubicBezTo>
                        <a:pt x="70" y="51"/>
                        <a:pt x="70" y="50"/>
                        <a:pt x="71" y="50"/>
                      </a:cubicBezTo>
                      <a:cubicBezTo>
                        <a:pt x="71" y="50"/>
                        <a:pt x="71" y="50"/>
                        <a:pt x="71" y="50"/>
                      </a:cubicBezTo>
                      <a:cubicBezTo>
                        <a:pt x="72" y="49"/>
                        <a:pt x="73" y="49"/>
                        <a:pt x="74" y="49"/>
                      </a:cubicBezTo>
                      <a:cubicBezTo>
                        <a:pt x="85" y="44"/>
                        <a:pt x="98" y="41"/>
                        <a:pt x="109" y="41"/>
                      </a:cubicBezTo>
                      <a:cubicBezTo>
                        <a:pt x="132" y="41"/>
                        <a:pt x="153" y="50"/>
                        <a:pt x="168" y="65"/>
                      </a:cubicBezTo>
                      <a:cubicBezTo>
                        <a:pt x="168" y="65"/>
                        <a:pt x="168" y="65"/>
                        <a:pt x="168" y="65"/>
                      </a:cubicBezTo>
                      <a:cubicBezTo>
                        <a:pt x="192" y="89"/>
                        <a:pt x="192" y="89"/>
                        <a:pt x="192" y="89"/>
                      </a:cubicBezTo>
                      <a:cubicBezTo>
                        <a:pt x="192" y="89"/>
                        <a:pt x="192" y="89"/>
                        <a:pt x="192" y="89"/>
                      </a:cubicBezTo>
                      <a:cubicBezTo>
                        <a:pt x="262" y="159"/>
                        <a:pt x="262" y="159"/>
                        <a:pt x="262" y="159"/>
                      </a:cubicBezTo>
                      <a:cubicBezTo>
                        <a:pt x="295" y="192"/>
                        <a:pt x="295" y="245"/>
                        <a:pt x="262" y="27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90" name="Freeform 14"/>
                <p:cNvSpPr>
                  <a:spLocks/>
                </p:cNvSpPr>
                <p:nvPr/>
              </p:nvSpPr>
              <p:spPr bwMode="gray">
                <a:xfrm>
                  <a:off x="1931988" y="5597526"/>
                  <a:ext cx="47625" cy="4762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24" y="24"/>
                    </a:cxn>
                    <a:cxn ang="0">
                      <a:pos x="24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4" h="2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291" name="Freeform 5"/>
              <p:cNvSpPr>
                <a:spLocks noEditPoints="1"/>
              </p:cNvSpPr>
              <p:nvPr/>
            </p:nvSpPr>
            <p:spPr bwMode="gray">
              <a:xfrm>
                <a:off x="6016500" y="3032301"/>
                <a:ext cx="469624" cy="306766"/>
              </a:xfrm>
              <a:custGeom>
                <a:avLst/>
                <a:gdLst/>
                <a:ahLst/>
                <a:cxnLst>
                  <a:cxn ang="0">
                    <a:pos x="321" y="0"/>
                  </a:cxn>
                  <a:cxn ang="0">
                    <a:pos x="101" y="110"/>
                  </a:cxn>
                  <a:cxn ang="0">
                    <a:pos x="0" y="110"/>
                  </a:cxn>
                  <a:cxn ang="0">
                    <a:pos x="110" y="365"/>
                  </a:cxn>
                  <a:cxn ang="0">
                    <a:pos x="255" y="420"/>
                  </a:cxn>
                  <a:cxn ang="0">
                    <a:pos x="380" y="420"/>
                  </a:cxn>
                  <a:cxn ang="0">
                    <a:pos x="555" y="427"/>
                  </a:cxn>
                  <a:cxn ang="0">
                    <a:pos x="733" y="327"/>
                  </a:cxn>
                  <a:cxn ang="0">
                    <a:pos x="176" y="333"/>
                  </a:cxn>
                  <a:cxn ang="0">
                    <a:pos x="136" y="359"/>
                  </a:cxn>
                  <a:cxn ang="0">
                    <a:pos x="172" y="311"/>
                  </a:cxn>
                  <a:cxn ang="0">
                    <a:pos x="248" y="331"/>
                  </a:cxn>
                  <a:cxn ang="0">
                    <a:pos x="203" y="380"/>
                  </a:cxn>
                  <a:cxn ang="0">
                    <a:pos x="208" y="344"/>
                  </a:cxn>
                  <a:cxn ang="0">
                    <a:pos x="209" y="342"/>
                  </a:cxn>
                  <a:cxn ang="0">
                    <a:pos x="212" y="336"/>
                  </a:cxn>
                  <a:cxn ang="0">
                    <a:pos x="221" y="321"/>
                  </a:cxn>
                  <a:cxn ang="0">
                    <a:pos x="233" y="299"/>
                  </a:cxn>
                  <a:cxn ang="0">
                    <a:pos x="241" y="284"/>
                  </a:cxn>
                  <a:cxn ang="0">
                    <a:pos x="247" y="275"/>
                  </a:cxn>
                  <a:cxn ang="0">
                    <a:pos x="248" y="272"/>
                  </a:cxn>
                  <a:cxn ang="0">
                    <a:pos x="273" y="277"/>
                  </a:cxn>
                  <a:cxn ang="0">
                    <a:pos x="271" y="290"/>
                  </a:cxn>
                  <a:cxn ang="0">
                    <a:pos x="262" y="305"/>
                  </a:cxn>
                  <a:cxn ang="0">
                    <a:pos x="279" y="397"/>
                  </a:cxn>
                  <a:cxn ang="0">
                    <a:pos x="279" y="350"/>
                  </a:cxn>
                  <a:cxn ang="0">
                    <a:pos x="279" y="350"/>
                  </a:cxn>
                  <a:cxn ang="0">
                    <a:pos x="283" y="343"/>
                  </a:cxn>
                  <a:cxn ang="0">
                    <a:pos x="290" y="331"/>
                  </a:cxn>
                  <a:cxn ang="0">
                    <a:pos x="296" y="320"/>
                  </a:cxn>
                  <a:cxn ang="0">
                    <a:pos x="299" y="315"/>
                  </a:cxn>
                  <a:cxn ang="0">
                    <a:pos x="300" y="312"/>
                  </a:cxn>
                  <a:cxn ang="0">
                    <a:pos x="301" y="312"/>
                  </a:cxn>
                  <a:cxn ang="0">
                    <a:pos x="361" y="398"/>
                  </a:cxn>
                  <a:cxn ang="0">
                    <a:pos x="335" y="386"/>
                  </a:cxn>
                  <a:cxn ang="0">
                    <a:pos x="373" y="376"/>
                  </a:cxn>
                  <a:cxn ang="0">
                    <a:pos x="525" y="268"/>
                  </a:cxn>
                  <a:cxn ang="0">
                    <a:pos x="584" y="369"/>
                  </a:cxn>
                  <a:cxn ang="0">
                    <a:pos x="485" y="312"/>
                  </a:cxn>
                  <a:cxn ang="0">
                    <a:pos x="531" y="412"/>
                  </a:cxn>
                  <a:cxn ang="0">
                    <a:pos x="447" y="362"/>
                  </a:cxn>
                  <a:cxn ang="0">
                    <a:pos x="461" y="449"/>
                  </a:cxn>
                  <a:cxn ang="0">
                    <a:pos x="354" y="323"/>
                  </a:cxn>
                  <a:cxn ang="0">
                    <a:pos x="282" y="242"/>
                  </a:cxn>
                  <a:cxn ang="0">
                    <a:pos x="186" y="286"/>
                  </a:cxn>
                  <a:cxn ang="0">
                    <a:pos x="26" y="258"/>
                  </a:cxn>
                  <a:cxn ang="0">
                    <a:pos x="174" y="136"/>
                  </a:cxn>
                  <a:cxn ang="0">
                    <a:pos x="469" y="158"/>
                  </a:cxn>
                  <a:cxn ang="0">
                    <a:pos x="707" y="297"/>
                  </a:cxn>
                  <a:cxn ang="0">
                    <a:pos x="490" y="134"/>
                  </a:cxn>
                  <a:cxn ang="0">
                    <a:pos x="326" y="90"/>
                  </a:cxn>
                  <a:cxn ang="0">
                    <a:pos x="202" y="141"/>
                  </a:cxn>
                  <a:cxn ang="0">
                    <a:pos x="620" y="93"/>
                  </a:cxn>
                </a:cxnLst>
                <a:rect l="0" t="0" r="r" b="b"/>
                <a:pathLst>
                  <a:path w="733" h="478">
                    <a:moveTo>
                      <a:pt x="728" y="64"/>
                    </a:moveTo>
                    <a:cubicBezTo>
                      <a:pt x="627" y="64"/>
                      <a:pt x="627" y="64"/>
                      <a:pt x="627" y="64"/>
                    </a:cubicBezTo>
                    <a:cubicBezTo>
                      <a:pt x="553" y="18"/>
                      <a:pt x="489" y="0"/>
                      <a:pt x="486" y="0"/>
                    </a:cubicBezTo>
                    <a:cubicBezTo>
                      <a:pt x="485" y="0"/>
                      <a:pt x="485" y="0"/>
                      <a:pt x="485" y="0"/>
                    </a:cubicBezTo>
                    <a:cubicBezTo>
                      <a:pt x="484" y="0"/>
                      <a:pt x="484" y="0"/>
                      <a:pt x="484" y="0"/>
                    </a:cubicBezTo>
                    <a:cubicBezTo>
                      <a:pt x="321" y="0"/>
                      <a:pt x="321" y="0"/>
                      <a:pt x="321" y="0"/>
                    </a:cubicBezTo>
                    <a:cubicBezTo>
                      <a:pt x="320" y="0"/>
                      <a:pt x="320" y="0"/>
                      <a:pt x="320" y="0"/>
                    </a:cubicBezTo>
                    <a:cubicBezTo>
                      <a:pt x="319" y="0"/>
                      <a:pt x="319" y="0"/>
                      <a:pt x="319" y="0"/>
                    </a:cubicBezTo>
                    <a:cubicBezTo>
                      <a:pt x="316" y="3"/>
                      <a:pt x="316" y="3"/>
                      <a:pt x="316" y="3"/>
                    </a:cubicBezTo>
                    <a:cubicBezTo>
                      <a:pt x="316" y="3"/>
                      <a:pt x="247" y="63"/>
                      <a:pt x="238" y="70"/>
                    </a:cubicBezTo>
                    <a:cubicBezTo>
                      <a:pt x="219" y="72"/>
                      <a:pt x="179" y="85"/>
                      <a:pt x="133" y="100"/>
                    </a:cubicBezTo>
                    <a:cubicBezTo>
                      <a:pt x="121" y="104"/>
                      <a:pt x="104" y="110"/>
                      <a:pt x="101" y="110"/>
                    </a:cubicBezTo>
                    <a:cubicBezTo>
                      <a:pt x="100" y="110"/>
                      <a:pt x="99" y="110"/>
                      <a:pt x="97" y="110"/>
                    </a:cubicBezTo>
                    <a:cubicBezTo>
                      <a:pt x="88" y="110"/>
                      <a:pt x="88" y="110"/>
                      <a:pt x="88" y="110"/>
                    </a:cubicBezTo>
                    <a:cubicBezTo>
                      <a:pt x="57" y="110"/>
                      <a:pt x="57" y="110"/>
                      <a:pt x="57" y="11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4" y="365"/>
                      <a:pt x="4" y="365"/>
                      <a:pt x="4" y="365"/>
                    </a:cubicBezTo>
                    <a:cubicBezTo>
                      <a:pt x="110" y="365"/>
                      <a:pt x="110" y="365"/>
                      <a:pt x="110" y="365"/>
                    </a:cubicBezTo>
                    <a:cubicBezTo>
                      <a:pt x="113" y="376"/>
                      <a:pt x="119" y="385"/>
                      <a:pt x="127" y="391"/>
                    </a:cubicBezTo>
                    <a:cubicBezTo>
                      <a:pt x="142" y="402"/>
                      <a:pt x="162" y="400"/>
                      <a:pt x="175" y="387"/>
                    </a:cubicBezTo>
                    <a:cubicBezTo>
                      <a:pt x="178" y="394"/>
                      <a:pt x="183" y="401"/>
                      <a:pt x="189" y="405"/>
                    </a:cubicBezTo>
                    <a:cubicBezTo>
                      <a:pt x="198" y="412"/>
                      <a:pt x="209" y="413"/>
                      <a:pt x="219" y="411"/>
                    </a:cubicBezTo>
                    <a:cubicBezTo>
                      <a:pt x="227" y="409"/>
                      <a:pt x="235" y="405"/>
                      <a:pt x="240" y="398"/>
                    </a:cubicBezTo>
                    <a:cubicBezTo>
                      <a:pt x="242" y="406"/>
                      <a:pt x="248" y="414"/>
                      <a:pt x="255" y="420"/>
                    </a:cubicBezTo>
                    <a:cubicBezTo>
                      <a:pt x="264" y="426"/>
                      <a:pt x="275" y="428"/>
                      <a:pt x="285" y="426"/>
                    </a:cubicBezTo>
                    <a:cubicBezTo>
                      <a:pt x="294" y="424"/>
                      <a:pt x="302" y="418"/>
                      <a:pt x="308" y="410"/>
                    </a:cubicBezTo>
                    <a:cubicBezTo>
                      <a:pt x="310" y="420"/>
                      <a:pt x="316" y="429"/>
                      <a:pt x="324" y="435"/>
                    </a:cubicBezTo>
                    <a:cubicBezTo>
                      <a:pt x="333" y="441"/>
                      <a:pt x="343" y="443"/>
                      <a:pt x="354" y="441"/>
                    </a:cubicBezTo>
                    <a:cubicBezTo>
                      <a:pt x="364" y="439"/>
                      <a:pt x="373" y="431"/>
                      <a:pt x="379" y="421"/>
                    </a:cubicBezTo>
                    <a:cubicBezTo>
                      <a:pt x="380" y="420"/>
                      <a:pt x="380" y="420"/>
                      <a:pt x="380" y="420"/>
                    </a:cubicBezTo>
                    <a:cubicBezTo>
                      <a:pt x="391" y="428"/>
                      <a:pt x="406" y="441"/>
                      <a:pt x="422" y="459"/>
                    </a:cubicBezTo>
                    <a:cubicBezTo>
                      <a:pt x="433" y="472"/>
                      <a:pt x="447" y="478"/>
                      <a:pt x="461" y="478"/>
                    </a:cubicBezTo>
                    <a:cubicBezTo>
                      <a:pt x="473" y="478"/>
                      <a:pt x="484" y="473"/>
                      <a:pt x="491" y="465"/>
                    </a:cubicBezTo>
                    <a:cubicBezTo>
                      <a:pt x="495" y="461"/>
                      <a:pt x="498" y="455"/>
                      <a:pt x="499" y="449"/>
                    </a:cubicBezTo>
                    <a:cubicBezTo>
                      <a:pt x="516" y="456"/>
                      <a:pt x="536" y="452"/>
                      <a:pt x="547" y="439"/>
                    </a:cubicBezTo>
                    <a:cubicBezTo>
                      <a:pt x="551" y="435"/>
                      <a:pt x="553" y="431"/>
                      <a:pt x="555" y="427"/>
                    </a:cubicBezTo>
                    <a:cubicBezTo>
                      <a:pt x="574" y="436"/>
                      <a:pt x="592" y="428"/>
                      <a:pt x="602" y="416"/>
                    </a:cubicBezTo>
                    <a:cubicBezTo>
                      <a:pt x="613" y="404"/>
                      <a:pt x="619" y="382"/>
                      <a:pt x="610" y="361"/>
                    </a:cubicBezTo>
                    <a:cubicBezTo>
                      <a:pt x="612" y="359"/>
                      <a:pt x="614" y="357"/>
                      <a:pt x="617" y="354"/>
                    </a:cubicBezTo>
                    <a:cubicBezTo>
                      <a:pt x="624" y="347"/>
                      <a:pt x="629" y="337"/>
                      <a:pt x="631" y="327"/>
                    </a:cubicBezTo>
                    <a:cubicBezTo>
                      <a:pt x="728" y="327"/>
                      <a:pt x="728" y="327"/>
                      <a:pt x="728" y="327"/>
                    </a:cubicBezTo>
                    <a:cubicBezTo>
                      <a:pt x="733" y="327"/>
                      <a:pt x="733" y="327"/>
                      <a:pt x="733" y="327"/>
                    </a:cubicBezTo>
                    <a:cubicBezTo>
                      <a:pt x="733" y="321"/>
                      <a:pt x="733" y="321"/>
                      <a:pt x="733" y="321"/>
                    </a:cubicBezTo>
                    <a:cubicBezTo>
                      <a:pt x="733" y="175"/>
                      <a:pt x="733" y="175"/>
                      <a:pt x="733" y="175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28" y="64"/>
                      <a:pt x="728" y="64"/>
                      <a:pt x="728" y="64"/>
                    </a:cubicBezTo>
                    <a:close/>
                    <a:moveTo>
                      <a:pt x="176" y="333"/>
                    </a:moveTo>
                    <a:cubicBezTo>
                      <a:pt x="176" y="333"/>
                      <a:pt x="176" y="333"/>
                      <a:pt x="173" y="338"/>
                    </a:cubicBezTo>
                    <a:cubicBezTo>
                      <a:pt x="173" y="338"/>
                      <a:pt x="173" y="338"/>
                      <a:pt x="162" y="358"/>
                    </a:cubicBezTo>
                    <a:cubicBezTo>
                      <a:pt x="162" y="358"/>
                      <a:pt x="162" y="358"/>
                      <a:pt x="160" y="362"/>
                    </a:cubicBezTo>
                    <a:cubicBezTo>
                      <a:pt x="158" y="365"/>
                      <a:pt x="155" y="368"/>
                      <a:pt x="151" y="368"/>
                    </a:cubicBezTo>
                    <a:cubicBezTo>
                      <a:pt x="148" y="369"/>
                      <a:pt x="144" y="368"/>
                      <a:pt x="141" y="366"/>
                    </a:cubicBezTo>
                    <a:cubicBezTo>
                      <a:pt x="138" y="364"/>
                      <a:pt x="137" y="362"/>
                      <a:pt x="136" y="359"/>
                    </a:cubicBezTo>
                    <a:cubicBezTo>
                      <a:pt x="135" y="358"/>
                      <a:pt x="135" y="357"/>
                      <a:pt x="135" y="357"/>
                    </a:cubicBezTo>
                    <a:cubicBezTo>
                      <a:pt x="134" y="353"/>
                      <a:pt x="135" y="349"/>
                      <a:pt x="137" y="345"/>
                    </a:cubicBezTo>
                    <a:cubicBezTo>
                      <a:pt x="137" y="345"/>
                      <a:pt x="137" y="345"/>
                      <a:pt x="138" y="344"/>
                    </a:cubicBezTo>
                    <a:cubicBezTo>
                      <a:pt x="153" y="316"/>
                      <a:pt x="153" y="316"/>
                      <a:pt x="153" y="316"/>
                    </a:cubicBezTo>
                    <a:cubicBezTo>
                      <a:pt x="156" y="312"/>
                      <a:pt x="158" y="310"/>
                      <a:pt x="162" y="309"/>
                    </a:cubicBezTo>
                    <a:cubicBezTo>
                      <a:pt x="165" y="309"/>
                      <a:pt x="169" y="309"/>
                      <a:pt x="172" y="311"/>
                    </a:cubicBezTo>
                    <a:cubicBezTo>
                      <a:pt x="175" y="313"/>
                      <a:pt x="178" y="317"/>
                      <a:pt x="179" y="321"/>
                    </a:cubicBezTo>
                    <a:cubicBezTo>
                      <a:pt x="179" y="325"/>
                      <a:pt x="179" y="329"/>
                      <a:pt x="176" y="333"/>
                    </a:cubicBezTo>
                    <a:close/>
                    <a:moveTo>
                      <a:pt x="259" y="310"/>
                    </a:moveTo>
                    <a:cubicBezTo>
                      <a:pt x="258" y="312"/>
                      <a:pt x="257" y="314"/>
                      <a:pt x="256" y="316"/>
                    </a:cubicBezTo>
                    <a:cubicBezTo>
                      <a:pt x="252" y="323"/>
                      <a:pt x="252" y="323"/>
                      <a:pt x="252" y="323"/>
                    </a:cubicBezTo>
                    <a:cubicBezTo>
                      <a:pt x="248" y="331"/>
                      <a:pt x="248" y="331"/>
                      <a:pt x="248" y="331"/>
                    </a:cubicBezTo>
                    <a:cubicBezTo>
                      <a:pt x="242" y="340"/>
                      <a:pt x="242" y="340"/>
                      <a:pt x="242" y="340"/>
                    </a:cubicBezTo>
                    <a:cubicBezTo>
                      <a:pt x="242" y="340"/>
                      <a:pt x="242" y="340"/>
                      <a:pt x="238" y="348"/>
                    </a:cubicBezTo>
                    <a:cubicBezTo>
                      <a:pt x="238" y="348"/>
                      <a:pt x="238" y="348"/>
                      <a:pt x="232" y="358"/>
                    </a:cubicBezTo>
                    <a:cubicBezTo>
                      <a:pt x="232" y="358"/>
                      <a:pt x="232" y="358"/>
                      <a:pt x="222" y="376"/>
                    </a:cubicBezTo>
                    <a:cubicBezTo>
                      <a:pt x="220" y="379"/>
                      <a:pt x="217" y="381"/>
                      <a:pt x="213" y="383"/>
                    </a:cubicBezTo>
                    <a:cubicBezTo>
                      <a:pt x="210" y="383"/>
                      <a:pt x="206" y="383"/>
                      <a:pt x="203" y="380"/>
                    </a:cubicBezTo>
                    <a:cubicBezTo>
                      <a:pt x="200" y="378"/>
                      <a:pt x="198" y="374"/>
                      <a:pt x="197" y="370"/>
                    </a:cubicBezTo>
                    <a:cubicBezTo>
                      <a:pt x="197" y="368"/>
                      <a:pt x="197" y="365"/>
                      <a:pt x="197" y="362"/>
                    </a:cubicBezTo>
                    <a:cubicBezTo>
                      <a:pt x="198" y="361"/>
                      <a:pt x="198" y="360"/>
                      <a:pt x="199" y="358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3"/>
                    </a:cubicBezTo>
                    <a:cubicBezTo>
                      <a:pt x="208" y="343"/>
                      <a:pt x="208" y="343"/>
                      <a:pt x="208" y="343"/>
                    </a:cubicBezTo>
                    <a:cubicBezTo>
                      <a:pt x="208" y="343"/>
                      <a:pt x="208" y="343"/>
                      <a:pt x="208" y="343"/>
                    </a:cubicBezTo>
                    <a:cubicBezTo>
                      <a:pt x="209" y="343"/>
                      <a:pt x="209" y="342"/>
                      <a:pt x="209" y="342"/>
                    </a:cubicBezTo>
                    <a:cubicBezTo>
                      <a:pt x="209" y="342"/>
                      <a:pt x="209" y="342"/>
                      <a:pt x="209" y="341"/>
                    </a:cubicBezTo>
                    <a:cubicBezTo>
                      <a:pt x="209" y="341"/>
                      <a:pt x="209" y="341"/>
                      <a:pt x="210" y="341"/>
                    </a:cubicBezTo>
                    <a:cubicBezTo>
                      <a:pt x="210" y="340"/>
                      <a:pt x="210" y="340"/>
                      <a:pt x="210" y="339"/>
                    </a:cubicBezTo>
                    <a:cubicBezTo>
                      <a:pt x="210" y="339"/>
                      <a:pt x="211" y="339"/>
                      <a:pt x="211" y="339"/>
                    </a:cubicBezTo>
                    <a:cubicBezTo>
                      <a:pt x="211" y="338"/>
                      <a:pt x="211" y="337"/>
                      <a:pt x="212" y="337"/>
                    </a:cubicBezTo>
                    <a:cubicBezTo>
                      <a:pt x="212" y="337"/>
                      <a:pt x="212" y="336"/>
                      <a:pt x="212" y="336"/>
                    </a:cubicBezTo>
                    <a:cubicBezTo>
                      <a:pt x="212" y="336"/>
                      <a:pt x="213" y="335"/>
                      <a:pt x="213" y="334"/>
                    </a:cubicBezTo>
                    <a:cubicBezTo>
                      <a:pt x="214" y="333"/>
                      <a:pt x="214" y="332"/>
                      <a:pt x="215" y="331"/>
                    </a:cubicBezTo>
                    <a:cubicBezTo>
                      <a:pt x="215" y="331"/>
                      <a:pt x="215" y="331"/>
                      <a:pt x="215" y="331"/>
                    </a:cubicBezTo>
                    <a:cubicBezTo>
                      <a:pt x="216" y="330"/>
                      <a:pt x="216" y="329"/>
                      <a:pt x="217" y="328"/>
                    </a:cubicBezTo>
                    <a:cubicBezTo>
                      <a:pt x="218" y="327"/>
                      <a:pt x="218" y="325"/>
                      <a:pt x="219" y="324"/>
                    </a:cubicBezTo>
                    <a:cubicBezTo>
                      <a:pt x="220" y="323"/>
                      <a:pt x="220" y="322"/>
                      <a:pt x="221" y="321"/>
                    </a:cubicBezTo>
                    <a:cubicBezTo>
                      <a:pt x="221" y="321"/>
                      <a:pt x="221" y="320"/>
                      <a:pt x="221" y="320"/>
                    </a:cubicBezTo>
                    <a:cubicBezTo>
                      <a:pt x="222" y="319"/>
                      <a:pt x="223" y="318"/>
                      <a:pt x="223" y="316"/>
                    </a:cubicBezTo>
                    <a:cubicBezTo>
                      <a:pt x="224" y="315"/>
                      <a:pt x="225" y="313"/>
                      <a:pt x="226" y="312"/>
                    </a:cubicBezTo>
                    <a:cubicBezTo>
                      <a:pt x="227" y="311"/>
                      <a:pt x="227" y="309"/>
                      <a:pt x="228" y="308"/>
                    </a:cubicBezTo>
                    <a:cubicBezTo>
                      <a:pt x="229" y="306"/>
                      <a:pt x="230" y="305"/>
                      <a:pt x="231" y="303"/>
                    </a:cubicBezTo>
                    <a:cubicBezTo>
                      <a:pt x="231" y="302"/>
                      <a:pt x="232" y="301"/>
                      <a:pt x="233" y="299"/>
                    </a:cubicBezTo>
                    <a:cubicBezTo>
                      <a:pt x="234" y="298"/>
                      <a:pt x="235" y="297"/>
                      <a:pt x="235" y="295"/>
                    </a:cubicBezTo>
                    <a:cubicBezTo>
                      <a:pt x="235" y="295"/>
                      <a:pt x="236" y="295"/>
                      <a:pt x="236" y="295"/>
                    </a:cubicBezTo>
                    <a:cubicBezTo>
                      <a:pt x="236" y="293"/>
                      <a:pt x="237" y="292"/>
                      <a:pt x="238" y="291"/>
                    </a:cubicBezTo>
                    <a:cubicBezTo>
                      <a:pt x="238" y="290"/>
                      <a:pt x="239" y="289"/>
                      <a:pt x="240" y="288"/>
                    </a:cubicBezTo>
                    <a:cubicBezTo>
                      <a:pt x="240" y="287"/>
                      <a:pt x="241" y="286"/>
                      <a:pt x="241" y="284"/>
                    </a:cubicBezTo>
                    <a:cubicBezTo>
                      <a:pt x="241" y="284"/>
                      <a:pt x="241" y="284"/>
                      <a:pt x="241" y="284"/>
                    </a:cubicBezTo>
                    <a:cubicBezTo>
                      <a:pt x="242" y="283"/>
                      <a:pt x="243" y="282"/>
                      <a:pt x="243" y="281"/>
                    </a:cubicBezTo>
                    <a:cubicBezTo>
                      <a:pt x="244" y="281"/>
                      <a:pt x="244" y="280"/>
                      <a:pt x="244" y="279"/>
                    </a:cubicBezTo>
                    <a:cubicBezTo>
                      <a:pt x="244" y="279"/>
                      <a:pt x="244" y="279"/>
                      <a:pt x="245" y="279"/>
                    </a:cubicBezTo>
                    <a:cubicBezTo>
                      <a:pt x="245" y="278"/>
                      <a:pt x="245" y="277"/>
                      <a:pt x="246" y="277"/>
                    </a:cubicBezTo>
                    <a:cubicBezTo>
                      <a:pt x="246" y="276"/>
                      <a:pt x="246" y="276"/>
                      <a:pt x="246" y="276"/>
                    </a:cubicBezTo>
                    <a:cubicBezTo>
                      <a:pt x="246" y="276"/>
                      <a:pt x="247" y="275"/>
                      <a:pt x="247" y="275"/>
                    </a:cubicBezTo>
                    <a:cubicBezTo>
                      <a:pt x="247" y="275"/>
                      <a:pt x="247" y="274"/>
                      <a:pt x="247" y="274"/>
                    </a:cubicBezTo>
                    <a:cubicBezTo>
                      <a:pt x="247" y="274"/>
                      <a:pt x="247" y="274"/>
                      <a:pt x="248" y="274"/>
                    </a:cubicBezTo>
                    <a:cubicBezTo>
                      <a:pt x="248" y="273"/>
                      <a:pt x="248" y="273"/>
                      <a:pt x="248" y="273"/>
                    </a:cubicBezTo>
                    <a:cubicBezTo>
                      <a:pt x="248" y="273"/>
                      <a:pt x="248" y="273"/>
                      <a:pt x="248" y="273"/>
                    </a:cubicBezTo>
                    <a:cubicBezTo>
                      <a:pt x="248" y="272"/>
                      <a:pt x="248" y="272"/>
                      <a:pt x="248" y="272"/>
                    </a:cubicBezTo>
                    <a:cubicBezTo>
                      <a:pt x="248" y="272"/>
                      <a:pt x="248" y="272"/>
                      <a:pt x="248" y="272"/>
                    </a:cubicBezTo>
                    <a:cubicBezTo>
                      <a:pt x="249" y="272"/>
                      <a:pt x="249" y="272"/>
                      <a:pt x="249" y="272"/>
                    </a:cubicBezTo>
                    <a:cubicBezTo>
                      <a:pt x="249" y="272"/>
                      <a:pt x="249" y="272"/>
                      <a:pt x="249" y="272"/>
                    </a:cubicBezTo>
                    <a:cubicBezTo>
                      <a:pt x="249" y="272"/>
                      <a:pt x="249" y="272"/>
                      <a:pt x="249" y="271"/>
                    </a:cubicBezTo>
                    <a:cubicBezTo>
                      <a:pt x="249" y="271"/>
                      <a:pt x="249" y="271"/>
                      <a:pt x="249" y="271"/>
                    </a:cubicBezTo>
                    <a:cubicBezTo>
                      <a:pt x="253" y="264"/>
                      <a:pt x="261" y="263"/>
                      <a:pt x="268" y="267"/>
                    </a:cubicBezTo>
                    <a:cubicBezTo>
                      <a:pt x="271" y="269"/>
                      <a:pt x="272" y="273"/>
                      <a:pt x="273" y="277"/>
                    </a:cubicBezTo>
                    <a:cubicBezTo>
                      <a:pt x="274" y="281"/>
                      <a:pt x="274" y="285"/>
                      <a:pt x="272" y="289"/>
                    </a:cubicBezTo>
                    <a:cubicBezTo>
                      <a:pt x="272" y="289"/>
                      <a:pt x="272" y="289"/>
                      <a:pt x="272" y="289"/>
                    </a:cubicBezTo>
                    <a:cubicBezTo>
                      <a:pt x="272" y="289"/>
                      <a:pt x="272" y="289"/>
                      <a:pt x="272" y="289"/>
                    </a:cubicBezTo>
                    <a:cubicBezTo>
                      <a:pt x="271" y="289"/>
                      <a:pt x="271" y="289"/>
                      <a:pt x="271" y="289"/>
                    </a:cubicBezTo>
                    <a:cubicBezTo>
                      <a:pt x="271" y="289"/>
                      <a:pt x="271" y="289"/>
                      <a:pt x="271" y="290"/>
                    </a:cubicBezTo>
                    <a:cubicBezTo>
                      <a:pt x="271" y="290"/>
                      <a:pt x="271" y="290"/>
                      <a:pt x="271" y="290"/>
                    </a:cubicBezTo>
                    <a:cubicBezTo>
                      <a:pt x="270" y="291"/>
                      <a:pt x="270" y="291"/>
                      <a:pt x="270" y="292"/>
                    </a:cubicBezTo>
                    <a:cubicBezTo>
                      <a:pt x="270" y="292"/>
                      <a:pt x="269" y="292"/>
                      <a:pt x="269" y="293"/>
                    </a:cubicBezTo>
                    <a:cubicBezTo>
                      <a:pt x="269" y="294"/>
                      <a:pt x="268" y="294"/>
                      <a:pt x="268" y="295"/>
                    </a:cubicBezTo>
                    <a:cubicBezTo>
                      <a:pt x="267" y="296"/>
                      <a:pt x="267" y="297"/>
                      <a:pt x="266" y="298"/>
                    </a:cubicBezTo>
                    <a:cubicBezTo>
                      <a:pt x="266" y="299"/>
                      <a:pt x="265" y="300"/>
                      <a:pt x="264" y="301"/>
                    </a:cubicBezTo>
                    <a:cubicBezTo>
                      <a:pt x="264" y="303"/>
                      <a:pt x="263" y="304"/>
                      <a:pt x="262" y="305"/>
                    </a:cubicBezTo>
                    <a:cubicBezTo>
                      <a:pt x="261" y="307"/>
                      <a:pt x="260" y="309"/>
                      <a:pt x="259" y="310"/>
                    </a:cubicBezTo>
                    <a:close/>
                    <a:moveTo>
                      <a:pt x="324" y="328"/>
                    </a:moveTo>
                    <a:cubicBezTo>
                      <a:pt x="309" y="354"/>
                      <a:pt x="309" y="354"/>
                      <a:pt x="309" y="354"/>
                    </a:cubicBezTo>
                    <a:cubicBezTo>
                      <a:pt x="309" y="354"/>
                      <a:pt x="309" y="354"/>
                      <a:pt x="299" y="372"/>
                    </a:cubicBezTo>
                    <a:cubicBezTo>
                      <a:pt x="299" y="372"/>
                      <a:pt x="299" y="372"/>
                      <a:pt x="288" y="390"/>
                    </a:cubicBezTo>
                    <a:cubicBezTo>
                      <a:pt x="287" y="394"/>
                      <a:pt x="283" y="396"/>
                      <a:pt x="279" y="397"/>
                    </a:cubicBezTo>
                    <a:cubicBezTo>
                      <a:pt x="276" y="398"/>
                      <a:pt x="272" y="398"/>
                      <a:pt x="269" y="395"/>
                    </a:cubicBezTo>
                    <a:cubicBezTo>
                      <a:pt x="266" y="393"/>
                      <a:pt x="264" y="389"/>
                      <a:pt x="264" y="385"/>
                    </a:cubicBezTo>
                    <a:cubicBezTo>
                      <a:pt x="263" y="381"/>
                      <a:pt x="264" y="377"/>
                      <a:pt x="265" y="373"/>
                    </a:cubicBezTo>
                    <a:cubicBezTo>
                      <a:pt x="265" y="373"/>
                      <a:pt x="265" y="373"/>
                      <a:pt x="268" y="368"/>
                    </a:cubicBezTo>
                    <a:cubicBezTo>
                      <a:pt x="268" y="368"/>
                      <a:pt x="268" y="368"/>
                      <a:pt x="274" y="358"/>
                    </a:cubicBezTo>
                    <a:cubicBezTo>
                      <a:pt x="274" y="358"/>
                      <a:pt x="274" y="358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49"/>
                      <a:pt x="279" y="349"/>
                    </a:cubicBezTo>
                    <a:cubicBezTo>
                      <a:pt x="279" y="349"/>
                      <a:pt x="279" y="349"/>
                      <a:pt x="279" y="349"/>
                    </a:cubicBezTo>
                    <a:cubicBezTo>
                      <a:pt x="279" y="349"/>
                      <a:pt x="280" y="349"/>
                      <a:pt x="280" y="348"/>
                    </a:cubicBezTo>
                    <a:cubicBezTo>
                      <a:pt x="280" y="347"/>
                      <a:pt x="281" y="346"/>
                      <a:pt x="282" y="345"/>
                    </a:cubicBezTo>
                    <a:cubicBezTo>
                      <a:pt x="282" y="345"/>
                      <a:pt x="282" y="344"/>
                      <a:pt x="283" y="343"/>
                    </a:cubicBezTo>
                    <a:cubicBezTo>
                      <a:pt x="283" y="343"/>
                      <a:pt x="283" y="343"/>
                      <a:pt x="283" y="343"/>
                    </a:cubicBezTo>
                    <a:cubicBezTo>
                      <a:pt x="283" y="343"/>
                      <a:pt x="283" y="342"/>
                      <a:pt x="284" y="342"/>
                    </a:cubicBezTo>
                    <a:cubicBezTo>
                      <a:pt x="284" y="340"/>
                      <a:pt x="285" y="339"/>
                      <a:pt x="286" y="338"/>
                    </a:cubicBezTo>
                    <a:cubicBezTo>
                      <a:pt x="286" y="337"/>
                      <a:pt x="287" y="336"/>
                      <a:pt x="287" y="335"/>
                    </a:cubicBezTo>
                    <a:cubicBezTo>
                      <a:pt x="288" y="335"/>
                      <a:pt x="288" y="334"/>
                      <a:pt x="288" y="334"/>
                    </a:cubicBezTo>
                    <a:cubicBezTo>
                      <a:pt x="289" y="333"/>
                      <a:pt x="289" y="332"/>
                      <a:pt x="290" y="331"/>
                    </a:cubicBezTo>
                    <a:cubicBezTo>
                      <a:pt x="290" y="330"/>
                      <a:pt x="291" y="330"/>
                      <a:pt x="291" y="329"/>
                    </a:cubicBezTo>
                    <a:cubicBezTo>
                      <a:pt x="291" y="328"/>
                      <a:pt x="292" y="327"/>
                      <a:pt x="292" y="326"/>
                    </a:cubicBezTo>
                    <a:cubicBezTo>
                      <a:pt x="293" y="326"/>
                      <a:pt x="293" y="325"/>
                      <a:pt x="294" y="324"/>
                    </a:cubicBezTo>
                    <a:cubicBezTo>
                      <a:pt x="294" y="324"/>
                      <a:pt x="294" y="324"/>
                      <a:pt x="294" y="324"/>
                    </a:cubicBezTo>
                    <a:cubicBezTo>
                      <a:pt x="294" y="323"/>
                      <a:pt x="295" y="323"/>
                      <a:pt x="295" y="322"/>
                    </a:cubicBezTo>
                    <a:cubicBezTo>
                      <a:pt x="295" y="321"/>
                      <a:pt x="296" y="321"/>
                      <a:pt x="296" y="320"/>
                    </a:cubicBezTo>
                    <a:cubicBezTo>
                      <a:pt x="296" y="320"/>
                      <a:pt x="296" y="319"/>
                      <a:pt x="297" y="319"/>
                    </a:cubicBezTo>
                    <a:cubicBezTo>
                      <a:pt x="297" y="319"/>
                      <a:pt x="297" y="319"/>
                      <a:pt x="297" y="319"/>
                    </a:cubicBezTo>
                    <a:cubicBezTo>
                      <a:pt x="297" y="318"/>
                      <a:pt x="297" y="317"/>
                      <a:pt x="298" y="317"/>
                    </a:cubicBezTo>
                    <a:cubicBezTo>
                      <a:pt x="298" y="317"/>
                      <a:pt x="298" y="316"/>
                      <a:pt x="298" y="316"/>
                    </a:cubicBezTo>
                    <a:cubicBezTo>
                      <a:pt x="298" y="316"/>
                      <a:pt x="298" y="316"/>
                      <a:pt x="299" y="315"/>
                    </a:cubicBezTo>
                    <a:cubicBezTo>
                      <a:pt x="299" y="315"/>
                      <a:pt x="299" y="315"/>
                      <a:pt x="299" y="315"/>
                    </a:cubicBezTo>
                    <a:cubicBezTo>
                      <a:pt x="299" y="314"/>
                      <a:pt x="299" y="314"/>
                      <a:pt x="299" y="314"/>
                    </a:cubicBezTo>
                    <a:cubicBezTo>
                      <a:pt x="300" y="314"/>
                      <a:pt x="300" y="314"/>
                      <a:pt x="300" y="313"/>
                    </a:cubicBezTo>
                    <a:cubicBezTo>
                      <a:pt x="300" y="313"/>
                      <a:pt x="300" y="313"/>
                      <a:pt x="300" y="313"/>
                    </a:cubicBezTo>
                    <a:cubicBezTo>
                      <a:pt x="300" y="313"/>
                      <a:pt x="300" y="313"/>
                      <a:pt x="300" y="313"/>
                    </a:cubicBezTo>
                    <a:cubicBezTo>
                      <a:pt x="300" y="313"/>
                      <a:pt x="300" y="312"/>
                      <a:pt x="300" y="312"/>
                    </a:cubicBezTo>
                    <a:cubicBezTo>
                      <a:pt x="300" y="312"/>
                      <a:pt x="300" y="312"/>
                      <a:pt x="300" y="312"/>
                    </a:cubicBezTo>
                    <a:cubicBezTo>
                      <a:pt x="300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5" y="305"/>
                      <a:pt x="313" y="302"/>
                      <a:pt x="320" y="307"/>
                    </a:cubicBezTo>
                    <a:cubicBezTo>
                      <a:pt x="326" y="312"/>
                      <a:pt x="328" y="321"/>
                      <a:pt x="324" y="328"/>
                    </a:cubicBezTo>
                    <a:close/>
                    <a:moveTo>
                      <a:pt x="373" y="376"/>
                    </a:moveTo>
                    <a:cubicBezTo>
                      <a:pt x="373" y="376"/>
                      <a:pt x="373" y="376"/>
                      <a:pt x="370" y="382"/>
                    </a:cubicBezTo>
                    <a:cubicBezTo>
                      <a:pt x="370" y="382"/>
                      <a:pt x="370" y="382"/>
                      <a:pt x="362" y="397"/>
                    </a:cubicBezTo>
                    <a:cubicBezTo>
                      <a:pt x="362" y="397"/>
                      <a:pt x="362" y="397"/>
                      <a:pt x="361" y="398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5" y="409"/>
                      <a:pt x="352" y="411"/>
                      <a:pt x="348" y="412"/>
                    </a:cubicBezTo>
                    <a:cubicBezTo>
                      <a:pt x="345" y="413"/>
                      <a:pt x="341" y="413"/>
                      <a:pt x="338" y="410"/>
                    </a:cubicBezTo>
                    <a:cubicBezTo>
                      <a:pt x="335" y="408"/>
                      <a:pt x="333" y="404"/>
                      <a:pt x="332" y="400"/>
                    </a:cubicBezTo>
                    <a:cubicBezTo>
                      <a:pt x="331" y="396"/>
                      <a:pt x="331" y="392"/>
                      <a:pt x="334" y="388"/>
                    </a:cubicBezTo>
                    <a:cubicBezTo>
                      <a:pt x="334" y="388"/>
                      <a:pt x="334" y="388"/>
                      <a:pt x="335" y="386"/>
                    </a:cubicBezTo>
                    <a:cubicBezTo>
                      <a:pt x="335" y="386"/>
                      <a:pt x="335" y="386"/>
                      <a:pt x="345" y="369"/>
                    </a:cubicBezTo>
                    <a:cubicBezTo>
                      <a:pt x="345" y="369"/>
                      <a:pt x="345" y="369"/>
                      <a:pt x="350" y="360"/>
                    </a:cubicBezTo>
                    <a:cubicBezTo>
                      <a:pt x="352" y="356"/>
                      <a:pt x="355" y="353"/>
                      <a:pt x="359" y="353"/>
                    </a:cubicBezTo>
                    <a:cubicBezTo>
                      <a:pt x="362" y="352"/>
                      <a:pt x="366" y="353"/>
                      <a:pt x="369" y="355"/>
                    </a:cubicBezTo>
                    <a:cubicBezTo>
                      <a:pt x="372" y="357"/>
                      <a:pt x="375" y="361"/>
                      <a:pt x="376" y="364"/>
                    </a:cubicBezTo>
                    <a:cubicBezTo>
                      <a:pt x="376" y="368"/>
                      <a:pt x="376" y="373"/>
                      <a:pt x="373" y="376"/>
                    </a:cubicBezTo>
                    <a:close/>
                    <a:moveTo>
                      <a:pt x="599" y="334"/>
                    </a:moveTo>
                    <a:cubicBezTo>
                      <a:pt x="596" y="336"/>
                      <a:pt x="594" y="337"/>
                      <a:pt x="593" y="338"/>
                    </a:cubicBezTo>
                    <a:cubicBezTo>
                      <a:pt x="593" y="338"/>
                      <a:pt x="592" y="338"/>
                      <a:pt x="592" y="336"/>
                    </a:cubicBezTo>
                    <a:cubicBezTo>
                      <a:pt x="531" y="268"/>
                      <a:pt x="531" y="268"/>
                      <a:pt x="531" y="268"/>
                    </a:cubicBezTo>
                    <a:cubicBezTo>
                      <a:pt x="528" y="264"/>
                      <a:pt x="528" y="264"/>
                      <a:pt x="528" y="264"/>
                    </a:cubicBezTo>
                    <a:cubicBezTo>
                      <a:pt x="525" y="268"/>
                      <a:pt x="525" y="268"/>
                      <a:pt x="525" y="268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0" y="285"/>
                      <a:pt x="510" y="285"/>
                      <a:pt x="510" y="285"/>
                    </a:cubicBezTo>
                    <a:cubicBezTo>
                      <a:pt x="512" y="288"/>
                      <a:pt x="512" y="288"/>
                      <a:pt x="512" y="288"/>
                    </a:cubicBezTo>
                    <a:cubicBezTo>
                      <a:pt x="573" y="357"/>
                      <a:pt x="573" y="357"/>
                      <a:pt x="573" y="357"/>
                    </a:cubicBezTo>
                    <a:cubicBezTo>
                      <a:pt x="573" y="357"/>
                      <a:pt x="573" y="357"/>
                      <a:pt x="573" y="357"/>
                    </a:cubicBezTo>
                    <a:cubicBezTo>
                      <a:pt x="584" y="369"/>
                      <a:pt x="584" y="369"/>
                      <a:pt x="584" y="369"/>
                    </a:cubicBezTo>
                    <a:cubicBezTo>
                      <a:pt x="587" y="373"/>
                      <a:pt x="588" y="377"/>
                      <a:pt x="588" y="382"/>
                    </a:cubicBezTo>
                    <a:cubicBezTo>
                      <a:pt x="588" y="387"/>
                      <a:pt x="587" y="392"/>
                      <a:pt x="584" y="396"/>
                    </a:cubicBezTo>
                    <a:cubicBezTo>
                      <a:pt x="581" y="398"/>
                      <a:pt x="577" y="402"/>
                      <a:pt x="572" y="402"/>
                    </a:cubicBezTo>
                    <a:cubicBezTo>
                      <a:pt x="566" y="402"/>
                      <a:pt x="561" y="398"/>
                      <a:pt x="555" y="392"/>
                    </a:cubicBezTo>
                    <a:cubicBezTo>
                      <a:pt x="488" y="316"/>
                      <a:pt x="488" y="316"/>
                      <a:pt x="488" y="316"/>
                    </a:cubicBezTo>
                    <a:cubicBezTo>
                      <a:pt x="485" y="312"/>
                      <a:pt x="485" y="312"/>
                      <a:pt x="485" y="312"/>
                    </a:cubicBezTo>
                    <a:cubicBezTo>
                      <a:pt x="483" y="316"/>
                      <a:pt x="483" y="316"/>
                      <a:pt x="483" y="316"/>
                    </a:cubicBezTo>
                    <a:cubicBezTo>
                      <a:pt x="470" y="330"/>
                      <a:pt x="470" y="330"/>
                      <a:pt x="470" y="330"/>
                    </a:cubicBezTo>
                    <a:cubicBezTo>
                      <a:pt x="467" y="334"/>
                      <a:pt x="467" y="334"/>
                      <a:pt x="467" y="334"/>
                    </a:cubicBezTo>
                    <a:cubicBezTo>
                      <a:pt x="470" y="337"/>
                      <a:pt x="470" y="337"/>
                      <a:pt x="470" y="337"/>
                    </a:cubicBezTo>
                    <a:cubicBezTo>
                      <a:pt x="526" y="402"/>
                      <a:pt x="526" y="402"/>
                      <a:pt x="526" y="402"/>
                    </a:cubicBezTo>
                    <a:cubicBezTo>
                      <a:pt x="529" y="405"/>
                      <a:pt x="531" y="409"/>
                      <a:pt x="531" y="412"/>
                    </a:cubicBezTo>
                    <a:cubicBezTo>
                      <a:pt x="531" y="414"/>
                      <a:pt x="530" y="416"/>
                      <a:pt x="529" y="418"/>
                    </a:cubicBezTo>
                    <a:cubicBezTo>
                      <a:pt x="523" y="424"/>
                      <a:pt x="510" y="427"/>
                      <a:pt x="499" y="414"/>
                    </a:cubicBezTo>
                    <a:cubicBezTo>
                      <a:pt x="454" y="364"/>
                      <a:pt x="454" y="364"/>
                      <a:pt x="454" y="364"/>
                    </a:cubicBezTo>
                    <a:cubicBezTo>
                      <a:pt x="452" y="362"/>
                      <a:pt x="452" y="362"/>
                      <a:pt x="452" y="362"/>
                    </a:cubicBezTo>
                    <a:cubicBezTo>
                      <a:pt x="449" y="358"/>
                      <a:pt x="449" y="358"/>
                      <a:pt x="449" y="358"/>
                    </a:cubicBezTo>
                    <a:cubicBezTo>
                      <a:pt x="447" y="362"/>
                      <a:pt x="447" y="362"/>
                      <a:pt x="447" y="362"/>
                    </a:cubicBezTo>
                    <a:cubicBezTo>
                      <a:pt x="434" y="376"/>
                      <a:pt x="434" y="376"/>
                      <a:pt x="434" y="376"/>
                    </a:cubicBezTo>
                    <a:cubicBezTo>
                      <a:pt x="432" y="378"/>
                      <a:pt x="432" y="378"/>
                      <a:pt x="432" y="378"/>
                    </a:cubicBezTo>
                    <a:cubicBezTo>
                      <a:pt x="433" y="382"/>
                      <a:pt x="433" y="382"/>
                      <a:pt x="433" y="382"/>
                    </a:cubicBezTo>
                    <a:cubicBezTo>
                      <a:pt x="436" y="387"/>
                      <a:pt x="444" y="396"/>
                      <a:pt x="467" y="423"/>
                    </a:cubicBezTo>
                    <a:cubicBezTo>
                      <a:pt x="471" y="427"/>
                      <a:pt x="479" y="437"/>
                      <a:pt x="473" y="444"/>
                    </a:cubicBezTo>
                    <a:cubicBezTo>
                      <a:pt x="470" y="447"/>
                      <a:pt x="465" y="449"/>
                      <a:pt x="461" y="449"/>
                    </a:cubicBezTo>
                    <a:cubicBezTo>
                      <a:pt x="454" y="449"/>
                      <a:pt x="447" y="445"/>
                      <a:pt x="440" y="438"/>
                    </a:cubicBezTo>
                    <a:cubicBezTo>
                      <a:pt x="423" y="418"/>
                      <a:pt x="406" y="404"/>
                      <a:pt x="394" y="394"/>
                    </a:cubicBezTo>
                    <a:cubicBezTo>
                      <a:pt x="395" y="392"/>
                      <a:pt x="395" y="392"/>
                      <a:pt x="395" y="392"/>
                    </a:cubicBezTo>
                    <a:cubicBezTo>
                      <a:pt x="401" y="383"/>
                      <a:pt x="403" y="370"/>
                      <a:pt x="401" y="358"/>
                    </a:cubicBezTo>
                    <a:cubicBezTo>
                      <a:pt x="398" y="346"/>
                      <a:pt x="392" y="337"/>
                      <a:pt x="383" y="330"/>
                    </a:cubicBezTo>
                    <a:cubicBezTo>
                      <a:pt x="375" y="323"/>
                      <a:pt x="364" y="321"/>
                      <a:pt x="354" y="323"/>
                    </a:cubicBezTo>
                    <a:cubicBezTo>
                      <a:pt x="353" y="324"/>
                      <a:pt x="352" y="324"/>
                      <a:pt x="351" y="324"/>
                    </a:cubicBezTo>
                    <a:cubicBezTo>
                      <a:pt x="353" y="308"/>
                      <a:pt x="346" y="291"/>
                      <a:pt x="334" y="282"/>
                    </a:cubicBezTo>
                    <a:cubicBezTo>
                      <a:pt x="324" y="275"/>
                      <a:pt x="311" y="273"/>
                      <a:pt x="300" y="278"/>
                    </a:cubicBezTo>
                    <a:cubicBezTo>
                      <a:pt x="299" y="275"/>
                      <a:pt x="299" y="273"/>
                      <a:pt x="299" y="271"/>
                    </a:cubicBezTo>
                    <a:cubicBezTo>
                      <a:pt x="298" y="263"/>
                      <a:pt x="294" y="256"/>
                      <a:pt x="289" y="249"/>
                    </a:cubicBezTo>
                    <a:cubicBezTo>
                      <a:pt x="287" y="247"/>
                      <a:pt x="284" y="245"/>
                      <a:pt x="282" y="242"/>
                    </a:cubicBezTo>
                    <a:cubicBezTo>
                      <a:pt x="263" y="229"/>
                      <a:pt x="238" y="235"/>
                      <a:pt x="227" y="256"/>
                    </a:cubicBezTo>
                    <a:cubicBezTo>
                      <a:pt x="227" y="255"/>
                      <a:pt x="227" y="255"/>
                      <a:pt x="227" y="255"/>
                    </a:cubicBezTo>
                    <a:cubicBezTo>
                      <a:pt x="226" y="257"/>
                      <a:pt x="224" y="260"/>
                      <a:pt x="220" y="267"/>
                    </a:cubicBezTo>
                    <a:cubicBezTo>
                      <a:pt x="219" y="269"/>
                      <a:pt x="218" y="271"/>
                      <a:pt x="216" y="274"/>
                    </a:cubicBezTo>
                    <a:cubicBezTo>
                      <a:pt x="200" y="303"/>
                      <a:pt x="200" y="303"/>
                      <a:pt x="200" y="303"/>
                    </a:cubicBezTo>
                    <a:cubicBezTo>
                      <a:pt x="197" y="297"/>
                      <a:pt x="192" y="290"/>
                      <a:pt x="186" y="286"/>
                    </a:cubicBezTo>
                    <a:cubicBezTo>
                      <a:pt x="178" y="280"/>
                      <a:pt x="167" y="278"/>
                      <a:pt x="156" y="280"/>
                    </a:cubicBezTo>
                    <a:cubicBezTo>
                      <a:pt x="146" y="283"/>
                      <a:pt x="138" y="290"/>
                      <a:pt x="131" y="300"/>
                    </a:cubicBezTo>
                    <a:cubicBezTo>
                      <a:pt x="115" y="329"/>
                      <a:pt x="115" y="329"/>
                      <a:pt x="115" y="329"/>
                    </a:cubicBezTo>
                    <a:cubicBezTo>
                      <a:pt x="114" y="331"/>
                      <a:pt x="113" y="334"/>
                      <a:pt x="112" y="336"/>
                    </a:cubicBezTo>
                    <a:cubicBezTo>
                      <a:pt x="26" y="336"/>
                      <a:pt x="26" y="336"/>
                      <a:pt x="26" y="336"/>
                    </a:cubicBezTo>
                    <a:cubicBezTo>
                      <a:pt x="26" y="258"/>
                      <a:pt x="26" y="258"/>
                      <a:pt x="26" y="258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6" y="139"/>
                      <a:pt x="112" y="137"/>
                      <a:pt x="140" y="128"/>
                    </a:cubicBezTo>
                    <a:cubicBezTo>
                      <a:pt x="155" y="123"/>
                      <a:pt x="175" y="117"/>
                      <a:pt x="193" y="111"/>
                    </a:cubicBezTo>
                    <a:cubicBezTo>
                      <a:pt x="176" y="128"/>
                      <a:pt x="175" y="130"/>
                      <a:pt x="175" y="134"/>
                    </a:cubicBezTo>
                    <a:cubicBezTo>
                      <a:pt x="174" y="136"/>
                      <a:pt x="174" y="136"/>
                      <a:pt x="174" y="136"/>
                    </a:cubicBezTo>
                    <a:cubicBezTo>
                      <a:pt x="173" y="137"/>
                      <a:pt x="173" y="137"/>
                      <a:pt x="173" y="137"/>
                    </a:cubicBezTo>
                    <a:cubicBezTo>
                      <a:pt x="174" y="139"/>
                      <a:pt x="174" y="139"/>
                      <a:pt x="174" y="139"/>
                    </a:cubicBezTo>
                    <a:cubicBezTo>
                      <a:pt x="175" y="141"/>
                      <a:pt x="175" y="141"/>
                      <a:pt x="175" y="141"/>
                    </a:cubicBezTo>
                    <a:cubicBezTo>
                      <a:pt x="183" y="178"/>
                      <a:pt x="212" y="193"/>
                      <a:pt x="256" y="182"/>
                    </a:cubicBezTo>
                    <a:cubicBezTo>
                      <a:pt x="277" y="178"/>
                      <a:pt x="315" y="140"/>
                      <a:pt x="331" y="122"/>
                    </a:cubicBezTo>
                    <a:cubicBezTo>
                      <a:pt x="469" y="158"/>
                      <a:pt x="469" y="158"/>
                      <a:pt x="469" y="158"/>
                    </a:cubicBezTo>
                    <a:cubicBezTo>
                      <a:pt x="470" y="159"/>
                      <a:pt x="473" y="161"/>
                      <a:pt x="476" y="166"/>
                    </a:cubicBezTo>
                    <a:cubicBezTo>
                      <a:pt x="491" y="181"/>
                      <a:pt x="523" y="217"/>
                      <a:pt x="596" y="299"/>
                    </a:cubicBezTo>
                    <a:cubicBezTo>
                      <a:pt x="605" y="309"/>
                      <a:pt x="605" y="309"/>
                      <a:pt x="605" y="309"/>
                    </a:cubicBezTo>
                    <a:cubicBezTo>
                      <a:pt x="608" y="313"/>
                      <a:pt x="605" y="326"/>
                      <a:pt x="599" y="334"/>
                    </a:cubicBezTo>
                    <a:close/>
                    <a:moveTo>
                      <a:pt x="707" y="167"/>
                    </a:moveTo>
                    <a:cubicBezTo>
                      <a:pt x="707" y="297"/>
                      <a:pt x="707" y="297"/>
                      <a:pt x="707" y="297"/>
                    </a:cubicBezTo>
                    <a:cubicBezTo>
                      <a:pt x="629" y="297"/>
                      <a:pt x="629" y="297"/>
                      <a:pt x="629" y="297"/>
                    </a:cubicBezTo>
                    <a:cubicBezTo>
                      <a:pt x="624" y="290"/>
                      <a:pt x="624" y="290"/>
                      <a:pt x="624" y="290"/>
                    </a:cubicBezTo>
                    <a:cubicBezTo>
                      <a:pt x="621" y="286"/>
                      <a:pt x="543" y="196"/>
                      <a:pt x="510" y="159"/>
                    </a:cubicBezTo>
                    <a:cubicBezTo>
                      <a:pt x="503" y="150"/>
                      <a:pt x="498" y="145"/>
                      <a:pt x="497" y="143"/>
                    </a:cubicBezTo>
                    <a:cubicBezTo>
                      <a:pt x="495" y="141"/>
                      <a:pt x="494" y="139"/>
                      <a:pt x="491" y="136"/>
                    </a:cubicBezTo>
                    <a:cubicBezTo>
                      <a:pt x="490" y="134"/>
                      <a:pt x="490" y="134"/>
                      <a:pt x="490" y="134"/>
                    </a:cubicBezTo>
                    <a:cubicBezTo>
                      <a:pt x="489" y="133"/>
                      <a:pt x="489" y="133"/>
                      <a:pt x="489" y="133"/>
                    </a:cubicBezTo>
                    <a:cubicBezTo>
                      <a:pt x="488" y="133"/>
                      <a:pt x="488" y="133"/>
                      <a:pt x="488" y="133"/>
                    </a:cubicBezTo>
                    <a:cubicBezTo>
                      <a:pt x="484" y="132"/>
                      <a:pt x="484" y="132"/>
                      <a:pt x="484" y="132"/>
                    </a:cubicBezTo>
                    <a:cubicBezTo>
                      <a:pt x="476" y="130"/>
                      <a:pt x="476" y="130"/>
                      <a:pt x="476" y="130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26" y="90"/>
                      <a:pt x="326" y="90"/>
                      <a:pt x="326" y="90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2" y="92"/>
                      <a:pt x="322" y="92"/>
                      <a:pt x="322" y="92"/>
                    </a:cubicBezTo>
                    <a:cubicBezTo>
                      <a:pt x="319" y="95"/>
                      <a:pt x="319" y="95"/>
                      <a:pt x="319" y="95"/>
                    </a:cubicBezTo>
                    <a:cubicBezTo>
                      <a:pt x="316" y="99"/>
                      <a:pt x="313" y="102"/>
                      <a:pt x="309" y="106"/>
                    </a:cubicBezTo>
                    <a:cubicBezTo>
                      <a:pt x="283" y="133"/>
                      <a:pt x="260" y="152"/>
                      <a:pt x="251" y="154"/>
                    </a:cubicBezTo>
                    <a:cubicBezTo>
                      <a:pt x="225" y="160"/>
                      <a:pt x="209" y="155"/>
                      <a:pt x="202" y="141"/>
                    </a:cubicBezTo>
                    <a:cubicBezTo>
                      <a:pt x="210" y="134"/>
                      <a:pt x="226" y="119"/>
                      <a:pt x="248" y="99"/>
                    </a:cubicBezTo>
                    <a:cubicBezTo>
                      <a:pt x="266" y="83"/>
                      <a:pt x="266" y="83"/>
                      <a:pt x="266" y="83"/>
                    </a:cubicBezTo>
                    <a:cubicBezTo>
                      <a:pt x="266" y="83"/>
                      <a:pt x="320" y="36"/>
                      <a:pt x="328" y="29"/>
                    </a:cubicBezTo>
                    <a:cubicBezTo>
                      <a:pt x="481" y="29"/>
                      <a:pt x="481" y="29"/>
                      <a:pt x="481" y="29"/>
                    </a:cubicBezTo>
                    <a:cubicBezTo>
                      <a:pt x="490" y="31"/>
                      <a:pt x="551" y="50"/>
                      <a:pt x="618" y="92"/>
                    </a:cubicBezTo>
                    <a:cubicBezTo>
                      <a:pt x="620" y="93"/>
                      <a:pt x="620" y="93"/>
                      <a:pt x="620" y="93"/>
                    </a:cubicBezTo>
                    <a:cubicBezTo>
                      <a:pt x="621" y="93"/>
                      <a:pt x="621" y="93"/>
                      <a:pt x="621" y="93"/>
                    </a:cubicBezTo>
                    <a:cubicBezTo>
                      <a:pt x="622" y="93"/>
                      <a:pt x="622" y="93"/>
                      <a:pt x="622" y="93"/>
                    </a:cubicBezTo>
                    <a:cubicBezTo>
                      <a:pt x="707" y="93"/>
                      <a:pt x="707" y="93"/>
                      <a:pt x="707" y="93"/>
                    </a:cubicBezTo>
                    <a:cubicBezTo>
                      <a:pt x="707" y="167"/>
                      <a:pt x="707" y="167"/>
                      <a:pt x="707" y="167"/>
                    </a:cubicBezTo>
                    <a:close/>
                  </a:path>
                </a:pathLst>
              </a:custGeom>
              <a:solidFill>
                <a:srgbClr val="C0C0C0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292" name="Gruppieren 28"/>
              <p:cNvGrpSpPr/>
              <p:nvPr/>
            </p:nvGrpSpPr>
            <p:grpSpPr bwMode="gray">
              <a:xfrm>
                <a:off x="7431704" y="2991006"/>
                <a:ext cx="349338" cy="365764"/>
                <a:chOff x="3335338" y="1763713"/>
                <a:chExt cx="1012825" cy="1060450"/>
              </a:xfrm>
              <a:solidFill>
                <a:srgbClr val="C0C0C0"/>
              </a:solidFill>
              <a:effectLst/>
            </p:grpSpPr>
            <p:sp>
              <p:nvSpPr>
                <p:cNvPr id="293" name="Freeform 15"/>
                <p:cNvSpPr>
                  <a:spLocks/>
                </p:cNvSpPr>
                <p:nvPr/>
              </p:nvSpPr>
              <p:spPr bwMode="gray">
                <a:xfrm>
                  <a:off x="3994150" y="2468563"/>
                  <a:ext cx="354013" cy="355600"/>
                </a:xfrm>
                <a:custGeom>
                  <a:avLst/>
                  <a:gdLst/>
                  <a:ahLst/>
                  <a:cxnLst>
                    <a:cxn ang="0">
                      <a:pos x="171" y="140"/>
                    </a:cxn>
                    <a:cxn ang="0">
                      <a:pos x="34" y="0"/>
                    </a:cxn>
                    <a:cxn ang="0">
                      <a:pos x="0" y="34"/>
                    </a:cxn>
                    <a:cxn ang="0">
                      <a:pos x="137" y="174"/>
                    </a:cxn>
                    <a:cxn ang="0">
                      <a:pos x="150" y="179"/>
                    </a:cxn>
                    <a:cxn ang="0">
                      <a:pos x="162" y="175"/>
                    </a:cxn>
                    <a:cxn ang="0">
                      <a:pos x="171" y="166"/>
                    </a:cxn>
                    <a:cxn ang="0">
                      <a:pos x="171" y="140"/>
                    </a:cxn>
                  </a:cxnLst>
                  <a:rect l="0" t="0" r="r" b="b"/>
                  <a:pathLst>
                    <a:path w="178" h="179">
                      <a:moveTo>
                        <a:pt x="171" y="14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37" y="174"/>
                        <a:pt x="137" y="174"/>
                        <a:pt x="137" y="174"/>
                      </a:cubicBezTo>
                      <a:cubicBezTo>
                        <a:pt x="140" y="177"/>
                        <a:pt x="145" y="179"/>
                        <a:pt x="150" y="179"/>
                      </a:cubicBezTo>
                      <a:cubicBezTo>
                        <a:pt x="154" y="179"/>
                        <a:pt x="159" y="178"/>
                        <a:pt x="162" y="175"/>
                      </a:cubicBezTo>
                      <a:cubicBezTo>
                        <a:pt x="171" y="166"/>
                        <a:pt x="171" y="166"/>
                        <a:pt x="171" y="166"/>
                      </a:cubicBezTo>
                      <a:cubicBezTo>
                        <a:pt x="178" y="158"/>
                        <a:pt x="178" y="147"/>
                        <a:pt x="171" y="14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94" name="Freeform 16"/>
                <p:cNvSpPr>
                  <a:spLocks/>
                </p:cNvSpPr>
                <p:nvPr/>
              </p:nvSpPr>
              <p:spPr bwMode="gray">
                <a:xfrm>
                  <a:off x="3994150" y="2468563"/>
                  <a:ext cx="354013" cy="355600"/>
                </a:xfrm>
                <a:custGeom>
                  <a:avLst/>
                  <a:gdLst/>
                  <a:ahLst/>
                  <a:cxnLst>
                    <a:cxn ang="0">
                      <a:pos x="171" y="166"/>
                    </a:cxn>
                    <a:cxn ang="0">
                      <a:pos x="162" y="175"/>
                    </a:cxn>
                    <a:cxn ang="0">
                      <a:pos x="150" y="179"/>
                    </a:cxn>
                    <a:cxn ang="0">
                      <a:pos x="137" y="174"/>
                    </a:cxn>
                    <a:cxn ang="0">
                      <a:pos x="0" y="34"/>
                    </a:cxn>
                    <a:cxn ang="0">
                      <a:pos x="34" y="0"/>
                    </a:cxn>
                    <a:cxn ang="0">
                      <a:pos x="171" y="140"/>
                    </a:cxn>
                    <a:cxn ang="0">
                      <a:pos x="171" y="166"/>
                    </a:cxn>
                  </a:cxnLst>
                  <a:rect l="0" t="0" r="r" b="b"/>
                  <a:pathLst>
                    <a:path w="178" h="179">
                      <a:moveTo>
                        <a:pt x="171" y="166"/>
                      </a:moveTo>
                      <a:cubicBezTo>
                        <a:pt x="162" y="175"/>
                        <a:pt x="162" y="175"/>
                        <a:pt x="162" y="175"/>
                      </a:cubicBezTo>
                      <a:cubicBezTo>
                        <a:pt x="159" y="178"/>
                        <a:pt x="154" y="179"/>
                        <a:pt x="150" y="179"/>
                      </a:cubicBezTo>
                      <a:cubicBezTo>
                        <a:pt x="145" y="179"/>
                        <a:pt x="140" y="177"/>
                        <a:pt x="137" y="17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71" y="140"/>
                        <a:pt x="171" y="140"/>
                        <a:pt x="171" y="140"/>
                      </a:cubicBezTo>
                      <a:cubicBezTo>
                        <a:pt x="178" y="147"/>
                        <a:pt x="178" y="158"/>
                        <a:pt x="171" y="16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295" name="Freeform 17"/>
                <p:cNvSpPr>
                  <a:spLocks noEditPoints="1"/>
                </p:cNvSpPr>
                <p:nvPr/>
              </p:nvSpPr>
              <p:spPr bwMode="gray">
                <a:xfrm>
                  <a:off x="3335338" y="1763713"/>
                  <a:ext cx="812800" cy="808038"/>
                </a:xfrm>
                <a:custGeom>
                  <a:avLst/>
                  <a:gdLst/>
                  <a:ahLst/>
                  <a:cxnLst>
                    <a:cxn ang="0">
                      <a:pos x="341" y="74"/>
                    </a:cxn>
                    <a:cxn ang="0">
                      <a:pos x="74" y="74"/>
                    </a:cxn>
                    <a:cxn ang="0">
                      <a:pos x="74" y="341"/>
                    </a:cxn>
                    <a:cxn ang="0">
                      <a:pos x="258" y="389"/>
                    </a:cxn>
                    <a:cxn ang="0">
                      <a:pos x="287" y="379"/>
                    </a:cxn>
                    <a:cxn ang="0">
                      <a:pos x="313" y="364"/>
                    </a:cxn>
                    <a:cxn ang="0">
                      <a:pos x="341" y="341"/>
                    </a:cxn>
                    <a:cxn ang="0">
                      <a:pos x="357" y="323"/>
                    </a:cxn>
                    <a:cxn ang="0">
                      <a:pos x="374" y="297"/>
                    </a:cxn>
                    <a:cxn ang="0">
                      <a:pos x="386" y="269"/>
                    </a:cxn>
                    <a:cxn ang="0">
                      <a:pos x="341" y="74"/>
                    </a:cxn>
                    <a:cxn ang="0">
                      <a:pos x="351" y="257"/>
                    </a:cxn>
                    <a:cxn ang="0">
                      <a:pos x="337" y="287"/>
                    </a:cxn>
                    <a:cxn ang="0">
                      <a:pos x="315" y="315"/>
                    </a:cxn>
                    <a:cxn ang="0">
                      <a:pos x="279" y="342"/>
                    </a:cxn>
                    <a:cxn ang="0">
                      <a:pos x="248" y="354"/>
                    </a:cxn>
                    <a:cxn ang="0">
                      <a:pos x="100" y="315"/>
                    </a:cxn>
                    <a:cxn ang="0">
                      <a:pos x="100" y="100"/>
                    </a:cxn>
                    <a:cxn ang="0">
                      <a:pos x="315" y="100"/>
                    </a:cxn>
                    <a:cxn ang="0">
                      <a:pos x="351" y="257"/>
                    </a:cxn>
                  </a:cxnLst>
                  <a:rect l="0" t="0" r="r" b="b"/>
                  <a:pathLst>
                    <a:path w="409" h="407">
                      <a:moveTo>
                        <a:pt x="341" y="74"/>
                      </a:moveTo>
                      <a:cubicBezTo>
                        <a:pt x="267" y="0"/>
                        <a:pt x="148" y="0"/>
                        <a:pt x="74" y="74"/>
                      </a:cubicBezTo>
                      <a:cubicBezTo>
                        <a:pt x="0" y="147"/>
                        <a:pt x="0" y="267"/>
                        <a:pt x="74" y="341"/>
                      </a:cubicBezTo>
                      <a:cubicBezTo>
                        <a:pt x="124" y="391"/>
                        <a:pt x="195" y="407"/>
                        <a:pt x="258" y="389"/>
                      </a:cubicBezTo>
                      <a:cubicBezTo>
                        <a:pt x="268" y="387"/>
                        <a:pt x="278" y="383"/>
                        <a:pt x="287" y="379"/>
                      </a:cubicBezTo>
                      <a:cubicBezTo>
                        <a:pt x="296" y="374"/>
                        <a:pt x="305" y="369"/>
                        <a:pt x="313" y="364"/>
                      </a:cubicBezTo>
                      <a:cubicBezTo>
                        <a:pt x="323" y="357"/>
                        <a:pt x="332" y="349"/>
                        <a:pt x="341" y="341"/>
                      </a:cubicBezTo>
                      <a:cubicBezTo>
                        <a:pt x="347" y="335"/>
                        <a:pt x="352" y="329"/>
                        <a:pt x="357" y="323"/>
                      </a:cubicBezTo>
                      <a:cubicBezTo>
                        <a:pt x="363" y="315"/>
                        <a:pt x="369" y="306"/>
                        <a:pt x="374" y="297"/>
                      </a:cubicBezTo>
                      <a:cubicBezTo>
                        <a:pt x="378" y="288"/>
                        <a:pt x="383" y="279"/>
                        <a:pt x="386" y="269"/>
                      </a:cubicBezTo>
                      <a:cubicBezTo>
                        <a:pt x="409" y="203"/>
                        <a:pt x="394" y="127"/>
                        <a:pt x="341" y="74"/>
                      </a:cubicBezTo>
                      <a:close/>
                      <a:moveTo>
                        <a:pt x="351" y="257"/>
                      </a:moveTo>
                      <a:cubicBezTo>
                        <a:pt x="348" y="267"/>
                        <a:pt x="343" y="277"/>
                        <a:pt x="337" y="287"/>
                      </a:cubicBezTo>
                      <a:cubicBezTo>
                        <a:pt x="331" y="297"/>
                        <a:pt x="324" y="306"/>
                        <a:pt x="315" y="315"/>
                      </a:cubicBezTo>
                      <a:cubicBezTo>
                        <a:pt x="304" y="326"/>
                        <a:pt x="292" y="335"/>
                        <a:pt x="279" y="342"/>
                      </a:cubicBezTo>
                      <a:cubicBezTo>
                        <a:pt x="269" y="347"/>
                        <a:pt x="259" y="351"/>
                        <a:pt x="248" y="354"/>
                      </a:cubicBezTo>
                      <a:cubicBezTo>
                        <a:pt x="197" y="368"/>
                        <a:pt x="140" y="355"/>
                        <a:pt x="100" y="315"/>
                      </a:cubicBezTo>
                      <a:cubicBezTo>
                        <a:pt x="41" y="255"/>
                        <a:pt x="41" y="159"/>
                        <a:pt x="100" y="100"/>
                      </a:cubicBezTo>
                      <a:cubicBezTo>
                        <a:pt x="159" y="40"/>
                        <a:pt x="256" y="40"/>
                        <a:pt x="315" y="100"/>
                      </a:cubicBezTo>
                      <a:cubicBezTo>
                        <a:pt x="358" y="142"/>
                        <a:pt x="370" y="204"/>
                        <a:pt x="351" y="25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296" name="Textfeld 295"/>
              <p:cNvSpPr txBox="1"/>
              <p:nvPr/>
            </p:nvSpPr>
            <p:spPr bwMode="gray">
              <a:xfrm>
                <a:off x="4641038" y="505037"/>
                <a:ext cx="4104461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System </a:t>
                </a:r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Requirements</a:t>
                </a:r>
                <a:endParaRPr lang="en-US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97" name="Textfeld 296"/>
              <p:cNvSpPr txBox="1"/>
              <p:nvPr/>
            </p:nvSpPr>
            <p:spPr bwMode="gray">
              <a:xfrm>
                <a:off x="4980682" y="3032301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298" name="Textfeld 297"/>
              <p:cNvSpPr txBox="1"/>
              <p:nvPr/>
            </p:nvSpPr>
            <p:spPr bwMode="gray">
              <a:xfrm>
                <a:off x="6486124" y="3032301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299" name="Textfeld 298"/>
              <p:cNvSpPr txBox="1"/>
              <p:nvPr/>
            </p:nvSpPr>
            <p:spPr bwMode="gray">
              <a:xfrm>
                <a:off x="7788112" y="3032301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300" name="Group 39"/>
              <p:cNvGrpSpPr>
                <a:grpSpLocks noChangeAspect="1"/>
              </p:cNvGrpSpPr>
              <p:nvPr/>
            </p:nvGrpSpPr>
            <p:grpSpPr bwMode="auto">
              <a:xfrm>
                <a:off x="7394839" y="1076027"/>
                <a:ext cx="1722280" cy="983036"/>
                <a:chOff x="2080" y="414"/>
                <a:chExt cx="2847" cy="1625"/>
              </a:xfrm>
            </p:grpSpPr>
            <p:sp>
              <p:nvSpPr>
                <p:cNvPr id="301" name="Rectangle 43"/>
                <p:cNvSpPr>
                  <a:spLocks noChangeArrowheads="1"/>
                </p:cNvSpPr>
                <p:nvPr/>
              </p:nvSpPr>
              <p:spPr bwMode="auto">
                <a:xfrm>
                  <a:off x="2080" y="414"/>
                  <a:ext cx="2847" cy="16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02" name="Freeform 45"/>
                <p:cNvSpPr>
                  <a:spLocks noEditPoints="1"/>
                </p:cNvSpPr>
                <p:nvPr/>
              </p:nvSpPr>
              <p:spPr bwMode="auto">
                <a:xfrm>
                  <a:off x="3100" y="851"/>
                  <a:ext cx="747" cy="746"/>
                </a:xfrm>
                <a:custGeom>
                  <a:avLst/>
                  <a:gdLst>
                    <a:gd name="T0" fmla="*/ 83 w 747"/>
                    <a:gd name="T1" fmla="*/ 413 h 746"/>
                    <a:gd name="T2" fmla="*/ 111 w 747"/>
                    <a:gd name="T3" fmla="*/ 470 h 746"/>
                    <a:gd name="T4" fmla="*/ 166 w 747"/>
                    <a:gd name="T5" fmla="*/ 248 h 746"/>
                    <a:gd name="T6" fmla="*/ 525 w 747"/>
                    <a:gd name="T7" fmla="*/ 359 h 746"/>
                    <a:gd name="T8" fmla="*/ 581 w 747"/>
                    <a:gd name="T9" fmla="*/ 718 h 746"/>
                    <a:gd name="T10" fmla="*/ 57 w 747"/>
                    <a:gd name="T11" fmla="*/ 496 h 746"/>
                    <a:gd name="T12" fmla="*/ 333 w 747"/>
                    <a:gd name="T13" fmla="*/ 111 h 746"/>
                    <a:gd name="T14" fmla="*/ 416 w 747"/>
                    <a:gd name="T15" fmla="*/ 718 h 746"/>
                    <a:gd name="T16" fmla="*/ 305 w 747"/>
                    <a:gd name="T17" fmla="*/ 607 h 746"/>
                    <a:gd name="T18" fmla="*/ 305 w 747"/>
                    <a:gd name="T19" fmla="*/ 746 h 746"/>
                    <a:gd name="T20" fmla="*/ 333 w 747"/>
                    <a:gd name="T21" fmla="*/ 111 h 746"/>
                    <a:gd name="T22" fmla="*/ 525 w 747"/>
                    <a:gd name="T23" fmla="*/ 111 h 746"/>
                    <a:gd name="T24" fmla="*/ 251 w 747"/>
                    <a:gd name="T25" fmla="*/ 635 h 746"/>
                    <a:gd name="T26" fmla="*/ 222 w 747"/>
                    <a:gd name="T27" fmla="*/ 552 h 746"/>
                    <a:gd name="T28" fmla="*/ 718 w 747"/>
                    <a:gd name="T29" fmla="*/ 276 h 746"/>
                    <a:gd name="T30" fmla="*/ 277 w 747"/>
                    <a:gd name="T31" fmla="*/ 222 h 746"/>
                    <a:gd name="T32" fmla="*/ 388 w 747"/>
                    <a:gd name="T33" fmla="*/ 165 h 746"/>
                    <a:gd name="T34" fmla="*/ 222 w 747"/>
                    <a:gd name="T35" fmla="*/ 248 h 746"/>
                    <a:gd name="T36" fmla="*/ 747 w 747"/>
                    <a:gd name="T37" fmla="*/ 413 h 746"/>
                    <a:gd name="T38" fmla="*/ 0 w 747"/>
                    <a:gd name="T39" fmla="*/ 441 h 746"/>
                    <a:gd name="T40" fmla="*/ 251 w 747"/>
                    <a:gd name="T41" fmla="*/ 54 h 746"/>
                    <a:gd name="T42" fmla="*/ 333 w 747"/>
                    <a:gd name="T43" fmla="*/ 0 h 746"/>
                    <a:gd name="T44" fmla="*/ 222 w 747"/>
                    <a:gd name="T45" fmla="*/ 0 h 746"/>
                    <a:gd name="T46" fmla="*/ 470 w 747"/>
                    <a:gd name="T47" fmla="*/ 0 h 746"/>
                    <a:gd name="T48" fmla="*/ 442 w 747"/>
                    <a:gd name="T49" fmla="*/ 28 h 746"/>
                    <a:gd name="T50" fmla="*/ 277 w 747"/>
                    <a:gd name="T51" fmla="*/ 496 h 746"/>
                    <a:gd name="T52" fmla="*/ 416 w 747"/>
                    <a:gd name="T53" fmla="*/ 387 h 746"/>
                    <a:gd name="T54" fmla="*/ 251 w 747"/>
                    <a:gd name="T55" fmla="*/ 304 h 746"/>
                    <a:gd name="T56" fmla="*/ 29 w 747"/>
                    <a:gd name="T57" fmla="*/ 248 h 746"/>
                    <a:gd name="T58" fmla="*/ 140 w 747"/>
                    <a:gd name="T59" fmla="*/ 470 h 746"/>
                    <a:gd name="T60" fmla="*/ 251 w 747"/>
                    <a:gd name="T61" fmla="*/ 387 h 746"/>
                    <a:gd name="T62" fmla="*/ 222 w 747"/>
                    <a:gd name="T63" fmla="*/ 496 h 746"/>
                    <a:gd name="T64" fmla="*/ 581 w 747"/>
                    <a:gd name="T65" fmla="*/ 359 h 746"/>
                    <a:gd name="T66" fmla="*/ 607 w 747"/>
                    <a:gd name="T67" fmla="*/ 304 h 746"/>
                    <a:gd name="T68" fmla="*/ 388 w 747"/>
                    <a:gd name="T69" fmla="*/ 304 h 746"/>
                    <a:gd name="T70" fmla="*/ 718 w 747"/>
                    <a:gd name="T71" fmla="*/ 746 h 746"/>
                    <a:gd name="T72" fmla="*/ 664 w 747"/>
                    <a:gd name="T73" fmla="*/ 276 h 746"/>
                    <a:gd name="T74" fmla="*/ 442 w 747"/>
                    <a:gd name="T75" fmla="*/ 330 h 746"/>
                    <a:gd name="T76" fmla="*/ 607 w 747"/>
                    <a:gd name="T77" fmla="*/ 441 h 746"/>
                    <a:gd name="T78" fmla="*/ 470 w 747"/>
                    <a:gd name="T79" fmla="*/ 524 h 746"/>
                    <a:gd name="T80" fmla="*/ 388 w 747"/>
                    <a:gd name="T81" fmla="*/ 581 h 746"/>
                    <a:gd name="T82" fmla="*/ 499 w 747"/>
                    <a:gd name="T83" fmla="*/ 581 h 746"/>
                    <a:gd name="T84" fmla="*/ 692 w 747"/>
                    <a:gd name="T85" fmla="*/ 496 h 746"/>
                    <a:gd name="T86" fmla="*/ 525 w 747"/>
                    <a:gd name="T87" fmla="*/ 635 h 746"/>
                    <a:gd name="T88" fmla="*/ 470 w 747"/>
                    <a:gd name="T89" fmla="*/ 663 h 746"/>
                    <a:gd name="T90" fmla="*/ 359 w 747"/>
                    <a:gd name="T91" fmla="*/ 581 h 746"/>
                    <a:gd name="T92" fmla="*/ 442 w 747"/>
                    <a:gd name="T93" fmla="*/ 663 h 746"/>
                    <a:gd name="T94" fmla="*/ 718 w 747"/>
                    <a:gd name="T95" fmla="*/ 689 h 746"/>
                    <a:gd name="T96" fmla="*/ 636 w 747"/>
                    <a:gd name="T97" fmla="*/ 581 h 746"/>
                    <a:gd name="T98" fmla="*/ 553 w 747"/>
                    <a:gd name="T99" fmla="*/ 607 h 746"/>
                    <a:gd name="T100" fmla="*/ 636 w 747"/>
                    <a:gd name="T101" fmla="*/ 689 h 746"/>
                    <a:gd name="T102" fmla="*/ 607 w 747"/>
                    <a:gd name="T103" fmla="*/ 524 h 746"/>
                    <a:gd name="T104" fmla="*/ 636 w 747"/>
                    <a:gd name="T105" fmla="*/ 470 h 746"/>
                    <a:gd name="T106" fmla="*/ 636 w 747"/>
                    <a:gd name="T107" fmla="*/ 524 h 746"/>
                    <a:gd name="T108" fmla="*/ 194 w 747"/>
                    <a:gd name="T109" fmla="*/ 552 h 746"/>
                    <a:gd name="T110" fmla="*/ 140 w 747"/>
                    <a:gd name="T111" fmla="*/ 139 h 746"/>
                    <a:gd name="T112" fmla="*/ 166 w 747"/>
                    <a:gd name="T113" fmla="*/ 165 h 746"/>
                    <a:gd name="T114" fmla="*/ 718 w 747"/>
                    <a:gd name="T115" fmla="*/ 165 h 7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47" h="746">
                      <a:moveTo>
                        <a:pt x="0" y="222"/>
                      </a:moveTo>
                      <a:lnTo>
                        <a:pt x="0" y="248"/>
                      </a:lnTo>
                      <a:lnTo>
                        <a:pt x="29" y="248"/>
                      </a:lnTo>
                      <a:lnTo>
                        <a:pt x="29" y="222"/>
                      </a:lnTo>
                      <a:lnTo>
                        <a:pt x="0" y="222"/>
                      </a:lnTo>
                      <a:close/>
                      <a:moveTo>
                        <a:pt x="83" y="359"/>
                      </a:moveTo>
                      <a:lnTo>
                        <a:pt x="83" y="330"/>
                      </a:lnTo>
                      <a:lnTo>
                        <a:pt x="57" y="330"/>
                      </a:lnTo>
                      <a:lnTo>
                        <a:pt x="57" y="359"/>
                      </a:lnTo>
                      <a:lnTo>
                        <a:pt x="83" y="359"/>
                      </a:lnTo>
                      <a:close/>
                      <a:moveTo>
                        <a:pt x="83" y="413"/>
                      </a:moveTo>
                      <a:lnTo>
                        <a:pt x="83" y="387"/>
                      </a:lnTo>
                      <a:lnTo>
                        <a:pt x="57" y="387"/>
                      </a:lnTo>
                      <a:lnTo>
                        <a:pt x="57" y="413"/>
                      </a:lnTo>
                      <a:lnTo>
                        <a:pt x="83" y="413"/>
                      </a:lnTo>
                      <a:close/>
                      <a:moveTo>
                        <a:pt x="111" y="222"/>
                      </a:moveTo>
                      <a:lnTo>
                        <a:pt x="111" y="248"/>
                      </a:lnTo>
                      <a:lnTo>
                        <a:pt x="140" y="248"/>
                      </a:lnTo>
                      <a:lnTo>
                        <a:pt x="140" y="222"/>
                      </a:lnTo>
                      <a:lnTo>
                        <a:pt x="111" y="222"/>
                      </a:lnTo>
                      <a:close/>
                      <a:moveTo>
                        <a:pt x="83" y="470"/>
                      </a:moveTo>
                      <a:lnTo>
                        <a:pt x="111" y="470"/>
                      </a:lnTo>
                      <a:lnTo>
                        <a:pt x="111" y="441"/>
                      </a:lnTo>
                      <a:lnTo>
                        <a:pt x="83" y="441"/>
                      </a:lnTo>
                      <a:lnTo>
                        <a:pt x="83" y="470"/>
                      </a:lnTo>
                      <a:close/>
                      <a:moveTo>
                        <a:pt x="29" y="276"/>
                      </a:moveTo>
                      <a:lnTo>
                        <a:pt x="0" y="276"/>
                      </a:lnTo>
                      <a:lnTo>
                        <a:pt x="0" y="330"/>
                      </a:lnTo>
                      <a:lnTo>
                        <a:pt x="57" y="330"/>
                      </a:lnTo>
                      <a:lnTo>
                        <a:pt x="57" y="304"/>
                      </a:lnTo>
                      <a:lnTo>
                        <a:pt x="29" y="304"/>
                      </a:lnTo>
                      <a:lnTo>
                        <a:pt x="29" y="276"/>
                      </a:lnTo>
                      <a:close/>
                      <a:moveTo>
                        <a:pt x="166" y="248"/>
                      </a:moveTo>
                      <a:lnTo>
                        <a:pt x="140" y="248"/>
                      </a:lnTo>
                      <a:lnTo>
                        <a:pt x="140" y="276"/>
                      </a:lnTo>
                      <a:lnTo>
                        <a:pt x="166" y="276"/>
                      </a:lnTo>
                      <a:lnTo>
                        <a:pt x="166" y="248"/>
                      </a:lnTo>
                      <a:close/>
                      <a:moveTo>
                        <a:pt x="388" y="607"/>
                      </a:moveTo>
                      <a:lnTo>
                        <a:pt x="416" y="607"/>
                      </a:lnTo>
                      <a:lnTo>
                        <a:pt x="416" y="581"/>
                      </a:lnTo>
                      <a:lnTo>
                        <a:pt x="388" y="581"/>
                      </a:lnTo>
                      <a:lnTo>
                        <a:pt x="388" y="607"/>
                      </a:lnTo>
                      <a:close/>
                      <a:moveTo>
                        <a:pt x="525" y="387"/>
                      </a:moveTo>
                      <a:lnTo>
                        <a:pt x="525" y="359"/>
                      </a:lnTo>
                      <a:lnTo>
                        <a:pt x="496" y="359"/>
                      </a:lnTo>
                      <a:lnTo>
                        <a:pt x="496" y="387"/>
                      </a:lnTo>
                      <a:lnTo>
                        <a:pt x="525" y="387"/>
                      </a:lnTo>
                      <a:close/>
                      <a:moveTo>
                        <a:pt x="527" y="552"/>
                      </a:moveTo>
                      <a:lnTo>
                        <a:pt x="527" y="581"/>
                      </a:lnTo>
                      <a:lnTo>
                        <a:pt x="553" y="581"/>
                      </a:lnTo>
                      <a:lnTo>
                        <a:pt x="553" y="552"/>
                      </a:lnTo>
                      <a:lnTo>
                        <a:pt x="527" y="552"/>
                      </a:lnTo>
                      <a:close/>
                      <a:moveTo>
                        <a:pt x="553" y="746"/>
                      </a:moveTo>
                      <a:lnTo>
                        <a:pt x="581" y="746"/>
                      </a:lnTo>
                      <a:lnTo>
                        <a:pt x="581" y="718"/>
                      </a:lnTo>
                      <a:lnTo>
                        <a:pt x="553" y="718"/>
                      </a:lnTo>
                      <a:lnTo>
                        <a:pt x="553" y="746"/>
                      </a:lnTo>
                      <a:close/>
                      <a:moveTo>
                        <a:pt x="57" y="496"/>
                      </a:moveTo>
                      <a:lnTo>
                        <a:pt x="83" y="496"/>
                      </a:lnTo>
                      <a:lnTo>
                        <a:pt x="83" y="524"/>
                      </a:lnTo>
                      <a:lnTo>
                        <a:pt x="140" y="524"/>
                      </a:lnTo>
                      <a:lnTo>
                        <a:pt x="140" y="496"/>
                      </a:lnTo>
                      <a:lnTo>
                        <a:pt x="83" y="496"/>
                      </a:lnTo>
                      <a:lnTo>
                        <a:pt x="83" y="470"/>
                      </a:lnTo>
                      <a:lnTo>
                        <a:pt x="57" y="470"/>
                      </a:lnTo>
                      <a:lnTo>
                        <a:pt x="57" y="496"/>
                      </a:lnTo>
                      <a:close/>
                      <a:moveTo>
                        <a:pt x="29" y="524"/>
                      </a:moveTo>
                      <a:lnTo>
                        <a:pt x="57" y="524"/>
                      </a:lnTo>
                      <a:lnTo>
                        <a:pt x="57" y="496"/>
                      </a:lnTo>
                      <a:lnTo>
                        <a:pt x="29" y="496"/>
                      </a:lnTo>
                      <a:lnTo>
                        <a:pt x="29" y="524"/>
                      </a:lnTo>
                      <a:close/>
                      <a:moveTo>
                        <a:pt x="0" y="470"/>
                      </a:moveTo>
                      <a:lnTo>
                        <a:pt x="0" y="496"/>
                      </a:lnTo>
                      <a:lnTo>
                        <a:pt x="29" y="496"/>
                      </a:lnTo>
                      <a:lnTo>
                        <a:pt x="29" y="470"/>
                      </a:lnTo>
                      <a:lnTo>
                        <a:pt x="0" y="470"/>
                      </a:lnTo>
                      <a:close/>
                      <a:moveTo>
                        <a:pt x="333" y="111"/>
                      </a:moveTo>
                      <a:lnTo>
                        <a:pt x="305" y="111"/>
                      </a:lnTo>
                      <a:lnTo>
                        <a:pt x="305" y="139"/>
                      </a:lnTo>
                      <a:lnTo>
                        <a:pt x="333" y="139"/>
                      </a:lnTo>
                      <a:lnTo>
                        <a:pt x="333" y="111"/>
                      </a:lnTo>
                      <a:close/>
                      <a:moveTo>
                        <a:pt x="333" y="746"/>
                      </a:moveTo>
                      <a:lnTo>
                        <a:pt x="359" y="746"/>
                      </a:lnTo>
                      <a:lnTo>
                        <a:pt x="359" y="718"/>
                      </a:lnTo>
                      <a:lnTo>
                        <a:pt x="333" y="718"/>
                      </a:lnTo>
                      <a:lnTo>
                        <a:pt x="333" y="746"/>
                      </a:lnTo>
                      <a:close/>
                      <a:moveTo>
                        <a:pt x="416" y="746"/>
                      </a:moveTo>
                      <a:lnTo>
                        <a:pt x="416" y="718"/>
                      </a:lnTo>
                      <a:lnTo>
                        <a:pt x="388" y="718"/>
                      </a:lnTo>
                      <a:lnTo>
                        <a:pt x="388" y="746"/>
                      </a:lnTo>
                      <a:lnTo>
                        <a:pt x="416" y="746"/>
                      </a:lnTo>
                      <a:close/>
                      <a:moveTo>
                        <a:pt x="222" y="413"/>
                      </a:moveTo>
                      <a:lnTo>
                        <a:pt x="222" y="387"/>
                      </a:lnTo>
                      <a:lnTo>
                        <a:pt x="194" y="387"/>
                      </a:lnTo>
                      <a:lnTo>
                        <a:pt x="194" y="413"/>
                      </a:lnTo>
                      <a:lnTo>
                        <a:pt x="222" y="413"/>
                      </a:lnTo>
                      <a:close/>
                      <a:moveTo>
                        <a:pt x="277" y="635"/>
                      </a:moveTo>
                      <a:lnTo>
                        <a:pt x="305" y="635"/>
                      </a:lnTo>
                      <a:lnTo>
                        <a:pt x="305" y="607"/>
                      </a:lnTo>
                      <a:lnTo>
                        <a:pt x="277" y="607"/>
                      </a:lnTo>
                      <a:lnTo>
                        <a:pt x="277" y="635"/>
                      </a:lnTo>
                      <a:lnTo>
                        <a:pt x="251" y="635"/>
                      </a:lnTo>
                      <a:lnTo>
                        <a:pt x="251" y="663"/>
                      </a:lnTo>
                      <a:lnTo>
                        <a:pt x="222" y="663"/>
                      </a:lnTo>
                      <a:lnTo>
                        <a:pt x="222" y="689"/>
                      </a:lnTo>
                      <a:lnTo>
                        <a:pt x="277" y="689"/>
                      </a:lnTo>
                      <a:lnTo>
                        <a:pt x="277" y="718"/>
                      </a:lnTo>
                      <a:lnTo>
                        <a:pt x="222" y="718"/>
                      </a:lnTo>
                      <a:lnTo>
                        <a:pt x="222" y="746"/>
                      </a:lnTo>
                      <a:lnTo>
                        <a:pt x="305" y="746"/>
                      </a:lnTo>
                      <a:lnTo>
                        <a:pt x="305" y="689"/>
                      </a:lnTo>
                      <a:lnTo>
                        <a:pt x="277" y="689"/>
                      </a:lnTo>
                      <a:lnTo>
                        <a:pt x="277" y="635"/>
                      </a:lnTo>
                      <a:close/>
                      <a:moveTo>
                        <a:pt x="416" y="165"/>
                      </a:moveTo>
                      <a:lnTo>
                        <a:pt x="442" y="165"/>
                      </a:lnTo>
                      <a:lnTo>
                        <a:pt x="442" y="139"/>
                      </a:lnTo>
                      <a:lnTo>
                        <a:pt x="416" y="139"/>
                      </a:lnTo>
                      <a:lnTo>
                        <a:pt x="416" y="165"/>
                      </a:lnTo>
                      <a:close/>
                      <a:moveTo>
                        <a:pt x="359" y="82"/>
                      </a:moveTo>
                      <a:lnTo>
                        <a:pt x="333" y="82"/>
                      </a:lnTo>
                      <a:lnTo>
                        <a:pt x="333" y="111"/>
                      </a:lnTo>
                      <a:lnTo>
                        <a:pt x="359" y="111"/>
                      </a:lnTo>
                      <a:lnTo>
                        <a:pt x="359" y="82"/>
                      </a:lnTo>
                      <a:close/>
                      <a:moveTo>
                        <a:pt x="470" y="139"/>
                      </a:moveTo>
                      <a:lnTo>
                        <a:pt x="470" y="193"/>
                      </a:lnTo>
                      <a:lnTo>
                        <a:pt x="496" y="193"/>
                      </a:lnTo>
                      <a:lnTo>
                        <a:pt x="496" y="165"/>
                      </a:lnTo>
                      <a:lnTo>
                        <a:pt x="525" y="165"/>
                      </a:lnTo>
                      <a:lnTo>
                        <a:pt x="525" y="139"/>
                      </a:lnTo>
                      <a:lnTo>
                        <a:pt x="470" y="139"/>
                      </a:lnTo>
                      <a:lnTo>
                        <a:pt x="470" y="111"/>
                      </a:lnTo>
                      <a:lnTo>
                        <a:pt x="525" y="111"/>
                      </a:lnTo>
                      <a:lnTo>
                        <a:pt x="525" y="82"/>
                      </a:lnTo>
                      <a:lnTo>
                        <a:pt x="499" y="82"/>
                      </a:lnTo>
                      <a:lnTo>
                        <a:pt x="499" y="54"/>
                      </a:lnTo>
                      <a:lnTo>
                        <a:pt x="470" y="54"/>
                      </a:lnTo>
                      <a:lnTo>
                        <a:pt x="470" y="82"/>
                      </a:lnTo>
                      <a:lnTo>
                        <a:pt x="442" y="82"/>
                      </a:lnTo>
                      <a:lnTo>
                        <a:pt x="442" y="139"/>
                      </a:lnTo>
                      <a:lnTo>
                        <a:pt x="470" y="139"/>
                      </a:lnTo>
                      <a:close/>
                      <a:moveTo>
                        <a:pt x="222" y="581"/>
                      </a:moveTo>
                      <a:lnTo>
                        <a:pt x="222" y="635"/>
                      </a:lnTo>
                      <a:lnTo>
                        <a:pt x="251" y="635"/>
                      </a:lnTo>
                      <a:lnTo>
                        <a:pt x="251" y="607"/>
                      </a:lnTo>
                      <a:lnTo>
                        <a:pt x="277" y="607"/>
                      </a:lnTo>
                      <a:lnTo>
                        <a:pt x="277" y="581"/>
                      </a:lnTo>
                      <a:lnTo>
                        <a:pt x="222" y="581"/>
                      </a:lnTo>
                      <a:close/>
                      <a:moveTo>
                        <a:pt x="305" y="524"/>
                      </a:moveTo>
                      <a:lnTo>
                        <a:pt x="277" y="524"/>
                      </a:lnTo>
                      <a:lnTo>
                        <a:pt x="277" y="496"/>
                      </a:lnTo>
                      <a:lnTo>
                        <a:pt x="251" y="496"/>
                      </a:lnTo>
                      <a:lnTo>
                        <a:pt x="251" y="524"/>
                      </a:lnTo>
                      <a:lnTo>
                        <a:pt x="222" y="524"/>
                      </a:lnTo>
                      <a:lnTo>
                        <a:pt x="222" y="552"/>
                      </a:lnTo>
                      <a:lnTo>
                        <a:pt x="277" y="552"/>
                      </a:lnTo>
                      <a:lnTo>
                        <a:pt x="277" y="581"/>
                      </a:lnTo>
                      <a:lnTo>
                        <a:pt x="305" y="581"/>
                      </a:lnTo>
                      <a:lnTo>
                        <a:pt x="305" y="524"/>
                      </a:lnTo>
                      <a:close/>
                      <a:moveTo>
                        <a:pt x="747" y="304"/>
                      </a:moveTo>
                      <a:lnTo>
                        <a:pt x="747" y="276"/>
                      </a:lnTo>
                      <a:lnTo>
                        <a:pt x="718" y="276"/>
                      </a:lnTo>
                      <a:lnTo>
                        <a:pt x="718" y="304"/>
                      </a:lnTo>
                      <a:lnTo>
                        <a:pt x="747" y="304"/>
                      </a:lnTo>
                      <a:close/>
                      <a:moveTo>
                        <a:pt x="692" y="276"/>
                      </a:moveTo>
                      <a:lnTo>
                        <a:pt x="718" y="276"/>
                      </a:lnTo>
                      <a:lnTo>
                        <a:pt x="718" y="248"/>
                      </a:lnTo>
                      <a:lnTo>
                        <a:pt x="692" y="248"/>
                      </a:lnTo>
                      <a:lnTo>
                        <a:pt x="692" y="276"/>
                      </a:lnTo>
                      <a:close/>
                      <a:moveTo>
                        <a:pt x="718" y="248"/>
                      </a:moveTo>
                      <a:lnTo>
                        <a:pt x="747" y="248"/>
                      </a:lnTo>
                      <a:lnTo>
                        <a:pt x="747" y="222"/>
                      </a:lnTo>
                      <a:lnTo>
                        <a:pt x="718" y="222"/>
                      </a:lnTo>
                      <a:lnTo>
                        <a:pt x="718" y="248"/>
                      </a:lnTo>
                      <a:close/>
                      <a:moveTo>
                        <a:pt x="251" y="248"/>
                      </a:moveTo>
                      <a:lnTo>
                        <a:pt x="277" y="248"/>
                      </a:lnTo>
                      <a:lnTo>
                        <a:pt x="277" y="222"/>
                      </a:lnTo>
                      <a:lnTo>
                        <a:pt x="251" y="222"/>
                      </a:lnTo>
                      <a:lnTo>
                        <a:pt x="251" y="139"/>
                      </a:lnTo>
                      <a:lnTo>
                        <a:pt x="277" y="139"/>
                      </a:lnTo>
                      <a:lnTo>
                        <a:pt x="277" y="222"/>
                      </a:lnTo>
                      <a:lnTo>
                        <a:pt x="305" y="222"/>
                      </a:lnTo>
                      <a:lnTo>
                        <a:pt x="305" y="193"/>
                      </a:lnTo>
                      <a:lnTo>
                        <a:pt x="388" y="193"/>
                      </a:lnTo>
                      <a:lnTo>
                        <a:pt x="388" y="248"/>
                      </a:lnTo>
                      <a:lnTo>
                        <a:pt x="416" y="248"/>
                      </a:lnTo>
                      <a:lnTo>
                        <a:pt x="416" y="165"/>
                      </a:lnTo>
                      <a:lnTo>
                        <a:pt x="388" y="165"/>
                      </a:lnTo>
                      <a:lnTo>
                        <a:pt x="388" y="111"/>
                      </a:lnTo>
                      <a:lnTo>
                        <a:pt x="359" y="111"/>
                      </a:lnTo>
                      <a:lnTo>
                        <a:pt x="359" y="139"/>
                      </a:lnTo>
                      <a:lnTo>
                        <a:pt x="333" y="139"/>
                      </a:lnTo>
                      <a:lnTo>
                        <a:pt x="333" y="165"/>
                      </a:lnTo>
                      <a:lnTo>
                        <a:pt x="305" y="165"/>
                      </a:lnTo>
                      <a:lnTo>
                        <a:pt x="305" y="139"/>
                      </a:lnTo>
                      <a:lnTo>
                        <a:pt x="277" y="139"/>
                      </a:lnTo>
                      <a:lnTo>
                        <a:pt x="277" y="111"/>
                      </a:lnTo>
                      <a:lnTo>
                        <a:pt x="222" y="111"/>
                      </a:lnTo>
                      <a:lnTo>
                        <a:pt x="222" y="248"/>
                      </a:lnTo>
                      <a:lnTo>
                        <a:pt x="194" y="248"/>
                      </a:lnTo>
                      <a:lnTo>
                        <a:pt x="194" y="276"/>
                      </a:lnTo>
                      <a:lnTo>
                        <a:pt x="251" y="276"/>
                      </a:lnTo>
                      <a:lnTo>
                        <a:pt x="251" y="248"/>
                      </a:lnTo>
                      <a:close/>
                      <a:moveTo>
                        <a:pt x="305" y="276"/>
                      </a:moveTo>
                      <a:lnTo>
                        <a:pt x="305" y="248"/>
                      </a:lnTo>
                      <a:lnTo>
                        <a:pt x="277" y="248"/>
                      </a:lnTo>
                      <a:lnTo>
                        <a:pt x="277" y="276"/>
                      </a:lnTo>
                      <a:lnTo>
                        <a:pt x="305" y="276"/>
                      </a:lnTo>
                      <a:close/>
                      <a:moveTo>
                        <a:pt x="747" y="441"/>
                      </a:moveTo>
                      <a:lnTo>
                        <a:pt x="747" y="413"/>
                      </a:lnTo>
                      <a:lnTo>
                        <a:pt x="718" y="413"/>
                      </a:lnTo>
                      <a:lnTo>
                        <a:pt x="718" y="441"/>
                      </a:lnTo>
                      <a:lnTo>
                        <a:pt x="747" y="441"/>
                      </a:lnTo>
                      <a:close/>
                      <a:moveTo>
                        <a:pt x="664" y="359"/>
                      </a:moveTo>
                      <a:lnTo>
                        <a:pt x="718" y="359"/>
                      </a:lnTo>
                      <a:lnTo>
                        <a:pt x="718" y="387"/>
                      </a:lnTo>
                      <a:lnTo>
                        <a:pt x="747" y="387"/>
                      </a:lnTo>
                      <a:lnTo>
                        <a:pt x="747" y="330"/>
                      </a:lnTo>
                      <a:lnTo>
                        <a:pt x="664" y="330"/>
                      </a:lnTo>
                      <a:lnTo>
                        <a:pt x="664" y="359"/>
                      </a:lnTo>
                      <a:close/>
                      <a:moveTo>
                        <a:pt x="0" y="441"/>
                      </a:moveTo>
                      <a:lnTo>
                        <a:pt x="57" y="441"/>
                      </a:lnTo>
                      <a:lnTo>
                        <a:pt x="57" y="413"/>
                      </a:lnTo>
                      <a:lnTo>
                        <a:pt x="29" y="413"/>
                      </a:lnTo>
                      <a:lnTo>
                        <a:pt x="29" y="387"/>
                      </a:lnTo>
                      <a:lnTo>
                        <a:pt x="57" y="387"/>
                      </a:lnTo>
                      <a:lnTo>
                        <a:pt x="57" y="359"/>
                      </a:lnTo>
                      <a:lnTo>
                        <a:pt x="0" y="359"/>
                      </a:lnTo>
                      <a:lnTo>
                        <a:pt x="0" y="441"/>
                      </a:lnTo>
                      <a:close/>
                      <a:moveTo>
                        <a:pt x="222" y="82"/>
                      </a:moveTo>
                      <a:lnTo>
                        <a:pt x="251" y="82"/>
                      </a:lnTo>
                      <a:lnTo>
                        <a:pt x="251" y="54"/>
                      </a:lnTo>
                      <a:lnTo>
                        <a:pt x="222" y="54"/>
                      </a:lnTo>
                      <a:lnTo>
                        <a:pt x="222" y="82"/>
                      </a:lnTo>
                      <a:close/>
                      <a:moveTo>
                        <a:pt x="305" y="28"/>
                      </a:moveTo>
                      <a:lnTo>
                        <a:pt x="305" y="54"/>
                      </a:lnTo>
                      <a:lnTo>
                        <a:pt x="277" y="54"/>
                      </a:lnTo>
                      <a:lnTo>
                        <a:pt x="277" y="82"/>
                      </a:lnTo>
                      <a:lnTo>
                        <a:pt x="333" y="82"/>
                      </a:lnTo>
                      <a:lnTo>
                        <a:pt x="333" y="28"/>
                      </a:lnTo>
                      <a:lnTo>
                        <a:pt x="305" y="28"/>
                      </a:lnTo>
                      <a:close/>
                      <a:moveTo>
                        <a:pt x="359" y="0"/>
                      </a:moveTo>
                      <a:lnTo>
                        <a:pt x="333" y="0"/>
                      </a:lnTo>
                      <a:lnTo>
                        <a:pt x="333" y="28"/>
                      </a:lnTo>
                      <a:lnTo>
                        <a:pt x="359" y="28"/>
                      </a:lnTo>
                      <a:lnTo>
                        <a:pt x="359" y="0"/>
                      </a:lnTo>
                      <a:close/>
                      <a:moveTo>
                        <a:pt x="416" y="0"/>
                      </a:moveTo>
                      <a:lnTo>
                        <a:pt x="388" y="0"/>
                      </a:lnTo>
                      <a:lnTo>
                        <a:pt x="388" y="28"/>
                      </a:lnTo>
                      <a:lnTo>
                        <a:pt x="416" y="28"/>
                      </a:lnTo>
                      <a:lnTo>
                        <a:pt x="416" y="0"/>
                      </a:lnTo>
                      <a:close/>
                      <a:moveTo>
                        <a:pt x="305" y="28"/>
                      </a:moveTo>
                      <a:lnTo>
                        <a:pt x="305" y="0"/>
                      </a:lnTo>
                      <a:lnTo>
                        <a:pt x="222" y="0"/>
                      </a:lnTo>
                      <a:lnTo>
                        <a:pt x="222" y="28"/>
                      </a:lnTo>
                      <a:lnTo>
                        <a:pt x="251" y="28"/>
                      </a:lnTo>
                      <a:lnTo>
                        <a:pt x="251" y="54"/>
                      </a:lnTo>
                      <a:lnTo>
                        <a:pt x="277" y="54"/>
                      </a:lnTo>
                      <a:lnTo>
                        <a:pt x="277" y="28"/>
                      </a:lnTo>
                      <a:lnTo>
                        <a:pt x="305" y="28"/>
                      </a:lnTo>
                      <a:close/>
                      <a:moveTo>
                        <a:pt x="470" y="0"/>
                      </a:moveTo>
                      <a:lnTo>
                        <a:pt x="470" y="28"/>
                      </a:lnTo>
                      <a:lnTo>
                        <a:pt x="499" y="28"/>
                      </a:lnTo>
                      <a:lnTo>
                        <a:pt x="499" y="0"/>
                      </a:lnTo>
                      <a:lnTo>
                        <a:pt x="470" y="0"/>
                      </a:lnTo>
                      <a:close/>
                      <a:moveTo>
                        <a:pt x="525" y="28"/>
                      </a:moveTo>
                      <a:lnTo>
                        <a:pt x="499" y="28"/>
                      </a:lnTo>
                      <a:lnTo>
                        <a:pt x="499" y="54"/>
                      </a:lnTo>
                      <a:lnTo>
                        <a:pt x="525" y="54"/>
                      </a:lnTo>
                      <a:lnTo>
                        <a:pt x="525" y="28"/>
                      </a:lnTo>
                      <a:close/>
                      <a:moveTo>
                        <a:pt x="388" y="82"/>
                      </a:moveTo>
                      <a:lnTo>
                        <a:pt x="388" y="111"/>
                      </a:lnTo>
                      <a:lnTo>
                        <a:pt x="416" y="111"/>
                      </a:lnTo>
                      <a:lnTo>
                        <a:pt x="416" y="82"/>
                      </a:lnTo>
                      <a:lnTo>
                        <a:pt x="442" y="82"/>
                      </a:lnTo>
                      <a:lnTo>
                        <a:pt x="442" y="28"/>
                      </a:lnTo>
                      <a:lnTo>
                        <a:pt x="416" y="28"/>
                      </a:lnTo>
                      <a:lnTo>
                        <a:pt x="416" y="54"/>
                      </a:lnTo>
                      <a:lnTo>
                        <a:pt x="388" y="54"/>
                      </a:lnTo>
                      <a:lnTo>
                        <a:pt x="388" y="28"/>
                      </a:lnTo>
                      <a:lnTo>
                        <a:pt x="359" y="28"/>
                      </a:lnTo>
                      <a:lnTo>
                        <a:pt x="359" y="82"/>
                      </a:lnTo>
                      <a:lnTo>
                        <a:pt x="388" y="82"/>
                      </a:lnTo>
                      <a:close/>
                      <a:moveTo>
                        <a:pt x="251" y="496"/>
                      </a:moveTo>
                      <a:lnTo>
                        <a:pt x="251" y="470"/>
                      </a:lnTo>
                      <a:lnTo>
                        <a:pt x="277" y="470"/>
                      </a:lnTo>
                      <a:lnTo>
                        <a:pt x="277" y="496"/>
                      </a:lnTo>
                      <a:lnTo>
                        <a:pt x="305" y="496"/>
                      </a:lnTo>
                      <a:lnTo>
                        <a:pt x="305" y="387"/>
                      </a:lnTo>
                      <a:lnTo>
                        <a:pt x="359" y="387"/>
                      </a:lnTo>
                      <a:lnTo>
                        <a:pt x="359" y="441"/>
                      </a:lnTo>
                      <a:lnTo>
                        <a:pt x="333" y="441"/>
                      </a:lnTo>
                      <a:lnTo>
                        <a:pt x="333" y="496"/>
                      </a:lnTo>
                      <a:lnTo>
                        <a:pt x="359" y="496"/>
                      </a:lnTo>
                      <a:lnTo>
                        <a:pt x="359" y="441"/>
                      </a:lnTo>
                      <a:lnTo>
                        <a:pt x="388" y="441"/>
                      </a:lnTo>
                      <a:lnTo>
                        <a:pt x="388" y="387"/>
                      </a:lnTo>
                      <a:lnTo>
                        <a:pt x="416" y="387"/>
                      </a:lnTo>
                      <a:lnTo>
                        <a:pt x="416" y="330"/>
                      </a:lnTo>
                      <a:lnTo>
                        <a:pt x="388" y="330"/>
                      </a:lnTo>
                      <a:lnTo>
                        <a:pt x="388" y="359"/>
                      </a:lnTo>
                      <a:lnTo>
                        <a:pt x="359" y="359"/>
                      </a:lnTo>
                      <a:lnTo>
                        <a:pt x="359" y="304"/>
                      </a:lnTo>
                      <a:lnTo>
                        <a:pt x="333" y="304"/>
                      </a:lnTo>
                      <a:lnTo>
                        <a:pt x="333" y="359"/>
                      </a:lnTo>
                      <a:lnTo>
                        <a:pt x="277" y="359"/>
                      </a:lnTo>
                      <a:lnTo>
                        <a:pt x="277" y="276"/>
                      </a:lnTo>
                      <a:lnTo>
                        <a:pt x="251" y="276"/>
                      </a:lnTo>
                      <a:lnTo>
                        <a:pt x="251" y="304"/>
                      </a:lnTo>
                      <a:lnTo>
                        <a:pt x="194" y="304"/>
                      </a:lnTo>
                      <a:lnTo>
                        <a:pt x="194" y="276"/>
                      </a:lnTo>
                      <a:lnTo>
                        <a:pt x="166" y="276"/>
                      </a:lnTo>
                      <a:lnTo>
                        <a:pt x="166" y="304"/>
                      </a:lnTo>
                      <a:lnTo>
                        <a:pt x="140" y="304"/>
                      </a:lnTo>
                      <a:lnTo>
                        <a:pt x="140" y="276"/>
                      </a:lnTo>
                      <a:lnTo>
                        <a:pt x="83" y="276"/>
                      </a:lnTo>
                      <a:lnTo>
                        <a:pt x="83" y="222"/>
                      </a:lnTo>
                      <a:lnTo>
                        <a:pt x="57" y="222"/>
                      </a:lnTo>
                      <a:lnTo>
                        <a:pt x="57" y="248"/>
                      </a:lnTo>
                      <a:lnTo>
                        <a:pt x="29" y="248"/>
                      </a:lnTo>
                      <a:lnTo>
                        <a:pt x="29" y="276"/>
                      </a:lnTo>
                      <a:lnTo>
                        <a:pt x="57" y="276"/>
                      </a:lnTo>
                      <a:lnTo>
                        <a:pt x="57" y="304"/>
                      </a:lnTo>
                      <a:lnTo>
                        <a:pt x="111" y="304"/>
                      </a:lnTo>
                      <a:lnTo>
                        <a:pt x="111" y="359"/>
                      </a:lnTo>
                      <a:lnTo>
                        <a:pt x="140" y="359"/>
                      </a:lnTo>
                      <a:lnTo>
                        <a:pt x="140" y="413"/>
                      </a:lnTo>
                      <a:lnTo>
                        <a:pt x="111" y="413"/>
                      </a:lnTo>
                      <a:lnTo>
                        <a:pt x="111" y="441"/>
                      </a:lnTo>
                      <a:lnTo>
                        <a:pt x="140" y="441"/>
                      </a:lnTo>
                      <a:lnTo>
                        <a:pt x="140" y="470"/>
                      </a:lnTo>
                      <a:lnTo>
                        <a:pt x="166" y="470"/>
                      </a:lnTo>
                      <a:lnTo>
                        <a:pt x="166" y="387"/>
                      </a:lnTo>
                      <a:lnTo>
                        <a:pt x="194" y="387"/>
                      </a:lnTo>
                      <a:lnTo>
                        <a:pt x="194" y="359"/>
                      </a:lnTo>
                      <a:lnTo>
                        <a:pt x="166" y="359"/>
                      </a:lnTo>
                      <a:lnTo>
                        <a:pt x="166" y="330"/>
                      </a:lnTo>
                      <a:lnTo>
                        <a:pt x="251" y="330"/>
                      </a:lnTo>
                      <a:lnTo>
                        <a:pt x="251" y="359"/>
                      </a:lnTo>
                      <a:lnTo>
                        <a:pt x="222" y="359"/>
                      </a:lnTo>
                      <a:lnTo>
                        <a:pt x="222" y="387"/>
                      </a:lnTo>
                      <a:lnTo>
                        <a:pt x="251" y="387"/>
                      </a:lnTo>
                      <a:lnTo>
                        <a:pt x="251" y="413"/>
                      </a:lnTo>
                      <a:lnTo>
                        <a:pt x="222" y="413"/>
                      </a:lnTo>
                      <a:lnTo>
                        <a:pt x="222" y="441"/>
                      </a:lnTo>
                      <a:lnTo>
                        <a:pt x="194" y="441"/>
                      </a:lnTo>
                      <a:lnTo>
                        <a:pt x="194" y="470"/>
                      </a:lnTo>
                      <a:lnTo>
                        <a:pt x="166" y="470"/>
                      </a:lnTo>
                      <a:lnTo>
                        <a:pt x="166" y="496"/>
                      </a:lnTo>
                      <a:lnTo>
                        <a:pt x="194" y="496"/>
                      </a:lnTo>
                      <a:lnTo>
                        <a:pt x="194" y="524"/>
                      </a:lnTo>
                      <a:lnTo>
                        <a:pt x="222" y="524"/>
                      </a:lnTo>
                      <a:lnTo>
                        <a:pt x="222" y="496"/>
                      </a:lnTo>
                      <a:lnTo>
                        <a:pt x="251" y="496"/>
                      </a:lnTo>
                      <a:close/>
                      <a:moveTo>
                        <a:pt x="305" y="524"/>
                      </a:moveTo>
                      <a:lnTo>
                        <a:pt x="333" y="524"/>
                      </a:lnTo>
                      <a:lnTo>
                        <a:pt x="333" y="496"/>
                      </a:lnTo>
                      <a:lnTo>
                        <a:pt x="305" y="496"/>
                      </a:lnTo>
                      <a:lnTo>
                        <a:pt x="305" y="524"/>
                      </a:lnTo>
                      <a:close/>
                      <a:moveTo>
                        <a:pt x="581" y="359"/>
                      </a:moveTo>
                      <a:lnTo>
                        <a:pt x="581" y="330"/>
                      </a:lnTo>
                      <a:lnTo>
                        <a:pt x="525" y="330"/>
                      </a:lnTo>
                      <a:lnTo>
                        <a:pt x="525" y="359"/>
                      </a:lnTo>
                      <a:lnTo>
                        <a:pt x="581" y="359"/>
                      </a:lnTo>
                      <a:close/>
                      <a:moveTo>
                        <a:pt x="499" y="330"/>
                      </a:moveTo>
                      <a:lnTo>
                        <a:pt x="525" y="330"/>
                      </a:lnTo>
                      <a:lnTo>
                        <a:pt x="525" y="304"/>
                      </a:lnTo>
                      <a:lnTo>
                        <a:pt x="499" y="304"/>
                      </a:lnTo>
                      <a:lnTo>
                        <a:pt x="499" y="330"/>
                      </a:lnTo>
                      <a:close/>
                      <a:moveTo>
                        <a:pt x="525" y="248"/>
                      </a:moveTo>
                      <a:lnTo>
                        <a:pt x="553" y="248"/>
                      </a:lnTo>
                      <a:lnTo>
                        <a:pt x="553" y="276"/>
                      </a:lnTo>
                      <a:lnTo>
                        <a:pt x="525" y="276"/>
                      </a:lnTo>
                      <a:lnTo>
                        <a:pt x="525" y="304"/>
                      </a:lnTo>
                      <a:lnTo>
                        <a:pt x="607" y="304"/>
                      </a:lnTo>
                      <a:lnTo>
                        <a:pt x="607" y="222"/>
                      </a:lnTo>
                      <a:lnTo>
                        <a:pt x="442" y="222"/>
                      </a:lnTo>
                      <a:lnTo>
                        <a:pt x="442" y="248"/>
                      </a:lnTo>
                      <a:lnTo>
                        <a:pt x="499" y="248"/>
                      </a:lnTo>
                      <a:lnTo>
                        <a:pt x="499" y="276"/>
                      </a:lnTo>
                      <a:lnTo>
                        <a:pt x="525" y="276"/>
                      </a:lnTo>
                      <a:lnTo>
                        <a:pt x="525" y="248"/>
                      </a:lnTo>
                      <a:close/>
                      <a:moveTo>
                        <a:pt x="388" y="276"/>
                      </a:moveTo>
                      <a:lnTo>
                        <a:pt x="359" y="276"/>
                      </a:lnTo>
                      <a:lnTo>
                        <a:pt x="359" y="304"/>
                      </a:lnTo>
                      <a:lnTo>
                        <a:pt x="388" y="304"/>
                      </a:lnTo>
                      <a:lnTo>
                        <a:pt x="388" y="276"/>
                      </a:lnTo>
                      <a:close/>
                      <a:moveTo>
                        <a:pt x="607" y="359"/>
                      </a:moveTo>
                      <a:lnTo>
                        <a:pt x="636" y="359"/>
                      </a:lnTo>
                      <a:lnTo>
                        <a:pt x="636" y="330"/>
                      </a:lnTo>
                      <a:lnTo>
                        <a:pt x="607" y="330"/>
                      </a:lnTo>
                      <a:lnTo>
                        <a:pt x="607" y="359"/>
                      </a:lnTo>
                      <a:close/>
                      <a:moveTo>
                        <a:pt x="718" y="746"/>
                      </a:moveTo>
                      <a:lnTo>
                        <a:pt x="747" y="746"/>
                      </a:lnTo>
                      <a:lnTo>
                        <a:pt x="747" y="718"/>
                      </a:lnTo>
                      <a:lnTo>
                        <a:pt x="718" y="718"/>
                      </a:lnTo>
                      <a:lnTo>
                        <a:pt x="718" y="746"/>
                      </a:lnTo>
                      <a:close/>
                      <a:moveTo>
                        <a:pt x="333" y="304"/>
                      </a:moveTo>
                      <a:lnTo>
                        <a:pt x="333" y="276"/>
                      </a:lnTo>
                      <a:lnTo>
                        <a:pt x="305" y="276"/>
                      </a:lnTo>
                      <a:lnTo>
                        <a:pt x="305" y="304"/>
                      </a:lnTo>
                      <a:lnTo>
                        <a:pt x="333" y="304"/>
                      </a:lnTo>
                      <a:close/>
                      <a:moveTo>
                        <a:pt x="664" y="222"/>
                      </a:moveTo>
                      <a:lnTo>
                        <a:pt x="636" y="222"/>
                      </a:lnTo>
                      <a:lnTo>
                        <a:pt x="636" y="304"/>
                      </a:lnTo>
                      <a:lnTo>
                        <a:pt x="692" y="304"/>
                      </a:lnTo>
                      <a:lnTo>
                        <a:pt x="692" y="276"/>
                      </a:lnTo>
                      <a:lnTo>
                        <a:pt x="664" y="276"/>
                      </a:lnTo>
                      <a:lnTo>
                        <a:pt x="664" y="222"/>
                      </a:lnTo>
                      <a:close/>
                      <a:moveTo>
                        <a:pt x="442" y="387"/>
                      </a:moveTo>
                      <a:lnTo>
                        <a:pt x="416" y="387"/>
                      </a:lnTo>
                      <a:lnTo>
                        <a:pt x="416" y="413"/>
                      </a:lnTo>
                      <a:lnTo>
                        <a:pt x="442" y="413"/>
                      </a:lnTo>
                      <a:lnTo>
                        <a:pt x="442" y="387"/>
                      </a:lnTo>
                      <a:lnTo>
                        <a:pt x="470" y="387"/>
                      </a:lnTo>
                      <a:lnTo>
                        <a:pt x="470" y="359"/>
                      </a:lnTo>
                      <a:lnTo>
                        <a:pt x="496" y="359"/>
                      </a:lnTo>
                      <a:lnTo>
                        <a:pt x="496" y="330"/>
                      </a:lnTo>
                      <a:lnTo>
                        <a:pt x="442" y="330"/>
                      </a:lnTo>
                      <a:lnTo>
                        <a:pt x="442" y="304"/>
                      </a:lnTo>
                      <a:lnTo>
                        <a:pt x="499" y="304"/>
                      </a:lnTo>
                      <a:lnTo>
                        <a:pt x="499" y="276"/>
                      </a:lnTo>
                      <a:lnTo>
                        <a:pt x="416" y="276"/>
                      </a:lnTo>
                      <a:lnTo>
                        <a:pt x="416" y="330"/>
                      </a:lnTo>
                      <a:lnTo>
                        <a:pt x="442" y="330"/>
                      </a:lnTo>
                      <a:lnTo>
                        <a:pt x="442" y="387"/>
                      </a:lnTo>
                      <a:close/>
                      <a:moveTo>
                        <a:pt x="581" y="441"/>
                      </a:moveTo>
                      <a:lnTo>
                        <a:pt x="581" y="413"/>
                      </a:lnTo>
                      <a:lnTo>
                        <a:pt x="607" y="413"/>
                      </a:lnTo>
                      <a:lnTo>
                        <a:pt x="607" y="441"/>
                      </a:lnTo>
                      <a:lnTo>
                        <a:pt x="636" y="441"/>
                      </a:lnTo>
                      <a:lnTo>
                        <a:pt x="636" y="387"/>
                      </a:lnTo>
                      <a:lnTo>
                        <a:pt x="553" y="387"/>
                      </a:lnTo>
                      <a:lnTo>
                        <a:pt x="553" y="413"/>
                      </a:lnTo>
                      <a:lnTo>
                        <a:pt x="442" y="413"/>
                      </a:lnTo>
                      <a:lnTo>
                        <a:pt x="442" y="441"/>
                      </a:lnTo>
                      <a:lnTo>
                        <a:pt x="581" y="441"/>
                      </a:lnTo>
                      <a:close/>
                      <a:moveTo>
                        <a:pt x="416" y="496"/>
                      </a:moveTo>
                      <a:lnTo>
                        <a:pt x="442" y="496"/>
                      </a:lnTo>
                      <a:lnTo>
                        <a:pt x="442" y="524"/>
                      </a:lnTo>
                      <a:lnTo>
                        <a:pt x="470" y="524"/>
                      </a:lnTo>
                      <a:lnTo>
                        <a:pt x="470" y="496"/>
                      </a:lnTo>
                      <a:lnTo>
                        <a:pt x="499" y="496"/>
                      </a:lnTo>
                      <a:lnTo>
                        <a:pt x="499" y="470"/>
                      </a:lnTo>
                      <a:lnTo>
                        <a:pt x="442" y="470"/>
                      </a:lnTo>
                      <a:lnTo>
                        <a:pt x="442" y="441"/>
                      </a:lnTo>
                      <a:lnTo>
                        <a:pt x="416" y="441"/>
                      </a:lnTo>
                      <a:lnTo>
                        <a:pt x="416" y="496"/>
                      </a:lnTo>
                      <a:close/>
                      <a:moveTo>
                        <a:pt x="388" y="524"/>
                      </a:moveTo>
                      <a:lnTo>
                        <a:pt x="359" y="524"/>
                      </a:lnTo>
                      <a:lnTo>
                        <a:pt x="359" y="581"/>
                      </a:lnTo>
                      <a:lnTo>
                        <a:pt x="388" y="581"/>
                      </a:lnTo>
                      <a:lnTo>
                        <a:pt x="388" y="524"/>
                      </a:lnTo>
                      <a:close/>
                      <a:moveTo>
                        <a:pt x="416" y="496"/>
                      </a:moveTo>
                      <a:lnTo>
                        <a:pt x="388" y="496"/>
                      </a:lnTo>
                      <a:lnTo>
                        <a:pt x="388" y="524"/>
                      </a:lnTo>
                      <a:lnTo>
                        <a:pt x="416" y="524"/>
                      </a:lnTo>
                      <a:lnTo>
                        <a:pt x="416" y="496"/>
                      </a:lnTo>
                      <a:close/>
                      <a:moveTo>
                        <a:pt x="442" y="552"/>
                      </a:moveTo>
                      <a:lnTo>
                        <a:pt x="442" y="524"/>
                      </a:lnTo>
                      <a:lnTo>
                        <a:pt x="416" y="524"/>
                      </a:lnTo>
                      <a:lnTo>
                        <a:pt x="416" y="581"/>
                      </a:lnTo>
                      <a:lnTo>
                        <a:pt x="499" y="581"/>
                      </a:lnTo>
                      <a:lnTo>
                        <a:pt x="499" y="524"/>
                      </a:lnTo>
                      <a:lnTo>
                        <a:pt x="470" y="524"/>
                      </a:lnTo>
                      <a:lnTo>
                        <a:pt x="470" y="552"/>
                      </a:lnTo>
                      <a:lnTo>
                        <a:pt x="442" y="552"/>
                      </a:lnTo>
                      <a:close/>
                      <a:moveTo>
                        <a:pt x="692" y="470"/>
                      </a:moveTo>
                      <a:lnTo>
                        <a:pt x="718" y="470"/>
                      </a:lnTo>
                      <a:lnTo>
                        <a:pt x="718" y="441"/>
                      </a:lnTo>
                      <a:lnTo>
                        <a:pt x="692" y="441"/>
                      </a:lnTo>
                      <a:lnTo>
                        <a:pt x="692" y="470"/>
                      </a:lnTo>
                      <a:close/>
                      <a:moveTo>
                        <a:pt x="664" y="496"/>
                      </a:moveTo>
                      <a:lnTo>
                        <a:pt x="692" y="496"/>
                      </a:lnTo>
                      <a:lnTo>
                        <a:pt x="692" y="470"/>
                      </a:lnTo>
                      <a:lnTo>
                        <a:pt x="664" y="470"/>
                      </a:lnTo>
                      <a:lnTo>
                        <a:pt x="664" y="496"/>
                      </a:lnTo>
                      <a:close/>
                      <a:moveTo>
                        <a:pt x="747" y="552"/>
                      </a:moveTo>
                      <a:lnTo>
                        <a:pt x="747" y="470"/>
                      </a:lnTo>
                      <a:lnTo>
                        <a:pt x="718" y="470"/>
                      </a:lnTo>
                      <a:lnTo>
                        <a:pt x="718" y="552"/>
                      </a:lnTo>
                      <a:lnTo>
                        <a:pt x="747" y="552"/>
                      </a:lnTo>
                      <a:close/>
                      <a:moveTo>
                        <a:pt x="553" y="663"/>
                      </a:moveTo>
                      <a:lnTo>
                        <a:pt x="553" y="635"/>
                      </a:lnTo>
                      <a:lnTo>
                        <a:pt x="525" y="635"/>
                      </a:lnTo>
                      <a:lnTo>
                        <a:pt x="525" y="663"/>
                      </a:lnTo>
                      <a:lnTo>
                        <a:pt x="553" y="663"/>
                      </a:lnTo>
                      <a:close/>
                      <a:moveTo>
                        <a:pt x="525" y="689"/>
                      </a:moveTo>
                      <a:lnTo>
                        <a:pt x="525" y="718"/>
                      </a:lnTo>
                      <a:lnTo>
                        <a:pt x="553" y="718"/>
                      </a:lnTo>
                      <a:lnTo>
                        <a:pt x="553" y="689"/>
                      </a:lnTo>
                      <a:lnTo>
                        <a:pt x="525" y="689"/>
                      </a:lnTo>
                      <a:close/>
                      <a:moveTo>
                        <a:pt x="499" y="689"/>
                      </a:moveTo>
                      <a:lnTo>
                        <a:pt x="525" y="689"/>
                      </a:lnTo>
                      <a:lnTo>
                        <a:pt x="525" y="663"/>
                      </a:lnTo>
                      <a:lnTo>
                        <a:pt x="470" y="663"/>
                      </a:lnTo>
                      <a:lnTo>
                        <a:pt x="470" y="635"/>
                      </a:lnTo>
                      <a:lnTo>
                        <a:pt x="525" y="635"/>
                      </a:lnTo>
                      <a:lnTo>
                        <a:pt x="525" y="607"/>
                      </a:lnTo>
                      <a:lnTo>
                        <a:pt x="470" y="607"/>
                      </a:lnTo>
                      <a:lnTo>
                        <a:pt x="470" y="635"/>
                      </a:lnTo>
                      <a:lnTo>
                        <a:pt x="442" y="635"/>
                      </a:lnTo>
                      <a:lnTo>
                        <a:pt x="442" y="607"/>
                      </a:lnTo>
                      <a:lnTo>
                        <a:pt x="416" y="607"/>
                      </a:lnTo>
                      <a:lnTo>
                        <a:pt x="416" y="635"/>
                      </a:lnTo>
                      <a:lnTo>
                        <a:pt x="359" y="635"/>
                      </a:lnTo>
                      <a:lnTo>
                        <a:pt x="359" y="581"/>
                      </a:lnTo>
                      <a:lnTo>
                        <a:pt x="333" y="581"/>
                      </a:lnTo>
                      <a:lnTo>
                        <a:pt x="333" y="635"/>
                      </a:lnTo>
                      <a:lnTo>
                        <a:pt x="305" y="635"/>
                      </a:lnTo>
                      <a:lnTo>
                        <a:pt x="305" y="689"/>
                      </a:lnTo>
                      <a:lnTo>
                        <a:pt x="333" y="689"/>
                      </a:lnTo>
                      <a:lnTo>
                        <a:pt x="333" y="663"/>
                      </a:lnTo>
                      <a:lnTo>
                        <a:pt x="359" y="663"/>
                      </a:lnTo>
                      <a:lnTo>
                        <a:pt x="359" y="718"/>
                      </a:lnTo>
                      <a:lnTo>
                        <a:pt x="388" y="718"/>
                      </a:lnTo>
                      <a:lnTo>
                        <a:pt x="388" y="663"/>
                      </a:lnTo>
                      <a:lnTo>
                        <a:pt x="442" y="663"/>
                      </a:lnTo>
                      <a:lnTo>
                        <a:pt x="442" y="746"/>
                      </a:lnTo>
                      <a:lnTo>
                        <a:pt x="525" y="746"/>
                      </a:lnTo>
                      <a:lnTo>
                        <a:pt x="525" y="718"/>
                      </a:lnTo>
                      <a:lnTo>
                        <a:pt x="499" y="718"/>
                      </a:lnTo>
                      <a:lnTo>
                        <a:pt x="499" y="689"/>
                      </a:lnTo>
                      <a:close/>
                      <a:moveTo>
                        <a:pt x="664" y="635"/>
                      </a:moveTo>
                      <a:lnTo>
                        <a:pt x="664" y="607"/>
                      </a:lnTo>
                      <a:lnTo>
                        <a:pt x="692" y="607"/>
                      </a:lnTo>
                      <a:lnTo>
                        <a:pt x="692" y="663"/>
                      </a:lnTo>
                      <a:lnTo>
                        <a:pt x="718" y="663"/>
                      </a:lnTo>
                      <a:lnTo>
                        <a:pt x="718" y="689"/>
                      </a:lnTo>
                      <a:lnTo>
                        <a:pt x="747" y="689"/>
                      </a:lnTo>
                      <a:lnTo>
                        <a:pt x="747" y="635"/>
                      </a:lnTo>
                      <a:lnTo>
                        <a:pt x="718" y="635"/>
                      </a:lnTo>
                      <a:lnTo>
                        <a:pt x="718" y="607"/>
                      </a:lnTo>
                      <a:lnTo>
                        <a:pt x="747" y="607"/>
                      </a:lnTo>
                      <a:lnTo>
                        <a:pt x="747" y="581"/>
                      </a:lnTo>
                      <a:lnTo>
                        <a:pt x="692" y="581"/>
                      </a:lnTo>
                      <a:lnTo>
                        <a:pt x="692" y="524"/>
                      </a:lnTo>
                      <a:lnTo>
                        <a:pt x="664" y="524"/>
                      </a:lnTo>
                      <a:lnTo>
                        <a:pt x="664" y="581"/>
                      </a:lnTo>
                      <a:lnTo>
                        <a:pt x="636" y="581"/>
                      </a:lnTo>
                      <a:lnTo>
                        <a:pt x="636" y="635"/>
                      </a:lnTo>
                      <a:lnTo>
                        <a:pt x="664" y="635"/>
                      </a:lnTo>
                      <a:close/>
                      <a:moveTo>
                        <a:pt x="664" y="718"/>
                      </a:moveTo>
                      <a:lnTo>
                        <a:pt x="607" y="718"/>
                      </a:lnTo>
                      <a:lnTo>
                        <a:pt x="607" y="746"/>
                      </a:lnTo>
                      <a:lnTo>
                        <a:pt x="692" y="746"/>
                      </a:lnTo>
                      <a:lnTo>
                        <a:pt x="692" y="663"/>
                      </a:lnTo>
                      <a:lnTo>
                        <a:pt x="664" y="663"/>
                      </a:lnTo>
                      <a:lnTo>
                        <a:pt x="664" y="718"/>
                      </a:lnTo>
                      <a:close/>
                      <a:moveTo>
                        <a:pt x="553" y="581"/>
                      </a:moveTo>
                      <a:lnTo>
                        <a:pt x="553" y="607"/>
                      </a:lnTo>
                      <a:lnTo>
                        <a:pt x="581" y="607"/>
                      </a:lnTo>
                      <a:lnTo>
                        <a:pt x="581" y="635"/>
                      </a:lnTo>
                      <a:lnTo>
                        <a:pt x="607" y="635"/>
                      </a:lnTo>
                      <a:lnTo>
                        <a:pt x="607" y="663"/>
                      </a:lnTo>
                      <a:lnTo>
                        <a:pt x="553" y="663"/>
                      </a:lnTo>
                      <a:lnTo>
                        <a:pt x="553" y="689"/>
                      </a:lnTo>
                      <a:lnTo>
                        <a:pt x="581" y="689"/>
                      </a:lnTo>
                      <a:lnTo>
                        <a:pt x="581" y="718"/>
                      </a:lnTo>
                      <a:lnTo>
                        <a:pt x="607" y="718"/>
                      </a:lnTo>
                      <a:lnTo>
                        <a:pt x="607" y="689"/>
                      </a:lnTo>
                      <a:lnTo>
                        <a:pt x="636" y="689"/>
                      </a:lnTo>
                      <a:lnTo>
                        <a:pt x="636" y="635"/>
                      </a:lnTo>
                      <a:lnTo>
                        <a:pt x="610" y="635"/>
                      </a:lnTo>
                      <a:lnTo>
                        <a:pt x="610" y="581"/>
                      </a:lnTo>
                      <a:lnTo>
                        <a:pt x="636" y="581"/>
                      </a:lnTo>
                      <a:lnTo>
                        <a:pt x="636" y="552"/>
                      </a:lnTo>
                      <a:lnTo>
                        <a:pt x="607" y="552"/>
                      </a:lnTo>
                      <a:lnTo>
                        <a:pt x="607" y="581"/>
                      </a:lnTo>
                      <a:lnTo>
                        <a:pt x="553" y="581"/>
                      </a:lnTo>
                      <a:close/>
                      <a:moveTo>
                        <a:pt x="581" y="552"/>
                      </a:moveTo>
                      <a:lnTo>
                        <a:pt x="607" y="552"/>
                      </a:lnTo>
                      <a:lnTo>
                        <a:pt x="607" y="524"/>
                      </a:lnTo>
                      <a:lnTo>
                        <a:pt x="581" y="524"/>
                      </a:lnTo>
                      <a:lnTo>
                        <a:pt x="581" y="552"/>
                      </a:lnTo>
                      <a:close/>
                      <a:moveTo>
                        <a:pt x="664" y="441"/>
                      </a:moveTo>
                      <a:lnTo>
                        <a:pt x="692" y="441"/>
                      </a:lnTo>
                      <a:lnTo>
                        <a:pt x="692" y="413"/>
                      </a:lnTo>
                      <a:lnTo>
                        <a:pt x="718" y="413"/>
                      </a:lnTo>
                      <a:lnTo>
                        <a:pt x="718" y="387"/>
                      </a:lnTo>
                      <a:lnTo>
                        <a:pt x="664" y="387"/>
                      </a:lnTo>
                      <a:lnTo>
                        <a:pt x="664" y="441"/>
                      </a:lnTo>
                      <a:close/>
                      <a:moveTo>
                        <a:pt x="636" y="441"/>
                      </a:moveTo>
                      <a:lnTo>
                        <a:pt x="636" y="470"/>
                      </a:lnTo>
                      <a:lnTo>
                        <a:pt x="664" y="470"/>
                      </a:lnTo>
                      <a:lnTo>
                        <a:pt x="664" y="441"/>
                      </a:lnTo>
                      <a:lnTo>
                        <a:pt x="636" y="441"/>
                      </a:lnTo>
                      <a:close/>
                      <a:moveTo>
                        <a:pt x="607" y="441"/>
                      </a:moveTo>
                      <a:lnTo>
                        <a:pt x="581" y="441"/>
                      </a:lnTo>
                      <a:lnTo>
                        <a:pt x="581" y="470"/>
                      </a:lnTo>
                      <a:lnTo>
                        <a:pt x="553" y="470"/>
                      </a:lnTo>
                      <a:lnTo>
                        <a:pt x="553" y="496"/>
                      </a:lnTo>
                      <a:lnTo>
                        <a:pt x="607" y="496"/>
                      </a:lnTo>
                      <a:lnTo>
                        <a:pt x="607" y="524"/>
                      </a:lnTo>
                      <a:lnTo>
                        <a:pt x="636" y="524"/>
                      </a:lnTo>
                      <a:lnTo>
                        <a:pt x="636" y="470"/>
                      </a:lnTo>
                      <a:lnTo>
                        <a:pt x="607" y="470"/>
                      </a:lnTo>
                      <a:lnTo>
                        <a:pt x="607" y="441"/>
                      </a:lnTo>
                      <a:close/>
                      <a:moveTo>
                        <a:pt x="57" y="689"/>
                      </a:moveTo>
                      <a:lnTo>
                        <a:pt x="140" y="689"/>
                      </a:lnTo>
                      <a:lnTo>
                        <a:pt x="140" y="607"/>
                      </a:lnTo>
                      <a:lnTo>
                        <a:pt x="57" y="607"/>
                      </a:lnTo>
                      <a:lnTo>
                        <a:pt x="57" y="689"/>
                      </a:lnTo>
                      <a:close/>
                      <a:moveTo>
                        <a:pt x="0" y="746"/>
                      </a:moveTo>
                      <a:lnTo>
                        <a:pt x="194" y="746"/>
                      </a:lnTo>
                      <a:lnTo>
                        <a:pt x="194" y="552"/>
                      </a:lnTo>
                      <a:lnTo>
                        <a:pt x="0" y="552"/>
                      </a:lnTo>
                      <a:lnTo>
                        <a:pt x="0" y="746"/>
                      </a:lnTo>
                      <a:close/>
                      <a:moveTo>
                        <a:pt x="29" y="581"/>
                      </a:moveTo>
                      <a:lnTo>
                        <a:pt x="166" y="581"/>
                      </a:lnTo>
                      <a:lnTo>
                        <a:pt x="166" y="718"/>
                      </a:lnTo>
                      <a:lnTo>
                        <a:pt x="29" y="718"/>
                      </a:lnTo>
                      <a:lnTo>
                        <a:pt x="29" y="581"/>
                      </a:lnTo>
                      <a:close/>
                      <a:moveTo>
                        <a:pt x="140" y="54"/>
                      </a:moveTo>
                      <a:lnTo>
                        <a:pt x="57" y="54"/>
                      </a:lnTo>
                      <a:lnTo>
                        <a:pt x="57" y="139"/>
                      </a:lnTo>
                      <a:lnTo>
                        <a:pt x="140" y="139"/>
                      </a:lnTo>
                      <a:lnTo>
                        <a:pt x="140" y="54"/>
                      </a:lnTo>
                      <a:close/>
                      <a:moveTo>
                        <a:pt x="194" y="0"/>
                      </a:moveTo>
                      <a:lnTo>
                        <a:pt x="0" y="0"/>
                      </a:lnTo>
                      <a:lnTo>
                        <a:pt x="0" y="193"/>
                      </a:lnTo>
                      <a:lnTo>
                        <a:pt x="194" y="193"/>
                      </a:lnTo>
                      <a:lnTo>
                        <a:pt x="194" y="0"/>
                      </a:lnTo>
                      <a:close/>
                      <a:moveTo>
                        <a:pt x="166" y="165"/>
                      </a:moveTo>
                      <a:lnTo>
                        <a:pt x="29" y="165"/>
                      </a:lnTo>
                      <a:lnTo>
                        <a:pt x="29" y="28"/>
                      </a:lnTo>
                      <a:lnTo>
                        <a:pt x="166" y="28"/>
                      </a:lnTo>
                      <a:lnTo>
                        <a:pt x="166" y="165"/>
                      </a:lnTo>
                      <a:close/>
                      <a:moveTo>
                        <a:pt x="692" y="54"/>
                      </a:moveTo>
                      <a:lnTo>
                        <a:pt x="607" y="54"/>
                      </a:lnTo>
                      <a:lnTo>
                        <a:pt x="607" y="139"/>
                      </a:lnTo>
                      <a:lnTo>
                        <a:pt x="692" y="139"/>
                      </a:lnTo>
                      <a:lnTo>
                        <a:pt x="692" y="54"/>
                      </a:lnTo>
                      <a:close/>
                      <a:moveTo>
                        <a:pt x="553" y="0"/>
                      </a:moveTo>
                      <a:lnTo>
                        <a:pt x="553" y="193"/>
                      </a:lnTo>
                      <a:lnTo>
                        <a:pt x="747" y="193"/>
                      </a:lnTo>
                      <a:lnTo>
                        <a:pt x="747" y="0"/>
                      </a:lnTo>
                      <a:lnTo>
                        <a:pt x="553" y="0"/>
                      </a:lnTo>
                      <a:close/>
                      <a:moveTo>
                        <a:pt x="718" y="165"/>
                      </a:moveTo>
                      <a:lnTo>
                        <a:pt x="581" y="165"/>
                      </a:lnTo>
                      <a:lnTo>
                        <a:pt x="581" y="28"/>
                      </a:lnTo>
                      <a:lnTo>
                        <a:pt x="718" y="28"/>
                      </a:lnTo>
                      <a:lnTo>
                        <a:pt x="718" y="165"/>
                      </a:lnTo>
                      <a:close/>
                    </a:path>
                  </a:pathLst>
                </a:custGeom>
                <a:solidFill>
                  <a:srgbClr val="4545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grpSp>
            <p:nvGrpSpPr>
              <p:cNvPr id="303" name="Gruppieren 302"/>
              <p:cNvGrpSpPr/>
              <p:nvPr/>
            </p:nvGrpSpPr>
            <p:grpSpPr>
              <a:xfrm>
                <a:off x="5059241" y="1076027"/>
                <a:ext cx="3086357" cy="1659824"/>
                <a:chOff x="5059241" y="1076027"/>
                <a:chExt cx="3086357" cy="1659824"/>
              </a:xfrm>
            </p:grpSpPr>
            <p:grpSp>
              <p:nvGrpSpPr>
                <p:cNvPr id="304" name="Gruppieren 303"/>
                <p:cNvGrpSpPr/>
                <p:nvPr/>
              </p:nvGrpSpPr>
              <p:grpSpPr>
                <a:xfrm>
                  <a:off x="5059241" y="1076027"/>
                  <a:ext cx="3086357" cy="1659824"/>
                  <a:chOff x="5037975" y="1129192"/>
                  <a:chExt cx="3086357" cy="1659824"/>
                </a:xfrm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grpSpPr>
              <p:grpSp>
                <p:nvGrpSpPr>
                  <p:cNvPr id="306" name="Gruppieren 305"/>
                  <p:cNvGrpSpPr/>
                  <p:nvPr/>
                </p:nvGrpSpPr>
                <p:grpSpPr>
                  <a:xfrm>
                    <a:off x="5037975" y="1129192"/>
                    <a:ext cx="3086357" cy="1659824"/>
                    <a:chOff x="4951715" y="1103314"/>
                    <a:chExt cx="3086357" cy="1659824"/>
                  </a:xfrm>
                </p:grpSpPr>
                <p:sp>
                  <p:nvSpPr>
                    <p:cNvPr id="309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5321525" y="1103314"/>
                      <a:ext cx="2346737" cy="1634767"/>
                    </a:xfrm>
                    <a:custGeom>
                      <a:avLst/>
                      <a:gdLst>
                        <a:gd name="T0" fmla="*/ 39 w 1150"/>
                        <a:gd name="T1" fmla="*/ 801 h 801"/>
                        <a:gd name="T2" fmla="*/ 0 w 1150"/>
                        <a:gd name="T3" fmla="*/ 762 h 801"/>
                        <a:gd name="T4" fmla="*/ 0 w 1150"/>
                        <a:gd name="T5" fmla="*/ 38 h 801"/>
                        <a:gd name="T6" fmla="*/ 39 w 1150"/>
                        <a:gd name="T7" fmla="*/ 0 h 801"/>
                        <a:gd name="T8" fmla="*/ 1111 w 1150"/>
                        <a:gd name="T9" fmla="*/ 0 h 801"/>
                        <a:gd name="T10" fmla="*/ 1150 w 1150"/>
                        <a:gd name="T11" fmla="*/ 38 h 801"/>
                        <a:gd name="T12" fmla="*/ 1150 w 1150"/>
                        <a:gd name="T13" fmla="*/ 762 h 801"/>
                        <a:gd name="T14" fmla="*/ 1111 w 1150"/>
                        <a:gd name="T15" fmla="*/ 801 h 801"/>
                        <a:gd name="T16" fmla="*/ 39 w 1150"/>
                        <a:gd name="T17" fmla="*/ 801 h 80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1150" h="801">
                          <a:moveTo>
                            <a:pt x="39" y="801"/>
                          </a:moveTo>
                          <a:cubicBezTo>
                            <a:pt x="18" y="801"/>
                            <a:pt x="0" y="784"/>
                            <a:pt x="0" y="762"/>
                          </a:cubicBezTo>
                          <a:cubicBezTo>
                            <a:pt x="0" y="38"/>
                            <a:pt x="0" y="38"/>
                            <a:pt x="0" y="38"/>
                          </a:cubicBezTo>
                          <a:cubicBezTo>
                            <a:pt x="0" y="17"/>
                            <a:pt x="18" y="0"/>
                            <a:pt x="39" y="0"/>
                          </a:cubicBezTo>
                          <a:cubicBezTo>
                            <a:pt x="1111" y="0"/>
                            <a:pt x="1111" y="0"/>
                            <a:pt x="1111" y="0"/>
                          </a:cubicBezTo>
                          <a:cubicBezTo>
                            <a:pt x="1132" y="0"/>
                            <a:pt x="1150" y="17"/>
                            <a:pt x="1150" y="38"/>
                          </a:cubicBezTo>
                          <a:cubicBezTo>
                            <a:pt x="1150" y="762"/>
                            <a:pt x="1150" y="762"/>
                            <a:pt x="1150" y="762"/>
                          </a:cubicBezTo>
                          <a:cubicBezTo>
                            <a:pt x="1150" y="784"/>
                            <a:pt x="1132" y="801"/>
                            <a:pt x="1111" y="801"/>
                          </a:cubicBezTo>
                          <a:cubicBezTo>
                            <a:pt x="39" y="801"/>
                            <a:pt x="39" y="801"/>
                            <a:pt x="39" y="801"/>
                          </a:cubicBezTo>
                        </a:path>
                      </a:pathLst>
                    </a:custGeom>
                    <a:solidFill>
                      <a:srgbClr val="000000"/>
                    </a:solidFill>
                    <a:ln w="0">
                      <a:noFill/>
                      <a:round/>
                      <a:headEnd/>
                      <a:tailEnd/>
                    </a:ln>
                    <a:effectLst>
                      <a:glow rad="63500">
                        <a:schemeClr val="accent3">
                          <a:satMod val="175000"/>
                          <a:alpha val="40000"/>
                        </a:schemeClr>
                      </a:glow>
                      <a:softEdge rad="12700"/>
                    </a:effectLst>
                    <a:scene3d>
                      <a:camera prst="orthographicFront"/>
                      <a:lightRig rig="threePt" dir="t"/>
                    </a:scene3d>
                    <a:sp3d>
                      <a:bevelT w="0"/>
                    </a:sp3d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pic>
                  <p:nvPicPr>
                    <p:cNvPr id="310" name="Picture 15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5259314" y="2713023"/>
                      <a:ext cx="6049" cy="6049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1" name="Picture 16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7726153" y="2713023"/>
                      <a:ext cx="6049" cy="6049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2" name="Picture 17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5318069" y="2713023"/>
                      <a:ext cx="2355378" cy="6049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3" name="Picture 18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6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5333621" y="2713023"/>
                      <a:ext cx="2321680" cy="6049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4" name="Picture 19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7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5343990" y="2713023"/>
                      <a:ext cx="2303535" cy="6049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5" name="Picture 21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4951715" y="2647356"/>
                      <a:ext cx="3086357" cy="110597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316" name="Picture 22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6227905" y="2652540"/>
                      <a:ext cx="533114" cy="60483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317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6235681" y="2658589"/>
                      <a:ext cx="518425" cy="47523"/>
                    </a:xfrm>
                    <a:custGeom>
                      <a:avLst/>
                      <a:gdLst>
                        <a:gd name="T0" fmla="*/ 1 w 254"/>
                        <a:gd name="T1" fmla="*/ 0 h 23"/>
                        <a:gd name="T2" fmla="*/ 0 w 254"/>
                        <a:gd name="T3" fmla="*/ 4 h 23"/>
                        <a:gd name="T4" fmla="*/ 19 w 254"/>
                        <a:gd name="T5" fmla="*/ 23 h 23"/>
                        <a:gd name="T6" fmla="*/ 235 w 254"/>
                        <a:gd name="T7" fmla="*/ 23 h 23"/>
                        <a:gd name="T8" fmla="*/ 254 w 254"/>
                        <a:gd name="T9" fmla="*/ 4 h 23"/>
                        <a:gd name="T10" fmla="*/ 253 w 254"/>
                        <a:gd name="T11" fmla="*/ 0 h 23"/>
                        <a:gd name="T12" fmla="*/ 1 w 254"/>
                        <a:gd name="T13" fmla="*/ 0 h 2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254" h="23">
                          <a:moveTo>
                            <a:pt x="1" y="0"/>
                          </a:moveTo>
                          <a:cubicBezTo>
                            <a:pt x="0" y="1"/>
                            <a:pt x="0" y="2"/>
                            <a:pt x="0" y="4"/>
                          </a:cubicBezTo>
                          <a:cubicBezTo>
                            <a:pt x="0" y="14"/>
                            <a:pt x="9" y="23"/>
                            <a:pt x="19" y="23"/>
                          </a:cubicBezTo>
                          <a:cubicBezTo>
                            <a:pt x="235" y="23"/>
                            <a:pt x="235" y="23"/>
                            <a:pt x="235" y="23"/>
                          </a:cubicBezTo>
                          <a:cubicBezTo>
                            <a:pt x="245" y="23"/>
                            <a:pt x="254" y="14"/>
                            <a:pt x="254" y="4"/>
                          </a:cubicBezTo>
                          <a:cubicBezTo>
                            <a:pt x="254" y="2"/>
                            <a:pt x="254" y="1"/>
                            <a:pt x="253" y="0"/>
                          </a:cubicBez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2" cap="flat">
                      <a:solidFill>
                        <a:srgbClr val="6D6E71"/>
                      </a:solidFill>
                      <a:prstDash val="solid"/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8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7811693" y="2701791"/>
                      <a:ext cx="93317" cy="7777"/>
                    </a:xfrm>
                    <a:custGeom>
                      <a:avLst/>
                      <a:gdLst>
                        <a:gd name="T0" fmla="*/ 0 w 46"/>
                        <a:gd name="T1" fmla="*/ 2 h 4"/>
                        <a:gd name="T2" fmla="*/ 2 w 46"/>
                        <a:gd name="T3" fmla="*/ 4 h 4"/>
                        <a:gd name="T4" fmla="*/ 45 w 46"/>
                        <a:gd name="T5" fmla="*/ 4 h 4"/>
                        <a:gd name="T6" fmla="*/ 46 w 46"/>
                        <a:gd name="T7" fmla="*/ 2 h 4"/>
                        <a:gd name="T8" fmla="*/ 45 w 46"/>
                        <a:gd name="T9" fmla="*/ 0 h 4"/>
                        <a:gd name="T10" fmla="*/ 2 w 46"/>
                        <a:gd name="T11" fmla="*/ 0 h 4"/>
                        <a:gd name="T12" fmla="*/ 0 w 46"/>
                        <a:gd name="T13" fmla="*/ 2 h 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46" h="4">
                          <a:moveTo>
                            <a:pt x="0" y="2"/>
                          </a:moveTo>
                          <a:cubicBezTo>
                            <a:pt x="0" y="3"/>
                            <a:pt x="1" y="4"/>
                            <a:pt x="2" y="4"/>
                          </a:cubicBezTo>
                          <a:cubicBezTo>
                            <a:pt x="45" y="4"/>
                            <a:pt x="45" y="4"/>
                            <a:pt x="45" y="4"/>
                          </a:cubicBezTo>
                          <a:cubicBezTo>
                            <a:pt x="46" y="4"/>
                            <a:pt x="46" y="3"/>
                            <a:pt x="46" y="2"/>
                          </a:cubicBezTo>
                          <a:cubicBezTo>
                            <a:pt x="46" y="1"/>
                            <a:pt x="46" y="0"/>
                            <a:pt x="45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0"/>
                            <a:pt x="0" y="1"/>
                            <a:pt x="0" y="2"/>
                          </a:cubicBezTo>
                        </a:path>
                      </a:pathLst>
                    </a:custGeom>
                    <a:solidFill>
                      <a:srgbClr val="E6E7E8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9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7811693" y="2699198"/>
                      <a:ext cx="93317" cy="6912"/>
                    </a:xfrm>
                    <a:custGeom>
                      <a:avLst/>
                      <a:gdLst>
                        <a:gd name="T0" fmla="*/ 0 w 46"/>
                        <a:gd name="T1" fmla="*/ 2 h 3"/>
                        <a:gd name="T2" fmla="*/ 2 w 46"/>
                        <a:gd name="T3" fmla="*/ 3 h 3"/>
                        <a:gd name="T4" fmla="*/ 45 w 46"/>
                        <a:gd name="T5" fmla="*/ 3 h 3"/>
                        <a:gd name="T6" fmla="*/ 46 w 46"/>
                        <a:gd name="T7" fmla="*/ 2 h 3"/>
                        <a:gd name="T8" fmla="*/ 45 w 46"/>
                        <a:gd name="T9" fmla="*/ 0 h 3"/>
                        <a:gd name="T10" fmla="*/ 2 w 46"/>
                        <a:gd name="T11" fmla="*/ 0 h 3"/>
                        <a:gd name="T12" fmla="*/ 0 w 46"/>
                        <a:gd name="T13" fmla="*/ 2 h 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46" h="3">
                          <a:moveTo>
                            <a:pt x="0" y="2"/>
                          </a:moveTo>
                          <a:cubicBezTo>
                            <a:pt x="0" y="3"/>
                            <a:pt x="1" y="3"/>
                            <a:pt x="2" y="3"/>
                          </a:cubicBezTo>
                          <a:cubicBezTo>
                            <a:pt x="45" y="3"/>
                            <a:pt x="45" y="3"/>
                            <a:pt x="45" y="3"/>
                          </a:cubicBezTo>
                          <a:cubicBezTo>
                            <a:pt x="46" y="3"/>
                            <a:pt x="46" y="3"/>
                            <a:pt x="46" y="2"/>
                          </a:cubicBezTo>
                          <a:cubicBezTo>
                            <a:pt x="46" y="1"/>
                            <a:pt x="46" y="0"/>
                            <a:pt x="45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0"/>
                            <a:pt x="0" y="1"/>
                            <a:pt x="0" y="2"/>
                          </a:cubicBezTo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0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4974180" y="2760546"/>
                      <a:ext cx="3043155" cy="2592"/>
                    </a:xfrm>
                    <a:custGeom>
                      <a:avLst/>
                      <a:gdLst>
                        <a:gd name="T0" fmla="*/ 3522 w 3522"/>
                        <a:gd name="T1" fmla="*/ 0 h 3"/>
                        <a:gd name="T2" fmla="*/ 0 w 3522"/>
                        <a:gd name="T3" fmla="*/ 0 h 3"/>
                        <a:gd name="T4" fmla="*/ 0 w 3522"/>
                        <a:gd name="T5" fmla="*/ 3 h 3"/>
                        <a:gd name="T6" fmla="*/ 3520 w 3522"/>
                        <a:gd name="T7" fmla="*/ 3 h 3"/>
                        <a:gd name="T8" fmla="*/ 3522 w 3522"/>
                        <a:gd name="T9" fmla="*/ 0 h 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22" h="3">
                          <a:moveTo>
                            <a:pt x="3522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3520" y="3"/>
                          </a:lnTo>
                          <a:lnTo>
                            <a:pt x="3522" y="0"/>
                          </a:lnTo>
                          <a:close/>
                        </a:path>
                      </a:pathLst>
                    </a:custGeom>
                    <a:solidFill>
                      <a:srgbClr val="A7A9AC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1" name="Rechteck 320"/>
                    <p:cNvSpPr/>
                    <p:nvPr/>
                  </p:nvSpPr>
                  <p:spPr bwMode="auto">
                    <a:xfrm>
                      <a:off x="5416568" y="1201813"/>
                      <a:ext cx="2161832" cy="1371234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/>
                        </a:gs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vert="horz" rIns="216000" rtlCol="0" anchor="ctr"/>
                    <a:lstStyle/>
                    <a:p>
                      <a:pPr algn="ctr"/>
                      <a:endParaRPr lang="de-DE" sz="1100" b="1" dirty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endParaRPr>
                    </a:p>
                  </p:txBody>
                </p:sp>
                <p:pic>
                  <p:nvPicPr>
                    <p:cNvPr id="322" name="Picture 35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6480205" y="1136362"/>
                      <a:ext cx="24193" cy="37154"/>
                    </a:xfrm>
                    <a:prstGeom prst="rect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100000">
                          <a:schemeClr val="accent1">
                            <a:lumMod val="40000"/>
                            <a:lumOff val="6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pic>
              </p:grpSp>
              <p:sp>
                <p:nvSpPr>
                  <p:cNvPr id="307" name="Freeform 164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04256" y="1227833"/>
                    <a:ext cx="2155098" cy="136246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89"/>
                      </a:cxn>
                      <a:cxn ang="0">
                        <a:pos x="369" y="571"/>
                      </a:cxn>
                      <a:cxn ang="0">
                        <a:pos x="612" y="571"/>
                      </a:cxn>
                      <a:cxn ang="0">
                        <a:pos x="395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612" h="571">
                        <a:moveTo>
                          <a:pt x="0" y="0"/>
                        </a:moveTo>
                        <a:lnTo>
                          <a:pt x="0" y="89"/>
                        </a:lnTo>
                        <a:lnTo>
                          <a:pt x="369" y="571"/>
                        </a:lnTo>
                        <a:lnTo>
                          <a:pt x="612" y="571"/>
                        </a:lnTo>
                        <a:lnTo>
                          <a:pt x="39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alpha val="13000"/>
                        </a:schemeClr>
                      </a:gs>
                      <a:gs pos="100000">
                        <a:schemeClr val="bg1">
                          <a:lumMod val="85000"/>
                          <a:alpha val="18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gradFill flip="none" rotWithShape="1">
                      <a:gsLst>
                        <a:gs pos="0">
                          <a:schemeClr val="accent1"/>
                        </a:gs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8" name="Rechteck 307"/>
                  <p:cNvSpPr/>
                  <p:nvPr/>
                </p:nvSpPr>
                <p:spPr bwMode="gray">
                  <a:xfrm>
                    <a:off x="5743642" y="1324431"/>
                    <a:ext cx="1690120" cy="1211244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>
                      <a:lnSpc>
                        <a:spcPct val="80000"/>
                      </a:lnSpc>
                    </a:pPr>
                    <a:r>
                      <a:rPr lang="de-DE" sz="20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4 </a:t>
                    </a:r>
                    <a:r>
                      <a:rPr lang="de-DE" sz="16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x </a:t>
                    </a:r>
                    <a:r>
                      <a:rPr lang="de-DE" sz="20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2.2 </a:t>
                    </a:r>
                    <a:r>
                      <a:rPr lang="de-DE" sz="16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GHz</a:t>
                    </a:r>
                  </a:p>
                  <a:p>
                    <a:pPr lvl="0" algn="ctr">
                      <a:lnSpc>
                        <a:spcPct val="80000"/>
                      </a:lnSpc>
                    </a:pPr>
                    <a:r>
                      <a:rPr lang="de-DE" sz="20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2 </a:t>
                    </a:r>
                    <a:r>
                      <a:rPr lang="de-DE" sz="16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GB</a:t>
                    </a:r>
                    <a:r>
                      <a:rPr lang="de-DE" sz="12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 RAM</a:t>
                    </a:r>
                  </a:p>
                  <a:p>
                    <a:pPr lvl="0" algn="ctr">
                      <a:lnSpc>
                        <a:spcPct val="80000"/>
                      </a:lnSpc>
                    </a:pPr>
                    <a:r>
                      <a:rPr lang="de-DE" sz="20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1</a:t>
                    </a:r>
                    <a:r>
                      <a:rPr lang="de-DE" sz="16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 TB </a:t>
                    </a:r>
                    <a:r>
                      <a:rPr lang="de-DE" sz="1200" b="1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SSD</a:t>
                    </a:r>
                    <a:endParaRPr lang="de-DE" sz="1600" b="1" dirty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sp>
              <p:nvSpPr>
                <p:cNvPr id="305" name="Freeform 45"/>
                <p:cNvSpPr>
                  <a:spLocks noEditPoints="1"/>
                </p:cNvSpPr>
                <p:nvPr/>
              </p:nvSpPr>
              <p:spPr bwMode="auto">
                <a:xfrm>
                  <a:off x="7010846" y="2080055"/>
                  <a:ext cx="106724" cy="106581"/>
                </a:xfrm>
                <a:custGeom>
                  <a:avLst/>
                  <a:gdLst>
                    <a:gd name="T0" fmla="*/ 83 w 747"/>
                    <a:gd name="T1" fmla="*/ 413 h 746"/>
                    <a:gd name="T2" fmla="*/ 111 w 747"/>
                    <a:gd name="T3" fmla="*/ 470 h 746"/>
                    <a:gd name="T4" fmla="*/ 166 w 747"/>
                    <a:gd name="T5" fmla="*/ 248 h 746"/>
                    <a:gd name="T6" fmla="*/ 525 w 747"/>
                    <a:gd name="T7" fmla="*/ 359 h 746"/>
                    <a:gd name="T8" fmla="*/ 581 w 747"/>
                    <a:gd name="T9" fmla="*/ 718 h 746"/>
                    <a:gd name="T10" fmla="*/ 57 w 747"/>
                    <a:gd name="T11" fmla="*/ 496 h 746"/>
                    <a:gd name="T12" fmla="*/ 333 w 747"/>
                    <a:gd name="T13" fmla="*/ 111 h 746"/>
                    <a:gd name="T14" fmla="*/ 416 w 747"/>
                    <a:gd name="T15" fmla="*/ 718 h 746"/>
                    <a:gd name="T16" fmla="*/ 305 w 747"/>
                    <a:gd name="T17" fmla="*/ 607 h 746"/>
                    <a:gd name="T18" fmla="*/ 305 w 747"/>
                    <a:gd name="T19" fmla="*/ 746 h 746"/>
                    <a:gd name="T20" fmla="*/ 333 w 747"/>
                    <a:gd name="T21" fmla="*/ 111 h 746"/>
                    <a:gd name="T22" fmla="*/ 525 w 747"/>
                    <a:gd name="T23" fmla="*/ 111 h 746"/>
                    <a:gd name="T24" fmla="*/ 251 w 747"/>
                    <a:gd name="T25" fmla="*/ 635 h 746"/>
                    <a:gd name="T26" fmla="*/ 222 w 747"/>
                    <a:gd name="T27" fmla="*/ 552 h 746"/>
                    <a:gd name="T28" fmla="*/ 718 w 747"/>
                    <a:gd name="T29" fmla="*/ 276 h 746"/>
                    <a:gd name="T30" fmla="*/ 277 w 747"/>
                    <a:gd name="T31" fmla="*/ 222 h 746"/>
                    <a:gd name="T32" fmla="*/ 388 w 747"/>
                    <a:gd name="T33" fmla="*/ 165 h 746"/>
                    <a:gd name="T34" fmla="*/ 222 w 747"/>
                    <a:gd name="T35" fmla="*/ 248 h 746"/>
                    <a:gd name="T36" fmla="*/ 747 w 747"/>
                    <a:gd name="T37" fmla="*/ 413 h 746"/>
                    <a:gd name="T38" fmla="*/ 0 w 747"/>
                    <a:gd name="T39" fmla="*/ 441 h 746"/>
                    <a:gd name="T40" fmla="*/ 251 w 747"/>
                    <a:gd name="T41" fmla="*/ 54 h 746"/>
                    <a:gd name="T42" fmla="*/ 333 w 747"/>
                    <a:gd name="T43" fmla="*/ 0 h 746"/>
                    <a:gd name="T44" fmla="*/ 222 w 747"/>
                    <a:gd name="T45" fmla="*/ 0 h 746"/>
                    <a:gd name="T46" fmla="*/ 470 w 747"/>
                    <a:gd name="T47" fmla="*/ 0 h 746"/>
                    <a:gd name="T48" fmla="*/ 442 w 747"/>
                    <a:gd name="T49" fmla="*/ 28 h 746"/>
                    <a:gd name="T50" fmla="*/ 277 w 747"/>
                    <a:gd name="T51" fmla="*/ 496 h 746"/>
                    <a:gd name="T52" fmla="*/ 416 w 747"/>
                    <a:gd name="T53" fmla="*/ 387 h 746"/>
                    <a:gd name="T54" fmla="*/ 251 w 747"/>
                    <a:gd name="T55" fmla="*/ 304 h 746"/>
                    <a:gd name="T56" fmla="*/ 29 w 747"/>
                    <a:gd name="T57" fmla="*/ 248 h 746"/>
                    <a:gd name="T58" fmla="*/ 140 w 747"/>
                    <a:gd name="T59" fmla="*/ 470 h 746"/>
                    <a:gd name="T60" fmla="*/ 251 w 747"/>
                    <a:gd name="T61" fmla="*/ 387 h 746"/>
                    <a:gd name="T62" fmla="*/ 222 w 747"/>
                    <a:gd name="T63" fmla="*/ 496 h 746"/>
                    <a:gd name="T64" fmla="*/ 581 w 747"/>
                    <a:gd name="T65" fmla="*/ 359 h 746"/>
                    <a:gd name="T66" fmla="*/ 607 w 747"/>
                    <a:gd name="T67" fmla="*/ 304 h 746"/>
                    <a:gd name="T68" fmla="*/ 388 w 747"/>
                    <a:gd name="T69" fmla="*/ 304 h 746"/>
                    <a:gd name="T70" fmla="*/ 718 w 747"/>
                    <a:gd name="T71" fmla="*/ 746 h 746"/>
                    <a:gd name="T72" fmla="*/ 664 w 747"/>
                    <a:gd name="T73" fmla="*/ 276 h 746"/>
                    <a:gd name="T74" fmla="*/ 442 w 747"/>
                    <a:gd name="T75" fmla="*/ 330 h 746"/>
                    <a:gd name="T76" fmla="*/ 607 w 747"/>
                    <a:gd name="T77" fmla="*/ 441 h 746"/>
                    <a:gd name="T78" fmla="*/ 470 w 747"/>
                    <a:gd name="T79" fmla="*/ 524 h 746"/>
                    <a:gd name="T80" fmla="*/ 388 w 747"/>
                    <a:gd name="T81" fmla="*/ 581 h 746"/>
                    <a:gd name="T82" fmla="*/ 499 w 747"/>
                    <a:gd name="T83" fmla="*/ 581 h 746"/>
                    <a:gd name="T84" fmla="*/ 692 w 747"/>
                    <a:gd name="T85" fmla="*/ 496 h 746"/>
                    <a:gd name="T86" fmla="*/ 525 w 747"/>
                    <a:gd name="T87" fmla="*/ 635 h 746"/>
                    <a:gd name="T88" fmla="*/ 470 w 747"/>
                    <a:gd name="T89" fmla="*/ 663 h 746"/>
                    <a:gd name="T90" fmla="*/ 359 w 747"/>
                    <a:gd name="T91" fmla="*/ 581 h 746"/>
                    <a:gd name="T92" fmla="*/ 442 w 747"/>
                    <a:gd name="T93" fmla="*/ 663 h 746"/>
                    <a:gd name="T94" fmla="*/ 718 w 747"/>
                    <a:gd name="T95" fmla="*/ 689 h 746"/>
                    <a:gd name="T96" fmla="*/ 636 w 747"/>
                    <a:gd name="T97" fmla="*/ 581 h 746"/>
                    <a:gd name="T98" fmla="*/ 553 w 747"/>
                    <a:gd name="T99" fmla="*/ 607 h 746"/>
                    <a:gd name="T100" fmla="*/ 636 w 747"/>
                    <a:gd name="T101" fmla="*/ 689 h 746"/>
                    <a:gd name="T102" fmla="*/ 607 w 747"/>
                    <a:gd name="T103" fmla="*/ 524 h 746"/>
                    <a:gd name="T104" fmla="*/ 636 w 747"/>
                    <a:gd name="T105" fmla="*/ 470 h 746"/>
                    <a:gd name="T106" fmla="*/ 636 w 747"/>
                    <a:gd name="T107" fmla="*/ 524 h 746"/>
                    <a:gd name="T108" fmla="*/ 194 w 747"/>
                    <a:gd name="T109" fmla="*/ 552 h 746"/>
                    <a:gd name="T110" fmla="*/ 140 w 747"/>
                    <a:gd name="T111" fmla="*/ 139 h 746"/>
                    <a:gd name="T112" fmla="*/ 166 w 747"/>
                    <a:gd name="T113" fmla="*/ 165 h 746"/>
                    <a:gd name="T114" fmla="*/ 718 w 747"/>
                    <a:gd name="T115" fmla="*/ 165 h 7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47" h="746">
                      <a:moveTo>
                        <a:pt x="0" y="222"/>
                      </a:moveTo>
                      <a:lnTo>
                        <a:pt x="0" y="248"/>
                      </a:lnTo>
                      <a:lnTo>
                        <a:pt x="29" y="248"/>
                      </a:lnTo>
                      <a:lnTo>
                        <a:pt x="29" y="222"/>
                      </a:lnTo>
                      <a:lnTo>
                        <a:pt x="0" y="222"/>
                      </a:lnTo>
                      <a:close/>
                      <a:moveTo>
                        <a:pt x="83" y="359"/>
                      </a:moveTo>
                      <a:lnTo>
                        <a:pt x="83" y="330"/>
                      </a:lnTo>
                      <a:lnTo>
                        <a:pt x="57" y="330"/>
                      </a:lnTo>
                      <a:lnTo>
                        <a:pt x="57" y="359"/>
                      </a:lnTo>
                      <a:lnTo>
                        <a:pt x="83" y="359"/>
                      </a:lnTo>
                      <a:close/>
                      <a:moveTo>
                        <a:pt x="83" y="413"/>
                      </a:moveTo>
                      <a:lnTo>
                        <a:pt x="83" y="387"/>
                      </a:lnTo>
                      <a:lnTo>
                        <a:pt x="57" y="387"/>
                      </a:lnTo>
                      <a:lnTo>
                        <a:pt x="57" y="413"/>
                      </a:lnTo>
                      <a:lnTo>
                        <a:pt x="83" y="413"/>
                      </a:lnTo>
                      <a:close/>
                      <a:moveTo>
                        <a:pt x="111" y="222"/>
                      </a:moveTo>
                      <a:lnTo>
                        <a:pt x="111" y="248"/>
                      </a:lnTo>
                      <a:lnTo>
                        <a:pt x="140" y="248"/>
                      </a:lnTo>
                      <a:lnTo>
                        <a:pt x="140" y="222"/>
                      </a:lnTo>
                      <a:lnTo>
                        <a:pt x="111" y="222"/>
                      </a:lnTo>
                      <a:close/>
                      <a:moveTo>
                        <a:pt x="83" y="470"/>
                      </a:moveTo>
                      <a:lnTo>
                        <a:pt x="111" y="470"/>
                      </a:lnTo>
                      <a:lnTo>
                        <a:pt x="111" y="441"/>
                      </a:lnTo>
                      <a:lnTo>
                        <a:pt x="83" y="441"/>
                      </a:lnTo>
                      <a:lnTo>
                        <a:pt x="83" y="470"/>
                      </a:lnTo>
                      <a:close/>
                      <a:moveTo>
                        <a:pt x="29" y="276"/>
                      </a:moveTo>
                      <a:lnTo>
                        <a:pt x="0" y="276"/>
                      </a:lnTo>
                      <a:lnTo>
                        <a:pt x="0" y="330"/>
                      </a:lnTo>
                      <a:lnTo>
                        <a:pt x="57" y="330"/>
                      </a:lnTo>
                      <a:lnTo>
                        <a:pt x="57" y="304"/>
                      </a:lnTo>
                      <a:lnTo>
                        <a:pt x="29" y="304"/>
                      </a:lnTo>
                      <a:lnTo>
                        <a:pt x="29" y="276"/>
                      </a:lnTo>
                      <a:close/>
                      <a:moveTo>
                        <a:pt x="166" y="248"/>
                      </a:moveTo>
                      <a:lnTo>
                        <a:pt x="140" y="248"/>
                      </a:lnTo>
                      <a:lnTo>
                        <a:pt x="140" y="276"/>
                      </a:lnTo>
                      <a:lnTo>
                        <a:pt x="166" y="276"/>
                      </a:lnTo>
                      <a:lnTo>
                        <a:pt x="166" y="248"/>
                      </a:lnTo>
                      <a:close/>
                      <a:moveTo>
                        <a:pt x="388" y="607"/>
                      </a:moveTo>
                      <a:lnTo>
                        <a:pt x="416" y="607"/>
                      </a:lnTo>
                      <a:lnTo>
                        <a:pt x="416" y="581"/>
                      </a:lnTo>
                      <a:lnTo>
                        <a:pt x="388" y="581"/>
                      </a:lnTo>
                      <a:lnTo>
                        <a:pt x="388" y="607"/>
                      </a:lnTo>
                      <a:close/>
                      <a:moveTo>
                        <a:pt x="525" y="387"/>
                      </a:moveTo>
                      <a:lnTo>
                        <a:pt x="525" y="359"/>
                      </a:lnTo>
                      <a:lnTo>
                        <a:pt x="496" y="359"/>
                      </a:lnTo>
                      <a:lnTo>
                        <a:pt x="496" y="387"/>
                      </a:lnTo>
                      <a:lnTo>
                        <a:pt x="525" y="387"/>
                      </a:lnTo>
                      <a:close/>
                      <a:moveTo>
                        <a:pt x="527" y="552"/>
                      </a:moveTo>
                      <a:lnTo>
                        <a:pt x="527" y="581"/>
                      </a:lnTo>
                      <a:lnTo>
                        <a:pt x="553" y="581"/>
                      </a:lnTo>
                      <a:lnTo>
                        <a:pt x="553" y="552"/>
                      </a:lnTo>
                      <a:lnTo>
                        <a:pt x="527" y="552"/>
                      </a:lnTo>
                      <a:close/>
                      <a:moveTo>
                        <a:pt x="553" y="746"/>
                      </a:moveTo>
                      <a:lnTo>
                        <a:pt x="581" y="746"/>
                      </a:lnTo>
                      <a:lnTo>
                        <a:pt x="581" y="718"/>
                      </a:lnTo>
                      <a:lnTo>
                        <a:pt x="553" y="718"/>
                      </a:lnTo>
                      <a:lnTo>
                        <a:pt x="553" y="746"/>
                      </a:lnTo>
                      <a:close/>
                      <a:moveTo>
                        <a:pt x="57" y="496"/>
                      </a:moveTo>
                      <a:lnTo>
                        <a:pt x="83" y="496"/>
                      </a:lnTo>
                      <a:lnTo>
                        <a:pt x="83" y="524"/>
                      </a:lnTo>
                      <a:lnTo>
                        <a:pt x="140" y="524"/>
                      </a:lnTo>
                      <a:lnTo>
                        <a:pt x="140" y="496"/>
                      </a:lnTo>
                      <a:lnTo>
                        <a:pt x="83" y="496"/>
                      </a:lnTo>
                      <a:lnTo>
                        <a:pt x="83" y="470"/>
                      </a:lnTo>
                      <a:lnTo>
                        <a:pt x="57" y="470"/>
                      </a:lnTo>
                      <a:lnTo>
                        <a:pt x="57" y="496"/>
                      </a:lnTo>
                      <a:close/>
                      <a:moveTo>
                        <a:pt x="29" y="524"/>
                      </a:moveTo>
                      <a:lnTo>
                        <a:pt x="57" y="524"/>
                      </a:lnTo>
                      <a:lnTo>
                        <a:pt x="57" y="496"/>
                      </a:lnTo>
                      <a:lnTo>
                        <a:pt x="29" y="496"/>
                      </a:lnTo>
                      <a:lnTo>
                        <a:pt x="29" y="524"/>
                      </a:lnTo>
                      <a:close/>
                      <a:moveTo>
                        <a:pt x="0" y="470"/>
                      </a:moveTo>
                      <a:lnTo>
                        <a:pt x="0" y="496"/>
                      </a:lnTo>
                      <a:lnTo>
                        <a:pt x="29" y="496"/>
                      </a:lnTo>
                      <a:lnTo>
                        <a:pt x="29" y="470"/>
                      </a:lnTo>
                      <a:lnTo>
                        <a:pt x="0" y="470"/>
                      </a:lnTo>
                      <a:close/>
                      <a:moveTo>
                        <a:pt x="333" y="111"/>
                      </a:moveTo>
                      <a:lnTo>
                        <a:pt x="305" y="111"/>
                      </a:lnTo>
                      <a:lnTo>
                        <a:pt x="305" y="139"/>
                      </a:lnTo>
                      <a:lnTo>
                        <a:pt x="333" y="139"/>
                      </a:lnTo>
                      <a:lnTo>
                        <a:pt x="333" y="111"/>
                      </a:lnTo>
                      <a:close/>
                      <a:moveTo>
                        <a:pt x="333" y="746"/>
                      </a:moveTo>
                      <a:lnTo>
                        <a:pt x="359" y="746"/>
                      </a:lnTo>
                      <a:lnTo>
                        <a:pt x="359" y="718"/>
                      </a:lnTo>
                      <a:lnTo>
                        <a:pt x="333" y="718"/>
                      </a:lnTo>
                      <a:lnTo>
                        <a:pt x="333" y="746"/>
                      </a:lnTo>
                      <a:close/>
                      <a:moveTo>
                        <a:pt x="416" y="746"/>
                      </a:moveTo>
                      <a:lnTo>
                        <a:pt x="416" y="718"/>
                      </a:lnTo>
                      <a:lnTo>
                        <a:pt x="388" y="718"/>
                      </a:lnTo>
                      <a:lnTo>
                        <a:pt x="388" y="746"/>
                      </a:lnTo>
                      <a:lnTo>
                        <a:pt x="416" y="746"/>
                      </a:lnTo>
                      <a:close/>
                      <a:moveTo>
                        <a:pt x="222" y="413"/>
                      </a:moveTo>
                      <a:lnTo>
                        <a:pt x="222" y="387"/>
                      </a:lnTo>
                      <a:lnTo>
                        <a:pt x="194" y="387"/>
                      </a:lnTo>
                      <a:lnTo>
                        <a:pt x="194" y="413"/>
                      </a:lnTo>
                      <a:lnTo>
                        <a:pt x="222" y="413"/>
                      </a:lnTo>
                      <a:close/>
                      <a:moveTo>
                        <a:pt x="277" y="635"/>
                      </a:moveTo>
                      <a:lnTo>
                        <a:pt x="305" y="635"/>
                      </a:lnTo>
                      <a:lnTo>
                        <a:pt x="305" y="607"/>
                      </a:lnTo>
                      <a:lnTo>
                        <a:pt x="277" y="607"/>
                      </a:lnTo>
                      <a:lnTo>
                        <a:pt x="277" y="635"/>
                      </a:lnTo>
                      <a:lnTo>
                        <a:pt x="251" y="635"/>
                      </a:lnTo>
                      <a:lnTo>
                        <a:pt x="251" y="663"/>
                      </a:lnTo>
                      <a:lnTo>
                        <a:pt x="222" y="663"/>
                      </a:lnTo>
                      <a:lnTo>
                        <a:pt x="222" y="689"/>
                      </a:lnTo>
                      <a:lnTo>
                        <a:pt x="277" y="689"/>
                      </a:lnTo>
                      <a:lnTo>
                        <a:pt x="277" y="718"/>
                      </a:lnTo>
                      <a:lnTo>
                        <a:pt x="222" y="718"/>
                      </a:lnTo>
                      <a:lnTo>
                        <a:pt x="222" y="746"/>
                      </a:lnTo>
                      <a:lnTo>
                        <a:pt x="305" y="746"/>
                      </a:lnTo>
                      <a:lnTo>
                        <a:pt x="305" y="689"/>
                      </a:lnTo>
                      <a:lnTo>
                        <a:pt x="277" y="689"/>
                      </a:lnTo>
                      <a:lnTo>
                        <a:pt x="277" y="635"/>
                      </a:lnTo>
                      <a:close/>
                      <a:moveTo>
                        <a:pt x="416" y="165"/>
                      </a:moveTo>
                      <a:lnTo>
                        <a:pt x="442" y="165"/>
                      </a:lnTo>
                      <a:lnTo>
                        <a:pt x="442" y="139"/>
                      </a:lnTo>
                      <a:lnTo>
                        <a:pt x="416" y="139"/>
                      </a:lnTo>
                      <a:lnTo>
                        <a:pt x="416" y="165"/>
                      </a:lnTo>
                      <a:close/>
                      <a:moveTo>
                        <a:pt x="359" y="82"/>
                      </a:moveTo>
                      <a:lnTo>
                        <a:pt x="333" y="82"/>
                      </a:lnTo>
                      <a:lnTo>
                        <a:pt x="333" y="111"/>
                      </a:lnTo>
                      <a:lnTo>
                        <a:pt x="359" y="111"/>
                      </a:lnTo>
                      <a:lnTo>
                        <a:pt x="359" y="82"/>
                      </a:lnTo>
                      <a:close/>
                      <a:moveTo>
                        <a:pt x="470" y="139"/>
                      </a:moveTo>
                      <a:lnTo>
                        <a:pt x="470" y="193"/>
                      </a:lnTo>
                      <a:lnTo>
                        <a:pt x="496" y="193"/>
                      </a:lnTo>
                      <a:lnTo>
                        <a:pt x="496" y="165"/>
                      </a:lnTo>
                      <a:lnTo>
                        <a:pt x="525" y="165"/>
                      </a:lnTo>
                      <a:lnTo>
                        <a:pt x="525" y="139"/>
                      </a:lnTo>
                      <a:lnTo>
                        <a:pt x="470" y="139"/>
                      </a:lnTo>
                      <a:lnTo>
                        <a:pt x="470" y="111"/>
                      </a:lnTo>
                      <a:lnTo>
                        <a:pt x="525" y="111"/>
                      </a:lnTo>
                      <a:lnTo>
                        <a:pt x="525" y="82"/>
                      </a:lnTo>
                      <a:lnTo>
                        <a:pt x="499" y="82"/>
                      </a:lnTo>
                      <a:lnTo>
                        <a:pt x="499" y="54"/>
                      </a:lnTo>
                      <a:lnTo>
                        <a:pt x="470" y="54"/>
                      </a:lnTo>
                      <a:lnTo>
                        <a:pt x="470" y="82"/>
                      </a:lnTo>
                      <a:lnTo>
                        <a:pt x="442" y="82"/>
                      </a:lnTo>
                      <a:lnTo>
                        <a:pt x="442" y="139"/>
                      </a:lnTo>
                      <a:lnTo>
                        <a:pt x="470" y="139"/>
                      </a:lnTo>
                      <a:close/>
                      <a:moveTo>
                        <a:pt x="222" y="581"/>
                      </a:moveTo>
                      <a:lnTo>
                        <a:pt x="222" y="635"/>
                      </a:lnTo>
                      <a:lnTo>
                        <a:pt x="251" y="635"/>
                      </a:lnTo>
                      <a:lnTo>
                        <a:pt x="251" y="607"/>
                      </a:lnTo>
                      <a:lnTo>
                        <a:pt x="277" y="607"/>
                      </a:lnTo>
                      <a:lnTo>
                        <a:pt x="277" y="581"/>
                      </a:lnTo>
                      <a:lnTo>
                        <a:pt x="222" y="581"/>
                      </a:lnTo>
                      <a:close/>
                      <a:moveTo>
                        <a:pt x="305" y="524"/>
                      </a:moveTo>
                      <a:lnTo>
                        <a:pt x="277" y="524"/>
                      </a:lnTo>
                      <a:lnTo>
                        <a:pt x="277" y="496"/>
                      </a:lnTo>
                      <a:lnTo>
                        <a:pt x="251" y="496"/>
                      </a:lnTo>
                      <a:lnTo>
                        <a:pt x="251" y="524"/>
                      </a:lnTo>
                      <a:lnTo>
                        <a:pt x="222" y="524"/>
                      </a:lnTo>
                      <a:lnTo>
                        <a:pt x="222" y="552"/>
                      </a:lnTo>
                      <a:lnTo>
                        <a:pt x="277" y="552"/>
                      </a:lnTo>
                      <a:lnTo>
                        <a:pt x="277" y="581"/>
                      </a:lnTo>
                      <a:lnTo>
                        <a:pt x="305" y="581"/>
                      </a:lnTo>
                      <a:lnTo>
                        <a:pt x="305" y="524"/>
                      </a:lnTo>
                      <a:close/>
                      <a:moveTo>
                        <a:pt x="747" y="304"/>
                      </a:moveTo>
                      <a:lnTo>
                        <a:pt x="747" y="276"/>
                      </a:lnTo>
                      <a:lnTo>
                        <a:pt x="718" y="276"/>
                      </a:lnTo>
                      <a:lnTo>
                        <a:pt x="718" y="304"/>
                      </a:lnTo>
                      <a:lnTo>
                        <a:pt x="747" y="304"/>
                      </a:lnTo>
                      <a:close/>
                      <a:moveTo>
                        <a:pt x="692" y="276"/>
                      </a:moveTo>
                      <a:lnTo>
                        <a:pt x="718" y="276"/>
                      </a:lnTo>
                      <a:lnTo>
                        <a:pt x="718" y="248"/>
                      </a:lnTo>
                      <a:lnTo>
                        <a:pt x="692" y="248"/>
                      </a:lnTo>
                      <a:lnTo>
                        <a:pt x="692" y="276"/>
                      </a:lnTo>
                      <a:close/>
                      <a:moveTo>
                        <a:pt x="718" y="248"/>
                      </a:moveTo>
                      <a:lnTo>
                        <a:pt x="747" y="248"/>
                      </a:lnTo>
                      <a:lnTo>
                        <a:pt x="747" y="222"/>
                      </a:lnTo>
                      <a:lnTo>
                        <a:pt x="718" y="222"/>
                      </a:lnTo>
                      <a:lnTo>
                        <a:pt x="718" y="248"/>
                      </a:lnTo>
                      <a:close/>
                      <a:moveTo>
                        <a:pt x="251" y="248"/>
                      </a:moveTo>
                      <a:lnTo>
                        <a:pt x="277" y="248"/>
                      </a:lnTo>
                      <a:lnTo>
                        <a:pt x="277" y="222"/>
                      </a:lnTo>
                      <a:lnTo>
                        <a:pt x="251" y="222"/>
                      </a:lnTo>
                      <a:lnTo>
                        <a:pt x="251" y="139"/>
                      </a:lnTo>
                      <a:lnTo>
                        <a:pt x="277" y="139"/>
                      </a:lnTo>
                      <a:lnTo>
                        <a:pt x="277" y="222"/>
                      </a:lnTo>
                      <a:lnTo>
                        <a:pt x="305" y="222"/>
                      </a:lnTo>
                      <a:lnTo>
                        <a:pt x="305" y="193"/>
                      </a:lnTo>
                      <a:lnTo>
                        <a:pt x="388" y="193"/>
                      </a:lnTo>
                      <a:lnTo>
                        <a:pt x="388" y="248"/>
                      </a:lnTo>
                      <a:lnTo>
                        <a:pt x="416" y="248"/>
                      </a:lnTo>
                      <a:lnTo>
                        <a:pt x="416" y="165"/>
                      </a:lnTo>
                      <a:lnTo>
                        <a:pt x="388" y="165"/>
                      </a:lnTo>
                      <a:lnTo>
                        <a:pt x="388" y="111"/>
                      </a:lnTo>
                      <a:lnTo>
                        <a:pt x="359" y="111"/>
                      </a:lnTo>
                      <a:lnTo>
                        <a:pt x="359" y="139"/>
                      </a:lnTo>
                      <a:lnTo>
                        <a:pt x="333" y="139"/>
                      </a:lnTo>
                      <a:lnTo>
                        <a:pt x="333" y="165"/>
                      </a:lnTo>
                      <a:lnTo>
                        <a:pt x="305" y="165"/>
                      </a:lnTo>
                      <a:lnTo>
                        <a:pt x="305" y="139"/>
                      </a:lnTo>
                      <a:lnTo>
                        <a:pt x="277" y="139"/>
                      </a:lnTo>
                      <a:lnTo>
                        <a:pt x="277" y="111"/>
                      </a:lnTo>
                      <a:lnTo>
                        <a:pt x="222" y="111"/>
                      </a:lnTo>
                      <a:lnTo>
                        <a:pt x="222" y="248"/>
                      </a:lnTo>
                      <a:lnTo>
                        <a:pt x="194" y="248"/>
                      </a:lnTo>
                      <a:lnTo>
                        <a:pt x="194" y="276"/>
                      </a:lnTo>
                      <a:lnTo>
                        <a:pt x="251" y="276"/>
                      </a:lnTo>
                      <a:lnTo>
                        <a:pt x="251" y="248"/>
                      </a:lnTo>
                      <a:close/>
                      <a:moveTo>
                        <a:pt x="305" y="276"/>
                      </a:moveTo>
                      <a:lnTo>
                        <a:pt x="305" y="248"/>
                      </a:lnTo>
                      <a:lnTo>
                        <a:pt x="277" y="248"/>
                      </a:lnTo>
                      <a:lnTo>
                        <a:pt x="277" y="276"/>
                      </a:lnTo>
                      <a:lnTo>
                        <a:pt x="305" y="276"/>
                      </a:lnTo>
                      <a:close/>
                      <a:moveTo>
                        <a:pt x="747" y="441"/>
                      </a:moveTo>
                      <a:lnTo>
                        <a:pt x="747" y="413"/>
                      </a:lnTo>
                      <a:lnTo>
                        <a:pt x="718" y="413"/>
                      </a:lnTo>
                      <a:lnTo>
                        <a:pt x="718" y="441"/>
                      </a:lnTo>
                      <a:lnTo>
                        <a:pt x="747" y="441"/>
                      </a:lnTo>
                      <a:close/>
                      <a:moveTo>
                        <a:pt x="664" y="359"/>
                      </a:moveTo>
                      <a:lnTo>
                        <a:pt x="718" y="359"/>
                      </a:lnTo>
                      <a:lnTo>
                        <a:pt x="718" y="387"/>
                      </a:lnTo>
                      <a:lnTo>
                        <a:pt x="747" y="387"/>
                      </a:lnTo>
                      <a:lnTo>
                        <a:pt x="747" y="330"/>
                      </a:lnTo>
                      <a:lnTo>
                        <a:pt x="664" y="330"/>
                      </a:lnTo>
                      <a:lnTo>
                        <a:pt x="664" y="359"/>
                      </a:lnTo>
                      <a:close/>
                      <a:moveTo>
                        <a:pt x="0" y="441"/>
                      </a:moveTo>
                      <a:lnTo>
                        <a:pt x="57" y="441"/>
                      </a:lnTo>
                      <a:lnTo>
                        <a:pt x="57" y="413"/>
                      </a:lnTo>
                      <a:lnTo>
                        <a:pt x="29" y="413"/>
                      </a:lnTo>
                      <a:lnTo>
                        <a:pt x="29" y="387"/>
                      </a:lnTo>
                      <a:lnTo>
                        <a:pt x="57" y="387"/>
                      </a:lnTo>
                      <a:lnTo>
                        <a:pt x="57" y="359"/>
                      </a:lnTo>
                      <a:lnTo>
                        <a:pt x="0" y="359"/>
                      </a:lnTo>
                      <a:lnTo>
                        <a:pt x="0" y="441"/>
                      </a:lnTo>
                      <a:close/>
                      <a:moveTo>
                        <a:pt x="222" y="82"/>
                      </a:moveTo>
                      <a:lnTo>
                        <a:pt x="251" y="82"/>
                      </a:lnTo>
                      <a:lnTo>
                        <a:pt x="251" y="54"/>
                      </a:lnTo>
                      <a:lnTo>
                        <a:pt x="222" y="54"/>
                      </a:lnTo>
                      <a:lnTo>
                        <a:pt x="222" y="82"/>
                      </a:lnTo>
                      <a:close/>
                      <a:moveTo>
                        <a:pt x="305" y="28"/>
                      </a:moveTo>
                      <a:lnTo>
                        <a:pt x="305" y="54"/>
                      </a:lnTo>
                      <a:lnTo>
                        <a:pt x="277" y="54"/>
                      </a:lnTo>
                      <a:lnTo>
                        <a:pt x="277" y="82"/>
                      </a:lnTo>
                      <a:lnTo>
                        <a:pt x="333" y="82"/>
                      </a:lnTo>
                      <a:lnTo>
                        <a:pt x="333" y="28"/>
                      </a:lnTo>
                      <a:lnTo>
                        <a:pt x="305" y="28"/>
                      </a:lnTo>
                      <a:close/>
                      <a:moveTo>
                        <a:pt x="359" y="0"/>
                      </a:moveTo>
                      <a:lnTo>
                        <a:pt x="333" y="0"/>
                      </a:lnTo>
                      <a:lnTo>
                        <a:pt x="333" y="28"/>
                      </a:lnTo>
                      <a:lnTo>
                        <a:pt x="359" y="28"/>
                      </a:lnTo>
                      <a:lnTo>
                        <a:pt x="359" y="0"/>
                      </a:lnTo>
                      <a:close/>
                      <a:moveTo>
                        <a:pt x="416" y="0"/>
                      </a:moveTo>
                      <a:lnTo>
                        <a:pt x="388" y="0"/>
                      </a:lnTo>
                      <a:lnTo>
                        <a:pt x="388" y="28"/>
                      </a:lnTo>
                      <a:lnTo>
                        <a:pt x="416" y="28"/>
                      </a:lnTo>
                      <a:lnTo>
                        <a:pt x="416" y="0"/>
                      </a:lnTo>
                      <a:close/>
                      <a:moveTo>
                        <a:pt x="305" y="28"/>
                      </a:moveTo>
                      <a:lnTo>
                        <a:pt x="305" y="0"/>
                      </a:lnTo>
                      <a:lnTo>
                        <a:pt x="222" y="0"/>
                      </a:lnTo>
                      <a:lnTo>
                        <a:pt x="222" y="28"/>
                      </a:lnTo>
                      <a:lnTo>
                        <a:pt x="251" y="28"/>
                      </a:lnTo>
                      <a:lnTo>
                        <a:pt x="251" y="54"/>
                      </a:lnTo>
                      <a:lnTo>
                        <a:pt x="277" y="54"/>
                      </a:lnTo>
                      <a:lnTo>
                        <a:pt x="277" y="28"/>
                      </a:lnTo>
                      <a:lnTo>
                        <a:pt x="305" y="28"/>
                      </a:lnTo>
                      <a:close/>
                      <a:moveTo>
                        <a:pt x="470" y="0"/>
                      </a:moveTo>
                      <a:lnTo>
                        <a:pt x="470" y="28"/>
                      </a:lnTo>
                      <a:lnTo>
                        <a:pt x="499" y="28"/>
                      </a:lnTo>
                      <a:lnTo>
                        <a:pt x="499" y="0"/>
                      </a:lnTo>
                      <a:lnTo>
                        <a:pt x="470" y="0"/>
                      </a:lnTo>
                      <a:close/>
                      <a:moveTo>
                        <a:pt x="525" y="28"/>
                      </a:moveTo>
                      <a:lnTo>
                        <a:pt x="499" y="28"/>
                      </a:lnTo>
                      <a:lnTo>
                        <a:pt x="499" y="54"/>
                      </a:lnTo>
                      <a:lnTo>
                        <a:pt x="525" y="54"/>
                      </a:lnTo>
                      <a:lnTo>
                        <a:pt x="525" y="28"/>
                      </a:lnTo>
                      <a:close/>
                      <a:moveTo>
                        <a:pt x="388" y="82"/>
                      </a:moveTo>
                      <a:lnTo>
                        <a:pt x="388" y="111"/>
                      </a:lnTo>
                      <a:lnTo>
                        <a:pt x="416" y="111"/>
                      </a:lnTo>
                      <a:lnTo>
                        <a:pt x="416" y="82"/>
                      </a:lnTo>
                      <a:lnTo>
                        <a:pt x="442" y="82"/>
                      </a:lnTo>
                      <a:lnTo>
                        <a:pt x="442" y="28"/>
                      </a:lnTo>
                      <a:lnTo>
                        <a:pt x="416" y="28"/>
                      </a:lnTo>
                      <a:lnTo>
                        <a:pt x="416" y="54"/>
                      </a:lnTo>
                      <a:lnTo>
                        <a:pt x="388" y="54"/>
                      </a:lnTo>
                      <a:lnTo>
                        <a:pt x="388" y="28"/>
                      </a:lnTo>
                      <a:lnTo>
                        <a:pt x="359" y="28"/>
                      </a:lnTo>
                      <a:lnTo>
                        <a:pt x="359" y="82"/>
                      </a:lnTo>
                      <a:lnTo>
                        <a:pt x="388" y="82"/>
                      </a:lnTo>
                      <a:close/>
                      <a:moveTo>
                        <a:pt x="251" y="496"/>
                      </a:moveTo>
                      <a:lnTo>
                        <a:pt x="251" y="470"/>
                      </a:lnTo>
                      <a:lnTo>
                        <a:pt x="277" y="470"/>
                      </a:lnTo>
                      <a:lnTo>
                        <a:pt x="277" y="496"/>
                      </a:lnTo>
                      <a:lnTo>
                        <a:pt x="305" y="496"/>
                      </a:lnTo>
                      <a:lnTo>
                        <a:pt x="305" y="387"/>
                      </a:lnTo>
                      <a:lnTo>
                        <a:pt x="359" y="387"/>
                      </a:lnTo>
                      <a:lnTo>
                        <a:pt x="359" y="441"/>
                      </a:lnTo>
                      <a:lnTo>
                        <a:pt x="333" y="441"/>
                      </a:lnTo>
                      <a:lnTo>
                        <a:pt x="333" y="496"/>
                      </a:lnTo>
                      <a:lnTo>
                        <a:pt x="359" y="496"/>
                      </a:lnTo>
                      <a:lnTo>
                        <a:pt x="359" y="441"/>
                      </a:lnTo>
                      <a:lnTo>
                        <a:pt x="388" y="441"/>
                      </a:lnTo>
                      <a:lnTo>
                        <a:pt x="388" y="387"/>
                      </a:lnTo>
                      <a:lnTo>
                        <a:pt x="416" y="387"/>
                      </a:lnTo>
                      <a:lnTo>
                        <a:pt x="416" y="330"/>
                      </a:lnTo>
                      <a:lnTo>
                        <a:pt x="388" y="330"/>
                      </a:lnTo>
                      <a:lnTo>
                        <a:pt x="388" y="359"/>
                      </a:lnTo>
                      <a:lnTo>
                        <a:pt x="359" y="359"/>
                      </a:lnTo>
                      <a:lnTo>
                        <a:pt x="359" y="304"/>
                      </a:lnTo>
                      <a:lnTo>
                        <a:pt x="333" y="304"/>
                      </a:lnTo>
                      <a:lnTo>
                        <a:pt x="333" y="359"/>
                      </a:lnTo>
                      <a:lnTo>
                        <a:pt x="277" y="359"/>
                      </a:lnTo>
                      <a:lnTo>
                        <a:pt x="277" y="276"/>
                      </a:lnTo>
                      <a:lnTo>
                        <a:pt x="251" y="276"/>
                      </a:lnTo>
                      <a:lnTo>
                        <a:pt x="251" y="304"/>
                      </a:lnTo>
                      <a:lnTo>
                        <a:pt x="194" y="304"/>
                      </a:lnTo>
                      <a:lnTo>
                        <a:pt x="194" y="276"/>
                      </a:lnTo>
                      <a:lnTo>
                        <a:pt x="166" y="276"/>
                      </a:lnTo>
                      <a:lnTo>
                        <a:pt x="166" y="304"/>
                      </a:lnTo>
                      <a:lnTo>
                        <a:pt x="140" y="304"/>
                      </a:lnTo>
                      <a:lnTo>
                        <a:pt x="140" y="276"/>
                      </a:lnTo>
                      <a:lnTo>
                        <a:pt x="83" y="276"/>
                      </a:lnTo>
                      <a:lnTo>
                        <a:pt x="83" y="222"/>
                      </a:lnTo>
                      <a:lnTo>
                        <a:pt x="57" y="222"/>
                      </a:lnTo>
                      <a:lnTo>
                        <a:pt x="57" y="248"/>
                      </a:lnTo>
                      <a:lnTo>
                        <a:pt x="29" y="248"/>
                      </a:lnTo>
                      <a:lnTo>
                        <a:pt x="29" y="276"/>
                      </a:lnTo>
                      <a:lnTo>
                        <a:pt x="57" y="276"/>
                      </a:lnTo>
                      <a:lnTo>
                        <a:pt x="57" y="304"/>
                      </a:lnTo>
                      <a:lnTo>
                        <a:pt x="111" y="304"/>
                      </a:lnTo>
                      <a:lnTo>
                        <a:pt x="111" y="359"/>
                      </a:lnTo>
                      <a:lnTo>
                        <a:pt x="140" y="359"/>
                      </a:lnTo>
                      <a:lnTo>
                        <a:pt x="140" y="413"/>
                      </a:lnTo>
                      <a:lnTo>
                        <a:pt x="111" y="413"/>
                      </a:lnTo>
                      <a:lnTo>
                        <a:pt x="111" y="441"/>
                      </a:lnTo>
                      <a:lnTo>
                        <a:pt x="140" y="441"/>
                      </a:lnTo>
                      <a:lnTo>
                        <a:pt x="140" y="470"/>
                      </a:lnTo>
                      <a:lnTo>
                        <a:pt x="166" y="470"/>
                      </a:lnTo>
                      <a:lnTo>
                        <a:pt x="166" y="387"/>
                      </a:lnTo>
                      <a:lnTo>
                        <a:pt x="194" y="387"/>
                      </a:lnTo>
                      <a:lnTo>
                        <a:pt x="194" y="359"/>
                      </a:lnTo>
                      <a:lnTo>
                        <a:pt x="166" y="359"/>
                      </a:lnTo>
                      <a:lnTo>
                        <a:pt x="166" y="330"/>
                      </a:lnTo>
                      <a:lnTo>
                        <a:pt x="251" y="330"/>
                      </a:lnTo>
                      <a:lnTo>
                        <a:pt x="251" y="359"/>
                      </a:lnTo>
                      <a:lnTo>
                        <a:pt x="222" y="359"/>
                      </a:lnTo>
                      <a:lnTo>
                        <a:pt x="222" y="387"/>
                      </a:lnTo>
                      <a:lnTo>
                        <a:pt x="251" y="387"/>
                      </a:lnTo>
                      <a:lnTo>
                        <a:pt x="251" y="413"/>
                      </a:lnTo>
                      <a:lnTo>
                        <a:pt x="222" y="413"/>
                      </a:lnTo>
                      <a:lnTo>
                        <a:pt x="222" y="441"/>
                      </a:lnTo>
                      <a:lnTo>
                        <a:pt x="194" y="441"/>
                      </a:lnTo>
                      <a:lnTo>
                        <a:pt x="194" y="470"/>
                      </a:lnTo>
                      <a:lnTo>
                        <a:pt x="166" y="470"/>
                      </a:lnTo>
                      <a:lnTo>
                        <a:pt x="166" y="496"/>
                      </a:lnTo>
                      <a:lnTo>
                        <a:pt x="194" y="496"/>
                      </a:lnTo>
                      <a:lnTo>
                        <a:pt x="194" y="524"/>
                      </a:lnTo>
                      <a:lnTo>
                        <a:pt x="222" y="524"/>
                      </a:lnTo>
                      <a:lnTo>
                        <a:pt x="222" y="496"/>
                      </a:lnTo>
                      <a:lnTo>
                        <a:pt x="251" y="496"/>
                      </a:lnTo>
                      <a:close/>
                      <a:moveTo>
                        <a:pt x="305" y="524"/>
                      </a:moveTo>
                      <a:lnTo>
                        <a:pt x="333" y="524"/>
                      </a:lnTo>
                      <a:lnTo>
                        <a:pt x="333" y="496"/>
                      </a:lnTo>
                      <a:lnTo>
                        <a:pt x="305" y="496"/>
                      </a:lnTo>
                      <a:lnTo>
                        <a:pt x="305" y="524"/>
                      </a:lnTo>
                      <a:close/>
                      <a:moveTo>
                        <a:pt x="581" y="359"/>
                      </a:moveTo>
                      <a:lnTo>
                        <a:pt x="581" y="330"/>
                      </a:lnTo>
                      <a:lnTo>
                        <a:pt x="525" y="330"/>
                      </a:lnTo>
                      <a:lnTo>
                        <a:pt x="525" y="359"/>
                      </a:lnTo>
                      <a:lnTo>
                        <a:pt x="581" y="359"/>
                      </a:lnTo>
                      <a:close/>
                      <a:moveTo>
                        <a:pt x="499" y="330"/>
                      </a:moveTo>
                      <a:lnTo>
                        <a:pt x="525" y="330"/>
                      </a:lnTo>
                      <a:lnTo>
                        <a:pt x="525" y="304"/>
                      </a:lnTo>
                      <a:lnTo>
                        <a:pt x="499" y="304"/>
                      </a:lnTo>
                      <a:lnTo>
                        <a:pt x="499" y="330"/>
                      </a:lnTo>
                      <a:close/>
                      <a:moveTo>
                        <a:pt x="525" y="248"/>
                      </a:moveTo>
                      <a:lnTo>
                        <a:pt x="553" y="248"/>
                      </a:lnTo>
                      <a:lnTo>
                        <a:pt x="553" y="276"/>
                      </a:lnTo>
                      <a:lnTo>
                        <a:pt x="525" y="276"/>
                      </a:lnTo>
                      <a:lnTo>
                        <a:pt x="525" y="304"/>
                      </a:lnTo>
                      <a:lnTo>
                        <a:pt x="607" y="304"/>
                      </a:lnTo>
                      <a:lnTo>
                        <a:pt x="607" y="222"/>
                      </a:lnTo>
                      <a:lnTo>
                        <a:pt x="442" y="222"/>
                      </a:lnTo>
                      <a:lnTo>
                        <a:pt x="442" y="248"/>
                      </a:lnTo>
                      <a:lnTo>
                        <a:pt x="499" y="248"/>
                      </a:lnTo>
                      <a:lnTo>
                        <a:pt x="499" y="276"/>
                      </a:lnTo>
                      <a:lnTo>
                        <a:pt x="525" y="276"/>
                      </a:lnTo>
                      <a:lnTo>
                        <a:pt x="525" y="248"/>
                      </a:lnTo>
                      <a:close/>
                      <a:moveTo>
                        <a:pt x="388" y="276"/>
                      </a:moveTo>
                      <a:lnTo>
                        <a:pt x="359" y="276"/>
                      </a:lnTo>
                      <a:lnTo>
                        <a:pt x="359" y="304"/>
                      </a:lnTo>
                      <a:lnTo>
                        <a:pt x="388" y="304"/>
                      </a:lnTo>
                      <a:lnTo>
                        <a:pt x="388" y="276"/>
                      </a:lnTo>
                      <a:close/>
                      <a:moveTo>
                        <a:pt x="607" y="359"/>
                      </a:moveTo>
                      <a:lnTo>
                        <a:pt x="636" y="359"/>
                      </a:lnTo>
                      <a:lnTo>
                        <a:pt x="636" y="330"/>
                      </a:lnTo>
                      <a:lnTo>
                        <a:pt x="607" y="330"/>
                      </a:lnTo>
                      <a:lnTo>
                        <a:pt x="607" y="359"/>
                      </a:lnTo>
                      <a:close/>
                      <a:moveTo>
                        <a:pt x="718" y="746"/>
                      </a:moveTo>
                      <a:lnTo>
                        <a:pt x="747" y="746"/>
                      </a:lnTo>
                      <a:lnTo>
                        <a:pt x="747" y="718"/>
                      </a:lnTo>
                      <a:lnTo>
                        <a:pt x="718" y="718"/>
                      </a:lnTo>
                      <a:lnTo>
                        <a:pt x="718" y="746"/>
                      </a:lnTo>
                      <a:close/>
                      <a:moveTo>
                        <a:pt x="333" y="304"/>
                      </a:moveTo>
                      <a:lnTo>
                        <a:pt x="333" y="276"/>
                      </a:lnTo>
                      <a:lnTo>
                        <a:pt x="305" y="276"/>
                      </a:lnTo>
                      <a:lnTo>
                        <a:pt x="305" y="304"/>
                      </a:lnTo>
                      <a:lnTo>
                        <a:pt x="333" y="304"/>
                      </a:lnTo>
                      <a:close/>
                      <a:moveTo>
                        <a:pt x="664" y="222"/>
                      </a:moveTo>
                      <a:lnTo>
                        <a:pt x="636" y="222"/>
                      </a:lnTo>
                      <a:lnTo>
                        <a:pt x="636" y="304"/>
                      </a:lnTo>
                      <a:lnTo>
                        <a:pt x="692" y="304"/>
                      </a:lnTo>
                      <a:lnTo>
                        <a:pt x="692" y="276"/>
                      </a:lnTo>
                      <a:lnTo>
                        <a:pt x="664" y="276"/>
                      </a:lnTo>
                      <a:lnTo>
                        <a:pt x="664" y="222"/>
                      </a:lnTo>
                      <a:close/>
                      <a:moveTo>
                        <a:pt x="442" y="387"/>
                      </a:moveTo>
                      <a:lnTo>
                        <a:pt x="416" y="387"/>
                      </a:lnTo>
                      <a:lnTo>
                        <a:pt x="416" y="413"/>
                      </a:lnTo>
                      <a:lnTo>
                        <a:pt x="442" y="413"/>
                      </a:lnTo>
                      <a:lnTo>
                        <a:pt x="442" y="387"/>
                      </a:lnTo>
                      <a:lnTo>
                        <a:pt x="470" y="387"/>
                      </a:lnTo>
                      <a:lnTo>
                        <a:pt x="470" y="359"/>
                      </a:lnTo>
                      <a:lnTo>
                        <a:pt x="496" y="359"/>
                      </a:lnTo>
                      <a:lnTo>
                        <a:pt x="496" y="330"/>
                      </a:lnTo>
                      <a:lnTo>
                        <a:pt x="442" y="330"/>
                      </a:lnTo>
                      <a:lnTo>
                        <a:pt x="442" y="304"/>
                      </a:lnTo>
                      <a:lnTo>
                        <a:pt x="499" y="304"/>
                      </a:lnTo>
                      <a:lnTo>
                        <a:pt x="499" y="276"/>
                      </a:lnTo>
                      <a:lnTo>
                        <a:pt x="416" y="276"/>
                      </a:lnTo>
                      <a:lnTo>
                        <a:pt x="416" y="330"/>
                      </a:lnTo>
                      <a:lnTo>
                        <a:pt x="442" y="330"/>
                      </a:lnTo>
                      <a:lnTo>
                        <a:pt x="442" y="387"/>
                      </a:lnTo>
                      <a:close/>
                      <a:moveTo>
                        <a:pt x="581" y="441"/>
                      </a:moveTo>
                      <a:lnTo>
                        <a:pt x="581" y="413"/>
                      </a:lnTo>
                      <a:lnTo>
                        <a:pt x="607" y="413"/>
                      </a:lnTo>
                      <a:lnTo>
                        <a:pt x="607" y="441"/>
                      </a:lnTo>
                      <a:lnTo>
                        <a:pt x="636" y="441"/>
                      </a:lnTo>
                      <a:lnTo>
                        <a:pt x="636" y="387"/>
                      </a:lnTo>
                      <a:lnTo>
                        <a:pt x="553" y="387"/>
                      </a:lnTo>
                      <a:lnTo>
                        <a:pt x="553" y="413"/>
                      </a:lnTo>
                      <a:lnTo>
                        <a:pt x="442" y="413"/>
                      </a:lnTo>
                      <a:lnTo>
                        <a:pt x="442" y="441"/>
                      </a:lnTo>
                      <a:lnTo>
                        <a:pt x="581" y="441"/>
                      </a:lnTo>
                      <a:close/>
                      <a:moveTo>
                        <a:pt x="416" y="496"/>
                      </a:moveTo>
                      <a:lnTo>
                        <a:pt x="442" y="496"/>
                      </a:lnTo>
                      <a:lnTo>
                        <a:pt x="442" y="524"/>
                      </a:lnTo>
                      <a:lnTo>
                        <a:pt x="470" y="524"/>
                      </a:lnTo>
                      <a:lnTo>
                        <a:pt x="470" y="496"/>
                      </a:lnTo>
                      <a:lnTo>
                        <a:pt x="499" y="496"/>
                      </a:lnTo>
                      <a:lnTo>
                        <a:pt x="499" y="470"/>
                      </a:lnTo>
                      <a:lnTo>
                        <a:pt x="442" y="470"/>
                      </a:lnTo>
                      <a:lnTo>
                        <a:pt x="442" y="441"/>
                      </a:lnTo>
                      <a:lnTo>
                        <a:pt x="416" y="441"/>
                      </a:lnTo>
                      <a:lnTo>
                        <a:pt x="416" y="496"/>
                      </a:lnTo>
                      <a:close/>
                      <a:moveTo>
                        <a:pt x="388" y="524"/>
                      </a:moveTo>
                      <a:lnTo>
                        <a:pt x="359" y="524"/>
                      </a:lnTo>
                      <a:lnTo>
                        <a:pt x="359" y="581"/>
                      </a:lnTo>
                      <a:lnTo>
                        <a:pt x="388" y="581"/>
                      </a:lnTo>
                      <a:lnTo>
                        <a:pt x="388" y="524"/>
                      </a:lnTo>
                      <a:close/>
                      <a:moveTo>
                        <a:pt x="416" y="496"/>
                      </a:moveTo>
                      <a:lnTo>
                        <a:pt x="388" y="496"/>
                      </a:lnTo>
                      <a:lnTo>
                        <a:pt x="388" y="524"/>
                      </a:lnTo>
                      <a:lnTo>
                        <a:pt x="416" y="524"/>
                      </a:lnTo>
                      <a:lnTo>
                        <a:pt x="416" y="496"/>
                      </a:lnTo>
                      <a:close/>
                      <a:moveTo>
                        <a:pt x="442" y="552"/>
                      </a:moveTo>
                      <a:lnTo>
                        <a:pt x="442" y="524"/>
                      </a:lnTo>
                      <a:lnTo>
                        <a:pt x="416" y="524"/>
                      </a:lnTo>
                      <a:lnTo>
                        <a:pt x="416" y="581"/>
                      </a:lnTo>
                      <a:lnTo>
                        <a:pt x="499" y="581"/>
                      </a:lnTo>
                      <a:lnTo>
                        <a:pt x="499" y="524"/>
                      </a:lnTo>
                      <a:lnTo>
                        <a:pt x="470" y="524"/>
                      </a:lnTo>
                      <a:lnTo>
                        <a:pt x="470" y="552"/>
                      </a:lnTo>
                      <a:lnTo>
                        <a:pt x="442" y="552"/>
                      </a:lnTo>
                      <a:close/>
                      <a:moveTo>
                        <a:pt x="692" y="470"/>
                      </a:moveTo>
                      <a:lnTo>
                        <a:pt x="718" y="470"/>
                      </a:lnTo>
                      <a:lnTo>
                        <a:pt x="718" y="441"/>
                      </a:lnTo>
                      <a:lnTo>
                        <a:pt x="692" y="441"/>
                      </a:lnTo>
                      <a:lnTo>
                        <a:pt x="692" y="470"/>
                      </a:lnTo>
                      <a:close/>
                      <a:moveTo>
                        <a:pt x="664" y="496"/>
                      </a:moveTo>
                      <a:lnTo>
                        <a:pt x="692" y="496"/>
                      </a:lnTo>
                      <a:lnTo>
                        <a:pt x="692" y="470"/>
                      </a:lnTo>
                      <a:lnTo>
                        <a:pt x="664" y="470"/>
                      </a:lnTo>
                      <a:lnTo>
                        <a:pt x="664" y="496"/>
                      </a:lnTo>
                      <a:close/>
                      <a:moveTo>
                        <a:pt x="747" y="552"/>
                      </a:moveTo>
                      <a:lnTo>
                        <a:pt x="747" y="470"/>
                      </a:lnTo>
                      <a:lnTo>
                        <a:pt x="718" y="470"/>
                      </a:lnTo>
                      <a:lnTo>
                        <a:pt x="718" y="552"/>
                      </a:lnTo>
                      <a:lnTo>
                        <a:pt x="747" y="552"/>
                      </a:lnTo>
                      <a:close/>
                      <a:moveTo>
                        <a:pt x="553" y="663"/>
                      </a:moveTo>
                      <a:lnTo>
                        <a:pt x="553" y="635"/>
                      </a:lnTo>
                      <a:lnTo>
                        <a:pt x="525" y="635"/>
                      </a:lnTo>
                      <a:lnTo>
                        <a:pt x="525" y="663"/>
                      </a:lnTo>
                      <a:lnTo>
                        <a:pt x="553" y="663"/>
                      </a:lnTo>
                      <a:close/>
                      <a:moveTo>
                        <a:pt x="525" y="689"/>
                      </a:moveTo>
                      <a:lnTo>
                        <a:pt x="525" y="718"/>
                      </a:lnTo>
                      <a:lnTo>
                        <a:pt x="553" y="718"/>
                      </a:lnTo>
                      <a:lnTo>
                        <a:pt x="553" y="689"/>
                      </a:lnTo>
                      <a:lnTo>
                        <a:pt x="525" y="689"/>
                      </a:lnTo>
                      <a:close/>
                      <a:moveTo>
                        <a:pt x="499" y="689"/>
                      </a:moveTo>
                      <a:lnTo>
                        <a:pt x="525" y="689"/>
                      </a:lnTo>
                      <a:lnTo>
                        <a:pt x="525" y="663"/>
                      </a:lnTo>
                      <a:lnTo>
                        <a:pt x="470" y="663"/>
                      </a:lnTo>
                      <a:lnTo>
                        <a:pt x="470" y="635"/>
                      </a:lnTo>
                      <a:lnTo>
                        <a:pt x="525" y="635"/>
                      </a:lnTo>
                      <a:lnTo>
                        <a:pt x="525" y="607"/>
                      </a:lnTo>
                      <a:lnTo>
                        <a:pt x="470" y="607"/>
                      </a:lnTo>
                      <a:lnTo>
                        <a:pt x="470" y="635"/>
                      </a:lnTo>
                      <a:lnTo>
                        <a:pt x="442" y="635"/>
                      </a:lnTo>
                      <a:lnTo>
                        <a:pt x="442" y="607"/>
                      </a:lnTo>
                      <a:lnTo>
                        <a:pt x="416" y="607"/>
                      </a:lnTo>
                      <a:lnTo>
                        <a:pt x="416" y="635"/>
                      </a:lnTo>
                      <a:lnTo>
                        <a:pt x="359" y="635"/>
                      </a:lnTo>
                      <a:lnTo>
                        <a:pt x="359" y="581"/>
                      </a:lnTo>
                      <a:lnTo>
                        <a:pt x="333" y="581"/>
                      </a:lnTo>
                      <a:lnTo>
                        <a:pt x="333" y="635"/>
                      </a:lnTo>
                      <a:lnTo>
                        <a:pt x="305" y="635"/>
                      </a:lnTo>
                      <a:lnTo>
                        <a:pt x="305" y="689"/>
                      </a:lnTo>
                      <a:lnTo>
                        <a:pt x="333" y="689"/>
                      </a:lnTo>
                      <a:lnTo>
                        <a:pt x="333" y="663"/>
                      </a:lnTo>
                      <a:lnTo>
                        <a:pt x="359" y="663"/>
                      </a:lnTo>
                      <a:lnTo>
                        <a:pt x="359" y="718"/>
                      </a:lnTo>
                      <a:lnTo>
                        <a:pt x="388" y="718"/>
                      </a:lnTo>
                      <a:lnTo>
                        <a:pt x="388" y="663"/>
                      </a:lnTo>
                      <a:lnTo>
                        <a:pt x="442" y="663"/>
                      </a:lnTo>
                      <a:lnTo>
                        <a:pt x="442" y="746"/>
                      </a:lnTo>
                      <a:lnTo>
                        <a:pt x="525" y="746"/>
                      </a:lnTo>
                      <a:lnTo>
                        <a:pt x="525" y="718"/>
                      </a:lnTo>
                      <a:lnTo>
                        <a:pt x="499" y="718"/>
                      </a:lnTo>
                      <a:lnTo>
                        <a:pt x="499" y="689"/>
                      </a:lnTo>
                      <a:close/>
                      <a:moveTo>
                        <a:pt x="664" y="635"/>
                      </a:moveTo>
                      <a:lnTo>
                        <a:pt x="664" y="607"/>
                      </a:lnTo>
                      <a:lnTo>
                        <a:pt x="692" y="607"/>
                      </a:lnTo>
                      <a:lnTo>
                        <a:pt x="692" y="663"/>
                      </a:lnTo>
                      <a:lnTo>
                        <a:pt x="718" y="663"/>
                      </a:lnTo>
                      <a:lnTo>
                        <a:pt x="718" y="689"/>
                      </a:lnTo>
                      <a:lnTo>
                        <a:pt x="747" y="689"/>
                      </a:lnTo>
                      <a:lnTo>
                        <a:pt x="747" y="635"/>
                      </a:lnTo>
                      <a:lnTo>
                        <a:pt x="718" y="635"/>
                      </a:lnTo>
                      <a:lnTo>
                        <a:pt x="718" y="607"/>
                      </a:lnTo>
                      <a:lnTo>
                        <a:pt x="747" y="607"/>
                      </a:lnTo>
                      <a:lnTo>
                        <a:pt x="747" y="581"/>
                      </a:lnTo>
                      <a:lnTo>
                        <a:pt x="692" y="581"/>
                      </a:lnTo>
                      <a:lnTo>
                        <a:pt x="692" y="524"/>
                      </a:lnTo>
                      <a:lnTo>
                        <a:pt x="664" y="524"/>
                      </a:lnTo>
                      <a:lnTo>
                        <a:pt x="664" y="581"/>
                      </a:lnTo>
                      <a:lnTo>
                        <a:pt x="636" y="581"/>
                      </a:lnTo>
                      <a:lnTo>
                        <a:pt x="636" y="635"/>
                      </a:lnTo>
                      <a:lnTo>
                        <a:pt x="664" y="635"/>
                      </a:lnTo>
                      <a:close/>
                      <a:moveTo>
                        <a:pt x="664" y="718"/>
                      </a:moveTo>
                      <a:lnTo>
                        <a:pt x="607" y="718"/>
                      </a:lnTo>
                      <a:lnTo>
                        <a:pt x="607" y="746"/>
                      </a:lnTo>
                      <a:lnTo>
                        <a:pt x="692" y="746"/>
                      </a:lnTo>
                      <a:lnTo>
                        <a:pt x="692" y="663"/>
                      </a:lnTo>
                      <a:lnTo>
                        <a:pt x="664" y="663"/>
                      </a:lnTo>
                      <a:lnTo>
                        <a:pt x="664" y="718"/>
                      </a:lnTo>
                      <a:close/>
                      <a:moveTo>
                        <a:pt x="553" y="581"/>
                      </a:moveTo>
                      <a:lnTo>
                        <a:pt x="553" y="607"/>
                      </a:lnTo>
                      <a:lnTo>
                        <a:pt x="581" y="607"/>
                      </a:lnTo>
                      <a:lnTo>
                        <a:pt x="581" y="635"/>
                      </a:lnTo>
                      <a:lnTo>
                        <a:pt x="607" y="635"/>
                      </a:lnTo>
                      <a:lnTo>
                        <a:pt x="607" y="663"/>
                      </a:lnTo>
                      <a:lnTo>
                        <a:pt x="553" y="663"/>
                      </a:lnTo>
                      <a:lnTo>
                        <a:pt x="553" y="689"/>
                      </a:lnTo>
                      <a:lnTo>
                        <a:pt x="581" y="689"/>
                      </a:lnTo>
                      <a:lnTo>
                        <a:pt x="581" y="718"/>
                      </a:lnTo>
                      <a:lnTo>
                        <a:pt x="607" y="718"/>
                      </a:lnTo>
                      <a:lnTo>
                        <a:pt x="607" y="689"/>
                      </a:lnTo>
                      <a:lnTo>
                        <a:pt x="636" y="689"/>
                      </a:lnTo>
                      <a:lnTo>
                        <a:pt x="636" y="635"/>
                      </a:lnTo>
                      <a:lnTo>
                        <a:pt x="610" y="635"/>
                      </a:lnTo>
                      <a:lnTo>
                        <a:pt x="610" y="581"/>
                      </a:lnTo>
                      <a:lnTo>
                        <a:pt x="636" y="581"/>
                      </a:lnTo>
                      <a:lnTo>
                        <a:pt x="636" y="552"/>
                      </a:lnTo>
                      <a:lnTo>
                        <a:pt x="607" y="552"/>
                      </a:lnTo>
                      <a:lnTo>
                        <a:pt x="607" y="581"/>
                      </a:lnTo>
                      <a:lnTo>
                        <a:pt x="553" y="581"/>
                      </a:lnTo>
                      <a:close/>
                      <a:moveTo>
                        <a:pt x="581" y="552"/>
                      </a:moveTo>
                      <a:lnTo>
                        <a:pt x="607" y="552"/>
                      </a:lnTo>
                      <a:lnTo>
                        <a:pt x="607" y="524"/>
                      </a:lnTo>
                      <a:lnTo>
                        <a:pt x="581" y="524"/>
                      </a:lnTo>
                      <a:lnTo>
                        <a:pt x="581" y="552"/>
                      </a:lnTo>
                      <a:close/>
                      <a:moveTo>
                        <a:pt x="664" y="441"/>
                      </a:moveTo>
                      <a:lnTo>
                        <a:pt x="692" y="441"/>
                      </a:lnTo>
                      <a:lnTo>
                        <a:pt x="692" y="413"/>
                      </a:lnTo>
                      <a:lnTo>
                        <a:pt x="718" y="413"/>
                      </a:lnTo>
                      <a:lnTo>
                        <a:pt x="718" y="387"/>
                      </a:lnTo>
                      <a:lnTo>
                        <a:pt x="664" y="387"/>
                      </a:lnTo>
                      <a:lnTo>
                        <a:pt x="664" y="441"/>
                      </a:lnTo>
                      <a:close/>
                      <a:moveTo>
                        <a:pt x="636" y="441"/>
                      </a:moveTo>
                      <a:lnTo>
                        <a:pt x="636" y="470"/>
                      </a:lnTo>
                      <a:lnTo>
                        <a:pt x="664" y="470"/>
                      </a:lnTo>
                      <a:lnTo>
                        <a:pt x="664" y="441"/>
                      </a:lnTo>
                      <a:lnTo>
                        <a:pt x="636" y="441"/>
                      </a:lnTo>
                      <a:close/>
                      <a:moveTo>
                        <a:pt x="607" y="441"/>
                      </a:moveTo>
                      <a:lnTo>
                        <a:pt x="581" y="441"/>
                      </a:lnTo>
                      <a:lnTo>
                        <a:pt x="581" y="470"/>
                      </a:lnTo>
                      <a:lnTo>
                        <a:pt x="553" y="470"/>
                      </a:lnTo>
                      <a:lnTo>
                        <a:pt x="553" y="496"/>
                      </a:lnTo>
                      <a:lnTo>
                        <a:pt x="607" y="496"/>
                      </a:lnTo>
                      <a:lnTo>
                        <a:pt x="607" y="524"/>
                      </a:lnTo>
                      <a:lnTo>
                        <a:pt x="636" y="524"/>
                      </a:lnTo>
                      <a:lnTo>
                        <a:pt x="636" y="470"/>
                      </a:lnTo>
                      <a:lnTo>
                        <a:pt x="607" y="470"/>
                      </a:lnTo>
                      <a:lnTo>
                        <a:pt x="607" y="441"/>
                      </a:lnTo>
                      <a:close/>
                      <a:moveTo>
                        <a:pt x="57" y="689"/>
                      </a:moveTo>
                      <a:lnTo>
                        <a:pt x="140" y="689"/>
                      </a:lnTo>
                      <a:lnTo>
                        <a:pt x="140" y="607"/>
                      </a:lnTo>
                      <a:lnTo>
                        <a:pt x="57" y="607"/>
                      </a:lnTo>
                      <a:lnTo>
                        <a:pt x="57" y="689"/>
                      </a:lnTo>
                      <a:close/>
                      <a:moveTo>
                        <a:pt x="0" y="746"/>
                      </a:moveTo>
                      <a:lnTo>
                        <a:pt x="194" y="746"/>
                      </a:lnTo>
                      <a:lnTo>
                        <a:pt x="194" y="552"/>
                      </a:lnTo>
                      <a:lnTo>
                        <a:pt x="0" y="552"/>
                      </a:lnTo>
                      <a:lnTo>
                        <a:pt x="0" y="746"/>
                      </a:lnTo>
                      <a:close/>
                      <a:moveTo>
                        <a:pt x="29" y="581"/>
                      </a:moveTo>
                      <a:lnTo>
                        <a:pt x="166" y="581"/>
                      </a:lnTo>
                      <a:lnTo>
                        <a:pt x="166" y="718"/>
                      </a:lnTo>
                      <a:lnTo>
                        <a:pt x="29" y="718"/>
                      </a:lnTo>
                      <a:lnTo>
                        <a:pt x="29" y="581"/>
                      </a:lnTo>
                      <a:close/>
                      <a:moveTo>
                        <a:pt x="140" y="54"/>
                      </a:moveTo>
                      <a:lnTo>
                        <a:pt x="57" y="54"/>
                      </a:lnTo>
                      <a:lnTo>
                        <a:pt x="57" y="139"/>
                      </a:lnTo>
                      <a:lnTo>
                        <a:pt x="140" y="139"/>
                      </a:lnTo>
                      <a:lnTo>
                        <a:pt x="140" y="54"/>
                      </a:lnTo>
                      <a:close/>
                      <a:moveTo>
                        <a:pt x="194" y="0"/>
                      </a:moveTo>
                      <a:lnTo>
                        <a:pt x="0" y="0"/>
                      </a:lnTo>
                      <a:lnTo>
                        <a:pt x="0" y="193"/>
                      </a:lnTo>
                      <a:lnTo>
                        <a:pt x="194" y="193"/>
                      </a:lnTo>
                      <a:lnTo>
                        <a:pt x="194" y="0"/>
                      </a:lnTo>
                      <a:close/>
                      <a:moveTo>
                        <a:pt x="166" y="165"/>
                      </a:moveTo>
                      <a:lnTo>
                        <a:pt x="29" y="165"/>
                      </a:lnTo>
                      <a:lnTo>
                        <a:pt x="29" y="28"/>
                      </a:lnTo>
                      <a:lnTo>
                        <a:pt x="166" y="28"/>
                      </a:lnTo>
                      <a:lnTo>
                        <a:pt x="166" y="165"/>
                      </a:lnTo>
                      <a:close/>
                      <a:moveTo>
                        <a:pt x="692" y="54"/>
                      </a:moveTo>
                      <a:lnTo>
                        <a:pt x="607" y="54"/>
                      </a:lnTo>
                      <a:lnTo>
                        <a:pt x="607" y="139"/>
                      </a:lnTo>
                      <a:lnTo>
                        <a:pt x="692" y="139"/>
                      </a:lnTo>
                      <a:lnTo>
                        <a:pt x="692" y="54"/>
                      </a:lnTo>
                      <a:close/>
                      <a:moveTo>
                        <a:pt x="553" y="0"/>
                      </a:moveTo>
                      <a:lnTo>
                        <a:pt x="553" y="193"/>
                      </a:lnTo>
                      <a:lnTo>
                        <a:pt x="747" y="193"/>
                      </a:lnTo>
                      <a:lnTo>
                        <a:pt x="747" y="0"/>
                      </a:lnTo>
                      <a:lnTo>
                        <a:pt x="553" y="0"/>
                      </a:lnTo>
                      <a:close/>
                      <a:moveTo>
                        <a:pt x="718" y="165"/>
                      </a:moveTo>
                      <a:lnTo>
                        <a:pt x="581" y="165"/>
                      </a:lnTo>
                      <a:lnTo>
                        <a:pt x="581" y="28"/>
                      </a:lnTo>
                      <a:lnTo>
                        <a:pt x="718" y="28"/>
                      </a:lnTo>
                      <a:lnTo>
                        <a:pt x="718" y="165"/>
                      </a:lnTo>
                      <a:close/>
                    </a:path>
                  </a:pathLst>
                </a:custGeom>
                <a:solidFill>
                  <a:srgbClr val="F8F8F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323" name="Rechteck 322"/>
              <p:cNvSpPr/>
              <p:nvPr/>
            </p:nvSpPr>
            <p:spPr bwMode="auto">
              <a:xfrm>
                <a:off x="7919219" y="1240019"/>
                <a:ext cx="651202" cy="651202"/>
              </a:xfrm>
              <a:prstGeom prst="rect">
                <a:avLst/>
              </a:prstGeom>
              <a:noFill/>
              <a:ln w="19050">
                <a:solidFill>
                  <a:srgbClr val="C0C0C0"/>
                </a:solidFill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cxnSp>
            <p:nvCxnSpPr>
              <p:cNvPr id="324" name="Gerade Verbindung mit Pfeil 323"/>
              <p:cNvCxnSpPr/>
              <p:nvPr/>
            </p:nvCxnSpPr>
            <p:spPr>
              <a:xfrm flipV="1">
                <a:off x="7125374" y="1742536"/>
                <a:ext cx="793845" cy="382184"/>
              </a:xfrm>
              <a:prstGeom prst="straightConnector1">
                <a:avLst/>
              </a:prstGeom>
              <a:ln>
                <a:solidFill>
                  <a:schemeClr val="tx1">
                    <a:lumMod val="50000"/>
                    <a:lumOff val="50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580807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1" y="495969"/>
            <a:ext cx="8424841" cy="6163911"/>
            <a:chOff x="393681" y="495969"/>
            <a:chExt cx="8424841" cy="6163911"/>
          </a:xfrm>
        </p:grpSpPr>
        <p:cxnSp>
          <p:nvCxnSpPr>
            <p:cNvPr id="62" name="Gerade Verbindung 61"/>
            <p:cNvCxnSpPr/>
            <p:nvPr/>
          </p:nvCxnSpPr>
          <p:spPr bwMode="gray">
            <a:xfrm flipH="1">
              <a:off x="6082985" y="3429002"/>
              <a:ext cx="2662514" cy="793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3130754" y="3528060"/>
              <a:ext cx="0" cy="283317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6082985" y="494159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Gerade Verbindung 60"/>
            <p:cNvCxnSpPr/>
            <p:nvPr/>
          </p:nvCxnSpPr>
          <p:spPr bwMode="gray">
            <a:xfrm>
              <a:off x="6015720" y="3528060"/>
              <a:ext cx="0" cy="2833173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9" name="Gruppieren 248"/>
            <p:cNvGrpSpPr/>
            <p:nvPr/>
          </p:nvGrpSpPr>
          <p:grpSpPr>
            <a:xfrm>
              <a:off x="3237434" y="3501982"/>
              <a:ext cx="2667087" cy="3157898"/>
              <a:chOff x="3237434" y="3501982"/>
              <a:chExt cx="2667087" cy="3157898"/>
            </a:xfrm>
          </p:grpSpPr>
          <p:grpSp>
            <p:nvGrpSpPr>
              <p:cNvPr id="370" name="Gruppieren 369"/>
              <p:cNvGrpSpPr/>
              <p:nvPr/>
            </p:nvGrpSpPr>
            <p:grpSpPr bwMode="gray">
              <a:xfrm>
                <a:off x="3237434" y="4678680"/>
                <a:ext cx="2667087" cy="1981200"/>
                <a:chOff x="969450" y="3501232"/>
                <a:chExt cx="2161304" cy="1440360"/>
              </a:xfrm>
            </p:grpSpPr>
            <p:sp>
              <p:nvSpPr>
                <p:cNvPr id="371" name="Rechteck 370"/>
                <p:cNvSpPr/>
                <p:nvPr/>
              </p:nvSpPr>
              <p:spPr bwMode="gray">
                <a:xfrm>
                  <a:off x="1149450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2" name="Rechteck 371"/>
                <p:cNvSpPr/>
                <p:nvPr/>
              </p:nvSpPr>
              <p:spPr bwMode="gray">
                <a:xfrm>
                  <a:off x="2769960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3" name="Rechteck 372"/>
                <p:cNvSpPr/>
                <p:nvPr/>
              </p:nvSpPr>
              <p:spPr bwMode="gray">
                <a:xfrm>
                  <a:off x="1473552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4" name="Rechteck 373"/>
                <p:cNvSpPr/>
                <p:nvPr/>
              </p:nvSpPr>
              <p:spPr bwMode="gray">
                <a:xfrm>
                  <a:off x="1797654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5" name="Rechteck 374"/>
                <p:cNvSpPr/>
                <p:nvPr/>
              </p:nvSpPr>
              <p:spPr bwMode="gray">
                <a:xfrm>
                  <a:off x="2121756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6" name="Rechteck 375"/>
                <p:cNvSpPr/>
                <p:nvPr/>
              </p:nvSpPr>
              <p:spPr bwMode="gray">
                <a:xfrm>
                  <a:off x="2445858" y="3501232"/>
                  <a:ext cx="180000" cy="107999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7" name="Rechteck 376"/>
                <p:cNvSpPr/>
                <p:nvPr/>
              </p:nvSpPr>
              <p:spPr bwMode="gray">
                <a:xfrm>
                  <a:off x="1149450" y="4300538"/>
                  <a:ext cx="180000" cy="28069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8" name="Rechteck 377"/>
                <p:cNvSpPr/>
                <p:nvPr/>
              </p:nvSpPr>
              <p:spPr bwMode="gray">
                <a:xfrm>
                  <a:off x="2769960" y="3567112"/>
                  <a:ext cx="180000" cy="1014117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79" name="Rechteck 378"/>
                <p:cNvSpPr/>
                <p:nvPr/>
              </p:nvSpPr>
              <p:spPr bwMode="gray">
                <a:xfrm>
                  <a:off x="1473552" y="4114652"/>
                  <a:ext cx="180000" cy="466576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80" name="Rechteck 379"/>
                <p:cNvSpPr/>
                <p:nvPr/>
              </p:nvSpPr>
              <p:spPr bwMode="gray">
                <a:xfrm>
                  <a:off x="1797654" y="3895725"/>
                  <a:ext cx="180000" cy="685503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81" name="Rechteck 380"/>
                <p:cNvSpPr/>
                <p:nvPr/>
              </p:nvSpPr>
              <p:spPr bwMode="gray">
                <a:xfrm>
                  <a:off x="2121756" y="3729037"/>
                  <a:ext cx="180000" cy="852191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82" name="Rechteck 381"/>
                <p:cNvSpPr/>
                <p:nvPr/>
              </p:nvSpPr>
              <p:spPr bwMode="gray">
                <a:xfrm>
                  <a:off x="2445858" y="3648075"/>
                  <a:ext cx="180000" cy="933154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83" name="Textfeld 382"/>
                <p:cNvSpPr txBox="1"/>
                <p:nvPr/>
              </p:nvSpPr>
              <p:spPr bwMode="gray">
                <a:xfrm>
                  <a:off x="1076343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2020</a:t>
                  </a:r>
                  <a:endParaRPr lang="de-DE" sz="900"/>
                </a:p>
              </p:txBody>
            </p:sp>
            <p:sp>
              <p:nvSpPr>
                <p:cNvPr id="384" name="Textfeld 383"/>
                <p:cNvSpPr txBox="1"/>
                <p:nvPr/>
              </p:nvSpPr>
              <p:spPr bwMode="gray">
                <a:xfrm>
                  <a:off x="1400445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385" name="Textfeld 384"/>
                <p:cNvSpPr txBox="1"/>
                <p:nvPr/>
              </p:nvSpPr>
              <p:spPr bwMode="gray">
                <a:xfrm>
                  <a:off x="1724547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2022</a:t>
                  </a:r>
                  <a:endParaRPr lang="de-DE" sz="900"/>
                </a:p>
              </p:txBody>
            </p:sp>
            <p:sp>
              <p:nvSpPr>
                <p:cNvPr id="386" name="Textfeld 385"/>
                <p:cNvSpPr txBox="1"/>
                <p:nvPr/>
              </p:nvSpPr>
              <p:spPr bwMode="gray">
                <a:xfrm>
                  <a:off x="2048649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2023</a:t>
                  </a:r>
                  <a:endParaRPr lang="de-DE" sz="900"/>
                </a:p>
              </p:txBody>
            </p:sp>
            <p:sp>
              <p:nvSpPr>
                <p:cNvPr id="387" name="Textfeld 386"/>
                <p:cNvSpPr txBox="1"/>
                <p:nvPr/>
              </p:nvSpPr>
              <p:spPr bwMode="gray">
                <a:xfrm>
                  <a:off x="2372751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2024</a:t>
                  </a:r>
                  <a:endParaRPr lang="de-DE" sz="900"/>
                </a:p>
              </p:txBody>
            </p:sp>
            <p:sp>
              <p:nvSpPr>
                <p:cNvPr id="388" name="Textfeld 387"/>
                <p:cNvSpPr txBox="1"/>
                <p:nvPr/>
              </p:nvSpPr>
              <p:spPr bwMode="gray">
                <a:xfrm>
                  <a:off x="2696853" y="4581230"/>
                  <a:ext cx="326214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2025</a:t>
                  </a:r>
                  <a:endParaRPr lang="de-DE" sz="900"/>
                </a:p>
              </p:txBody>
            </p:sp>
            <p:cxnSp>
              <p:nvCxnSpPr>
                <p:cNvPr id="389" name="Gerade Verbindung 388"/>
                <p:cNvCxnSpPr/>
                <p:nvPr/>
              </p:nvCxnSpPr>
              <p:spPr bwMode="gray">
                <a:xfrm flipV="1">
                  <a:off x="969450" y="4581229"/>
                  <a:ext cx="2161304" cy="1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0" name="Textfeld 389"/>
              <p:cNvSpPr txBox="1"/>
              <p:nvPr/>
            </p:nvSpPr>
            <p:spPr bwMode="gray">
              <a:xfrm>
                <a:off x="3237434" y="3501982"/>
                <a:ext cx="2667087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2400" dirty="0" smtClean="0">
                    <a:solidFill>
                      <a:schemeClr val="accent1"/>
                    </a:solidFill>
                  </a:rPr>
                  <a:t>Placeholder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10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10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10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54" name="Gruppieren 253"/>
            <p:cNvGrpSpPr/>
            <p:nvPr/>
          </p:nvGrpSpPr>
          <p:grpSpPr>
            <a:xfrm>
              <a:off x="393682" y="495969"/>
              <a:ext cx="8224294" cy="2931149"/>
              <a:chOff x="393682" y="495969"/>
              <a:chExt cx="8224294" cy="2931149"/>
            </a:xfrm>
          </p:grpSpPr>
          <p:cxnSp>
            <p:nvCxnSpPr>
              <p:cNvPr id="147" name="Gerade Verbindung 146"/>
              <p:cNvCxnSpPr/>
              <p:nvPr/>
            </p:nvCxnSpPr>
            <p:spPr bwMode="gray">
              <a:xfrm flipH="1">
                <a:off x="393682" y="3427118"/>
                <a:ext cx="5544840" cy="0"/>
              </a:xfrm>
              <a:prstGeom prst="line">
                <a:avLst/>
              </a:prstGeom>
              <a:ln w="19050">
                <a:solidFill>
                  <a:srgbClr val="C8C8C8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1" name="Group 362"/>
              <p:cNvGrpSpPr>
                <a:grpSpLocks/>
              </p:cNvGrpSpPr>
              <p:nvPr/>
            </p:nvGrpSpPr>
            <p:grpSpPr bwMode="gray">
              <a:xfrm>
                <a:off x="1867968" y="495969"/>
                <a:ext cx="5407645" cy="2637755"/>
                <a:chOff x="-22397" y="-19887"/>
                <a:chExt cx="34671" cy="16911"/>
              </a:xfrm>
              <a:solidFill>
                <a:srgbClr val="E6E6E6"/>
              </a:solidFill>
              <a:effectLst/>
            </p:grpSpPr>
            <p:sp>
              <p:nvSpPr>
                <p:cNvPr id="392" name="Freeform 188"/>
                <p:cNvSpPr>
                  <a:spLocks/>
                </p:cNvSpPr>
                <p:nvPr/>
              </p:nvSpPr>
              <p:spPr bwMode="gray">
                <a:xfrm>
                  <a:off x="-1758" y="-8428"/>
                  <a:ext cx="966" cy="1763"/>
                </a:xfrm>
                <a:custGeom>
                  <a:avLst/>
                  <a:gdLst>
                    <a:gd name="T0" fmla="*/ 88 w 409"/>
                    <a:gd name="T1" fmla="*/ 219 h 746"/>
                    <a:gd name="T2" fmla="*/ 104 w 409"/>
                    <a:gd name="T3" fmla="*/ 214 h 746"/>
                    <a:gd name="T4" fmla="*/ 134 w 409"/>
                    <a:gd name="T5" fmla="*/ 218 h 746"/>
                    <a:gd name="T6" fmla="*/ 134 w 409"/>
                    <a:gd name="T7" fmla="*/ 202 h 746"/>
                    <a:gd name="T8" fmla="*/ 173 w 409"/>
                    <a:gd name="T9" fmla="*/ 207 h 746"/>
                    <a:gd name="T10" fmla="*/ 186 w 409"/>
                    <a:gd name="T11" fmla="*/ 188 h 746"/>
                    <a:gd name="T12" fmla="*/ 216 w 409"/>
                    <a:gd name="T13" fmla="*/ 193 h 746"/>
                    <a:gd name="T14" fmla="*/ 214 w 409"/>
                    <a:gd name="T15" fmla="*/ 172 h 746"/>
                    <a:gd name="T16" fmla="*/ 223 w 409"/>
                    <a:gd name="T17" fmla="*/ 150 h 746"/>
                    <a:gd name="T18" fmla="*/ 225 w 409"/>
                    <a:gd name="T19" fmla="*/ 172 h 746"/>
                    <a:gd name="T20" fmla="*/ 230 w 409"/>
                    <a:gd name="T21" fmla="*/ 186 h 746"/>
                    <a:gd name="T22" fmla="*/ 239 w 409"/>
                    <a:gd name="T23" fmla="*/ 159 h 746"/>
                    <a:gd name="T24" fmla="*/ 244 w 409"/>
                    <a:gd name="T25" fmla="*/ 124 h 746"/>
                    <a:gd name="T26" fmla="*/ 255 w 409"/>
                    <a:gd name="T27" fmla="*/ 138 h 746"/>
                    <a:gd name="T28" fmla="*/ 269 w 409"/>
                    <a:gd name="T29" fmla="*/ 126 h 746"/>
                    <a:gd name="T30" fmla="*/ 271 w 409"/>
                    <a:gd name="T31" fmla="*/ 88 h 746"/>
                    <a:gd name="T32" fmla="*/ 288 w 409"/>
                    <a:gd name="T33" fmla="*/ 88 h 746"/>
                    <a:gd name="T34" fmla="*/ 312 w 409"/>
                    <a:gd name="T35" fmla="*/ 62 h 746"/>
                    <a:gd name="T36" fmla="*/ 315 w 409"/>
                    <a:gd name="T37" fmla="*/ 26 h 746"/>
                    <a:gd name="T38" fmla="*/ 336 w 409"/>
                    <a:gd name="T39" fmla="*/ 0 h 746"/>
                    <a:gd name="T40" fmla="*/ 372 w 409"/>
                    <a:gd name="T41" fmla="*/ 41 h 746"/>
                    <a:gd name="T42" fmla="*/ 372 w 409"/>
                    <a:gd name="T43" fmla="*/ 56 h 746"/>
                    <a:gd name="T44" fmla="*/ 395 w 409"/>
                    <a:gd name="T45" fmla="*/ 110 h 746"/>
                    <a:gd name="T46" fmla="*/ 382 w 409"/>
                    <a:gd name="T47" fmla="*/ 143 h 746"/>
                    <a:gd name="T48" fmla="*/ 402 w 409"/>
                    <a:gd name="T49" fmla="*/ 193 h 746"/>
                    <a:gd name="T50" fmla="*/ 375 w 409"/>
                    <a:gd name="T51" fmla="*/ 188 h 746"/>
                    <a:gd name="T52" fmla="*/ 354 w 409"/>
                    <a:gd name="T53" fmla="*/ 193 h 746"/>
                    <a:gd name="T54" fmla="*/ 358 w 409"/>
                    <a:gd name="T55" fmla="*/ 221 h 746"/>
                    <a:gd name="T56" fmla="*/ 333 w 409"/>
                    <a:gd name="T57" fmla="*/ 259 h 746"/>
                    <a:gd name="T58" fmla="*/ 338 w 409"/>
                    <a:gd name="T59" fmla="*/ 312 h 746"/>
                    <a:gd name="T60" fmla="*/ 267 w 409"/>
                    <a:gd name="T61" fmla="*/ 478 h 746"/>
                    <a:gd name="T62" fmla="*/ 211 w 409"/>
                    <a:gd name="T63" fmla="*/ 609 h 746"/>
                    <a:gd name="T64" fmla="*/ 189 w 409"/>
                    <a:gd name="T65" fmla="*/ 676 h 746"/>
                    <a:gd name="T66" fmla="*/ 149 w 409"/>
                    <a:gd name="T67" fmla="*/ 712 h 746"/>
                    <a:gd name="T68" fmla="*/ 133 w 409"/>
                    <a:gd name="T69" fmla="*/ 710 h 746"/>
                    <a:gd name="T70" fmla="*/ 60 w 409"/>
                    <a:gd name="T71" fmla="*/ 717 h 746"/>
                    <a:gd name="T72" fmla="*/ 28 w 409"/>
                    <a:gd name="T73" fmla="*/ 675 h 746"/>
                    <a:gd name="T74" fmla="*/ 41 w 409"/>
                    <a:gd name="T75" fmla="*/ 659 h 746"/>
                    <a:gd name="T76" fmla="*/ 5 w 409"/>
                    <a:gd name="T77" fmla="*/ 556 h 746"/>
                    <a:gd name="T78" fmla="*/ 39 w 409"/>
                    <a:gd name="T79" fmla="*/ 473 h 746"/>
                    <a:gd name="T80" fmla="*/ 79 w 409"/>
                    <a:gd name="T81" fmla="*/ 436 h 746"/>
                    <a:gd name="T82" fmla="*/ 71 w 409"/>
                    <a:gd name="T83" fmla="*/ 349 h 746"/>
                    <a:gd name="T84" fmla="*/ 67 w 409"/>
                    <a:gd name="T85" fmla="*/ 271 h 746"/>
                    <a:gd name="T86" fmla="*/ 94 w 409"/>
                    <a:gd name="T87" fmla="*/ 239 h 746"/>
                    <a:gd name="T88" fmla="*/ 88 w 409"/>
                    <a:gd name="T89" fmla="*/ 219 h 7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09" h="746">
                      <a:moveTo>
                        <a:pt x="88" y="219"/>
                      </a:moveTo>
                      <a:cubicBezTo>
                        <a:pt x="104" y="214"/>
                        <a:pt x="104" y="214"/>
                        <a:pt x="104" y="214"/>
                      </a:cubicBezTo>
                      <a:cubicBezTo>
                        <a:pt x="134" y="218"/>
                        <a:pt x="134" y="218"/>
                        <a:pt x="134" y="218"/>
                      </a:cubicBezTo>
                      <a:cubicBezTo>
                        <a:pt x="134" y="202"/>
                        <a:pt x="134" y="202"/>
                        <a:pt x="134" y="202"/>
                      </a:cubicBezTo>
                      <a:cubicBezTo>
                        <a:pt x="173" y="207"/>
                        <a:pt x="173" y="207"/>
                        <a:pt x="173" y="207"/>
                      </a:cubicBezTo>
                      <a:cubicBezTo>
                        <a:pt x="186" y="188"/>
                        <a:pt x="186" y="188"/>
                        <a:pt x="186" y="188"/>
                      </a:cubicBezTo>
                      <a:cubicBezTo>
                        <a:pt x="216" y="193"/>
                        <a:pt x="216" y="193"/>
                        <a:pt x="216" y="193"/>
                      </a:cubicBezTo>
                      <a:cubicBezTo>
                        <a:pt x="214" y="172"/>
                        <a:pt x="214" y="172"/>
                        <a:pt x="214" y="172"/>
                      </a:cubicBezTo>
                      <a:cubicBezTo>
                        <a:pt x="223" y="150"/>
                        <a:pt x="223" y="150"/>
                        <a:pt x="223" y="150"/>
                      </a:cubicBezTo>
                      <a:cubicBezTo>
                        <a:pt x="225" y="172"/>
                        <a:pt x="225" y="172"/>
                        <a:pt x="225" y="172"/>
                      </a:cubicBezTo>
                      <a:cubicBezTo>
                        <a:pt x="230" y="186"/>
                        <a:pt x="230" y="186"/>
                        <a:pt x="230" y="186"/>
                      </a:cubicBezTo>
                      <a:cubicBezTo>
                        <a:pt x="239" y="159"/>
                        <a:pt x="239" y="159"/>
                        <a:pt x="239" y="159"/>
                      </a:cubicBezTo>
                      <a:cubicBezTo>
                        <a:pt x="239" y="159"/>
                        <a:pt x="237" y="129"/>
                        <a:pt x="244" y="124"/>
                      </a:cubicBezTo>
                      <a:cubicBezTo>
                        <a:pt x="251" y="118"/>
                        <a:pt x="255" y="138"/>
                        <a:pt x="255" y="138"/>
                      </a:cubicBezTo>
                      <a:cubicBezTo>
                        <a:pt x="255" y="138"/>
                        <a:pt x="260" y="136"/>
                        <a:pt x="269" y="126"/>
                      </a:cubicBezTo>
                      <a:cubicBezTo>
                        <a:pt x="278" y="115"/>
                        <a:pt x="264" y="95"/>
                        <a:pt x="271" y="88"/>
                      </a:cubicBezTo>
                      <a:cubicBezTo>
                        <a:pt x="278" y="81"/>
                        <a:pt x="288" y="88"/>
                        <a:pt x="288" y="88"/>
                      </a:cubicBezTo>
                      <a:cubicBezTo>
                        <a:pt x="288" y="88"/>
                        <a:pt x="306" y="74"/>
                        <a:pt x="312" y="62"/>
                      </a:cubicBezTo>
                      <a:cubicBezTo>
                        <a:pt x="317" y="49"/>
                        <a:pt x="315" y="26"/>
                        <a:pt x="315" y="26"/>
                      </a:cubicBezTo>
                      <a:cubicBezTo>
                        <a:pt x="336" y="0"/>
                        <a:pt x="336" y="0"/>
                        <a:pt x="336" y="0"/>
                      </a:cubicBezTo>
                      <a:cubicBezTo>
                        <a:pt x="372" y="41"/>
                        <a:pt x="372" y="41"/>
                        <a:pt x="372" y="41"/>
                      </a:cubicBezTo>
                      <a:cubicBezTo>
                        <a:pt x="372" y="41"/>
                        <a:pt x="372" y="51"/>
                        <a:pt x="372" y="56"/>
                      </a:cubicBezTo>
                      <a:cubicBezTo>
                        <a:pt x="372" y="62"/>
                        <a:pt x="395" y="110"/>
                        <a:pt x="395" y="110"/>
                      </a:cubicBezTo>
                      <a:cubicBezTo>
                        <a:pt x="382" y="143"/>
                        <a:pt x="382" y="143"/>
                        <a:pt x="382" y="143"/>
                      </a:cubicBezTo>
                      <a:cubicBezTo>
                        <a:pt x="382" y="143"/>
                        <a:pt x="409" y="188"/>
                        <a:pt x="402" y="193"/>
                      </a:cubicBezTo>
                      <a:cubicBezTo>
                        <a:pt x="395" y="198"/>
                        <a:pt x="375" y="188"/>
                        <a:pt x="375" y="188"/>
                      </a:cubicBezTo>
                      <a:cubicBezTo>
                        <a:pt x="354" y="193"/>
                        <a:pt x="354" y="193"/>
                        <a:pt x="354" y="193"/>
                      </a:cubicBezTo>
                      <a:cubicBezTo>
                        <a:pt x="358" y="221"/>
                        <a:pt x="358" y="221"/>
                        <a:pt x="358" y="221"/>
                      </a:cubicBezTo>
                      <a:cubicBezTo>
                        <a:pt x="358" y="221"/>
                        <a:pt x="335" y="245"/>
                        <a:pt x="333" y="259"/>
                      </a:cubicBezTo>
                      <a:cubicBezTo>
                        <a:pt x="331" y="273"/>
                        <a:pt x="345" y="287"/>
                        <a:pt x="338" y="312"/>
                      </a:cubicBezTo>
                      <a:cubicBezTo>
                        <a:pt x="331" y="336"/>
                        <a:pt x="306" y="409"/>
                        <a:pt x="267" y="478"/>
                      </a:cubicBezTo>
                      <a:cubicBezTo>
                        <a:pt x="228" y="547"/>
                        <a:pt x="211" y="609"/>
                        <a:pt x="211" y="609"/>
                      </a:cubicBezTo>
                      <a:cubicBezTo>
                        <a:pt x="211" y="609"/>
                        <a:pt x="214" y="653"/>
                        <a:pt x="189" y="676"/>
                      </a:cubicBezTo>
                      <a:cubicBezTo>
                        <a:pt x="165" y="699"/>
                        <a:pt x="156" y="708"/>
                        <a:pt x="149" y="712"/>
                      </a:cubicBezTo>
                      <a:cubicBezTo>
                        <a:pt x="141" y="715"/>
                        <a:pt x="133" y="710"/>
                        <a:pt x="133" y="710"/>
                      </a:cubicBezTo>
                      <a:cubicBezTo>
                        <a:pt x="133" y="710"/>
                        <a:pt x="90" y="746"/>
                        <a:pt x="60" y="717"/>
                      </a:cubicBezTo>
                      <a:cubicBezTo>
                        <a:pt x="30" y="689"/>
                        <a:pt x="28" y="675"/>
                        <a:pt x="28" y="675"/>
                      </a:cubicBezTo>
                      <a:cubicBezTo>
                        <a:pt x="41" y="659"/>
                        <a:pt x="41" y="659"/>
                        <a:pt x="41" y="659"/>
                      </a:cubicBezTo>
                      <a:cubicBezTo>
                        <a:pt x="41" y="659"/>
                        <a:pt x="10" y="622"/>
                        <a:pt x="5" y="556"/>
                      </a:cubicBezTo>
                      <a:cubicBezTo>
                        <a:pt x="0" y="490"/>
                        <a:pt x="23" y="492"/>
                        <a:pt x="39" y="473"/>
                      </a:cubicBezTo>
                      <a:cubicBezTo>
                        <a:pt x="55" y="453"/>
                        <a:pt x="79" y="436"/>
                        <a:pt x="79" y="436"/>
                      </a:cubicBezTo>
                      <a:cubicBezTo>
                        <a:pt x="79" y="436"/>
                        <a:pt x="72" y="370"/>
                        <a:pt x="71" y="349"/>
                      </a:cubicBezTo>
                      <a:cubicBezTo>
                        <a:pt x="69" y="327"/>
                        <a:pt x="53" y="283"/>
                        <a:pt x="67" y="271"/>
                      </a:cubicBezTo>
                      <a:cubicBezTo>
                        <a:pt x="81" y="259"/>
                        <a:pt x="94" y="239"/>
                        <a:pt x="94" y="239"/>
                      </a:cubicBezTo>
                      <a:lnTo>
                        <a:pt x="88" y="21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3" name="Freeform 189"/>
                <p:cNvSpPr>
                  <a:spLocks noEditPoints="1"/>
                </p:cNvSpPr>
                <p:nvPr/>
              </p:nvSpPr>
              <p:spPr bwMode="gray">
                <a:xfrm>
                  <a:off x="-15766" y="-12935"/>
                  <a:ext cx="1165" cy="437"/>
                </a:xfrm>
                <a:custGeom>
                  <a:avLst/>
                  <a:gdLst>
                    <a:gd name="T0" fmla="*/ 475 w 493"/>
                    <a:gd name="T1" fmla="*/ 151 h 185"/>
                    <a:gd name="T2" fmla="*/ 445 w 493"/>
                    <a:gd name="T3" fmla="*/ 148 h 185"/>
                    <a:gd name="T4" fmla="*/ 434 w 493"/>
                    <a:gd name="T5" fmla="*/ 129 h 185"/>
                    <a:gd name="T6" fmla="*/ 399 w 493"/>
                    <a:gd name="T7" fmla="*/ 128 h 185"/>
                    <a:gd name="T8" fmla="*/ 416 w 493"/>
                    <a:gd name="T9" fmla="*/ 114 h 185"/>
                    <a:gd name="T10" fmla="*/ 378 w 493"/>
                    <a:gd name="T11" fmla="*/ 106 h 185"/>
                    <a:gd name="T12" fmla="*/ 349 w 493"/>
                    <a:gd name="T13" fmla="*/ 96 h 185"/>
                    <a:gd name="T14" fmla="*/ 351 w 493"/>
                    <a:gd name="T15" fmla="*/ 79 h 185"/>
                    <a:gd name="T16" fmla="*/ 338 w 493"/>
                    <a:gd name="T17" fmla="*/ 77 h 185"/>
                    <a:gd name="T18" fmla="*/ 290 w 493"/>
                    <a:gd name="T19" fmla="*/ 45 h 185"/>
                    <a:gd name="T20" fmla="*/ 300 w 493"/>
                    <a:gd name="T21" fmla="*/ 64 h 185"/>
                    <a:gd name="T22" fmla="*/ 255 w 493"/>
                    <a:gd name="T23" fmla="*/ 42 h 185"/>
                    <a:gd name="T24" fmla="*/ 220 w 493"/>
                    <a:gd name="T25" fmla="*/ 12 h 185"/>
                    <a:gd name="T26" fmla="*/ 180 w 493"/>
                    <a:gd name="T27" fmla="*/ 12 h 185"/>
                    <a:gd name="T28" fmla="*/ 118 w 493"/>
                    <a:gd name="T29" fmla="*/ 0 h 185"/>
                    <a:gd name="T30" fmla="*/ 48 w 493"/>
                    <a:gd name="T31" fmla="*/ 26 h 185"/>
                    <a:gd name="T32" fmla="*/ 0 w 493"/>
                    <a:gd name="T33" fmla="*/ 51 h 185"/>
                    <a:gd name="T34" fmla="*/ 51 w 493"/>
                    <a:gd name="T35" fmla="*/ 49 h 185"/>
                    <a:gd name="T36" fmla="*/ 51 w 493"/>
                    <a:gd name="T37" fmla="*/ 39 h 185"/>
                    <a:gd name="T38" fmla="*/ 102 w 493"/>
                    <a:gd name="T39" fmla="*/ 36 h 185"/>
                    <a:gd name="T40" fmla="*/ 115 w 493"/>
                    <a:gd name="T41" fmla="*/ 29 h 185"/>
                    <a:gd name="T42" fmla="*/ 150 w 493"/>
                    <a:gd name="T43" fmla="*/ 34 h 185"/>
                    <a:gd name="T44" fmla="*/ 126 w 493"/>
                    <a:gd name="T45" fmla="*/ 46 h 185"/>
                    <a:gd name="T46" fmla="*/ 137 w 493"/>
                    <a:gd name="T47" fmla="*/ 54 h 185"/>
                    <a:gd name="T48" fmla="*/ 172 w 493"/>
                    <a:gd name="T49" fmla="*/ 66 h 185"/>
                    <a:gd name="T50" fmla="*/ 188 w 493"/>
                    <a:gd name="T51" fmla="*/ 61 h 185"/>
                    <a:gd name="T52" fmla="*/ 220 w 493"/>
                    <a:gd name="T53" fmla="*/ 81 h 185"/>
                    <a:gd name="T54" fmla="*/ 268 w 493"/>
                    <a:gd name="T55" fmla="*/ 79 h 185"/>
                    <a:gd name="T56" fmla="*/ 263 w 493"/>
                    <a:gd name="T57" fmla="*/ 96 h 185"/>
                    <a:gd name="T58" fmla="*/ 303 w 493"/>
                    <a:gd name="T59" fmla="*/ 113 h 185"/>
                    <a:gd name="T60" fmla="*/ 319 w 493"/>
                    <a:gd name="T61" fmla="*/ 136 h 185"/>
                    <a:gd name="T62" fmla="*/ 335 w 493"/>
                    <a:gd name="T63" fmla="*/ 150 h 185"/>
                    <a:gd name="T64" fmla="*/ 316 w 493"/>
                    <a:gd name="T65" fmla="*/ 172 h 185"/>
                    <a:gd name="T66" fmla="*/ 356 w 493"/>
                    <a:gd name="T67" fmla="*/ 163 h 185"/>
                    <a:gd name="T68" fmla="*/ 367 w 493"/>
                    <a:gd name="T69" fmla="*/ 168 h 185"/>
                    <a:gd name="T70" fmla="*/ 375 w 493"/>
                    <a:gd name="T71" fmla="*/ 180 h 185"/>
                    <a:gd name="T72" fmla="*/ 426 w 493"/>
                    <a:gd name="T73" fmla="*/ 178 h 185"/>
                    <a:gd name="T74" fmla="*/ 493 w 493"/>
                    <a:gd name="T75" fmla="*/ 163 h 185"/>
                    <a:gd name="T76" fmla="*/ 475 w 493"/>
                    <a:gd name="T77" fmla="*/ 151 h 185"/>
                    <a:gd name="T78" fmla="*/ 78 w 493"/>
                    <a:gd name="T79" fmla="*/ 84 h 185"/>
                    <a:gd name="T80" fmla="*/ 104 w 493"/>
                    <a:gd name="T81" fmla="*/ 84 h 185"/>
                    <a:gd name="T82" fmla="*/ 78 w 493"/>
                    <a:gd name="T83" fmla="*/ 84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93" h="185">
                      <a:moveTo>
                        <a:pt x="475" y="151"/>
                      </a:moveTo>
                      <a:cubicBezTo>
                        <a:pt x="456" y="148"/>
                        <a:pt x="445" y="148"/>
                        <a:pt x="445" y="148"/>
                      </a:cubicBezTo>
                      <a:cubicBezTo>
                        <a:pt x="445" y="148"/>
                        <a:pt x="453" y="131"/>
                        <a:pt x="434" y="129"/>
                      </a:cubicBezTo>
                      <a:cubicBezTo>
                        <a:pt x="416" y="126"/>
                        <a:pt x="399" y="128"/>
                        <a:pt x="399" y="128"/>
                      </a:cubicBezTo>
                      <a:cubicBezTo>
                        <a:pt x="416" y="114"/>
                        <a:pt x="416" y="114"/>
                        <a:pt x="416" y="114"/>
                      </a:cubicBezTo>
                      <a:cubicBezTo>
                        <a:pt x="416" y="114"/>
                        <a:pt x="386" y="106"/>
                        <a:pt x="378" y="106"/>
                      </a:cubicBezTo>
                      <a:cubicBezTo>
                        <a:pt x="370" y="106"/>
                        <a:pt x="349" y="96"/>
                        <a:pt x="349" y="96"/>
                      </a:cubicBezTo>
                      <a:cubicBezTo>
                        <a:pt x="349" y="96"/>
                        <a:pt x="359" y="79"/>
                        <a:pt x="351" y="79"/>
                      </a:cubicBezTo>
                      <a:cubicBezTo>
                        <a:pt x="343" y="79"/>
                        <a:pt x="338" y="77"/>
                        <a:pt x="338" y="77"/>
                      </a:cubicBezTo>
                      <a:cubicBezTo>
                        <a:pt x="338" y="77"/>
                        <a:pt x="298" y="37"/>
                        <a:pt x="290" y="45"/>
                      </a:cubicBezTo>
                      <a:cubicBezTo>
                        <a:pt x="282" y="52"/>
                        <a:pt x="300" y="64"/>
                        <a:pt x="300" y="64"/>
                      </a:cubicBezTo>
                      <a:cubicBezTo>
                        <a:pt x="255" y="42"/>
                        <a:pt x="255" y="42"/>
                        <a:pt x="255" y="42"/>
                      </a:cubicBezTo>
                      <a:cubicBezTo>
                        <a:pt x="255" y="42"/>
                        <a:pt x="231" y="17"/>
                        <a:pt x="220" y="12"/>
                      </a:cubicBezTo>
                      <a:cubicBezTo>
                        <a:pt x="209" y="7"/>
                        <a:pt x="180" y="12"/>
                        <a:pt x="180" y="12"/>
                      </a:cubicBezTo>
                      <a:cubicBezTo>
                        <a:pt x="180" y="12"/>
                        <a:pt x="156" y="0"/>
                        <a:pt x="118" y="0"/>
                      </a:cubicBezTo>
                      <a:cubicBezTo>
                        <a:pt x="81" y="0"/>
                        <a:pt x="64" y="12"/>
                        <a:pt x="48" y="26"/>
                      </a:cubicBezTo>
                      <a:cubicBezTo>
                        <a:pt x="32" y="41"/>
                        <a:pt x="0" y="51"/>
                        <a:pt x="0" y="51"/>
                      </a:cubicBezTo>
                      <a:cubicBezTo>
                        <a:pt x="51" y="49"/>
                        <a:pt x="51" y="49"/>
                        <a:pt x="51" y="4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102" y="36"/>
                        <a:pt x="102" y="36"/>
                        <a:pt x="102" y="36"/>
                      </a:cubicBezTo>
                      <a:cubicBezTo>
                        <a:pt x="115" y="29"/>
                        <a:pt x="115" y="29"/>
                        <a:pt x="115" y="29"/>
                      </a:cubicBezTo>
                      <a:cubicBezTo>
                        <a:pt x="115" y="29"/>
                        <a:pt x="142" y="27"/>
                        <a:pt x="150" y="34"/>
                      </a:cubicBezTo>
                      <a:cubicBezTo>
                        <a:pt x="158" y="42"/>
                        <a:pt x="126" y="46"/>
                        <a:pt x="126" y="46"/>
                      </a:cubicBezTo>
                      <a:cubicBezTo>
                        <a:pt x="137" y="54"/>
                        <a:pt x="137" y="54"/>
                        <a:pt x="137" y="54"/>
                      </a:cubicBezTo>
                      <a:cubicBezTo>
                        <a:pt x="137" y="54"/>
                        <a:pt x="155" y="61"/>
                        <a:pt x="172" y="66"/>
                      </a:cubicBezTo>
                      <a:cubicBezTo>
                        <a:pt x="188" y="71"/>
                        <a:pt x="188" y="61"/>
                        <a:pt x="188" y="61"/>
                      </a:cubicBezTo>
                      <a:cubicBezTo>
                        <a:pt x="188" y="61"/>
                        <a:pt x="204" y="74"/>
                        <a:pt x="220" y="81"/>
                      </a:cubicBezTo>
                      <a:cubicBezTo>
                        <a:pt x="236" y="89"/>
                        <a:pt x="268" y="79"/>
                        <a:pt x="268" y="79"/>
                      </a:cubicBezTo>
                      <a:cubicBezTo>
                        <a:pt x="263" y="96"/>
                        <a:pt x="263" y="96"/>
                        <a:pt x="263" y="96"/>
                      </a:cubicBezTo>
                      <a:cubicBezTo>
                        <a:pt x="303" y="113"/>
                        <a:pt x="303" y="113"/>
                        <a:pt x="303" y="113"/>
                      </a:cubicBezTo>
                      <a:cubicBezTo>
                        <a:pt x="319" y="136"/>
                        <a:pt x="319" y="136"/>
                        <a:pt x="319" y="136"/>
                      </a:cubicBezTo>
                      <a:cubicBezTo>
                        <a:pt x="319" y="136"/>
                        <a:pt x="335" y="143"/>
                        <a:pt x="335" y="150"/>
                      </a:cubicBezTo>
                      <a:cubicBezTo>
                        <a:pt x="335" y="158"/>
                        <a:pt x="308" y="165"/>
                        <a:pt x="316" y="172"/>
                      </a:cubicBezTo>
                      <a:cubicBezTo>
                        <a:pt x="324" y="180"/>
                        <a:pt x="348" y="163"/>
                        <a:pt x="356" y="163"/>
                      </a:cubicBezTo>
                      <a:cubicBezTo>
                        <a:pt x="364" y="163"/>
                        <a:pt x="381" y="165"/>
                        <a:pt x="367" y="168"/>
                      </a:cubicBezTo>
                      <a:cubicBezTo>
                        <a:pt x="354" y="170"/>
                        <a:pt x="375" y="180"/>
                        <a:pt x="375" y="180"/>
                      </a:cubicBezTo>
                      <a:cubicBezTo>
                        <a:pt x="375" y="180"/>
                        <a:pt x="397" y="185"/>
                        <a:pt x="426" y="178"/>
                      </a:cubicBezTo>
                      <a:cubicBezTo>
                        <a:pt x="456" y="170"/>
                        <a:pt x="493" y="163"/>
                        <a:pt x="493" y="163"/>
                      </a:cubicBezTo>
                      <a:cubicBezTo>
                        <a:pt x="493" y="163"/>
                        <a:pt x="493" y="153"/>
                        <a:pt x="475" y="151"/>
                      </a:cubicBezTo>
                      <a:close/>
                      <a:moveTo>
                        <a:pt x="78" y="84"/>
                      </a:moveTo>
                      <a:cubicBezTo>
                        <a:pt x="75" y="97"/>
                        <a:pt x="102" y="99"/>
                        <a:pt x="104" y="84"/>
                      </a:cubicBezTo>
                      <a:cubicBezTo>
                        <a:pt x="107" y="70"/>
                        <a:pt x="78" y="84"/>
                        <a:pt x="78" y="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4" name="Freeform 190"/>
                <p:cNvSpPr>
                  <a:spLocks/>
                </p:cNvSpPr>
                <p:nvPr/>
              </p:nvSpPr>
              <p:spPr bwMode="gray">
                <a:xfrm>
                  <a:off x="-15126" y="-12330"/>
                  <a:ext cx="255" cy="99"/>
                </a:xfrm>
                <a:custGeom>
                  <a:avLst/>
                  <a:gdLst>
                    <a:gd name="T0" fmla="*/ 72 w 108"/>
                    <a:gd name="T1" fmla="*/ 42 h 42"/>
                    <a:gd name="T2" fmla="*/ 79 w 108"/>
                    <a:gd name="T3" fmla="*/ 28 h 42"/>
                    <a:gd name="T4" fmla="*/ 108 w 108"/>
                    <a:gd name="T5" fmla="*/ 34 h 42"/>
                    <a:gd name="T6" fmla="*/ 85 w 108"/>
                    <a:gd name="T7" fmla="*/ 9 h 42"/>
                    <a:gd name="T8" fmla="*/ 48 w 108"/>
                    <a:gd name="T9" fmla="*/ 6 h 42"/>
                    <a:gd name="T10" fmla="*/ 19 w 108"/>
                    <a:gd name="T11" fmla="*/ 4 h 42"/>
                    <a:gd name="T12" fmla="*/ 0 w 108"/>
                    <a:gd name="T13" fmla="*/ 9 h 42"/>
                    <a:gd name="T14" fmla="*/ 17 w 108"/>
                    <a:gd name="T15" fmla="*/ 26 h 42"/>
                    <a:gd name="T16" fmla="*/ 43 w 108"/>
                    <a:gd name="T17" fmla="*/ 32 h 42"/>
                    <a:gd name="T18" fmla="*/ 54 w 108"/>
                    <a:gd name="T19" fmla="*/ 38 h 42"/>
                    <a:gd name="T20" fmla="*/ 72 w 108"/>
                    <a:gd name="T21" fmla="*/ 42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8" h="42">
                      <a:moveTo>
                        <a:pt x="72" y="42"/>
                      </a:moveTo>
                      <a:cubicBezTo>
                        <a:pt x="79" y="28"/>
                        <a:pt x="79" y="28"/>
                        <a:pt x="79" y="28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8" y="34"/>
                        <a:pt x="95" y="9"/>
                        <a:pt x="85" y="9"/>
                      </a:cubicBezTo>
                      <a:cubicBezTo>
                        <a:pt x="75" y="9"/>
                        <a:pt x="58" y="7"/>
                        <a:pt x="48" y="6"/>
                      </a:cubicBezTo>
                      <a:cubicBezTo>
                        <a:pt x="37" y="4"/>
                        <a:pt x="27" y="0"/>
                        <a:pt x="19" y="4"/>
                      </a:cubicBezTo>
                      <a:cubicBezTo>
                        <a:pt x="11" y="7"/>
                        <a:pt x="0" y="9"/>
                        <a:pt x="0" y="9"/>
                      </a:cubicBezTo>
                      <a:cubicBezTo>
                        <a:pt x="0" y="9"/>
                        <a:pt x="8" y="20"/>
                        <a:pt x="17" y="26"/>
                      </a:cubicBezTo>
                      <a:cubicBezTo>
                        <a:pt x="25" y="32"/>
                        <a:pt x="43" y="32"/>
                        <a:pt x="43" y="32"/>
                      </a:cubicBezTo>
                      <a:cubicBezTo>
                        <a:pt x="54" y="38"/>
                        <a:pt x="54" y="38"/>
                        <a:pt x="54" y="38"/>
                      </a:cubicBezTo>
                      <a:lnTo>
                        <a:pt x="72" y="42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5" name="Freeform 191"/>
                <p:cNvSpPr>
                  <a:spLocks/>
                </p:cNvSpPr>
                <p:nvPr/>
              </p:nvSpPr>
              <p:spPr bwMode="gray">
                <a:xfrm>
                  <a:off x="-13871" y="-12323"/>
                  <a:ext cx="229" cy="94"/>
                </a:xfrm>
                <a:custGeom>
                  <a:avLst/>
                  <a:gdLst>
                    <a:gd name="T0" fmla="*/ 60 w 97"/>
                    <a:gd name="T1" fmla="*/ 9 h 40"/>
                    <a:gd name="T2" fmla="*/ 15 w 97"/>
                    <a:gd name="T3" fmla="*/ 0 h 40"/>
                    <a:gd name="T4" fmla="*/ 2 w 97"/>
                    <a:gd name="T5" fmla="*/ 32 h 40"/>
                    <a:gd name="T6" fmla="*/ 27 w 97"/>
                    <a:gd name="T7" fmla="*/ 40 h 40"/>
                    <a:gd name="T8" fmla="*/ 33 w 97"/>
                    <a:gd name="T9" fmla="*/ 34 h 40"/>
                    <a:gd name="T10" fmla="*/ 64 w 97"/>
                    <a:gd name="T11" fmla="*/ 34 h 40"/>
                    <a:gd name="T12" fmla="*/ 95 w 97"/>
                    <a:gd name="T13" fmla="*/ 10 h 40"/>
                    <a:gd name="T14" fmla="*/ 60 w 97"/>
                    <a:gd name="T15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7" h="40">
                      <a:moveTo>
                        <a:pt x="60" y="9"/>
                      </a:moveTo>
                      <a:cubicBezTo>
                        <a:pt x="52" y="9"/>
                        <a:pt x="29" y="0"/>
                        <a:pt x="15" y="0"/>
                      </a:cubicBezTo>
                      <a:cubicBezTo>
                        <a:pt x="0" y="0"/>
                        <a:pt x="2" y="32"/>
                        <a:pt x="2" y="32"/>
                      </a:cubicBezTo>
                      <a:cubicBezTo>
                        <a:pt x="27" y="40"/>
                        <a:pt x="27" y="40"/>
                        <a:pt x="27" y="40"/>
                      </a:cubicBezTo>
                      <a:cubicBezTo>
                        <a:pt x="33" y="34"/>
                        <a:pt x="33" y="34"/>
                        <a:pt x="33" y="34"/>
                      </a:cubicBezTo>
                      <a:cubicBezTo>
                        <a:pt x="33" y="34"/>
                        <a:pt x="48" y="36"/>
                        <a:pt x="64" y="34"/>
                      </a:cubicBezTo>
                      <a:cubicBezTo>
                        <a:pt x="81" y="32"/>
                        <a:pt x="97" y="17"/>
                        <a:pt x="95" y="10"/>
                      </a:cubicBezTo>
                      <a:cubicBezTo>
                        <a:pt x="93" y="2"/>
                        <a:pt x="68" y="10"/>
                        <a:pt x="60" y="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6" name="Freeform 192"/>
                <p:cNvSpPr>
                  <a:spLocks/>
                </p:cNvSpPr>
                <p:nvPr/>
              </p:nvSpPr>
              <p:spPr bwMode="gray">
                <a:xfrm>
                  <a:off x="-12206" y="-16495"/>
                  <a:ext cx="687" cy="614"/>
                </a:xfrm>
                <a:custGeom>
                  <a:avLst/>
                  <a:gdLst>
                    <a:gd name="T0" fmla="*/ 180 w 291"/>
                    <a:gd name="T1" fmla="*/ 17 h 260"/>
                    <a:gd name="T2" fmla="*/ 226 w 291"/>
                    <a:gd name="T3" fmla="*/ 5 h 260"/>
                    <a:gd name="T4" fmla="*/ 229 w 291"/>
                    <a:gd name="T5" fmla="*/ 20 h 260"/>
                    <a:gd name="T6" fmla="*/ 215 w 291"/>
                    <a:gd name="T7" fmla="*/ 29 h 260"/>
                    <a:gd name="T8" fmla="*/ 198 w 291"/>
                    <a:gd name="T9" fmla="*/ 60 h 260"/>
                    <a:gd name="T10" fmla="*/ 171 w 291"/>
                    <a:gd name="T11" fmla="*/ 72 h 260"/>
                    <a:gd name="T12" fmla="*/ 147 w 291"/>
                    <a:gd name="T13" fmla="*/ 101 h 260"/>
                    <a:gd name="T14" fmla="*/ 145 w 291"/>
                    <a:gd name="T15" fmla="*/ 119 h 260"/>
                    <a:gd name="T16" fmla="*/ 162 w 291"/>
                    <a:gd name="T17" fmla="*/ 106 h 260"/>
                    <a:gd name="T18" fmla="*/ 180 w 291"/>
                    <a:gd name="T19" fmla="*/ 76 h 260"/>
                    <a:gd name="T20" fmla="*/ 194 w 291"/>
                    <a:gd name="T21" fmla="*/ 88 h 260"/>
                    <a:gd name="T22" fmla="*/ 210 w 291"/>
                    <a:gd name="T23" fmla="*/ 94 h 260"/>
                    <a:gd name="T24" fmla="*/ 202 w 291"/>
                    <a:gd name="T25" fmla="*/ 115 h 260"/>
                    <a:gd name="T26" fmla="*/ 222 w 291"/>
                    <a:gd name="T27" fmla="*/ 113 h 260"/>
                    <a:gd name="T28" fmla="*/ 228 w 291"/>
                    <a:gd name="T29" fmla="*/ 132 h 260"/>
                    <a:gd name="T30" fmla="*/ 262 w 291"/>
                    <a:gd name="T31" fmla="*/ 111 h 260"/>
                    <a:gd name="T32" fmla="*/ 275 w 291"/>
                    <a:gd name="T33" fmla="*/ 120 h 260"/>
                    <a:gd name="T34" fmla="*/ 256 w 291"/>
                    <a:gd name="T35" fmla="*/ 138 h 260"/>
                    <a:gd name="T36" fmla="*/ 280 w 291"/>
                    <a:gd name="T37" fmla="*/ 144 h 260"/>
                    <a:gd name="T38" fmla="*/ 242 w 291"/>
                    <a:gd name="T39" fmla="*/ 197 h 260"/>
                    <a:gd name="T40" fmla="*/ 266 w 291"/>
                    <a:gd name="T41" fmla="*/ 198 h 260"/>
                    <a:gd name="T42" fmla="*/ 244 w 291"/>
                    <a:gd name="T43" fmla="*/ 212 h 260"/>
                    <a:gd name="T44" fmla="*/ 264 w 291"/>
                    <a:gd name="T45" fmla="*/ 213 h 260"/>
                    <a:gd name="T46" fmla="*/ 286 w 291"/>
                    <a:gd name="T47" fmla="*/ 204 h 260"/>
                    <a:gd name="T48" fmla="*/ 291 w 291"/>
                    <a:gd name="T49" fmla="*/ 219 h 260"/>
                    <a:gd name="T50" fmla="*/ 244 w 291"/>
                    <a:gd name="T51" fmla="*/ 260 h 260"/>
                    <a:gd name="T52" fmla="*/ 216 w 291"/>
                    <a:gd name="T53" fmla="*/ 256 h 260"/>
                    <a:gd name="T54" fmla="*/ 232 w 291"/>
                    <a:gd name="T55" fmla="*/ 240 h 260"/>
                    <a:gd name="T56" fmla="*/ 210 w 291"/>
                    <a:gd name="T57" fmla="*/ 242 h 260"/>
                    <a:gd name="T58" fmla="*/ 205 w 291"/>
                    <a:gd name="T59" fmla="*/ 237 h 260"/>
                    <a:gd name="T60" fmla="*/ 158 w 291"/>
                    <a:gd name="T61" fmla="*/ 243 h 260"/>
                    <a:gd name="T62" fmla="*/ 133 w 291"/>
                    <a:gd name="T63" fmla="*/ 239 h 260"/>
                    <a:gd name="T64" fmla="*/ 131 w 291"/>
                    <a:gd name="T65" fmla="*/ 236 h 260"/>
                    <a:gd name="T66" fmla="*/ 159 w 291"/>
                    <a:gd name="T67" fmla="*/ 228 h 260"/>
                    <a:gd name="T68" fmla="*/ 152 w 291"/>
                    <a:gd name="T69" fmla="*/ 217 h 260"/>
                    <a:gd name="T70" fmla="*/ 64 w 291"/>
                    <a:gd name="T71" fmla="*/ 199 h 260"/>
                    <a:gd name="T72" fmla="*/ 12 w 291"/>
                    <a:gd name="T73" fmla="*/ 201 h 260"/>
                    <a:gd name="T74" fmla="*/ 34 w 291"/>
                    <a:gd name="T75" fmla="*/ 186 h 260"/>
                    <a:gd name="T76" fmla="*/ 8 w 291"/>
                    <a:gd name="T77" fmla="*/ 176 h 260"/>
                    <a:gd name="T78" fmla="*/ 50 w 291"/>
                    <a:gd name="T79" fmla="*/ 153 h 260"/>
                    <a:gd name="T80" fmla="*/ 106 w 291"/>
                    <a:gd name="T81" fmla="*/ 101 h 260"/>
                    <a:gd name="T82" fmla="*/ 143 w 291"/>
                    <a:gd name="T83" fmla="*/ 65 h 260"/>
                    <a:gd name="T84" fmla="*/ 180 w 291"/>
                    <a:gd name="T85" fmla="*/ 17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91" h="260">
                      <a:moveTo>
                        <a:pt x="180" y="17"/>
                      </a:moveTo>
                      <a:cubicBezTo>
                        <a:pt x="180" y="17"/>
                        <a:pt x="209" y="0"/>
                        <a:pt x="226" y="5"/>
                      </a:cubicBezTo>
                      <a:cubicBezTo>
                        <a:pt x="244" y="10"/>
                        <a:pt x="229" y="20"/>
                        <a:pt x="229" y="20"/>
                      </a:cubicBezTo>
                      <a:cubicBezTo>
                        <a:pt x="215" y="29"/>
                        <a:pt x="215" y="29"/>
                        <a:pt x="215" y="29"/>
                      </a:cubicBezTo>
                      <a:cubicBezTo>
                        <a:pt x="215" y="29"/>
                        <a:pt x="210" y="49"/>
                        <a:pt x="198" y="60"/>
                      </a:cubicBezTo>
                      <a:cubicBezTo>
                        <a:pt x="186" y="71"/>
                        <a:pt x="171" y="72"/>
                        <a:pt x="171" y="72"/>
                      </a:cubicBezTo>
                      <a:cubicBezTo>
                        <a:pt x="147" y="101"/>
                        <a:pt x="147" y="101"/>
                        <a:pt x="147" y="101"/>
                      </a:cubicBezTo>
                      <a:cubicBezTo>
                        <a:pt x="145" y="119"/>
                        <a:pt x="145" y="119"/>
                        <a:pt x="145" y="119"/>
                      </a:cubicBezTo>
                      <a:cubicBezTo>
                        <a:pt x="162" y="106"/>
                        <a:pt x="162" y="106"/>
                        <a:pt x="162" y="106"/>
                      </a:cubicBezTo>
                      <a:cubicBezTo>
                        <a:pt x="180" y="76"/>
                        <a:pt x="180" y="76"/>
                        <a:pt x="180" y="76"/>
                      </a:cubicBezTo>
                      <a:cubicBezTo>
                        <a:pt x="194" y="88"/>
                        <a:pt x="194" y="88"/>
                        <a:pt x="194" y="88"/>
                      </a:cubicBezTo>
                      <a:cubicBezTo>
                        <a:pt x="210" y="94"/>
                        <a:pt x="210" y="94"/>
                        <a:pt x="210" y="94"/>
                      </a:cubicBezTo>
                      <a:cubicBezTo>
                        <a:pt x="202" y="115"/>
                        <a:pt x="202" y="115"/>
                        <a:pt x="202" y="115"/>
                      </a:cubicBezTo>
                      <a:cubicBezTo>
                        <a:pt x="222" y="113"/>
                        <a:pt x="222" y="113"/>
                        <a:pt x="222" y="113"/>
                      </a:cubicBezTo>
                      <a:cubicBezTo>
                        <a:pt x="228" y="132"/>
                        <a:pt x="228" y="132"/>
                        <a:pt x="228" y="132"/>
                      </a:cubicBezTo>
                      <a:cubicBezTo>
                        <a:pt x="262" y="111"/>
                        <a:pt x="262" y="111"/>
                        <a:pt x="262" y="111"/>
                      </a:cubicBezTo>
                      <a:cubicBezTo>
                        <a:pt x="275" y="120"/>
                        <a:pt x="275" y="120"/>
                        <a:pt x="275" y="120"/>
                      </a:cubicBezTo>
                      <a:cubicBezTo>
                        <a:pt x="275" y="120"/>
                        <a:pt x="265" y="135"/>
                        <a:pt x="256" y="138"/>
                      </a:cubicBezTo>
                      <a:cubicBezTo>
                        <a:pt x="248" y="141"/>
                        <a:pt x="274" y="144"/>
                        <a:pt x="280" y="144"/>
                      </a:cubicBezTo>
                      <a:cubicBezTo>
                        <a:pt x="286" y="145"/>
                        <a:pt x="242" y="197"/>
                        <a:pt x="242" y="197"/>
                      </a:cubicBezTo>
                      <a:cubicBezTo>
                        <a:pt x="266" y="198"/>
                        <a:pt x="266" y="198"/>
                        <a:pt x="266" y="198"/>
                      </a:cubicBezTo>
                      <a:cubicBezTo>
                        <a:pt x="244" y="212"/>
                        <a:pt x="244" y="212"/>
                        <a:pt x="244" y="212"/>
                      </a:cubicBezTo>
                      <a:cubicBezTo>
                        <a:pt x="264" y="213"/>
                        <a:pt x="264" y="213"/>
                        <a:pt x="264" y="213"/>
                      </a:cubicBezTo>
                      <a:cubicBezTo>
                        <a:pt x="286" y="204"/>
                        <a:pt x="286" y="204"/>
                        <a:pt x="286" y="204"/>
                      </a:cubicBezTo>
                      <a:cubicBezTo>
                        <a:pt x="291" y="219"/>
                        <a:pt x="291" y="219"/>
                        <a:pt x="291" y="219"/>
                      </a:cubicBezTo>
                      <a:cubicBezTo>
                        <a:pt x="244" y="260"/>
                        <a:pt x="244" y="260"/>
                        <a:pt x="244" y="260"/>
                      </a:cubicBezTo>
                      <a:cubicBezTo>
                        <a:pt x="216" y="256"/>
                        <a:pt x="216" y="256"/>
                        <a:pt x="216" y="256"/>
                      </a:cubicBezTo>
                      <a:cubicBezTo>
                        <a:pt x="232" y="240"/>
                        <a:pt x="232" y="240"/>
                        <a:pt x="232" y="240"/>
                      </a:cubicBezTo>
                      <a:cubicBezTo>
                        <a:pt x="210" y="242"/>
                        <a:pt x="210" y="242"/>
                        <a:pt x="210" y="242"/>
                      </a:cubicBezTo>
                      <a:cubicBezTo>
                        <a:pt x="205" y="237"/>
                        <a:pt x="205" y="237"/>
                        <a:pt x="205" y="237"/>
                      </a:cubicBezTo>
                      <a:cubicBezTo>
                        <a:pt x="158" y="243"/>
                        <a:pt x="158" y="243"/>
                        <a:pt x="158" y="243"/>
                      </a:cubicBezTo>
                      <a:cubicBezTo>
                        <a:pt x="133" y="239"/>
                        <a:pt x="133" y="239"/>
                        <a:pt x="133" y="239"/>
                      </a:cubicBezTo>
                      <a:cubicBezTo>
                        <a:pt x="131" y="236"/>
                        <a:pt x="131" y="236"/>
                        <a:pt x="131" y="236"/>
                      </a:cubicBezTo>
                      <a:cubicBezTo>
                        <a:pt x="159" y="228"/>
                        <a:pt x="159" y="228"/>
                        <a:pt x="159" y="228"/>
                      </a:cubicBezTo>
                      <a:cubicBezTo>
                        <a:pt x="159" y="228"/>
                        <a:pt x="168" y="217"/>
                        <a:pt x="152" y="217"/>
                      </a:cubicBezTo>
                      <a:cubicBezTo>
                        <a:pt x="136" y="216"/>
                        <a:pt x="64" y="199"/>
                        <a:pt x="64" y="199"/>
                      </a:cubicBezTo>
                      <a:cubicBezTo>
                        <a:pt x="64" y="199"/>
                        <a:pt x="24" y="213"/>
                        <a:pt x="12" y="201"/>
                      </a:cubicBezTo>
                      <a:cubicBezTo>
                        <a:pt x="0" y="189"/>
                        <a:pt x="34" y="186"/>
                        <a:pt x="34" y="186"/>
                      </a:cubicBezTo>
                      <a:cubicBezTo>
                        <a:pt x="34" y="186"/>
                        <a:pt x="6" y="183"/>
                        <a:pt x="8" y="176"/>
                      </a:cubicBezTo>
                      <a:cubicBezTo>
                        <a:pt x="10" y="170"/>
                        <a:pt x="50" y="153"/>
                        <a:pt x="50" y="153"/>
                      </a:cubicBezTo>
                      <a:cubicBezTo>
                        <a:pt x="106" y="101"/>
                        <a:pt x="106" y="101"/>
                        <a:pt x="106" y="101"/>
                      </a:cubicBezTo>
                      <a:cubicBezTo>
                        <a:pt x="143" y="65"/>
                        <a:pt x="143" y="65"/>
                        <a:pt x="143" y="65"/>
                      </a:cubicBezTo>
                      <a:lnTo>
                        <a:pt x="180" y="1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7" name="Freeform 193"/>
                <p:cNvSpPr>
                  <a:spLocks/>
                </p:cNvSpPr>
                <p:nvPr/>
              </p:nvSpPr>
              <p:spPr bwMode="gray">
                <a:xfrm>
                  <a:off x="-16489" y="-11818"/>
                  <a:ext cx="277" cy="175"/>
                </a:xfrm>
                <a:custGeom>
                  <a:avLst/>
                  <a:gdLst>
                    <a:gd name="T0" fmla="*/ 116 w 117"/>
                    <a:gd name="T1" fmla="*/ 57 h 74"/>
                    <a:gd name="T2" fmla="*/ 115 w 117"/>
                    <a:gd name="T3" fmla="*/ 28 h 74"/>
                    <a:gd name="T4" fmla="*/ 100 w 117"/>
                    <a:gd name="T5" fmla="*/ 26 h 74"/>
                    <a:gd name="T6" fmla="*/ 84 w 117"/>
                    <a:gd name="T7" fmla="*/ 32 h 74"/>
                    <a:gd name="T8" fmla="*/ 76 w 117"/>
                    <a:gd name="T9" fmla="*/ 16 h 74"/>
                    <a:gd name="T10" fmla="*/ 61 w 117"/>
                    <a:gd name="T11" fmla="*/ 16 h 74"/>
                    <a:gd name="T12" fmla="*/ 48 w 117"/>
                    <a:gd name="T13" fmla="*/ 0 h 74"/>
                    <a:gd name="T14" fmla="*/ 33 w 117"/>
                    <a:gd name="T15" fmla="*/ 4 h 74"/>
                    <a:gd name="T16" fmla="*/ 32 w 117"/>
                    <a:gd name="T17" fmla="*/ 12 h 74"/>
                    <a:gd name="T18" fmla="*/ 19 w 117"/>
                    <a:gd name="T19" fmla="*/ 24 h 74"/>
                    <a:gd name="T20" fmla="*/ 0 w 117"/>
                    <a:gd name="T21" fmla="*/ 39 h 74"/>
                    <a:gd name="T22" fmla="*/ 20 w 117"/>
                    <a:gd name="T23" fmla="*/ 52 h 74"/>
                    <a:gd name="T24" fmla="*/ 48 w 117"/>
                    <a:gd name="T25" fmla="*/ 53 h 74"/>
                    <a:gd name="T26" fmla="*/ 64 w 117"/>
                    <a:gd name="T27" fmla="*/ 66 h 74"/>
                    <a:gd name="T28" fmla="*/ 86 w 117"/>
                    <a:gd name="T29" fmla="*/ 64 h 74"/>
                    <a:gd name="T30" fmla="*/ 98 w 117"/>
                    <a:gd name="T31" fmla="*/ 74 h 74"/>
                    <a:gd name="T32" fmla="*/ 110 w 117"/>
                    <a:gd name="T33" fmla="*/ 55 h 74"/>
                    <a:gd name="T34" fmla="*/ 117 w 117"/>
                    <a:gd name="T35" fmla="*/ 57 h 74"/>
                    <a:gd name="T36" fmla="*/ 116 w 117"/>
                    <a:gd name="T37" fmla="*/ 57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7" h="74">
                      <a:moveTo>
                        <a:pt x="116" y="57"/>
                      </a:moveTo>
                      <a:cubicBezTo>
                        <a:pt x="115" y="28"/>
                        <a:pt x="115" y="28"/>
                        <a:pt x="115" y="28"/>
                      </a:cubicBezTo>
                      <a:cubicBezTo>
                        <a:pt x="115" y="28"/>
                        <a:pt x="105" y="27"/>
                        <a:pt x="100" y="26"/>
                      </a:cubicBezTo>
                      <a:cubicBezTo>
                        <a:pt x="95" y="25"/>
                        <a:pt x="93" y="30"/>
                        <a:pt x="84" y="32"/>
                      </a:cubicBezTo>
                      <a:cubicBezTo>
                        <a:pt x="75" y="34"/>
                        <a:pt x="76" y="16"/>
                        <a:pt x="76" y="16"/>
                      </a:cubicBezTo>
                      <a:cubicBezTo>
                        <a:pt x="76" y="16"/>
                        <a:pt x="70" y="16"/>
                        <a:pt x="61" y="16"/>
                      </a:cubicBezTo>
                      <a:cubicBezTo>
                        <a:pt x="54" y="16"/>
                        <a:pt x="50" y="5"/>
                        <a:pt x="48" y="0"/>
                      </a:cubicBezTo>
                      <a:cubicBezTo>
                        <a:pt x="41" y="3"/>
                        <a:pt x="33" y="4"/>
                        <a:pt x="33" y="4"/>
                      </a:cubicBezTo>
                      <a:cubicBezTo>
                        <a:pt x="32" y="12"/>
                        <a:pt x="32" y="12"/>
                        <a:pt x="32" y="12"/>
                      </a:cubicBezTo>
                      <a:cubicBezTo>
                        <a:pt x="32" y="12"/>
                        <a:pt x="27" y="22"/>
                        <a:pt x="19" y="24"/>
                      </a:cubicBezTo>
                      <a:cubicBezTo>
                        <a:pt x="13" y="25"/>
                        <a:pt x="5" y="34"/>
                        <a:pt x="0" y="39"/>
                      </a:cubicBezTo>
                      <a:cubicBezTo>
                        <a:pt x="7" y="44"/>
                        <a:pt x="16" y="50"/>
                        <a:pt x="20" y="52"/>
                      </a:cubicBezTo>
                      <a:cubicBezTo>
                        <a:pt x="28" y="55"/>
                        <a:pt x="48" y="53"/>
                        <a:pt x="48" y="53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98" y="74"/>
                        <a:pt x="98" y="74"/>
                        <a:pt x="98" y="74"/>
                      </a:cubicBezTo>
                      <a:cubicBezTo>
                        <a:pt x="110" y="55"/>
                        <a:pt x="110" y="55"/>
                        <a:pt x="110" y="55"/>
                      </a:cubicBezTo>
                      <a:cubicBezTo>
                        <a:pt x="117" y="57"/>
                        <a:pt x="117" y="57"/>
                        <a:pt x="117" y="57"/>
                      </a:cubicBezTo>
                      <a:lnTo>
                        <a:pt x="116" y="5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8" name="Freeform 194"/>
                <p:cNvSpPr>
                  <a:spLocks/>
                </p:cNvSpPr>
                <p:nvPr/>
              </p:nvSpPr>
              <p:spPr bwMode="gray">
                <a:xfrm>
                  <a:off x="-16347" y="-12333"/>
                  <a:ext cx="170" cy="331"/>
                </a:xfrm>
                <a:custGeom>
                  <a:avLst/>
                  <a:gdLst>
                    <a:gd name="T0" fmla="*/ 72 w 72"/>
                    <a:gd name="T1" fmla="*/ 22 h 140"/>
                    <a:gd name="T2" fmla="*/ 54 w 72"/>
                    <a:gd name="T3" fmla="*/ 11 h 140"/>
                    <a:gd name="T4" fmla="*/ 51 w 72"/>
                    <a:gd name="T5" fmla="*/ 0 h 140"/>
                    <a:gd name="T6" fmla="*/ 33 w 72"/>
                    <a:gd name="T7" fmla="*/ 33 h 140"/>
                    <a:gd name="T8" fmla="*/ 23 w 72"/>
                    <a:gd name="T9" fmla="*/ 26 h 140"/>
                    <a:gd name="T10" fmla="*/ 16 w 72"/>
                    <a:gd name="T11" fmla="*/ 36 h 140"/>
                    <a:gd name="T12" fmla="*/ 0 w 72"/>
                    <a:gd name="T13" fmla="*/ 140 h 140"/>
                    <a:gd name="T14" fmla="*/ 18 w 72"/>
                    <a:gd name="T15" fmla="*/ 140 h 140"/>
                    <a:gd name="T16" fmla="*/ 28 w 72"/>
                    <a:gd name="T17" fmla="*/ 114 h 140"/>
                    <a:gd name="T18" fmla="*/ 39 w 72"/>
                    <a:gd name="T19" fmla="*/ 118 h 140"/>
                    <a:gd name="T20" fmla="*/ 55 w 72"/>
                    <a:gd name="T21" fmla="*/ 93 h 140"/>
                    <a:gd name="T22" fmla="*/ 55 w 72"/>
                    <a:gd name="T23" fmla="*/ 60 h 140"/>
                    <a:gd name="T24" fmla="*/ 72 w 72"/>
                    <a:gd name="T25" fmla="*/ 22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2" h="140">
                      <a:moveTo>
                        <a:pt x="72" y="22"/>
                      </a:moveTo>
                      <a:cubicBezTo>
                        <a:pt x="72" y="17"/>
                        <a:pt x="54" y="11"/>
                        <a:pt x="54" y="11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51" y="0"/>
                        <a:pt x="44" y="32"/>
                        <a:pt x="33" y="33"/>
                      </a:cubicBezTo>
                      <a:cubicBezTo>
                        <a:pt x="22" y="34"/>
                        <a:pt x="28" y="26"/>
                        <a:pt x="23" y="26"/>
                      </a:cubicBezTo>
                      <a:cubicBezTo>
                        <a:pt x="18" y="26"/>
                        <a:pt x="16" y="36"/>
                        <a:pt x="16" y="36"/>
                      </a:cubicBezTo>
                      <a:cubicBezTo>
                        <a:pt x="0" y="140"/>
                        <a:pt x="0" y="140"/>
                        <a:pt x="0" y="140"/>
                      </a:cubicBezTo>
                      <a:cubicBezTo>
                        <a:pt x="18" y="140"/>
                        <a:pt x="18" y="140"/>
                        <a:pt x="18" y="140"/>
                      </a:cubicBezTo>
                      <a:cubicBezTo>
                        <a:pt x="28" y="114"/>
                        <a:pt x="28" y="114"/>
                        <a:pt x="28" y="114"/>
                      </a:cubicBezTo>
                      <a:cubicBezTo>
                        <a:pt x="39" y="118"/>
                        <a:pt x="39" y="118"/>
                        <a:pt x="39" y="118"/>
                      </a:cubicBezTo>
                      <a:cubicBezTo>
                        <a:pt x="39" y="118"/>
                        <a:pt x="55" y="104"/>
                        <a:pt x="55" y="93"/>
                      </a:cubicBezTo>
                      <a:cubicBezTo>
                        <a:pt x="55" y="82"/>
                        <a:pt x="51" y="70"/>
                        <a:pt x="55" y="60"/>
                      </a:cubicBezTo>
                      <a:cubicBezTo>
                        <a:pt x="59" y="50"/>
                        <a:pt x="72" y="27"/>
                        <a:pt x="72" y="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9" name="Freeform 195"/>
                <p:cNvSpPr>
                  <a:spLocks/>
                </p:cNvSpPr>
                <p:nvPr/>
              </p:nvSpPr>
              <p:spPr bwMode="gray">
                <a:xfrm>
                  <a:off x="-16706" y="-12250"/>
                  <a:ext cx="470" cy="525"/>
                </a:xfrm>
                <a:custGeom>
                  <a:avLst/>
                  <a:gdLst>
                    <a:gd name="T0" fmla="*/ 190 w 199"/>
                    <a:gd name="T1" fmla="*/ 103 h 222"/>
                    <a:gd name="T2" fmla="*/ 179 w 199"/>
                    <a:gd name="T3" fmla="*/ 110 h 222"/>
                    <a:gd name="T4" fmla="*/ 170 w 199"/>
                    <a:gd name="T5" fmla="*/ 105 h 222"/>
                    <a:gd name="T6" fmla="*/ 152 w 199"/>
                    <a:gd name="T7" fmla="*/ 105 h 222"/>
                    <a:gd name="T8" fmla="*/ 168 w 199"/>
                    <a:gd name="T9" fmla="*/ 1 h 222"/>
                    <a:gd name="T10" fmla="*/ 81 w 199"/>
                    <a:gd name="T11" fmla="*/ 0 h 222"/>
                    <a:gd name="T12" fmla="*/ 82 w 199"/>
                    <a:gd name="T13" fmla="*/ 30 h 222"/>
                    <a:gd name="T14" fmla="*/ 54 w 199"/>
                    <a:gd name="T15" fmla="*/ 34 h 222"/>
                    <a:gd name="T16" fmla="*/ 64 w 199"/>
                    <a:gd name="T17" fmla="*/ 38 h 222"/>
                    <a:gd name="T18" fmla="*/ 75 w 199"/>
                    <a:gd name="T19" fmla="*/ 56 h 222"/>
                    <a:gd name="T20" fmla="*/ 87 w 199"/>
                    <a:gd name="T21" fmla="*/ 57 h 222"/>
                    <a:gd name="T22" fmla="*/ 91 w 199"/>
                    <a:gd name="T23" fmla="*/ 73 h 222"/>
                    <a:gd name="T24" fmla="*/ 103 w 199"/>
                    <a:gd name="T25" fmla="*/ 79 h 222"/>
                    <a:gd name="T26" fmla="*/ 94 w 199"/>
                    <a:gd name="T27" fmla="*/ 86 h 222"/>
                    <a:gd name="T28" fmla="*/ 94 w 199"/>
                    <a:gd name="T29" fmla="*/ 97 h 222"/>
                    <a:gd name="T30" fmla="*/ 35 w 199"/>
                    <a:gd name="T31" fmla="*/ 96 h 222"/>
                    <a:gd name="T32" fmla="*/ 14 w 199"/>
                    <a:gd name="T33" fmla="*/ 127 h 222"/>
                    <a:gd name="T34" fmla="*/ 14 w 199"/>
                    <a:gd name="T35" fmla="*/ 165 h 222"/>
                    <a:gd name="T36" fmla="*/ 0 w 199"/>
                    <a:gd name="T37" fmla="*/ 179 h 222"/>
                    <a:gd name="T38" fmla="*/ 14 w 199"/>
                    <a:gd name="T39" fmla="*/ 192 h 222"/>
                    <a:gd name="T40" fmla="*/ 47 w 199"/>
                    <a:gd name="T41" fmla="*/ 213 h 222"/>
                    <a:gd name="T42" fmla="*/ 80 w 199"/>
                    <a:gd name="T43" fmla="*/ 213 h 222"/>
                    <a:gd name="T44" fmla="*/ 92 w 199"/>
                    <a:gd name="T45" fmla="*/ 222 h 222"/>
                    <a:gd name="T46" fmla="*/ 111 w 199"/>
                    <a:gd name="T47" fmla="*/ 207 h 222"/>
                    <a:gd name="T48" fmla="*/ 124 w 199"/>
                    <a:gd name="T49" fmla="*/ 195 h 222"/>
                    <a:gd name="T50" fmla="*/ 125 w 199"/>
                    <a:gd name="T51" fmla="*/ 187 h 222"/>
                    <a:gd name="T52" fmla="*/ 149 w 199"/>
                    <a:gd name="T53" fmla="*/ 176 h 222"/>
                    <a:gd name="T54" fmla="*/ 151 w 199"/>
                    <a:gd name="T55" fmla="*/ 155 h 222"/>
                    <a:gd name="T56" fmla="*/ 179 w 199"/>
                    <a:gd name="T57" fmla="*/ 131 h 222"/>
                    <a:gd name="T58" fmla="*/ 199 w 199"/>
                    <a:gd name="T59" fmla="*/ 112 h 222"/>
                    <a:gd name="T60" fmla="*/ 190 w 199"/>
                    <a:gd name="T61" fmla="*/ 103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9" h="222">
                      <a:moveTo>
                        <a:pt x="190" y="103"/>
                      </a:moveTo>
                      <a:cubicBezTo>
                        <a:pt x="179" y="110"/>
                        <a:pt x="179" y="110"/>
                        <a:pt x="179" y="110"/>
                      </a:cubicBezTo>
                      <a:cubicBezTo>
                        <a:pt x="170" y="105"/>
                        <a:pt x="170" y="105"/>
                        <a:pt x="170" y="105"/>
                      </a:cubicBezTo>
                      <a:cubicBezTo>
                        <a:pt x="152" y="105"/>
                        <a:pt x="152" y="105"/>
                        <a:pt x="152" y="105"/>
                      </a:cubicBezTo>
                      <a:cubicBezTo>
                        <a:pt x="168" y="1"/>
                        <a:pt x="168" y="1"/>
                        <a:pt x="168" y="1"/>
                      </a:cubicBezTo>
                      <a:cubicBezTo>
                        <a:pt x="81" y="0"/>
                        <a:pt x="81" y="0"/>
                        <a:pt x="81" y="0"/>
                      </a:cubicBezTo>
                      <a:cubicBezTo>
                        <a:pt x="81" y="0"/>
                        <a:pt x="84" y="24"/>
                        <a:pt x="82" y="30"/>
                      </a:cubicBezTo>
                      <a:cubicBezTo>
                        <a:pt x="80" y="36"/>
                        <a:pt x="54" y="34"/>
                        <a:pt x="54" y="34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8"/>
                        <a:pt x="65" y="54"/>
                        <a:pt x="75" y="56"/>
                      </a:cubicBezTo>
                      <a:cubicBezTo>
                        <a:pt x="85" y="58"/>
                        <a:pt x="87" y="57"/>
                        <a:pt x="87" y="57"/>
                      </a:cubicBezTo>
                      <a:cubicBezTo>
                        <a:pt x="91" y="73"/>
                        <a:pt x="91" y="73"/>
                        <a:pt x="91" y="73"/>
                      </a:cubicBezTo>
                      <a:cubicBezTo>
                        <a:pt x="91" y="73"/>
                        <a:pt x="103" y="69"/>
                        <a:pt x="103" y="79"/>
                      </a:cubicBezTo>
                      <a:cubicBezTo>
                        <a:pt x="103" y="89"/>
                        <a:pt x="94" y="86"/>
                        <a:pt x="94" y="86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35" y="96"/>
                        <a:pt x="35" y="96"/>
                        <a:pt x="35" y="96"/>
                      </a:cubicBezTo>
                      <a:cubicBezTo>
                        <a:pt x="14" y="127"/>
                        <a:pt x="14" y="127"/>
                        <a:pt x="14" y="127"/>
                      </a:cubicBezTo>
                      <a:cubicBezTo>
                        <a:pt x="14" y="127"/>
                        <a:pt x="14" y="149"/>
                        <a:pt x="14" y="165"/>
                      </a:cubicBezTo>
                      <a:cubicBezTo>
                        <a:pt x="14" y="181"/>
                        <a:pt x="0" y="179"/>
                        <a:pt x="0" y="179"/>
                      </a:cubicBezTo>
                      <a:cubicBezTo>
                        <a:pt x="3" y="185"/>
                        <a:pt x="7" y="189"/>
                        <a:pt x="14" y="192"/>
                      </a:cubicBezTo>
                      <a:cubicBezTo>
                        <a:pt x="33" y="199"/>
                        <a:pt x="36" y="209"/>
                        <a:pt x="47" y="213"/>
                      </a:cubicBezTo>
                      <a:cubicBezTo>
                        <a:pt x="58" y="217"/>
                        <a:pt x="80" y="213"/>
                        <a:pt x="80" y="213"/>
                      </a:cubicBezTo>
                      <a:cubicBezTo>
                        <a:pt x="80" y="213"/>
                        <a:pt x="86" y="217"/>
                        <a:pt x="92" y="222"/>
                      </a:cubicBezTo>
                      <a:cubicBezTo>
                        <a:pt x="97" y="217"/>
                        <a:pt x="105" y="208"/>
                        <a:pt x="111" y="207"/>
                      </a:cubicBezTo>
                      <a:cubicBezTo>
                        <a:pt x="119" y="205"/>
                        <a:pt x="124" y="195"/>
                        <a:pt x="124" y="195"/>
                      </a:cubicBezTo>
                      <a:cubicBezTo>
                        <a:pt x="125" y="187"/>
                        <a:pt x="125" y="187"/>
                        <a:pt x="125" y="187"/>
                      </a:cubicBezTo>
                      <a:cubicBezTo>
                        <a:pt x="125" y="187"/>
                        <a:pt x="146" y="185"/>
                        <a:pt x="149" y="176"/>
                      </a:cubicBezTo>
                      <a:cubicBezTo>
                        <a:pt x="152" y="167"/>
                        <a:pt x="151" y="155"/>
                        <a:pt x="151" y="155"/>
                      </a:cubicBezTo>
                      <a:cubicBezTo>
                        <a:pt x="151" y="155"/>
                        <a:pt x="164" y="139"/>
                        <a:pt x="179" y="131"/>
                      </a:cubicBezTo>
                      <a:cubicBezTo>
                        <a:pt x="194" y="123"/>
                        <a:pt x="199" y="112"/>
                        <a:pt x="199" y="112"/>
                      </a:cubicBezTo>
                      <a:lnTo>
                        <a:pt x="190" y="10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0" name="Freeform 196"/>
                <p:cNvSpPr>
                  <a:spLocks/>
                </p:cNvSpPr>
                <p:nvPr/>
              </p:nvSpPr>
              <p:spPr bwMode="gray">
                <a:xfrm>
                  <a:off x="-18910" y="-14128"/>
                  <a:ext cx="2946" cy="2306"/>
                </a:xfrm>
                <a:custGeom>
                  <a:avLst/>
                  <a:gdLst>
                    <a:gd name="T0" fmla="*/ 968 w 1247"/>
                    <a:gd name="T1" fmla="*/ 891 h 976"/>
                    <a:gd name="T2" fmla="*/ 1036 w 1247"/>
                    <a:gd name="T3" fmla="*/ 874 h 976"/>
                    <a:gd name="T4" fmla="*/ 1008 w 1247"/>
                    <a:gd name="T5" fmla="*/ 851 h 976"/>
                    <a:gd name="T6" fmla="*/ 1015 w 1247"/>
                    <a:gd name="T7" fmla="*/ 825 h 976"/>
                    <a:gd name="T8" fmla="*/ 1108 w 1247"/>
                    <a:gd name="T9" fmla="*/ 786 h 976"/>
                    <a:gd name="T10" fmla="*/ 1139 w 1247"/>
                    <a:gd name="T11" fmla="*/ 771 h 976"/>
                    <a:gd name="T12" fmla="*/ 1162 w 1247"/>
                    <a:gd name="T13" fmla="*/ 767 h 976"/>
                    <a:gd name="T14" fmla="*/ 1182 w 1247"/>
                    <a:gd name="T15" fmla="*/ 717 h 976"/>
                    <a:gd name="T16" fmla="*/ 1184 w 1247"/>
                    <a:gd name="T17" fmla="*/ 701 h 976"/>
                    <a:gd name="T18" fmla="*/ 1234 w 1247"/>
                    <a:gd name="T19" fmla="*/ 632 h 976"/>
                    <a:gd name="T20" fmla="*/ 1172 w 1247"/>
                    <a:gd name="T21" fmla="*/ 594 h 976"/>
                    <a:gd name="T22" fmla="*/ 1060 w 1247"/>
                    <a:gd name="T23" fmla="*/ 655 h 976"/>
                    <a:gd name="T24" fmla="*/ 1043 w 1247"/>
                    <a:gd name="T25" fmla="*/ 716 h 976"/>
                    <a:gd name="T26" fmla="*/ 974 w 1247"/>
                    <a:gd name="T27" fmla="*/ 749 h 976"/>
                    <a:gd name="T28" fmla="*/ 836 w 1247"/>
                    <a:gd name="T29" fmla="*/ 753 h 976"/>
                    <a:gd name="T30" fmla="*/ 777 w 1247"/>
                    <a:gd name="T31" fmla="*/ 708 h 976"/>
                    <a:gd name="T32" fmla="*/ 750 w 1247"/>
                    <a:gd name="T33" fmla="*/ 616 h 976"/>
                    <a:gd name="T34" fmla="*/ 752 w 1247"/>
                    <a:gd name="T35" fmla="*/ 507 h 976"/>
                    <a:gd name="T36" fmla="*/ 768 w 1247"/>
                    <a:gd name="T37" fmla="*/ 434 h 976"/>
                    <a:gd name="T38" fmla="*/ 806 w 1247"/>
                    <a:gd name="T39" fmla="*/ 364 h 976"/>
                    <a:gd name="T40" fmla="*/ 780 w 1247"/>
                    <a:gd name="T41" fmla="*/ 355 h 976"/>
                    <a:gd name="T42" fmla="*/ 720 w 1247"/>
                    <a:gd name="T43" fmla="*/ 332 h 976"/>
                    <a:gd name="T44" fmla="*/ 714 w 1247"/>
                    <a:gd name="T45" fmla="*/ 280 h 976"/>
                    <a:gd name="T46" fmla="*/ 700 w 1247"/>
                    <a:gd name="T47" fmla="*/ 241 h 976"/>
                    <a:gd name="T48" fmla="*/ 661 w 1247"/>
                    <a:gd name="T49" fmla="*/ 154 h 976"/>
                    <a:gd name="T50" fmla="*/ 621 w 1247"/>
                    <a:gd name="T51" fmla="*/ 154 h 976"/>
                    <a:gd name="T52" fmla="*/ 519 w 1247"/>
                    <a:gd name="T53" fmla="*/ 161 h 976"/>
                    <a:gd name="T54" fmla="*/ 491 w 1247"/>
                    <a:gd name="T55" fmla="*/ 76 h 976"/>
                    <a:gd name="T56" fmla="*/ 390 w 1247"/>
                    <a:gd name="T57" fmla="*/ 45 h 976"/>
                    <a:gd name="T58" fmla="*/ 378 w 1247"/>
                    <a:gd name="T59" fmla="*/ 72 h 976"/>
                    <a:gd name="T60" fmla="*/ 106 w 1247"/>
                    <a:gd name="T61" fmla="*/ 0 h 976"/>
                    <a:gd name="T62" fmla="*/ 0 w 1247"/>
                    <a:gd name="T63" fmla="*/ 25 h 976"/>
                    <a:gd name="T64" fmla="*/ 10 w 1247"/>
                    <a:gd name="T65" fmla="*/ 76 h 976"/>
                    <a:gd name="T66" fmla="*/ 5 w 1247"/>
                    <a:gd name="T67" fmla="*/ 117 h 976"/>
                    <a:gd name="T68" fmla="*/ 42 w 1247"/>
                    <a:gd name="T69" fmla="*/ 176 h 976"/>
                    <a:gd name="T70" fmla="*/ 58 w 1247"/>
                    <a:gd name="T71" fmla="*/ 267 h 976"/>
                    <a:gd name="T72" fmla="*/ 7 w 1247"/>
                    <a:gd name="T73" fmla="*/ 261 h 976"/>
                    <a:gd name="T74" fmla="*/ 43 w 1247"/>
                    <a:gd name="T75" fmla="*/ 296 h 976"/>
                    <a:gd name="T76" fmla="*/ 91 w 1247"/>
                    <a:gd name="T77" fmla="*/ 337 h 976"/>
                    <a:gd name="T78" fmla="*/ 142 w 1247"/>
                    <a:gd name="T79" fmla="*/ 459 h 976"/>
                    <a:gd name="T80" fmla="*/ 210 w 1247"/>
                    <a:gd name="T81" fmla="*/ 506 h 976"/>
                    <a:gd name="T82" fmla="*/ 172 w 1247"/>
                    <a:gd name="T83" fmla="*/ 452 h 976"/>
                    <a:gd name="T84" fmla="*/ 162 w 1247"/>
                    <a:gd name="T85" fmla="*/ 387 h 976"/>
                    <a:gd name="T86" fmla="*/ 131 w 1247"/>
                    <a:gd name="T87" fmla="*/ 319 h 976"/>
                    <a:gd name="T88" fmla="*/ 116 w 1247"/>
                    <a:gd name="T89" fmla="*/ 227 h 976"/>
                    <a:gd name="T90" fmla="*/ 66 w 1247"/>
                    <a:gd name="T91" fmla="*/ 128 h 976"/>
                    <a:gd name="T92" fmla="*/ 84 w 1247"/>
                    <a:gd name="T93" fmla="*/ 42 h 976"/>
                    <a:gd name="T94" fmla="*/ 138 w 1247"/>
                    <a:gd name="T95" fmla="*/ 73 h 976"/>
                    <a:gd name="T96" fmla="*/ 160 w 1247"/>
                    <a:gd name="T97" fmla="*/ 180 h 976"/>
                    <a:gd name="T98" fmla="*/ 208 w 1247"/>
                    <a:gd name="T99" fmla="*/ 284 h 976"/>
                    <a:gd name="T100" fmla="*/ 257 w 1247"/>
                    <a:gd name="T101" fmla="*/ 318 h 976"/>
                    <a:gd name="T102" fmla="*/ 255 w 1247"/>
                    <a:gd name="T103" fmla="*/ 375 h 976"/>
                    <a:gd name="T104" fmla="*/ 294 w 1247"/>
                    <a:gd name="T105" fmla="*/ 418 h 976"/>
                    <a:gd name="T106" fmla="*/ 313 w 1247"/>
                    <a:gd name="T107" fmla="*/ 456 h 976"/>
                    <a:gd name="T108" fmla="*/ 371 w 1247"/>
                    <a:gd name="T109" fmla="*/ 575 h 976"/>
                    <a:gd name="T110" fmla="*/ 375 w 1247"/>
                    <a:gd name="T111" fmla="*/ 645 h 976"/>
                    <a:gd name="T112" fmla="*/ 423 w 1247"/>
                    <a:gd name="T113" fmla="*/ 740 h 976"/>
                    <a:gd name="T114" fmla="*/ 556 w 1247"/>
                    <a:gd name="T115" fmla="*/ 838 h 976"/>
                    <a:gd name="T116" fmla="*/ 677 w 1247"/>
                    <a:gd name="T117" fmla="*/ 899 h 976"/>
                    <a:gd name="T118" fmla="*/ 840 w 1247"/>
                    <a:gd name="T119" fmla="*/ 878 h 976"/>
                    <a:gd name="T120" fmla="*/ 947 w 1247"/>
                    <a:gd name="T121" fmla="*/ 960 h 9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247" h="976">
                      <a:moveTo>
                        <a:pt x="947" y="960"/>
                      </a:moveTo>
                      <a:cubicBezTo>
                        <a:pt x="947" y="944"/>
                        <a:pt x="947" y="922"/>
                        <a:pt x="947" y="922"/>
                      </a:cubicBezTo>
                      <a:cubicBezTo>
                        <a:pt x="968" y="891"/>
                        <a:pt x="968" y="891"/>
                        <a:pt x="968" y="891"/>
                      </a:cubicBezTo>
                      <a:cubicBezTo>
                        <a:pt x="1027" y="892"/>
                        <a:pt x="1027" y="892"/>
                        <a:pt x="1027" y="892"/>
                      </a:cubicBezTo>
                      <a:cubicBezTo>
                        <a:pt x="1027" y="881"/>
                        <a:pt x="1027" y="881"/>
                        <a:pt x="1027" y="881"/>
                      </a:cubicBezTo>
                      <a:cubicBezTo>
                        <a:pt x="1027" y="881"/>
                        <a:pt x="1036" y="884"/>
                        <a:pt x="1036" y="874"/>
                      </a:cubicBezTo>
                      <a:cubicBezTo>
                        <a:pt x="1036" y="864"/>
                        <a:pt x="1024" y="868"/>
                        <a:pt x="1024" y="868"/>
                      </a:cubicBezTo>
                      <a:cubicBezTo>
                        <a:pt x="1020" y="852"/>
                        <a:pt x="1020" y="852"/>
                        <a:pt x="1020" y="852"/>
                      </a:cubicBezTo>
                      <a:cubicBezTo>
                        <a:pt x="1020" y="852"/>
                        <a:pt x="1018" y="853"/>
                        <a:pt x="1008" y="851"/>
                      </a:cubicBezTo>
                      <a:cubicBezTo>
                        <a:pt x="998" y="849"/>
                        <a:pt x="997" y="833"/>
                        <a:pt x="997" y="833"/>
                      </a:cubicBezTo>
                      <a:cubicBezTo>
                        <a:pt x="987" y="829"/>
                        <a:pt x="987" y="829"/>
                        <a:pt x="987" y="829"/>
                      </a:cubicBezTo>
                      <a:cubicBezTo>
                        <a:pt x="987" y="829"/>
                        <a:pt x="1013" y="831"/>
                        <a:pt x="1015" y="825"/>
                      </a:cubicBezTo>
                      <a:cubicBezTo>
                        <a:pt x="1017" y="819"/>
                        <a:pt x="1014" y="795"/>
                        <a:pt x="1014" y="795"/>
                      </a:cubicBezTo>
                      <a:cubicBezTo>
                        <a:pt x="1101" y="796"/>
                        <a:pt x="1101" y="796"/>
                        <a:pt x="1101" y="796"/>
                      </a:cubicBezTo>
                      <a:cubicBezTo>
                        <a:pt x="1101" y="796"/>
                        <a:pt x="1103" y="786"/>
                        <a:pt x="1108" y="786"/>
                      </a:cubicBezTo>
                      <a:cubicBezTo>
                        <a:pt x="1113" y="786"/>
                        <a:pt x="1107" y="794"/>
                        <a:pt x="1118" y="793"/>
                      </a:cubicBezTo>
                      <a:cubicBezTo>
                        <a:pt x="1129" y="792"/>
                        <a:pt x="1136" y="760"/>
                        <a:pt x="1136" y="760"/>
                      </a:cubicBezTo>
                      <a:cubicBezTo>
                        <a:pt x="1139" y="771"/>
                        <a:pt x="1139" y="771"/>
                        <a:pt x="1139" y="771"/>
                      </a:cubicBezTo>
                      <a:cubicBezTo>
                        <a:pt x="1150" y="761"/>
                        <a:pt x="1150" y="761"/>
                        <a:pt x="1150" y="761"/>
                      </a:cubicBezTo>
                      <a:cubicBezTo>
                        <a:pt x="1164" y="745"/>
                        <a:pt x="1164" y="745"/>
                        <a:pt x="1164" y="745"/>
                      </a:cubicBezTo>
                      <a:cubicBezTo>
                        <a:pt x="1164" y="745"/>
                        <a:pt x="1158" y="764"/>
                        <a:pt x="1162" y="767"/>
                      </a:cubicBezTo>
                      <a:cubicBezTo>
                        <a:pt x="1166" y="770"/>
                        <a:pt x="1173" y="770"/>
                        <a:pt x="1173" y="770"/>
                      </a:cubicBezTo>
                      <a:cubicBezTo>
                        <a:pt x="1188" y="725"/>
                        <a:pt x="1188" y="725"/>
                        <a:pt x="1188" y="725"/>
                      </a:cubicBezTo>
                      <a:cubicBezTo>
                        <a:pt x="1182" y="717"/>
                        <a:pt x="1182" y="717"/>
                        <a:pt x="1182" y="717"/>
                      </a:cubicBezTo>
                      <a:cubicBezTo>
                        <a:pt x="1195" y="713"/>
                        <a:pt x="1195" y="713"/>
                        <a:pt x="1195" y="713"/>
                      </a:cubicBezTo>
                      <a:cubicBezTo>
                        <a:pt x="1196" y="705"/>
                        <a:pt x="1196" y="705"/>
                        <a:pt x="1196" y="705"/>
                      </a:cubicBezTo>
                      <a:cubicBezTo>
                        <a:pt x="1184" y="701"/>
                        <a:pt x="1184" y="701"/>
                        <a:pt x="1184" y="701"/>
                      </a:cubicBezTo>
                      <a:cubicBezTo>
                        <a:pt x="1196" y="688"/>
                        <a:pt x="1196" y="688"/>
                        <a:pt x="1196" y="688"/>
                      </a:cubicBezTo>
                      <a:cubicBezTo>
                        <a:pt x="1200" y="672"/>
                        <a:pt x="1200" y="672"/>
                        <a:pt x="1200" y="672"/>
                      </a:cubicBezTo>
                      <a:cubicBezTo>
                        <a:pt x="1200" y="672"/>
                        <a:pt x="1230" y="641"/>
                        <a:pt x="1234" y="632"/>
                      </a:cubicBezTo>
                      <a:cubicBezTo>
                        <a:pt x="1238" y="623"/>
                        <a:pt x="1247" y="600"/>
                        <a:pt x="1236" y="597"/>
                      </a:cubicBezTo>
                      <a:cubicBezTo>
                        <a:pt x="1225" y="594"/>
                        <a:pt x="1203" y="601"/>
                        <a:pt x="1203" y="601"/>
                      </a:cubicBezTo>
                      <a:cubicBezTo>
                        <a:pt x="1203" y="601"/>
                        <a:pt x="1179" y="594"/>
                        <a:pt x="1172" y="594"/>
                      </a:cubicBezTo>
                      <a:cubicBezTo>
                        <a:pt x="1165" y="594"/>
                        <a:pt x="1137" y="602"/>
                        <a:pt x="1123" y="606"/>
                      </a:cubicBezTo>
                      <a:cubicBezTo>
                        <a:pt x="1109" y="610"/>
                        <a:pt x="1084" y="606"/>
                        <a:pt x="1078" y="612"/>
                      </a:cubicBezTo>
                      <a:cubicBezTo>
                        <a:pt x="1072" y="618"/>
                        <a:pt x="1061" y="639"/>
                        <a:pt x="1060" y="655"/>
                      </a:cubicBezTo>
                      <a:cubicBezTo>
                        <a:pt x="1059" y="671"/>
                        <a:pt x="1059" y="686"/>
                        <a:pt x="1059" y="686"/>
                      </a:cubicBezTo>
                      <a:cubicBezTo>
                        <a:pt x="1049" y="690"/>
                        <a:pt x="1049" y="690"/>
                        <a:pt x="1049" y="690"/>
                      </a:cubicBezTo>
                      <a:cubicBezTo>
                        <a:pt x="1049" y="690"/>
                        <a:pt x="1049" y="710"/>
                        <a:pt x="1043" y="716"/>
                      </a:cubicBezTo>
                      <a:cubicBezTo>
                        <a:pt x="1037" y="722"/>
                        <a:pt x="1016" y="728"/>
                        <a:pt x="1011" y="737"/>
                      </a:cubicBezTo>
                      <a:cubicBezTo>
                        <a:pt x="1006" y="746"/>
                        <a:pt x="1009" y="765"/>
                        <a:pt x="996" y="766"/>
                      </a:cubicBezTo>
                      <a:cubicBezTo>
                        <a:pt x="983" y="767"/>
                        <a:pt x="990" y="749"/>
                        <a:pt x="974" y="749"/>
                      </a:cubicBezTo>
                      <a:cubicBezTo>
                        <a:pt x="958" y="749"/>
                        <a:pt x="932" y="761"/>
                        <a:pt x="912" y="761"/>
                      </a:cubicBezTo>
                      <a:cubicBezTo>
                        <a:pt x="892" y="761"/>
                        <a:pt x="864" y="784"/>
                        <a:pt x="855" y="780"/>
                      </a:cubicBezTo>
                      <a:cubicBezTo>
                        <a:pt x="846" y="776"/>
                        <a:pt x="847" y="755"/>
                        <a:pt x="836" y="753"/>
                      </a:cubicBezTo>
                      <a:cubicBezTo>
                        <a:pt x="825" y="751"/>
                        <a:pt x="797" y="748"/>
                        <a:pt x="797" y="748"/>
                      </a:cubicBezTo>
                      <a:cubicBezTo>
                        <a:pt x="797" y="748"/>
                        <a:pt x="795" y="731"/>
                        <a:pt x="790" y="724"/>
                      </a:cubicBezTo>
                      <a:cubicBezTo>
                        <a:pt x="785" y="717"/>
                        <a:pt x="777" y="708"/>
                        <a:pt x="777" y="708"/>
                      </a:cubicBezTo>
                      <a:cubicBezTo>
                        <a:pt x="777" y="685"/>
                        <a:pt x="777" y="685"/>
                        <a:pt x="777" y="685"/>
                      </a:cubicBezTo>
                      <a:cubicBezTo>
                        <a:pt x="751" y="644"/>
                        <a:pt x="751" y="644"/>
                        <a:pt x="751" y="644"/>
                      </a:cubicBezTo>
                      <a:cubicBezTo>
                        <a:pt x="750" y="616"/>
                        <a:pt x="750" y="616"/>
                        <a:pt x="750" y="616"/>
                      </a:cubicBezTo>
                      <a:cubicBezTo>
                        <a:pt x="739" y="596"/>
                        <a:pt x="739" y="596"/>
                        <a:pt x="739" y="596"/>
                      </a:cubicBezTo>
                      <a:cubicBezTo>
                        <a:pt x="736" y="539"/>
                        <a:pt x="736" y="539"/>
                        <a:pt x="736" y="539"/>
                      </a:cubicBezTo>
                      <a:cubicBezTo>
                        <a:pt x="736" y="539"/>
                        <a:pt x="752" y="518"/>
                        <a:pt x="752" y="507"/>
                      </a:cubicBezTo>
                      <a:cubicBezTo>
                        <a:pt x="752" y="496"/>
                        <a:pt x="754" y="466"/>
                        <a:pt x="754" y="466"/>
                      </a:cubicBezTo>
                      <a:cubicBezTo>
                        <a:pt x="752" y="439"/>
                        <a:pt x="752" y="439"/>
                        <a:pt x="752" y="439"/>
                      </a:cubicBezTo>
                      <a:cubicBezTo>
                        <a:pt x="768" y="434"/>
                        <a:pt x="768" y="434"/>
                        <a:pt x="768" y="434"/>
                      </a:cubicBezTo>
                      <a:cubicBezTo>
                        <a:pt x="768" y="434"/>
                        <a:pt x="767" y="394"/>
                        <a:pt x="775" y="392"/>
                      </a:cubicBezTo>
                      <a:cubicBezTo>
                        <a:pt x="783" y="390"/>
                        <a:pt x="791" y="401"/>
                        <a:pt x="793" y="392"/>
                      </a:cubicBezTo>
                      <a:cubicBezTo>
                        <a:pt x="795" y="383"/>
                        <a:pt x="806" y="364"/>
                        <a:pt x="806" y="364"/>
                      </a:cubicBezTo>
                      <a:cubicBezTo>
                        <a:pt x="806" y="363"/>
                        <a:pt x="806" y="363"/>
                        <a:pt x="806" y="363"/>
                      </a:cubicBezTo>
                      <a:cubicBezTo>
                        <a:pt x="803" y="364"/>
                        <a:pt x="799" y="365"/>
                        <a:pt x="794" y="365"/>
                      </a:cubicBezTo>
                      <a:cubicBezTo>
                        <a:pt x="783" y="365"/>
                        <a:pt x="785" y="355"/>
                        <a:pt x="780" y="355"/>
                      </a:cubicBezTo>
                      <a:cubicBezTo>
                        <a:pt x="775" y="355"/>
                        <a:pt x="756" y="355"/>
                        <a:pt x="756" y="355"/>
                      </a:cubicBezTo>
                      <a:cubicBezTo>
                        <a:pt x="750" y="344"/>
                        <a:pt x="750" y="344"/>
                        <a:pt x="750" y="344"/>
                      </a:cubicBezTo>
                      <a:cubicBezTo>
                        <a:pt x="750" y="344"/>
                        <a:pt x="720" y="343"/>
                        <a:pt x="720" y="332"/>
                      </a:cubicBezTo>
                      <a:cubicBezTo>
                        <a:pt x="720" y="321"/>
                        <a:pt x="722" y="313"/>
                        <a:pt x="722" y="313"/>
                      </a:cubicBezTo>
                      <a:cubicBezTo>
                        <a:pt x="714" y="307"/>
                        <a:pt x="714" y="307"/>
                        <a:pt x="714" y="307"/>
                      </a:cubicBezTo>
                      <a:cubicBezTo>
                        <a:pt x="714" y="280"/>
                        <a:pt x="714" y="280"/>
                        <a:pt x="714" y="280"/>
                      </a:cubicBezTo>
                      <a:cubicBezTo>
                        <a:pt x="714" y="280"/>
                        <a:pt x="724" y="277"/>
                        <a:pt x="717" y="270"/>
                      </a:cubicBezTo>
                      <a:cubicBezTo>
                        <a:pt x="710" y="263"/>
                        <a:pt x="701" y="262"/>
                        <a:pt x="701" y="254"/>
                      </a:cubicBezTo>
                      <a:cubicBezTo>
                        <a:pt x="701" y="247"/>
                        <a:pt x="700" y="241"/>
                        <a:pt x="700" y="241"/>
                      </a:cubicBezTo>
                      <a:cubicBezTo>
                        <a:pt x="700" y="241"/>
                        <a:pt x="689" y="234"/>
                        <a:pt x="689" y="225"/>
                      </a:cubicBezTo>
                      <a:cubicBezTo>
                        <a:pt x="689" y="216"/>
                        <a:pt x="697" y="201"/>
                        <a:pt x="689" y="193"/>
                      </a:cubicBezTo>
                      <a:cubicBezTo>
                        <a:pt x="681" y="185"/>
                        <a:pt x="661" y="154"/>
                        <a:pt x="661" y="154"/>
                      </a:cubicBezTo>
                      <a:cubicBezTo>
                        <a:pt x="632" y="153"/>
                        <a:pt x="632" y="153"/>
                        <a:pt x="632" y="153"/>
                      </a:cubicBezTo>
                      <a:cubicBezTo>
                        <a:pt x="622" y="148"/>
                        <a:pt x="622" y="148"/>
                        <a:pt x="622" y="148"/>
                      </a:cubicBezTo>
                      <a:cubicBezTo>
                        <a:pt x="621" y="154"/>
                        <a:pt x="621" y="154"/>
                        <a:pt x="621" y="154"/>
                      </a:cubicBezTo>
                      <a:cubicBezTo>
                        <a:pt x="621" y="154"/>
                        <a:pt x="609" y="153"/>
                        <a:pt x="605" y="157"/>
                      </a:cubicBezTo>
                      <a:cubicBezTo>
                        <a:pt x="601" y="161"/>
                        <a:pt x="588" y="195"/>
                        <a:pt x="569" y="195"/>
                      </a:cubicBezTo>
                      <a:cubicBezTo>
                        <a:pt x="550" y="195"/>
                        <a:pt x="519" y="161"/>
                        <a:pt x="519" y="161"/>
                      </a:cubicBezTo>
                      <a:cubicBezTo>
                        <a:pt x="519" y="161"/>
                        <a:pt x="529" y="119"/>
                        <a:pt x="519" y="109"/>
                      </a:cubicBezTo>
                      <a:cubicBezTo>
                        <a:pt x="508" y="98"/>
                        <a:pt x="497" y="97"/>
                        <a:pt x="497" y="97"/>
                      </a:cubicBezTo>
                      <a:cubicBezTo>
                        <a:pt x="491" y="76"/>
                        <a:pt x="491" y="76"/>
                        <a:pt x="491" y="76"/>
                      </a:cubicBezTo>
                      <a:cubicBezTo>
                        <a:pt x="473" y="68"/>
                        <a:pt x="473" y="68"/>
                        <a:pt x="473" y="68"/>
                      </a:cubicBezTo>
                      <a:cubicBezTo>
                        <a:pt x="473" y="68"/>
                        <a:pt x="478" y="60"/>
                        <a:pt x="463" y="45"/>
                      </a:cubicBezTo>
                      <a:cubicBezTo>
                        <a:pt x="390" y="45"/>
                        <a:pt x="390" y="45"/>
                        <a:pt x="390" y="45"/>
                      </a:cubicBezTo>
                      <a:cubicBezTo>
                        <a:pt x="390" y="45"/>
                        <a:pt x="383" y="49"/>
                        <a:pt x="383" y="55"/>
                      </a:cubicBezTo>
                      <a:cubicBezTo>
                        <a:pt x="383" y="61"/>
                        <a:pt x="385" y="65"/>
                        <a:pt x="382" y="69"/>
                      </a:cubicBezTo>
                      <a:cubicBezTo>
                        <a:pt x="378" y="72"/>
                        <a:pt x="378" y="72"/>
                        <a:pt x="378" y="72"/>
                      </a:cubicBezTo>
                      <a:cubicBezTo>
                        <a:pt x="246" y="74"/>
                        <a:pt x="246" y="74"/>
                        <a:pt x="246" y="74"/>
                      </a:cubicBezTo>
                      <a:cubicBezTo>
                        <a:pt x="106" y="10"/>
                        <a:pt x="106" y="10"/>
                        <a:pt x="106" y="10"/>
                      </a:cubicBezTo>
                      <a:cubicBezTo>
                        <a:pt x="106" y="10"/>
                        <a:pt x="96" y="10"/>
                        <a:pt x="106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2"/>
                        <a:pt x="0" y="20"/>
                        <a:pt x="0" y="25"/>
                      </a:cubicBezTo>
                      <a:cubicBezTo>
                        <a:pt x="0" y="36"/>
                        <a:pt x="13" y="54"/>
                        <a:pt x="13" y="54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10" y="76"/>
                        <a:pt x="10" y="76"/>
                        <a:pt x="10" y="76"/>
                      </a:cubicBezTo>
                      <a:cubicBezTo>
                        <a:pt x="3" y="86"/>
                        <a:pt x="3" y="86"/>
                        <a:pt x="3" y="86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5" y="117"/>
                        <a:pt x="5" y="117"/>
                        <a:pt x="5" y="117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1"/>
                        <a:pt x="11" y="162"/>
                        <a:pt x="20" y="171"/>
                      </a:cubicBezTo>
                      <a:cubicBezTo>
                        <a:pt x="29" y="180"/>
                        <a:pt x="42" y="176"/>
                        <a:pt x="42" y="176"/>
                      </a:cubicBezTo>
                      <a:cubicBezTo>
                        <a:pt x="42" y="176"/>
                        <a:pt x="66" y="219"/>
                        <a:pt x="66" y="227"/>
                      </a:cubicBezTo>
                      <a:cubicBezTo>
                        <a:pt x="66" y="235"/>
                        <a:pt x="47" y="260"/>
                        <a:pt x="47" y="260"/>
                      </a:cubicBezTo>
                      <a:cubicBezTo>
                        <a:pt x="58" y="267"/>
                        <a:pt x="58" y="267"/>
                        <a:pt x="58" y="267"/>
                      </a:cubicBezTo>
                      <a:cubicBezTo>
                        <a:pt x="50" y="276"/>
                        <a:pt x="50" y="276"/>
                        <a:pt x="50" y="276"/>
                      </a:cubicBezTo>
                      <a:cubicBezTo>
                        <a:pt x="41" y="264"/>
                        <a:pt x="41" y="264"/>
                        <a:pt x="41" y="264"/>
                      </a:cubicBezTo>
                      <a:cubicBezTo>
                        <a:pt x="7" y="261"/>
                        <a:pt x="7" y="261"/>
                        <a:pt x="7" y="261"/>
                      </a:cubicBezTo>
                      <a:cubicBezTo>
                        <a:pt x="23" y="279"/>
                        <a:pt x="23" y="279"/>
                        <a:pt x="23" y="279"/>
                      </a:cubicBezTo>
                      <a:cubicBezTo>
                        <a:pt x="29" y="295"/>
                        <a:pt x="29" y="295"/>
                        <a:pt x="29" y="295"/>
                      </a:cubicBezTo>
                      <a:cubicBezTo>
                        <a:pt x="43" y="296"/>
                        <a:pt x="43" y="296"/>
                        <a:pt x="43" y="296"/>
                      </a:cubicBezTo>
                      <a:cubicBezTo>
                        <a:pt x="43" y="296"/>
                        <a:pt x="60" y="319"/>
                        <a:pt x="65" y="317"/>
                      </a:cubicBezTo>
                      <a:cubicBezTo>
                        <a:pt x="70" y="315"/>
                        <a:pt x="85" y="305"/>
                        <a:pt x="85" y="305"/>
                      </a:cubicBezTo>
                      <a:cubicBezTo>
                        <a:pt x="85" y="305"/>
                        <a:pt x="84" y="328"/>
                        <a:pt x="91" y="337"/>
                      </a:cubicBezTo>
                      <a:cubicBezTo>
                        <a:pt x="98" y="346"/>
                        <a:pt x="113" y="358"/>
                        <a:pt x="113" y="368"/>
                      </a:cubicBezTo>
                      <a:cubicBezTo>
                        <a:pt x="113" y="378"/>
                        <a:pt x="96" y="398"/>
                        <a:pt x="102" y="412"/>
                      </a:cubicBezTo>
                      <a:cubicBezTo>
                        <a:pt x="108" y="426"/>
                        <a:pt x="128" y="442"/>
                        <a:pt x="142" y="459"/>
                      </a:cubicBezTo>
                      <a:cubicBezTo>
                        <a:pt x="156" y="476"/>
                        <a:pt x="175" y="497"/>
                        <a:pt x="175" y="497"/>
                      </a:cubicBezTo>
                      <a:cubicBezTo>
                        <a:pt x="175" y="497"/>
                        <a:pt x="162" y="524"/>
                        <a:pt x="178" y="525"/>
                      </a:cubicBezTo>
                      <a:cubicBezTo>
                        <a:pt x="194" y="526"/>
                        <a:pt x="210" y="506"/>
                        <a:pt x="210" y="506"/>
                      </a:cubicBezTo>
                      <a:cubicBezTo>
                        <a:pt x="206" y="493"/>
                        <a:pt x="206" y="493"/>
                        <a:pt x="206" y="493"/>
                      </a:cubicBezTo>
                      <a:cubicBezTo>
                        <a:pt x="206" y="493"/>
                        <a:pt x="198" y="457"/>
                        <a:pt x="190" y="453"/>
                      </a:cubicBezTo>
                      <a:cubicBezTo>
                        <a:pt x="182" y="449"/>
                        <a:pt x="172" y="452"/>
                        <a:pt x="172" y="452"/>
                      </a:cubicBezTo>
                      <a:cubicBezTo>
                        <a:pt x="160" y="435"/>
                        <a:pt x="160" y="435"/>
                        <a:pt x="160" y="435"/>
                      </a:cubicBezTo>
                      <a:cubicBezTo>
                        <a:pt x="160" y="435"/>
                        <a:pt x="164" y="422"/>
                        <a:pt x="162" y="414"/>
                      </a:cubicBezTo>
                      <a:cubicBezTo>
                        <a:pt x="160" y="406"/>
                        <a:pt x="162" y="387"/>
                        <a:pt x="162" y="387"/>
                      </a:cubicBezTo>
                      <a:cubicBezTo>
                        <a:pt x="150" y="365"/>
                        <a:pt x="150" y="365"/>
                        <a:pt x="150" y="365"/>
                      </a:cubicBezTo>
                      <a:cubicBezTo>
                        <a:pt x="150" y="365"/>
                        <a:pt x="160" y="341"/>
                        <a:pt x="156" y="329"/>
                      </a:cubicBezTo>
                      <a:cubicBezTo>
                        <a:pt x="152" y="317"/>
                        <a:pt x="131" y="319"/>
                        <a:pt x="131" y="319"/>
                      </a:cubicBezTo>
                      <a:cubicBezTo>
                        <a:pt x="131" y="288"/>
                        <a:pt x="131" y="288"/>
                        <a:pt x="131" y="288"/>
                      </a:cubicBezTo>
                      <a:cubicBezTo>
                        <a:pt x="114" y="267"/>
                        <a:pt x="114" y="267"/>
                        <a:pt x="114" y="267"/>
                      </a:cubicBezTo>
                      <a:cubicBezTo>
                        <a:pt x="116" y="227"/>
                        <a:pt x="116" y="227"/>
                        <a:pt x="116" y="227"/>
                      </a:cubicBezTo>
                      <a:cubicBezTo>
                        <a:pt x="116" y="227"/>
                        <a:pt x="102" y="207"/>
                        <a:pt x="97" y="201"/>
                      </a:cubicBezTo>
                      <a:cubicBezTo>
                        <a:pt x="92" y="195"/>
                        <a:pt x="89" y="170"/>
                        <a:pt x="89" y="170"/>
                      </a:cubicBezTo>
                      <a:cubicBezTo>
                        <a:pt x="89" y="170"/>
                        <a:pt x="63" y="132"/>
                        <a:pt x="66" y="128"/>
                      </a:cubicBezTo>
                      <a:cubicBezTo>
                        <a:pt x="69" y="124"/>
                        <a:pt x="79" y="107"/>
                        <a:pt x="75" y="95"/>
                      </a:cubicBezTo>
                      <a:cubicBezTo>
                        <a:pt x="71" y="83"/>
                        <a:pt x="85" y="67"/>
                        <a:pt x="85" y="67"/>
                      </a:cubicBezTo>
                      <a:cubicBezTo>
                        <a:pt x="84" y="42"/>
                        <a:pt x="84" y="42"/>
                        <a:pt x="84" y="42"/>
                      </a:cubicBezTo>
                      <a:cubicBezTo>
                        <a:pt x="84" y="42"/>
                        <a:pt x="104" y="62"/>
                        <a:pt x="113" y="62"/>
                      </a:cubicBezTo>
                      <a:cubicBezTo>
                        <a:pt x="122" y="62"/>
                        <a:pt x="134" y="58"/>
                        <a:pt x="134" y="58"/>
                      </a:cubicBezTo>
                      <a:cubicBezTo>
                        <a:pt x="134" y="58"/>
                        <a:pt x="131" y="69"/>
                        <a:pt x="138" y="73"/>
                      </a:cubicBezTo>
                      <a:cubicBezTo>
                        <a:pt x="145" y="77"/>
                        <a:pt x="155" y="77"/>
                        <a:pt x="155" y="77"/>
                      </a:cubicBezTo>
                      <a:cubicBezTo>
                        <a:pt x="155" y="77"/>
                        <a:pt x="152" y="88"/>
                        <a:pt x="152" y="106"/>
                      </a:cubicBezTo>
                      <a:cubicBezTo>
                        <a:pt x="152" y="124"/>
                        <a:pt x="160" y="180"/>
                        <a:pt x="160" y="180"/>
                      </a:cubicBezTo>
                      <a:cubicBezTo>
                        <a:pt x="160" y="180"/>
                        <a:pt x="181" y="255"/>
                        <a:pt x="189" y="257"/>
                      </a:cubicBezTo>
                      <a:cubicBezTo>
                        <a:pt x="197" y="259"/>
                        <a:pt x="217" y="257"/>
                        <a:pt x="217" y="257"/>
                      </a:cubicBezTo>
                      <a:cubicBezTo>
                        <a:pt x="217" y="257"/>
                        <a:pt x="199" y="268"/>
                        <a:pt x="208" y="284"/>
                      </a:cubicBezTo>
                      <a:cubicBezTo>
                        <a:pt x="217" y="300"/>
                        <a:pt x="234" y="302"/>
                        <a:pt x="234" y="302"/>
                      </a:cubicBezTo>
                      <a:cubicBezTo>
                        <a:pt x="236" y="317"/>
                        <a:pt x="236" y="317"/>
                        <a:pt x="236" y="317"/>
                      </a:cubicBezTo>
                      <a:cubicBezTo>
                        <a:pt x="257" y="318"/>
                        <a:pt x="257" y="318"/>
                        <a:pt x="257" y="318"/>
                      </a:cubicBezTo>
                      <a:cubicBezTo>
                        <a:pt x="260" y="346"/>
                        <a:pt x="260" y="346"/>
                        <a:pt x="260" y="346"/>
                      </a:cubicBezTo>
                      <a:cubicBezTo>
                        <a:pt x="260" y="346"/>
                        <a:pt x="228" y="359"/>
                        <a:pt x="238" y="374"/>
                      </a:cubicBezTo>
                      <a:cubicBezTo>
                        <a:pt x="248" y="389"/>
                        <a:pt x="255" y="375"/>
                        <a:pt x="255" y="375"/>
                      </a:cubicBezTo>
                      <a:cubicBezTo>
                        <a:pt x="255" y="375"/>
                        <a:pt x="264" y="395"/>
                        <a:pt x="270" y="397"/>
                      </a:cubicBezTo>
                      <a:cubicBezTo>
                        <a:pt x="276" y="399"/>
                        <a:pt x="294" y="401"/>
                        <a:pt x="294" y="404"/>
                      </a:cubicBezTo>
                      <a:cubicBezTo>
                        <a:pt x="294" y="407"/>
                        <a:pt x="294" y="418"/>
                        <a:pt x="294" y="418"/>
                      </a:cubicBezTo>
                      <a:cubicBezTo>
                        <a:pt x="294" y="418"/>
                        <a:pt x="279" y="437"/>
                        <a:pt x="290" y="438"/>
                      </a:cubicBezTo>
                      <a:cubicBezTo>
                        <a:pt x="301" y="439"/>
                        <a:pt x="313" y="437"/>
                        <a:pt x="313" y="437"/>
                      </a:cubicBezTo>
                      <a:cubicBezTo>
                        <a:pt x="313" y="456"/>
                        <a:pt x="313" y="456"/>
                        <a:pt x="313" y="456"/>
                      </a:cubicBezTo>
                      <a:cubicBezTo>
                        <a:pt x="313" y="456"/>
                        <a:pt x="335" y="481"/>
                        <a:pt x="345" y="495"/>
                      </a:cubicBezTo>
                      <a:cubicBezTo>
                        <a:pt x="355" y="509"/>
                        <a:pt x="373" y="538"/>
                        <a:pt x="373" y="547"/>
                      </a:cubicBezTo>
                      <a:cubicBezTo>
                        <a:pt x="373" y="556"/>
                        <a:pt x="370" y="562"/>
                        <a:pt x="371" y="575"/>
                      </a:cubicBezTo>
                      <a:cubicBezTo>
                        <a:pt x="372" y="588"/>
                        <a:pt x="386" y="595"/>
                        <a:pt x="384" y="606"/>
                      </a:cubicBezTo>
                      <a:cubicBezTo>
                        <a:pt x="382" y="617"/>
                        <a:pt x="364" y="625"/>
                        <a:pt x="364" y="632"/>
                      </a:cubicBezTo>
                      <a:cubicBezTo>
                        <a:pt x="364" y="639"/>
                        <a:pt x="375" y="645"/>
                        <a:pt x="375" y="645"/>
                      </a:cubicBezTo>
                      <a:cubicBezTo>
                        <a:pt x="375" y="645"/>
                        <a:pt x="351" y="642"/>
                        <a:pt x="351" y="659"/>
                      </a:cubicBezTo>
                      <a:cubicBezTo>
                        <a:pt x="351" y="676"/>
                        <a:pt x="350" y="717"/>
                        <a:pt x="373" y="719"/>
                      </a:cubicBezTo>
                      <a:cubicBezTo>
                        <a:pt x="396" y="721"/>
                        <a:pt x="416" y="727"/>
                        <a:pt x="423" y="740"/>
                      </a:cubicBezTo>
                      <a:cubicBezTo>
                        <a:pt x="430" y="753"/>
                        <a:pt x="437" y="779"/>
                        <a:pt x="453" y="781"/>
                      </a:cubicBezTo>
                      <a:cubicBezTo>
                        <a:pt x="469" y="783"/>
                        <a:pt x="496" y="777"/>
                        <a:pt x="507" y="788"/>
                      </a:cubicBezTo>
                      <a:cubicBezTo>
                        <a:pt x="518" y="799"/>
                        <a:pt x="525" y="825"/>
                        <a:pt x="556" y="838"/>
                      </a:cubicBezTo>
                      <a:cubicBezTo>
                        <a:pt x="587" y="851"/>
                        <a:pt x="632" y="851"/>
                        <a:pt x="639" y="861"/>
                      </a:cubicBezTo>
                      <a:cubicBezTo>
                        <a:pt x="646" y="871"/>
                        <a:pt x="649" y="881"/>
                        <a:pt x="659" y="881"/>
                      </a:cubicBezTo>
                      <a:cubicBezTo>
                        <a:pt x="669" y="881"/>
                        <a:pt x="677" y="899"/>
                        <a:pt x="677" y="899"/>
                      </a:cubicBezTo>
                      <a:cubicBezTo>
                        <a:pt x="677" y="899"/>
                        <a:pt x="720" y="894"/>
                        <a:pt x="722" y="897"/>
                      </a:cubicBezTo>
                      <a:cubicBezTo>
                        <a:pt x="724" y="900"/>
                        <a:pt x="731" y="921"/>
                        <a:pt x="745" y="917"/>
                      </a:cubicBezTo>
                      <a:cubicBezTo>
                        <a:pt x="759" y="913"/>
                        <a:pt x="829" y="875"/>
                        <a:pt x="840" y="878"/>
                      </a:cubicBezTo>
                      <a:cubicBezTo>
                        <a:pt x="851" y="881"/>
                        <a:pt x="921" y="938"/>
                        <a:pt x="924" y="946"/>
                      </a:cubicBezTo>
                      <a:cubicBezTo>
                        <a:pt x="926" y="951"/>
                        <a:pt x="927" y="964"/>
                        <a:pt x="933" y="974"/>
                      </a:cubicBezTo>
                      <a:cubicBezTo>
                        <a:pt x="933" y="974"/>
                        <a:pt x="947" y="976"/>
                        <a:pt x="947" y="9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1" name="Freeform 197"/>
                <p:cNvSpPr>
                  <a:spLocks/>
                </p:cNvSpPr>
                <p:nvPr/>
              </p:nvSpPr>
              <p:spPr bwMode="gray">
                <a:xfrm>
                  <a:off x="-16375" y="-12021"/>
                  <a:ext cx="699" cy="392"/>
                </a:xfrm>
                <a:custGeom>
                  <a:avLst/>
                  <a:gdLst>
                    <a:gd name="T0" fmla="*/ 103 w 296"/>
                    <a:gd name="T1" fmla="*/ 162 h 166"/>
                    <a:gd name="T2" fmla="*/ 105 w 296"/>
                    <a:gd name="T3" fmla="*/ 151 h 166"/>
                    <a:gd name="T4" fmla="*/ 114 w 296"/>
                    <a:gd name="T5" fmla="*/ 149 h 166"/>
                    <a:gd name="T6" fmla="*/ 115 w 296"/>
                    <a:gd name="T7" fmla="*/ 122 h 166"/>
                    <a:gd name="T8" fmla="*/ 135 w 296"/>
                    <a:gd name="T9" fmla="*/ 123 h 166"/>
                    <a:gd name="T10" fmla="*/ 148 w 296"/>
                    <a:gd name="T11" fmla="*/ 109 h 166"/>
                    <a:gd name="T12" fmla="*/ 162 w 296"/>
                    <a:gd name="T13" fmla="*/ 118 h 166"/>
                    <a:gd name="T14" fmla="*/ 189 w 296"/>
                    <a:gd name="T15" fmla="*/ 95 h 166"/>
                    <a:gd name="T16" fmla="*/ 190 w 296"/>
                    <a:gd name="T17" fmla="*/ 85 h 166"/>
                    <a:gd name="T18" fmla="*/ 203 w 296"/>
                    <a:gd name="T19" fmla="*/ 84 h 166"/>
                    <a:gd name="T20" fmla="*/ 213 w 296"/>
                    <a:gd name="T21" fmla="*/ 65 h 166"/>
                    <a:gd name="T22" fmla="*/ 238 w 296"/>
                    <a:gd name="T23" fmla="*/ 76 h 166"/>
                    <a:gd name="T24" fmla="*/ 251 w 296"/>
                    <a:gd name="T25" fmla="*/ 66 h 166"/>
                    <a:gd name="T26" fmla="*/ 262 w 296"/>
                    <a:gd name="T27" fmla="*/ 66 h 166"/>
                    <a:gd name="T28" fmla="*/ 281 w 296"/>
                    <a:gd name="T29" fmla="*/ 65 h 166"/>
                    <a:gd name="T30" fmla="*/ 294 w 296"/>
                    <a:gd name="T31" fmla="*/ 55 h 166"/>
                    <a:gd name="T32" fmla="*/ 283 w 296"/>
                    <a:gd name="T33" fmla="*/ 41 h 166"/>
                    <a:gd name="T34" fmla="*/ 268 w 296"/>
                    <a:gd name="T35" fmla="*/ 35 h 166"/>
                    <a:gd name="T36" fmla="*/ 248 w 296"/>
                    <a:gd name="T37" fmla="*/ 18 h 166"/>
                    <a:gd name="T38" fmla="*/ 230 w 296"/>
                    <a:gd name="T39" fmla="*/ 13 h 166"/>
                    <a:gd name="T40" fmla="*/ 214 w 296"/>
                    <a:gd name="T41" fmla="*/ 1 h 166"/>
                    <a:gd name="T42" fmla="*/ 192 w 296"/>
                    <a:gd name="T43" fmla="*/ 9 h 166"/>
                    <a:gd name="T44" fmla="*/ 171 w 296"/>
                    <a:gd name="T45" fmla="*/ 0 h 166"/>
                    <a:gd name="T46" fmla="*/ 148 w 296"/>
                    <a:gd name="T47" fmla="*/ 18 h 166"/>
                    <a:gd name="T48" fmla="*/ 125 w 296"/>
                    <a:gd name="T49" fmla="*/ 17 h 166"/>
                    <a:gd name="T50" fmla="*/ 109 w 296"/>
                    <a:gd name="T51" fmla="*/ 11 h 166"/>
                    <a:gd name="T52" fmla="*/ 89 w 296"/>
                    <a:gd name="T53" fmla="*/ 16 h 166"/>
                    <a:gd name="T54" fmla="*/ 81 w 296"/>
                    <a:gd name="T55" fmla="*/ 2 h 166"/>
                    <a:gd name="T56" fmla="*/ 59 w 296"/>
                    <a:gd name="T57" fmla="*/ 15 h 166"/>
                    <a:gd name="T58" fmla="*/ 39 w 296"/>
                    <a:gd name="T59" fmla="*/ 34 h 166"/>
                    <a:gd name="T60" fmla="*/ 11 w 296"/>
                    <a:gd name="T61" fmla="*/ 58 h 166"/>
                    <a:gd name="T62" fmla="*/ 9 w 296"/>
                    <a:gd name="T63" fmla="*/ 79 h 166"/>
                    <a:gd name="T64" fmla="*/ 0 w 296"/>
                    <a:gd name="T65" fmla="*/ 86 h 166"/>
                    <a:gd name="T66" fmla="*/ 13 w 296"/>
                    <a:gd name="T67" fmla="*/ 102 h 166"/>
                    <a:gd name="T68" fmla="*/ 28 w 296"/>
                    <a:gd name="T69" fmla="*/ 102 h 166"/>
                    <a:gd name="T70" fmla="*/ 36 w 296"/>
                    <a:gd name="T71" fmla="*/ 118 h 166"/>
                    <a:gd name="T72" fmla="*/ 52 w 296"/>
                    <a:gd name="T73" fmla="*/ 112 h 166"/>
                    <a:gd name="T74" fmla="*/ 67 w 296"/>
                    <a:gd name="T75" fmla="*/ 114 h 166"/>
                    <a:gd name="T76" fmla="*/ 68 w 296"/>
                    <a:gd name="T77" fmla="*/ 143 h 166"/>
                    <a:gd name="T78" fmla="*/ 85 w 296"/>
                    <a:gd name="T79" fmla="*/ 148 h 166"/>
                    <a:gd name="T80" fmla="*/ 89 w 296"/>
                    <a:gd name="T81" fmla="*/ 166 h 166"/>
                    <a:gd name="T82" fmla="*/ 103 w 296"/>
                    <a:gd name="T83" fmla="*/ 162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96" h="166">
                      <a:moveTo>
                        <a:pt x="103" y="162"/>
                      </a:moveTo>
                      <a:cubicBezTo>
                        <a:pt x="109" y="160"/>
                        <a:pt x="105" y="151"/>
                        <a:pt x="105" y="151"/>
                      </a:cubicBezTo>
                      <a:cubicBezTo>
                        <a:pt x="114" y="149"/>
                        <a:pt x="114" y="149"/>
                        <a:pt x="114" y="149"/>
                      </a:cubicBezTo>
                      <a:cubicBezTo>
                        <a:pt x="114" y="149"/>
                        <a:pt x="100" y="122"/>
                        <a:pt x="115" y="122"/>
                      </a:cubicBezTo>
                      <a:cubicBezTo>
                        <a:pt x="130" y="122"/>
                        <a:pt x="135" y="123"/>
                        <a:pt x="135" y="123"/>
                      </a:cubicBezTo>
                      <a:cubicBezTo>
                        <a:pt x="135" y="123"/>
                        <a:pt x="140" y="108"/>
                        <a:pt x="148" y="109"/>
                      </a:cubicBezTo>
                      <a:cubicBezTo>
                        <a:pt x="156" y="110"/>
                        <a:pt x="147" y="118"/>
                        <a:pt x="162" y="118"/>
                      </a:cubicBezTo>
                      <a:cubicBezTo>
                        <a:pt x="177" y="118"/>
                        <a:pt x="189" y="95"/>
                        <a:pt x="189" y="95"/>
                      </a:cubicBezTo>
                      <a:cubicBezTo>
                        <a:pt x="190" y="85"/>
                        <a:pt x="190" y="85"/>
                        <a:pt x="190" y="85"/>
                      </a:cubicBezTo>
                      <a:cubicBezTo>
                        <a:pt x="203" y="84"/>
                        <a:pt x="203" y="84"/>
                        <a:pt x="203" y="84"/>
                      </a:cubicBezTo>
                      <a:cubicBezTo>
                        <a:pt x="203" y="84"/>
                        <a:pt x="204" y="64"/>
                        <a:pt x="213" y="65"/>
                      </a:cubicBezTo>
                      <a:cubicBezTo>
                        <a:pt x="222" y="66"/>
                        <a:pt x="228" y="77"/>
                        <a:pt x="238" y="76"/>
                      </a:cubicBezTo>
                      <a:cubicBezTo>
                        <a:pt x="248" y="75"/>
                        <a:pt x="247" y="66"/>
                        <a:pt x="251" y="66"/>
                      </a:cubicBezTo>
                      <a:cubicBezTo>
                        <a:pt x="255" y="66"/>
                        <a:pt x="262" y="66"/>
                        <a:pt x="262" y="66"/>
                      </a:cubicBezTo>
                      <a:cubicBezTo>
                        <a:pt x="281" y="65"/>
                        <a:pt x="281" y="65"/>
                        <a:pt x="281" y="65"/>
                      </a:cubicBezTo>
                      <a:cubicBezTo>
                        <a:pt x="282" y="61"/>
                        <a:pt x="296" y="62"/>
                        <a:pt x="294" y="55"/>
                      </a:cubicBezTo>
                      <a:cubicBezTo>
                        <a:pt x="292" y="48"/>
                        <a:pt x="283" y="41"/>
                        <a:pt x="283" y="41"/>
                      </a:cubicBezTo>
                      <a:cubicBezTo>
                        <a:pt x="268" y="35"/>
                        <a:pt x="268" y="35"/>
                        <a:pt x="268" y="35"/>
                      </a:cubicBezTo>
                      <a:cubicBezTo>
                        <a:pt x="268" y="35"/>
                        <a:pt x="257" y="27"/>
                        <a:pt x="248" y="18"/>
                      </a:cubicBezTo>
                      <a:cubicBezTo>
                        <a:pt x="239" y="9"/>
                        <a:pt x="230" y="13"/>
                        <a:pt x="230" y="13"/>
                      </a:cubicBezTo>
                      <a:cubicBezTo>
                        <a:pt x="230" y="13"/>
                        <a:pt x="226" y="1"/>
                        <a:pt x="214" y="1"/>
                      </a:cubicBezTo>
                      <a:cubicBezTo>
                        <a:pt x="202" y="1"/>
                        <a:pt x="192" y="9"/>
                        <a:pt x="192" y="9"/>
                      </a:cubicBezTo>
                      <a:cubicBezTo>
                        <a:pt x="192" y="9"/>
                        <a:pt x="178" y="0"/>
                        <a:pt x="171" y="0"/>
                      </a:cubicBezTo>
                      <a:cubicBezTo>
                        <a:pt x="164" y="0"/>
                        <a:pt x="148" y="18"/>
                        <a:pt x="148" y="18"/>
                      </a:cubicBezTo>
                      <a:cubicBezTo>
                        <a:pt x="125" y="17"/>
                        <a:pt x="125" y="17"/>
                        <a:pt x="125" y="17"/>
                      </a:cubicBezTo>
                      <a:cubicBezTo>
                        <a:pt x="125" y="17"/>
                        <a:pt x="112" y="11"/>
                        <a:pt x="109" y="11"/>
                      </a:cubicBezTo>
                      <a:cubicBezTo>
                        <a:pt x="106" y="11"/>
                        <a:pt x="89" y="16"/>
                        <a:pt x="89" y="16"/>
                      </a:cubicBezTo>
                      <a:cubicBezTo>
                        <a:pt x="89" y="16"/>
                        <a:pt x="84" y="2"/>
                        <a:pt x="81" y="2"/>
                      </a:cubicBezTo>
                      <a:cubicBezTo>
                        <a:pt x="78" y="2"/>
                        <a:pt x="59" y="15"/>
                        <a:pt x="59" y="15"/>
                      </a:cubicBezTo>
                      <a:cubicBezTo>
                        <a:pt x="59" y="15"/>
                        <a:pt x="54" y="26"/>
                        <a:pt x="39" y="34"/>
                      </a:cubicBezTo>
                      <a:cubicBezTo>
                        <a:pt x="24" y="42"/>
                        <a:pt x="11" y="58"/>
                        <a:pt x="11" y="58"/>
                      </a:cubicBezTo>
                      <a:cubicBezTo>
                        <a:pt x="11" y="58"/>
                        <a:pt x="12" y="70"/>
                        <a:pt x="9" y="79"/>
                      </a:cubicBezTo>
                      <a:cubicBezTo>
                        <a:pt x="8" y="82"/>
                        <a:pt x="4" y="85"/>
                        <a:pt x="0" y="86"/>
                      </a:cubicBezTo>
                      <a:cubicBezTo>
                        <a:pt x="2" y="91"/>
                        <a:pt x="6" y="102"/>
                        <a:pt x="13" y="102"/>
                      </a:cubicBezTo>
                      <a:cubicBezTo>
                        <a:pt x="22" y="102"/>
                        <a:pt x="28" y="102"/>
                        <a:pt x="28" y="102"/>
                      </a:cubicBezTo>
                      <a:cubicBezTo>
                        <a:pt x="28" y="102"/>
                        <a:pt x="27" y="120"/>
                        <a:pt x="36" y="118"/>
                      </a:cubicBezTo>
                      <a:cubicBezTo>
                        <a:pt x="45" y="116"/>
                        <a:pt x="47" y="111"/>
                        <a:pt x="52" y="112"/>
                      </a:cubicBezTo>
                      <a:cubicBezTo>
                        <a:pt x="57" y="113"/>
                        <a:pt x="67" y="114"/>
                        <a:pt x="67" y="114"/>
                      </a:cubicBezTo>
                      <a:cubicBezTo>
                        <a:pt x="68" y="143"/>
                        <a:pt x="68" y="143"/>
                        <a:pt x="68" y="143"/>
                      </a:cubicBezTo>
                      <a:cubicBezTo>
                        <a:pt x="85" y="148"/>
                        <a:pt x="85" y="148"/>
                        <a:pt x="85" y="148"/>
                      </a:cubicBezTo>
                      <a:cubicBezTo>
                        <a:pt x="92" y="158"/>
                        <a:pt x="89" y="166"/>
                        <a:pt x="89" y="166"/>
                      </a:cubicBezTo>
                      <a:cubicBezTo>
                        <a:pt x="89" y="166"/>
                        <a:pt x="97" y="164"/>
                        <a:pt x="103" y="16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2" name="Freeform 198"/>
                <p:cNvSpPr>
                  <a:spLocks/>
                </p:cNvSpPr>
                <p:nvPr/>
              </p:nvSpPr>
              <p:spPr bwMode="gray">
                <a:xfrm>
                  <a:off x="-12974" y="-10745"/>
                  <a:ext cx="470" cy="539"/>
                </a:xfrm>
                <a:custGeom>
                  <a:avLst/>
                  <a:gdLst>
                    <a:gd name="T0" fmla="*/ 43 w 199"/>
                    <a:gd name="T1" fmla="*/ 52 h 228"/>
                    <a:gd name="T2" fmla="*/ 10 w 199"/>
                    <a:gd name="T3" fmla="*/ 61 h 228"/>
                    <a:gd name="T4" fmla="*/ 11 w 199"/>
                    <a:gd name="T5" fmla="*/ 89 h 228"/>
                    <a:gd name="T6" fmla="*/ 1 w 199"/>
                    <a:gd name="T7" fmla="*/ 107 h 228"/>
                    <a:gd name="T8" fmla="*/ 12 w 199"/>
                    <a:gd name="T9" fmla="*/ 122 h 228"/>
                    <a:gd name="T10" fmla="*/ 26 w 199"/>
                    <a:gd name="T11" fmla="*/ 144 h 228"/>
                    <a:gd name="T12" fmla="*/ 40 w 199"/>
                    <a:gd name="T13" fmla="*/ 137 h 228"/>
                    <a:gd name="T14" fmla="*/ 40 w 199"/>
                    <a:gd name="T15" fmla="*/ 173 h 228"/>
                    <a:gd name="T16" fmla="*/ 65 w 199"/>
                    <a:gd name="T17" fmla="*/ 212 h 228"/>
                    <a:gd name="T18" fmla="*/ 103 w 199"/>
                    <a:gd name="T19" fmla="*/ 224 h 228"/>
                    <a:gd name="T20" fmla="*/ 95 w 199"/>
                    <a:gd name="T21" fmla="*/ 204 h 228"/>
                    <a:gd name="T22" fmla="*/ 102 w 199"/>
                    <a:gd name="T23" fmla="*/ 187 h 228"/>
                    <a:gd name="T24" fmla="*/ 107 w 199"/>
                    <a:gd name="T25" fmla="*/ 195 h 228"/>
                    <a:gd name="T26" fmla="*/ 125 w 199"/>
                    <a:gd name="T27" fmla="*/ 195 h 228"/>
                    <a:gd name="T28" fmla="*/ 142 w 199"/>
                    <a:gd name="T29" fmla="*/ 183 h 228"/>
                    <a:gd name="T30" fmla="*/ 154 w 199"/>
                    <a:gd name="T31" fmla="*/ 193 h 228"/>
                    <a:gd name="T32" fmla="*/ 167 w 199"/>
                    <a:gd name="T33" fmla="*/ 199 h 228"/>
                    <a:gd name="T34" fmla="*/ 174 w 199"/>
                    <a:gd name="T35" fmla="*/ 182 h 228"/>
                    <a:gd name="T36" fmla="*/ 186 w 199"/>
                    <a:gd name="T37" fmla="*/ 175 h 228"/>
                    <a:gd name="T38" fmla="*/ 184 w 199"/>
                    <a:gd name="T39" fmla="*/ 147 h 228"/>
                    <a:gd name="T40" fmla="*/ 195 w 199"/>
                    <a:gd name="T41" fmla="*/ 132 h 228"/>
                    <a:gd name="T42" fmla="*/ 174 w 199"/>
                    <a:gd name="T43" fmla="*/ 105 h 228"/>
                    <a:gd name="T44" fmla="*/ 173 w 199"/>
                    <a:gd name="T45" fmla="*/ 55 h 228"/>
                    <a:gd name="T46" fmla="*/ 195 w 199"/>
                    <a:gd name="T47" fmla="*/ 32 h 228"/>
                    <a:gd name="T48" fmla="*/ 199 w 199"/>
                    <a:gd name="T49" fmla="*/ 11 h 228"/>
                    <a:gd name="T50" fmla="*/ 199 w 199"/>
                    <a:gd name="T51" fmla="*/ 11 h 228"/>
                    <a:gd name="T52" fmla="*/ 197 w 199"/>
                    <a:gd name="T53" fmla="*/ 9 h 228"/>
                    <a:gd name="T54" fmla="*/ 143 w 199"/>
                    <a:gd name="T55" fmla="*/ 0 h 228"/>
                    <a:gd name="T56" fmla="*/ 139 w 199"/>
                    <a:gd name="T57" fmla="*/ 9 h 228"/>
                    <a:gd name="T58" fmla="*/ 109 w 199"/>
                    <a:gd name="T59" fmla="*/ 4 h 228"/>
                    <a:gd name="T60" fmla="*/ 108 w 199"/>
                    <a:gd name="T61" fmla="*/ 15 h 228"/>
                    <a:gd name="T62" fmla="*/ 69 w 199"/>
                    <a:gd name="T63" fmla="*/ 1 h 228"/>
                    <a:gd name="T64" fmla="*/ 50 w 199"/>
                    <a:gd name="T65" fmla="*/ 7 h 228"/>
                    <a:gd name="T66" fmla="*/ 39 w 199"/>
                    <a:gd name="T67" fmla="*/ 29 h 228"/>
                    <a:gd name="T68" fmla="*/ 43 w 199"/>
                    <a:gd name="T69" fmla="*/ 52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99" h="228">
                      <a:moveTo>
                        <a:pt x="43" y="52"/>
                      </a:moveTo>
                      <a:cubicBezTo>
                        <a:pt x="31" y="55"/>
                        <a:pt x="13" y="52"/>
                        <a:pt x="10" y="61"/>
                      </a:cubicBezTo>
                      <a:cubicBezTo>
                        <a:pt x="7" y="70"/>
                        <a:pt x="11" y="89"/>
                        <a:pt x="11" y="89"/>
                      </a:cubicBezTo>
                      <a:cubicBezTo>
                        <a:pt x="11" y="89"/>
                        <a:pt x="0" y="96"/>
                        <a:pt x="1" y="107"/>
                      </a:cubicBezTo>
                      <a:cubicBezTo>
                        <a:pt x="2" y="117"/>
                        <a:pt x="12" y="115"/>
                        <a:pt x="12" y="122"/>
                      </a:cubicBezTo>
                      <a:cubicBezTo>
                        <a:pt x="12" y="129"/>
                        <a:pt x="22" y="143"/>
                        <a:pt x="26" y="144"/>
                      </a:cubicBezTo>
                      <a:cubicBezTo>
                        <a:pt x="30" y="145"/>
                        <a:pt x="39" y="130"/>
                        <a:pt x="40" y="137"/>
                      </a:cubicBezTo>
                      <a:cubicBezTo>
                        <a:pt x="41" y="144"/>
                        <a:pt x="31" y="165"/>
                        <a:pt x="40" y="173"/>
                      </a:cubicBezTo>
                      <a:cubicBezTo>
                        <a:pt x="49" y="181"/>
                        <a:pt x="65" y="212"/>
                        <a:pt x="65" y="212"/>
                      </a:cubicBezTo>
                      <a:cubicBezTo>
                        <a:pt x="65" y="212"/>
                        <a:pt x="94" y="228"/>
                        <a:pt x="103" y="224"/>
                      </a:cubicBezTo>
                      <a:cubicBezTo>
                        <a:pt x="112" y="220"/>
                        <a:pt x="98" y="210"/>
                        <a:pt x="95" y="204"/>
                      </a:cubicBezTo>
                      <a:cubicBezTo>
                        <a:pt x="92" y="198"/>
                        <a:pt x="96" y="188"/>
                        <a:pt x="102" y="187"/>
                      </a:cubicBezTo>
                      <a:cubicBezTo>
                        <a:pt x="108" y="186"/>
                        <a:pt x="107" y="195"/>
                        <a:pt x="107" y="195"/>
                      </a:cubicBezTo>
                      <a:cubicBezTo>
                        <a:pt x="125" y="195"/>
                        <a:pt x="125" y="195"/>
                        <a:pt x="125" y="195"/>
                      </a:cubicBezTo>
                      <a:cubicBezTo>
                        <a:pt x="125" y="195"/>
                        <a:pt x="134" y="184"/>
                        <a:pt x="142" y="183"/>
                      </a:cubicBezTo>
                      <a:cubicBezTo>
                        <a:pt x="150" y="182"/>
                        <a:pt x="154" y="193"/>
                        <a:pt x="154" y="193"/>
                      </a:cubicBezTo>
                      <a:cubicBezTo>
                        <a:pt x="167" y="199"/>
                        <a:pt x="167" y="199"/>
                        <a:pt x="167" y="199"/>
                      </a:cubicBezTo>
                      <a:cubicBezTo>
                        <a:pt x="167" y="199"/>
                        <a:pt x="173" y="185"/>
                        <a:pt x="174" y="182"/>
                      </a:cubicBezTo>
                      <a:cubicBezTo>
                        <a:pt x="175" y="179"/>
                        <a:pt x="186" y="175"/>
                        <a:pt x="186" y="175"/>
                      </a:cubicBezTo>
                      <a:cubicBezTo>
                        <a:pt x="184" y="147"/>
                        <a:pt x="184" y="147"/>
                        <a:pt x="184" y="147"/>
                      </a:cubicBezTo>
                      <a:cubicBezTo>
                        <a:pt x="184" y="147"/>
                        <a:pt x="196" y="142"/>
                        <a:pt x="195" y="132"/>
                      </a:cubicBezTo>
                      <a:cubicBezTo>
                        <a:pt x="194" y="122"/>
                        <a:pt x="175" y="117"/>
                        <a:pt x="174" y="105"/>
                      </a:cubicBezTo>
                      <a:cubicBezTo>
                        <a:pt x="173" y="92"/>
                        <a:pt x="163" y="71"/>
                        <a:pt x="173" y="55"/>
                      </a:cubicBezTo>
                      <a:cubicBezTo>
                        <a:pt x="184" y="38"/>
                        <a:pt x="195" y="39"/>
                        <a:pt x="195" y="32"/>
                      </a:cubicBezTo>
                      <a:cubicBezTo>
                        <a:pt x="195" y="27"/>
                        <a:pt x="195" y="18"/>
                        <a:pt x="199" y="11"/>
                      </a:cubicBezTo>
                      <a:cubicBezTo>
                        <a:pt x="199" y="11"/>
                        <a:pt x="199" y="11"/>
                        <a:pt x="199" y="11"/>
                      </a:cubicBezTo>
                      <a:cubicBezTo>
                        <a:pt x="198" y="10"/>
                        <a:pt x="197" y="10"/>
                        <a:pt x="197" y="9"/>
                      </a:cubicBezTo>
                      <a:cubicBezTo>
                        <a:pt x="190" y="0"/>
                        <a:pt x="143" y="0"/>
                        <a:pt x="143" y="0"/>
                      </a:cubicBezTo>
                      <a:cubicBezTo>
                        <a:pt x="139" y="9"/>
                        <a:pt x="139" y="9"/>
                        <a:pt x="139" y="9"/>
                      </a:cubicBezTo>
                      <a:cubicBezTo>
                        <a:pt x="109" y="4"/>
                        <a:pt x="109" y="4"/>
                        <a:pt x="109" y="4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50" y="7"/>
                        <a:pt x="50" y="7"/>
                        <a:pt x="50" y="7"/>
                      </a:cubicBezTo>
                      <a:cubicBezTo>
                        <a:pt x="50" y="7"/>
                        <a:pt x="39" y="21"/>
                        <a:pt x="39" y="29"/>
                      </a:cubicBezTo>
                      <a:cubicBezTo>
                        <a:pt x="39" y="37"/>
                        <a:pt x="55" y="49"/>
                        <a:pt x="43" y="5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3" name="Freeform 199"/>
                <p:cNvSpPr>
                  <a:spLocks/>
                </p:cNvSpPr>
                <p:nvPr/>
              </p:nvSpPr>
              <p:spPr bwMode="gray">
                <a:xfrm>
                  <a:off x="-13342" y="-11050"/>
                  <a:ext cx="531" cy="917"/>
                </a:xfrm>
                <a:custGeom>
                  <a:avLst/>
                  <a:gdLst>
                    <a:gd name="T0" fmla="*/ 62 w 225"/>
                    <a:gd name="T1" fmla="*/ 28 h 388"/>
                    <a:gd name="T2" fmla="*/ 42 w 225"/>
                    <a:gd name="T3" fmla="*/ 44 h 388"/>
                    <a:gd name="T4" fmla="*/ 46 w 225"/>
                    <a:gd name="T5" fmla="*/ 64 h 388"/>
                    <a:gd name="T6" fmla="*/ 57 w 225"/>
                    <a:gd name="T7" fmla="*/ 67 h 388"/>
                    <a:gd name="T8" fmla="*/ 47 w 225"/>
                    <a:gd name="T9" fmla="*/ 85 h 388"/>
                    <a:gd name="T10" fmla="*/ 11 w 225"/>
                    <a:gd name="T11" fmla="*/ 93 h 388"/>
                    <a:gd name="T12" fmla="*/ 22 w 225"/>
                    <a:gd name="T13" fmla="*/ 116 h 388"/>
                    <a:gd name="T14" fmla="*/ 4 w 225"/>
                    <a:gd name="T15" fmla="*/ 134 h 388"/>
                    <a:gd name="T16" fmla="*/ 35 w 225"/>
                    <a:gd name="T17" fmla="*/ 172 h 388"/>
                    <a:gd name="T18" fmla="*/ 51 w 225"/>
                    <a:gd name="T19" fmla="*/ 174 h 388"/>
                    <a:gd name="T20" fmla="*/ 56 w 225"/>
                    <a:gd name="T21" fmla="*/ 167 h 388"/>
                    <a:gd name="T22" fmla="*/ 68 w 225"/>
                    <a:gd name="T23" fmla="*/ 182 h 388"/>
                    <a:gd name="T24" fmla="*/ 59 w 225"/>
                    <a:gd name="T25" fmla="*/ 208 h 388"/>
                    <a:gd name="T26" fmla="*/ 81 w 225"/>
                    <a:gd name="T27" fmla="*/ 211 h 388"/>
                    <a:gd name="T28" fmla="*/ 80 w 225"/>
                    <a:gd name="T29" fmla="*/ 230 h 388"/>
                    <a:gd name="T30" fmla="*/ 88 w 225"/>
                    <a:gd name="T31" fmla="*/ 240 h 388"/>
                    <a:gd name="T32" fmla="*/ 74 w 225"/>
                    <a:gd name="T33" fmla="*/ 258 h 388"/>
                    <a:gd name="T34" fmla="*/ 69 w 225"/>
                    <a:gd name="T35" fmla="*/ 286 h 388"/>
                    <a:gd name="T36" fmla="*/ 61 w 225"/>
                    <a:gd name="T37" fmla="*/ 312 h 388"/>
                    <a:gd name="T38" fmla="*/ 78 w 225"/>
                    <a:gd name="T39" fmla="*/ 333 h 388"/>
                    <a:gd name="T40" fmla="*/ 78 w 225"/>
                    <a:gd name="T41" fmla="*/ 353 h 388"/>
                    <a:gd name="T42" fmla="*/ 99 w 225"/>
                    <a:gd name="T43" fmla="*/ 377 h 388"/>
                    <a:gd name="T44" fmla="*/ 108 w 225"/>
                    <a:gd name="T45" fmla="*/ 377 h 388"/>
                    <a:gd name="T46" fmla="*/ 112 w 225"/>
                    <a:gd name="T47" fmla="*/ 388 h 388"/>
                    <a:gd name="T48" fmla="*/ 132 w 225"/>
                    <a:gd name="T49" fmla="*/ 387 h 388"/>
                    <a:gd name="T50" fmla="*/ 143 w 225"/>
                    <a:gd name="T51" fmla="*/ 369 h 388"/>
                    <a:gd name="T52" fmla="*/ 161 w 225"/>
                    <a:gd name="T53" fmla="*/ 368 h 388"/>
                    <a:gd name="T54" fmla="*/ 162 w 225"/>
                    <a:gd name="T55" fmla="*/ 360 h 388"/>
                    <a:gd name="T56" fmla="*/ 183 w 225"/>
                    <a:gd name="T57" fmla="*/ 359 h 388"/>
                    <a:gd name="T58" fmla="*/ 197 w 225"/>
                    <a:gd name="T59" fmla="*/ 342 h 388"/>
                    <a:gd name="T60" fmla="*/ 217 w 225"/>
                    <a:gd name="T61" fmla="*/ 350 h 388"/>
                    <a:gd name="T62" fmla="*/ 221 w 225"/>
                    <a:gd name="T63" fmla="*/ 341 h 388"/>
                    <a:gd name="T64" fmla="*/ 196 w 225"/>
                    <a:gd name="T65" fmla="*/ 302 h 388"/>
                    <a:gd name="T66" fmla="*/ 196 w 225"/>
                    <a:gd name="T67" fmla="*/ 266 h 388"/>
                    <a:gd name="T68" fmla="*/ 182 w 225"/>
                    <a:gd name="T69" fmla="*/ 273 h 388"/>
                    <a:gd name="T70" fmla="*/ 168 w 225"/>
                    <a:gd name="T71" fmla="*/ 251 h 388"/>
                    <a:gd name="T72" fmla="*/ 157 w 225"/>
                    <a:gd name="T73" fmla="*/ 236 h 388"/>
                    <a:gd name="T74" fmla="*/ 167 w 225"/>
                    <a:gd name="T75" fmla="*/ 218 h 388"/>
                    <a:gd name="T76" fmla="*/ 166 w 225"/>
                    <a:gd name="T77" fmla="*/ 190 h 388"/>
                    <a:gd name="T78" fmla="*/ 199 w 225"/>
                    <a:gd name="T79" fmla="*/ 181 h 388"/>
                    <a:gd name="T80" fmla="*/ 195 w 225"/>
                    <a:gd name="T81" fmla="*/ 158 h 388"/>
                    <a:gd name="T82" fmla="*/ 206 w 225"/>
                    <a:gd name="T83" fmla="*/ 136 h 388"/>
                    <a:gd name="T84" fmla="*/ 203 w 225"/>
                    <a:gd name="T85" fmla="*/ 117 h 388"/>
                    <a:gd name="T86" fmla="*/ 185 w 225"/>
                    <a:gd name="T87" fmla="*/ 117 h 388"/>
                    <a:gd name="T88" fmla="*/ 183 w 225"/>
                    <a:gd name="T89" fmla="*/ 102 h 388"/>
                    <a:gd name="T90" fmla="*/ 153 w 225"/>
                    <a:gd name="T91" fmla="*/ 85 h 388"/>
                    <a:gd name="T92" fmla="*/ 133 w 225"/>
                    <a:gd name="T93" fmla="*/ 109 h 388"/>
                    <a:gd name="T94" fmla="*/ 144 w 225"/>
                    <a:gd name="T95" fmla="*/ 61 h 388"/>
                    <a:gd name="T96" fmla="*/ 126 w 225"/>
                    <a:gd name="T97" fmla="*/ 22 h 388"/>
                    <a:gd name="T98" fmla="*/ 83 w 225"/>
                    <a:gd name="T99" fmla="*/ 0 h 388"/>
                    <a:gd name="T100" fmla="*/ 76 w 225"/>
                    <a:gd name="T101" fmla="*/ 12 h 388"/>
                    <a:gd name="T102" fmla="*/ 62 w 225"/>
                    <a:gd name="T103" fmla="*/ 28 h 3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25" h="388">
                      <a:moveTo>
                        <a:pt x="62" y="28"/>
                      </a:moveTo>
                      <a:cubicBezTo>
                        <a:pt x="56" y="30"/>
                        <a:pt x="40" y="35"/>
                        <a:pt x="42" y="44"/>
                      </a:cubicBezTo>
                      <a:cubicBezTo>
                        <a:pt x="44" y="53"/>
                        <a:pt x="42" y="64"/>
                        <a:pt x="46" y="64"/>
                      </a:cubicBezTo>
                      <a:cubicBezTo>
                        <a:pt x="50" y="64"/>
                        <a:pt x="57" y="64"/>
                        <a:pt x="57" y="67"/>
                      </a:cubicBezTo>
                      <a:cubicBezTo>
                        <a:pt x="57" y="71"/>
                        <a:pt x="58" y="81"/>
                        <a:pt x="47" y="85"/>
                      </a:cubicBezTo>
                      <a:cubicBezTo>
                        <a:pt x="36" y="89"/>
                        <a:pt x="11" y="88"/>
                        <a:pt x="11" y="93"/>
                      </a:cubicBezTo>
                      <a:cubicBezTo>
                        <a:pt x="11" y="98"/>
                        <a:pt x="31" y="109"/>
                        <a:pt x="22" y="116"/>
                      </a:cubicBezTo>
                      <a:cubicBezTo>
                        <a:pt x="13" y="124"/>
                        <a:pt x="0" y="123"/>
                        <a:pt x="4" y="134"/>
                      </a:cubicBezTo>
                      <a:cubicBezTo>
                        <a:pt x="8" y="145"/>
                        <a:pt x="35" y="172"/>
                        <a:pt x="35" y="172"/>
                      </a:cubicBezTo>
                      <a:cubicBezTo>
                        <a:pt x="51" y="174"/>
                        <a:pt x="51" y="174"/>
                        <a:pt x="51" y="174"/>
                      </a:cubicBezTo>
                      <a:cubicBezTo>
                        <a:pt x="56" y="167"/>
                        <a:pt x="56" y="167"/>
                        <a:pt x="56" y="167"/>
                      </a:cubicBezTo>
                      <a:cubicBezTo>
                        <a:pt x="56" y="167"/>
                        <a:pt x="65" y="168"/>
                        <a:pt x="68" y="182"/>
                      </a:cubicBezTo>
                      <a:cubicBezTo>
                        <a:pt x="71" y="196"/>
                        <a:pt x="59" y="208"/>
                        <a:pt x="59" y="208"/>
                      </a:cubicBezTo>
                      <a:cubicBezTo>
                        <a:pt x="59" y="217"/>
                        <a:pt x="81" y="211"/>
                        <a:pt x="81" y="211"/>
                      </a:cubicBezTo>
                      <a:cubicBezTo>
                        <a:pt x="80" y="230"/>
                        <a:pt x="80" y="230"/>
                        <a:pt x="80" y="230"/>
                      </a:cubicBezTo>
                      <a:cubicBezTo>
                        <a:pt x="80" y="230"/>
                        <a:pt x="89" y="234"/>
                        <a:pt x="88" y="240"/>
                      </a:cubicBezTo>
                      <a:cubicBezTo>
                        <a:pt x="87" y="246"/>
                        <a:pt x="74" y="258"/>
                        <a:pt x="74" y="258"/>
                      </a:cubicBezTo>
                      <a:cubicBezTo>
                        <a:pt x="69" y="286"/>
                        <a:pt x="69" y="286"/>
                        <a:pt x="69" y="286"/>
                      </a:cubicBezTo>
                      <a:cubicBezTo>
                        <a:pt x="69" y="286"/>
                        <a:pt x="61" y="302"/>
                        <a:pt x="61" y="312"/>
                      </a:cubicBezTo>
                      <a:cubicBezTo>
                        <a:pt x="61" y="322"/>
                        <a:pt x="78" y="325"/>
                        <a:pt x="78" y="333"/>
                      </a:cubicBezTo>
                      <a:cubicBezTo>
                        <a:pt x="78" y="341"/>
                        <a:pt x="78" y="353"/>
                        <a:pt x="78" y="353"/>
                      </a:cubicBezTo>
                      <a:cubicBezTo>
                        <a:pt x="99" y="377"/>
                        <a:pt x="99" y="377"/>
                        <a:pt x="99" y="377"/>
                      </a:cubicBezTo>
                      <a:cubicBezTo>
                        <a:pt x="108" y="377"/>
                        <a:pt x="108" y="377"/>
                        <a:pt x="108" y="377"/>
                      </a:cubicBezTo>
                      <a:cubicBezTo>
                        <a:pt x="112" y="388"/>
                        <a:pt x="112" y="388"/>
                        <a:pt x="112" y="388"/>
                      </a:cubicBezTo>
                      <a:cubicBezTo>
                        <a:pt x="112" y="388"/>
                        <a:pt x="122" y="388"/>
                        <a:pt x="132" y="387"/>
                      </a:cubicBezTo>
                      <a:cubicBezTo>
                        <a:pt x="142" y="386"/>
                        <a:pt x="137" y="373"/>
                        <a:pt x="143" y="369"/>
                      </a:cubicBezTo>
                      <a:cubicBezTo>
                        <a:pt x="149" y="365"/>
                        <a:pt x="161" y="368"/>
                        <a:pt x="161" y="368"/>
                      </a:cubicBezTo>
                      <a:cubicBezTo>
                        <a:pt x="162" y="360"/>
                        <a:pt x="162" y="360"/>
                        <a:pt x="162" y="360"/>
                      </a:cubicBezTo>
                      <a:cubicBezTo>
                        <a:pt x="183" y="359"/>
                        <a:pt x="183" y="359"/>
                        <a:pt x="183" y="359"/>
                      </a:cubicBezTo>
                      <a:cubicBezTo>
                        <a:pt x="183" y="359"/>
                        <a:pt x="187" y="343"/>
                        <a:pt x="197" y="342"/>
                      </a:cubicBezTo>
                      <a:cubicBezTo>
                        <a:pt x="207" y="341"/>
                        <a:pt x="209" y="352"/>
                        <a:pt x="217" y="350"/>
                      </a:cubicBezTo>
                      <a:cubicBezTo>
                        <a:pt x="225" y="348"/>
                        <a:pt x="221" y="341"/>
                        <a:pt x="221" y="341"/>
                      </a:cubicBezTo>
                      <a:cubicBezTo>
                        <a:pt x="221" y="341"/>
                        <a:pt x="205" y="310"/>
                        <a:pt x="196" y="302"/>
                      </a:cubicBezTo>
                      <a:cubicBezTo>
                        <a:pt x="187" y="294"/>
                        <a:pt x="197" y="273"/>
                        <a:pt x="196" y="266"/>
                      </a:cubicBezTo>
                      <a:cubicBezTo>
                        <a:pt x="195" y="259"/>
                        <a:pt x="186" y="274"/>
                        <a:pt x="182" y="273"/>
                      </a:cubicBezTo>
                      <a:cubicBezTo>
                        <a:pt x="178" y="272"/>
                        <a:pt x="168" y="258"/>
                        <a:pt x="168" y="251"/>
                      </a:cubicBezTo>
                      <a:cubicBezTo>
                        <a:pt x="168" y="244"/>
                        <a:pt x="158" y="246"/>
                        <a:pt x="157" y="236"/>
                      </a:cubicBezTo>
                      <a:cubicBezTo>
                        <a:pt x="156" y="225"/>
                        <a:pt x="167" y="218"/>
                        <a:pt x="167" y="218"/>
                      </a:cubicBezTo>
                      <a:cubicBezTo>
                        <a:pt x="167" y="218"/>
                        <a:pt x="163" y="199"/>
                        <a:pt x="166" y="190"/>
                      </a:cubicBezTo>
                      <a:cubicBezTo>
                        <a:pt x="169" y="181"/>
                        <a:pt x="187" y="184"/>
                        <a:pt x="199" y="181"/>
                      </a:cubicBezTo>
                      <a:cubicBezTo>
                        <a:pt x="211" y="178"/>
                        <a:pt x="195" y="166"/>
                        <a:pt x="195" y="158"/>
                      </a:cubicBezTo>
                      <a:cubicBezTo>
                        <a:pt x="195" y="150"/>
                        <a:pt x="206" y="136"/>
                        <a:pt x="206" y="136"/>
                      </a:cubicBezTo>
                      <a:cubicBezTo>
                        <a:pt x="206" y="136"/>
                        <a:pt x="206" y="125"/>
                        <a:pt x="203" y="117"/>
                      </a:cubicBezTo>
                      <a:cubicBezTo>
                        <a:pt x="200" y="109"/>
                        <a:pt x="185" y="117"/>
                        <a:pt x="185" y="117"/>
                      </a:cubicBezTo>
                      <a:cubicBezTo>
                        <a:pt x="183" y="102"/>
                        <a:pt x="183" y="102"/>
                        <a:pt x="183" y="102"/>
                      </a:cubicBezTo>
                      <a:cubicBezTo>
                        <a:pt x="183" y="102"/>
                        <a:pt x="166" y="87"/>
                        <a:pt x="153" y="85"/>
                      </a:cubicBezTo>
                      <a:cubicBezTo>
                        <a:pt x="140" y="83"/>
                        <a:pt x="133" y="109"/>
                        <a:pt x="133" y="109"/>
                      </a:cubicBezTo>
                      <a:cubicBezTo>
                        <a:pt x="133" y="109"/>
                        <a:pt x="142" y="69"/>
                        <a:pt x="144" y="61"/>
                      </a:cubicBezTo>
                      <a:cubicBezTo>
                        <a:pt x="146" y="53"/>
                        <a:pt x="132" y="30"/>
                        <a:pt x="126" y="22"/>
                      </a:cubicBezTo>
                      <a:cubicBezTo>
                        <a:pt x="120" y="14"/>
                        <a:pt x="83" y="0"/>
                        <a:pt x="83" y="0"/>
                      </a:cubicBezTo>
                      <a:cubicBezTo>
                        <a:pt x="76" y="12"/>
                        <a:pt x="76" y="12"/>
                        <a:pt x="76" y="12"/>
                      </a:cubicBezTo>
                      <a:cubicBezTo>
                        <a:pt x="76" y="12"/>
                        <a:pt x="69" y="26"/>
                        <a:pt x="62" y="2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4" name="Freeform 200"/>
                <p:cNvSpPr>
                  <a:spLocks noEditPoints="1"/>
                </p:cNvSpPr>
                <p:nvPr/>
              </p:nvSpPr>
              <p:spPr bwMode="gray">
                <a:xfrm>
                  <a:off x="-14663" y="-11536"/>
                  <a:ext cx="1517" cy="1476"/>
                </a:xfrm>
                <a:custGeom>
                  <a:avLst/>
                  <a:gdLst>
                    <a:gd name="T0" fmla="*/ 175 w 642"/>
                    <a:gd name="T1" fmla="*/ 3 h 625"/>
                    <a:gd name="T2" fmla="*/ 165 w 642"/>
                    <a:gd name="T3" fmla="*/ 34 h 625"/>
                    <a:gd name="T4" fmla="*/ 630 w 642"/>
                    <a:gd name="T5" fmla="*/ 190 h 625"/>
                    <a:gd name="T6" fmla="*/ 595 w 642"/>
                    <a:gd name="T7" fmla="*/ 194 h 625"/>
                    <a:gd name="T8" fmla="*/ 553 w 642"/>
                    <a:gd name="T9" fmla="*/ 194 h 625"/>
                    <a:gd name="T10" fmla="*/ 586 w 642"/>
                    <a:gd name="T11" fmla="*/ 167 h 625"/>
                    <a:gd name="T12" fmla="*/ 572 w 642"/>
                    <a:gd name="T13" fmla="*/ 143 h 625"/>
                    <a:gd name="T14" fmla="*/ 556 w 642"/>
                    <a:gd name="T15" fmla="*/ 143 h 625"/>
                    <a:gd name="T16" fmla="*/ 536 w 642"/>
                    <a:gd name="T17" fmla="*/ 123 h 625"/>
                    <a:gd name="T18" fmla="*/ 522 w 642"/>
                    <a:gd name="T19" fmla="*/ 129 h 625"/>
                    <a:gd name="T20" fmla="*/ 498 w 642"/>
                    <a:gd name="T21" fmla="*/ 117 h 625"/>
                    <a:gd name="T22" fmla="*/ 501 w 642"/>
                    <a:gd name="T23" fmla="*/ 93 h 625"/>
                    <a:gd name="T24" fmla="*/ 457 w 642"/>
                    <a:gd name="T25" fmla="*/ 84 h 625"/>
                    <a:gd name="T26" fmla="*/ 435 w 642"/>
                    <a:gd name="T27" fmla="*/ 99 h 625"/>
                    <a:gd name="T28" fmla="*/ 346 w 642"/>
                    <a:gd name="T29" fmla="*/ 88 h 625"/>
                    <a:gd name="T30" fmla="*/ 242 w 642"/>
                    <a:gd name="T31" fmla="*/ 68 h 625"/>
                    <a:gd name="T32" fmla="*/ 147 w 642"/>
                    <a:gd name="T33" fmla="*/ 56 h 625"/>
                    <a:gd name="T34" fmla="*/ 113 w 642"/>
                    <a:gd name="T35" fmla="*/ 136 h 625"/>
                    <a:gd name="T36" fmla="*/ 89 w 642"/>
                    <a:gd name="T37" fmla="*/ 154 h 625"/>
                    <a:gd name="T38" fmla="*/ 82 w 642"/>
                    <a:gd name="T39" fmla="*/ 102 h 625"/>
                    <a:gd name="T40" fmla="*/ 77 w 642"/>
                    <a:gd name="T41" fmla="*/ 38 h 625"/>
                    <a:gd name="T42" fmla="*/ 38 w 642"/>
                    <a:gd name="T43" fmla="*/ 77 h 625"/>
                    <a:gd name="T44" fmla="*/ 24 w 642"/>
                    <a:gd name="T45" fmla="*/ 115 h 625"/>
                    <a:gd name="T46" fmla="*/ 5 w 642"/>
                    <a:gd name="T47" fmla="*/ 162 h 625"/>
                    <a:gd name="T48" fmla="*/ 35 w 642"/>
                    <a:gd name="T49" fmla="*/ 180 h 625"/>
                    <a:gd name="T50" fmla="*/ 50 w 642"/>
                    <a:gd name="T51" fmla="*/ 216 h 625"/>
                    <a:gd name="T52" fmla="*/ 41 w 642"/>
                    <a:gd name="T53" fmla="*/ 259 h 625"/>
                    <a:gd name="T54" fmla="*/ 59 w 642"/>
                    <a:gd name="T55" fmla="*/ 280 h 625"/>
                    <a:gd name="T56" fmla="*/ 111 w 642"/>
                    <a:gd name="T57" fmla="*/ 284 h 625"/>
                    <a:gd name="T58" fmla="*/ 136 w 642"/>
                    <a:gd name="T59" fmla="*/ 284 h 625"/>
                    <a:gd name="T60" fmla="*/ 181 w 642"/>
                    <a:gd name="T61" fmla="*/ 330 h 625"/>
                    <a:gd name="T62" fmla="*/ 203 w 642"/>
                    <a:gd name="T63" fmla="*/ 322 h 625"/>
                    <a:gd name="T64" fmla="*/ 232 w 642"/>
                    <a:gd name="T65" fmla="*/ 324 h 625"/>
                    <a:gd name="T66" fmla="*/ 276 w 642"/>
                    <a:gd name="T67" fmla="*/ 323 h 625"/>
                    <a:gd name="T68" fmla="*/ 263 w 642"/>
                    <a:gd name="T69" fmla="*/ 362 h 625"/>
                    <a:gd name="T70" fmla="*/ 254 w 642"/>
                    <a:gd name="T71" fmla="*/ 404 h 625"/>
                    <a:gd name="T72" fmla="*/ 261 w 642"/>
                    <a:gd name="T73" fmla="*/ 440 h 625"/>
                    <a:gd name="T74" fmla="*/ 278 w 642"/>
                    <a:gd name="T75" fmla="*/ 476 h 625"/>
                    <a:gd name="T76" fmla="*/ 259 w 642"/>
                    <a:gd name="T77" fmla="*/ 507 h 625"/>
                    <a:gd name="T78" fmla="*/ 284 w 642"/>
                    <a:gd name="T79" fmla="*/ 549 h 625"/>
                    <a:gd name="T80" fmla="*/ 299 w 642"/>
                    <a:gd name="T81" fmla="*/ 594 h 625"/>
                    <a:gd name="T82" fmla="*/ 326 w 642"/>
                    <a:gd name="T83" fmla="*/ 619 h 625"/>
                    <a:gd name="T84" fmla="*/ 362 w 642"/>
                    <a:gd name="T85" fmla="*/ 624 h 625"/>
                    <a:gd name="T86" fmla="*/ 400 w 642"/>
                    <a:gd name="T87" fmla="*/ 593 h 625"/>
                    <a:gd name="T88" fmla="*/ 420 w 642"/>
                    <a:gd name="T89" fmla="*/ 579 h 625"/>
                    <a:gd name="T90" fmla="*/ 457 w 642"/>
                    <a:gd name="T91" fmla="*/ 547 h 625"/>
                    <a:gd name="T92" fmla="*/ 432 w 642"/>
                    <a:gd name="T93" fmla="*/ 524 h 625"/>
                    <a:gd name="T94" fmla="*/ 419 w 642"/>
                    <a:gd name="T95" fmla="*/ 490 h 625"/>
                    <a:gd name="T96" fmla="*/ 400 w 642"/>
                    <a:gd name="T97" fmla="*/ 425 h 625"/>
                    <a:gd name="T98" fmla="*/ 429 w 642"/>
                    <a:gd name="T99" fmla="*/ 433 h 625"/>
                    <a:gd name="T100" fmla="*/ 450 w 642"/>
                    <a:gd name="T101" fmla="*/ 444 h 625"/>
                    <a:gd name="T102" fmla="*/ 469 w 642"/>
                    <a:gd name="T103" fmla="*/ 446 h 625"/>
                    <a:gd name="T104" fmla="*/ 507 w 642"/>
                    <a:gd name="T105" fmla="*/ 432 h 625"/>
                    <a:gd name="T106" fmla="*/ 551 w 642"/>
                    <a:gd name="T107" fmla="*/ 424 h 625"/>
                    <a:gd name="T108" fmla="*/ 583 w 642"/>
                    <a:gd name="T109" fmla="*/ 414 h 625"/>
                    <a:gd name="T110" fmla="*/ 596 w 642"/>
                    <a:gd name="T111" fmla="*/ 399 h 625"/>
                    <a:gd name="T112" fmla="*/ 563 w 642"/>
                    <a:gd name="T113" fmla="*/ 340 h 625"/>
                    <a:gd name="T114" fmla="*/ 570 w 642"/>
                    <a:gd name="T115" fmla="*/ 299 h 625"/>
                    <a:gd name="T116" fmla="*/ 616 w 642"/>
                    <a:gd name="T117" fmla="*/ 273 h 625"/>
                    <a:gd name="T118" fmla="*/ 601 w 642"/>
                    <a:gd name="T119" fmla="*/ 250 h 625"/>
                    <a:gd name="T120" fmla="*/ 635 w 642"/>
                    <a:gd name="T121" fmla="*/ 218 h 625"/>
                    <a:gd name="T122" fmla="*/ 630 w 642"/>
                    <a:gd name="T123" fmla="*/ 19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42" h="625">
                      <a:moveTo>
                        <a:pt x="182" y="33"/>
                      </a:moveTo>
                      <a:cubicBezTo>
                        <a:pt x="182" y="33"/>
                        <a:pt x="187" y="6"/>
                        <a:pt x="175" y="3"/>
                      </a:cubicBezTo>
                      <a:cubicBezTo>
                        <a:pt x="164" y="0"/>
                        <a:pt x="158" y="7"/>
                        <a:pt x="158" y="13"/>
                      </a:cubicBezTo>
                      <a:cubicBezTo>
                        <a:pt x="158" y="18"/>
                        <a:pt x="165" y="34"/>
                        <a:pt x="165" y="34"/>
                      </a:cubicBezTo>
                      <a:lnTo>
                        <a:pt x="182" y="33"/>
                      </a:lnTo>
                      <a:close/>
                      <a:moveTo>
                        <a:pt x="630" y="190"/>
                      </a:moveTo>
                      <a:cubicBezTo>
                        <a:pt x="626" y="184"/>
                        <a:pt x="611" y="201"/>
                        <a:pt x="611" y="201"/>
                      </a:cubicBezTo>
                      <a:cubicBezTo>
                        <a:pt x="611" y="201"/>
                        <a:pt x="601" y="197"/>
                        <a:pt x="595" y="194"/>
                      </a:cubicBezTo>
                      <a:cubicBezTo>
                        <a:pt x="589" y="191"/>
                        <a:pt x="575" y="208"/>
                        <a:pt x="575" y="208"/>
                      </a:cubicBezTo>
                      <a:cubicBezTo>
                        <a:pt x="553" y="194"/>
                        <a:pt x="553" y="194"/>
                        <a:pt x="553" y="194"/>
                      </a:cubicBezTo>
                      <a:cubicBezTo>
                        <a:pt x="553" y="194"/>
                        <a:pt x="579" y="194"/>
                        <a:pt x="583" y="187"/>
                      </a:cubicBezTo>
                      <a:cubicBezTo>
                        <a:pt x="587" y="180"/>
                        <a:pt x="586" y="167"/>
                        <a:pt x="586" y="167"/>
                      </a:cubicBezTo>
                      <a:cubicBezTo>
                        <a:pt x="586" y="167"/>
                        <a:pt x="596" y="166"/>
                        <a:pt x="598" y="153"/>
                      </a:cubicBezTo>
                      <a:cubicBezTo>
                        <a:pt x="600" y="140"/>
                        <a:pt x="572" y="143"/>
                        <a:pt x="572" y="143"/>
                      </a:cubicBezTo>
                      <a:cubicBezTo>
                        <a:pt x="572" y="143"/>
                        <a:pt x="568" y="129"/>
                        <a:pt x="561" y="128"/>
                      </a:cubicBezTo>
                      <a:cubicBezTo>
                        <a:pt x="554" y="127"/>
                        <a:pt x="556" y="143"/>
                        <a:pt x="556" y="143"/>
                      </a:cubicBezTo>
                      <a:cubicBezTo>
                        <a:pt x="556" y="143"/>
                        <a:pt x="550" y="134"/>
                        <a:pt x="550" y="128"/>
                      </a:cubicBezTo>
                      <a:cubicBezTo>
                        <a:pt x="550" y="122"/>
                        <a:pt x="536" y="123"/>
                        <a:pt x="536" y="123"/>
                      </a:cubicBezTo>
                      <a:cubicBezTo>
                        <a:pt x="532" y="143"/>
                        <a:pt x="532" y="143"/>
                        <a:pt x="532" y="143"/>
                      </a:cubicBezTo>
                      <a:cubicBezTo>
                        <a:pt x="532" y="143"/>
                        <a:pt x="524" y="135"/>
                        <a:pt x="522" y="129"/>
                      </a:cubicBezTo>
                      <a:cubicBezTo>
                        <a:pt x="520" y="123"/>
                        <a:pt x="519" y="109"/>
                        <a:pt x="519" y="109"/>
                      </a:cubicBezTo>
                      <a:cubicBezTo>
                        <a:pt x="498" y="117"/>
                        <a:pt x="498" y="117"/>
                        <a:pt x="498" y="117"/>
                      </a:cubicBezTo>
                      <a:cubicBezTo>
                        <a:pt x="498" y="117"/>
                        <a:pt x="514" y="108"/>
                        <a:pt x="514" y="103"/>
                      </a:cubicBezTo>
                      <a:cubicBezTo>
                        <a:pt x="514" y="98"/>
                        <a:pt x="501" y="98"/>
                        <a:pt x="501" y="93"/>
                      </a:cubicBezTo>
                      <a:cubicBezTo>
                        <a:pt x="501" y="88"/>
                        <a:pt x="543" y="88"/>
                        <a:pt x="547" y="82"/>
                      </a:cubicBezTo>
                      <a:cubicBezTo>
                        <a:pt x="551" y="76"/>
                        <a:pt x="457" y="84"/>
                        <a:pt x="457" y="84"/>
                      </a:cubicBezTo>
                      <a:cubicBezTo>
                        <a:pt x="466" y="94"/>
                        <a:pt x="466" y="94"/>
                        <a:pt x="466" y="94"/>
                      </a:cubicBezTo>
                      <a:cubicBezTo>
                        <a:pt x="466" y="94"/>
                        <a:pt x="444" y="96"/>
                        <a:pt x="435" y="99"/>
                      </a:cubicBezTo>
                      <a:cubicBezTo>
                        <a:pt x="426" y="102"/>
                        <a:pt x="402" y="119"/>
                        <a:pt x="402" y="119"/>
                      </a:cubicBezTo>
                      <a:cubicBezTo>
                        <a:pt x="378" y="120"/>
                        <a:pt x="346" y="88"/>
                        <a:pt x="346" y="88"/>
                      </a:cubicBezTo>
                      <a:cubicBezTo>
                        <a:pt x="346" y="88"/>
                        <a:pt x="265" y="93"/>
                        <a:pt x="255" y="92"/>
                      </a:cubicBezTo>
                      <a:cubicBezTo>
                        <a:pt x="245" y="91"/>
                        <a:pt x="242" y="82"/>
                        <a:pt x="242" y="68"/>
                      </a:cubicBezTo>
                      <a:cubicBezTo>
                        <a:pt x="242" y="54"/>
                        <a:pt x="236" y="44"/>
                        <a:pt x="210" y="39"/>
                      </a:cubicBezTo>
                      <a:cubicBezTo>
                        <a:pt x="184" y="34"/>
                        <a:pt x="147" y="56"/>
                        <a:pt x="147" y="56"/>
                      </a:cubicBezTo>
                      <a:cubicBezTo>
                        <a:pt x="147" y="56"/>
                        <a:pt x="120" y="62"/>
                        <a:pt x="104" y="76"/>
                      </a:cubicBezTo>
                      <a:cubicBezTo>
                        <a:pt x="88" y="90"/>
                        <a:pt x="111" y="116"/>
                        <a:pt x="113" y="136"/>
                      </a:cubicBezTo>
                      <a:cubicBezTo>
                        <a:pt x="115" y="156"/>
                        <a:pt x="88" y="172"/>
                        <a:pt x="88" y="172"/>
                      </a:cubicBezTo>
                      <a:cubicBezTo>
                        <a:pt x="89" y="154"/>
                        <a:pt x="89" y="154"/>
                        <a:pt x="89" y="154"/>
                      </a:cubicBezTo>
                      <a:cubicBezTo>
                        <a:pt x="89" y="154"/>
                        <a:pt x="71" y="149"/>
                        <a:pt x="65" y="139"/>
                      </a:cubicBezTo>
                      <a:cubicBezTo>
                        <a:pt x="59" y="129"/>
                        <a:pt x="75" y="111"/>
                        <a:pt x="82" y="102"/>
                      </a:cubicBezTo>
                      <a:cubicBezTo>
                        <a:pt x="89" y="93"/>
                        <a:pt x="88" y="77"/>
                        <a:pt x="88" y="65"/>
                      </a:cubicBezTo>
                      <a:cubicBezTo>
                        <a:pt x="88" y="53"/>
                        <a:pt x="77" y="38"/>
                        <a:pt x="77" y="38"/>
                      </a:cubicBezTo>
                      <a:cubicBezTo>
                        <a:pt x="77" y="38"/>
                        <a:pt x="76" y="53"/>
                        <a:pt x="65" y="56"/>
                      </a:cubicBezTo>
                      <a:cubicBezTo>
                        <a:pt x="54" y="60"/>
                        <a:pt x="45" y="64"/>
                        <a:pt x="38" y="77"/>
                      </a:cubicBezTo>
                      <a:cubicBezTo>
                        <a:pt x="30" y="90"/>
                        <a:pt x="30" y="110"/>
                        <a:pt x="30" y="110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24" y="133"/>
                        <a:pt x="24" y="133"/>
                        <a:pt x="24" y="133"/>
                      </a:cubicBezTo>
                      <a:cubicBezTo>
                        <a:pt x="24" y="133"/>
                        <a:pt x="0" y="154"/>
                        <a:pt x="5" y="162"/>
                      </a:cubicBezTo>
                      <a:cubicBezTo>
                        <a:pt x="10" y="171"/>
                        <a:pt x="14" y="157"/>
                        <a:pt x="21" y="157"/>
                      </a:cubicBezTo>
                      <a:cubicBezTo>
                        <a:pt x="28" y="157"/>
                        <a:pt x="35" y="171"/>
                        <a:pt x="35" y="180"/>
                      </a:cubicBezTo>
                      <a:cubicBezTo>
                        <a:pt x="35" y="189"/>
                        <a:pt x="36" y="195"/>
                        <a:pt x="36" y="195"/>
                      </a:cubicBezTo>
                      <a:cubicBezTo>
                        <a:pt x="36" y="195"/>
                        <a:pt x="52" y="204"/>
                        <a:pt x="50" y="216"/>
                      </a:cubicBezTo>
                      <a:cubicBezTo>
                        <a:pt x="48" y="229"/>
                        <a:pt x="42" y="232"/>
                        <a:pt x="42" y="232"/>
                      </a:cubicBezTo>
                      <a:cubicBezTo>
                        <a:pt x="41" y="259"/>
                        <a:pt x="41" y="259"/>
                        <a:pt x="41" y="259"/>
                      </a:cubicBezTo>
                      <a:cubicBezTo>
                        <a:pt x="51" y="259"/>
                        <a:pt x="51" y="259"/>
                        <a:pt x="51" y="259"/>
                      </a:cubicBezTo>
                      <a:cubicBezTo>
                        <a:pt x="51" y="259"/>
                        <a:pt x="50" y="277"/>
                        <a:pt x="59" y="280"/>
                      </a:cubicBezTo>
                      <a:cubicBezTo>
                        <a:pt x="68" y="283"/>
                        <a:pt x="79" y="278"/>
                        <a:pt x="83" y="278"/>
                      </a:cubicBezTo>
                      <a:cubicBezTo>
                        <a:pt x="88" y="278"/>
                        <a:pt x="106" y="285"/>
                        <a:pt x="111" y="284"/>
                      </a:cubicBezTo>
                      <a:cubicBezTo>
                        <a:pt x="116" y="283"/>
                        <a:pt x="117" y="277"/>
                        <a:pt x="122" y="277"/>
                      </a:cubicBezTo>
                      <a:cubicBezTo>
                        <a:pt x="127" y="277"/>
                        <a:pt x="136" y="284"/>
                        <a:pt x="136" y="284"/>
                      </a:cubicBezTo>
                      <a:cubicBezTo>
                        <a:pt x="154" y="285"/>
                        <a:pt x="154" y="285"/>
                        <a:pt x="154" y="285"/>
                      </a:cubicBezTo>
                      <a:cubicBezTo>
                        <a:pt x="154" y="285"/>
                        <a:pt x="173" y="327"/>
                        <a:pt x="181" y="330"/>
                      </a:cubicBezTo>
                      <a:cubicBezTo>
                        <a:pt x="189" y="332"/>
                        <a:pt x="197" y="329"/>
                        <a:pt x="197" y="329"/>
                      </a:cubicBezTo>
                      <a:cubicBezTo>
                        <a:pt x="197" y="329"/>
                        <a:pt x="195" y="322"/>
                        <a:pt x="203" y="322"/>
                      </a:cubicBezTo>
                      <a:cubicBezTo>
                        <a:pt x="211" y="322"/>
                        <a:pt x="213" y="329"/>
                        <a:pt x="221" y="330"/>
                      </a:cubicBezTo>
                      <a:cubicBezTo>
                        <a:pt x="229" y="331"/>
                        <a:pt x="232" y="324"/>
                        <a:pt x="232" y="324"/>
                      </a:cubicBezTo>
                      <a:cubicBezTo>
                        <a:pt x="251" y="326"/>
                        <a:pt x="251" y="326"/>
                        <a:pt x="251" y="326"/>
                      </a:cubicBezTo>
                      <a:cubicBezTo>
                        <a:pt x="251" y="326"/>
                        <a:pt x="270" y="311"/>
                        <a:pt x="276" y="323"/>
                      </a:cubicBezTo>
                      <a:cubicBezTo>
                        <a:pt x="282" y="336"/>
                        <a:pt x="265" y="344"/>
                        <a:pt x="265" y="344"/>
                      </a:cubicBezTo>
                      <a:cubicBezTo>
                        <a:pt x="265" y="344"/>
                        <a:pt x="266" y="359"/>
                        <a:pt x="263" y="362"/>
                      </a:cubicBezTo>
                      <a:cubicBezTo>
                        <a:pt x="260" y="365"/>
                        <a:pt x="250" y="370"/>
                        <a:pt x="251" y="375"/>
                      </a:cubicBezTo>
                      <a:cubicBezTo>
                        <a:pt x="252" y="380"/>
                        <a:pt x="254" y="398"/>
                        <a:pt x="254" y="404"/>
                      </a:cubicBezTo>
                      <a:cubicBezTo>
                        <a:pt x="254" y="410"/>
                        <a:pt x="252" y="433"/>
                        <a:pt x="252" y="433"/>
                      </a:cubicBezTo>
                      <a:cubicBezTo>
                        <a:pt x="252" y="433"/>
                        <a:pt x="261" y="437"/>
                        <a:pt x="261" y="440"/>
                      </a:cubicBezTo>
                      <a:cubicBezTo>
                        <a:pt x="261" y="443"/>
                        <a:pt x="262" y="452"/>
                        <a:pt x="262" y="452"/>
                      </a:cubicBezTo>
                      <a:cubicBezTo>
                        <a:pt x="262" y="452"/>
                        <a:pt x="278" y="466"/>
                        <a:pt x="278" y="476"/>
                      </a:cubicBezTo>
                      <a:cubicBezTo>
                        <a:pt x="278" y="486"/>
                        <a:pt x="249" y="504"/>
                        <a:pt x="249" y="504"/>
                      </a:cubicBezTo>
                      <a:cubicBezTo>
                        <a:pt x="259" y="507"/>
                        <a:pt x="259" y="507"/>
                        <a:pt x="259" y="507"/>
                      </a:cubicBezTo>
                      <a:cubicBezTo>
                        <a:pt x="259" y="507"/>
                        <a:pt x="281" y="521"/>
                        <a:pt x="281" y="525"/>
                      </a:cubicBezTo>
                      <a:cubicBezTo>
                        <a:pt x="281" y="529"/>
                        <a:pt x="284" y="549"/>
                        <a:pt x="284" y="549"/>
                      </a:cubicBezTo>
                      <a:cubicBezTo>
                        <a:pt x="284" y="549"/>
                        <a:pt x="295" y="575"/>
                        <a:pt x="294" y="580"/>
                      </a:cubicBezTo>
                      <a:cubicBezTo>
                        <a:pt x="293" y="585"/>
                        <a:pt x="299" y="594"/>
                        <a:pt x="299" y="594"/>
                      </a:cubicBezTo>
                      <a:cubicBezTo>
                        <a:pt x="299" y="594"/>
                        <a:pt x="306" y="607"/>
                        <a:pt x="310" y="612"/>
                      </a:cubicBezTo>
                      <a:cubicBezTo>
                        <a:pt x="314" y="617"/>
                        <a:pt x="326" y="619"/>
                        <a:pt x="326" y="619"/>
                      </a:cubicBezTo>
                      <a:cubicBezTo>
                        <a:pt x="336" y="625"/>
                        <a:pt x="347" y="603"/>
                        <a:pt x="356" y="605"/>
                      </a:cubicBezTo>
                      <a:cubicBezTo>
                        <a:pt x="365" y="607"/>
                        <a:pt x="354" y="624"/>
                        <a:pt x="362" y="624"/>
                      </a:cubicBezTo>
                      <a:cubicBezTo>
                        <a:pt x="370" y="624"/>
                        <a:pt x="376" y="599"/>
                        <a:pt x="382" y="595"/>
                      </a:cubicBezTo>
                      <a:cubicBezTo>
                        <a:pt x="388" y="591"/>
                        <a:pt x="400" y="593"/>
                        <a:pt x="400" y="593"/>
                      </a:cubicBezTo>
                      <a:cubicBezTo>
                        <a:pt x="402" y="587"/>
                        <a:pt x="402" y="587"/>
                        <a:pt x="402" y="587"/>
                      </a:cubicBezTo>
                      <a:cubicBezTo>
                        <a:pt x="402" y="587"/>
                        <a:pt x="407" y="583"/>
                        <a:pt x="420" y="579"/>
                      </a:cubicBezTo>
                      <a:cubicBezTo>
                        <a:pt x="433" y="575"/>
                        <a:pt x="432" y="550"/>
                        <a:pt x="432" y="550"/>
                      </a:cubicBezTo>
                      <a:cubicBezTo>
                        <a:pt x="432" y="550"/>
                        <a:pt x="445" y="553"/>
                        <a:pt x="457" y="547"/>
                      </a:cubicBezTo>
                      <a:cubicBezTo>
                        <a:pt x="469" y="541"/>
                        <a:pt x="462" y="527"/>
                        <a:pt x="462" y="527"/>
                      </a:cubicBezTo>
                      <a:cubicBezTo>
                        <a:pt x="432" y="524"/>
                        <a:pt x="432" y="524"/>
                        <a:pt x="432" y="524"/>
                      </a:cubicBezTo>
                      <a:cubicBezTo>
                        <a:pt x="432" y="524"/>
                        <a:pt x="432" y="515"/>
                        <a:pt x="432" y="508"/>
                      </a:cubicBezTo>
                      <a:cubicBezTo>
                        <a:pt x="432" y="501"/>
                        <a:pt x="419" y="490"/>
                        <a:pt x="419" y="490"/>
                      </a:cubicBezTo>
                      <a:cubicBezTo>
                        <a:pt x="419" y="490"/>
                        <a:pt x="434" y="466"/>
                        <a:pt x="412" y="455"/>
                      </a:cubicBezTo>
                      <a:cubicBezTo>
                        <a:pt x="390" y="444"/>
                        <a:pt x="400" y="425"/>
                        <a:pt x="400" y="425"/>
                      </a:cubicBezTo>
                      <a:cubicBezTo>
                        <a:pt x="400" y="425"/>
                        <a:pt x="403" y="431"/>
                        <a:pt x="406" y="434"/>
                      </a:cubicBezTo>
                      <a:cubicBezTo>
                        <a:pt x="409" y="437"/>
                        <a:pt x="418" y="429"/>
                        <a:pt x="429" y="433"/>
                      </a:cubicBezTo>
                      <a:cubicBezTo>
                        <a:pt x="440" y="437"/>
                        <a:pt x="434" y="446"/>
                        <a:pt x="436" y="449"/>
                      </a:cubicBezTo>
                      <a:cubicBezTo>
                        <a:pt x="438" y="452"/>
                        <a:pt x="450" y="444"/>
                        <a:pt x="450" y="444"/>
                      </a:cubicBezTo>
                      <a:cubicBezTo>
                        <a:pt x="460" y="450"/>
                        <a:pt x="460" y="450"/>
                        <a:pt x="460" y="450"/>
                      </a:cubicBezTo>
                      <a:cubicBezTo>
                        <a:pt x="460" y="450"/>
                        <a:pt x="465" y="442"/>
                        <a:pt x="469" y="446"/>
                      </a:cubicBezTo>
                      <a:cubicBezTo>
                        <a:pt x="473" y="450"/>
                        <a:pt x="484" y="469"/>
                        <a:pt x="493" y="469"/>
                      </a:cubicBezTo>
                      <a:cubicBezTo>
                        <a:pt x="502" y="469"/>
                        <a:pt x="499" y="435"/>
                        <a:pt x="507" y="432"/>
                      </a:cubicBezTo>
                      <a:cubicBezTo>
                        <a:pt x="515" y="429"/>
                        <a:pt x="521" y="437"/>
                        <a:pt x="528" y="437"/>
                      </a:cubicBezTo>
                      <a:cubicBezTo>
                        <a:pt x="535" y="437"/>
                        <a:pt x="549" y="430"/>
                        <a:pt x="551" y="424"/>
                      </a:cubicBezTo>
                      <a:cubicBezTo>
                        <a:pt x="553" y="418"/>
                        <a:pt x="565" y="413"/>
                        <a:pt x="565" y="413"/>
                      </a:cubicBezTo>
                      <a:cubicBezTo>
                        <a:pt x="583" y="414"/>
                        <a:pt x="583" y="414"/>
                        <a:pt x="583" y="414"/>
                      </a:cubicBezTo>
                      <a:cubicBezTo>
                        <a:pt x="581" y="404"/>
                        <a:pt x="581" y="404"/>
                        <a:pt x="581" y="404"/>
                      </a:cubicBezTo>
                      <a:cubicBezTo>
                        <a:pt x="581" y="404"/>
                        <a:pt x="592" y="406"/>
                        <a:pt x="596" y="399"/>
                      </a:cubicBezTo>
                      <a:cubicBezTo>
                        <a:pt x="600" y="392"/>
                        <a:pt x="594" y="378"/>
                        <a:pt x="594" y="378"/>
                      </a:cubicBezTo>
                      <a:cubicBezTo>
                        <a:pt x="594" y="378"/>
                        <a:pt x="567" y="351"/>
                        <a:pt x="563" y="340"/>
                      </a:cubicBezTo>
                      <a:cubicBezTo>
                        <a:pt x="559" y="329"/>
                        <a:pt x="572" y="330"/>
                        <a:pt x="581" y="322"/>
                      </a:cubicBezTo>
                      <a:cubicBezTo>
                        <a:pt x="590" y="315"/>
                        <a:pt x="570" y="304"/>
                        <a:pt x="570" y="299"/>
                      </a:cubicBezTo>
                      <a:cubicBezTo>
                        <a:pt x="570" y="294"/>
                        <a:pt x="595" y="295"/>
                        <a:pt x="606" y="291"/>
                      </a:cubicBezTo>
                      <a:cubicBezTo>
                        <a:pt x="617" y="287"/>
                        <a:pt x="616" y="277"/>
                        <a:pt x="616" y="273"/>
                      </a:cubicBezTo>
                      <a:cubicBezTo>
                        <a:pt x="616" y="270"/>
                        <a:pt x="609" y="270"/>
                        <a:pt x="605" y="270"/>
                      </a:cubicBezTo>
                      <a:cubicBezTo>
                        <a:pt x="601" y="270"/>
                        <a:pt x="603" y="259"/>
                        <a:pt x="601" y="250"/>
                      </a:cubicBezTo>
                      <a:cubicBezTo>
                        <a:pt x="599" y="241"/>
                        <a:pt x="615" y="236"/>
                        <a:pt x="621" y="234"/>
                      </a:cubicBezTo>
                      <a:cubicBezTo>
                        <a:pt x="628" y="232"/>
                        <a:pt x="635" y="218"/>
                        <a:pt x="635" y="218"/>
                      </a:cubicBezTo>
                      <a:cubicBezTo>
                        <a:pt x="642" y="206"/>
                        <a:pt x="642" y="206"/>
                        <a:pt x="642" y="206"/>
                      </a:cubicBezTo>
                      <a:cubicBezTo>
                        <a:pt x="642" y="206"/>
                        <a:pt x="634" y="196"/>
                        <a:pt x="630" y="19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5" name="Freeform 201"/>
                <p:cNvSpPr>
                  <a:spLocks/>
                </p:cNvSpPr>
                <p:nvPr/>
              </p:nvSpPr>
              <p:spPr bwMode="gray">
                <a:xfrm>
                  <a:off x="-15747" y="-11210"/>
                  <a:ext cx="659" cy="333"/>
                </a:xfrm>
                <a:custGeom>
                  <a:avLst/>
                  <a:gdLst>
                    <a:gd name="T0" fmla="*/ 209 w 279"/>
                    <a:gd name="T1" fmla="*/ 47 h 141"/>
                    <a:gd name="T2" fmla="*/ 224 w 279"/>
                    <a:gd name="T3" fmla="*/ 66 h 141"/>
                    <a:gd name="T4" fmla="*/ 232 w 279"/>
                    <a:gd name="T5" fmla="*/ 63 h 141"/>
                    <a:gd name="T6" fmla="*/ 254 w 279"/>
                    <a:gd name="T7" fmla="*/ 81 h 141"/>
                    <a:gd name="T8" fmla="*/ 232 w 279"/>
                    <a:gd name="T9" fmla="*/ 71 h 141"/>
                    <a:gd name="T10" fmla="*/ 229 w 279"/>
                    <a:gd name="T11" fmla="*/ 106 h 141"/>
                    <a:gd name="T12" fmla="*/ 243 w 279"/>
                    <a:gd name="T13" fmla="*/ 128 h 141"/>
                    <a:gd name="T14" fmla="*/ 243 w 279"/>
                    <a:gd name="T15" fmla="*/ 128 h 141"/>
                    <a:gd name="T16" fmla="*/ 253 w 279"/>
                    <a:gd name="T17" fmla="*/ 107 h 141"/>
                    <a:gd name="T18" fmla="*/ 269 w 279"/>
                    <a:gd name="T19" fmla="*/ 109 h 141"/>
                    <a:gd name="T20" fmla="*/ 279 w 279"/>
                    <a:gd name="T21" fmla="*/ 84 h 141"/>
                    <a:gd name="T22" fmla="*/ 266 w 279"/>
                    <a:gd name="T23" fmla="*/ 70 h 141"/>
                    <a:gd name="T24" fmla="*/ 270 w 279"/>
                    <a:gd name="T25" fmla="*/ 58 h 141"/>
                    <a:gd name="T26" fmla="*/ 255 w 279"/>
                    <a:gd name="T27" fmla="*/ 46 h 141"/>
                    <a:gd name="T28" fmla="*/ 236 w 279"/>
                    <a:gd name="T29" fmla="*/ 18 h 141"/>
                    <a:gd name="T30" fmla="*/ 196 w 279"/>
                    <a:gd name="T31" fmla="*/ 13 h 141"/>
                    <a:gd name="T32" fmla="*/ 195 w 279"/>
                    <a:gd name="T33" fmla="*/ 4 h 141"/>
                    <a:gd name="T34" fmla="*/ 163 w 279"/>
                    <a:gd name="T35" fmla="*/ 7 h 141"/>
                    <a:gd name="T36" fmla="*/ 144 w 279"/>
                    <a:gd name="T37" fmla="*/ 27 h 141"/>
                    <a:gd name="T38" fmla="*/ 126 w 279"/>
                    <a:gd name="T39" fmla="*/ 25 h 141"/>
                    <a:gd name="T40" fmla="*/ 94 w 279"/>
                    <a:gd name="T41" fmla="*/ 50 h 141"/>
                    <a:gd name="T42" fmla="*/ 75 w 279"/>
                    <a:gd name="T43" fmla="*/ 43 h 141"/>
                    <a:gd name="T44" fmla="*/ 65 w 279"/>
                    <a:gd name="T45" fmla="*/ 32 h 141"/>
                    <a:gd name="T46" fmla="*/ 59 w 279"/>
                    <a:gd name="T47" fmla="*/ 39 h 141"/>
                    <a:gd name="T48" fmla="*/ 40 w 279"/>
                    <a:gd name="T49" fmla="*/ 35 h 141"/>
                    <a:gd name="T50" fmla="*/ 35 w 279"/>
                    <a:gd name="T51" fmla="*/ 10 h 141"/>
                    <a:gd name="T52" fmla="*/ 27 w 279"/>
                    <a:gd name="T53" fmla="*/ 5 h 141"/>
                    <a:gd name="T54" fmla="*/ 10 w 279"/>
                    <a:gd name="T55" fmla="*/ 11 h 141"/>
                    <a:gd name="T56" fmla="*/ 10 w 279"/>
                    <a:gd name="T57" fmla="*/ 33 h 141"/>
                    <a:gd name="T58" fmla="*/ 24 w 279"/>
                    <a:gd name="T59" fmla="*/ 40 h 141"/>
                    <a:gd name="T60" fmla="*/ 11 w 279"/>
                    <a:gd name="T61" fmla="*/ 51 h 141"/>
                    <a:gd name="T62" fmla="*/ 10 w 279"/>
                    <a:gd name="T63" fmla="*/ 65 h 141"/>
                    <a:gd name="T64" fmla="*/ 6 w 279"/>
                    <a:gd name="T65" fmla="*/ 70 h 141"/>
                    <a:gd name="T66" fmla="*/ 11 w 279"/>
                    <a:gd name="T67" fmla="*/ 75 h 141"/>
                    <a:gd name="T68" fmla="*/ 39 w 279"/>
                    <a:gd name="T69" fmla="*/ 69 h 141"/>
                    <a:gd name="T70" fmla="*/ 44 w 279"/>
                    <a:gd name="T71" fmla="*/ 81 h 141"/>
                    <a:gd name="T72" fmla="*/ 64 w 279"/>
                    <a:gd name="T73" fmla="*/ 80 h 141"/>
                    <a:gd name="T74" fmla="*/ 67 w 279"/>
                    <a:gd name="T75" fmla="*/ 107 h 141"/>
                    <a:gd name="T76" fmla="*/ 86 w 279"/>
                    <a:gd name="T77" fmla="*/ 102 h 141"/>
                    <a:gd name="T78" fmla="*/ 86 w 279"/>
                    <a:gd name="T79" fmla="*/ 89 h 141"/>
                    <a:gd name="T80" fmla="*/ 97 w 279"/>
                    <a:gd name="T81" fmla="*/ 88 h 141"/>
                    <a:gd name="T82" fmla="*/ 115 w 279"/>
                    <a:gd name="T83" fmla="*/ 134 h 141"/>
                    <a:gd name="T84" fmla="*/ 143 w 279"/>
                    <a:gd name="T85" fmla="*/ 118 h 141"/>
                    <a:gd name="T86" fmla="*/ 116 w 279"/>
                    <a:gd name="T87" fmla="*/ 81 h 141"/>
                    <a:gd name="T88" fmla="*/ 147 w 279"/>
                    <a:gd name="T89" fmla="*/ 62 h 141"/>
                    <a:gd name="T90" fmla="*/ 177 w 279"/>
                    <a:gd name="T91" fmla="*/ 36 h 141"/>
                    <a:gd name="T92" fmla="*/ 209 w 279"/>
                    <a:gd name="T93" fmla="*/ 4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79" h="141">
                      <a:moveTo>
                        <a:pt x="209" y="47"/>
                      </a:moveTo>
                      <a:cubicBezTo>
                        <a:pt x="215" y="51"/>
                        <a:pt x="224" y="66"/>
                        <a:pt x="224" y="66"/>
                      </a:cubicBezTo>
                      <a:cubicBezTo>
                        <a:pt x="232" y="63"/>
                        <a:pt x="232" y="63"/>
                        <a:pt x="232" y="63"/>
                      </a:cubicBezTo>
                      <a:cubicBezTo>
                        <a:pt x="254" y="81"/>
                        <a:pt x="254" y="81"/>
                        <a:pt x="254" y="81"/>
                      </a:cubicBezTo>
                      <a:cubicBezTo>
                        <a:pt x="232" y="71"/>
                        <a:pt x="232" y="71"/>
                        <a:pt x="232" y="71"/>
                      </a:cubicBezTo>
                      <a:cubicBezTo>
                        <a:pt x="232" y="71"/>
                        <a:pt x="229" y="100"/>
                        <a:pt x="229" y="106"/>
                      </a:cubicBezTo>
                      <a:cubicBezTo>
                        <a:pt x="229" y="111"/>
                        <a:pt x="240" y="124"/>
                        <a:pt x="243" y="128"/>
                      </a:cubicBezTo>
                      <a:cubicBezTo>
                        <a:pt x="243" y="128"/>
                        <a:pt x="243" y="128"/>
                        <a:pt x="243" y="128"/>
                      </a:cubicBezTo>
                      <a:cubicBezTo>
                        <a:pt x="253" y="107"/>
                        <a:pt x="253" y="107"/>
                        <a:pt x="253" y="107"/>
                      </a:cubicBezTo>
                      <a:cubicBezTo>
                        <a:pt x="253" y="107"/>
                        <a:pt x="260" y="117"/>
                        <a:pt x="269" y="109"/>
                      </a:cubicBezTo>
                      <a:cubicBezTo>
                        <a:pt x="279" y="101"/>
                        <a:pt x="279" y="84"/>
                        <a:pt x="279" y="84"/>
                      </a:cubicBezTo>
                      <a:cubicBezTo>
                        <a:pt x="279" y="84"/>
                        <a:pt x="266" y="77"/>
                        <a:pt x="266" y="70"/>
                      </a:cubicBezTo>
                      <a:cubicBezTo>
                        <a:pt x="266" y="64"/>
                        <a:pt x="269" y="59"/>
                        <a:pt x="270" y="58"/>
                      </a:cubicBezTo>
                      <a:cubicBezTo>
                        <a:pt x="255" y="46"/>
                        <a:pt x="255" y="46"/>
                        <a:pt x="255" y="46"/>
                      </a:cubicBezTo>
                      <a:cubicBezTo>
                        <a:pt x="255" y="46"/>
                        <a:pt x="251" y="24"/>
                        <a:pt x="236" y="18"/>
                      </a:cubicBezTo>
                      <a:cubicBezTo>
                        <a:pt x="221" y="12"/>
                        <a:pt x="196" y="13"/>
                        <a:pt x="196" y="13"/>
                      </a:cubicBezTo>
                      <a:cubicBezTo>
                        <a:pt x="195" y="4"/>
                        <a:pt x="195" y="4"/>
                        <a:pt x="195" y="4"/>
                      </a:cubicBezTo>
                      <a:cubicBezTo>
                        <a:pt x="195" y="4"/>
                        <a:pt x="169" y="0"/>
                        <a:pt x="163" y="7"/>
                      </a:cubicBezTo>
                      <a:cubicBezTo>
                        <a:pt x="157" y="14"/>
                        <a:pt x="144" y="27"/>
                        <a:pt x="144" y="27"/>
                      </a:cubicBezTo>
                      <a:cubicBezTo>
                        <a:pt x="144" y="27"/>
                        <a:pt x="134" y="18"/>
                        <a:pt x="126" y="25"/>
                      </a:cubicBezTo>
                      <a:cubicBezTo>
                        <a:pt x="118" y="32"/>
                        <a:pt x="104" y="50"/>
                        <a:pt x="94" y="50"/>
                      </a:cubicBezTo>
                      <a:cubicBezTo>
                        <a:pt x="84" y="50"/>
                        <a:pt x="75" y="43"/>
                        <a:pt x="75" y="43"/>
                      </a:cubicBezTo>
                      <a:cubicBezTo>
                        <a:pt x="65" y="32"/>
                        <a:pt x="65" y="32"/>
                        <a:pt x="65" y="32"/>
                      </a:cubicBezTo>
                      <a:cubicBezTo>
                        <a:pt x="59" y="39"/>
                        <a:pt x="59" y="39"/>
                        <a:pt x="59" y="39"/>
                      </a:cubicBezTo>
                      <a:cubicBezTo>
                        <a:pt x="59" y="39"/>
                        <a:pt x="45" y="44"/>
                        <a:pt x="40" y="35"/>
                      </a:cubicBezTo>
                      <a:cubicBezTo>
                        <a:pt x="35" y="26"/>
                        <a:pt x="42" y="16"/>
                        <a:pt x="35" y="10"/>
                      </a:cubicBezTo>
                      <a:cubicBezTo>
                        <a:pt x="33" y="8"/>
                        <a:pt x="30" y="7"/>
                        <a:pt x="27" y="5"/>
                      </a:cubicBezTo>
                      <a:cubicBezTo>
                        <a:pt x="23" y="6"/>
                        <a:pt x="16" y="9"/>
                        <a:pt x="10" y="11"/>
                      </a:cubicBezTo>
                      <a:cubicBezTo>
                        <a:pt x="0" y="14"/>
                        <a:pt x="10" y="33"/>
                        <a:pt x="10" y="33"/>
                      </a:cubicBezTo>
                      <a:cubicBezTo>
                        <a:pt x="10" y="33"/>
                        <a:pt x="24" y="35"/>
                        <a:pt x="24" y="40"/>
                      </a:cubicBezTo>
                      <a:cubicBezTo>
                        <a:pt x="24" y="45"/>
                        <a:pt x="11" y="51"/>
                        <a:pt x="11" y="51"/>
                      </a:cubicBezTo>
                      <a:cubicBezTo>
                        <a:pt x="10" y="65"/>
                        <a:pt x="10" y="65"/>
                        <a:pt x="10" y="65"/>
                      </a:cubicBezTo>
                      <a:cubicBezTo>
                        <a:pt x="6" y="70"/>
                        <a:pt x="6" y="70"/>
                        <a:pt x="6" y="70"/>
                      </a:cubicBezTo>
                      <a:cubicBezTo>
                        <a:pt x="11" y="75"/>
                        <a:pt x="11" y="75"/>
                        <a:pt x="11" y="75"/>
                      </a:cubicBezTo>
                      <a:cubicBezTo>
                        <a:pt x="39" y="69"/>
                        <a:pt x="39" y="69"/>
                        <a:pt x="39" y="69"/>
                      </a:cubicBezTo>
                      <a:cubicBezTo>
                        <a:pt x="44" y="81"/>
                        <a:pt x="44" y="81"/>
                        <a:pt x="44" y="81"/>
                      </a:cubicBezTo>
                      <a:cubicBezTo>
                        <a:pt x="64" y="80"/>
                        <a:pt x="64" y="80"/>
                        <a:pt x="64" y="80"/>
                      </a:cubicBezTo>
                      <a:cubicBezTo>
                        <a:pt x="64" y="80"/>
                        <a:pt x="59" y="102"/>
                        <a:pt x="67" y="107"/>
                      </a:cubicBezTo>
                      <a:cubicBezTo>
                        <a:pt x="75" y="112"/>
                        <a:pt x="86" y="102"/>
                        <a:pt x="86" y="102"/>
                      </a:cubicBezTo>
                      <a:cubicBezTo>
                        <a:pt x="86" y="89"/>
                        <a:pt x="86" y="89"/>
                        <a:pt x="86" y="89"/>
                      </a:cubicBezTo>
                      <a:cubicBezTo>
                        <a:pt x="97" y="88"/>
                        <a:pt x="97" y="88"/>
                        <a:pt x="97" y="88"/>
                      </a:cubicBezTo>
                      <a:cubicBezTo>
                        <a:pt x="97" y="88"/>
                        <a:pt x="101" y="141"/>
                        <a:pt x="115" y="134"/>
                      </a:cubicBezTo>
                      <a:cubicBezTo>
                        <a:pt x="129" y="127"/>
                        <a:pt x="143" y="118"/>
                        <a:pt x="143" y="118"/>
                      </a:cubicBezTo>
                      <a:cubicBezTo>
                        <a:pt x="143" y="118"/>
                        <a:pt x="105" y="91"/>
                        <a:pt x="116" y="81"/>
                      </a:cubicBezTo>
                      <a:cubicBezTo>
                        <a:pt x="127" y="71"/>
                        <a:pt x="138" y="70"/>
                        <a:pt x="147" y="62"/>
                      </a:cubicBezTo>
                      <a:cubicBezTo>
                        <a:pt x="156" y="54"/>
                        <a:pt x="167" y="34"/>
                        <a:pt x="177" y="36"/>
                      </a:cubicBezTo>
                      <a:cubicBezTo>
                        <a:pt x="187" y="38"/>
                        <a:pt x="203" y="43"/>
                        <a:pt x="209" y="4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6" name="Freeform 202"/>
                <p:cNvSpPr>
                  <a:spLocks/>
                </p:cNvSpPr>
                <p:nvPr/>
              </p:nvSpPr>
              <p:spPr bwMode="gray">
                <a:xfrm>
                  <a:off x="-15329" y="-11584"/>
                  <a:ext cx="1373" cy="2131"/>
                </a:xfrm>
                <a:custGeom>
                  <a:avLst/>
                  <a:gdLst>
                    <a:gd name="T0" fmla="*/ 65 w 581"/>
                    <a:gd name="T1" fmla="*/ 635 h 902"/>
                    <a:gd name="T2" fmla="*/ 120 w 581"/>
                    <a:gd name="T3" fmla="*/ 665 h 902"/>
                    <a:gd name="T4" fmla="*/ 185 w 581"/>
                    <a:gd name="T5" fmla="*/ 680 h 902"/>
                    <a:gd name="T6" fmla="*/ 238 w 581"/>
                    <a:gd name="T7" fmla="*/ 732 h 902"/>
                    <a:gd name="T8" fmla="*/ 264 w 581"/>
                    <a:gd name="T9" fmla="*/ 772 h 902"/>
                    <a:gd name="T10" fmla="*/ 329 w 581"/>
                    <a:gd name="T11" fmla="*/ 813 h 902"/>
                    <a:gd name="T12" fmla="*/ 388 w 581"/>
                    <a:gd name="T13" fmla="*/ 797 h 902"/>
                    <a:gd name="T14" fmla="*/ 415 w 581"/>
                    <a:gd name="T15" fmla="*/ 846 h 902"/>
                    <a:gd name="T16" fmla="*/ 427 w 581"/>
                    <a:gd name="T17" fmla="*/ 898 h 902"/>
                    <a:gd name="T18" fmla="*/ 444 w 581"/>
                    <a:gd name="T19" fmla="*/ 831 h 902"/>
                    <a:gd name="T20" fmla="*/ 464 w 581"/>
                    <a:gd name="T21" fmla="*/ 749 h 902"/>
                    <a:gd name="T22" fmla="*/ 425 w 581"/>
                    <a:gd name="T23" fmla="*/ 688 h 902"/>
                    <a:gd name="T24" fmla="*/ 471 w 581"/>
                    <a:gd name="T25" fmla="*/ 643 h 902"/>
                    <a:gd name="T26" fmla="*/ 442 w 581"/>
                    <a:gd name="T27" fmla="*/ 616 h 902"/>
                    <a:gd name="T28" fmla="*/ 510 w 581"/>
                    <a:gd name="T29" fmla="*/ 586 h 902"/>
                    <a:gd name="T30" fmla="*/ 555 w 581"/>
                    <a:gd name="T31" fmla="*/ 563 h 902"/>
                    <a:gd name="T32" fmla="*/ 564 w 581"/>
                    <a:gd name="T33" fmla="*/ 614 h 902"/>
                    <a:gd name="T34" fmla="*/ 566 w 581"/>
                    <a:gd name="T35" fmla="*/ 569 h 902"/>
                    <a:gd name="T36" fmla="*/ 531 w 581"/>
                    <a:gd name="T37" fmla="*/ 524 h 902"/>
                    <a:gd name="T38" fmla="*/ 543 w 581"/>
                    <a:gd name="T39" fmla="*/ 460 h 902"/>
                    <a:gd name="T40" fmla="*/ 533 w 581"/>
                    <a:gd name="T41" fmla="*/ 395 h 902"/>
                    <a:gd name="T42" fmla="*/ 558 w 581"/>
                    <a:gd name="T43" fmla="*/ 343 h 902"/>
                    <a:gd name="T44" fmla="*/ 503 w 581"/>
                    <a:gd name="T45" fmla="*/ 350 h 902"/>
                    <a:gd name="T46" fmla="*/ 463 w 581"/>
                    <a:gd name="T47" fmla="*/ 350 h 902"/>
                    <a:gd name="T48" fmla="*/ 404 w 581"/>
                    <a:gd name="T49" fmla="*/ 297 h 902"/>
                    <a:gd name="T50" fmla="*/ 341 w 581"/>
                    <a:gd name="T51" fmla="*/ 300 h 902"/>
                    <a:gd name="T52" fmla="*/ 324 w 581"/>
                    <a:gd name="T53" fmla="*/ 252 h 902"/>
                    <a:gd name="T54" fmla="*/ 317 w 581"/>
                    <a:gd name="T55" fmla="*/ 200 h 902"/>
                    <a:gd name="T56" fmla="*/ 306 w 581"/>
                    <a:gd name="T57" fmla="*/ 153 h 902"/>
                    <a:gd name="T58" fmla="*/ 320 w 581"/>
                    <a:gd name="T59" fmla="*/ 97 h 902"/>
                    <a:gd name="T60" fmla="*/ 381 w 581"/>
                    <a:gd name="T61" fmla="*/ 47 h 902"/>
                    <a:gd name="T62" fmla="*/ 342 w 581"/>
                    <a:gd name="T63" fmla="*/ 45 h 902"/>
                    <a:gd name="T64" fmla="*/ 271 w 581"/>
                    <a:gd name="T65" fmla="*/ 74 h 902"/>
                    <a:gd name="T66" fmla="*/ 239 w 581"/>
                    <a:gd name="T67" fmla="*/ 101 h 902"/>
                    <a:gd name="T68" fmla="*/ 207 w 581"/>
                    <a:gd name="T69" fmla="*/ 94 h 902"/>
                    <a:gd name="T70" fmla="*/ 177 w 581"/>
                    <a:gd name="T71" fmla="*/ 155 h 902"/>
                    <a:gd name="T72" fmla="*/ 147 w 581"/>
                    <a:gd name="T73" fmla="*/ 198 h 902"/>
                    <a:gd name="T74" fmla="*/ 123 w 581"/>
                    <a:gd name="T75" fmla="*/ 229 h 902"/>
                    <a:gd name="T76" fmla="*/ 93 w 581"/>
                    <a:gd name="T77" fmla="*/ 215 h 902"/>
                    <a:gd name="T78" fmla="*/ 92 w 581"/>
                    <a:gd name="T79" fmla="*/ 267 h 902"/>
                    <a:gd name="T80" fmla="*/ 74 w 581"/>
                    <a:gd name="T81" fmla="*/ 301 h 902"/>
                    <a:gd name="T82" fmla="*/ 77 w 581"/>
                    <a:gd name="T83" fmla="*/ 338 h 902"/>
                    <a:gd name="T84" fmla="*/ 77 w 581"/>
                    <a:gd name="T85" fmla="*/ 378 h 902"/>
                    <a:gd name="T86" fmla="*/ 74 w 581"/>
                    <a:gd name="T87" fmla="*/ 454 h 902"/>
                    <a:gd name="T88" fmla="*/ 74 w 581"/>
                    <a:gd name="T89" fmla="*/ 522 h 902"/>
                    <a:gd name="T90" fmla="*/ 26 w 581"/>
                    <a:gd name="T91" fmla="*/ 580 h 902"/>
                    <a:gd name="T92" fmla="*/ 23 w 581"/>
                    <a:gd name="T93" fmla="*/ 614 h 9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81" h="902">
                      <a:moveTo>
                        <a:pt x="23" y="614"/>
                      </a:moveTo>
                      <a:cubicBezTo>
                        <a:pt x="34" y="620"/>
                        <a:pt x="42" y="632"/>
                        <a:pt x="42" y="632"/>
                      </a:cubicBezTo>
                      <a:cubicBezTo>
                        <a:pt x="42" y="632"/>
                        <a:pt x="55" y="627"/>
                        <a:pt x="65" y="635"/>
                      </a:cubicBezTo>
                      <a:cubicBezTo>
                        <a:pt x="75" y="643"/>
                        <a:pt x="68" y="650"/>
                        <a:pt x="77" y="656"/>
                      </a:cubicBezTo>
                      <a:cubicBezTo>
                        <a:pt x="86" y="662"/>
                        <a:pt x="97" y="657"/>
                        <a:pt x="97" y="657"/>
                      </a:cubicBezTo>
                      <a:cubicBezTo>
                        <a:pt x="97" y="657"/>
                        <a:pt x="113" y="667"/>
                        <a:pt x="120" y="665"/>
                      </a:cubicBezTo>
                      <a:cubicBezTo>
                        <a:pt x="127" y="663"/>
                        <a:pt x="115" y="650"/>
                        <a:pt x="132" y="653"/>
                      </a:cubicBezTo>
                      <a:cubicBezTo>
                        <a:pt x="149" y="656"/>
                        <a:pt x="141" y="674"/>
                        <a:pt x="154" y="675"/>
                      </a:cubicBezTo>
                      <a:cubicBezTo>
                        <a:pt x="166" y="676"/>
                        <a:pt x="178" y="676"/>
                        <a:pt x="185" y="680"/>
                      </a:cubicBezTo>
                      <a:cubicBezTo>
                        <a:pt x="192" y="684"/>
                        <a:pt x="222" y="708"/>
                        <a:pt x="222" y="708"/>
                      </a:cubicBezTo>
                      <a:cubicBezTo>
                        <a:pt x="230" y="732"/>
                        <a:pt x="230" y="732"/>
                        <a:pt x="230" y="732"/>
                      </a:cubicBezTo>
                      <a:cubicBezTo>
                        <a:pt x="238" y="732"/>
                        <a:pt x="238" y="732"/>
                        <a:pt x="238" y="732"/>
                      </a:cubicBezTo>
                      <a:cubicBezTo>
                        <a:pt x="249" y="745"/>
                        <a:pt x="249" y="745"/>
                        <a:pt x="249" y="745"/>
                      </a:cubicBezTo>
                      <a:cubicBezTo>
                        <a:pt x="249" y="745"/>
                        <a:pt x="257" y="742"/>
                        <a:pt x="259" y="748"/>
                      </a:cubicBezTo>
                      <a:cubicBezTo>
                        <a:pt x="262" y="754"/>
                        <a:pt x="264" y="772"/>
                        <a:pt x="264" y="772"/>
                      </a:cubicBezTo>
                      <a:cubicBezTo>
                        <a:pt x="264" y="772"/>
                        <a:pt x="282" y="773"/>
                        <a:pt x="283" y="781"/>
                      </a:cubicBezTo>
                      <a:cubicBezTo>
                        <a:pt x="284" y="788"/>
                        <a:pt x="269" y="803"/>
                        <a:pt x="288" y="808"/>
                      </a:cubicBezTo>
                      <a:cubicBezTo>
                        <a:pt x="307" y="813"/>
                        <a:pt x="329" y="813"/>
                        <a:pt x="329" y="813"/>
                      </a:cubicBezTo>
                      <a:cubicBezTo>
                        <a:pt x="329" y="813"/>
                        <a:pt x="330" y="792"/>
                        <a:pt x="344" y="795"/>
                      </a:cubicBezTo>
                      <a:cubicBezTo>
                        <a:pt x="358" y="798"/>
                        <a:pt x="359" y="805"/>
                        <a:pt x="367" y="805"/>
                      </a:cubicBezTo>
                      <a:cubicBezTo>
                        <a:pt x="376" y="805"/>
                        <a:pt x="384" y="796"/>
                        <a:pt x="388" y="797"/>
                      </a:cubicBezTo>
                      <a:cubicBezTo>
                        <a:pt x="392" y="798"/>
                        <a:pt x="400" y="810"/>
                        <a:pt x="400" y="810"/>
                      </a:cubicBezTo>
                      <a:cubicBezTo>
                        <a:pt x="400" y="810"/>
                        <a:pt x="428" y="809"/>
                        <a:pt x="428" y="823"/>
                      </a:cubicBezTo>
                      <a:cubicBezTo>
                        <a:pt x="428" y="838"/>
                        <a:pt x="420" y="846"/>
                        <a:pt x="415" y="846"/>
                      </a:cubicBezTo>
                      <a:cubicBezTo>
                        <a:pt x="410" y="846"/>
                        <a:pt x="401" y="876"/>
                        <a:pt x="404" y="881"/>
                      </a:cubicBezTo>
                      <a:cubicBezTo>
                        <a:pt x="407" y="887"/>
                        <a:pt x="421" y="882"/>
                        <a:pt x="421" y="882"/>
                      </a:cubicBezTo>
                      <a:cubicBezTo>
                        <a:pt x="427" y="898"/>
                        <a:pt x="427" y="898"/>
                        <a:pt x="427" y="898"/>
                      </a:cubicBezTo>
                      <a:cubicBezTo>
                        <a:pt x="438" y="902"/>
                        <a:pt x="438" y="902"/>
                        <a:pt x="438" y="902"/>
                      </a:cubicBezTo>
                      <a:cubicBezTo>
                        <a:pt x="441" y="893"/>
                        <a:pt x="442" y="881"/>
                        <a:pt x="442" y="881"/>
                      </a:cubicBezTo>
                      <a:cubicBezTo>
                        <a:pt x="444" y="831"/>
                        <a:pt x="444" y="831"/>
                        <a:pt x="444" y="831"/>
                      </a:cubicBezTo>
                      <a:cubicBezTo>
                        <a:pt x="455" y="801"/>
                        <a:pt x="455" y="801"/>
                        <a:pt x="455" y="801"/>
                      </a:cubicBezTo>
                      <a:cubicBezTo>
                        <a:pt x="453" y="767"/>
                        <a:pt x="453" y="767"/>
                        <a:pt x="453" y="767"/>
                      </a:cubicBezTo>
                      <a:cubicBezTo>
                        <a:pt x="453" y="767"/>
                        <a:pt x="463" y="756"/>
                        <a:pt x="464" y="749"/>
                      </a:cubicBezTo>
                      <a:cubicBezTo>
                        <a:pt x="465" y="742"/>
                        <a:pt x="451" y="727"/>
                        <a:pt x="451" y="727"/>
                      </a:cubicBezTo>
                      <a:cubicBezTo>
                        <a:pt x="451" y="727"/>
                        <a:pt x="450" y="715"/>
                        <a:pt x="448" y="706"/>
                      </a:cubicBezTo>
                      <a:cubicBezTo>
                        <a:pt x="446" y="697"/>
                        <a:pt x="425" y="688"/>
                        <a:pt x="425" y="688"/>
                      </a:cubicBezTo>
                      <a:cubicBezTo>
                        <a:pt x="427" y="646"/>
                        <a:pt x="427" y="646"/>
                        <a:pt x="427" y="646"/>
                      </a:cubicBezTo>
                      <a:cubicBezTo>
                        <a:pt x="449" y="641"/>
                        <a:pt x="449" y="641"/>
                        <a:pt x="449" y="641"/>
                      </a:cubicBezTo>
                      <a:cubicBezTo>
                        <a:pt x="449" y="641"/>
                        <a:pt x="458" y="645"/>
                        <a:pt x="471" y="643"/>
                      </a:cubicBezTo>
                      <a:cubicBezTo>
                        <a:pt x="484" y="641"/>
                        <a:pt x="465" y="621"/>
                        <a:pt x="465" y="621"/>
                      </a:cubicBezTo>
                      <a:cubicBezTo>
                        <a:pt x="458" y="623"/>
                        <a:pt x="458" y="623"/>
                        <a:pt x="458" y="623"/>
                      </a:cubicBezTo>
                      <a:cubicBezTo>
                        <a:pt x="442" y="616"/>
                        <a:pt x="442" y="616"/>
                        <a:pt x="442" y="616"/>
                      </a:cubicBezTo>
                      <a:cubicBezTo>
                        <a:pt x="442" y="616"/>
                        <a:pt x="434" y="587"/>
                        <a:pt x="443" y="582"/>
                      </a:cubicBezTo>
                      <a:cubicBezTo>
                        <a:pt x="452" y="577"/>
                        <a:pt x="466" y="590"/>
                        <a:pt x="466" y="590"/>
                      </a:cubicBezTo>
                      <a:cubicBezTo>
                        <a:pt x="510" y="586"/>
                        <a:pt x="510" y="586"/>
                        <a:pt x="510" y="586"/>
                      </a:cubicBezTo>
                      <a:cubicBezTo>
                        <a:pt x="510" y="586"/>
                        <a:pt x="510" y="569"/>
                        <a:pt x="516" y="569"/>
                      </a:cubicBezTo>
                      <a:cubicBezTo>
                        <a:pt x="522" y="569"/>
                        <a:pt x="527" y="585"/>
                        <a:pt x="533" y="584"/>
                      </a:cubicBezTo>
                      <a:cubicBezTo>
                        <a:pt x="539" y="583"/>
                        <a:pt x="548" y="560"/>
                        <a:pt x="555" y="563"/>
                      </a:cubicBezTo>
                      <a:cubicBezTo>
                        <a:pt x="562" y="566"/>
                        <a:pt x="557" y="573"/>
                        <a:pt x="557" y="573"/>
                      </a:cubicBezTo>
                      <a:cubicBezTo>
                        <a:pt x="557" y="573"/>
                        <a:pt x="560" y="574"/>
                        <a:pt x="562" y="580"/>
                      </a:cubicBezTo>
                      <a:cubicBezTo>
                        <a:pt x="564" y="586"/>
                        <a:pt x="564" y="614"/>
                        <a:pt x="564" y="614"/>
                      </a:cubicBezTo>
                      <a:cubicBezTo>
                        <a:pt x="581" y="614"/>
                        <a:pt x="581" y="614"/>
                        <a:pt x="581" y="614"/>
                      </a:cubicBezTo>
                      <a:cubicBezTo>
                        <a:pt x="581" y="614"/>
                        <a:pt x="575" y="605"/>
                        <a:pt x="576" y="600"/>
                      </a:cubicBezTo>
                      <a:cubicBezTo>
                        <a:pt x="577" y="595"/>
                        <a:pt x="566" y="569"/>
                        <a:pt x="566" y="569"/>
                      </a:cubicBezTo>
                      <a:cubicBezTo>
                        <a:pt x="566" y="569"/>
                        <a:pt x="563" y="549"/>
                        <a:pt x="563" y="545"/>
                      </a:cubicBezTo>
                      <a:cubicBezTo>
                        <a:pt x="563" y="541"/>
                        <a:pt x="541" y="527"/>
                        <a:pt x="541" y="527"/>
                      </a:cubicBezTo>
                      <a:cubicBezTo>
                        <a:pt x="531" y="524"/>
                        <a:pt x="531" y="524"/>
                        <a:pt x="531" y="524"/>
                      </a:cubicBezTo>
                      <a:cubicBezTo>
                        <a:pt x="531" y="524"/>
                        <a:pt x="560" y="506"/>
                        <a:pt x="560" y="496"/>
                      </a:cubicBezTo>
                      <a:cubicBezTo>
                        <a:pt x="560" y="486"/>
                        <a:pt x="544" y="472"/>
                        <a:pt x="544" y="472"/>
                      </a:cubicBezTo>
                      <a:cubicBezTo>
                        <a:pt x="544" y="472"/>
                        <a:pt x="543" y="463"/>
                        <a:pt x="543" y="460"/>
                      </a:cubicBezTo>
                      <a:cubicBezTo>
                        <a:pt x="543" y="457"/>
                        <a:pt x="534" y="453"/>
                        <a:pt x="534" y="453"/>
                      </a:cubicBezTo>
                      <a:cubicBezTo>
                        <a:pt x="534" y="453"/>
                        <a:pt x="536" y="430"/>
                        <a:pt x="536" y="424"/>
                      </a:cubicBezTo>
                      <a:cubicBezTo>
                        <a:pt x="536" y="418"/>
                        <a:pt x="534" y="400"/>
                        <a:pt x="533" y="395"/>
                      </a:cubicBezTo>
                      <a:cubicBezTo>
                        <a:pt x="532" y="390"/>
                        <a:pt x="542" y="385"/>
                        <a:pt x="545" y="382"/>
                      </a:cubicBezTo>
                      <a:cubicBezTo>
                        <a:pt x="548" y="379"/>
                        <a:pt x="547" y="364"/>
                        <a:pt x="547" y="364"/>
                      </a:cubicBezTo>
                      <a:cubicBezTo>
                        <a:pt x="547" y="364"/>
                        <a:pt x="564" y="356"/>
                        <a:pt x="558" y="343"/>
                      </a:cubicBezTo>
                      <a:cubicBezTo>
                        <a:pt x="552" y="331"/>
                        <a:pt x="533" y="346"/>
                        <a:pt x="533" y="346"/>
                      </a:cubicBezTo>
                      <a:cubicBezTo>
                        <a:pt x="514" y="344"/>
                        <a:pt x="514" y="344"/>
                        <a:pt x="514" y="344"/>
                      </a:cubicBezTo>
                      <a:cubicBezTo>
                        <a:pt x="514" y="344"/>
                        <a:pt x="511" y="351"/>
                        <a:pt x="503" y="350"/>
                      </a:cubicBezTo>
                      <a:cubicBezTo>
                        <a:pt x="495" y="349"/>
                        <a:pt x="493" y="342"/>
                        <a:pt x="485" y="342"/>
                      </a:cubicBezTo>
                      <a:cubicBezTo>
                        <a:pt x="477" y="342"/>
                        <a:pt x="479" y="349"/>
                        <a:pt x="479" y="349"/>
                      </a:cubicBezTo>
                      <a:cubicBezTo>
                        <a:pt x="479" y="349"/>
                        <a:pt x="471" y="352"/>
                        <a:pt x="463" y="350"/>
                      </a:cubicBezTo>
                      <a:cubicBezTo>
                        <a:pt x="455" y="347"/>
                        <a:pt x="436" y="305"/>
                        <a:pt x="436" y="305"/>
                      </a:cubicBezTo>
                      <a:cubicBezTo>
                        <a:pt x="418" y="304"/>
                        <a:pt x="418" y="304"/>
                        <a:pt x="418" y="304"/>
                      </a:cubicBezTo>
                      <a:cubicBezTo>
                        <a:pt x="418" y="304"/>
                        <a:pt x="409" y="297"/>
                        <a:pt x="404" y="297"/>
                      </a:cubicBezTo>
                      <a:cubicBezTo>
                        <a:pt x="399" y="297"/>
                        <a:pt x="398" y="303"/>
                        <a:pt x="393" y="304"/>
                      </a:cubicBezTo>
                      <a:cubicBezTo>
                        <a:pt x="388" y="305"/>
                        <a:pt x="370" y="298"/>
                        <a:pt x="365" y="298"/>
                      </a:cubicBezTo>
                      <a:cubicBezTo>
                        <a:pt x="361" y="298"/>
                        <a:pt x="350" y="303"/>
                        <a:pt x="341" y="300"/>
                      </a:cubicBezTo>
                      <a:cubicBezTo>
                        <a:pt x="332" y="297"/>
                        <a:pt x="333" y="279"/>
                        <a:pt x="333" y="279"/>
                      </a:cubicBezTo>
                      <a:cubicBezTo>
                        <a:pt x="323" y="279"/>
                        <a:pt x="323" y="279"/>
                        <a:pt x="323" y="279"/>
                      </a:cubicBezTo>
                      <a:cubicBezTo>
                        <a:pt x="324" y="252"/>
                        <a:pt x="324" y="252"/>
                        <a:pt x="324" y="252"/>
                      </a:cubicBezTo>
                      <a:cubicBezTo>
                        <a:pt x="324" y="252"/>
                        <a:pt x="330" y="249"/>
                        <a:pt x="332" y="236"/>
                      </a:cubicBezTo>
                      <a:cubicBezTo>
                        <a:pt x="334" y="224"/>
                        <a:pt x="318" y="215"/>
                        <a:pt x="318" y="215"/>
                      </a:cubicBezTo>
                      <a:cubicBezTo>
                        <a:pt x="318" y="215"/>
                        <a:pt x="317" y="209"/>
                        <a:pt x="317" y="200"/>
                      </a:cubicBezTo>
                      <a:cubicBezTo>
                        <a:pt x="317" y="191"/>
                        <a:pt x="310" y="177"/>
                        <a:pt x="303" y="177"/>
                      </a:cubicBezTo>
                      <a:cubicBezTo>
                        <a:pt x="296" y="177"/>
                        <a:pt x="292" y="191"/>
                        <a:pt x="287" y="182"/>
                      </a:cubicBezTo>
                      <a:cubicBezTo>
                        <a:pt x="282" y="174"/>
                        <a:pt x="306" y="153"/>
                        <a:pt x="306" y="153"/>
                      </a:cubicBezTo>
                      <a:cubicBezTo>
                        <a:pt x="306" y="135"/>
                        <a:pt x="306" y="135"/>
                        <a:pt x="306" y="135"/>
                      </a:cubicBezTo>
                      <a:cubicBezTo>
                        <a:pt x="312" y="130"/>
                        <a:pt x="312" y="130"/>
                        <a:pt x="312" y="130"/>
                      </a:cubicBezTo>
                      <a:cubicBezTo>
                        <a:pt x="312" y="130"/>
                        <a:pt x="312" y="110"/>
                        <a:pt x="320" y="97"/>
                      </a:cubicBezTo>
                      <a:cubicBezTo>
                        <a:pt x="327" y="84"/>
                        <a:pt x="336" y="80"/>
                        <a:pt x="347" y="76"/>
                      </a:cubicBezTo>
                      <a:cubicBezTo>
                        <a:pt x="358" y="73"/>
                        <a:pt x="359" y="58"/>
                        <a:pt x="359" y="58"/>
                      </a:cubicBezTo>
                      <a:cubicBezTo>
                        <a:pt x="359" y="58"/>
                        <a:pt x="376" y="48"/>
                        <a:pt x="381" y="47"/>
                      </a:cubicBezTo>
                      <a:cubicBezTo>
                        <a:pt x="386" y="46"/>
                        <a:pt x="401" y="42"/>
                        <a:pt x="402" y="21"/>
                      </a:cubicBezTo>
                      <a:cubicBezTo>
                        <a:pt x="403" y="0"/>
                        <a:pt x="361" y="16"/>
                        <a:pt x="355" y="17"/>
                      </a:cubicBezTo>
                      <a:cubicBezTo>
                        <a:pt x="349" y="18"/>
                        <a:pt x="349" y="38"/>
                        <a:pt x="342" y="45"/>
                      </a:cubicBezTo>
                      <a:cubicBezTo>
                        <a:pt x="335" y="52"/>
                        <a:pt x="324" y="45"/>
                        <a:pt x="317" y="46"/>
                      </a:cubicBezTo>
                      <a:cubicBezTo>
                        <a:pt x="310" y="47"/>
                        <a:pt x="296" y="70"/>
                        <a:pt x="296" y="70"/>
                      </a:cubicBezTo>
                      <a:cubicBezTo>
                        <a:pt x="271" y="74"/>
                        <a:pt x="271" y="74"/>
                        <a:pt x="271" y="74"/>
                      </a:cubicBezTo>
                      <a:cubicBezTo>
                        <a:pt x="271" y="74"/>
                        <a:pt x="265" y="65"/>
                        <a:pt x="258" y="69"/>
                      </a:cubicBezTo>
                      <a:cubicBezTo>
                        <a:pt x="251" y="74"/>
                        <a:pt x="251" y="86"/>
                        <a:pt x="251" y="86"/>
                      </a:cubicBezTo>
                      <a:cubicBezTo>
                        <a:pt x="251" y="86"/>
                        <a:pt x="246" y="100"/>
                        <a:pt x="239" y="101"/>
                      </a:cubicBezTo>
                      <a:cubicBezTo>
                        <a:pt x="232" y="103"/>
                        <a:pt x="240" y="92"/>
                        <a:pt x="240" y="92"/>
                      </a:cubicBezTo>
                      <a:cubicBezTo>
                        <a:pt x="240" y="92"/>
                        <a:pt x="234" y="87"/>
                        <a:pt x="230" y="87"/>
                      </a:cubicBezTo>
                      <a:cubicBezTo>
                        <a:pt x="227" y="87"/>
                        <a:pt x="212" y="91"/>
                        <a:pt x="207" y="94"/>
                      </a:cubicBezTo>
                      <a:cubicBezTo>
                        <a:pt x="202" y="98"/>
                        <a:pt x="187" y="112"/>
                        <a:pt x="183" y="119"/>
                      </a:cubicBezTo>
                      <a:cubicBezTo>
                        <a:pt x="180" y="126"/>
                        <a:pt x="188" y="135"/>
                        <a:pt x="188" y="135"/>
                      </a:cubicBezTo>
                      <a:cubicBezTo>
                        <a:pt x="177" y="155"/>
                        <a:pt x="177" y="155"/>
                        <a:pt x="177" y="155"/>
                      </a:cubicBezTo>
                      <a:cubicBezTo>
                        <a:pt x="184" y="171"/>
                        <a:pt x="184" y="171"/>
                        <a:pt x="184" y="171"/>
                      </a:cubicBezTo>
                      <a:cubicBezTo>
                        <a:pt x="184" y="171"/>
                        <a:pt x="168" y="172"/>
                        <a:pt x="162" y="175"/>
                      </a:cubicBezTo>
                      <a:cubicBezTo>
                        <a:pt x="156" y="177"/>
                        <a:pt x="150" y="191"/>
                        <a:pt x="147" y="198"/>
                      </a:cubicBezTo>
                      <a:cubicBezTo>
                        <a:pt x="143" y="205"/>
                        <a:pt x="129" y="207"/>
                        <a:pt x="129" y="207"/>
                      </a:cubicBezTo>
                      <a:cubicBezTo>
                        <a:pt x="115" y="213"/>
                        <a:pt x="115" y="213"/>
                        <a:pt x="115" y="213"/>
                      </a:cubicBezTo>
                      <a:cubicBezTo>
                        <a:pt x="123" y="229"/>
                        <a:pt x="123" y="229"/>
                        <a:pt x="123" y="229"/>
                      </a:cubicBezTo>
                      <a:cubicBezTo>
                        <a:pt x="123" y="229"/>
                        <a:pt x="126" y="252"/>
                        <a:pt x="118" y="254"/>
                      </a:cubicBezTo>
                      <a:cubicBezTo>
                        <a:pt x="110" y="256"/>
                        <a:pt x="116" y="246"/>
                        <a:pt x="115" y="236"/>
                      </a:cubicBezTo>
                      <a:cubicBezTo>
                        <a:pt x="113" y="227"/>
                        <a:pt x="93" y="215"/>
                        <a:pt x="93" y="215"/>
                      </a:cubicBezTo>
                      <a:cubicBezTo>
                        <a:pt x="93" y="215"/>
                        <a:pt x="89" y="221"/>
                        <a:pt x="89" y="228"/>
                      </a:cubicBezTo>
                      <a:cubicBezTo>
                        <a:pt x="89" y="235"/>
                        <a:pt x="102" y="242"/>
                        <a:pt x="102" y="242"/>
                      </a:cubicBezTo>
                      <a:cubicBezTo>
                        <a:pt x="102" y="242"/>
                        <a:pt x="102" y="259"/>
                        <a:pt x="92" y="267"/>
                      </a:cubicBezTo>
                      <a:cubicBezTo>
                        <a:pt x="83" y="275"/>
                        <a:pt x="76" y="265"/>
                        <a:pt x="76" y="265"/>
                      </a:cubicBezTo>
                      <a:cubicBezTo>
                        <a:pt x="66" y="286"/>
                        <a:pt x="66" y="286"/>
                        <a:pt x="66" y="286"/>
                      </a:cubicBezTo>
                      <a:cubicBezTo>
                        <a:pt x="74" y="301"/>
                        <a:pt x="74" y="301"/>
                        <a:pt x="74" y="301"/>
                      </a:cubicBezTo>
                      <a:cubicBezTo>
                        <a:pt x="74" y="308"/>
                        <a:pt x="74" y="308"/>
                        <a:pt x="74" y="308"/>
                      </a:cubicBezTo>
                      <a:cubicBezTo>
                        <a:pt x="74" y="308"/>
                        <a:pt x="81" y="313"/>
                        <a:pt x="87" y="325"/>
                      </a:cubicBezTo>
                      <a:cubicBezTo>
                        <a:pt x="93" y="337"/>
                        <a:pt x="77" y="338"/>
                        <a:pt x="77" y="338"/>
                      </a:cubicBezTo>
                      <a:cubicBezTo>
                        <a:pt x="87" y="353"/>
                        <a:pt x="87" y="353"/>
                        <a:pt x="87" y="353"/>
                      </a:cubicBezTo>
                      <a:cubicBezTo>
                        <a:pt x="92" y="375"/>
                        <a:pt x="92" y="375"/>
                        <a:pt x="92" y="375"/>
                      </a:cubicBezTo>
                      <a:cubicBezTo>
                        <a:pt x="77" y="378"/>
                        <a:pt x="77" y="378"/>
                        <a:pt x="77" y="378"/>
                      </a:cubicBezTo>
                      <a:cubicBezTo>
                        <a:pt x="87" y="391"/>
                        <a:pt x="87" y="391"/>
                        <a:pt x="87" y="391"/>
                      </a:cubicBezTo>
                      <a:cubicBezTo>
                        <a:pt x="87" y="431"/>
                        <a:pt x="87" y="431"/>
                        <a:pt x="87" y="431"/>
                      </a:cubicBezTo>
                      <a:cubicBezTo>
                        <a:pt x="87" y="431"/>
                        <a:pt x="74" y="441"/>
                        <a:pt x="74" y="454"/>
                      </a:cubicBezTo>
                      <a:cubicBezTo>
                        <a:pt x="74" y="467"/>
                        <a:pt x="91" y="467"/>
                        <a:pt x="92" y="482"/>
                      </a:cubicBezTo>
                      <a:cubicBezTo>
                        <a:pt x="93" y="497"/>
                        <a:pt x="65" y="514"/>
                        <a:pt x="65" y="514"/>
                      </a:cubicBezTo>
                      <a:cubicBezTo>
                        <a:pt x="74" y="522"/>
                        <a:pt x="74" y="522"/>
                        <a:pt x="74" y="522"/>
                      </a:cubicBezTo>
                      <a:cubicBezTo>
                        <a:pt x="55" y="539"/>
                        <a:pt x="55" y="539"/>
                        <a:pt x="55" y="539"/>
                      </a:cubicBezTo>
                      <a:cubicBezTo>
                        <a:pt x="55" y="539"/>
                        <a:pt x="34" y="539"/>
                        <a:pt x="26" y="548"/>
                      </a:cubicBezTo>
                      <a:cubicBezTo>
                        <a:pt x="18" y="558"/>
                        <a:pt x="26" y="580"/>
                        <a:pt x="26" y="580"/>
                      </a:cubicBezTo>
                      <a:cubicBezTo>
                        <a:pt x="26" y="580"/>
                        <a:pt x="1" y="572"/>
                        <a:pt x="0" y="586"/>
                      </a:cubicBezTo>
                      <a:cubicBezTo>
                        <a:pt x="0" y="588"/>
                        <a:pt x="0" y="590"/>
                        <a:pt x="0" y="592"/>
                      </a:cubicBezTo>
                      <a:cubicBezTo>
                        <a:pt x="5" y="598"/>
                        <a:pt x="15" y="611"/>
                        <a:pt x="23" y="61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7" name="Freeform 203"/>
                <p:cNvSpPr>
                  <a:spLocks/>
                </p:cNvSpPr>
                <p:nvPr/>
              </p:nvSpPr>
              <p:spPr bwMode="gray">
                <a:xfrm>
                  <a:off x="-13321" y="-7537"/>
                  <a:ext cx="961" cy="1068"/>
                </a:xfrm>
                <a:custGeom>
                  <a:avLst/>
                  <a:gdLst>
                    <a:gd name="T0" fmla="*/ 326 w 407"/>
                    <a:gd name="T1" fmla="*/ 441 h 452"/>
                    <a:gd name="T2" fmla="*/ 333 w 407"/>
                    <a:gd name="T3" fmla="*/ 452 h 452"/>
                    <a:gd name="T4" fmla="*/ 342 w 407"/>
                    <a:gd name="T5" fmla="*/ 435 h 452"/>
                    <a:gd name="T6" fmla="*/ 356 w 407"/>
                    <a:gd name="T7" fmla="*/ 439 h 452"/>
                    <a:gd name="T8" fmla="*/ 369 w 407"/>
                    <a:gd name="T9" fmla="*/ 415 h 452"/>
                    <a:gd name="T10" fmla="*/ 399 w 407"/>
                    <a:gd name="T11" fmla="*/ 390 h 452"/>
                    <a:gd name="T12" fmla="*/ 399 w 407"/>
                    <a:gd name="T13" fmla="*/ 344 h 452"/>
                    <a:gd name="T14" fmla="*/ 396 w 407"/>
                    <a:gd name="T15" fmla="*/ 331 h 452"/>
                    <a:gd name="T16" fmla="*/ 399 w 407"/>
                    <a:gd name="T17" fmla="*/ 311 h 452"/>
                    <a:gd name="T18" fmla="*/ 405 w 407"/>
                    <a:gd name="T19" fmla="*/ 276 h 452"/>
                    <a:gd name="T20" fmla="*/ 388 w 407"/>
                    <a:gd name="T21" fmla="*/ 244 h 452"/>
                    <a:gd name="T22" fmla="*/ 358 w 407"/>
                    <a:gd name="T23" fmla="*/ 254 h 452"/>
                    <a:gd name="T24" fmla="*/ 338 w 407"/>
                    <a:gd name="T25" fmla="*/ 211 h 452"/>
                    <a:gd name="T26" fmla="*/ 333 w 407"/>
                    <a:gd name="T27" fmla="*/ 166 h 452"/>
                    <a:gd name="T28" fmla="*/ 296 w 407"/>
                    <a:gd name="T29" fmla="*/ 161 h 452"/>
                    <a:gd name="T30" fmla="*/ 221 w 407"/>
                    <a:gd name="T31" fmla="*/ 148 h 452"/>
                    <a:gd name="T32" fmla="*/ 220 w 407"/>
                    <a:gd name="T33" fmla="*/ 94 h 452"/>
                    <a:gd name="T34" fmla="*/ 211 w 407"/>
                    <a:gd name="T35" fmla="*/ 86 h 452"/>
                    <a:gd name="T36" fmla="*/ 211 w 407"/>
                    <a:gd name="T37" fmla="*/ 66 h 452"/>
                    <a:gd name="T38" fmla="*/ 200 w 407"/>
                    <a:gd name="T39" fmla="*/ 51 h 452"/>
                    <a:gd name="T40" fmla="*/ 187 w 407"/>
                    <a:gd name="T41" fmla="*/ 28 h 452"/>
                    <a:gd name="T42" fmla="*/ 152 w 407"/>
                    <a:gd name="T43" fmla="*/ 0 h 452"/>
                    <a:gd name="T44" fmla="*/ 99 w 407"/>
                    <a:gd name="T45" fmla="*/ 9 h 452"/>
                    <a:gd name="T46" fmla="*/ 30 w 407"/>
                    <a:gd name="T47" fmla="*/ 21 h 452"/>
                    <a:gd name="T48" fmla="*/ 26 w 407"/>
                    <a:gd name="T49" fmla="*/ 40 h 452"/>
                    <a:gd name="T50" fmla="*/ 7 w 407"/>
                    <a:gd name="T51" fmla="*/ 56 h 452"/>
                    <a:gd name="T52" fmla="*/ 16 w 407"/>
                    <a:gd name="T53" fmla="*/ 89 h 452"/>
                    <a:gd name="T54" fmla="*/ 10 w 407"/>
                    <a:gd name="T55" fmla="*/ 163 h 452"/>
                    <a:gd name="T56" fmla="*/ 23 w 407"/>
                    <a:gd name="T57" fmla="*/ 175 h 452"/>
                    <a:gd name="T58" fmla="*/ 48 w 407"/>
                    <a:gd name="T59" fmla="*/ 209 h 452"/>
                    <a:gd name="T60" fmla="*/ 84 w 407"/>
                    <a:gd name="T61" fmla="*/ 231 h 452"/>
                    <a:gd name="T62" fmla="*/ 88 w 407"/>
                    <a:gd name="T63" fmla="*/ 245 h 452"/>
                    <a:gd name="T64" fmla="*/ 133 w 407"/>
                    <a:gd name="T65" fmla="*/ 261 h 452"/>
                    <a:gd name="T66" fmla="*/ 164 w 407"/>
                    <a:gd name="T67" fmla="*/ 277 h 452"/>
                    <a:gd name="T68" fmla="*/ 220 w 407"/>
                    <a:gd name="T69" fmla="*/ 306 h 452"/>
                    <a:gd name="T70" fmla="*/ 258 w 407"/>
                    <a:gd name="T71" fmla="*/ 322 h 452"/>
                    <a:gd name="T72" fmla="*/ 246 w 407"/>
                    <a:gd name="T73" fmla="*/ 347 h 452"/>
                    <a:gd name="T74" fmla="*/ 255 w 407"/>
                    <a:gd name="T75" fmla="*/ 362 h 452"/>
                    <a:gd name="T76" fmla="*/ 239 w 407"/>
                    <a:gd name="T77" fmla="*/ 369 h 452"/>
                    <a:gd name="T78" fmla="*/ 239 w 407"/>
                    <a:gd name="T79" fmla="*/ 391 h 452"/>
                    <a:gd name="T80" fmla="*/ 224 w 407"/>
                    <a:gd name="T81" fmla="*/ 425 h 452"/>
                    <a:gd name="T82" fmla="*/ 254 w 407"/>
                    <a:gd name="T83" fmla="*/ 425 h 452"/>
                    <a:gd name="T84" fmla="*/ 287 w 407"/>
                    <a:gd name="T85" fmla="*/ 439 h 452"/>
                    <a:gd name="T86" fmla="*/ 326 w 407"/>
                    <a:gd name="T87" fmla="*/ 441 h 4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7" h="452">
                      <a:moveTo>
                        <a:pt x="326" y="441"/>
                      </a:moveTo>
                      <a:cubicBezTo>
                        <a:pt x="333" y="452"/>
                        <a:pt x="333" y="452"/>
                        <a:pt x="333" y="452"/>
                      </a:cubicBezTo>
                      <a:cubicBezTo>
                        <a:pt x="333" y="452"/>
                        <a:pt x="333" y="433"/>
                        <a:pt x="342" y="435"/>
                      </a:cubicBezTo>
                      <a:cubicBezTo>
                        <a:pt x="351" y="437"/>
                        <a:pt x="352" y="446"/>
                        <a:pt x="356" y="439"/>
                      </a:cubicBezTo>
                      <a:cubicBezTo>
                        <a:pt x="360" y="432"/>
                        <a:pt x="362" y="415"/>
                        <a:pt x="369" y="415"/>
                      </a:cubicBezTo>
                      <a:cubicBezTo>
                        <a:pt x="376" y="415"/>
                        <a:pt x="397" y="401"/>
                        <a:pt x="399" y="390"/>
                      </a:cubicBezTo>
                      <a:cubicBezTo>
                        <a:pt x="401" y="379"/>
                        <a:pt x="399" y="344"/>
                        <a:pt x="399" y="344"/>
                      </a:cubicBezTo>
                      <a:cubicBezTo>
                        <a:pt x="396" y="331"/>
                        <a:pt x="396" y="331"/>
                        <a:pt x="396" y="331"/>
                      </a:cubicBezTo>
                      <a:cubicBezTo>
                        <a:pt x="396" y="331"/>
                        <a:pt x="397" y="316"/>
                        <a:pt x="399" y="311"/>
                      </a:cubicBezTo>
                      <a:cubicBezTo>
                        <a:pt x="401" y="306"/>
                        <a:pt x="403" y="296"/>
                        <a:pt x="405" y="276"/>
                      </a:cubicBezTo>
                      <a:cubicBezTo>
                        <a:pt x="407" y="256"/>
                        <a:pt x="403" y="248"/>
                        <a:pt x="388" y="244"/>
                      </a:cubicBezTo>
                      <a:cubicBezTo>
                        <a:pt x="373" y="240"/>
                        <a:pt x="369" y="256"/>
                        <a:pt x="358" y="254"/>
                      </a:cubicBezTo>
                      <a:cubicBezTo>
                        <a:pt x="347" y="252"/>
                        <a:pt x="343" y="231"/>
                        <a:pt x="338" y="211"/>
                      </a:cubicBezTo>
                      <a:cubicBezTo>
                        <a:pt x="333" y="191"/>
                        <a:pt x="337" y="174"/>
                        <a:pt x="333" y="166"/>
                      </a:cubicBezTo>
                      <a:cubicBezTo>
                        <a:pt x="329" y="158"/>
                        <a:pt x="311" y="158"/>
                        <a:pt x="296" y="161"/>
                      </a:cubicBezTo>
                      <a:cubicBezTo>
                        <a:pt x="281" y="164"/>
                        <a:pt x="237" y="157"/>
                        <a:pt x="221" y="148"/>
                      </a:cubicBezTo>
                      <a:cubicBezTo>
                        <a:pt x="205" y="139"/>
                        <a:pt x="220" y="103"/>
                        <a:pt x="220" y="94"/>
                      </a:cubicBezTo>
                      <a:cubicBezTo>
                        <a:pt x="220" y="85"/>
                        <a:pt x="215" y="90"/>
                        <a:pt x="211" y="86"/>
                      </a:cubicBezTo>
                      <a:cubicBezTo>
                        <a:pt x="207" y="82"/>
                        <a:pt x="213" y="73"/>
                        <a:pt x="211" y="66"/>
                      </a:cubicBezTo>
                      <a:cubicBezTo>
                        <a:pt x="209" y="59"/>
                        <a:pt x="200" y="57"/>
                        <a:pt x="200" y="51"/>
                      </a:cubicBezTo>
                      <a:cubicBezTo>
                        <a:pt x="187" y="28"/>
                        <a:pt x="187" y="28"/>
                        <a:pt x="187" y="28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99" y="9"/>
                        <a:pt x="99" y="9"/>
                        <a:pt x="99" y="9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14" y="52"/>
                        <a:pt x="7" y="56"/>
                      </a:cubicBezTo>
                      <a:cubicBezTo>
                        <a:pt x="0" y="60"/>
                        <a:pt x="15" y="82"/>
                        <a:pt x="16" y="89"/>
                      </a:cubicBezTo>
                      <a:cubicBezTo>
                        <a:pt x="18" y="95"/>
                        <a:pt x="10" y="163"/>
                        <a:pt x="10" y="163"/>
                      </a:cubicBezTo>
                      <a:cubicBezTo>
                        <a:pt x="23" y="175"/>
                        <a:pt x="23" y="175"/>
                        <a:pt x="23" y="175"/>
                      </a:cubicBezTo>
                      <a:cubicBezTo>
                        <a:pt x="23" y="175"/>
                        <a:pt x="39" y="204"/>
                        <a:pt x="48" y="209"/>
                      </a:cubicBezTo>
                      <a:cubicBezTo>
                        <a:pt x="57" y="214"/>
                        <a:pt x="84" y="231"/>
                        <a:pt x="84" y="231"/>
                      </a:cubicBezTo>
                      <a:cubicBezTo>
                        <a:pt x="88" y="245"/>
                        <a:pt x="88" y="245"/>
                        <a:pt x="88" y="245"/>
                      </a:cubicBezTo>
                      <a:cubicBezTo>
                        <a:pt x="88" y="245"/>
                        <a:pt x="123" y="265"/>
                        <a:pt x="133" y="261"/>
                      </a:cubicBezTo>
                      <a:cubicBezTo>
                        <a:pt x="143" y="257"/>
                        <a:pt x="164" y="277"/>
                        <a:pt x="164" y="277"/>
                      </a:cubicBezTo>
                      <a:cubicBezTo>
                        <a:pt x="164" y="277"/>
                        <a:pt x="214" y="305"/>
                        <a:pt x="220" y="306"/>
                      </a:cubicBezTo>
                      <a:cubicBezTo>
                        <a:pt x="226" y="307"/>
                        <a:pt x="260" y="314"/>
                        <a:pt x="258" y="322"/>
                      </a:cubicBezTo>
                      <a:cubicBezTo>
                        <a:pt x="256" y="330"/>
                        <a:pt x="246" y="347"/>
                        <a:pt x="246" y="347"/>
                      </a:cubicBezTo>
                      <a:cubicBezTo>
                        <a:pt x="246" y="347"/>
                        <a:pt x="259" y="355"/>
                        <a:pt x="255" y="362"/>
                      </a:cubicBezTo>
                      <a:cubicBezTo>
                        <a:pt x="251" y="369"/>
                        <a:pt x="239" y="369"/>
                        <a:pt x="239" y="369"/>
                      </a:cubicBezTo>
                      <a:cubicBezTo>
                        <a:pt x="239" y="391"/>
                        <a:pt x="239" y="391"/>
                        <a:pt x="239" y="391"/>
                      </a:cubicBezTo>
                      <a:cubicBezTo>
                        <a:pt x="239" y="391"/>
                        <a:pt x="219" y="418"/>
                        <a:pt x="224" y="425"/>
                      </a:cubicBezTo>
                      <a:cubicBezTo>
                        <a:pt x="229" y="432"/>
                        <a:pt x="245" y="422"/>
                        <a:pt x="254" y="425"/>
                      </a:cubicBezTo>
                      <a:cubicBezTo>
                        <a:pt x="263" y="428"/>
                        <a:pt x="270" y="435"/>
                        <a:pt x="287" y="439"/>
                      </a:cubicBezTo>
                      <a:cubicBezTo>
                        <a:pt x="304" y="443"/>
                        <a:pt x="326" y="441"/>
                        <a:pt x="326" y="44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8" name="Freeform 204"/>
                <p:cNvSpPr>
                  <a:spLocks/>
                </p:cNvSpPr>
                <p:nvPr/>
              </p:nvSpPr>
              <p:spPr bwMode="gray">
                <a:xfrm>
                  <a:off x="-12645" y="-6162"/>
                  <a:ext cx="581" cy="609"/>
                </a:xfrm>
                <a:custGeom>
                  <a:avLst/>
                  <a:gdLst>
                    <a:gd name="T0" fmla="*/ 92 w 246"/>
                    <a:gd name="T1" fmla="*/ 249 h 258"/>
                    <a:gd name="T2" fmla="*/ 152 w 246"/>
                    <a:gd name="T3" fmla="*/ 253 h 258"/>
                    <a:gd name="T4" fmla="*/ 220 w 246"/>
                    <a:gd name="T5" fmla="*/ 244 h 258"/>
                    <a:gd name="T6" fmla="*/ 243 w 246"/>
                    <a:gd name="T7" fmla="*/ 196 h 258"/>
                    <a:gd name="T8" fmla="*/ 233 w 246"/>
                    <a:gd name="T9" fmla="*/ 197 h 258"/>
                    <a:gd name="T10" fmla="*/ 234 w 246"/>
                    <a:gd name="T11" fmla="*/ 176 h 258"/>
                    <a:gd name="T12" fmla="*/ 227 w 246"/>
                    <a:gd name="T13" fmla="*/ 169 h 258"/>
                    <a:gd name="T14" fmla="*/ 241 w 246"/>
                    <a:gd name="T15" fmla="*/ 140 h 258"/>
                    <a:gd name="T16" fmla="*/ 219 w 246"/>
                    <a:gd name="T17" fmla="*/ 127 h 258"/>
                    <a:gd name="T18" fmla="*/ 201 w 246"/>
                    <a:gd name="T19" fmla="*/ 98 h 258"/>
                    <a:gd name="T20" fmla="*/ 182 w 246"/>
                    <a:gd name="T21" fmla="*/ 95 h 258"/>
                    <a:gd name="T22" fmla="*/ 164 w 246"/>
                    <a:gd name="T23" fmla="*/ 76 h 258"/>
                    <a:gd name="T24" fmla="*/ 152 w 246"/>
                    <a:gd name="T25" fmla="*/ 67 h 258"/>
                    <a:gd name="T26" fmla="*/ 140 w 246"/>
                    <a:gd name="T27" fmla="*/ 65 h 258"/>
                    <a:gd name="T28" fmla="*/ 116 w 246"/>
                    <a:gd name="T29" fmla="*/ 43 h 258"/>
                    <a:gd name="T30" fmla="*/ 101 w 246"/>
                    <a:gd name="T31" fmla="*/ 54 h 258"/>
                    <a:gd name="T32" fmla="*/ 85 w 246"/>
                    <a:gd name="T33" fmla="*/ 31 h 258"/>
                    <a:gd name="T34" fmla="*/ 48 w 246"/>
                    <a:gd name="T35" fmla="*/ 2 h 258"/>
                    <a:gd name="T36" fmla="*/ 30 w 246"/>
                    <a:gd name="T37" fmla="*/ 10 h 258"/>
                    <a:gd name="T38" fmla="*/ 14 w 246"/>
                    <a:gd name="T39" fmla="*/ 9 h 258"/>
                    <a:gd name="T40" fmla="*/ 0 w 246"/>
                    <a:gd name="T41" fmla="*/ 24 h 258"/>
                    <a:gd name="T42" fmla="*/ 21 w 246"/>
                    <a:gd name="T43" fmla="*/ 41 h 258"/>
                    <a:gd name="T44" fmla="*/ 3 w 246"/>
                    <a:gd name="T45" fmla="*/ 48 h 258"/>
                    <a:gd name="T46" fmla="*/ 3 w 246"/>
                    <a:gd name="T47" fmla="*/ 75 h 258"/>
                    <a:gd name="T48" fmla="*/ 20 w 246"/>
                    <a:gd name="T49" fmla="*/ 85 h 258"/>
                    <a:gd name="T50" fmla="*/ 2 w 246"/>
                    <a:gd name="T51" fmla="*/ 93 h 258"/>
                    <a:gd name="T52" fmla="*/ 16 w 246"/>
                    <a:gd name="T53" fmla="*/ 114 h 258"/>
                    <a:gd name="T54" fmla="*/ 9 w 246"/>
                    <a:gd name="T55" fmla="*/ 124 h 258"/>
                    <a:gd name="T56" fmla="*/ 28 w 246"/>
                    <a:gd name="T57" fmla="*/ 152 h 258"/>
                    <a:gd name="T58" fmla="*/ 4 w 246"/>
                    <a:gd name="T59" fmla="*/ 158 h 258"/>
                    <a:gd name="T60" fmla="*/ 4 w 246"/>
                    <a:gd name="T61" fmla="*/ 190 h 258"/>
                    <a:gd name="T62" fmla="*/ 24 w 246"/>
                    <a:gd name="T63" fmla="*/ 215 h 258"/>
                    <a:gd name="T64" fmla="*/ 51 w 246"/>
                    <a:gd name="T65" fmla="*/ 234 h 258"/>
                    <a:gd name="T66" fmla="*/ 58 w 246"/>
                    <a:gd name="T67" fmla="*/ 238 h 258"/>
                    <a:gd name="T68" fmla="*/ 85 w 246"/>
                    <a:gd name="T69" fmla="*/ 238 h 258"/>
                    <a:gd name="T70" fmla="*/ 92 w 246"/>
                    <a:gd name="T71" fmla="*/ 249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46" h="258">
                      <a:moveTo>
                        <a:pt x="92" y="249"/>
                      </a:moveTo>
                      <a:cubicBezTo>
                        <a:pt x="92" y="249"/>
                        <a:pt x="119" y="248"/>
                        <a:pt x="152" y="253"/>
                      </a:cubicBezTo>
                      <a:cubicBezTo>
                        <a:pt x="185" y="258"/>
                        <a:pt x="204" y="257"/>
                        <a:pt x="220" y="244"/>
                      </a:cubicBezTo>
                      <a:cubicBezTo>
                        <a:pt x="234" y="233"/>
                        <a:pt x="241" y="203"/>
                        <a:pt x="243" y="196"/>
                      </a:cubicBezTo>
                      <a:cubicBezTo>
                        <a:pt x="233" y="197"/>
                        <a:pt x="233" y="197"/>
                        <a:pt x="233" y="197"/>
                      </a:cubicBezTo>
                      <a:cubicBezTo>
                        <a:pt x="234" y="176"/>
                        <a:pt x="234" y="176"/>
                        <a:pt x="234" y="176"/>
                      </a:cubicBezTo>
                      <a:cubicBezTo>
                        <a:pt x="234" y="176"/>
                        <a:pt x="228" y="176"/>
                        <a:pt x="227" y="169"/>
                      </a:cubicBezTo>
                      <a:cubicBezTo>
                        <a:pt x="226" y="162"/>
                        <a:pt x="236" y="149"/>
                        <a:pt x="241" y="140"/>
                      </a:cubicBezTo>
                      <a:cubicBezTo>
                        <a:pt x="246" y="131"/>
                        <a:pt x="227" y="132"/>
                        <a:pt x="219" y="127"/>
                      </a:cubicBezTo>
                      <a:cubicBezTo>
                        <a:pt x="211" y="122"/>
                        <a:pt x="201" y="98"/>
                        <a:pt x="201" y="98"/>
                      </a:cubicBezTo>
                      <a:cubicBezTo>
                        <a:pt x="201" y="98"/>
                        <a:pt x="194" y="99"/>
                        <a:pt x="182" y="95"/>
                      </a:cubicBezTo>
                      <a:cubicBezTo>
                        <a:pt x="170" y="91"/>
                        <a:pt x="168" y="78"/>
                        <a:pt x="164" y="76"/>
                      </a:cubicBezTo>
                      <a:cubicBezTo>
                        <a:pt x="160" y="74"/>
                        <a:pt x="152" y="67"/>
                        <a:pt x="152" y="67"/>
                      </a:cubicBezTo>
                      <a:cubicBezTo>
                        <a:pt x="152" y="67"/>
                        <a:pt x="145" y="68"/>
                        <a:pt x="140" y="65"/>
                      </a:cubicBezTo>
                      <a:cubicBezTo>
                        <a:pt x="135" y="62"/>
                        <a:pt x="126" y="46"/>
                        <a:pt x="116" y="43"/>
                      </a:cubicBezTo>
                      <a:cubicBezTo>
                        <a:pt x="106" y="40"/>
                        <a:pt x="107" y="54"/>
                        <a:pt x="101" y="54"/>
                      </a:cubicBezTo>
                      <a:cubicBezTo>
                        <a:pt x="95" y="54"/>
                        <a:pt x="85" y="31"/>
                        <a:pt x="85" y="31"/>
                      </a:cubicBezTo>
                      <a:cubicBezTo>
                        <a:pt x="85" y="31"/>
                        <a:pt x="60" y="4"/>
                        <a:pt x="48" y="2"/>
                      </a:cubicBezTo>
                      <a:cubicBezTo>
                        <a:pt x="36" y="0"/>
                        <a:pt x="30" y="10"/>
                        <a:pt x="30" y="10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0" y="20"/>
                        <a:pt x="0" y="24"/>
                      </a:cubicBezTo>
                      <a:cubicBezTo>
                        <a:pt x="0" y="28"/>
                        <a:pt x="21" y="41"/>
                        <a:pt x="21" y="41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3" y="75"/>
                        <a:pt x="3" y="75"/>
                        <a:pt x="3" y="75"/>
                      </a:cubicBezTo>
                      <a:cubicBezTo>
                        <a:pt x="20" y="85"/>
                        <a:pt x="20" y="85"/>
                        <a:pt x="20" y="85"/>
                      </a:cubicBezTo>
                      <a:cubicBezTo>
                        <a:pt x="20" y="85"/>
                        <a:pt x="1" y="84"/>
                        <a:pt x="2" y="93"/>
                      </a:cubicBezTo>
                      <a:cubicBezTo>
                        <a:pt x="3" y="102"/>
                        <a:pt x="16" y="114"/>
                        <a:pt x="16" y="114"/>
                      </a:cubicBezTo>
                      <a:cubicBezTo>
                        <a:pt x="9" y="124"/>
                        <a:pt x="9" y="124"/>
                        <a:pt x="9" y="124"/>
                      </a:cubicBezTo>
                      <a:cubicBezTo>
                        <a:pt x="9" y="124"/>
                        <a:pt x="29" y="147"/>
                        <a:pt x="28" y="152"/>
                      </a:cubicBezTo>
                      <a:cubicBezTo>
                        <a:pt x="27" y="157"/>
                        <a:pt x="4" y="158"/>
                        <a:pt x="4" y="158"/>
                      </a:cubicBezTo>
                      <a:cubicBezTo>
                        <a:pt x="4" y="190"/>
                        <a:pt x="4" y="190"/>
                        <a:pt x="4" y="190"/>
                      </a:cubicBezTo>
                      <a:cubicBezTo>
                        <a:pt x="24" y="215"/>
                        <a:pt x="24" y="215"/>
                        <a:pt x="24" y="215"/>
                      </a:cubicBezTo>
                      <a:cubicBezTo>
                        <a:pt x="32" y="209"/>
                        <a:pt x="46" y="227"/>
                        <a:pt x="51" y="234"/>
                      </a:cubicBezTo>
                      <a:cubicBezTo>
                        <a:pt x="58" y="238"/>
                        <a:pt x="58" y="238"/>
                        <a:pt x="58" y="238"/>
                      </a:cubicBezTo>
                      <a:cubicBezTo>
                        <a:pt x="85" y="238"/>
                        <a:pt x="85" y="238"/>
                        <a:pt x="85" y="238"/>
                      </a:cubicBezTo>
                      <a:lnTo>
                        <a:pt x="92" y="24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9" name="Freeform 205"/>
                <p:cNvSpPr>
                  <a:spLocks noEditPoints="1"/>
                </p:cNvSpPr>
                <p:nvPr/>
              </p:nvSpPr>
              <p:spPr bwMode="gray">
                <a:xfrm>
                  <a:off x="-13982" y="-7209"/>
                  <a:ext cx="1729" cy="3846"/>
                </a:xfrm>
                <a:custGeom>
                  <a:avLst/>
                  <a:gdLst>
                    <a:gd name="T0" fmla="*/ 659 w 732"/>
                    <a:gd name="T1" fmla="*/ 333 h 1628"/>
                    <a:gd name="T2" fmla="*/ 726 w 732"/>
                    <a:gd name="T3" fmla="*/ 284 h 1628"/>
                    <a:gd name="T4" fmla="*/ 679 w 732"/>
                    <a:gd name="T5" fmla="*/ 205 h 1628"/>
                    <a:gd name="T6" fmla="*/ 622 w 732"/>
                    <a:gd name="T7" fmla="*/ 296 h 1628"/>
                    <a:gd name="T8" fmla="*/ 534 w 732"/>
                    <a:gd name="T9" fmla="*/ 286 h 1628"/>
                    <a:gd name="T10" fmla="*/ 535 w 732"/>
                    <a:gd name="T11" fmla="*/ 223 h 1628"/>
                    <a:gd name="T12" fmla="*/ 444 w 732"/>
                    <a:gd name="T13" fmla="*/ 138 h 1628"/>
                    <a:gd name="T14" fmla="*/ 328 w 732"/>
                    <a:gd name="T15" fmla="*/ 70 h 1628"/>
                    <a:gd name="T16" fmla="*/ 216 w 732"/>
                    <a:gd name="T17" fmla="*/ 13 h 1628"/>
                    <a:gd name="T18" fmla="*/ 115 w 732"/>
                    <a:gd name="T19" fmla="*/ 0 h 1628"/>
                    <a:gd name="T20" fmla="*/ 81 w 732"/>
                    <a:gd name="T21" fmla="*/ 32 h 1628"/>
                    <a:gd name="T22" fmla="*/ 82 w 732"/>
                    <a:gd name="T23" fmla="*/ 63 h 1628"/>
                    <a:gd name="T24" fmla="*/ 27 w 732"/>
                    <a:gd name="T25" fmla="*/ 199 h 1628"/>
                    <a:gd name="T26" fmla="*/ 35 w 732"/>
                    <a:gd name="T27" fmla="*/ 280 h 1628"/>
                    <a:gd name="T28" fmla="*/ 2 w 732"/>
                    <a:gd name="T29" fmla="*/ 401 h 1628"/>
                    <a:gd name="T30" fmla="*/ 0 w 732"/>
                    <a:gd name="T31" fmla="*/ 500 h 1628"/>
                    <a:gd name="T32" fmla="*/ 32 w 732"/>
                    <a:gd name="T33" fmla="*/ 564 h 1628"/>
                    <a:gd name="T34" fmla="*/ 63 w 732"/>
                    <a:gd name="T35" fmla="*/ 614 h 1628"/>
                    <a:gd name="T36" fmla="*/ 64 w 732"/>
                    <a:gd name="T37" fmla="*/ 724 h 1628"/>
                    <a:gd name="T38" fmla="*/ 68 w 732"/>
                    <a:gd name="T39" fmla="*/ 786 h 1628"/>
                    <a:gd name="T40" fmla="*/ 83 w 732"/>
                    <a:gd name="T41" fmla="*/ 872 h 1628"/>
                    <a:gd name="T42" fmla="*/ 87 w 732"/>
                    <a:gd name="T43" fmla="*/ 944 h 1628"/>
                    <a:gd name="T44" fmla="*/ 95 w 732"/>
                    <a:gd name="T45" fmla="*/ 990 h 1628"/>
                    <a:gd name="T46" fmla="*/ 129 w 732"/>
                    <a:gd name="T47" fmla="*/ 1082 h 1628"/>
                    <a:gd name="T48" fmla="*/ 143 w 732"/>
                    <a:gd name="T49" fmla="*/ 1145 h 1628"/>
                    <a:gd name="T50" fmla="*/ 170 w 732"/>
                    <a:gd name="T51" fmla="*/ 1213 h 1628"/>
                    <a:gd name="T52" fmla="*/ 205 w 732"/>
                    <a:gd name="T53" fmla="*/ 1257 h 1628"/>
                    <a:gd name="T54" fmla="*/ 217 w 732"/>
                    <a:gd name="T55" fmla="*/ 1321 h 1628"/>
                    <a:gd name="T56" fmla="*/ 210 w 732"/>
                    <a:gd name="T57" fmla="*/ 1394 h 1628"/>
                    <a:gd name="T58" fmla="*/ 214 w 732"/>
                    <a:gd name="T59" fmla="*/ 1450 h 1628"/>
                    <a:gd name="T60" fmla="*/ 216 w 732"/>
                    <a:gd name="T61" fmla="*/ 1513 h 1628"/>
                    <a:gd name="T62" fmla="*/ 290 w 732"/>
                    <a:gd name="T63" fmla="*/ 1562 h 1628"/>
                    <a:gd name="T64" fmla="*/ 347 w 732"/>
                    <a:gd name="T65" fmla="*/ 1612 h 1628"/>
                    <a:gd name="T66" fmla="*/ 437 w 732"/>
                    <a:gd name="T67" fmla="*/ 1628 h 1628"/>
                    <a:gd name="T68" fmla="*/ 438 w 732"/>
                    <a:gd name="T69" fmla="*/ 1589 h 1628"/>
                    <a:gd name="T70" fmla="*/ 409 w 732"/>
                    <a:gd name="T71" fmla="*/ 1534 h 1628"/>
                    <a:gd name="T72" fmla="*/ 412 w 732"/>
                    <a:gd name="T73" fmla="*/ 1501 h 1628"/>
                    <a:gd name="T74" fmla="*/ 441 w 732"/>
                    <a:gd name="T75" fmla="*/ 1451 h 1628"/>
                    <a:gd name="T76" fmla="*/ 476 w 732"/>
                    <a:gd name="T77" fmla="*/ 1359 h 1628"/>
                    <a:gd name="T78" fmla="*/ 379 w 732"/>
                    <a:gd name="T79" fmla="*/ 1301 h 1628"/>
                    <a:gd name="T80" fmla="*/ 407 w 732"/>
                    <a:gd name="T81" fmla="*/ 1240 h 1628"/>
                    <a:gd name="T82" fmla="*/ 443 w 732"/>
                    <a:gd name="T83" fmla="*/ 1217 h 1628"/>
                    <a:gd name="T84" fmla="*/ 456 w 732"/>
                    <a:gd name="T85" fmla="*/ 1130 h 1628"/>
                    <a:gd name="T86" fmla="*/ 486 w 732"/>
                    <a:gd name="T87" fmla="*/ 1113 h 1628"/>
                    <a:gd name="T88" fmla="*/ 404 w 732"/>
                    <a:gd name="T89" fmla="*/ 1089 h 1628"/>
                    <a:gd name="T90" fmla="*/ 465 w 732"/>
                    <a:gd name="T91" fmla="*/ 1039 h 1628"/>
                    <a:gd name="T92" fmla="*/ 501 w 732"/>
                    <a:gd name="T93" fmla="*/ 948 h 1628"/>
                    <a:gd name="T94" fmla="*/ 494 w 732"/>
                    <a:gd name="T95" fmla="*/ 934 h 1628"/>
                    <a:gd name="T96" fmla="*/ 554 w 732"/>
                    <a:gd name="T97" fmla="*/ 920 h 1628"/>
                    <a:gd name="T98" fmla="*/ 688 w 732"/>
                    <a:gd name="T99" fmla="*/ 847 h 1628"/>
                    <a:gd name="T100" fmla="*/ 667 w 732"/>
                    <a:gd name="T101" fmla="*/ 766 h 1628"/>
                    <a:gd name="T102" fmla="*/ 601 w 732"/>
                    <a:gd name="T103" fmla="*/ 696 h 1628"/>
                    <a:gd name="T104" fmla="*/ 570 w 732"/>
                    <a:gd name="T105" fmla="*/ 601 h 1628"/>
                    <a:gd name="T106" fmla="*/ 568 w 732"/>
                    <a:gd name="T107" fmla="*/ 536 h 1628"/>
                    <a:gd name="T108" fmla="*/ 587 w 732"/>
                    <a:gd name="T109" fmla="*/ 484 h 1628"/>
                    <a:gd name="T110" fmla="*/ 604 w 732"/>
                    <a:gd name="T111" fmla="*/ 419 h 1628"/>
                    <a:gd name="T112" fmla="*/ 619 w 732"/>
                    <a:gd name="T113" fmla="*/ 681 h 1628"/>
                    <a:gd name="T114" fmla="*/ 619 w 732"/>
                    <a:gd name="T115" fmla="*/ 681 h 16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32" h="1628">
                      <a:moveTo>
                        <a:pt x="634" y="355"/>
                      </a:moveTo>
                      <a:cubicBezTo>
                        <a:pt x="650" y="351"/>
                        <a:pt x="650" y="351"/>
                        <a:pt x="650" y="351"/>
                      </a:cubicBezTo>
                      <a:cubicBezTo>
                        <a:pt x="653" y="335"/>
                        <a:pt x="653" y="335"/>
                        <a:pt x="653" y="335"/>
                      </a:cubicBezTo>
                      <a:cubicBezTo>
                        <a:pt x="659" y="333"/>
                        <a:pt x="659" y="333"/>
                        <a:pt x="659" y="333"/>
                      </a:cubicBezTo>
                      <a:cubicBezTo>
                        <a:pt x="660" y="322"/>
                        <a:pt x="660" y="322"/>
                        <a:pt x="660" y="322"/>
                      </a:cubicBezTo>
                      <a:cubicBezTo>
                        <a:pt x="681" y="320"/>
                        <a:pt x="681" y="320"/>
                        <a:pt x="681" y="320"/>
                      </a:cubicBezTo>
                      <a:cubicBezTo>
                        <a:pt x="681" y="320"/>
                        <a:pt x="681" y="302"/>
                        <a:pt x="692" y="297"/>
                      </a:cubicBezTo>
                      <a:cubicBezTo>
                        <a:pt x="703" y="292"/>
                        <a:pt x="720" y="290"/>
                        <a:pt x="726" y="284"/>
                      </a:cubicBezTo>
                      <a:cubicBezTo>
                        <a:pt x="732" y="278"/>
                        <a:pt x="724" y="240"/>
                        <a:pt x="724" y="231"/>
                      </a:cubicBezTo>
                      <a:cubicBezTo>
                        <a:pt x="724" y="222"/>
                        <a:pt x="713" y="223"/>
                        <a:pt x="713" y="223"/>
                      </a:cubicBezTo>
                      <a:cubicBezTo>
                        <a:pt x="713" y="223"/>
                        <a:pt x="709" y="202"/>
                        <a:pt x="702" y="198"/>
                      </a:cubicBezTo>
                      <a:cubicBezTo>
                        <a:pt x="695" y="194"/>
                        <a:pt x="679" y="205"/>
                        <a:pt x="679" y="205"/>
                      </a:cubicBezTo>
                      <a:cubicBezTo>
                        <a:pt x="679" y="205"/>
                        <a:pt x="681" y="240"/>
                        <a:pt x="679" y="251"/>
                      </a:cubicBezTo>
                      <a:cubicBezTo>
                        <a:pt x="677" y="262"/>
                        <a:pt x="656" y="276"/>
                        <a:pt x="649" y="276"/>
                      </a:cubicBezTo>
                      <a:cubicBezTo>
                        <a:pt x="642" y="276"/>
                        <a:pt x="640" y="293"/>
                        <a:pt x="636" y="300"/>
                      </a:cubicBezTo>
                      <a:cubicBezTo>
                        <a:pt x="632" y="307"/>
                        <a:pt x="631" y="298"/>
                        <a:pt x="622" y="296"/>
                      </a:cubicBezTo>
                      <a:cubicBezTo>
                        <a:pt x="613" y="294"/>
                        <a:pt x="613" y="313"/>
                        <a:pt x="613" y="313"/>
                      </a:cubicBezTo>
                      <a:cubicBezTo>
                        <a:pt x="606" y="302"/>
                        <a:pt x="606" y="302"/>
                        <a:pt x="606" y="302"/>
                      </a:cubicBezTo>
                      <a:cubicBezTo>
                        <a:pt x="606" y="302"/>
                        <a:pt x="584" y="304"/>
                        <a:pt x="567" y="300"/>
                      </a:cubicBezTo>
                      <a:cubicBezTo>
                        <a:pt x="550" y="296"/>
                        <a:pt x="543" y="289"/>
                        <a:pt x="534" y="286"/>
                      </a:cubicBezTo>
                      <a:cubicBezTo>
                        <a:pt x="525" y="283"/>
                        <a:pt x="509" y="293"/>
                        <a:pt x="504" y="286"/>
                      </a:cubicBezTo>
                      <a:cubicBezTo>
                        <a:pt x="499" y="279"/>
                        <a:pt x="519" y="252"/>
                        <a:pt x="519" y="252"/>
                      </a:cubicBezTo>
                      <a:cubicBezTo>
                        <a:pt x="519" y="230"/>
                        <a:pt x="519" y="230"/>
                        <a:pt x="519" y="230"/>
                      </a:cubicBezTo>
                      <a:cubicBezTo>
                        <a:pt x="519" y="230"/>
                        <a:pt x="531" y="230"/>
                        <a:pt x="535" y="223"/>
                      </a:cubicBezTo>
                      <a:cubicBezTo>
                        <a:pt x="539" y="216"/>
                        <a:pt x="526" y="208"/>
                        <a:pt x="526" y="208"/>
                      </a:cubicBezTo>
                      <a:cubicBezTo>
                        <a:pt x="526" y="208"/>
                        <a:pt x="536" y="191"/>
                        <a:pt x="538" y="183"/>
                      </a:cubicBezTo>
                      <a:cubicBezTo>
                        <a:pt x="540" y="175"/>
                        <a:pt x="506" y="168"/>
                        <a:pt x="500" y="167"/>
                      </a:cubicBezTo>
                      <a:cubicBezTo>
                        <a:pt x="494" y="166"/>
                        <a:pt x="444" y="138"/>
                        <a:pt x="444" y="138"/>
                      </a:cubicBezTo>
                      <a:cubicBezTo>
                        <a:pt x="444" y="138"/>
                        <a:pt x="423" y="118"/>
                        <a:pt x="413" y="122"/>
                      </a:cubicBezTo>
                      <a:cubicBezTo>
                        <a:pt x="403" y="126"/>
                        <a:pt x="368" y="106"/>
                        <a:pt x="368" y="106"/>
                      </a:cubicBezTo>
                      <a:cubicBezTo>
                        <a:pt x="364" y="92"/>
                        <a:pt x="364" y="92"/>
                        <a:pt x="364" y="92"/>
                      </a:cubicBezTo>
                      <a:cubicBezTo>
                        <a:pt x="364" y="92"/>
                        <a:pt x="337" y="75"/>
                        <a:pt x="328" y="70"/>
                      </a:cubicBezTo>
                      <a:cubicBezTo>
                        <a:pt x="319" y="65"/>
                        <a:pt x="303" y="36"/>
                        <a:pt x="303" y="36"/>
                      </a:cubicBezTo>
                      <a:cubicBezTo>
                        <a:pt x="290" y="24"/>
                        <a:pt x="290" y="24"/>
                        <a:pt x="290" y="24"/>
                      </a:cubicBezTo>
                      <a:cubicBezTo>
                        <a:pt x="267" y="7"/>
                        <a:pt x="267" y="7"/>
                        <a:pt x="267" y="7"/>
                      </a:cubicBezTo>
                      <a:cubicBezTo>
                        <a:pt x="216" y="13"/>
                        <a:pt x="216" y="13"/>
                        <a:pt x="216" y="13"/>
                      </a:cubicBezTo>
                      <a:cubicBezTo>
                        <a:pt x="211" y="50"/>
                        <a:pt x="211" y="50"/>
                        <a:pt x="211" y="50"/>
                      </a:cubicBezTo>
                      <a:cubicBezTo>
                        <a:pt x="189" y="16"/>
                        <a:pt x="189" y="16"/>
                        <a:pt x="189" y="16"/>
                      </a:cubicBezTo>
                      <a:cubicBezTo>
                        <a:pt x="189" y="16"/>
                        <a:pt x="147" y="17"/>
                        <a:pt x="134" y="13"/>
                      </a:cubicBezTo>
                      <a:cubicBezTo>
                        <a:pt x="120" y="9"/>
                        <a:pt x="115" y="0"/>
                        <a:pt x="115" y="0"/>
                      </a:cubicBezTo>
                      <a:cubicBezTo>
                        <a:pt x="107" y="17"/>
                        <a:pt x="107" y="17"/>
                        <a:pt x="107" y="17"/>
                      </a:cubicBezTo>
                      <a:cubicBezTo>
                        <a:pt x="92" y="20"/>
                        <a:pt x="92" y="20"/>
                        <a:pt x="92" y="20"/>
                      </a:cubicBezTo>
                      <a:cubicBezTo>
                        <a:pt x="92" y="34"/>
                        <a:pt x="92" y="34"/>
                        <a:pt x="92" y="34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78" y="52"/>
                        <a:pt x="74" y="52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19"/>
                        <a:pt x="21" y="143"/>
                        <a:pt x="22" y="157"/>
                      </a:cubicBezTo>
                      <a:cubicBezTo>
                        <a:pt x="23" y="171"/>
                        <a:pt x="50" y="165"/>
                        <a:pt x="41" y="174"/>
                      </a:cubicBezTo>
                      <a:cubicBezTo>
                        <a:pt x="32" y="183"/>
                        <a:pt x="22" y="192"/>
                        <a:pt x="27" y="199"/>
                      </a:cubicBezTo>
                      <a:cubicBezTo>
                        <a:pt x="32" y="206"/>
                        <a:pt x="51" y="214"/>
                        <a:pt x="50" y="224"/>
                      </a:cubicBezTo>
                      <a:cubicBezTo>
                        <a:pt x="49" y="234"/>
                        <a:pt x="32" y="246"/>
                        <a:pt x="32" y="246"/>
                      </a:cubicBezTo>
                      <a:cubicBezTo>
                        <a:pt x="32" y="246"/>
                        <a:pt x="63" y="257"/>
                        <a:pt x="60" y="268"/>
                      </a:cubicBezTo>
                      <a:cubicBezTo>
                        <a:pt x="57" y="279"/>
                        <a:pt x="35" y="280"/>
                        <a:pt x="35" y="280"/>
                      </a:cubicBezTo>
                      <a:cubicBezTo>
                        <a:pt x="35" y="280"/>
                        <a:pt x="29" y="318"/>
                        <a:pt x="28" y="323"/>
                      </a:cubicBezTo>
                      <a:cubicBezTo>
                        <a:pt x="27" y="328"/>
                        <a:pt x="9" y="336"/>
                        <a:pt x="9" y="346"/>
                      </a:cubicBezTo>
                      <a:cubicBezTo>
                        <a:pt x="9" y="356"/>
                        <a:pt x="14" y="381"/>
                        <a:pt x="12" y="385"/>
                      </a:cubicBezTo>
                      <a:cubicBezTo>
                        <a:pt x="10" y="389"/>
                        <a:pt x="1" y="397"/>
                        <a:pt x="2" y="401"/>
                      </a:cubicBezTo>
                      <a:cubicBezTo>
                        <a:pt x="3" y="405"/>
                        <a:pt x="26" y="450"/>
                        <a:pt x="21" y="455"/>
                      </a:cubicBezTo>
                      <a:cubicBezTo>
                        <a:pt x="16" y="460"/>
                        <a:pt x="7" y="455"/>
                        <a:pt x="7" y="455"/>
                      </a:cubicBezTo>
                      <a:cubicBezTo>
                        <a:pt x="10" y="494"/>
                        <a:pt x="10" y="494"/>
                        <a:pt x="10" y="494"/>
                      </a:cubicBezTo>
                      <a:cubicBezTo>
                        <a:pt x="10" y="494"/>
                        <a:pt x="0" y="495"/>
                        <a:pt x="0" y="500"/>
                      </a:cubicBezTo>
                      <a:cubicBezTo>
                        <a:pt x="0" y="505"/>
                        <a:pt x="2" y="522"/>
                        <a:pt x="2" y="522"/>
                      </a:cubicBezTo>
                      <a:cubicBezTo>
                        <a:pt x="2" y="522"/>
                        <a:pt x="25" y="537"/>
                        <a:pt x="23" y="541"/>
                      </a:cubicBezTo>
                      <a:cubicBezTo>
                        <a:pt x="21" y="545"/>
                        <a:pt x="19" y="554"/>
                        <a:pt x="19" y="554"/>
                      </a:cubicBezTo>
                      <a:cubicBezTo>
                        <a:pt x="32" y="564"/>
                        <a:pt x="32" y="564"/>
                        <a:pt x="32" y="564"/>
                      </a:cubicBezTo>
                      <a:cubicBezTo>
                        <a:pt x="40" y="585"/>
                        <a:pt x="40" y="585"/>
                        <a:pt x="40" y="585"/>
                      </a:cubicBezTo>
                      <a:cubicBezTo>
                        <a:pt x="43" y="591"/>
                        <a:pt x="43" y="591"/>
                        <a:pt x="43" y="591"/>
                      </a:cubicBezTo>
                      <a:cubicBezTo>
                        <a:pt x="43" y="591"/>
                        <a:pt x="35" y="610"/>
                        <a:pt x="47" y="613"/>
                      </a:cubicBezTo>
                      <a:cubicBezTo>
                        <a:pt x="59" y="616"/>
                        <a:pt x="63" y="614"/>
                        <a:pt x="63" y="614"/>
                      </a:cubicBezTo>
                      <a:cubicBezTo>
                        <a:pt x="65" y="639"/>
                        <a:pt x="65" y="639"/>
                        <a:pt x="65" y="639"/>
                      </a:cubicBezTo>
                      <a:cubicBezTo>
                        <a:pt x="65" y="639"/>
                        <a:pt x="80" y="658"/>
                        <a:pt x="77" y="664"/>
                      </a:cubicBezTo>
                      <a:cubicBezTo>
                        <a:pt x="74" y="670"/>
                        <a:pt x="65" y="677"/>
                        <a:pt x="65" y="681"/>
                      </a:cubicBezTo>
                      <a:cubicBezTo>
                        <a:pt x="65" y="685"/>
                        <a:pt x="64" y="724"/>
                        <a:pt x="64" y="724"/>
                      </a:cubicBezTo>
                      <a:cubicBezTo>
                        <a:pt x="55" y="725"/>
                        <a:pt x="55" y="725"/>
                        <a:pt x="55" y="725"/>
                      </a:cubicBezTo>
                      <a:cubicBezTo>
                        <a:pt x="55" y="725"/>
                        <a:pt x="72" y="743"/>
                        <a:pt x="73" y="753"/>
                      </a:cubicBezTo>
                      <a:cubicBezTo>
                        <a:pt x="74" y="763"/>
                        <a:pt x="70" y="774"/>
                        <a:pt x="70" y="774"/>
                      </a:cubicBezTo>
                      <a:cubicBezTo>
                        <a:pt x="68" y="786"/>
                        <a:pt x="68" y="786"/>
                        <a:pt x="68" y="786"/>
                      </a:cubicBezTo>
                      <a:cubicBezTo>
                        <a:pt x="51" y="787"/>
                        <a:pt x="51" y="787"/>
                        <a:pt x="51" y="787"/>
                      </a:cubicBezTo>
                      <a:cubicBezTo>
                        <a:pt x="51" y="787"/>
                        <a:pt x="63" y="820"/>
                        <a:pt x="63" y="827"/>
                      </a:cubicBezTo>
                      <a:cubicBezTo>
                        <a:pt x="63" y="834"/>
                        <a:pt x="63" y="855"/>
                        <a:pt x="63" y="855"/>
                      </a:cubicBezTo>
                      <a:cubicBezTo>
                        <a:pt x="83" y="872"/>
                        <a:pt x="83" y="872"/>
                        <a:pt x="83" y="872"/>
                      </a:cubicBezTo>
                      <a:cubicBezTo>
                        <a:pt x="84" y="884"/>
                        <a:pt x="84" y="884"/>
                        <a:pt x="84" y="884"/>
                      </a:cubicBezTo>
                      <a:cubicBezTo>
                        <a:pt x="84" y="884"/>
                        <a:pt x="103" y="893"/>
                        <a:pt x="98" y="902"/>
                      </a:cubicBezTo>
                      <a:cubicBezTo>
                        <a:pt x="93" y="911"/>
                        <a:pt x="79" y="916"/>
                        <a:pt x="79" y="916"/>
                      </a:cubicBezTo>
                      <a:cubicBezTo>
                        <a:pt x="87" y="944"/>
                        <a:pt x="87" y="944"/>
                        <a:pt x="87" y="944"/>
                      </a:cubicBezTo>
                      <a:cubicBezTo>
                        <a:pt x="74" y="953"/>
                        <a:pt x="74" y="953"/>
                        <a:pt x="74" y="953"/>
                      </a:cubicBezTo>
                      <a:cubicBezTo>
                        <a:pt x="74" y="953"/>
                        <a:pt x="84" y="958"/>
                        <a:pt x="85" y="966"/>
                      </a:cubicBezTo>
                      <a:cubicBezTo>
                        <a:pt x="86" y="974"/>
                        <a:pt x="81" y="982"/>
                        <a:pt x="81" y="982"/>
                      </a:cubicBezTo>
                      <a:cubicBezTo>
                        <a:pt x="95" y="990"/>
                        <a:pt x="95" y="990"/>
                        <a:pt x="95" y="990"/>
                      </a:cubicBezTo>
                      <a:cubicBezTo>
                        <a:pt x="95" y="990"/>
                        <a:pt x="90" y="1008"/>
                        <a:pt x="91" y="1014"/>
                      </a:cubicBezTo>
                      <a:cubicBezTo>
                        <a:pt x="92" y="1020"/>
                        <a:pt x="99" y="1031"/>
                        <a:pt x="99" y="1031"/>
                      </a:cubicBezTo>
                      <a:cubicBezTo>
                        <a:pt x="99" y="1031"/>
                        <a:pt x="99" y="1050"/>
                        <a:pt x="102" y="1056"/>
                      </a:cubicBezTo>
                      <a:cubicBezTo>
                        <a:pt x="105" y="1062"/>
                        <a:pt x="134" y="1083"/>
                        <a:pt x="129" y="1082"/>
                      </a:cubicBezTo>
                      <a:cubicBezTo>
                        <a:pt x="124" y="1081"/>
                        <a:pt x="113" y="1090"/>
                        <a:pt x="113" y="1090"/>
                      </a:cubicBezTo>
                      <a:cubicBezTo>
                        <a:pt x="113" y="1090"/>
                        <a:pt x="118" y="1120"/>
                        <a:pt x="121" y="1128"/>
                      </a:cubicBezTo>
                      <a:cubicBezTo>
                        <a:pt x="124" y="1136"/>
                        <a:pt x="133" y="1140"/>
                        <a:pt x="133" y="1140"/>
                      </a:cubicBezTo>
                      <a:cubicBezTo>
                        <a:pt x="143" y="1145"/>
                        <a:pt x="143" y="1145"/>
                        <a:pt x="143" y="1145"/>
                      </a:cubicBezTo>
                      <a:cubicBezTo>
                        <a:pt x="139" y="1163"/>
                        <a:pt x="139" y="1163"/>
                        <a:pt x="139" y="1163"/>
                      </a:cubicBezTo>
                      <a:cubicBezTo>
                        <a:pt x="139" y="1163"/>
                        <a:pt x="155" y="1164"/>
                        <a:pt x="156" y="1175"/>
                      </a:cubicBezTo>
                      <a:cubicBezTo>
                        <a:pt x="157" y="1186"/>
                        <a:pt x="158" y="1203"/>
                        <a:pt x="158" y="1203"/>
                      </a:cubicBezTo>
                      <a:cubicBezTo>
                        <a:pt x="158" y="1203"/>
                        <a:pt x="163" y="1213"/>
                        <a:pt x="170" y="1213"/>
                      </a:cubicBezTo>
                      <a:cubicBezTo>
                        <a:pt x="177" y="1213"/>
                        <a:pt x="196" y="1208"/>
                        <a:pt x="194" y="1219"/>
                      </a:cubicBezTo>
                      <a:cubicBezTo>
                        <a:pt x="192" y="1230"/>
                        <a:pt x="160" y="1227"/>
                        <a:pt x="161" y="1230"/>
                      </a:cubicBezTo>
                      <a:cubicBezTo>
                        <a:pt x="162" y="1233"/>
                        <a:pt x="185" y="1240"/>
                        <a:pt x="185" y="1240"/>
                      </a:cubicBezTo>
                      <a:cubicBezTo>
                        <a:pt x="185" y="1240"/>
                        <a:pt x="208" y="1249"/>
                        <a:pt x="205" y="1257"/>
                      </a:cubicBezTo>
                      <a:cubicBezTo>
                        <a:pt x="202" y="1265"/>
                        <a:pt x="189" y="1276"/>
                        <a:pt x="189" y="1276"/>
                      </a:cubicBezTo>
                      <a:cubicBezTo>
                        <a:pt x="205" y="1288"/>
                        <a:pt x="205" y="1288"/>
                        <a:pt x="205" y="1288"/>
                      </a:cubicBezTo>
                      <a:cubicBezTo>
                        <a:pt x="202" y="1303"/>
                        <a:pt x="202" y="1303"/>
                        <a:pt x="202" y="1303"/>
                      </a:cubicBezTo>
                      <a:cubicBezTo>
                        <a:pt x="217" y="1321"/>
                        <a:pt x="217" y="1321"/>
                        <a:pt x="217" y="1321"/>
                      </a:cubicBezTo>
                      <a:cubicBezTo>
                        <a:pt x="214" y="1343"/>
                        <a:pt x="214" y="1343"/>
                        <a:pt x="214" y="1343"/>
                      </a:cubicBezTo>
                      <a:cubicBezTo>
                        <a:pt x="224" y="1360"/>
                        <a:pt x="224" y="1360"/>
                        <a:pt x="224" y="1360"/>
                      </a:cubicBezTo>
                      <a:cubicBezTo>
                        <a:pt x="213" y="1364"/>
                        <a:pt x="213" y="1364"/>
                        <a:pt x="213" y="1364"/>
                      </a:cubicBezTo>
                      <a:cubicBezTo>
                        <a:pt x="210" y="1394"/>
                        <a:pt x="210" y="1394"/>
                        <a:pt x="210" y="1394"/>
                      </a:cubicBezTo>
                      <a:cubicBezTo>
                        <a:pt x="210" y="1394"/>
                        <a:pt x="229" y="1405"/>
                        <a:pt x="230" y="1408"/>
                      </a:cubicBezTo>
                      <a:cubicBezTo>
                        <a:pt x="231" y="1411"/>
                        <a:pt x="215" y="1420"/>
                        <a:pt x="215" y="1420"/>
                      </a:cubicBezTo>
                      <a:cubicBezTo>
                        <a:pt x="215" y="1420"/>
                        <a:pt x="235" y="1435"/>
                        <a:pt x="232" y="1440"/>
                      </a:cubicBezTo>
                      <a:cubicBezTo>
                        <a:pt x="229" y="1445"/>
                        <a:pt x="214" y="1450"/>
                        <a:pt x="214" y="1450"/>
                      </a:cubicBezTo>
                      <a:cubicBezTo>
                        <a:pt x="213" y="1463"/>
                        <a:pt x="213" y="1463"/>
                        <a:pt x="213" y="1463"/>
                      </a:cubicBezTo>
                      <a:cubicBezTo>
                        <a:pt x="206" y="1467"/>
                        <a:pt x="206" y="1467"/>
                        <a:pt x="206" y="1467"/>
                      </a:cubicBezTo>
                      <a:cubicBezTo>
                        <a:pt x="206" y="1467"/>
                        <a:pt x="208" y="1483"/>
                        <a:pt x="213" y="1488"/>
                      </a:cubicBezTo>
                      <a:cubicBezTo>
                        <a:pt x="218" y="1493"/>
                        <a:pt x="216" y="1513"/>
                        <a:pt x="216" y="1513"/>
                      </a:cubicBezTo>
                      <a:cubicBezTo>
                        <a:pt x="236" y="1517"/>
                        <a:pt x="236" y="1517"/>
                        <a:pt x="236" y="1517"/>
                      </a:cubicBezTo>
                      <a:cubicBezTo>
                        <a:pt x="236" y="1517"/>
                        <a:pt x="240" y="1542"/>
                        <a:pt x="250" y="1542"/>
                      </a:cubicBezTo>
                      <a:cubicBezTo>
                        <a:pt x="260" y="1542"/>
                        <a:pt x="266" y="1524"/>
                        <a:pt x="281" y="1537"/>
                      </a:cubicBezTo>
                      <a:cubicBezTo>
                        <a:pt x="296" y="1550"/>
                        <a:pt x="290" y="1562"/>
                        <a:pt x="290" y="1562"/>
                      </a:cubicBezTo>
                      <a:cubicBezTo>
                        <a:pt x="304" y="1578"/>
                        <a:pt x="304" y="1578"/>
                        <a:pt x="304" y="1578"/>
                      </a:cubicBezTo>
                      <a:cubicBezTo>
                        <a:pt x="311" y="1589"/>
                        <a:pt x="311" y="1589"/>
                        <a:pt x="311" y="1589"/>
                      </a:cubicBezTo>
                      <a:cubicBezTo>
                        <a:pt x="335" y="1600"/>
                        <a:pt x="335" y="1600"/>
                        <a:pt x="335" y="1600"/>
                      </a:cubicBezTo>
                      <a:cubicBezTo>
                        <a:pt x="347" y="1612"/>
                        <a:pt x="347" y="1612"/>
                        <a:pt x="347" y="1612"/>
                      </a:cubicBezTo>
                      <a:cubicBezTo>
                        <a:pt x="347" y="1612"/>
                        <a:pt x="373" y="1605"/>
                        <a:pt x="389" y="1607"/>
                      </a:cubicBezTo>
                      <a:cubicBezTo>
                        <a:pt x="405" y="1609"/>
                        <a:pt x="425" y="1608"/>
                        <a:pt x="425" y="1608"/>
                      </a:cubicBezTo>
                      <a:cubicBezTo>
                        <a:pt x="440" y="1620"/>
                        <a:pt x="440" y="1620"/>
                        <a:pt x="440" y="1620"/>
                      </a:cubicBezTo>
                      <a:cubicBezTo>
                        <a:pt x="437" y="1628"/>
                        <a:pt x="437" y="1628"/>
                        <a:pt x="437" y="1628"/>
                      </a:cubicBezTo>
                      <a:cubicBezTo>
                        <a:pt x="442" y="1616"/>
                        <a:pt x="442" y="1616"/>
                        <a:pt x="442" y="1616"/>
                      </a:cubicBezTo>
                      <a:cubicBezTo>
                        <a:pt x="449" y="1606"/>
                        <a:pt x="478" y="1625"/>
                        <a:pt x="478" y="1625"/>
                      </a:cubicBezTo>
                      <a:cubicBezTo>
                        <a:pt x="451" y="1588"/>
                        <a:pt x="451" y="1588"/>
                        <a:pt x="451" y="1588"/>
                      </a:cubicBezTo>
                      <a:cubicBezTo>
                        <a:pt x="438" y="1589"/>
                        <a:pt x="438" y="1589"/>
                        <a:pt x="438" y="1589"/>
                      </a:cubicBezTo>
                      <a:cubicBezTo>
                        <a:pt x="441" y="1579"/>
                        <a:pt x="441" y="1579"/>
                        <a:pt x="441" y="1579"/>
                      </a:cubicBezTo>
                      <a:cubicBezTo>
                        <a:pt x="417" y="1562"/>
                        <a:pt x="417" y="1562"/>
                        <a:pt x="417" y="1562"/>
                      </a:cubicBezTo>
                      <a:cubicBezTo>
                        <a:pt x="418" y="1538"/>
                        <a:pt x="418" y="1538"/>
                        <a:pt x="418" y="1538"/>
                      </a:cubicBezTo>
                      <a:cubicBezTo>
                        <a:pt x="409" y="1534"/>
                        <a:pt x="409" y="1534"/>
                        <a:pt x="409" y="1534"/>
                      </a:cubicBezTo>
                      <a:cubicBezTo>
                        <a:pt x="414" y="1522"/>
                        <a:pt x="414" y="1522"/>
                        <a:pt x="414" y="1522"/>
                      </a:cubicBezTo>
                      <a:cubicBezTo>
                        <a:pt x="414" y="1522"/>
                        <a:pt x="423" y="1522"/>
                        <a:pt x="426" y="1514"/>
                      </a:cubicBezTo>
                      <a:cubicBezTo>
                        <a:pt x="430" y="1506"/>
                        <a:pt x="400" y="1506"/>
                        <a:pt x="400" y="1506"/>
                      </a:cubicBezTo>
                      <a:cubicBezTo>
                        <a:pt x="412" y="1501"/>
                        <a:pt x="412" y="1501"/>
                        <a:pt x="412" y="1501"/>
                      </a:cubicBezTo>
                      <a:cubicBezTo>
                        <a:pt x="408" y="1488"/>
                        <a:pt x="408" y="1488"/>
                        <a:pt x="408" y="1488"/>
                      </a:cubicBezTo>
                      <a:cubicBezTo>
                        <a:pt x="424" y="1505"/>
                        <a:pt x="424" y="1505"/>
                        <a:pt x="424" y="1505"/>
                      </a:cubicBezTo>
                      <a:cubicBezTo>
                        <a:pt x="424" y="1505"/>
                        <a:pt x="438" y="1515"/>
                        <a:pt x="448" y="1503"/>
                      </a:cubicBezTo>
                      <a:cubicBezTo>
                        <a:pt x="458" y="1491"/>
                        <a:pt x="440" y="1465"/>
                        <a:pt x="441" y="1451"/>
                      </a:cubicBezTo>
                      <a:cubicBezTo>
                        <a:pt x="442" y="1438"/>
                        <a:pt x="485" y="1409"/>
                        <a:pt x="488" y="1400"/>
                      </a:cubicBezTo>
                      <a:cubicBezTo>
                        <a:pt x="492" y="1391"/>
                        <a:pt x="467" y="1391"/>
                        <a:pt x="467" y="1391"/>
                      </a:cubicBezTo>
                      <a:cubicBezTo>
                        <a:pt x="483" y="1389"/>
                        <a:pt x="483" y="1389"/>
                        <a:pt x="483" y="1389"/>
                      </a:cubicBezTo>
                      <a:cubicBezTo>
                        <a:pt x="483" y="1389"/>
                        <a:pt x="484" y="1369"/>
                        <a:pt x="476" y="1359"/>
                      </a:cubicBezTo>
                      <a:cubicBezTo>
                        <a:pt x="468" y="1349"/>
                        <a:pt x="456" y="1354"/>
                        <a:pt x="456" y="1354"/>
                      </a:cubicBezTo>
                      <a:cubicBezTo>
                        <a:pt x="444" y="1345"/>
                        <a:pt x="444" y="1345"/>
                        <a:pt x="444" y="1345"/>
                      </a:cubicBezTo>
                      <a:cubicBezTo>
                        <a:pt x="431" y="1345"/>
                        <a:pt x="431" y="1345"/>
                        <a:pt x="431" y="1345"/>
                      </a:cubicBezTo>
                      <a:cubicBezTo>
                        <a:pt x="431" y="1345"/>
                        <a:pt x="391" y="1328"/>
                        <a:pt x="379" y="1301"/>
                      </a:cubicBezTo>
                      <a:cubicBezTo>
                        <a:pt x="366" y="1274"/>
                        <a:pt x="386" y="1269"/>
                        <a:pt x="386" y="1269"/>
                      </a:cubicBezTo>
                      <a:cubicBezTo>
                        <a:pt x="392" y="1252"/>
                        <a:pt x="392" y="1252"/>
                        <a:pt x="392" y="1252"/>
                      </a:cubicBezTo>
                      <a:cubicBezTo>
                        <a:pt x="401" y="1252"/>
                        <a:pt x="401" y="1252"/>
                        <a:pt x="401" y="1252"/>
                      </a:cubicBezTo>
                      <a:cubicBezTo>
                        <a:pt x="407" y="1240"/>
                        <a:pt x="407" y="1240"/>
                        <a:pt x="407" y="1240"/>
                      </a:cubicBezTo>
                      <a:cubicBezTo>
                        <a:pt x="443" y="1239"/>
                        <a:pt x="443" y="1239"/>
                        <a:pt x="443" y="1239"/>
                      </a:cubicBezTo>
                      <a:cubicBezTo>
                        <a:pt x="435" y="1232"/>
                        <a:pt x="435" y="1232"/>
                        <a:pt x="435" y="1232"/>
                      </a:cubicBezTo>
                      <a:cubicBezTo>
                        <a:pt x="434" y="1218"/>
                        <a:pt x="434" y="1218"/>
                        <a:pt x="434" y="1218"/>
                      </a:cubicBezTo>
                      <a:cubicBezTo>
                        <a:pt x="443" y="1217"/>
                        <a:pt x="443" y="1217"/>
                        <a:pt x="443" y="1217"/>
                      </a:cubicBezTo>
                      <a:cubicBezTo>
                        <a:pt x="443" y="1217"/>
                        <a:pt x="448" y="1198"/>
                        <a:pt x="440" y="1191"/>
                      </a:cubicBezTo>
                      <a:cubicBezTo>
                        <a:pt x="432" y="1184"/>
                        <a:pt x="423" y="1168"/>
                        <a:pt x="430" y="1152"/>
                      </a:cubicBezTo>
                      <a:cubicBezTo>
                        <a:pt x="436" y="1137"/>
                        <a:pt x="456" y="1137"/>
                        <a:pt x="456" y="1137"/>
                      </a:cubicBezTo>
                      <a:cubicBezTo>
                        <a:pt x="456" y="1130"/>
                        <a:pt x="456" y="1130"/>
                        <a:pt x="456" y="1130"/>
                      </a:cubicBezTo>
                      <a:cubicBezTo>
                        <a:pt x="456" y="1130"/>
                        <a:pt x="439" y="1130"/>
                        <a:pt x="431" y="1125"/>
                      </a:cubicBezTo>
                      <a:cubicBezTo>
                        <a:pt x="423" y="1121"/>
                        <a:pt x="432" y="1112"/>
                        <a:pt x="440" y="1111"/>
                      </a:cubicBezTo>
                      <a:cubicBezTo>
                        <a:pt x="448" y="1110"/>
                        <a:pt x="462" y="1127"/>
                        <a:pt x="469" y="1127"/>
                      </a:cubicBezTo>
                      <a:cubicBezTo>
                        <a:pt x="476" y="1127"/>
                        <a:pt x="485" y="1123"/>
                        <a:pt x="486" y="1113"/>
                      </a:cubicBezTo>
                      <a:cubicBezTo>
                        <a:pt x="487" y="1103"/>
                        <a:pt x="474" y="1080"/>
                        <a:pt x="461" y="1085"/>
                      </a:cubicBezTo>
                      <a:cubicBezTo>
                        <a:pt x="449" y="1089"/>
                        <a:pt x="468" y="1099"/>
                        <a:pt x="456" y="1105"/>
                      </a:cubicBezTo>
                      <a:cubicBezTo>
                        <a:pt x="443" y="1111"/>
                        <a:pt x="431" y="1094"/>
                        <a:pt x="431" y="1094"/>
                      </a:cubicBezTo>
                      <a:cubicBezTo>
                        <a:pt x="431" y="1094"/>
                        <a:pt x="407" y="1096"/>
                        <a:pt x="404" y="1089"/>
                      </a:cubicBezTo>
                      <a:cubicBezTo>
                        <a:pt x="400" y="1083"/>
                        <a:pt x="404" y="1055"/>
                        <a:pt x="404" y="1052"/>
                      </a:cubicBezTo>
                      <a:cubicBezTo>
                        <a:pt x="404" y="1049"/>
                        <a:pt x="387" y="1032"/>
                        <a:pt x="391" y="1017"/>
                      </a:cubicBezTo>
                      <a:cubicBezTo>
                        <a:pt x="396" y="1003"/>
                        <a:pt x="409" y="1019"/>
                        <a:pt x="424" y="1023"/>
                      </a:cubicBezTo>
                      <a:cubicBezTo>
                        <a:pt x="439" y="1026"/>
                        <a:pt x="456" y="1039"/>
                        <a:pt x="465" y="1039"/>
                      </a:cubicBezTo>
                      <a:cubicBezTo>
                        <a:pt x="474" y="1039"/>
                        <a:pt x="507" y="1021"/>
                        <a:pt x="515" y="1015"/>
                      </a:cubicBezTo>
                      <a:cubicBezTo>
                        <a:pt x="523" y="1009"/>
                        <a:pt x="490" y="991"/>
                        <a:pt x="490" y="991"/>
                      </a:cubicBezTo>
                      <a:cubicBezTo>
                        <a:pt x="489" y="975"/>
                        <a:pt x="489" y="975"/>
                        <a:pt x="489" y="975"/>
                      </a:cubicBezTo>
                      <a:cubicBezTo>
                        <a:pt x="489" y="975"/>
                        <a:pt x="498" y="959"/>
                        <a:pt x="501" y="948"/>
                      </a:cubicBezTo>
                      <a:cubicBezTo>
                        <a:pt x="503" y="938"/>
                        <a:pt x="480" y="938"/>
                        <a:pt x="480" y="938"/>
                      </a:cubicBezTo>
                      <a:cubicBezTo>
                        <a:pt x="478" y="924"/>
                        <a:pt x="478" y="924"/>
                        <a:pt x="478" y="924"/>
                      </a:cubicBezTo>
                      <a:cubicBezTo>
                        <a:pt x="478" y="924"/>
                        <a:pt x="470" y="915"/>
                        <a:pt x="477" y="907"/>
                      </a:cubicBezTo>
                      <a:cubicBezTo>
                        <a:pt x="484" y="899"/>
                        <a:pt x="494" y="934"/>
                        <a:pt x="494" y="934"/>
                      </a:cubicBezTo>
                      <a:cubicBezTo>
                        <a:pt x="502" y="933"/>
                        <a:pt x="502" y="933"/>
                        <a:pt x="502" y="933"/>
                      </a:cubicBezTo>
                      <a:cubicBezTo>
                        <a:pt x="497" y="919"/>
                        <a:pt x="497" y="919"/>
                        <a:pt x="497" y="919"/>
                      </a:cubicBezTo>
                      <a:cubicBezTo>
                        <a:pt x="551" y="926"/>
                        <a:pt x="551" y="926"/>
                        <a:pt x="551" y="926"/>
                      </a:cubicBezTo>
                      <a:cubicBezTo>
                        <a:pt x="554" y="920"/>
                        <a:pt x="554" y="920"/>
                        <a:pt x="554" y="920"/>
                      </a:cubicBezTo>
                      <a:cubicBezTo>
                        <a:pt x="554" y="920"/>
                        <a:pt x="567" y="912"/>
                        <a:pt x="595" y="909"/>
                      </a:cubicBezTo>
                      <a:cubicBezTo>
                        <a:pt x="624" y="906"/>
                        <a:pt x="676" y="881"/>
                        <a:pt x="676" y="881"/>
                      </a:cubicBezTo>
                      <a:cubicBezTo>
                        <a:pt x="673" y="855"/>
                        <a:pt x="673" y="855"/>
                        <a:pt x="673" y="855"/>
                      </a:cubicBezTo>
                      <a:cubicBezTo>
                        <a:pt x="688" y="847"/>
                        <a:pt x="688" y="847"/>
                        <a:pt x="688" y="847"/>
                      </a:cubicBezTo>
                      <a:cubicBezTo>
                        <a:pt x="696" y="814"/>
                        <a:pt x="696" y="814"/>
                        <a:pt x="696" y="814"/>
                      </a:cubicBezTo>
                      <a:cubicBezTo>
                        <a:pt x="689" y="797"/>
                        <a:pt x="689" y="797"/>
                        <a:pt x="689" y="797"/>
                      </a:cubicBezTo>
                      <a:cubicBezTo>
                        <a:pt x="689" y="779"/>
                        <a:pt x="689" y="779"/>
                        <a:pt x="689" y="779"/>
                      </a:cubicBezTo>
                      <a:cubicBezTo>
                        <a:pt x="689" y="779"/>
                        <a:pt x="678" y="770"/>
                        <a:pt x="667" y="766"/>
                      </a:cubicBezTo>
                      <a:cubicBezTo>
                        <a:pt x="661" y="764"/>
                        <a:pt x="654" y="769"/>
                        <a:pt x="649" y="765"/>
                      </a:cubicBezTo>
                      <a:cubicBezTo>
                        <a:pt x="641" y="759"/>
                        <a:pt x="655" y="753"/>
                        <a:pt x="658" y="748"/>
                      </a:cubicBezTo>
                      <a:cubicBezTo>
                        <a:pt x="662" y="741"/>
                        <a:pt x="657" y="735"/>
                        <a:pt x="657" y="727"/>
                      </a:cubicBezTo>
                      <a:cubicBezTo>
                        <a:pt x="657" y="712"/>
                        <a:pt x="624" y="707"/>
                        <a:pt x="601" y="696"/>
                      </a:cubicBezTo>
                      <a:cubicBezTo>
                        <a:pt x="578" y="685"/>
                        <a:pt x="578" y="674"/>
                        <a:pt x="588" y="660"/>
                      </a:cubicBezTo>
                      <a:cubicBezTo>
                        <a:pt x="589" y="659"/>
                        <a:pt x="589" y="658"/>
                        <a:pt x="590" y="658"/>
                      </a:cubicBezTo>
                      <a:cubicBezTo>
                        <a:pt x="570" y="633"/>
                        <a:pt x="570" y="633"/>
                        <a:pt x="570" y="633"/>
                      </a:cubicBezTo>
                      <a:cubicBezTo>
                        <a:pt x="570" y="601"/>
                        <a:pt x="570" y="601"/>
                        <a:pt x="570" y="601"/>
                      </a:cubicBezTo>
                      <a:cubicBezTo>
                        <a:pt x="570" y="601"/>
                        <a:pt x="593" y="600"/>
                        <a:pt x="594" y="595"/>
                      </a:cubicBezTo>
                      <a:cubicBezTo>
                        <a:pt x="595" y="590"/>
                        <a:pt x="575" y="567"/>
                        <a:pt x="575" y="567"/>
                      </a:cubicBezTo>
                      <a:cubicBezTo>
                        <a:pt x="582" y="557"/>
                        <a:pt x="582" y="557"/>
                        <a:pt x="582" y="557"/>
                      </a:cubicBezTo>
                      <a:cubicBezTo>
                        <a:pt x="582" y="557"/>
                        <a:pt x="569" y="545"/>
                        <a:pt x="568" y="536"/>
                      </a:cubicBezTo>
                      <a:cubicBezTo>
                        <a:pt x="567" y="527"/>
                        <a:pt x="586" y="528"/>
                        <a:pt x="586" y="528"/>
                      </a:cubicBezTo>
                      <a:cubicBezTo>
                        <a:pt x="569" y="518"/>
                        <a:pt x="569" y="518"/>
                        <a:pt x="569" y="518"/>
                      </a:cubicBezTo>
                      <a:cubicBezTo>
                        <a:pt x="569" y="491"/>
                        <a:pt x="569" y="491"/>
                        <a:pt x="569" y="491"/>
                      </a:cubicBezTo>
                      <a:cubicBezTo>
                        <a:pt x="587" y="484"/>
                        <a:pt x="587" y="484"/>
                        <a:pt x="587" y="484"/>
                      </a:cubicBezTo>
                      <a:cubicBezTo>
                        <a:pt x="587" y="484"/>
                        <a:pt x="566" y="471"/>
                        <a:pt x="566" y="467"/>
                      </a:cubicBezTo>
                      <a:cubicBezTo>
                        <a:pt x="566" y="463"/>
                        <a:pt x="580" y="452"/>
                        <a:pt x="580" y="452"/>
                      </a:cubicBezTo>
                      <a:cubicBezTo>
                        <a:pt x="580" y="452"/>
                        <a:pt x="584" y="435"/>
                        <a:pt x="584" y="429"/>
                      </a:cubicBezTo>
                      <a:cubicBezTo>
                        <a:pt x="584" y="423"/>
                        <a:pt x="599" y="424"/>
                        <a:pt x="604" y="419"/>
                      </a:cubicBezTo>
                      <a:cubicBezTo>
                        <a:pt x="609" y="414"/>
                        <a:pt x="612" y="399"/>
                        <a:pt x="612" y="396"/>
                      </a:cubicBezTo>
                      <a:cubicBezTo>
                        <a:pt x="612" y="393"/>
                        <a:pt x="621" y="388"/>
                        <a:pt x="626" y="383"/>
                      </a:cubicBezTo>
                      <a:cubicBezTo>
                        <a:pt x="631" y="378"/>
                        <a:pt x="634" y="355"/>
                        <a:pt x="634" y="355"/>
                      </a:cubicBezTo>
                      <a:close/>
                      <a:moveTo>
                        <a:pt x="619" y="681"/>
                      </a:moveTo>
                      <a:cubicBezTo>
                        <a:pt x="624" y="681"/>
                        <a:pt x="624" y="681"/>
                        <a:pt x="624" y="681"/>
                      </a:cubicBezTo>
                      <a:cubicBezTo>
                        <a:pt x="617" y="677"/>
                        <a:pt x="617" y="677"/>
                        <a:pt x="617" y="677"/>
                      </a:cubicBezTo>
                      <a:cubicBezTo>
                        <a:pt x="617" y="677"/>
                        <a:pt x="617" y="677"/>
                        <a:pt x="617" y="677"/>
                      </a:cubicBezTo>
                      <a:cubicBezTo>
                        <a:pt x="618" y="679"/>
                        <a:pt x="619" y="681"/>
                        <a:pt x="619" y="6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0" name="Freeform 206"/>
                <p:cNvSpPr>
                  <a:spLocks noEditPoints="1"/>
                </p:cNvSpPr>
                <p:nvPr/>
              </p:nvSpPr>
              <p:spPr bwMode="gray">
                <a:xfrm>
                  <a:off x="-15560" y="-10185"/>
                  <a:ext cx="661" cy="834"/>
                </a:xfrm>
                <a:custGeom>
                  <a:avLst/>
                  <a:gdLst>
                    <a:gd name="T0" fmla="*/ 42 w 280"/>
                    <a:gd name="T1" fmla="*/ 249 h 353"/>
                    <a:gd name="T2" fmla="*/ 49 w 280"/>
                    <a:gd name="T3" fmla="*/ 229 h 353"/>
                    <a:gd name="T4" fmla="*/ 42 w 280"/>
                    <a:gd name="T5" fmla="*/ 249 h 353"/>
                    <a:gd name="T6" fmla="*/ 277 w 280"/>
                    <a:gd name="T7" fmla="*/ 114 h 353"/>
                    <a:gd name="T8" fmla="*/ 261 w 280"/>
                    <a:gd name="T9" fmla="*/ 102 h 353"/>
                    <a:gd name="T10" fmla="*/ 271 w 280"/>
                    <a:gd name="T11" fmla="*/ 84 h 353"/>
                    <a:gd name="T12" fmla="*/ 252 w 280"/>
                    <a:gd name="T13" fmla="*/ 83 h 353"/>
                    <a:gd name="T14" fmla="*/ 230 w 280"/>
                    <a:gd name="T15" fmla="*/ 61 h 353"/>
                    <a:gd name="T16" fmla="*/ 218 w 280"/>
                    <a:gd name="T17" fmla="*/ 73 h 353"/>
                    <a:gd name="T18" fmla="*/ 195 w 280"/>
                    <a:gd name="T19" fmla="*/ 65 h 353"/>
                    <a:gd name="T20" fmla="*/ 175 w 280"/>
                    <a:gd name="T21" fmla="*/ 64 h 353"/>
                    <a:gd name="T22" fmla="*/ 163 w 280"/>
                    <a:gd name="T23" fmla="*/ 43 h 353"/>
                    <a:gd name="T24" fmla="*/ 140 w 280"/>
                    <a:gd name="T25" fmla="*/ 40 h 353"/>
                    <a:gd name="T26" fmla="*/ 121 w 280"/>
                    <a:gd name="T27" fmla="*/ 22 h 353"/>
                    <a:gd name="T28" fmla="*/ 98 w 280"/>
                    <a:gd name="T29" fmla="*/ 0 h 353"/>
                    <a:gd name="T30" fmla="*/ 101 w 280"/>
                    <a:gd name="T31" fmla="*/ 23 h 353"/>
                    <a:gd name="T32" fmla="*/ 68 w 280"/>
                    <a:gd name="T33" fmla="*/ 37 h 353"/>
                    <a:gd name="T34" fmla="*/ 66 w 280"/>
                    <a:gd name="T35" fmla="*/ 27 h 353"/>
                    <a:gd name="T36" fmla="*/ 44 w 280"/>
                    <a:gd name="T37" fmla="*/ 46 h 353"/>
                    <a:gd name="T38" fmla="*/ 49 w 280"/>
                    <a:gd name="T39" fmla="*/ 77 h 353"/>
                    <a:gd name="T40" fmla="*/ 31 w 280"/>
                    <a:gd name="T41" fmla="*/ 97 h 353"/>
                    <a:gd name="T42" fmla="*/ 39 w 280"/>
                    <a:gd name="T43" fmla="*/ 119 h 353"/>
                    <a:gd name="T44" fmla="*/ 27 w 280"/>
                    <a:gd name="T45" fmla="*/ 119 h 353"/>
                    <a:gd name="T46" fmla="*/ 26 w 280"/>
                    <a:gd name="T47" fmla="*/ 130 h 353"/>
                    <a:gd name="T48" fmla="*/ 3 w 280"/>
                    <a:gd name="T49" fmla="*/ 144 h 353"/>
                    <a:gd name="T50" fmla="*/ 19 w 280"/>
                    <a:gd name="T51" fmla="*/ 154 h 353"/>
                    <a:gd name="T52" fmla="*/ 8 w 280"/>
                    <a:gd name="T53" fmla="*/ 173 h 353"/>
                    <a:gd name="T54" fmla="*/ 18 w 280"/>
                    <a:gd name="T55" fmla="*/ 187 h 353"/>
                    <a:gd name="T56" fmla="*/ 3 w 280"/>
                    <a:gd name="T57" fmla="*/ 201 h 353"/>
                    <a:gd name="T58" fmla="*/ 12 w 280"/>
                    <a:gd name="T59" fmla="*/ 207 h 353"/>
                    <a:gd name="T60" fmla="*/ 22 w 280"/>
                    <a:gd name="T61" fmla="*/ 228 h 353"/>
                    <a:gd name="T62" fmla="*/ 48 w 280"/>
                    <a:gd name="T63" fmla="*/ 214 h 353"/>
                    <a:gd name="T64" fmla="*/ 65 w 280"/>
                    <a:gd name="T65" fmla="*/ 219 h 353"/>
                    <a:gd name="T66" fmla="*/ 61 w 280"/>
                    <a:gd name="T67" fmla="*/ 258 h 353"/>
                    <a:gd name="T68" fmla="*/ 36 w 280"/>
                    <a:gd name="T69" fmla="*/ 271 h 353"/>
                    <a:gd name="T70" fmla="*/ 51 w 280"/>
                    <a:gd name="T71" fmla="*/ 286 h 353"/>
                    <a:gd name="T72" fmla="*/ 30 w 280"/>
                    <a:gd name="T73" fmla="*/ 307 h 353"/>
                    <a:gd name="T74" fmla="*/ 40 w 280"/>
                    <a:gd name="T75" fmla="*/ 315 h 353"/>
                    <a:gd name="T76" fmla="*/ 33 w 280"/>
                    <a:gd name="T77" fmla="*/ 329 h 353"/>
                    <a:gd name="T78" fmla="*/ 53 w 280"/>
                    <a:gd name="T79" fmla="*/ 315 h 353"/>
                    <a:gd name="T80" fmla="*/ 62 w 280"/>
                    <a:gd name="T81" fmla="*/ 326 h 353"/>
                    <a:gd name="T82" fmla="*/ 81 w 280"/>
                    <a:gd name="T83" fmla="*/ 324 h 353"/>
                    <a:gd name="T84" fmla="*/ 96 w 280"/>
                    <a:gd name="T85" fmla="*/ 353 h 353"/>
                    <a:gd name="T86" fmla="*/ 108 w 280"/>
                    <a:gd name="T87" fmla="*/ 339 h 353"/>
                    <a:gd name="T88" fmla="*/ 121 w 280"/>
                    <a:gd name="T89" fmla="*/ 335 h 353"/>
                    <a:gd name="T90" fmla="*/ 125 w 280"/>
                    <a:gd name="T91" fmla="*/ 299 h 353"/>
                    <a:gd name="T92" fmla="*/ 135 w 280"/>
                    <a:gd name="T93" fmla="*/ 284 h 353"/>
                    <a:gd name="T94" fmla="*/ 132 w 280"/>
                    <a:gd name="T95" fmla="*/ 272 h 353"/>
                    <a:gd name="T96" fmla="*/ 140 w 280"/>
                    <a:gd name="T97" fmla="*/ 269 h 353"/>
                    <a:gd name="T98" fmla="*/ 154 w 280"/>
                    <a:gd name="T99" fmla="*/ 251 h 353"/>
                    <a:gd name="T100" fmla="*/ 211 w 280"/>
                    <a:gd name="T101" fmla="*/ 226 h 353"/>
                    <a:gd name="T102" fmla="*/ 262 w 280"/>
                    <a:gd name="T103" fmla="*/ 170 h 353"/>
                    <a:gd name="T104" fmla="*/ 270 w 280"/>
                    <a:gd name="T105" fmla="*/ 141 h 353"/>
                    <a:gd name="T106" fmla="*/ 280 w 280"/>
                    <a:gd name="T107" fmla="*/ 136 h 353"/>
                    <a:gd name="T108" fmla="*/ 277 w 280"/>
                    <a:gd name="T109" fmla="*/ 114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80" h="353">
                      <a:moveTo>
                        <a:pt x="42" y="249"/>
                      </a:moveTo>
                      <a:cubicBezTo>
                        <a:pt x="57" y="245"/>
                        <a:pt x="59" y="225"/>
                        <a:pt x="49" y="229"/>
                      </a:cubicBezTo>
                      <a:cubicBezTo>
                        <a:pt x="40" y="233"/>
                        <a:pt x="34" y="250"/>
                        <a:pt x="42" y="249"/>
                      </a:cubicBezTo>
                      <a:close/>
                      <a:moveTo>
                        <a:pt x="277" y="114"/>
                      </a:moveTo>
                      <a:cubicBezTo>
                        <a:pt x="261" y="102"/>
                        <a:pt x="261" y="102"/>
                        <a:pt x="261" y="102"/>
                      </a:cubicBezTo>
                      <a:cubicBezTo>
                        <a:pt x="261" y="102"/>
                        <a:pt x="272" y="102"/>
                        <a:pt x="271" y="84"/>
                      </a:cubicBezTo>
                      <a:cubicBezTo>
                        <a:pt x="265" y="83"/>
                        <a:pt x="258" y="83"/>
                        <a:pt x="252" y="83"/>
                      </a:cubicBezTo>
                      <a:cubicBezTo>
                        <a:pt x="239" y="82"/>
                        <a:pt x="247" y="64"/>
                        <a:pt x="230" y="61"/>
                      </a:cubicBezTo>
                      <a:cubicBezTo>
                        <a:pt x="213" y="58"/>
                        <a:pt x="225" y="71"/>
                        <a:pt x="218" y="73"/>
                      </a:cubicBezTo>
                      <a:cubicBezTo>
                        <a:pt x="211" y="75"/>
                        <a:pt x="195" y="65"/>
                        <a:pt x="195" y="65"/>
                      </a:cubicBezTo>
                      <a:cubicBezTo>
                        <a:pt x="195" y="65"/>
                        <a:pt x="184" y="70"/>
                        <a:pt x="175" y="64"/>
                      </a:cubicBezTo>
                      <a:cubicBezTo>
                        <a:pt x="166" y="58"/>
                        <a:pt x="173" y="51"/>
                        <a:pt x="163" y="43"/>
                      </a:cubicBezTo>
                      <a:cubicBezTo>
                        <a:pt x="153" y="35"/>
                        <a:pt x="140" y="40"/>
                        <a:pt x="140" y="40"/>
                      </a:cubicBezTo>
                      <a:cubicBezTo>
                        <a:pt x="140" y="40"/>
                        <a:pt x="132" y="28"/>
                        <a:pt x="121" y="22"/>
                      </a:cubicBezTo>
                      <a:cubicBezTo>
                        <a:pt x="113" y="19"/>
                        <a:pt x="103" y="6"/>
                        <a:pt x="98" y="0"/>
                      </a:cubicBezTo>
                      <a:cubicBezTo>
                        <a:pt x="99" y="10"/>
                        <a:pt x="105" y="14"/>
                        <a:pt x="101" y="23"/>
                      </a:cubicBezTo>
                      <a:cubicBezTo>
                        <a:pt x="98" y="32"/>
                        <a:pt x="68" y="37"/>
                        <a:pt x="68" y="37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6" y="27"/>
                        <a:pt x="46" y="38"/>
                        <a:pt x="44" y="46"/>
                      </a:cubicBezTo>
                      <a:cubicBezTo>
                        <a:pt x="41" y="54"/>
                        <a:pt x="51" y="64"/>
                        <a:pt x="49" y="77"/>
                      </a:cubicBezTo>
                      <a:cubicBezTo>
                        <a:pt x="48" y="90"/>
                        <a:pt x="35" y="89"/>
                        <a:pt x="31" y="97"/>
                      </a:cubicBezTo>
                      <a:cubicBezTo>
                        <a:pt x="26" y="105"/>
                        <a:pt x="39" y="119"/>
                        <a:pt x="39" y="119"/>
                      </a:cubicBezTo>
                      <a:cubicBezTo>
                        <a:pt x="27" y="119"/>
                        <a:pt x="27" y="119"/>
                        <a:pt x="27" y="119"/>
                      </a:cubicBezTo>
                      <a:cubicBezTo>
                        <a:pt x="26" y="130"/>
                        <a:pt x="26" y="130"/>
                        <a:pt x="26" y="130"/>
                      </a:cubicBezTo>
                      <a:cubicBezTo>
                        <a:pt x="3" y="144"/>
                        <a:pt x="3" y="144"/>
                        <a:pt x="3" y="144"/>
                      </a:cubicBezTo>
                      <a:cubicBezTo>
                        <a:pt x="19" y="154"/>
                        <a:pt x="19" y="154"/>
                        <a:pt x="19" y="154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8" y="173"/>
                        <a:pt x="19" y="176"/>
                        <a:pt x="18" y="187"/>
                      </a:cubicBezTo>
                      <a:cubicBezTo>
                        <a:pt x="16" y="198"/>
                        <a:pt x="3" y="201"/>
                        <a:pt x="3" y="201"/>
                      </a:cubicBezTo>
                      <a:cubicBezTo>
                        <a:pt x="12" y="207"/>
                        <a:pt x="12" y="207"/>
                        <a:pt x="12" y="207"/>
                      </a:cubicBezTo>
                      <a:cubicBezTo>
                        <a:pt x="12" y="207"/>
                        <a:pt x="0" y="221"/>
                        <a:pt x="22" y="228"/>
                      </a:cubicBezTo>
                      <a:cubicBezTo>
                        <a:pt x="45" y="235"/>
                        <a:pt x="48" y="214"/>
                        <a:pt x="48" y="214"/>
                      </a:cubicBezTo>
                      <a:cubicBezTo>
                        <a:pt x="65" y="219"/>
                        <a:pt x="65" y="219"/>
                        <a:pt x="65" y="219"/>
                      </a:cubicBezTo>
                      <a:cubicBezTo>
                        <a:pt x="73" y="227"/>
                        <a:pt x="64" y="246"/>
                        <a:pt x="61" y="258"/>
                      </a:cubicBezTo>
                      <a:cubicBezTo>
                        <a:pt x="59" y="270"/>
                        <a:pt x="36" y="271"/>
                        <a:pt x="36" y="271"/>
                      </a:cubicBezTo>
                      <a:cubicBezTo>
                        <a:pt x="36" y="271"/>
                        <a:pt x="60" y="277"/>
                        <a:pt x="51" y="286"/>
                      </a:cubicBezTo>
                      <a:cubicBezTo>
                        <a:pt x="43" y="295"/>
                        <a:pt x="30" y="307"/>
                        <a:pt x="30" y="307"/>
                      </a:cubicBezTo>
                      <a:cubicBezTo>
                        <a:pt x="40" y="315"/>
                        <a:pt x="40" y="315"/>
                        <a:pt x="40" y="315"/>
                      </a:cubicBezTo>
                      <a:cubicBezTo>
                        <a:pt x="40" y="315"/>
                        <a:pt x="24" y="324"/>
                        <a:pt x="33" y="329"/>
                      </a:cubicBezTo>
                      <a:cubicBezTo>
                        <a:pt x="43" y="333"/>
                        <a:pt x="53" y="315"/>
                        <a:pt x="53" y="315"/>
                      </a:cubicBezTo>
                      <a:cubicBezTo>
                        <a:pt x="62" y="326"/>
                        <a:pt x="62" y="326"/>
                        <a:pt x="62" y="326"/>
                      </a:cubicBezTo>
                      <a:cubicBezTo>
                        <a:pt x="62" y="326"/>
                        <a:pt x="75" y="320"/>
                        <a:pt x="81" y="324"/>
                      </a:cubicBezTo>
                      <a:cubicBezTo>
                        <a:pt x="86" y="329"/>
                        <a:pt x="82" y="353"/>
                        <a:pt x="96" y="353"/>
                      </a:cubicBezTo>
                      <a:cubicBezTo>
                        <a:pt x="109" y="353"/>
                        <a:pt x="104" y="342"/>
                        <a:pt x="108" y="339"/>
                      </a:cubicBezTo>
                      <a:cubicBezTo>
                        <a:pt x="112" y="337"/>
                        <a:pt x="121" y="335"/>
                        <a:pt x="121" y="335"/>
                      </a:cubicBezTo>
                      <a:cubicBezTo>
                        <a:pt x="121" y="335"/>
                        <a:pt x="124" y="308"/>
                        <a:pt x="125" y="299"/>
                      </a:cubicBezTo>
                      <a:cubicBezTo>
                        <a:pt x="127" y="289"/>
                        <a:pt x="135" y="284"/>
                        <a:pt x="135" y="284"/>
                      </a:cubicBezTo>
                      <a:cubicBezTo>
                        <a:pt x="132" y="272"/>
                        <a:pt x="132" y="272"/>
                        <a:pt x="132" y="272"/>
                      </a:cubicBezTo>
                      <a:cubicBezTo>
                        <a:pt x="140" y="269"/>
                        <a:pt x="140" y="269"/>
                        <a:pt x="140" y="269"/>
                      </a:cubicBezTo>
                      <a:cubicBezTo>
                        <a:pt x="140" y="269"/>
                        <a:pt x="140" y="262"/>
                        <a:pt x="154" y="251"/>
                      </a:cubicBezTo>
                      <a:cubicBezTo>
                        <a:pt x="167" y="240"/>
                        <a:pt x="188" y="240"/>
                        <a:pt x="211" y="226"/>
                      </a:cubicBezTo>
                      <a:cubicBezTo>
                        <a:pt x="234" y="211"/>
                        <a:pt x="262" y="170"/>
                        <a:pt x="262" y="170"/>
                      </a:cubicBezTo>
                      <a:cubicBezTo>
                        <a:pt x="270" y="141"/>
                        <a:pt x="270" y="141"/>
                        <a:pt x="270" y="141"/>
                      </a:cubicBezTo>
                      <a:cubicBezTo>
                        <a:pt x="280" y="136"/>
                        <a:pt x="280" y="136"/>
                        <a:pt x="280" y="136"/>
                      </a:cubicBezTo>
                      <a:lnTo>
                        <a:pt x="277" y="11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1" name="Freeform 207"/>
                <p:cNvSpPr>
                  <a:spLocks/>
                </p:cNvSpPr>
                <p:nvPr/>
              </p:nvSpPr>
              <p:spPr bwMode="gray">
                <a:xfrm>
                  <a:off x="2437" y="-11222"/>
                  <a:ext cx="322" cy="538"/>
                </a:xfrm>
                <a:custGeom>
                  <a:avLst/>
                  <a:gdLst>
                    <a:gd name="T0" fmla="*/ 19 w 136"/>
                    <a:gd name="T1" fmla="*/ 9 h 228"/>
                    <a:gd name="T2" fmla="*/ 62 w 136"/>
                    <a:gd name="T3" fmla="*/ 29 h 228"/>
                    <a:gd name="T4" fmla="*/ 91 w 136"/>
                    <a:gd name="T5" fmla="*/ 65 h 228"/>
                    <a:gd name="T6" fmla="*/ 87 w 136"/>
                    <a:gd name="T7" fmla="*/ 86 h 228"/>
                    <a:gd name="T8" fmla="*/ 104 w 136"/>
                    <a:gd name="T9" fmla="*/ 82 h 228"/>
                    <a:gd name="T10" fmla="*/ 105 w 136"/>
                    <a:gd name="T11" fmla="*/ 120 h 228"/>
                    <a:gd name="T12" fmla="*/ 105 w 136"/>
                    <a:gd name="T13" fmla="*/ 190 h 228"/>
                    <a:gd name="T14" fmla="*/ 19 w 136"/>
                    <a:gd name="T15" fmla="*/ 194 h 228"/>
                    <a:gd name="T16" fmla="*/ 10 w 136"/>
                    <a:gd name="T17" fmla="*/ 99 h 228"/>
                    <a:gd name="T18" fmla="*/ 25 w 136"/>
                    <a:gd name="T19" fmla="*/ 59 h 228"/>
                    <a:gd name="T20" fmla="*/ 5 w 136"/>
                    <a:gd name="T21" fmla="*/ 32 h 228"/>
                    <a:gd name="T22" fmla="*/ 18 w 136"/>
                    <a:gd name="T23" fmla="*/ 32 h 228"/>
                    <a:gd name="T24" fmla="*/ 19 w 136"/>
                    <a:gd name="T25" fmla="*/ 9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6" h="228">
                      <a:moveTo>
                        <a:pt x="19" y="9"/>
                      </a:moveTo>
                      <a:cubicBezTo>
                        <a:pt x="35" y="0"/>
                        <a:pt x="46" y="7"/>
                        <a:pt x="62" y="29"/>
                      </a:cubicBezTo>
                      <a:cubicBezTo>
                        <a:pt x="78" y="50"/>
                        <a:pt x="91" y="65"/>
                        <a:pt x="91" y="65"/>
                      </a:cubicBezTo>
                      <a:cubicBezTo>
                        <a:pt x="87" y="86"/>
                        <a:pt x="87" y="86"/>
                        <a:pt x="87" y="86"/>
                      </a:cubicBezTo>
                      <a:cubicBezTo>
                        <a:pt x="104" y="82"/>
                        <a:pt x="104" y="82"/>
                        <a:pt x="104" y="82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36" y="176"/>
                        <a:pt x="105" y="190"/>
                      </a:cubicBezTo>
                      <a:cubicBezTo>
                        <a:pt x="75" y="204"/>
                        <a:pt x="37" y="228"/>
                        <a:pt x="19" y="194"/>
                      </a:cubicBezTo>
                      <a:cubicBezTo>
                        <a:pt x="1" y="160"/>
                        <a:pt x="0" y="106"/>
                        <a:pt x="10" y="99"/>
                      </a:cubicBezTo>
                      <a:cubicBezTo>
                        <a:pt x="21" y="91"/>
                        <a:pt x="25" y="59"/>
                        <a:pt x="25" y="59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lnTo>
                        <a:pt x="19" y="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2" name="Freeform 208"/>
                <p:cNvSpPr>
                  <a:spLocks noEditPoints="1"/>
                </p:cNvSpPr>
                <p:nvPr/>
              </p:nvSpPr>
              <p:spPr bwMode="gray">
                <a:xfrm>
                  <a:off x="6616" y="-12361"/>
                  <a:ext cx="1151" cy="1892"/>
                </a:xfrm>
                <a:custGeom>
                  <a:avLst/>
                  <a:gdLst>
                    <a:gd name="T0" fmla="*/ 475 w 487"/>
                    <a:gd name="T1" fmla="*/ 801 h 801"/>
                    <a:gd name="T2" fmla="*/ 476 w 487"/>
                    <a:gd name="T3" fmla="*/ 763 h 801"/>
                    <a:gd name="T4" fmla="*/ 395 w 487"/>
                    <a:gd name="T5" fmla="*/ 758 h 801"/>
                    <a:gd name="T6" fmla="*/ 187 w 487"/>
                    <a:gd name="T7" fmla="*/ 700 h 801"/>
                    <a:gd name="T8" fmla="*/ 175 w 487"/>
                    <a:gd name="T9" fmla="*/ 693 h 801"/>
                    <a:gd name="T10" fmla="*/ 346 w 487"/>
                    <a:gd name="T11" fmla="*/ 393 h 801"/>
                    <a:gd name="T12" fmla="*/ 408 w 487"/>
                    <a:gd name="T13" fmla="*/ 418 h 801"/>
                    <a:gd name="T14" fmla="*/ 321 w 487"/>
                    <a:gd name="T15" fmla="*/ 337 h 801"/>
                    <a:gd name="T16" fmla="*/ 325 w 487"/>
                    <a:gd name="T17" fmla="*/ 499 h 801"/>
                    <a:gd name="T18" fmla="*/ 301 w 487"/>
                    <a:gd name="T19" fmla="*/ 414 h 801"/>
                    <a:gd name="T20" fmla="*/ 358 w 487"/>
                    <a:gd name="T21" fmla="*/ 492 h 801"/>
                    <a:gd name="T22" fmla="*/ 337 w 487"/>
                    <a:gd name="T23" fmla="*/ 494 h 801"/>
                    <a:gd name="T24" fmla="*/ 360 w 487"/>
                    <a:gd name="T25" fmla="*/ 416 h 801"/>
                    <a:gd name="T26" fmla="*/ 352 w 487"/>
                    <a:gd name="T27" fmla="*/ 436 h 801"/>
                    <a:gd name="T28" fmla="*/ 391 w 487"/>
                    <a:gd name="T29" fmla="*/ 441 h 801"/>
                    <a:gd name="T30" fmla="*/ 103 w 487"/>
                    <a:gd name="T31" fmla="*/ 405 h 801"/>
                    <a:gd name="T32" fmla="*/ 79 w 487"/>
                    <a:gd name="T33" fmla="*/ 472 h 801"/>
                    <a:gd name="T34" fmla="*/ 55 w 487"/>
                    <a:gd name="T35" fmla="*/ 514 h 801"/>
                    <a:gd name="T36" fmla="*/ 31 w 487"/>
                    <a:gd name="T37" fmla="*/ 557 h 801"/>
                    <a:gd name="T38" fmla="*/ 71 w 487"/>
                    <a:gd name="T39" fmla="*/ 503 h 801"/>
                    <a:gd name="T40" fmla="*/ 117 w 487"/>
                    <a:gd name="T41" fmla="*/ 403 h 801"/>
                    <a:gd name="T42" fmla="*/ 259 w 487"/>
                    <a:gd name="T43" fmla="*/ 679 h 801"/>
                    <a:gd name="T44" fmla="*/ 451 w 487"/>
                    <a:gd name="T45" fmla="*/ 560 h 801"/>
                    <a:gd name="T46" fmla="*/ 413 w 487"/>
                    <a:gd name="T47" fmla="*/ 526 h 801"/>
                    <a:gd name="T48" fmla="*/ 362 w 487"/>
                    <a:gd name="T49" fmla="*/ 552 h 801"/>
                    <a:gd name="T50" fmla="*/ 307 w 487"/>
                    <a:gd name="T51" fmla="*/ 568 h 801"/>
                    <a:gd name="T52" fmla="*/ 251 w 487"/>
                    <a:gd name="T53" fmla="*/ 627 h 801"/>
                    <a:gd name="T54" fmla="*/ 287 w 487"/>
                    <a:gd name="T55" fmla="*/ 643 h 801"/>
                    <a:gd name="T56" fmla="*/ 340 w 487"/>
                    <a:gd name="T57" fmla="*/ 657 h 801"/>
                    <a:gd name="T58" fmla="*/ 413 w 487"/>
                    <a:gd name="T59" fmla="*/ 701 h 801"/>
                    <a:gd name="T60" fmla="*/ 430 w 487"/>
                    <a:gd name="T61" fmla="*/ 693 h 801"/>
                    <a:gd name="T62" fmla="*/ 444 w 487"/>
                    <a:gd name="T63" fmla="*/ 676 h 801"/>
                    <a:gd name="T64" fmla="*/ 451 w 487"/>
                    <a:gd name="T65" fmla="*/ 560 h 801"/>
                    <a:gd name="T66" fmla="*/ 286 w 487"/>
                    <a:gd name="T67" fmla="*/ 309 h 801"/>
                    <a:gd name="T68" fmla="*/ 259 w 487"/>
                    <a:gd name="T69" fmla="*/ 240 h 801"/>
                    <a:gd name="T70" fmla="*/ 184 w 487"/>
                    <a:gd name="T71" fmla="*/ 201 h 801"/>
                    <a:gd name="T72" fmla="*/ 193 w 487"/>
                    <a:gd name="T73" fmla="*/ 93 h 801"/>
                    <a:gd name="T74" fmla="*/ 184 w 487"/>
                    <a:gd name="T75" fmla="*/ 16 h 801"/>
                    <a:gd name="T76" fmla="*/ 126 w 487"/>
                    <a:gd name="T77" fmla="*/ 10 h 801"/>
                    <a:gd name="T78" fmla="*/ 100 w 487"/>
                    <a:gd name="T79" fmla="*/ 53 h 801"/>
                    <a:gd name="T80" fmla="*/ 112 w 487"/>
                    <a:gd name="T81" fmla="*/ 109 h 801"/>
                    <a:gd name="T82" fmla="*/ 92 w 487"/>
                    <a:gd name="T83" fmla="*/ 152 h 801"/>
                    <a:gd name="T84" fmla="*/ 135 w 487"/>
                    <a:gd name="T85" fmla="*/ 233 h 801"/>
                    <a:gd name="T86" fmla="*/ 219 w 487"/>
                    <a:gd name="T87" fmla="*/ 274 h 801"/>
                    <a:gd name="T88" fmla="*/ 146 w 487"/>
                    <a:gd name="T89" fmla="*/ 285 h 801"/>
                    <a:gd name="T90" fmla="*/ 197 w 487"/>
                    <a:gd name="T91" fmla="*/ 339 h 801"/>
                    <a:gd name="T92" fmla="*/ 232 w 487"/>
                    <a:gd name="T93" fmla="*/ 434 h 801"/>
                    <a:gd name="T94" fmla="*/ 271 w 487"/>
                    <a:gd name="T95" fmla="*/ 463 h 801"/>
                    <a:gd name="T96" fmla="*/ 273 w 487"/>
                    <a:gd name="T97" fmla="*/ 535 h 801"/>
                    <a:gd name="T98" fmla="*/ 295 w 487"/>
                    <a:gd name="T99" fmla="*/ 431 h 801"/>
                    <a:gd name="T100" fmla="*/ 249 w 487"/>
                    <a:gd name="T101" fmla="*/ 378 h 801"/>
                    <a:gd name="T102" fmla="*/ 232 w 487"/>
                    <a:gd name="T103" fmla="*/ 434 h 8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87" h="801">
                      <a:moveTo>
                        <a:pt x="476" y="763"/>
                      </a:moveTo>
                      <a:cubicBezTo>
                        <a:pt x="472" y="782"/>
                        <a:pt x="472" y="782"/>
                        <a:pt x="472" y="782"/>
                      </a:cubicBezTo>
                      <a:cubicBezTo>
                        <a:pt x="475" y="801"/>
                        <a:pt x="475" y="801"/>
                        <a:pt x="475" y="801"/>
                      </a:cubicBezTo>
                      <a:cubicBezTo>
                        <a:pt x="487" y="791"/>
                        <a:pt x="487" y="791"/>
                        <a:pt x="487" y="791"/>
                      </a:cubicBezTo>
                      <a:cubicBezTo>
                        <a:pt x="487" y="763"/>
                        <a:pt x="487" y="763"/>
                        <a:pt x="487" y="763"/>
                      </a:cubicBezTo>
                      <a:lnTo>
                        <a:pt x="476" y="763"/>
                      </a:lnTo>
                      <a:close/>
                      <a:moveTo>
                        <a:pt x="399" y="785"/>
                      </a:moveTo>
                      <a:cubicBezTo>
                        <a:pt x="410" y="763"/>
                        <a:pt x="410" y="763"/>
                        <a:pt x="410" y="763"/>
                      </a:cubicBezTo>
                      <a:cubicBezTo>
                        <a:pt x="395" y="758"/>
                        <a:pt x="395" y="758"/>
                        <a:pt x="395" y="758"/>
                      </a:cubicBezTo>
                      <a:lnTo>
                        <a:pt x="399" y="785"/>
                      </a:lnTo>
                      <a:close/>
                      <a:moveTo>
                        <a:pt x="175" y="693"/>
                      </a:moveTo>
                      <a:cubicBezTo>
                        <a:pt x="187" y="700"/>
                        <a:pt x="187" y="700"/>
                        <a:pt x="187" y="700"/>
                      </a:cubicBezTo>
                      <a:cubicBezTo>
                        <a:pt x="199" y="682"/>
                        <a:pt x="199" y="682"/>
                        <a:pt x="199" y="682"/>
                      </a:cubicBezTo>
                      <a:cubicBezTo>
                        <a:pt x="182" y="672"/>
                        <a:pt x="182" y="672"/>
                        <a:pt x="182" y="672"/>
                      </a:cubicBezTo>
                      <a:lnTo>
                        <a:pt x="175" y="693"/>
                      </a:lnTo>
                      <a:close/>
                      <a:moveTo>
                        <a:pt x="345" y="372"/>
                      </a:moveTo>
                      <a:cubicBezTo>
                        <a:pt x="370" y="385"/>
                        <a:pt x="370" y="385"/>
                        <a:pt x="370" y="385"/>
                      </a:cubicBezTo>
                      <a:cubicBezTo>
                        <a:pt x="370" y="401"/>
                        <a:pt x="346" y="393"/>
                        <a:pt x="346" y="393"/>
                      </a:cubicBezTo>
                      <a:cubicBezTo>
                        <a:pt x="389" y="427"/>
                        <a:pt x="389" y="427"/>
                        <a:pt x="389" y="427"/>
                      </a:cubicBezTo>
                      <a:cubicBezTo>
                        <a:pt x="391" y="413"/>
                        <a:pt x="391" y="413"/>
                        <a:pt x="391" y="413"/>
                      </a:cubicBezTo>
                      <a:cubicBezTo>
                        <a:pt x="408" y="418"/>
                        <a:pt x="408" y="418"/>
                        <a:pt x="408" y="418"/>
                      </a:cubicBezTo>
                      <a:cubicBezTo>
                        <a:pt x="394" y="395"/>
                        <a:pt x="394" y="395"/>
                        <a:pt x="394" y="395"/>
                      </a:cubicBezTo>
                      <a:cubicBezTo>
                        <a:pt x="394" y="395"/>
                        <a:pt x="391" y="370"/>
                        <a:pt x="379" y="357"/>
                      </a:cubicBezTo>
                      <a:cubicBezTo>
                        <a:pt x="367" y="344"/>
                        <a:pt x="328" y="321"/>
                        <a:pt x="321" y="337"/>
                      </a:cubicBezTo>
                      <a:cubicBezTo>
                        <a:pt x="312" y="357"/>
                        <a:pt x="345" y="372"/>
                        <a:pt x="345" y="372"/>
                      </a:cubicBezTo>
                      <a:close/>
                      <a:moveTo>
                        <a:pt x="318" y="445"/>
                      </a:moveTo>
                      <a:cubicBezTo>
                        <a:pt x="325" y="499"/>
                        <a:pt x="325" y="499"/>
                        <a:pt x="325" y="499"/>
                      </a:cubicBezTo>
                      <a:cubicBezTo>
                        <a:pt x="333" y="449"/>
                        <a:pt x="333" y="449"/>
                        <a:pt x="333" y="449"/>
                      </a:cubicBezTo>
                      <a:cubicBezTo>
                        <a:pt x="316" y="414"/>
                        <a:pt x="316" y="414"/>
                        <a:pt x="316" y="414"/>
                      </a:cubicBezTo>
                      <a:cubicBezTo>
                        <a:pt x="301" y="414"/>
                        <a:pt x="301" y="414"/>
                        <a:pt x="301" y="414"/>
                      </a:cubicBezTo>
                      <a:lnTo>
                        <a:pt x="318" y="445"/>
                      </a:lnTo>
                      <a:close/>
                      <a:moveTo>
                        <a:pt x="337" y="494"/>
                      </a:moveTo>
                      <a:cubicBezTo>
                        <a:pt x="358" y="492"/>
                        <a:pt x="358" y="492"/>
                        <a:pt x="358" y="492"/>
                      </a:cubicBezTo>
                      <a:cubicBezTo>
                        <a:pt x="361" y="475"/>
                        <a:pt x="361" y="475"/>
                        <a:pt x="361" y="475"/>
                      </a:cubicBezTo>
                      <a:cubicBezTo>
                        <a:pt x="343" y="469"/>
                        <a:pt x="343" y="469"/>
                        <a:pt x="343" y="469"/>
                      </a:cubicBezTo>
                      <a:lnTo>
                        <a:pt x="337" y="494"/>
                      </a:lnTo>
                      <a:close/>
                      <a:moveTo>
                        <a:pt x="391" y="441"/>
                      </a:moveTo>
                      <a:cubicBezTo>
                        <a:pt x="372" y="434"/>
                        <a:pt x="372" y="434"/>
                        <a:pt x="372" y="434"/>
                      </a:cubicBezTo>
                      <a:cubicBezTo>
                        <a:pt x="372" y="434"/>
                        <a:pt x="364" y="424"/>
                        <a:pt x="360" y="416"/>
                      </a:cubicBezTo>
                      <a:cubicBezTo>
                        <a:pt x="357" y="408"/>
                        <a:pt x="333" y="413"/>
                        <a:pt x="333" y="413"/>
                      </a:cubicBezTo>
                      <a:cubicBezTo>
                        <a:pt x="336" y="442"/>
                        <a:pt x="336" y="442"/>
                        <a:pt x="336" y="442"/>
                      </a:cubicBezTo>
                      <a:cubicBezTo>
                        <a:pt x="352" y="436"/>
                        <a:pt x="352" y="436"/>
                        <a:pt x="352" y="436"/>
                      </a:cubicBezTo>
                      <a:cubicBezTo>
                        <a:pt x="358" y="452"/>
                        <a:pt x="358" y="452"/>
                        <a:pt x="358" y="452"/>
                      </a:cubicBezTo>
                      <a:cubicBezTo>
                        <a:pt x="391" y="477"/>
                        <a:pt x="391" y="477"/>
                        <a:pt x="391" y="477"/>
                      </a:cubicBezTo>
                      <a:lnTo>
                        <a:pt x="391" y="441"/>
                      </a:lnTo>
                      <a:close/>
                      <a:moveTo>
                        <a:pt x="117" y="403"/>
                      </a:moveTo>
                      <a:cubicBezTo>
                        <a:pt x="107" y="388"/>
                        <a:pt x="107" y="388"/>
                        <a:pt x="107" y="388"/>
                      </a:cubicBezTo>
                      <a:cubicBezTo>
                        <a:pt x="103" y="405"/>
                        <a:pt x="103" y="405"/>
                        <a:pt x="103" y="405"/>
                      </a:cubicBezTo>
                      <a:cubicBezTo>
                        <a:pt x="103" y="405"/>
                        <a:pt x="84" y="421"/>
                        <a:pt x="91" y="436"/>
                      </a:cubicBezTo>
                      <a:cubicBezTo>
                        <a:pt x="98" y="450"/>
                        <a:pt x="115" y="450"/>
                        <a:pt x="105" y="457"/>
                      </a:cubicBezTo>
                      <a:cubicBezTo>
                        <a:pt x="95" y="463"/>
                        <a:pt x="79" y="472"/>
                        <a:pt x="79" y="472"/>
                      </a:cubicBezTo>
                      <a:cubicBezTo>
                        <a:pt x="72" y="490"/>
                        <a:pt x="72" y="490"/>
                        <a:pt x="72" y="490"/>
                      </a:cubicBezTo>
                      <a:cubicBezTo>
                        <a:pt x="57" y="499"/>
                        <a:pt x="57" y="499"/>
                        <a:pt x="57" y="499"/>
                      </a:cubicBezTo>
                      <a:cubicBezTo>
                        <a:pt x="57" y="499"/>
                        <a:pt x="62" y="508"/>
                        <a:pt x="55" y="514"/>
                      </a:cubicBezTo>
                      <a:cubicBezTo>
                        <a:pt x="48" y="521"/>
                        <a:pt x="23" y="532"/>
                        <a:pt x="23" y="532"/>
                      </a:cubicBezTo>
                      <a:cubicBezTo>
                        <a:pt x="23" y="532"/>
                        <a:pt x="0" y="568"/>
                        <a:pt x="11" y="576"/>
                      </a:cubicBezTo>
                      <a:cubicBezTo>
                        <a:pt x="31" y="557"/>
                        <a:pt x="31" y="557"/>
                        <a:pt x="31" y="557"/>
                      </a:cubicBezTo>
                      <a:cubicBezTo>
                        <a:pt x="31" y="557"/>
                        <a:pt x="28" y="542"/>
                        <a:pt x="36" y="542"/>
                      </a:cubicBezTo>
                      <a:cubicBezTo>
                        <a:pt x="45" y="542"/>
                        <a:pt x="55" y="539"/>
                        <a:pt x="62" y="534"/>
                      </a:cubicBezTo>
                      <a:cubicBezTo>
                        <a:pt x="69" y="529"/>
                        <a:pt x="62" y="513"/>
                        <a:pt x="71" y="503"/>
                      </a:cubicBezTo>
                      <a:cubicBezTo>
                        <a:pt x="79" y="493"/>
                        <a:pt x="127" y="478"/>
                        <a:pt x="127" y="467"/>
                      </a:cubicBezTo>
                      <a:cubicBezTo>
                        <a:pt x="127" y="455"/>
                        <a:pt x="117" y="444"/>
                        <a:pt x="115" y="434"/>
                      </a:cubicBezTo>
                      <a:cubicBezTo>
                        <a:pt x="114" y="424"/>
                        <a:pt x="117" y="403"/>
                        <a:pt x="117" y="403"/>
                      </a:cubicBezTo>
                      <a:close/>
                      <a:moveTo>
                        <a:pt x="232" y="684"/>
                      </a:moveTo>
                      <a:cubicBezTo>
                        <a:pt x="257" y="706"/>
                        <a:pt x="257" y="706"/>
                        <a:pt x="257" y="706"/>
                      </a:cubicBezTo>
                      <a:cubicBezTo>
                        <a:pt x="259" y="679"/>
                        <a:pt x="259" y="679"/>
                        <a:pt x="259" y="679"/>
                      </a:cubicBezTo>
                      <a:cubicBezTo>
                        <a:pt x="244" y="668"/>
                        <a:pt x="244" y="668"/>
                        <a:pt x="244" y="668"/>
                      </a:cubicBezTo>
                      <a:lnTo>
                        <a:pt x="232" y="684"/>
                      </a:lnTo>
                      <a:close/>
                      <a:moveTo>
                        <a:pt x="451" y="560"/>
                      </a:moveTo>
                      <a:cubicBezTo>
                        <a:pt x="451" y="560"/>
                        <a:pt x="451" y="529"/>
                        <a:pt x="441" y="524"/>
                      </a:cubicBezTo>
                      <a:cubicBezTo>
                        <a:pt x="430" y="519"/>
                        <a:pt x="405" y="483"/>
                        <a:pt x="396" y="491"/>
                      </a:cubicBezTo>
                      <a:cubicBezTo>
                        <a:pt x="388" y="499"/>
                        <a:pt x="420" y="522"/>
                        <a:pt x="413" y="526"/>
                      </a:cubicBezTo>
                      <a:cubicBezTo>
                        <a:pt x="406" y="529"/>
                        <a:pt x="376" y="532"/>
                        <a:pt x="376" y="532"/>
                      </a:cubicBezTo>
                      <a:cubicBezTo>
                        <a:pt x="376" y="553"/>
                        <a:pt x="376" y="553"/>
                        <a:pt x="376" y="553"/>
                      </a:cubicBezTo>
                      <a:cubicBezTo>
                        <a:pt x="362" y="552"/>
                        <a:pt x="362" y="552"/>
                        <a:pt x="362" y="552"/>
                      </a:cubicBezTo>
                      <a:cubicBezTo>
                        <a:pt x="358" y="567"/>
                        <a:pt x="358" y="567"/>
                        <a:pt x="358" y="567"/>
                      </a:cubicBezTo>
                      <a:cubicBezTo>
                        <a:pt x="341" y="576"/>
                        <a:pt x="341" y="576"/>
                        <a:pt x="341" y="576"/>
                      </a:cubicBezTo>
                      <a:cubicBezTo>
                        <a:pt x="341" y="576"/>
                        <a:pt x="316" y="560"/>
                        <a:pt x="307" y="568"/>
                      </a:cubicBezTo>
                      <a:cubicBezTo>
                        <a:pt x="299" y="576"/>
                        <a:pt x="283" y="604"/>
                        <a:pt x="283" y="604"/>
                      </a:cubicBezTo>
                      <a:cubicBezTo>
                        <a:pt x="283" y="604"/>
                        <a:pt x="273" y="585"/>
                        <a:pt x="268" y="594"/>
                      </a:cubicBezTo>
                      <a:cubicBezTo>
                        <a:pt x="263" y="604"/>
                        <a:pt x="251" y="627"/>
                        <a:pt x="251" y="627"/>
                      </a:cubicBezTo>
                      <a:cubicBezTo>
                        <a:pt x="264" y="640"/>
                        <a:pt x="264" y="640"/>
                        <a:pt x="264" y="640"/>
                      </a:cubicBezTo>
                      <a:cubicBezTo>
                        <a:pt x="278" y="627"/>
                        <a:pt x="278" y="627"/>
                        <a:pt x="278" y="627"/>
                      </a:cubicBezTo>
                      <a:cubicBezTo>
                        <a:pt x="287" y="643"/>
                        <a:pt x="287" y="643"/>
                        <a:pt x="287" y="643"/>
                      </a:cubicBezTo>
                      <a:cubicBezTo>
                        <a:pt x="287" y="643"/>
                        <a:pt x="314" y="621"/>
                        <a:pt x="321" y="621"/>
                      </a:cubicBezTo>
                      <a:cubicBezTo>
                        <a:pt x="328" y="621"/>
                        <a:pt x="350" y="642"/>
                        <a:pt x="350" y="642"/>
                      </a:cubicBezTo>
                      <a:cubicBezTo>
                        <a:pt x="350" y="642"/>
                        <a:pt x="340" y="648"/>
                        <a:pt x="340" y="657"/>
                      </a:cubicBezTo>
                      <a:cubicBezTo>
                        <a:pt x="340" y="665"/>
                        <a:pt x="358" y="701"/>
                        <a:pt x="367" y="704"/>
                      </a:cubicBezTo>
                      <a:cubicBezTo>
                        <a:pt x="376" y="707"/>
                        <a:pt x="400" y="714"/>
                        <a:pt x="400" y="714"/>
                      </a:cubicBezTo>
                      <a:cubicBezTo>
                        <a:pt x="413" y="701"/>
                        <a:pt x="413" y="701"/>
                        <a:pt x="413" y="701"/>
                      </a:cubicBezTo>
                      <a:cubicBezTo>
                        <a:pt x="415" y="717"/>
                        <a:pt x="415" y="717"/>
                        <a:pt x="415" y="717"/>
                      </a:cubicBezTo>
                      <a:cubicBezTo>
                        <a:pt x="429" y="719"/>
                        <a:pt x="429" y="719"/>
                        <a:pt x="429" y="719"/>
                      </a:cubicBezTo>
                      <a:cubicBezTo>
                        <a:pt x="430" y="693"/>
                        <a:pt x="430" y="693"/>
                        <a:pt x="430" y="693"/>
                      </a:cubicBezTo>
                      <a:cubicBezTo>
                        <a:pt x="430" y="693"/>
                        <a:pt x="410" y="671"/>
                        <a:pt x="415" y="658"/>
                      </a:cubicBezTo>
                      <a:cubicBezTo>
                        <a:pt x="420" y="645"/>
                        <a:pt x="427" y="642"/>
                        <a:pt x="427" y="642"/>
                      </a:cubicBezTo>
                      <a:cubicBezTo>
                        <a:pt x="444" y="676"/>
                        <a:pt x="444" y="676"/>
                        <a:pt x="444" y="676"/>
                      </a:cubicBezTo>
                      <a:cubicBezTo>
                        <a:pt x="444" y="676"/>
                        <a:pt x="463" y="650"/>
                        <a:pt x="463" y="634"/>
                      </a:cubicBezTo>
                      <a:cubicBezTo>
                        <a:pt x="463" y="617"/>
                        <a:pt x="451" y="599"/>
                        <a:pt x="451" y="599"/>
                      </a:cubicBezTo>
                      <a:lnTo>
                        <a:pt x="451" y="560"/>
                      </a:lnTo>
                      <a:close/>
                      <a:moveTo>
                        <a:pt x="230" y="258"/>
                      </a:moveTo>
                      <a:cubicBezTo>
                        <a:pt x="248" y="256"/>
                        <a:pt x="255" y="265"/>
                        <a:pt x="259" y="279"/>
                      </a:cubicBezTo>
                      <a:cubicBezTo>
                        <a:pt x="262" y="291"/>
                        <a:pt x="272" y="303"/>
                        <a:pt x="286" y="309"/>
                      </a:cubicBezTo>
                      <a:cubicBezTo>
                        <a:pt x="311" y="322"/>
                        <a:pt x="313" y="261"/>
                        <a:pt x="282" y="264"/>
                      </a:cubicBezTo>
                      <a:cubicBezTo>
                        <a:pt x="281" y="258"/>
                        <a:pt x="286" y="256"/>
                        <a:pt x="288" y="251"/>
                      </a:cubicBezTo>
                      <a:cubicBezTo>
                        <a:pt x="276" y="250"/>
                        <a:pt x="272" y="236"/>
                        <a:pt x="259" y="240"/>
                      </a:cubicBezTo>
                      <a:cubicBezTo>
                        <a:pt x="251" y="257"/>
                        <a:pt x="236" y="236"/>
                        <a:pt x="224" y="236"/>
                      </a:cubicBezTo>
                      <a:cubicBezTo>
                        <a:pt x="208" y="235"/>
                        <a:pt x="201" y="259"/>
                        <a:pt x="188" y="239"/>
                      </a:cubicBezTo>
                      <a:cubicBezTo>
                        <a:pt x="181" y="228"/>
                        <a:pt x="184" y="213"/>
                        <a:pt x="184" y="201"/>
                      </a:cubicBezTo>
                      <a:cubicBezTo>
                        <a:pt x="184" y="189"/>
                        <a:pt x="180" y="170"/>
                        <a:pt x="185" y="159"/>
                      </a:cubicBezTo>
                      <a:cubicBezTo>
                        <a:pt x="192" y="143"/>
                        <a:pt x="203" y="148"/>
                        <a:pt x="202" y="128"/>
                      </a:cubicBezTo>
                      <a:cubicBezTo>
                        <a:pt x="202" y="114"/>
                        <a:pt x="191" y="105"/>
                        <a:pt x="193" y="93"/>
                      </a:cubicBezTo>
                      <a:cubicBezTo>
                        <a:pt x="194" y="80"/>
                        <a:pt x="202" y="64"/>
                        <a:pt x="198" y="50"/>
                      </a:cubicBezTo>
                      <a:cubicBezTo>
                        <a:pt x="195" y="44"/>
                        <a:pt x="188" y="41"/>
                        <a:pt x="185" y="35"/>
                      </a:cubicBezTo>
                      <a:cubicBezTo>
                        <a:pt x="182" y="29"/>
                        <a:pt x="185" y="22"/>
                        <a:pt x="184" y="16"/>
                      </a:cubicBezTo>
                      <a:cubicBezTo>
                        <a:pt x="183" y="11"/>
                        <a:pt x="181" y="0"/>
                        <a:pt x="172" y="0"/>
                      </a:cubicBezTo>
                      <a:cubicBezTo>
                        <a:pt x="167" y="1"/>
                        <a:pt x="165" y="9"/>
                        <a:pt x="162" y="12"/>
                      </a:cubicBezTo>
                      <a:cubicBezTo>
                        <a:pt x="145" y="26"/>
                        <a:pt x="142" y="9"/>
                        <a:pt x="126" y="10"/>
                      </a:cubicBezTo>
                      <a:cubicBezTo>
                        <a:pt x="117" y="13"/>
                        <a:pt x="117" y="13"/>
                        <a:pt x="117" y="13"/>
                      </a:cubicBezTo>
                      <a:cubicBezTo>
                        <a:pt x="114" y="20"/>
                        <a:pt x="117" y="27"/>
                        <a:pt x="115" y="34"/>
                      </a:cubicBezTo>
                      <a:cubicBezTo>
                        <a:pt x="113" y="41"/>
                        <a:pt x="104" y="47"/>
                        <a:pt x="100" y="53"/>
                      </a:cubicBezTo>
                      <a:cubicBezTo>
                        <a:pt x="92" y="65"/>
                        <a:pt x="94" y="57"/>
                        <a:pt x="101" y="69"/>
                      </a:cubicBezTo>
                      <a:cubicBezTo>
                        <a:pt x="104" y="74"/>
                        <a:pt x="108" y="83"/>
                        <a:pt x="110" y="89"/>
                      </a:cubicBezTo>
                      <a:cubicBezTo>
                        <a:pt x="112" y="95"/>
                        <a:pt x="113" y="102"/>
                        <a:pt x="112" y="109"/>
                      </a:cubicBezTo>
                      <a:cubicBezTo>
                        <a:pt x="111" y="116"/>
                        <a:pt x="103" y="122"/>
                        <a:pt x="103" y="127"/>
                      </a:cubicBezTo>
                      <a:cubicBezTo>
                        <a:pt x="103" y="135"/>
                        <a:pt x="114" y="137"/>
                        <a:pt x="110" y="145"/>
                      </a:cubicBezTo>
                      <a:cubicBezTo>
                        <a:pt x="108" y="150"/>
                        <a:pt x="96" y="153"/>
                        <a:pt x="92" y="152"/>
                      </a:cubicBezTo>
                      <a:cubicBezTo>
                        <a:pt x="92" y="146"/>
                        <a:pt x="90" y="140"/>
                        <a:pt x="85" y="138"/>
                      </a:cubicBezTo>
                      <a:cubicBezTo>
                        <a:pt x="84" y="161"/>
                        <a:pt x="87" y="175"/>
                        <a:pt x="103" y="194"/>
                      </a:cubicBezTo>
                      <a:cubicBezTo>
                        <a:pt x="115" y="207"/>
                        <a:pt x="127" y="217"/>
                        <a:pt x="135" y="233"/>
                      </a:cubicBezTo>
                      <a:cubicBezTo>
                        <a:pt x="140" y="245"/>
                        <a:pt x="156" y="275"/>
                        <a:pt x="171" y="274"/>
                      </a:cubicBezTo>
                      <a:cubicBezTo>
                        <a:pt x="181" y="273"/>
                        <a:pt x="185" y="260"/>
                        <a:pt x="196" y="259"/>
                      </a:cubicBezTo>
                      <a:cubicBezTo>
                        <a:pt x="207" y="258"/>
                        <a:pt x="212" y="268"/>
                        <a:pt x="219" y="274"/>
                      </a:cubicBezTo>
                      <a:cubicBezTo>
                        <a:pt x="241" y="293"/>
                        <a:pt x="240" y="275"/>
                        <a:pt x="230" y="258"/>
                      </a:cubicBezTo>
                      <a:close/>
                      <a:moveTo>
                        <a:pt x="182" y="288"/>
                      </a:moveTo>
                      <a:cubicBezTo>
                        <a:pt x="175" y="282"/>
                        <a:pt x="146" y="285"/>
                        <a:pt x="146" y="285"/>
                      </a:cubicBezTo>
                      <a:cubicBezTo>
                        <a:pt x="167" y="313"/>
                        <a:pt x="167" y="313"/>
                        <a:pt x="167" y="313"/>
                      </a:cubicBezTo>
                      <a:cubicBezTo>
                        <a:pt x="180" y="357"/>
                        <a:pt x="180" y="357"/>
                        <a:pt x="180" y="357"/>
                      </a:cubicBezTo>
                      <a:cubicBezTo>
                        <a:pt x="180" y="357"/>
                        <a:pt x="192" y="347"/>
                        <a:pt x="197" y="339"/>
                      </a:cubicBezTo>
                      <a:cubicBezTo>
                        <a:pt x="203" y="331"/>
                        <a:pt x="191" y="315"/>
                        <a:pt x="191" y="315"/>
                      </a:cubicBezTo>
                      <a:cubicBezTo>
                        <a:pt x="191" y="315"/>
                        <a:pt x="189" y="295"/>
                        <a:pt x="182" y="288"/>
                      </a:cubicBezTo>
                      <a:close/>
                      <a:moveTo>
                        <a:pt x="232" y="434"/>
                      </a:moveTo>
                      <a:cubicBezTo>
                        <a:pt x="237" y="444"/>
                        <a:pt x="245" y="454"/>
                        <a:pt x="245" y="454"/>
                      </a:cubicBezTo>
                      <a:cubicBezTo>
                        <a:pt x="245" y="454"/>
                        <a:pt x="261" y="437"/>
                        <a:pt x="266" y="441"/>
                      </a:cubicBezTo>
                      <a:cubicBezTo>
                        <a:pt x="271" y="444"/>
                        <a:pt x="271" y="463"/>
                        <a:pt x="271" y="463"/>
                      </a:cubicBezTo>
                      <a:cubicBezTo>
                        <a:pt x="280" y="472"/>
                        <a:pt x="280" y="472"/>
                        <a:pt x="280" y="472"/>
                      </a:cubicBezTo>
                      <a:cubicBezTo>
                        <a:pt x="280" y="472"/>
                        <a:pt x="257" y="506"/>
                        <a:pt x="257" y="513"/>
                      </a:cubicBezTo>
                      <a:cubicBezTo>
                        <a:pt x="257" y="519"/>
                        <a:pt x="257" y="539"/>
                        <a:pt x="273" y="535"/>
                      </a:cubicBezTo>
                      <a:cubicBezTo>
                        <a:pt x="288" y="532"/>
                        <a:pt x="311" y="527"/>
                        <a:pt x="302" y="513"/>
                      </a:cubicBezTo>
                      <a:cubicBezTo>
                        <a:pt x="293" y="498"/>
                        <a:pt x="292" y="486"/>
                        <a:pt x="300" y="463"/>
                      </a:cubicBezTo>
                      <a:cubicBezTo>
                        <a:pt x="309" y="441"/>
                        <a:pt x="302" y="424"/>
                        <a:pt x="295" y="431"/>
                      </a:cubicBezTo>
                      <a:cubicBezTo>
                        <a:pt x="288" y="437"/>
                        <a:pt x="275" y="445"/>
                        <a:pt x="275" y="437"/>
                      </a:cubicBezTo>
                      <a:cubicBezTo>
                        <a:pt x="275" y="429"/>
                        <a:pt x="295" y="398"/>
                        <a:pt x="283" y="395"/>
                      </a:cubicBezTo>
                      <a:cubicBezTo>
                        <a:pt x="271" y="391"/>
                        <a:pt x="249" y="378"/>
                        <a:pt x="249" y="378"/>
                      </a:cubicBezTo>
                      <a:cubicBezTo>
                        <a:pt x="249" y="378"/>
                        <a:pt x="228" y="373"/>
                        <a:pt x="227" y="380"/>
                      </a:cubicBezTo>
                      <a:cubicBezTo>
                        <a:pt x="225" y="387"/>
                        <a:pt x="239" y="398"/>
                        <a:pt x="239" y="398"/>
                      </a:cubicBezTo>
                      <a:cubicBezTo>
                        <a:pt x="239" y="398"/>
                        <a:pt x="227" y="424"/>
                        <a:pt x="232" y="43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3" name="Freeform 209"/>
                <p:cNvSpPr>
                  <a:spLocks/>
                </p:cNvSpPr>
                <p:nvPr/>
              </p:nvSpPr>
              <p:spPr bwMode="gray">
                <a:xfrm>
                  <a:off x="6680" y="-13199"/>
                  <a:ext cx="201" cy="427"/>
                </a:xfrm>
                <a:custGeom>
                  <a:avLst/>
                  <a:gdLst>
                    <a:gd name="T0" fmla="*/ 62 w 85"/>
                    <a:gd name="T1" fmla="*/ 181 h 181"/>
                    <a:gd name="T2" fmla="*/ 62 w 85"/>
                    <a:gd name="T3" fmla="*/ 148 h 181"/>
                    <a:gd name="T4" fmla="*/ 75 w 85"/>
                    <a:gd name="T5" fmla="*/ 118 h 181"/>
                    <a:gd name="T6" fmla="*/ 75 w 85"/>
                    <a:gd name="T7" fmla="*/ 68 h 181"/>
                    <a:gd name="T8" fmla="*/ 84 w 85"/>
                    <a:gd name="T9" fmla="*/ 43 h 181"/>
                    <a:gd name="T10" fmla="*/ 85 w 85"/>
                    <a:gd name="T11" fmla="*/ 17 h 181"/>
                    <a:gd name="T12" fmla="*/ 56 w 85"/>
                    <a:gd name="T13" fmla="*/ 0 h 181"/>
                    <a:gd name="T14" fmla="*/ 39 w 85"/>
                    <a:gd name="T15" fmla="*/ 20 h 181"/>
                    <a:gd name="T16" fmla="*/ 8 w 85"/>
                    <a:gd name="T17" fmla="*/ 114 h 181"/>
                    <a:gd name="T18" fmla="*/ 34 w 85"/>
                    <a:gd name="T19" fmla="*/ 147 h 181"/>
                    <a:gd name="T20" fmla="*/ 62 w 85"/>
                    <a:gd name="T21" fmla="*/ 181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5" h="181">
                      <a:moveTo>
                        <a:pt x="62" y="181"/>
                      </a:moveTo>
                      <a:cubicBezTo>
                        <a:pt x="62" y="148"/>
                        <a:pt x="62" y="148"/>
                        <a:pt x="62" y="148"/>
                      </a:cubicBezTo>
                      <a:cubicBezTo>
                        <a:pt x="62" y="148"/>
                        <a:pt x="75" y="139"/>
                        <a:pt x="75" y="118"/>
                      </a:cubicBezTo>
                      <a:cubicBezTo>
                        <a:pt x="75" y="97"/>
                        <a:pt x="75" y="68"/>
                        <a:pt x="75" y="68"/>
                      </a:cubicBezTo>
                      <a:cubicBezTo>
                        <a:pt x="75" y="68"/>
                        <a:pt x="85" y="55"/>
                        <a:pt x="84" y="43"/>
                      </a:cubicBezTo>
                      <a:cubicBezTo>
                        <a:pt x="83" y="31"/>
                        <a:pt x="85" y="17"/>
                        <a:pt x="85" y="17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0" y="102"/>
                        <a:pt x="8" y="114"/>
                      </a:cubicBezTo>
                      <a:cubicBezTo>
                        <a:pt x="16" y="126"/>
                        <a:pt x="34" y="147"/>
                        <a:pt x="34" y="147"/>
                      </a:cubicBezTo>
                      <a:cubicBezTo>
                        <a:pt x="34" y="147"/>
                        <a:pt x="47" y="181"/>
                        <a:pt x="62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4" name="Freeform 210"/>
                <p:cNvSpPr>
                  <a:spLocks noEditPoints="1"/>
                </p:cNvSpPr>
                <p:nvPr/>
              </p:nvSpPr>
              <p:spPr bwMode="gray">
                <a:xfrm>
                  <a:off x="11064" y="-9139"/>
                  <a:ext cx="584" cy="555"/>
                </a:xfrm>
                <a:custGeom>
                  <a:avLst/>
                  <a:gdLst>
                    <a:gd name="T0" fmla="*/ 21 w 247"/>
                    <a:gd name="T1" fmla="*/ 14 h 235"/>
                    <a:gd name="T2" fmla="*/ 9 w 247"/>
                    <a:gd name="T3" fmla="*/ 0 h 235"/>
                    <a:gd name="T4" fmla="*/ 2 w 247"/>
                    <a:gd name="T5" fmla="*/ 16 h 235"/>
                    <a:gd name="T6" fmla="*/ 15 w 247"/>
                    <a:gd name="T7" fmla="*/ 32 h 235"/>
                    <a:gd name="T8" fmla="*/ 21 w 247"/>
                    <a:gd name="T9" fmla="*/ 14 h 235"/>
                    <a:gd name="T10" fmla="*/ 0 w 247"/>
                    <a:gd name="T11" fmla="*/ 84 h 235"/>
                    <a:gd name="T12" fmla="*/ 13 w 247"/>
                    <a:gd name="T13" fmla="*/ 89 h 235"/>
                    <a:gd name="T14" fmla="*/ 22 w 247"/>
                    <a:gd name="T15" fmla="*/ 67 h 235"/>
                    <a:gd name="T16" fmla="*/ 0 w 247"/>
                    <a:gd name="T17" fmla="*/ 70 h 235"/>
                    <a:gd name="T18" fmla="*/ 0 w 247"/>
                    <a:gd name="T19" fmla="*/ 84 h 235"/>
                    <a:gd name="T20" fmla="*/ 51 w 247"/>
                    <a:gd name="T21" fmla="*/ 81 h 235"/>
                    <a:gd name="T22" fmla="*/ 25 w 247"/>
                    <a:gd name="T23" fmla="*/ 81 h 235"/>
                    <a:gd name="T24" fmla="*/ 26 w 247"/>
                    <a:gd name="T25" fmla="*/ 97 h 235"/>
                    <a:gd name="T26" fmla="*/ 53 w 247"/>
                    <a:gd name="T27" fmla="*/ 91 h 235"/>
                    <a:gd name="T28" fmla="*/ 51 w 247"/>
                    <a:gd name="T29" fmla="*/ 81 h 235"/>
                    <a:gd name="T30" fmla="*/ 39 w 247"/>
                    <a:gd name="T31" fmla="*/ 126 h 235"/>
                    <a:gd name="T32" fmla="*/ 64 w 247"/>
                    <a:gd name="T33" fmla="*/ 123 h 235"/>
                    <a:gd name="T34" fmla="*/ 32 w 247"/>
                    <a:gd name="T35" fmla="*/ 103 h 235"/>
                    <a:gd name="T36" fmla="*/ 39 w 247"/>
                    <a:gd name="T37" fmla="*/ 126 h 235"/>
                    <a:gd name="T38" fmla="*/ 163 w 247"/>
                    <a:gd name="T39" fmla="*/ 149 h 235"/>
                    <a:gd name="T40" fmla="*/ 128 w 247"/>
                    <a:gd name="T41" fmla="*/ 142 h 235"/>
                    <a:gd name="T42" fmla="*/ 142 w 247"/>
                    <a:gd name="T43" fmla="*/ 169 h 235"/>
                    <a:gd name="T44" fmla="*/ 183 w 247"/>
                    <a:gd name="T45" fmla="*/ 172 h 235"/>
                    <a:gd name="T46" fmla="*/ 163 w 247"/>
                    <a:gd name="T47" fmla="*/ 149 h 235"/>
                    <a:gd name="T48" fmla="*/ 205 w 247"/>
                    <a:gd name="T49" fmla="*/ 193 h 235"/>
                    <a:gd name="T50" fmla="*/ 238 w 247"/>
                    <a:gd name="T51" fmla="*/ 235 h 235"/>
                    <a:gd name="T52" fmla="*/ 247 w 247"/>
                    <a:gd name="T53" fmla="*/ 215 h 235"/>
                    <a:gd name="T54" fmla="*/ 205 w 247"/>
                    <a:gd name="T55" fmla="*/ 193 h 235"/>
                    <a:gd name="T56" fmla="*/ 189 w 247"/>
                    <a:gd name="T57" fmla="*/ 84 h 235"/>
                    <a:gd name="T58" fmla="*/ 184 w 247"/>
                    <a:gd name="T59" fmla="*/ 130 h 235"/>
                    <a:gd name="T60" fmla="*/ 218 w 247"/>
                    <a:gd name="T61" fmla="*/ 160 h 235"/>
                    <a:gd name="T62" fmla="*/ 189 w 247"/>
                    <a:gd name="T63" fmla="*/ 84 h 235"/>
                    <a:gd name="T64" fmla="*/ 81 w 247"/>
                    <a:gd name="T65" fmla="*/ 41 h 235"/>
                    <a:gd name="T66" fmla="*/ 138 w 247"/>
                    <a:gd name="T67" fmla="*/ 102 h 235"/>
                    <a:gd name="T68" fmla="*/ 81 w 247"/>
                    <a:gd name="T69" fmla="*/ 41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7" h="235">
                      <a:moveTo>
                        <a:pt x="21" y="14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lnTo>
                        <a:pt x="21" y="14"/>
                      </a:lnTo>
                      <a:close/>
                      <a:moveTo>
                        <a:pt x="0" y="84"/>
                      </a:move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22" y="67"/>
                        <a:pt x="22" y="67"/>
                        <a:pt x="22" y="67"/>
                      </a:cubicBezTo>
                      <a:cubicBezTo>
                        <a:pt x="0" y="70"/>
                        <a:pt x="0" y="70"/>
                        <a:pt x="0" y="70"/>
                      </a:cubicBezTo>
                      <a:lnTo>
                        <a:pt x="0" y="84"/>
                      </a:lnTo>
                      <a:close/>
                      <a:moveTo>
                        <a:pt x="51" y="81"/>
                      </a:moveTo>
                      <a:cubicBezTo>
                        <a:pt x="25" y="81"/>
                        <a:pt x="25" y="81"/>
                        <a:pt x="25" y="81"/>
                      </a:cubicBezTo>
                      <a:cubicBezTo>
                        <a:pt x="26" y="97"/>
                        <a:pt x="26" y="97"/>
                        <a:pt x="26" y="97"/>
                      </a:cubicBezTo>
                      <a:cubicBezTo>
                        <a:pt x="53" y="91"/>
                        <a:pt x="53" y="91"/>
                        <a:pt x="53" y="91"/>
                      </a:cubicBezTo>
                      <a:lnTo>
                        <a:pt x="51" y="81"/>
                      </a:lnTo>
                      <a:close/>
                      <a:moveTo>
                        <a:pt x="39" y="126"/>
                      </a:moveTo>
                      <a:cubicBezTo>
                        <a:pt x="64" y="123"/>
                        <a:pt x="64" y="123"/>
                        <a:pt x="64" y="12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lnTo>
                        <a:pt x="39" y="126"/>
                      </a:lnTo>
                      <a:close/>
                      <a:moveTo>
                        <a:pt x="163" y="149"/>
                      </a:moveTo>
                      <a:cubicBezTo>
                        <a:pt x="145" y="139"/>
                        <a:pt x="128" y="142"/>
                        <a:pt x="128" y="142"/>
                      </a:cubicBezTo>
                      <a:cubicBezTo>
                        <a:pt x="128" y="142"/>
                        <a:pt x="124" y="161"/>
                        <a:pt x="142" y="169"/>
                      </a:cubicBezTo>
                      <a:cubicBezTo>
                        <a:pt x="168" y="180"/>
                        <a:pt x="183" y="172"/>
                        <a:pt x="183" y="172"/>
                      </a:cubicBezTo>
                      <a:cubicBezTo>
                        <a:pt x="183" y="172"/>
                        <a:pt x="182" y="160"/>
                        <a:pt x="163" y="149"/>
                      </a:cubicBezTo>
                      <a:close/>
                      <a:moveTo>
                        <a:pt x="205" y="193"/>
                      </a:moveTo>
                      <a:cubicBezTo>
                        <a:pt x="238" y="235"/>
                        <a:pt x="238" y="235"/>
                        <a:pt x="238" y="235"/>
                      </a:cubicBezTo>
                      <a:cubicBezTo>
                        <a:pt x="247" y="215"/>
                        <a:pt x="247" y="215"/>
                        <a:pt x="247" y="215"/>
                      </a:cubicBezTo>
                      <a:lnTo>
                        <a:pt x="205" y="193"/>
                      </a:lnTo>
                      <a:close/>
                      <a:moveTo>
                        <a:pt x="189" y="84"/>
                      </a:moveTo>
                      <a:cubicBezTo>
                        <a:pt x="189" y="84"/>
                        <a:pt x="178" y="119"/>
                        <a:pt x="184" y="130"/>
                      </a:cubicBezTo>
                      <a:cubicBezTo>
                        <a:pt x="191" y="140"/>
                        <a:pt x="218" y="160"/>
                        <a:pt x="218" y="160"/>
                      </a:cubicBezTo>
                      <a:lnTo>
                        <a:pt x="189" y="84"/>
                      </a:lnTo>
                      <a:close/>
                      <a:moveTo>
                        <a:pt x="81" y="41"/>
                      </a:moveTo>
                      <a:cubicBezTo>
                        <a:pt x="75" y="51"/>
                        <a:pt x="130" y="104"/>
                        <a:pt x="138" y="102"/>
                      </a:cubicBezTo>
                      <a:cubicBezTo>
                        <a:pt x="154" y="100"/>
                        <a:pt x="86" y="30"/>
                        <a:pt x="81" y="4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5" name="Freeform 211"/>
                <p:cNvSpPr>
                  <a:spLocks/>
                </p:cNvSpPr>
                <p:nvPr/>
              </p:nvSpPr>
              <p:spPr bwMode="gray">
                <a:xfrm>
                  <a:off x="4729" y="-10840"/>
                  <a:ext cx="489" cy="693"/>
                </a:xfrm>
                <a:custGeom>
                  <a:avLst/>
                  <a:gdLst>
                    <a:gd name="T0" fmla="*/ 1 w 207"/>
                    <a:gd name="T1" fmla="*/ 30 h 293"/>
                    <a:gd name="T2" fmla="*/ 6 w 207"/>
                    <a:gd name="T3" fmla="*/ 91 h 293"/>
                    <a:gd name="T4" fmla="*/ 38 w 207"/>
                    <a:gd name="T5" fmla="*/ 99 h 293"/>
                    <a:gd name="T6" fmla="*/ 39 w 207"/>
                    <a:gd name="T7" fmla="*/ 153 h 293"/>
                    <a:gd name="T8" fmla="*/ 62 w 207"/>
                    <a:gd name="T9" fmla="*/ 153 h 293"/>
                    <a:gd name="T10" fmla="*/ 65 w 207"/>
                    <a:gd name="T11" fmla="*/ 203 h 293"/>
                    <a:gd name="T12" fmla="*/ 114 w 207"/>
                    <a:gd name="T13" fmla="*/ 236 h 293"/>
                    <a:gd name="T14" fmla="*/ 121 w 207"/>
                    <a:gd name="T15" fmla="*/ 258 h 293"/>
                    <a:gd name="T16" fmla="*/ 153 w 207"/>
                    <a:gd name="T17" fmla="*/ 271 h 293"/>
                    <a:gd name="T18" fmla="*/ 169 w 207"/>
                    <a:gd name="T19" fmla="*/ 293 h 293"/>
                    <a:gd name="T20" fmla="*/ 202 w 207"/>
                    <a:gd name="T21" fmla="*/ 290 h 293"/>
                    <a:gd name="T22" fmla="*/ 205 w 207"/>
                    <a:gd name="T23" fmla="*/ 252 h 293"/>
                    <a:gd name="T24" fmla="*/ 172 w 207"/>
                    <a:gd name="T25" fmla="*/ 210 h 293"/>
                    <a:gd name="T26" fmla="*/ 170 w 207"/>
                    <a:gd name="T27" fmla="*/ 184 h 293"/>
                    <a:gd name="T28" fmla="*/ 168 w 207"/>
                    <a:gd name="T29" fmla="*/ 160 h 293"/>
                    <a:gd name="T30" fmla="*/ 167 w 207"/>
                    <a:gd name="T31" fmla="*/ 87 h 293"/>
                    <a:gd name="T32" fmla="*/ 115 w 207"/>
                    <a:gd name="T33" fmla="*/ 41 h 293"/>
                    <a:gd name="T34" fmla="*/ 103 w 207"/>
                    <a:gd name="T35" fmla="*/ 31 h 293"/>
                    <a:gd name="T36" fmla="*/ 91 w 207"/>
                    <a:gd name="T37" fmla="*/ 55 h 293"/>
                    <a:gd name="T38" fmla="*/ 72 w 207"/>
                    <a:gd name="T39" fmla="*/ 47 h 293"/>
                    <a:gd name="T40" fmla="*/ 49 w 207"/>
                    <a:gd name="T41" fmla="*/ 54 h 293"/>
                    <a:gd name="T42" fmla="*/ 52 w 207"/>
                    <a:gd name="T43" fmla="*/ 32 h 293"/>
                    <a:gd name="T44" fmla="*/ 45 w 207"/>
                    <a:gd name="T45" fmla="*/ 28 h 293"/>
                    <a:gd name="T46" fmla="*/ 39 w 207"/>
                    <a:gd name="T47" fmla="*/ 16 h 293"/>
                    <a:gd name="T48" fmla="*/ 21 w 207"/>
                    <a:gd name="T49" fmla="*/ 12 h 293"/>
                    <a:gd name="T50" fmla="*/ 12 w 207"/>
                    <a:gd name="T51" fmla="*/ 1 h 293"/>
                    <a:gd name="T52" fmla="*/ 7 w 207"/>
                    <a:gd name="T53" fmla="*/ 17 h 293"/>
                    <a:gd name="T54" fmla="*/ 0 w 207"/>
                    <a:gd name="T55" fmla="*/ 29 h 293"/>
                    <a:gd name="T56" fmla="*/ 1 w 207"/>
                    <a:gd name="T57" fmla="*/ 30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7" h="293">
                      <a:moveTo>
                        <a:pt x="1" y="30"/>
                      </a:move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38" y="79"/>
                        <a:pt x="38" y="99"/>
                      </a:cubicBezTo>
                      <a:cubicBezTo>
                        <a:pt x="37" y="119"/>
                        <a:pt x="28" y="141"/>
                        <a:pt x="39" y="153"/>
                      </a:cubicBezTo>
                      <a:cubicBezTo>
                        <a:pt x="50" y="166"/>
                        <a:pt x="62" y="153"/>
                        <a:pt x="62" y="153"/>
                      </a:cubicBezTo>
                      <a:cubicBezTo>
                        <a:pt x="62" y="153"/>
                        <a:pt x="55" y="194"/>
                        <a:pt x="65" y="203"/>
                      </a:cubicBezTo>
                      <a:cubicBezTo>
                        <a:pt x="75" y="212"/>
                        <a:pt x="114" y="236"/>
                        <a:pt x="114" y="236"/>
                      </a:cubicBezTo>
                      <a:cubicBezTo>
                        <a:pt x="114" y="236"/>
                        <a:pt x="116" y="256"/>
                        <a:pt x="121" y="258"/>
                      </a:cubicBezTo>
                      <a:cubicBezTo>
                        <a:pt x="126" y="259"/>
                        <a:pt x="153" y="271"/>
                        <a:pt x="153" y="271"/>
                      </a:cubicBezTo>
                      <a:cubicBezTo>
                        <a:pt x="169" y="293"/>
                        <a:pt x="169" y="293"/>
                        <a:pt x="169" y="293"/>
                      </a:cubicBezTo>
                      <a:cubicBezTo>
                        <a:pt x="202" y="290"/>
                        <a:pt x="202" y="290"/>
                        <a:pt x="202" y="290"/>
                      </a:cubicBezTo>
                      <a:cubicBezTo>
                        <a:pt x="202" y="290"/>
                        <a:pt x="207" y="270"/>
                        <a:pt x="205" y="252"/>
                      </a:cubicBezTo>
                      <a:cubicBezTo>
                        <a:pt x="203" y="235"/>
                        <a:pt x="173" y="215"/>
                        <a:pt x="172" y="210"/>
                      </a:cubicBezTo>
                      <a:cubicBezTo>
                        <a:pt x="171" y="205"/>
                        <a:pt x="177" y="193"/>
                        <a:pt x="170" y="184"/>
                      </a:cubicBezTo>
                      <a:cubicBezTo>
                        <a:pt x="162" y="175"/>
                        <a:pt x="168" y="173"/>
                        <a:pt x="168" y="160"/>
                      </a:cubicBezTo>
                      <a:cubicBezTo>
                        <a:pt x="169" y="148"/>
                        <a:pt x="172" y="109"/>
                        <a:pt x="167" y="87"/>
                      </a:cubicBezTo>
                      <a:cubicBezTo>
                        <a:pt x="163" y="65"/>
                        <a:pt x="121" y="50"/>
                        <a:pt x="115" y="41"/>
                      </a:cubicBezTo>
                      <a:cubicBezTo>
                        <a:pt x="113" y="38"/>
                        <a:pt x="108" y="34"/>
                        <a:pt x="103" y="31"/>
                      </a:cubicBezTo>
                      <a:cubicBezTo>
                        <a:pt x="100" y="39"/>
                        <a:pt x="95" y="50"/>
                        <a:pt x="91" y="55"/>
                      </a:cubicBezTo>
                      <a:cubicBezTo>
                        <a:pt x="85" y="63"/>
                        <a:pt x="83" y="46"/>
                        <a:pt x="72" y="47"/>
                      </a:cubicBezTo>
                      <a:cubicBezTo>
                        <a:pt x="61" y="48"/>
                        <a:pt x="62" y="58"/>
                        <a:pt x="49" y="54"/>
                      </a:cubicBezTo>
                      <a:cubicBezTo>
                        <a:pt x="36" y="50"/>
                        <a:pt x="52" y="38"/>
                        <a:pt x="52" y="32"/>
                      </a:cubicBezTo>
                      <a:cubicBezTo>
                        <a:pt x="52" y="26"/>
                        <a:pt x="45" y="28"/>
                        <a:pt x="45" y="28"/>
                      </a:cubicBezTo>
                      <a:cubicBezTo>
                        <a:pt x="45" y="28"/>
                        <a:pt x="46" y="20"/>
                        <a:pt x="39" y="16"/>
                      </a:cubicBezTo>
                      <a:cubicBezTo>
                        <a:pt x="32" y="12"/>
                        <a:pt x="21" y="12"/>
                        <a:pt x="21" y="12"/>
                      </a:cubicBezTo>
                      <a:cubicBezTo>
                        <a:pt x="21" y="12"/>
                        <a:pt x="19" y="0"/>
                        <a:pt x="12" y="1"/>
                      </a:cubicBezTo>
                      <a:cubicBezTo>
                        <a:pt x="5" y="2"/>
                        <a:pt x="6" y="8"/>
                        <a:pt x="7" y="17"/>
                      </a:cubicBezTo>
                      <a:cubicBezTo>
                        <a:pt x="7" y="21"/>
                        <a:pt x="4" y="25"/>
                        <a:pt x="0" y="29"/>
                      </a:cubicBezTo>
                      <a:cubicBezTo>
                        <a:pt x="1" y="29"/>
                        <a:pt x="1" y="30"/>
                        <a:pt x="1" y="3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6" name="Freeform 212"/>
                <p:cNvSpPr>
                  <a:spLocks/>
                </p:cNvSpPr>
                <p:nvPr/>
              </p:nvSpPr>
              <p:spPr bwMode="gray">
                <a:xfrm>
                  <a:off x="4941" y="-11832"/>
                  <a:ext cx="596" cy="529"/>
                </a:xfrm>
                <a:custGeom>
                  <a:avLst/>
                  <a:gdLst>
                    <a:gd name="T0" fmla="*/ 214 w 252"/>
                    <a:gd name="T1" fmla="*/ 0 h 224"/>
                    <a:gd name="T2" fmla="*/ 206 w 252"/>
                    <a:gd name="T3" fmla="*/ 9 h 224"/>
                    <a:gd name="T4" fmla="*/ 184 w 252"/>
                    <a:gd name="T5" fmla="*/ 0 h 224"/>
                    <a:gd name="T6" fmla="*/ 175 w 252"/>
                    <a:gd name="T7" fmla="*/ 8 h 224"/>
                    <a:gd name="T8" fmla="*/ 164 w 252"/>
                    <a:gd name="T9" fmla="*/ 16 h 224"/>
                    <a:gd name="T10" fmla="*/ 168 w 252"/>
                    <a:gd name="T11" fmla="*/ 36 h 224"/>
                    <a:gd name="T12" fmla="*/ 151 w 252"/>
                    <a:gd name="T13" fmla="*/ 24 h 224"/>
                    <a:gd name="T14" fmla="*/ 131 w 252"/>
                    <a:gd name="T15" fmla="*/ 22 h 224"/>
                    <a:gd name="T16" fmla="*/ 128 w 252"/>
                    <a:gd name="T17" fmla="*/ 13 h 224"/>
                    <a:gd name="T18" fmla="*/ 123 w 252"/>
                    <a:gd name="T19" fmla="*/ 16 h 224"/>
                    <a:gd name="T20" fmla="*/ 101 w 252"/>
                    <a:gd name="T21" fmla="*/ 8 h 224"/>
                    <a:gd name="T22" fmla="*/ 74 w 252"/>
                    <a:gd name="T23" fmla="*/ 15 h 224"/>
                    <a:gd name="T24" fmla="*/ 46 w 252"/>
                    <a:gd name="T25" fmla="*/ 10 h 224"/>
                    <a:gd name="T26" fmla="*/ 19 w 252"/>
                    <a:gd name="T27" fmla="*/ 34 h 224"/>
                    <a:gd name="T28" fmla="*/ 0 w 252"/>
                    <a:gd name="T29" fmla="*/ 54 h 224"/>
                    <a:gd name="T30" fmla="*/ 2 w 252"/>
                    <a:gd name="T31" fmla="*/ 79 h 224"/>
                    <a:gd name="T32" fmla="*/ 9 w 252"/>
                    <a:gd name="T33" fmla="*/ 85 h 224"/>
                    <a:gd name="T34" fmla="*/ 9 w 252"/>
                    <a:gd name="T35" fmla="*/ 104 h 224"/>
                    <a:gd name="T36" fmla="*/ 20 w 252"/>
                    <a:gd name="T37" fmla="*/ 114 h 224"/>
                    <a:gd name="T38" fmla="*/ 17 w 252"/>
                    <a:gd name="T39" fmla="*/ 133 h 224"/>
                    <a:gd name="T40" fmla="*/ 26 w 252"/>
                    <a:gd name="T41" fmla="*/ 139 h 224"/>
                    <a:gd name="T42" fmla="*/ 27 w 252"/>
                    <a:gd name="T43" fmla="*/ 168 h 224"/>
                    <a:gd name="T44" fmla="*/ 46 w 252"/>
                    <a:gd name="T45" fmla="*/ 191 h 224"/>
                    <a:gd name="T46" fmla="*/ 59 w 252"/>
                    <a:gd name="T47" fmla="*/ 178 h 224"/>
                    <a:gd name="T48" fmla="*/ 68 w 252"/>
                    <a:gd name="T49" fmla="*/ 204 h 224"/>
                    <a:gd name="T50" fmla="*/ 91 w 252"/>
                    <a:gd name="T51" fmla="*/ 208 h 224"/>
                    <a:gd name="T52" fmla="*/ 97 w 252"/>
                    <a:gd name="T53" fmla="*/ 223 h 224"/>
                    <a:gd name="T54" fmla="*/ 110 w 252"/>
                    <a:gd name="T55" fmla="*/ 224 h 224"/>
                    <a:gd name="T56" fmla="*/ 139 w 252"/>
                    <a:gd name="T57" fmla="*/ 213 h 224"/>
                    <a:gd name="T58" fmla="*/ 135 w 252"/>
                    <a:gd name="T59" fmla="*/ 197 h 224"/>
                    <a:gd name="T60" fmla="*/ 153 w 252"/>
                    <a:gd name="T61" fmla="*/ 197 h 224"/>
                    <a:gd name="T62" fmla="*/ 169 w 252"/>
                    <a:gd name="T63" fmla="*/ 190 h 224"/>
                    <a:gd name="T64" fmla="*/ 193 w 252"/>
                    <a:gd name="T65" fmla="*/ 205 h 224"/>
                    <a:gd name="T66" fmla="*/ 183 w 252"/>
                    <a:gd name="T67" fmla="*/ 186 h 224"/>
                    <a:gd name="T68" fmla="*/ 175 w 252"/>
                    <a:gd name="T69" fmla="*/ 154 h 224"/>
                    <a:gd name="T70" fmla="*/ 204 w 252"/>
                    <a:gd name="T71" fmla="*/ 152 h 224"/>
                    <a:gd name="T72" fmla="*/ 201 w 252"/>
                    <a:gd name="T73" fmla="*/ 138 h 224"/>
                    <a:gd name="T74" fmla="*/ 222 w 252"/>
                    <a:gd name="T75" fmla="*/ 137 h 224"/>
                    <a:gd name="T76" fmla="*/ 228 w 252"/>
                    <a:gd name="T77" fmla="*/ 123 h 224"/>
                    <a:gd name="T78" fmla="*/ 245 w 252"/>
                    <a:gd name="T79" fmla="*/ 125 h 224"/>
                    <a:gd name="T80" fmla="*/ 248 w 252"/>
                    <a:gd name="T81" fmla="*/ 111 h 224"/>
                    <a:gd name="T82" fmla="*/ 237 w 252"/>
                    <a:gd name="T83" fmla="*/ 72 h 224"/>
                    <a:gd name="T84" fmla="*/ 252 w 252"/>
                    <a:gd name="T85" fmla="*/ 56 h 224"/>
                    <a:gd name="T86" fmla="*/ 231 w 252"/>
                    <a:gd name="T87" fmla="*/ 32 h 224"/>
                    <a:gd name="T88" fmla="*/ 231 w 252"/>
                    <a:gd name="T89" fmla="*/ 4 h 224"/>
                    <a:gd name="T90" fmla="*/ 214 w 252"/>
                    <a:gd name="T91" fmla="*/ 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2" h="224">
                      <a:moveTo>
                        <a:pt x="214" y="0"/>
                      </a:moveTo>
                      <a:cubicBezTo>
                        <a:pt x="206" y="9"/>
                        <a:pt x="206" y="9"/>
                        <a:pt x="206" y="9"/>
                      </a:cubicBezTo>
                      <a:cubicBezTo>
                        <a:pt x="184" y="0"/>
                        <a:pt x="184" y="0"/>
                        <a:pt x="184" y="0"/>
                      </a:cubicBezTo>
                      <a:cubicBezTo>
                        <a:pt x="175" y="8"/>
                        <a:pt x="175" y="8"/>
                        <a:pt x="175" y="8"/>
                      </a:cubicBezTo>
                      <a:cubicBezTo>
                        <a:pt x="164" y="16"/>
                        <a:pt x="164" y="16"/>
                        <a:pt x="164" y="16"/>
                      </a:cubicBezTo>
                      <a:cubicBezTo>
                        <a:pt x="164" y="16"/>
                        <a:pt x="176" y="28"/>
                        <a:pt x="168" y="36"/>
                      </a:cubicBezTo>
                      <a:cubicBezTo>
                        <a:pt x="160" y="44"/>
                        <a:pt x="151" y="24"/>
                        <a:pt x="151" y="24"/>
                      </a:cubicBezTo>
                      <a:cubicBezTo>
                        <a:pt x="151" y="24"/>
                        <a:pt x="135" y="23"/>
                        <a:pt x="131" y="22"/>
                      </a:cubicBezTo>
                      <a:cubicBezTo>
                        <a:pt x="128" y="21"/>
                        <a:pt x="128" y="16"/>
                        <a:pt x="128" y="13"/>
                      </a:cubicBezTo>
                      <a:cubicBezTo>
                        <a:pt x="125" y="15"/>
                        <a:pt x="123" y="16"/>
                        <a:pt x="123" y="16"/>
                      </a:cubicBezTo>
                      <a:cubicBezTo>
                        <a:pt x="123" y="16"/>
                        <a:pt x="106" y="7"/>
                        <a:pt x="101" y="8"/>
                      </a:cubicBezTo>
                      <a:cubicBezTo>
                        <a:pt x="96" y="9"/>
                        <a:pt x="74" y="15"/>
                        <a:pt x="74" y="15"/>
                      </a:cubicBezTo>
                      <a:cubicBezTo>
                        <a:pt x="74" y="15"/>
                        <a:pt x="73" y="5"/>
                        <a:pt x="46" y="10"/>
                      </a:cubicBezTo>
                      <a:cubicBezTo>
                        <a:pt x="19" y="15"/>
                        <a:pt x="19" y="34"/>
                        <a:pt x="19" y="34"/>
                      </a:cubicBezTo>
                      <a:cubicBezTo>
                        <a:pt x="0" y="54"/>
                        <a:pt x="0" y="54"/>
                        <a:pt x="0" y="54"/>
                      </a:cubicBezTo>
                      <a:cubicBezTo>
                        <a:pt x="2" y="79"/>
                        <a:pt x="2" y="79"/>
                        <a:pt x="2" y="79"/>
                      </a:cubicBezTo>
                      <a:cubicBezTo>
                        <a:pt x="9" y="85"/>
                        <a:pt x="9" y="85"/>
                        <a:pt x="9" y="85"/>
                      </a:cubicBezTo>
                      <a:cubicBezTo>
                        <a:pt x="9" y="104"/>
                        <a:pt x="9" y="104"/>
                        <a:pt x="9" y="104"/>
                      </a:cubicBez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17" y="133"/>
                        <a:pt x="17" y="133"/>
                        <a:pt x="17" y="133"/>
                      </a:cubicBezTo>
                      <a:cubicBezTo>
                        <a:pt x="20" y="134"/>
                        <a:pt x="23" y="136"/>
                        <a:pt x="26" y="139"/>
                      </a:cubicBezTo>
                      <a:cubicBezTo>
                        <a:pt x="41" y="156"/>
                        <a:pt x="27" y="168"/>
                        <a:pt x="27" y="168"/>
                      </a:cubicBezTo>
                      <a:cubicBezTo>
                        <a:pt x="27" y="168"/>
                        <a:pt x="36" y="190"/>
                        <a:pt x="46" y="191"/>
                      </a:cubicBezTo>
                      <a:cubicBezTo>
                        <a:pt x="56" y="191"/>
                        <a:pt x="59" y="178"/>
                        <a:pt x="59" y="178"/>
                      </a:cubicBezTo>
                      <a:cubicBezTo>
                        <a:pt x="59" y="178"/>
                        <a:pt x="58" y="202"/>
                        <a:pt x="68" y="204"/>
                      </a:cubicBezTo>
                      <a:cubicBezTo>
                        <a:pt x="79" y="206"/>
                        <a:pt x="89" y="198"/>
                        <a:pt x="91" y="208"/>
                      </a:cubicBezTo>
                      <a:cubicBezTo>
                        <a:pt x="92" y="212"/>
                        <a:pt x="95" y="218"/>
                        <a:pt x="97" y="223"/>
                      </a:cubicBezTo>
                      <a:cubicBezTo>
                        <a:pt x="110" y="224"/>
                        <a:pt x="110" y="224"/>
                        <a:pt x="110" y="224"/>
                      </a:cubicBezTo>
                      <a:cubicBezTo>
                        <a:pt x="112" y="219"/>
                        <a:pt x="124" y="214"/>
                        <a:pt x="139" y="213"/>
                      </a:cubicBezTo>
                      <a:cubicBezTo>
                        <a:pt x="159" y="211"/>
                        <a:pt x="135" y="197"/>
                        <a:pt x="135" y="197"/>
                      </a:cubicBezTo>
                      <a:cubicBezTo>
                        <a:pt x="135" y="197"/>
                        <a:pt x="149" y="197"/>
                        <a:pt x="153" y="197"/>
                      </a:cubicBezTo>
                      <a:cubicBezTo>
                        <a:pt x="157" y="197"/>
                        <a:pt x="159" y="190"/>
                        <a:pt x="169" y="190"/>
                      </a:cubicBezTo>
                      <a:cubicBezTo>
                        <a:pt x="179" y="190"/>
                        <a:pt x="186" y="206"/>
                        <a:pt x="193" y="205"/>
                      </a:cubicBezTo>
                      <a:cubicBezTo>
                        <a:pt x="200" y="204"/>
                        <a:pt x="193" y="194"/>
                        <a:pt x="183" y="186"/>
                      </a:cubicBezTo>
                      <a:cubicBezTo>
                        <a:pt x="173" y="178"/>
                        <a:pt x="173" y="160"/>
                        <a:pt x="175" y="154"/>
                      </a:cubicBezTo>
                      <a:cubicBezTo>
                        <a:pt x="177" y="148"/>
                        <a:pt x="204" y="152"/>
                        <a:pt x="204" y="152"/>
                      </a:cubicBezTo>
                      <a:cubicBezTo>
                        <a:pt x="201" y="138"/>
                        <a:pt x="201" y="138"/>
                        <a:pt x="201" y="138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23" y="126"/>
                        <a:pt x="228" y="123"/>
                      </a:cubicBezTo>
                      <a:cubicBezTo>
                        <a:pt x="233" y="120"/>
                        <a:pt x="245" y="125"/>
                        <a:pt x="245" y="125"/>
                      </a:cubicBezTo>
                      <a:cubicBezTo>
                        <a:pt x="248" y="111"/>
                        <a:pt x="248" y="111"/>
                        <a:pt x="248" y="111"/>
                      </a:cubicBezTo>
                      <a:cubicBezTo>
                        <a:pt x="248" y="111"/>
                        <a:pt x="238" y="75"/>
                        <a:pt x="237" y="72"/>
                      </a:cubicBezTo>
                      <a:cubicBezTo>
                        <a:pt x="236" y="69"/>
                        <a:pt x="252" y="69"/>
                        <a:pt x="252" y="56"/>
                      </a:cubicBezTo>
                      <a:cubicBezTo>
                        <a:pt x="252" y="43"/>
                        <a:pt x="231" y="32"/>
                        <a:pt x="231" y="32"/>
                      </a:cubicBezTo>
                      <a:cubicBezTo>
                        <a:pt x="231" y="4"/>
                        <a:pt x="231" y="4"/>
                        <a:pt x="231" y="4"/>
                      </a:cubicBezTo>
                      <a:lnTo>
                        <a:pt x="214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7" name="Freeform 213"/>
                <p:cNvSpPr>
                  <a:spLocks noEditPoints="1"/>
                </p:cNvSpPr>
                <p:nvPr/>
              </p:nvSpPr>
              <p:spPr bwMode="gray">
                <a:xfrm>
                  <a:off x="6826" y="-14872"/>
                  <a:ext cx="452" cy="671"/>
                </a:xfrm>
                <a:custGeom>
                  <a:avLst/>
                  <a:gdLst>
                    <a:gd name="T0" fmla="*/ 100 w 191"/>
                    <a:gd name="T1" fmla="*/ 267 h 284"/>
                    <a:gd name="T2" fmla="*/ 101 w 191"/>
                    <a:gd name="T3" fmla="*/ 284 h 284"/>
                    <a:gd name="T4" fmla="*/ 100 w 191"/>
                    <a:gd name="T5" fmla="*/ 267 h 284"/>
                    <a:gd name="T6" fmla="*/ 185 w 191"/>
                    <a:gd name="T7" fmla="*/ 165 h 284"/>
                    <a:gd name="T8" fmla="*/ 166 w 191"/>
                    <a:gd name="T9" fmla="*/ 132 h 284"/>
                    <a:gd name="T10" fmla="*/ 162 w 191"/>
                    <a:gd name="T11" fmla="*/ 101 h 284"/>
                    <a:gd name="T12" fmla="*/ 111 w 191"/>
                    <a:gd name="T13" fmla="*/ 50 h 284"/>
                    <a:gd name="T14" fmla="*/ 98 w 191"/>
                    <a:gd name="T15" fmla="*/ 45 h 284"/>
                    <a:gd name="T16" fmla="*/ 82 w 191"/>
                    <a:gd name="T17" fmla="*/ 21 h 284"/>
                    <a:gd name="T18" fmla="*/ 64 w 191"/>
                    <a:gd name="T19" fmla="*/ 0 h 284"/>
                    <a:gd name="T20" fmla="*/ 54 w 191"/>
                    <a:gd name="T21" fmla="*/ 10 h 284"/>
                    <a:gd name="T22" fmla="*/ 16 w 191"/>
                    <a:gd name="T23" fmla="*/ 16 h 284"/>
                    <a:gd name="T24" fmla="*/ 13 w 191"/>
                    <a:gd name="T25" fmla="*/ 29 h 284"/>
                    <a:gd name="T26" fmla="*/ 0 w 191"/>
                    <a:gd name="T27" fmla="*/ 39 h 284"/>
                    <a:gd name="T28" fmla="*/ 8 w 191"/>
                    <a:gd name="T29" fmla="*/ 56 h 284"/>
                    <a:gd name="T30" fmla="*/ 30 w 191"/>
                    <a:gd name="T31" fmla="*/ 64 h 284"/>
                    <a:gd name="T32" fmla="*/ 41 w 191"/>
                    <a:gd name="T33" fmla="*/ 89 h 284"/>
                    <a:gd name="T34" fmla="*/ 6 w 191"/>
                    <a:gd name="T35" fmla="*/ 82 h 284"/>
                    <a:gd name="T36" fmla="*/ 27 w 191"/>
                    <a:gd name="T37" fmla="*/ 102 h 284"/>
                    <a:gd name="T38" fmla="*/ 37 w 191"/>
                    <a:gd name="T39" fmla="*/ 130 h 284"/>
                    <a:gd name="T40" fmla="*/ 60 w 191"/>
                    <a:gd name="T41" fmla="*/ 134 h 284"/>
                    <a:gd name="T42" fmla="*/ 60 w 191"/>
                    <a:gd name="T43" fmla="*/ 153 h 284"/>
                    <a:gd name="T44" fmla="*/ 54 w 191"/>
                    <a:gd name="T45" fmla="*/ 180 h 284"/>
                    <a:gd name="T46" fmla="*/ 74 w 191"/>
                    <a:gd name="T47" fmla="*/ 199 h 284"/>
                    <a:gd name="T48" fmla="*/ 80 w 191"/>
                    <a:gd name="T49" fmla="*/ 222 h 284"/>
                    <a:gd name="T50" fmla="*/ 100 w 191"/>
                    <a:gd name="T51" fmla="*/ 203 h 284"/>
                    <a:gd name="T52" fmla="*/ 133 w 191"/>
                    <a:gd name="T53" fmla="*/ 188 h 284"/>
                    <a:gd name="T54" fmla="*/ 150 w 191"/>
                    <a:gd name="T55" fmla="*/ 193 h 284"/>
                    <a:gd name="T56" fmla="*/ 155 w 191"/>
                    <a:gd name="T57" fmla="*/ 181 h 284"/>
                    <a:gd name="T58" fmla="*/ 185 w 191"/>
                    <a:gd name="T59" fmla="*/ 165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91" h="284">
                      <a:moveTo>
                        <a:pt x="100" y="267"/>
                      </a:moveTo>
                      <a:cubicBezTo>
                        <a:pt x="76" y="275"/>
                        <a:pt x="86" y="284"/>
                        <a:pt x="101" y="284"/>
                      </a:cubicBezTo>
                      <a:cubicBezTo>
                        <a:pt x="120" y="284"/>
                        <a:pt x="124" y="259"/>
                        <a:pt x="100" y="267"/>
                      </a:cubicBezTo>
                      <a:close/>
                      <a:moveTo>
                        <a:pt x="185" y="165"/>
                      </a:moveTo>
                      <a:cubicBezTo>
                        <a:pt x="179" y="146"/>
                        <a:pt x="166" y="132"/>
                        <a:pt x="166" y="132"/>
                      </a:cubicBezTo>
                      <a:cubicBezTo>
                        <a:pt x="166" y="132"/>
                        <a:pt x="171" y="115"/>
                        <a:pt x="162" y="101"/>
                      </a:cubicBezTo>
                      <a:cubicBezTo>
                        <a:pt x="153" y="87"/>
                        <a:pt x="111" y="50"/>
                        <a:pt x="111" y="50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4" y="34"/>
                        <a:pt x="82" y="21"/>
                      </a:cubicBezTo>
                      <a:cubicBezTo>
                        <a:pt x="76" y="14"/>
                        <a:pt x="69" y="6"/>
                        <a:pt x="64" y="0"/>
                      </a:cubicBezTo>
                      <a:cubicBezTo>
                        <a:pt x="54" y="10"/>
                        <a:pt x="54" y="10"/>
                        <a:pt x="54" y="10"/>
                      </a:cubicBezTo>
                      <a:cubicBezTo>
                        <a:pt x="54" y="10"/>
                        <a:pt x="30" y="9"/>
                        <a:pt x="16" y="16"/>
                      </a:cubicBezTo>
                      <a:cubicBezTo>
                        <a:pt x="2" y="24"/>
                        <a:pt x="14" y="26"/>
                        <a:pt x="13" y="29"/>
                      </a:cubicBezTo>
                      <a:cubicBezTo>
                        <a:pt x="12" y="32"/>
                        <a:pt x="0" y="39"/>
                        <a:pt x="0" y="39"/>
                      </a:cubicBezTo>
                      <a:cubicBezTo>
                        <a:pt x="0" y="39"/>
                        <a:pt x="1" y="50"/>
                        <a:pt x="8" y="56"/>
                      </a:cubicBezTo>
                      <a:cubicBezTo>
                        <a:pt x="15" y="62"/>
                        <a:pt x="30" y="64"/>
                        <a:pt x="30" y="64"/>
                      </a:cubicBezTo>
                      <a:cubicBezTo>
                        <a:pt x="41" y="89"/>
                        <a:pt x="41" y="89"/>
                        <a:pt x="41" y="89"/>
                      </a:cubicBezTo>
                      <a:cubicBezTo>
                        <a:pt x="41" y="89"/>
                        <a:pt x="7" y="75"/>
                        <a:pt x="6" y="82"/>
                      </a:cubicBezTo>
                      <a:cubicBezTo>
                        <a:pt x="5" y="89"/>
                        <a:pt x="27" y="102"/>
                        <a:pt x="27" y="102"/>
                      </a:cubicBezTo>
                      <a:cubicBezTo>
                        <a:pt x="37" y="130"/>
                        <a:pt x="37" y="130"/>
                        <a:pt x="37" y="130"/>
                      </a:cubicBezTo>
                      <a:cubicBezTo>
                        <a:pt x="60" y="134"/>
                        <a:pt x="60" y="134"/>
                        <a:pt x="60" y="134"/>
                      </a:cubicBezTo>
                      <a:cubicBezTo>
                        <a:pt x="60" y="153"/>
                        <a:pt x="60" y="153"/>
                        <a:pt x="60" y="153"/>
                      </a:cubicBezTo>
                      <a:cubicBezTo>
                        <a:pt x="60" y="153"/>
                        <a:pt x="49" y="161"/>
                        <a:pt x="54" y="180"/>
                      </a:cubicBezTo>
                      <a:cubicBezTo>
                        <a:pt x="59" y="199"/>
                        <a:pt x="74" y="199"/>
                        <a:pt x="74" y="199"/>
                      </a:cubicBezTo>
                      <a:cubicBezTo>
                        <a:pt x="74" y="199"/>
                        <a:pt x="61" y="225"/>
                        <a:pt x="80" y="222"/>
                      </a:cubicBezTo>
                      <a:cubicBezTo>
                        <a:pt x="99" y="219"/>
                        <a:pt x="100" y="203"/>
                        <a:pt x="100" y="203"/>
                      </a:cubicBezTo>
                      <a:cubicBezTo>
                        <a:pt x="133" y="188"/>
                        <a:pt x="133" y="188"/>
                        <a:pt x="133" y="188"/>
                      </a:cubicBezTo>
                      <a:cubicBezTo>
                        <a:pt x="150" y="193"/>
                        <a:pt x="150" y="193"/>
                        <a:pt x="150" y="193"/>
                      </a:cubicBezTo>
                      <a:cubicBezTo>
                        <a:pt x="155" y="181"/>
                        <a:pt x="155" y="181"/>
                        <a:pt x="155" y="181"/>
                      </a:cubicBezTo>
                      <a:cubicBezTo>
                        <a:pt x="155" y="181"/>
                        <a:pt x="191" y="184"/>
                        <a:pt x="185" y="16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8" name="Freeform 214"/>
                <p:cNvSpPr>
                  <a:spLocks/>
                </p:cNvSpPr>
                <p:nvPr/>
              </p:nvSpPr>
              <p:spPr bwMode="gray">
                <a:xfrm>
                  <a:off x="4566" y="-12838"/>
                  <a:ext cx="954" cy="1110"/>
                </a:xfrm>
                <a:custGeom>
                  <a:avLst/>
                  <a:gdLst>
                    <a:gd name="T0" fmla="*/ 28 w 404"/>
                    <a:gd name="T1" fmla="*/ 124 h 470"/>
                    <a:gd name="T2" fmla="*/ 47 w 404"/>
                    <a:gd name="T3" fmla="*/ 163 h 470"/>
                    <a:gd name="T4" fmla="*/ 68 w 404"/>
                    <a:gd name="T5" fmla="*/ 160 h 470"/>
                    <a:gd name="T6" fmla="*/ 74 w 404"/>
                    <a:gd name="T7" fmla="*/ 196 h 470"/>
                    <a:gd name="T8" fmla="*/ 73 w 404"/>
                    <a:gd name="T9" fmla="*/ 224 h 470"/>
                    <a:gd name="T10" fmla="*/ 88 w 404"/>
                    <a:gd name="T11" fmla="*/ 254 h 470"/>
                    <a:gd name="T12" fmla="*/ 143 w 404"/>
                    <a:gd name="T13" fmla="*/ 245 h 470"/>
                    <a:gd name="T14" fmla="*/ 187 w 404"/>
                    <a:gd name="T15" fmla="*/ 228 h 470"/>
                    <a:gd name="T16" fmla="*/ 215 w 404"/>
                    <a:gd name="T17" fmla="*/ 247 h 470"/>
                    <a:gd name="T18" fmla="*/ 248 w 404"/>
                    <a:gd name="T19" fmla="*/ 298 h 470"/>
                    <a:gd name="T20" fmla="*/ 283 w 404"/>
                    <a:gd name="T21" fmla="*/ 347 h 470"/>
                    <a:gd name="T22" fmla="*/ 294 w 404"/>
                    <a:gd name="T23" fmla="*/ 367 h 470"/>
                    <a:gd name="T24" fmla="*/ 302 w 404"/>
                    <a:gd name="T25" fmla="*/ 425 h 470"/>
                    <a:gd name="T26" fmla="*/ 290 w 404"/>
                    <a:gd name="T27" fmla="*/ 448 h 470"/>
                    <a:gd name="T28" fmla="*/ 327 w 404"/>
                    <a:gd name="T29" fmla="*/ 462 h 470"/>
                    <a:gd name="T30" fmla="*/ 334 w 404"/>
                    <a:gd name="T31" fmla="*/ 434 h 470"/>
                    <a:gd name="T32" fmla="*/ 365 w 404"/>
                    <a:gd name="T33" fmla="*/ 435 h 470"/>
                    <a:gd name="T34" fmla="*/ 390 w 404"/>
                    <a:gd name="T35" fmla="*/ 430 h 470"/>
                    <a:gd name="T36" fmla="*/ 391 w 404"/>
                    <a:gd name="T37" fmla="*/ 410 h 470"/>
                    <a:gd name="T38" fmla="*/ 369 w 404"/>
                    <a:gd name="T39" fmla="*/ 369 h 470"/>
                    <a:gd name="T40" fmla="*/ 361 w 404"/>
                    <a:gd name="T41" fmla="*/ 331 h 470"/>
                    <a:gd name="T42" fmla="*/ 334 w 404"/>
                    <a:gd name="T43" fmla="*/ 299 h 470"/>
                    <a:gd name="T44" fmla="*/ 319 w 404"/>
                    <a:gd name="T45" fmla="*/ 289 h 470"/>
                    <a:gd name="T46" fmla="*/ 285 w 404"/>
                    <a:gd name="T47" fmla="*/ 236 h 470"/>
                    <a:gd name="T48" fmla="*/ 256 w 404"/>
                    <a:gd name="T49" fmla="*/ 203 h 470"/>
                    <a:gd name="T50" fmla="*/ 193 w 404"/>
                    <a:gd name="T51" fmla="*/ 168 h 470"/>
                    <a:gd name="T52" fmla="*/ 218 w 404"/>
                    <a:gd name="T53" fmla="*/ 156 h 470"/>
                    <a:gd name="T54" fmla="*/ 212 w 404"/>
                    <a:gd name="T55" fmla="*/ 112 h 470"/>
                    <a:gd name="T56" fmla="*/ 184 w 404"/>
                    <a:gd name="T57" fmla="*/ 79 h 470"/>
                    <a:gd name="T58" fmla="*/ 160 w 404"/>
                    <a:gd name="T59" fmla="*/ 90 h 470"/>
                    <a:gd name="T60" fmla="*/ 128 w 404"/>
                    <a:gd name="T61" fmla="*/ 63 h 470"/>
                    <a:gd name="T62" fmla="*/ 118 w 404"/>
                    <a:gd name="T63" fmla="*/ 40 h 470"/>
                    <a:gd name="T64" fmla="*/ 91 w 404"/>
                    <a:gd name="T65" fmla="*/ 2 h 470"/>
                    <a:gd name="T66" fmla="*/ 60 w 404"/>
                    <a:gd name="T67" fmla="*/ 22 h 470"/>
                    <a:gd name="T68" fmla="*/ 79 w 404"/>
                    <a:gd name="T69" fmla="*/ 72 h 470"/>
                    <a:gd name="T70" fmla="*/ 48 w 404"/>
                    <a:gd name="T71" fmla="*/ 57 h 470"/>
                    <a:gd name="T72" fmla="*/ 26 w 404"/>
                    <a:gd name="T73" fmla="*/ 74 h 470"/>
                    <a:gd name="T74" fmla="*/ 26 w 404"/>
                    <a:gd name="T75" fmla="*/ 89 h 470"/>
                    <a:gd name="T76" fmla="*/ 2 w 404"/>
                    <a:gd name="T77" fmla="*/ 110 h 4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04" h="470">
                      <a:moveTo>
                        <a:pt x="17" y="121"/>
                      </a:moveTo>
                      <a:cubicBezTo>
                        <a:pt x="17" y="121"/>
                        <a:pt x="27" y="116"/>
                        <a:pt x="28" y="124"/>
                      </a:cubicBezTo>
                      <a:cubicBezTo>
                        <a:pt x="29" y="132"/>
                        <a:pt x="22" y="153"/>
                        <a:pt x="28" y="158"/>
                      </a:cubicBezTo>
                      <a:cubicBezTo>
                        <a:pt x="34" y="163"/>
                        <a:pt x="47" y="163"/>
                        <a:pt x="47" y="163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68" y="146"/>
                        <a:pt x="68" y="160"/>
                      </a:cubicBezTo>
                      <a:cubicBezTo>
                        <a:pt x="68" y="174"/>
                        <a:pt x="66" y="180"/>
                        <a:pt x="66" y="180"/>
                      </a:cubicBezTo>
                      <a:cubicBezTo>
                        <a:pt x="66" y="180"/>
                        <a:pt x="74" y="187"/>
                        <a:pt x="74" y="196"/>
                      </a:cubicBezTo>
                      <a:cubicBezTo>
                        <a:pt x="74" y="205"/>
                        <a:pt x="60" y="216"/>
                        <a:pt x="60" y="216"/>
                      </a:cubicBezTo>
                      <a:cubicBezTo>
                        <a:pt x="60" y="216"/>
                        <a:pt x="73" y="215"/>
                        <a:pt x="73" y="224"/>
                      </a:cubicBezTo>
                      <a:cubicBezTo>
                        <a:pt x="73" y="233"/>
                        <a:pt x="49" y="264"/>
                        <a:pt x="59" y="267"/>
                      </a:cubicBezTo>
                      <a:cubicBezTo>
                        <a:pt x="69" y="270"/>
                        <a:pt x="88" y="254"/>
                        <a:pt x="88" y="254"/>
                      </a:cubicBezTo>
                      <a:cubicBezTo>
                        <a:pt x="88" y="254"/>
                        <a:pt x="101" y="229"/>
                        <a:pt x="108" y="231"/>
                      </a:cubicBezTo>
                      <a:cubicBezTo>
                        <a:pt x="115" y="233"/>
                        <a:pt x="129" y="244"/>
                        <a:pt x="143" y="245"/>
                      </a:cubicBezTo>
                      <a:cubicBezTo>
                        <a:pt x="157" y="246"/>
                        <a:pt x="154" y="221"/>
                        <a:pt x="164" y="220"/>
                      </a:cubicBezTo>
                      <a:cubicBezTo>
                        <a:pt x="174" y="219"/>
                        <a:pt x="187" y="228"/>
                        <a:pt x="187" y="228"/>
                      </a:cubicBezTo>
                      <a:cubicBezTo>
                        <a:pt x="187" y="228"/>
                        <a:pt x="194" y="226"/>
                        <a:pt x="202" y="228"/>
                      </a:cubicBezTo>
                      <a:cubicBezTo>
                        <a:pt x="210" y="230"/>
                        <a:pt x="197" y="236"/>
                        <a:pt x="215" y="247"/>
                      </a:cubicBezTo>
                      <a:cubicBezTo>
                        <a:pt x="233" y="258"/>
                        <a:pt x="247" y="270"/>
                        <a:pt x="247" y="270"/>
                      </a:cubicBezTo>
                      <a:cubicBezTo>
                        <a:pt x="248" y="298"/>
                        <a:pt x="248" y="298"/>
                        <a:pt x="248" y="298"/>
                      </a:cubicBezTo>
                      <a:cubicBezTo>
                        <a:pt x="248" y="298"/>
                        <a:pt x="255" y="318"/>
                        <a:pt x="260" y="327"/>
                      </a:cubicBezTo>
                      <a:cubicBezTo>
                        <a:pt x="265" y="336"/>
                        <a:pt x="283" y="343"/>
                        <a:pt x="283" y="347"/>
                      </a:cubicBezTo>
                      <a:cubicBezTo>
                        <a:pt x="283" y="351"/>
                        <a:pt x="285" y="364"/>
                        <a:pt x="285" y="364"/>
                      </a:cubicBezTo>
                      <a:cubicBezTo>
                        <a:pt x="285" y="364"/>
                        <a:pt x="288" y="357"/>
                        <a:pt x="294" y="367"/>
                      </a:cubicBezTo>
                      <a:cubicBezTo>
                        <a:pt x="300" y="377"/>
                        <a:pt x="285" y="390"/>
                        <a:pt x="287" y="394"/>
                      </a:cubicBezTo>
                      <a:cubicBezTo>
                        <a:pt x="289" y="398"/>
                        <a:pt x="312" y="413"/>
                        <a:pt x="302" y="425"/>
                      </a:cubicBezTo>
                      <a:cubicBezTo>
                        <a:pt x="296" y="432"/>
                        <a:pt x="291" y="436"/>
                        <a:pt x="287" y="439"/>
                      </a:cubicBezTo>
                      <a:cubicBezTo>
                        <a:pt x="287" y="442"/>
                        <a:pt x="287" y="447"/>
                        <a:pt x="290" y="448"/>
                      </a:cubicBezTo>
                      <a:cubicBezTo>
                        <a:pt x="294" y="449"/>
                        <a:pt x="310" y="450"/>
                        <a:pt x="310" y="450"/>
                      </a:cubicBezTo>
                      <a:cubicBezTo>
                        <a:pt x="310" y="450"/>
                        <a:pt x="319" y="470"/>
                        <a:pt x="327" y="462"/>
                      </a:cubicBezTo>
                      <a:cubicBezTo>
                        <a:pt x="335" y="454"/>
                        <a:pt x="323" y="442"/>
                        <a:pt x="323" y="442"/>
                      </a:cubicBezTo>
                      <a:cubicBezTo>
                        <a:pt x="334" y="434"/>
                        <a:pt x="334" y="434"/>
                        <a:pt x="334" y="434"/>
                      </a:cubicBezTo>
                      <a:cubicBezTo>
                        <a:pt x="343" y="426"/>
                        <a:pt x="343" y="426"/>
                        <a:pt x="343" y="426"/>
                      </a:cubicBezTo>
                      <a:cubicBezTo>
                        <a:pt x="365" y="435"/>
                        <a:pt x="365" y="435"/>
                        <a:pt x="365" y="435"/>
                      </a:cubicBezTo>
                      <a:cubicBezTo>
                        <a:pt x="373" y="426"/>
                        <a:pt x="373" y="426"/>
                        <a:pt x="373" y="426"/>
                      </a:cubicBezTo>
                      <a:cubicBezTo>
                        <a:pt x="390" y="430"/>
                        <a:pt x="390" y="430"/>
                        <a:pt x="390" y="430"/>
                      </a:cubicBezTo>
                      <a:cubicBezTo>
                        <a:pt x="390" y="430"/>
                        <a:pt x="396" y="431"/>
                        <a:pt x="400" y="423"/>
                      </a:cubicBezTo>
                      <a:cubicBezTo>
                        <a:pt x="404" y="415"/>
                        <a:pt x="391" y="410"/>
                        <a:pt x="391" y="410"/>
                      </a:cubicBezTo>
                      <a:cubicBezTo>
                        <a:pt x="402" y="389"/>
                        <a:pt x="402" y="389"/>
                        <a:pt x="402" y="389"/>
                      </a:cubicBezTo>
                      <a:cubicBezTo>
                        <a:pt x="402" y="389"/>
                        <a:pt x="383" y="380"/>
                        <a:pt x="369" y="369"/>
                      </a:cubicBezTo>
                      <a:cubicBezTo>
                        <a:pt x="355" y="358"/>
                        <a:pt x="369" y="355"/>
                        <a:pt x="377" y="350"/>
                      </a:cubicBezTo>
                      <a:cubicBezTo>
                        <a:pt x="385" y="345"/>
                        <a:pt x="361" y="331"/>
                        <a:pt x="361" y="331"/>
                      </a:cubicBezTo>
                      <a:cubicBezTo>
                        <a:pt x="361" y="331"/>
                        <a:pt x="351" y="330"/>
                        <a:pt x="344" y="323"/>
                      </a:cubicBezTo>
                      <a:cubicBezTo>
                        <a:pt x="337" y="316"/>
                        <a:pt x="334" y="299"/>
                        <a:pt x="334" y="299"/>
                      </a:cubicBezTo>
                      <a:cubicBezTo>
                        <a:pt x="320" y="300"/>
                        <a:pt x="320" y="300"/>
                        <a:pt x="320" y="300"/>
                      </a:cubicBezTo>
                      <a:cubicBezTo>
                        <a:pt x="319" y="289"/>
                        <a:pt x="319" y="289"/>
                        <a:pt x="319" y="289"/>
                      </a:cubicBezTo>
                      <a:cubicBezTo>
                        <a:pt x="319" y="289"/>
                        <a:pt x="308" y="278"/>
                        <a:pt x="295" y="267"/>
                      </a:cubicBezTo>
                      <a:cubicBezTo>
                        <a:pt x="282" y="256"/>
                        <a:pt x="285" y="236"/>
                        <a:pt x="285" y="236"/>
                      </a:cubicBezTo>
                      <a:cubicBezTo>
                        <a:pt x="285" y="236"/>
                        <a:pt x="263" y="228"/>
                        <a:pt x="259" y="224"/>
                      </a:cubicBezTo>
                      <a:cubicBezTo>
                        <a:pt x="255" y="220"/>
                        <a:pt x="256" y="203"/>
                        <a:pt x="256" y="203"/>
                      </a:cubicBezTo>
                      <a:cubicBezTo>
                        <a:pt x="256" y="203"/>
                        <a:pt x="238" y="198"/>
                        <a:pt x="232" y="193"/>
                      </a:cubicBezTo>
                      <a:cubicBezTo>
                        <a:pt x="226" y="188"/>
                        <a:pt x="193" y="168"/>
                        <a:pt x="193" y="168"/>
                      </a:cubicBezTo>
                      <a:cubicBezTo>
                        <a:pt x="193" y="168"/>
                        <a:pt x="193" y="156"/>
                        <a:pt x="191" y="152"/>
                      </a:cubicBezTo>
                      <a:cubicBezTo>
                        <a:pt x="189" y="148"/>
                        <a:pt x="218" y="156"/>
                        <a:pt x="218" y="156"/>
                      </a:cubicBezTo>
                      <a:cubicBezTo>
                        <a:pt x="218" y="156"/>
                        <a:pt x="237" y="142"/>
                        <a:pt x="243" y="132"/>
                      </a:cubicBezTo>
                      <a:cubicBezTo>
                        <a:pt x="249" y="122"/>
                        <a:pt x="230" y="120"/>
                        <a:pt x="212" y="112"/>
                      </a:cubicBezTo>
                      <a:cubicBezTo>
                        <a:pt x="194" y="104"/>
                        <a:pt x="214" y="98"/>
                        <a:pt x="214" y="98"/>
                      </a:cubicBezTo>
                      <a:cubicBezTo>
                        <a:pt x="214" y="98"/>
                        <a:pt x="192" y="80"/>
                        <a:pt x="184" y="79"/>
                      </a:cubicBezTo>
                      <a:cubicBezTo>
                        <a:pt x="176" y="78"/>
                        <a:pt x="179" y="90"/>
                        <a:pt x="172" y="98"/>
                      </a:cubicBezTo>
                      <a:cubicBezTo>
                        <a:pt x="165" y="106"/>
                        <a:pt x="160" y="90"/>
                        <a:pt x="160" y="90"/>
                      </a:cubicBezTo>
                      <a:cubicBezTo>
                        <a:pt x="151" y="90"/>
                        <a:pt x="151" y="90"/>
                        <a:pt x="151" y="90"/>
                      </a:cubicBezTo>
                      <a:cubicBezTo>
                        <a:pt x="151" y="90"/>
                        <a:pt x="138" y="76"/>
                        <a:pt x="128" y="63"/>
                      </a:cubicBezTo>
                      <a:cubicBezTo>
                        <a:pt x="118" y="50"/>
                        <a:pt x="131" y="41"/>
                        <a:pt x="127" y="37"/>
                      </a:cubicBezTo>
                      <a:cubicBezTo>
                        <a:pt x="123" y="33"/>
                        <a:pt x="118" y="40"/>
                        <a:pt x="118" y="40"/>
                      </a:cubicBezTo>
                      <a:cubicBezTo>
                        <a:pt x="118" y="40"/>
                        <a:pt x="102" y="22"/>
                        <a:pt x="96" y="15"/>
                      </a:cubicBezTo>
                      <a:cubicBezTo>
                        <a:pt x="93" y="12"/>
                        <a:pt x="92" y="7"/>
                        <a:pt x="91" y="2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0"/>
                        <a:pt x="59" y="9"/>
                        <a:pt x="60" y="22"/>
                      </a:cubicBezTo>
                      <a:cubicBezTo>
                        <a:pt x="61" y="35"/>
                        <a:pt x="79" y="47"/>
                        <a:pt x="79" y="47"/>
                      </a:cubicBezTo>
                      <a:cubicBezTo>
                        <a:pt x="79" y="72"/>
                        <a:pt x="79" y="72"/>
                        <a:pt x="79" y="72"/>
                      </a:cubicBezTo>
                      <a:cubicBezTo>
                        <a:pt x="50" y="70"/>
                        <a:pt x="50" y="70"/>
                        <a:pt x="50" y="70"/>
                      </a:cubicBezTo>
                      <a:cubicBezTo>
                        <a:pt x="48" y="57"/>
                        <a:pt x="48" y="57"/>
                        <a:pt x="48" y="57"/>
                      </a:cubicBez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1" y="82"/>
                        <a:pt x="21" y="82"/>
                        <a:pt x="21" y="82"/>
                      </a:cubicBezTo>
                      <a:cubicBezTo>
                        <a:pt x="26" y="89"/>
                        <a:pt x="26" y="89"/>
                        <a:pt x="26" y="89"/>
                      </a:cubicBezTo>
                      <a:cubicBezTo>
                        <a:pt x="26" y="89"/>
                        <a:pt x="18" y="92"/>
                        <a:pt x="9" y="95"/>
                      </a:cubicBezTo>
                      <a:cubicBezTo>
                        <a:pt x="0" y="98"/>
                        <a:pt x="2" y="110"/>
                        <a:pt x="2" y="110"/>
                      </a:cubicBezTo>
                      <a:cubicBezTo>
                        <a:pt x="6" y="111"/>
                        <a:pt x="17" y="121"/>
                        <a:pt x="17" y="12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9" name="Freeform 215"/>
                <p:cNvSpPr>
                  <a:spLocks/>
                </p:cNvSpPr>
                <p:nvPr/>
              </p:nvSpPr>
              <p:spPr bwMode="gray">
                <a:xfrm>
                  <a:off x="4311" y="-12581"/>
                  <a:ext cx="992" cy="1890"/>
                </a:xfrm>
                <a:custGeom>
                  <a:avLst/>
                  <a:gdLst>
                    <a:gd name="T0" fmla="*/ 402 w 420"/>
                    <a:gd name="T1" fmla="*/ 258 h 800"/>
                    <a:gd name="T2" fmla="*/ 391 w 420"/>
                    <a:gd name="T3" fmla="*/ 238 h 800"/>
                    <a:gd name="T4" fmla="*/ 356 w 420"/>
                    <a:gd name="T5" fmla="*/ 189 h 800"/>
                    <a:gd name="T6" fmla="*/ 323 w 420"/>
                    <a:gd name="T7" fmla="*/ 138 h 800"/>
                    <a:gd name="T8" fmla="*/ 295 w 420"/>
                    <a:gd name="T9" fmla="*/ 119 h 800"/>
                    <a:gd name="T10" fmla="*/ 251 w 420"/>
                    <a:gd name="T11" fmla="*/ 136 h 800"/>
                    <a:gd name="T12" fmla="*/ 196 w 420"/>
                    <a:gd name="T13" fmla="*/ 145 h 800"/>
                    <a:gd name="T14" fmla="*/ 181 w 420"/>
                    <a:gd name="T15" fmla="*/ 115 h 800"/>
                    <a:gd name="T16" fmla="*/ 182 w 420"/>
                    <a:gd name="T17" fmla="*/ 87 h 800"/>
                    <a:gd name="T18" fmla="*/ 176 w 420"/>
                    <a:gd name="T19" fmla="*/ 51 h 800"/>
                    <a:gd name="T20" fmla="*/ 155 w 420"/>
                    <a:gd name="T21" fmla="*/ 54 h 800"/>
                    <a:gd name="T22" fmla="*/ 136 w 420"/>
                    <a:gd name="T23" fmla="*/ 15 h 800"/>
                    <a:gd name="T24" fmla="*/ 110 w 420"/>
                    <a:gd name="T25" fmla="*/ 1 h 800"/>
                    <a:gd name="T26" fmla="*/ 82 w 420"/>
                    <a:gd name="T27" fmla="*/ 21 h 800"/>
                    <a:gd name="T28" fmla="*/ 53 w 420"/>
                    <a:gd name="T29" fmla="*/ 43 h 800"/>
                    <a:gd name="T30" fmla="*/ 19 w 420"/>
                    <a:gd name="T31" fmla="*/ 64 h 800"/>
                    <a:gd name="T32" fmla="*/ 17 w 420"/>
                    <a:gd name="T33" fmla="*/ 102 h 800"/>
                    <a:gd name="T34" fmla="*/ 8 w 420"/>
                    <a:gd name="T35" fmla="*/ 120 h 800"/>
                    <a:gd name="T36" fmla="*/ 22 w 420"/>
                    <a:gd name="T37" fmla="*/ 145 h 800"/>
                    <a:gd name="T38" fmla="*/ 67 w 420"/>
                    <a:gd name="T39" fmla="*/ 188 h 800"/>
                    <a:gd name="T40" fmla="*/ 79 w 420"/>
                    <a:gd name="T41" fmla="*/ 219 h 800"/>
                    <a:gd name="T42" fmla="*/ 73 w 420"/>
                    <a:gd name="T43" fmla="*/ 236 h 800"/>
                    <a:gd name="T44" fmla="*/ 65 w 420"/>
                    <a:gd name="T45" fmla="*/ 279 h 800"/>
                    <a:gd name="T46" fmla="*/ 79 w 420"/>
                    <a:gd name="T47" fmla="*/ 326 h 800"/>
                    <a:gd name="T48" fmla="*/ 112 w 420"/>
                    <a:gd name="T49" fmla="*/ 409 h 800"/>
                    <a:gd name="T50" fmla="*/ 133 w 420"/>
                    <a:gd name="T51" fmla="*/ 450 h 800"/>
                    <a:gd name="T52" fmla="*/ 110 w 420"/>
                    <a:gd name="T53" fmla="*/ 522 h 800"/>
                    <a:gd name="T54" fmla="*/ 98 w 420"/>
                    <a:gd name="T55" fmla="*/ 567 h 800"/>
                    <a:gd name="T56" fmla="*/ 84 w 420"/>
                    <a:gd name="T57" fmla="*/ 676 h 800"/>
                    <a:gd name="T58" fmla="*/ 101 w 420"/>
                    <a:gd name="T59" fmla="*/ 653 h 800"/>
                    <a:gd name="T60" fmla="*/ 132 w 420"/>
                    <a:gd name="T61" fmla="*/ 698 h 800"/>
                    <a:gd name="T62" fmla="*/ 159 w 420"/>
                    <a:gd name="T63" fmla="*/ 743 h 800"/>
                    <a:gd name="T64" fmla="*/ 184 w 420"/>
                    <a:gd name="T65" fmla="*/ 754 h 800"/>
                    <a:gd name="T66" fmla="*/ 198 w 420"/>
                    <a:gd name="T67" fmla="*/ 749 h 800"/>
                    <a:gd name="T68" fmla="*/ 222 w 420"/>
                    <a:gd name="T69" fmla="*/ 765 h 800"/>
                    <a:gd name="T70" fmla="*/ 226 w 420"/>
                    <a:gd name="T71" fmla="*/ 791 h 800"/>
                    <a:gd name="T72" fmla="*/ 268 w 420"/>
                    <a:gd name="T73" fmla="*/ 792 h 800"/>
                    <a:gd name="T74" fmla="*/ 261 w 420"/>
                    <a:gd name="T75" fmla="*/ 755 h 800"/>
                    <a:gd name="T76" fmla="*/ 215 w 420"/>
                    <a:gd name="T77" fmla="*/ 727 h 800"/>
                    <a:gd name="T78" fmla="*/ 190 w 420"/>
                    <a:gd name="T79" fmla="*/ 705 h 800"/>
                    <a:gd name="T80" fmla="*/ 190 w 420"/>
                    <a:gd name="T81" fmla="*/ 679 h 800"/>
                    <a:gd name="T82" fmla="*/ 165 w 420"/>
                    <a:gd name="T83" fmla="*/ 635 h 800"/>
                    <a:gd name="T84" fmla="*/ 131 w 420"/>
                    <a:gd name="T85" fmla="*/ 608 h 800"/>
                    <a:gd name="T86" fmla="*/ 120 w 420"/>
                    <a:gd name="T87" fmla="*/ 524 h 800"/>
                    <a:gd name="T88" fmla="*/ 138 w 420"/>
                    <a:gd name="T89" fmla="*/ 456 h 800"/>
                    <a:gd name="T90" fmla="*/ 147 w 420"/>
                    <a:gd name="T91" fmla="*/ 396 h 800"/>
                    <a:gd name="T92" fmla="*/ 158 w 420"/>
                    <a:gd name="T93" fmla="*/ 374 h 800"/>
                    <a:gd name="T94" fmla="*/ 201 w 420"/>
                    <a:gd name="T95" fmla="*/ 381 h 800"/>
                    <a:gd name="T96" fmla="*/ 199 w 420"/>
                    <a:gd name="T97" fmla="*/ 419 h 800"/>
                    <a:gd name="T98" fmla="*/ 265 w 420"/>
                    <a:gd name="T99" fmla="*/ 457 h 800"/>
                    <a:gd name="T100" fmla="*/ 287 w 420"/>
                    <a:gd name="T101" fmla="*/ 431 h 800"/>
                    <a:gd name="T102" fmla="*/ 276 w 420"/>
                    <a:gd name="T103" fmla="*/ 402 h 800"/>
                    <a:gd name="T104" fmla="*/ 267 w 420"/>
                    <a:gd name="T105" fmla="*/ 371 h 800"/>
                    <a:gd name="T106" fmla="*/ 313 w 420"/>
                    <a:gd name="T107" fmla="*/ 327 h 800"/>
                    <a:gd name="T108" fmla="*/ 368 w 420"/>
                    <a:gd name="T109" fmla="*/ 325 h 800"/>
                    <a:gd name="T110" fmla="*/ 410 w 420"/>
                    <a:gd name="T111" fmla="*/ 316 h 8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20" h="800">
                      <a:moveTo>
                        <a:pt x="395" y="285"/>
                      </a:moveTo>
                      <a:cubicBezTo>
                        <a:pt x="393" y="281"/>
                        <a:pt x="408" y="268"/>
                        <a:pt x="402" y="258"/>
                      </a:cubicBezTo>
                      <a:cubicBezTo>
                        <a:pt x="396" y="248"/>
                        <a:pt x="393" y="255"/>
                        <a:pt x="393" y="255"/>
                      </a:cubicBezTo>
                      <a:cubicBezTo>
                        <a:pt x="393" y="255"/>
                        <a:pt x="391" y="242"/>
                        <a:pt x="391" y="238"/>
                      </a:cubicBezTo>
                      <a:cubicBezTo>
                        <a:pt x="391" y="234"/>
                        <a:pt x="373" y="227"/>
                        <a:pt x="368" y="218"/>
                      </a:cubicBezTo>
                      <a:cubicBezTo>
                        <a:pt x="363" y="209"/>
                        <a:pt x="356" y="189"/>
                        <a:pt x="356" y="189"/>
                      </a:cubicBezTo>
                      <a:cubicBezTo>
                        <a:pt x="355" y="161"/>
                        <a:pt x="355" y="161"/>
                        <a:pt x="355" y="161"/>
                      </a:cubicBezTo>
                      <a:cubicBezTo>
                        <a:pt x="355" y="161"/>
                        <a:pt x="341" y="149"/>
                        <a:pt x="323" y="138"/>
                      </a:cubicBezTo>
                      <a:cubicBezTo>
                        <a:pt x="305" y="127"/>
                        <a:pt x="318" y="121"/>
                        <a:pt x="310" y="119"/>
                      </a:cubicBezTo>
                      <a:cubicBezTo>
                        <a:pt x="302" y="117"/>
                        <a:pt x="295" y="119"/>
                        <a:pt x="295" y="119"/>
                      </a:cubicBezTo>
                      <a:cubicBezTo>
                        <a:pt x="295" y="119"/>
                        <a:pt x="282" y="110"/>
                        <a:pt x="272" y="111"/>
                      </a:cubicBezTo>
                      <a:cubicBezTo>
                        <a:pt x="262" y="112"/>
                        <a:pt x="265" y="137"/>
                        <a:pt x="251" y="136"/>
                      </a:cubicBezTo>
                      <a:cubicBezTo>
                        <a:pt x="237" y="135"/>
                        <a:pt x="223" y="124"/>
                        <a:pt x="216" y="122"/>
                      </a:cubicBezTo>
                      <a:cubicBezTo>
                        <a:pt x="209" y="120"/>
                        <a:pt x="196" y="145"/>
                        <a:pt x="196" y="145"/>
                      </a:cubicBezTo>
                      <a:cubicBezTo>
                        <a:pt x="196" y="145"/>
                        <a:pt x="177" y="161"/>
                        <a:pt x="167" y="158"/>
                      </a:cubicBezTo>
                      <a:cubicBezTo>
                        <a:pt x="157" y="155"/>
                        <a:pt x="181" y="124"/>
                        <a:pt x="181" y="115"/>
                      </a:cubicBezTo>
                      <a:cubicBezTo>
                        <a:pt x="181" y="106"/>
                        <a:pt x="168" y="107"/>
                        <a:pt x="168" y="107"/>
                      </a:cubicBezTo>
                      <a:cubicBezTo>
                        <a:pt x="168" y="107"/>
                        <a:pt x="182" y="96"/>
                        <a:pt x="182" y="87"/>
                      </a:cubicBezTo>
                      <a:cubicBezTo>
                        <a:pt x="182" y="78"/>
                        <a:pt x="174" y="71"/>
                        <a:pt x="174" y="71"/>
                      </a:cubicBezTo>
                      <a:cubicBezTo>
                        <a:pt x="174" y="71"/>
                        <a:pt x="176" y="65"/>
                        <a:pt x="176" y="51"/>
                      </a:cubicBezTo>
                      <a:cubicBezTo>
                        <a:pt x="176" y="37"/>
                        <a:pt x="153" y="46"/>
                        <a:pt x="153" y="46"/>
                      </a:cubicBezTo>
                      <a:cubicBezTo>
                        <a:pt x="155" y="54"/>
                        <a:pt x="155" y="54"/>
                        <a:pt x="155" y="54"/>
                      </a:cubicBezTo>
                      <a:cubicBezTo>
                        <a:pt x="155" y="54"/>
                        <a:pt x="142" y="54"/>
                        <a:pt x="136" y="49"/>
                      </a:cubicBezTo>
                      <a:cubicBezTo>
                        <a:pt x="130" y="44"/>
                        <a:pt x="137" y="23"/>
                        <a:pt x="136" y="15"/>
                      </a:cubicBezTo>
                      <a:cubicBezTo>
                        <a:pt x="135" y="7"/>
                        <a:pt x="125" y="12"/>
                        <a:pt x="125" y="12"/>
                      </a:cubicBezTo>
                      <a:cubicBezTo>
                        <a:pt x="125" y="12"/>
                        <a:pt x="114" y="2"/>
                        <a:pt x="110" y="1"/>
                      </a:cubicBezTo>
                      <a:cubicBezTo>
                        <a:pt x="106" y="0"/>
                        <a:pt x="87" y="6"/>
                        <a:pt x="87" y="6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65" y="22"/>
                        <a:pt x="65" y="22"/>
                        <a:pt x="65" y="22"/>
                      </a:cubicBezTo>
                      <a:cubicBezTo>
                        <a:pt x="65" y="22"/>
                        <a:pt x="63" y="40"/>
                        <a:pt x="53" y="43"/>
                      </a:cubicBezTo>
                      <a:cubicBezTo>
                        <a:pt x="43" y="46"/>
                        <a:pt x="34" y="35"/>
                        <a:pt x="23" y="37"/>
                      </a:cubicBezTo>
                      <a:cubicBezTo>
                        <a:pt x="12" y="39"/>
                        <a:pt x="20" y="55"/>
                        <a:pt x="19" y="64"/>
                      </a:cubicBezTo>
                      <a:cubicBezTo>
                        <a:pt x="18" y="73"/>
                        <a:pt x="8" y="74"/>
                        <a:pt x="7" y="78"/>
                      </a:cubicBezTo>
                      <a:cubicBezTo>
                        <a:pt x="6" y="82"/>
                        <a:pt x="17" y="93"/>
                        <a:pt x="17" y="102"/>
                      </a:cubicBezTo>
                      <a:cubicBezTo>
                        <a:pt x="17" y="111"/>
                        <a:pt x="6" y="105"/>
                        <a:pt x="3" y="108"/>
                      </a:cubicBezTo>
                      <a:cubicBezTo>
                        <a:pt x="0" y="111"/>
                        <a:pt x="3" y="116"/>
                        <a:pt x="8" y="120"/>
                      </a:cubicBezTo>
                      <a:cubicBezTo>
                        <a:pt x="13" y="124"/>
                        <a:pt x="26" y="130"/>
                        <a:pt x="26" y="130"/>
                      </a:cubicBezTo>
                      <a:cubicBezTo>
                        <a:pt x="22" y="145"/>
                        <a:pt x="22" y="145"/>
                        <a:pt x="22" y="145"/>
                      </a:cubicBezTo>
                      <a:cubicBezTo>
                        <a:pt x="22" y="145"/>
                        <a:pt x="27" y="148"/>
                        <a:pt x="30" y="158"/>
                      </a:cubicBezTo>
                      <a:cubicBezTo>
                        <a:pt x="33" y="168"/>
                        <a:pt x="59" y="177"/>
                        <a:pt x="67" y="188"/>
                      </a:cubicBezTo>
                      <a:cubicBezTo>
                        <a:pt x="75" y="199"/>
                        <a:pt x="61" y="194"/>
                        <a:pt x="66" y="206"/>
                      </a:cubicBezTo>
                      <a:cubicBezTo>
                        <a:pt x="71" y="218"/>
                        <a:pt x="79" y="219"/>
                        <a:pt x="79" y="219"/>
                      </a:cubicBezTo>
                      <a:cubicBezTo>
                        <a:pt x="79" y="219"/>
                        <a:pt x="85" y="211"/>
                        <a:pt x="85" y="224"/>
                      </a:cubicBezTo>
                      <a:cubicBezTo>
                        <a:pt x="85" y="237"/>
                        <a:pt x="73" y="236"/>
                        <a:pt x="73" y="236"/>
                      </a:cubicBezTo>
                      <a:cubicBezTo>
                        <a:pt x="73" y="236"/>
                        <a:pt x="76" y="247"/>
                        <a:pt x="76" y="253"/>
                      </a:cubicBezTo>
                      <a:cubicBezTo>
                        <a:pt x="76" y="259"/>
                        <a:pt x="75" y="269"/>
                        <a:pt x="65" y="279"/>
                      </a:cubicBezTo>
                      <a:cubicBezTo>
                        <a:pt x="55" y="289"/>
                        <a:pt x="63" y="302"/>
                        <a:pt x="63" y="302"/>
                      </a:cubicBezTo>
                      <a:cubicBezTo>
                        <a:pt x="63" y="302"/>
                        <a:pt x="75" y="316"/>
                        <a:pt x="79" y="326"/>
                      </a:cubicBezTo>
                      <a:cubicBezTo>
                        <a:pt x="83" y="336"/>
                        <a:pt x="105" y="349"/>
                        <a:pt x="109" y="364"/>
                      </a:cubicBezTo>
                      <a:cubicBezTo>
                        <a:pt x="113" y="379"/>
                        <a:pt x="108" y="403"/>
                        <a:pt x="112" y="409"/>
                      </a:cubicBezTo>
                      <a:cubicBezTo>
                        <a:pt x="116" y="415"/>
                        <a:pt x="131" y="427"/>
                        <a:pt x="131" y="427"/>
                      </a:cubicBezTo>
                      <a:cubicBezTo>
                        <a:pt x="131" y="427"/>
                        <a:pt x="129" y="437"/>
                        <a:pt x="133" y="450"/>
                      </a:cubicBezTo>
                      <a:cubicBezTo>
                        <a:pt x="137" y="463"/>
                        <a:pt x="130" y="488"/>
                        <a:pt x="127" y="498"/>
                      </a:cubicBezTo>
                      <a:cubicBezTo>
                        <a:pt x="124" y="508"/>
                        <a:pt x="119" y="515"/>
                        <a:pt x="110" y="522"/>
                      </a:cubicBezTo>
                      <a:cubicBezTo>
                        <a:pt x="101" y="529"/>
                        <a:pt x="109" y="536"/>
                        <a:pt x="108" y="545"/>
                      </a:cubicBezTo>
                      <a:cubicBezTo>
                        <a:pt x="107" y="554"/>
                        <a:pt x="98" y="567"/>
                        <a:pt x="98" y="567"/>
                      </a:cubicBezTo>
                      <a:cubicBezTo>
                        <a:pt x="98" y="567"/>
                        <a:pt x="86" y="599"/>
                        <a:pt x="84" y="615"/>
                      </a:cubicBezTo>
                      <a:cubicBezTo>
                        <a:pt x="82" y="631"/>
                        <a:pt x="84" y="676"/>
                        <a:pt x="84" y="676"/>
                      </a:cubicBezTo>
                      <a:cubicBezTo>
                        <a:pt x="84" y="676"/>
                        <a:pt x="94" y="686"/>
                        <a:pt x="96" y="676"/>
                      </a:cubicBezTo>
                      <a:cubicBezTo>
                        <a:pt x="97" y="666"/>
                        <a:pt x="97" y="642"/>
                        <a:pt x="101" y="653"/>
                      </a:cubicBezTo>
                      <a:cubicBezTo>
                        <a:pt x="104" y="665"/>
                        <a:pt x="96" y="665"/>
                        <a:pt x="110" y="667"/>
                      </a:cubicBezTo>
                      <a:cubicBezTo>
                        <a:pt x="124" y="668"/>
                        <a:pt x="132" y="698"/>
                        <a:pt x="132" y="698"/>
                      </a:cubicBezTo>
                      <a:cubicBezTo>
                        <a:pt x="155" y="718"/>
                        <a:pt x="155" y="718"/>
                        <a:pt x="155" y="718"/>
                      </a:cubicBezTo>
                      <a:cubicBezTo>
                        <a:pt x="155" y="718"/>
                        <a:pt x="150" y="729"/>
                        <a:pt x="159" y="743"/>
                      </a:cubicBezTo>
                      <a:cubicBezTo>
                        <a:pt x="165" y="754"/>
                        <a:pt x="173" y="762"/>
                        <a:pt x="177" y="766"/>
                      </a:cubicBezTo>
                      <a:cubicBezTo>
                        <a:pt x="181" y="762"/>
                        <a:pt x="184" y="758"/>
                        <a:pt x="184" y="754"/>
                      </a:cubicBezTo>
                      <a:cubicBezTo>
                        <a:pt x="183" y="745"/>
                        <a:pt x="182" y="739"/>
                        <a:pt x="189" y="738"/>
                      </a:cubicBezTo>
                      <a:cubicBezTo>
                        <a:pt x="196" y="737"/>
                        <a:pt x="198" y="749"/>
                        <a:pt x="198" y="749"/>
                      </a:cubicBezTo>
                      <a:cubicBezTo>
                        <a:pt x="198" y="749"/>
                        <a:pt x="209" y="749"/>
                        <a:pt x="216" y="753"/>
                      </a:cubicBezTo>
                      <a:cubicBezTo>
                        <a:pt x="223" y="757"/>
                        <a:pt x="222" y="765"/>
                        <a:pt x="222" y="765"/>
                      </a:cubicBezTo>
                      <a:cubicBezTo>
                        <a:pt x="222" y="765"/>
                        <a:pt x="229" y="763"/>
                        <a:pt x="229" y="769"/>
                      </a:cubicBezTo>
                      <a:cubicBezTo>
                        <a:pt x="229" y="775"/>
                        <a:pt x="213" y="787"/>
                        <a:pt x="226" y="791"/>
                      </a:cubicBezTo>
                      <a:cubicBezTo>
                        <a:pt x="239" y="795"/>
                        <a:pt x="238" y="785"/>
                        <a:pt x="249" y="784"/>
                      </a:cubicBezTo>
                      <a:cubicBezTo>
                        <a:pt x="260" y="783"/>
                        <a:pt x="262" y="800"/>
                        <a:pt x="268" y="792"/>
                      </a:cubicBezTo>
                      <a:cubicBezTo>
                        <a:pt x="272" y="787"/>
                        <a:pt x="277" y="776"/>
                        <a:pt x="280" y="768"/>
                      </a:cubicBezTo>
                      <a:cubicBezTo>
                        <a:pt x="271" y="761"/>
                        <a:pt x="261" y="755"/>
                        <a:pt x="261" y="755"/>
                      </a:cubicBezTo>
                      <a:cubicBezTo>
                        <a:pt x="261" y="755"/>
                        <a:pt x="256" y="731"/>
                        <a:pt x="253" y="721"/>
                      </a:cubicBezTo>
                      <a:cubicBezTo>
                        <a:pt x="250" y="711"/>
                        <a:pt x="223" y="731"/>
                        <a:pt x="215" y="727"/>
                      </a:cubicBezTo>
                      <a:cubicBezTo>
                        <a:pt x="208" y="723"/>
                        <a:pt x="201" y="686"/>
                        <a:pt x="196" y="689"/>
                      </a:cubicBezTo>
                      <a:cubicBezTo>
                        <a:pt x="191" y="693"/>
                        <a:pt x="196" y="704"/>
                        <a:pt x="190" y="705"/>
                      </a:cubicBezTo>
                      <a:cubicBezTo>
                        <a:pt x="184" y="706"/>
                        <a:pt x="169" y="683"/>
                        <a:pt x="177" y="675"/>
                      </a:cubicBezTo>
                      <a:cubicBezTo>
                        <a:pt x="185" y="667"/>
                        <a:pt x="182" y="682"/>
                        <a:pt x="190" y="679"/>
                      </a:cubicBezTo>
                      <a:cubicBezTo>
                        <a:pt x="198" y="676"/>
                        <a:pt x="180" y="645"/>
                        <a:pt x="178" y="639"/>
                      </a:cubicBezTo>
                      <a:cubicBezTo>
                        <a:pt x="176" y="633"/>
                        <a:pt x="165" y="635"/>
                        <a:pt x="165" y="635"/>
                      </a:cubicBezTo>
                      <a:cubicBezTo>
                        <a:pt x="166" y="598"/>
                        <a:pt x="166" y="598"/>
                        <a:pt x="166" y="598"/>
                      </a:cubicBezTo>
                      <a:cubicBezTo>
                        <a:pt x="131" y="608"/>
                        <a:pt x="131" y="608"/>
                        <a:pt x="131" y="608"/>
                      </a:cubicBezTo>
                      <a:cubicBezTo>
                        <a:pt x="131" y="608"/>
                        <a:pt x="127" y="549"/>
                        <a:pt x="126" y="542"/>
                      </a:cubicBezTo>
                      <a:cubicBezTo>
                        <a:pt x="125" y="534"/>
                        <a:pt x="120" y="524"/>
                        <a:pt x="120" y="524"/>
                      </a:cubicBezTo>
                      <a:cubicBezTo>
                        <a:pt x="120" y="524"/>
                        <a:pt x="136" y="516"/>
                        <a:pt x="137" y="498"/>
                      </a:cubicBezTo>
                      <a:cubicBezTo>
                        <a:pt x="138" y="479"/>
                        <a:pt x="138" y="456"/>
                        <a:pt x="138" y="456"/>
                      </a:cubicBezTo>
                      <a:cubicBezTo>
                        <a:pt x="138" y="456"/>
                        <a:pt x="152" y="449"/>
                        <a:pt x="153" y="425"/>
                      </a:cubicBezTo>
                      <a:cubicBezTo>
                        <a:pt x="154" y="400"/>
                        <a:pt x="147" y="396"/>
                        <a:pt x="147" y="396"/>
                      </a:cubicBezTo>
                      <a:cubicBezTo>
                        <a:pt x="151" y="374"/>
                        <a:pt x="151" y="374"/>
                        <a:pt x="151" y="374"/>
                      </a:cubicBezTo>
                      <a:cubicBezTo>
                        <a:pt x="158" y="374"/>
                        <a:pt x="158" y="374"/>
                        <a:pt x="158" y="374"/>
                      </a:cubicBezTo>
                      <a:cubicBezTo>
                        <a:pt x="158" y="374"/>
                        <a:pt x="159" y="366"/>
                        <a:pt x="171" y="367"/>
                      </a:cubicBezTo>
                      <a:cubicBezTo>
                        <a:pt x="182" y="367"/>
                        <a:pt x="201" y="381"/>
                        <a:pt x="201" y="381"/>
                      </a:cubicBezTo>
                      <a:cubicBezTo>
                        <a:pt x="193" y="387"/>
                        <a:pt x="193" y="387"/>
                        <a:pt x="193" y="387"/>
                      </a:cubicBezTo>
                      <a:cubicBezTo>
                        <a:pt x="193" y="387"/>
                        <a:pt x="188" y="419"/>
                        <a:pt x="199" y="419"/>
                      </a:cubicBezTo>
                      <a:cubicBezTo>
                        <a:pt x="211" y="420"/>
                        <a:pt x="247" y="403"/>
                        <a:pt x="247" y="403"/>
                      </a:cubicBezTo>
                      <a:cubicBezTo>
                        <a:pt x="265" y="457"/>
                        <a:pt x="265" y="457"/>
                        <a:pt x="265" y="457"/>
                      </a:cubicBezTo>
                      <a:cubicBezTo>
                        <a:pt x="265" y="457"/>
                        <a:pt x="273" y="445"/>
                        <a:pt x="284" y="450"/>
                      </a:cubicBezTo>
                      <a:cubicBezTo>
                        <a:pt x="287" y="431"/>
                        <a:pt x="287" y="431"/>
                        <a:pt x="287" y="431"/>
                      </a:cubicBezTo>
                      <a:cubicBezTo>
                        <a:pt x="276" y="421"/>
                        <a:pt x="276" y="421"/>
                        <a:pt x="276" y="421"/>
                      </a:cubicBezTo>
                      <a:cubicBezTo>
                        <a:pt x="276" y="402"/>
                        <a:pt x="276" y="402"/>
                        <a:pt x="276" y="402"/>
                      </a:cubicBezTo>
                      <a:cubicBezTo>
                        <a:pt x="269" y="396"/>
                        <a:pt x="269" y="396"/>
                        <a:pt x="269" y="396"/>
                      </a:cubicBezTo>
                      <a:cubicBezTo>
                        <a:pt x="267" y="371"/>
                        <a:pt x="267" y="371"/>
                        <a:pt x="267" y="371"/>
                      </a:cubicBezTo>
                      <a:cubicBezTo>
                        <a:pt x="286" y="351"/>
                        <a:pt x="286" y="351"/>
                        <a:pt x="286" y="351"/>
                      </a:cubicBezTo>
                      <a:cubicBezTo>
                        <a:pt x="286" y="351"/>
                        <a:pt x="286" y="332"/>
                        <a:pt x="313" y="327"/>
                      </a:cubicBezTo>
                      <a:cubicBezTo>
                        <a:pt x="340" y="322"/>
                        <a:pt x="341" y="332"/>
                        <a:pt x="341" y="332"/>
                      </a:cubicBezTo>
                      <a:cubicBezTo>
                        <a:pt x="341" y="332"/>
                        <a:pt x="363" y="326"/>
                        <a:pt x="368" y="325"/>
                      </a:cubicBezTo>
                      <a:cubicBezTo>
                        <a:pt x="373" y="324"/>
                        <a:pt x="390" y="333"/>
                        <a:pt x="390" y="333"/>
                      </a:cubicBezTo>
                      <a:cubicBezTo>
                        <a:pt x="390" y="333"/>
                        <a:pt x="400" y="328"/>
                        <a:pt x="410" y="316"/>
                      </a:cubicBezTo>
                      <a:cubicBezTo>
                        <a:pt x="420" y="304"/>
                        <a:pt x="397" y="289"/>
                        <a:pt x="395" y="28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0" name="Freeform 216"/>
                <p:cNvSpPr>
                  <a:spLocks/>
                </p:cNvSpPr>
                <p:nvPr/>
              </p:nvSpPr>
              <p:spPr bwMode="gray">
                <a:xfrm>
                  <a:off x="4778" y="-12949"/>
                  <a:ext cx="962" cy="1878"/>
                </a:xfrm>
                <a:custGeom>
                  <a:avLst/>
                  <a:gdLst>
                    <a:gd name="T0" fmla="*/ 6 w 407"/>
                    <a:gd name="T1" fmla="*/ 62 h 795"/>
                    <a:gd name="T2" fmla="*/ 37 w 407"/>
                    <a:gd name="T3" fmla="*/ 84 h 795"/>
                    <a:gd name="T4" fmla="*/ 61 w 407"/>
                    <a:gd name="T5" fmla="*/ 137 h 795"/>
                    <a:gd name="T6" fmla="*/ 82 w 407"/>
                    <a:gd name="T7" fmla="*/ 145 h 795"/>
                    <a:gd name="T8" fmla="*/ 124 w 407"/>
                    <a:gd name="T9" fmla="*/ 145 h 795"/>
                    <a:gd name="T10" fmla="*/ 153 w 407"/>
                    <a:gd name="T11" fmla="*/ 179 h 795"/>
                    <a:gd name="T12" fmla="*/ 101 w 407"/>
                    <a:gd name="T13" fmla="*/ 199 h 795"/>
                    <a:gd name="T14" fmla="*/ 142 w 407"/>
                    <a:gd name="T15" fmla="*/ 240 h 795"/>
                    <a:gd name="T16" fmla="*/ 169 w 407"/>
                    <a:gd name="T17" fmla="*/ 271 h 795"/>
                    <a:gd name="T18" fmla="*/ 205 w 407"/>
                    <a:gd name="T19" fmla="*/ 314 h 795"/>
                    <a:gd name="T20" fmla="*/ 230 w 407"/>
                    <a:gd name="T21" fmla="*/ 347 h 795"/>
                    <a:gd name="T22" fmla="*/ 254 w 407"/>
                    <a:gd name="T23" fmla="*/ 370 h 795"/>
                    <a:gd name="T24" fmla="*/ 287 w 407"/>
                    <a:gd name="T25" fmla="*/ 397 h 795"/>
                    <a:gd name="T26" fmla="*/ 312 w 407"/>
                    <a:gd name="T27" fmla="*/ 436 h 795"/>
                    <a:gd name="T28" fmla="*/ 310 w 407"/>
                    <a:gd name="T29" fmla="*/ 470 h 795"/>
                    <a:gd name="T30" fmla="*/ 300 w 407"/>
                    <a:gd name="T31" fmla="*/ 505 h 795"/>
                    <a:gd name="T32" fmla="*/ 306 w 407"/>
                    <a:gd name="T33" fmla="*/ 545 h 795"/>
                    <a:gd name="T34" fmla="*/ 314 w 407"/>
                    <a:gd name="T35" fmla="*/ 598 h 795"/>
                    <a:gd name="T36" fmla="*/ 291 w 407"/>
                    <a:gd name="T37" fmla="*/ 610 h 795"/>
                    <a:gd name="T38" fmla="*/ 273 w 407"/>
                    <a:gd name="T39" fmla="*/ 625 h 795"/>
                    <a:gd name="T40" fmla="*/ 252 w 407"/>
                    <a:gd name="T41" fmla="*/ 659 h 795"/>
                    <a:gd name="T42" fmla="*/ 238 w 407"/>
                    <a:gd name="T43" fmla="*/ 663 h 795"/>
                    <a:gd name="T44" fmla="*/ 204 w 407"/>
                    <a:gd name="T45" fmla="*/ 670 h 795"/>
                    <a:gd name="T46" fmla="*/ 180 w 407"/>
                    <a:gd name="T47" fmla="*/ 703 h 795"/>
                    <a:gd name="T48" fmla="*/ 196 w 407"/>
                    <a:gd name="T49" fmla="*/ 734 h 795"/>
                    <a:gd name="T50" fmla="*/ 194 w 407"/>
                    <a:gd name="T51" fmla="*/ 789 h 795"/>
                    <a:gd name="T52" fmla="*/ 228 w 407"/>
                    <a:gd name="T53" fmla="*/ 783 h 795"/>
                    <a:gd name="T54" fmla="*/ 255 w 407"/>
                    <a:gd name="T55" fmla="*/ 752 h 795"/>
                    <a:gd name="T56" fmla="*/ 285 w 407"/>
                    <a:gd name="T57" fmla="*/ 735 h 795"/>
                    <a:gd name="T58" fmla="*/ 300 w 407"/>
                    <a:gd name="T59" fmla="*/ 693 h 795"/>
                    <a:gd name="T60" fmla="*/ 391 w 407"/>
                    <a:gd name="T61" fmla="*/ 639 h 795"/>
                    <a:gd name="T62" fmla="*/ 385 w 407"/>
                    <a:gd name="T63" fmla="*/ 539 h 795"/>
                    <a:gd name="T64" fmla="*/ 390 w 407"/>
                    <a:gd name="T65" fmla="*/ 485 h 795"/>
                    <a:gd name="T66" fmla="*/ 363 w 407"/>
                    <a:gd name="T67" fmla="*/ 418 h 795"/>
                    <a:gd name="T68" fmla="*/ 256 w 407"/>
                    <a:gd name="T69" fmla="*/ 332 h 795"/>
                    <a:gd name="T70" fmla="*/ 193 w 407"/>
                    <a:gd name="T71" fmla="*/ 235 h 795"/>
                    <a:gd name="T72" fmla="*/ 197 w 407"/>
                    <a:gd name="T73" fmla="*/ 160 h 795"/>
                    <a:gd name="T74" fmla="*/ 229 w 407"/>
                    <a:gd name="T75" fmla="*/ 129 h 795"/>
                    <a:gd name="T76" fmla="*/ 259 w 407"/>
                    <a:gd name="T77" fmla="*/ 100 h 795"/>
                    <a:gd name="T78" fmla="*/ 257 w 407"/>
                    <a:gd name="T79" fmla="*/ 92 h 795"/>
                    <a:gd name="T80" fmla="*/ 218 w 407"/>
                    <a:gd name="T81" fmla="*/ 75 h 795"/>
                    <a:gd name="T82" fmla="*/ 207 w 407"/>
                    <a:gd name="T83" fmla="*/ 61 h 795"/>
                    <a:gd name="T84" fmla="*/ 196 w 407"/>
                    <a:gd name="T85" fmla="*/ 47 h 795"/>
                    <a:gd name="T86" fmla="*/ 182 w 407"/>
                    <a:gd name="T87" fmla="*/ 25 h 795"/>
                    <a:gd name="T88" fmla="*/ 156 w 407"/>
                    <a:gd name="T89" fmla="*/ 22 h 795"/>
                    <a:gd name="T90" fmla="*/ 115 w 407"/>
                    <a:gd name="T91" fmla="*/ 9 h 795"/>
                    <a:gd name="T92" fmla="*/ 95 w 407"/>
                    <a:gd name="T93" fmla="*/ 36 h 795"/>
                    <a:gd name="T94" fmla="*/ 80 w 407"/>
                    <a:gd name="T95" fmla="*/ 29 h 795"/>
                    <a:gd name="T96" fmla="*/ 72 w 407"/>
                    <a:gd name="T97" fmla="*/ 42 h 795"/>
                    <a:gd name="T98" fmla="*/ 58 w 407"/>
                    <a:gd name="T99" fmla="*/ 30 h 795"/>
                    <a:gd name="T100" fmla="*/ 48 w 407"/>
                    <a:gd name="T101" fmla="*/ 31 h 795"/>
                    <a:gd name="T102" fmla="*/ 4 w 407"/>
                    <a:gd name="T103" fmla="*/ 32 h 7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07" h="795">
                      <a:moveTo>
                        <a:pt x="4" y="32"/>
                      </a:moveTo>
                      <a:cubicBezTo>
                        <a:pt x="0" y="40"/>
                        <a:pt x="0" y="55"/>
                        <a:pt x="6" y="62"/>
                      </a:cubicBezTo>
                      <a:cubicBezTo>
                        <a:pt x="12" y="69"/>
                        <a:pt x="28" y="87"/>
                        <a:pt x="28" y="87"/>
                      </a:cubicBezTo>
                      <a:cubicBezTo>
                        <a:pt x="28" y="87"/>
                        <a:pt x="33" y="80"/>
                        <a:pt x="37" y="84"/>
                      </a:cubicBezTo>
                      <a:cubicBezTo>
                        <a:pt x="41" y="88"/>
                        <a:pt x="28" y="97"/>
                        <a:pt x="38" y="110"/>
                      </a:cubicBezTo>
                      <a:cubicBezTo>
                        <a:pt x="48" y="123"/>
                        <a:pt x="61" y="137"/>
                        <a:pt x="61" y="137"/>
                      </a:cubicBezTo>
                      <a:cubicBezTo>
                        <a:pt x="70" y="137"/>
                        <a:pt x="70" y="137"/>
                        <a:pt x="70" y="137"/>
                      </a:cubicBezTo>
                      <a:cubicBezTo>
                        <a:pt x="70" y="137"/>
                        <a:pt x="75" y="153"/>
                        <a:pt x="82" y="145"/>
                      </a:cubicBezTo>
                      <a:cubicBezTo>
                        <a:pt x="89" y="137"/>
                        <a:pt x="86" y="125"/>
                        <a:pt x="94" y="126"/>
                      </a:cubicBezTo>
                      <a:cubicBezTo>
                        <a:pt x="102" y="127"/>
                        <a:pt x="124" y="145"/>
                        <a:pt x="124" y="145"/>
                      </a:cubicBezTo>
                      <a:cubicBezTo>
                        <a:pt x="124" y="145"/>
                        <a:pt x="104" y="151"/>
                        <a:pt x="122" y="159"/>
                      </a:cubicBezTo>
                      <a:cubicBezTo>
                        <a:pt x="140" y="167"/>
                        <a:pt x="159" y="169"/>
                        <a:pt x="153" y="179"/>
                      </a:cubicBezTo>
                      <a:cubicBezTo>
                        <a:pt x="147" y="189"/>
                        <a:pt x="128" y="203"/>
                        <a:pt x="128" y="203"/>
                      </a:cubicBezTo>
                      <a:cubicBezTo>
                        <a:pt x="128" y="203"/>
                        <a:pt x="99" y="195"/>
                        <a:pt x="101" y="199"/>
                      </a:cubicBezTo>
                      <a:cubicBezTo>
                        <a:pt x="103" y="203"/>
                        <a:pt x="103" y="215"/>
                        <a:pt x="103" y="215"/>
                      </a:cubicBezTo>
                      <a:cubicBezTo>
                        <a:pt x="103" y="215"/>
                        <a:pt x="136" y="235"/>
                        <a:pt x="142" y="240"/>
                      </a:cubicBezTo>
                      <a:cubicBezTo>
                        <a:pt x="148" y="245"/>
                        <a:pt x="166" y="250"/>
                        <a:pt x="166" y="250"/>
                      </a:cubicBezTo>
                      <a:cubicBezTo>
                        <a:pt x="166" y="250"/>
                        <a:pt x="165" y="267"/>
                        <a:pt x="169" y="271"/>
                      </a:cubicBezTo>
                      <a:cubicBezTo>
                        <a:pt x="173" y="275"/>
                        <a:pt x="195" y="283"/>
                        <a:pt x="195" y="283"/>
                      </a:cubicBezTo>
                      <a:cubicBezTo>
                        <a:pt x="195" y="283"/>
                        <a:pt x="192" y="303"/>
                        <a:pt x="205" y="314"/>
                      </a:cubicBezTo>
                      <a:cubicBezTo>
                        <a:pt x="218" y="325"/>
                        <a:pt x="229" y="336"/>
                        <a:pt x="229" y="336"/>
                      </a:cubicBezTo>
                      <a:cubicBezTo>
                        <a:pt x="230" y="347"/>
                        <a:pt x="230" y="347"/>
                        <a:pt x="230" y="347"/>
                      </a:cubicBezTo>
                      <a:cubicBezTo>
                        <a:pt x="244" y="346"/>
                        <a:pt x="244" y="346"/>
                        <a:pt x="244" y="346"/>
                      </a:cubicBezTo>
                      <a:cubicBezTo>
                        <a:pt x="244" y="346"/>
                        <a:pt x="247" y="363"/>
                        <a:pt x="254" y="370"/>
                      </a:cubicBezTo>
                      <a:cubicBezTo>
                        <a:pt x="261" y="377"/>
                        <a:pt x="271" y="378"/>
                        <a:pt x="271" y="378"/>
                      </a:cubicBezTo>
                      <a:cubicBezTo>
                        <a:pt x="271" y="378"/>
                        <a:pt x="295" y="392"/>
                        <a:pt x="287" y="397"/>
                      </a:cubicBezTo>
                      <a:cubicBezTo>
                        <a:pt x="279" y="402"/>
                        <a:pt x="265" y="405"/>
                        <a:pt x="279" y="416"/>
                      </a:cubicBezTo>
                      <a:cubicBezTo>
                        <a:pt x="293" y="427"/>
                        <a:pt x="312" y="436"/>
                        <a:pt x="312" y="436"/>
                      </a:cubicBezTo>
                      <a:cubicBezTo>
                        <a:pt x="301" y="457"/>
                        <a:pt x="301" y="457"/>
                        <a:pt x="301" y="457"/>
                      </a:cubicBezTo>
                      <a:cubicBezTo>
                        <a:pt x="301" y="457"/>
                        <a:pt x="314" y="462"/>
                        <a:pt x="310" y="470"/>
                      </a:cubicBezTo>
                      <a:cubicBezTo>
                        <a:pt x="306" y="478"/>
                        <a:pt x="300" y="477"/>
                        <a:pt x="300" y="477"/>
                      </a:cubicBezTo>
                      <a:cubicBezTo>
                        <a:pt x="300" y="505"/>
                        <a:pt x="300" y="505"/>
                        <a:pt x="300" y="505"/>
                      </a:cubicBezTo>
                      <a:cubicBezTo>
                        <a:pt x="300" y="505"/>
                        <a:pt x="321" y="516"/>
                        <a:pt x="321" y="529"/>
                      </a:cubicBezTo>
                      <a:cubicBezTo>
                        <a:pt x="321" y="542"/>
                        <a:pt x="305" y="542"/>
                        <a:pt x="306" y="545"/>
                      </a:cubicBezTo>
                      <a:cubicBezTo>
                        <a:pt x="307" y="548"/>
                        <a:pt x="317" y="584"/>
                        <a:pt x="317" y="584"/>
                      </a:cubicBezTo>
                      <a:cubicBezTo>
                        <a:pt x="314" y="598"/>
                        <a:pt x="314" y="598"/>
                        <a:pt x="314" y="598"/>
                      </a:cubicBezTo>
                      <a:cubicBezTo>
                        <a:pt x="314" y="598"/>
                        <a:pt x="302" y="593"/>
                        <a:pt x="297" y="596"/>
                      </a:cubicBezTo>
                      <a:cubicBezTo>
                        <a:pt x="292" y="599"/>
                        <a:pt x="291" y="610"/>
                        <a:pt x="291" y="610"/>
                      </a:cubicBezTo>
                      <a:cubicBezTo>
                        <a:pt x="270" y="611"/>
                        <a:pt x="270" y="611"/>
                        <a:pt x="270" y="611"/>
                      </a:cubicBezTo>
                      <a:cubicBezTo>
                        <a:pt x="273" y="625"/>
                        <a:pt x="273" y="625"/>
                        <a:pt x="273" y="625"/>
                      </a:cubicBezTo>
                      <a:cubicBezTo>
                        <a:pt x="273" y="625"/>
                        <a:pt x="246" y="621"/>
                        <a:pt x="244" y="627"/>
                      </a:cubicBezTo>
                      <a:cubicBezTo>
                        <a:pt x="242" y="633"/>
                        <a:pt x="242" y="651"/>
                        <a:pt x="252" y="659"/>
                      </a:cubicBezTo>
                      <a:cubicBezTo>
                        <a:pt x="262" y="667"/>
                        <a:pt x="269" y="677"/>
                        <a:pt x="262" y="678"/>
                      </a:cubicBezTo>
                      <a:cubicBezTo>
                        <a:pt x="255" y="679"/>
                        <a:pt x="248" y="663"/>
                        <a:pt x="238" y="663"/>
                      </a:cubicBezTo>
                      <a:cubicBezTo>
                        <a:pt x="228" y="663"/>
                        <a:pt x="226" y="670"/>
                        <a:pt x="222" y="670"/>
                      </a:cubicBezTo>
                      <a:cubicBezTo>
                        <a:pt x="218" y="670"/>
                        <a:pt x="204" y="670"/>
                        <a:pt x="204" y="670"/>
                      </a:cubicBezTo>
                      <a:cubicBezTo>
                        <a:pt x="204" y="670"/>
                        <a:pt x="228" y="684"/>
                        <a:pt x="208" y="686"/>
                      </a:cubicBezTo>
                      <a:cubicBezTo>
                        <a:pt x="188" y="688"/>
                        <a:pt x="174" y="695"/>
                        <a:pt x="180" y="703"/>
                      </a:cubicBezTo>
                      <a:cubicBezTo>
                        <a:pt x="186" y="711"/>
                        <a:pt x="209" y="723"/>
                        <a:pt x="209" y="723"/>
                      </a:cubicBezTo>
                      <a:cubicBezTo>
                        <a:pt x="196" y="734"/>
                        <a:pt x="196" y="734"/>
                        <a:pt x="196" y="734"/>
                      </a:cubicBezTo>
                      <a:cubicBezTo>
                        <a:pt x="196" y="734"/>
                        <a:pt x="210" y="769"/>
                        <a:pt x="203" y="775"/>
                      </a:cubicBezTo>
                      <a:cubicBezTo>
                        <a:pt x="199" y="778"/>
                        <a:pt x="196" y="784"/>
                        <a:pt x="194" y="789"/>
                      </a:cubicBezTo>
                      <a:cubicBezTo>
                        <a:pt x="195" y="789"/>
                        <a:pt x="195" y="789"/>
                        <a:pt x="195" y="789"/>
                      </a:cubicBezTo>
                      <a:cubicBezTo>
                        <a:pt x="204" y="795"/>
                        <a:pt x="218" y="795"/>
                        <a:pt x="228" y="783"/>
                      </a:cubicBezTo>
                      <a:cubicBezTo>
                        <a:pt x="239" y="772"/>
                        <a:pt x="252" y="768"/>
                        <a:pt x="252" y="768"/>
                      </a:cubicBezTo>
                      <a:cubicBezTo>
                        <a:pt x="255" y="752"/>
                        <a:pt x="255" y="752"/>
                        <a:pt x="255" y="752"/>
                      </a:cubicBezTo>
                      <a:cubicBezTo>
                        <a:pt x="255" y="736"/>
                        <a:pt x="255" y="736"/>
                        <a:pt x="255" y="736"/>
                      </a:cubicBezTo>
                      <a:cubicBezTo>
                        <a:pt x="255" y="736"/>
                        <a:pt x="280" y="747"/>
                        <a:pt x="285" y="735"/>
                      </a:cubicBezTo>
                      <a:cubicBezTo>
                        <a:pt x="289" y="723"/>
                        <a:pt x="269" y="711"/>
                        <a:pt x="273" y="708"/>
                      </a:cubicBezTo>
                      <a:cubicBezTo>
                        <a:pt x="277" y="704"/>
                        <a:pt x="300" y="693"/>
                        <a:pt x="300" y="693"/>
                      </a:cubicBezTo>
                      <a:cubicBezTo>
                        <a:pt x="300" y="693"/>
                        <a:pt x="311" y="702"/>
                        <a:pt x="334" y="690"/>
                      </a:cubicBezTo>
                      <a:cubicBezTo>
                        <a:pt x="356" y="679"/>
                        <a:pt x="387" y="656"/>
                        <a:pt x="391" y="639"/>
                      </a:cubicBezTo>
                      <a:cubicBezTo>
                        <a:pt x="394" y="622"/>
                        <a:pt x="407" y="577"/>
                        <a:pt x="405" y="567"/>
                      </a:cubicBezTo>
                      <a:cubicBezTo>
                        <a:pt x="403" y="557"/>
                        <a:pt x="385" y="539"/>
                        <a:pt x="385" y="539"/>
                      </a:cubicBezTo>
                      <a:cubicBezTo>
                        <a:pt x="395" y="535"/>
                        <a:pt x="395" y="535"/>
                        <a:pt x="395" y="535"/>
                      </a:cubicBezTo>
                      <a:cubicBezTo>
                        <a:pt x="395" y="535"/>
                        <a:pt x="395" y="498"/>
                        <a:pt x="390" y="485"/>
                      </a:cubicBezTo>
                      <a:cubicBezTo>
                        <a:pt x="384" y="471"/>
                        <a:pt x="368" y="448"/>
                        <a:pt x="368" y="448"/>
                      </a:cubicBezTo>
                      <a:cubicBezTo>
                        <a:pt x="368" y="448"/>
                        <a:pt x="379" y="434"/>
                        <a:pt x="363" y="418"/>
                      </a:cubicBezTo>
                      <a:cubicBezTo>
                        <a:pt x="347" y="403"/>
                        <a:pt x="302" y="361"/>
                        <a:pt x="288" y="354"/>
                      </a:cubicBezTo>
                      <a:cubicBezTo>
                        <a:pt x="274" y="348"/>
                        <a:pt x="259" y="340"/>
                        <a:pt x="256" y="332"/>
                      </a:cubicBezTo>
                      <a:cubicBezTo>
                        <a:pt x="252" y="325"/>
                        <a:pt x="260" y="319"/>
                        <a:pt x="254" y="309"/>
                      </a:cubicBezTo>
                      <a:cubicBezTo>
                        <a:pt x="248" y="299"/>
                        <a:pt x="200" y="258"/>
                        <a:pt x="193" y="235"/>
                      </a:cubicBezTo>
                      <a:cubicBezTo>
                        <a:pt x="187" y="211"/>
                        <a:pt x="182" y="185"/>
                        <a:pt x="188" y="180"/>
                      </a:cubicBezTo>
                      <a:cubicBezTo>
                        <a:pt x="195" y="176"/>
                        <a:pt x="197" y="160"/>
                        <a:pt x="197" y="160"/>
                      </a:cubicBezTo>
                      <a:cubicBezTo>
                        <a:pt x="197" y="160"/>
                        <a:pt x="215" y="147"/>
                        <a:pt x="220" y="143"/>
                      </a:cubicBezTo>
                      <a:cubicBezTo>
                        <a:pt x="226" y="140"/>
                        <a:pt x="229" y="129"/>
                        <a:pt x="229" y="129"/>
                      </a:cubicBezTo>
                      <a:cubicBezTo>
                        <a:pt x="229" y="129"/>
                        <a:pt x="248" y="132"/>
                        <a:pt x="254" y="127"/>
                      </a:cubicBezTo>
                      <a:cubicBezTo>
                        <a:pt x="259" y="122"/>
                        <a:pt x="259" y="100"/>
                        <a:pt x="259" y="100"/>
                      </a:cubicBezTo>
                      <a:cubicBezTo>
                        <a:pt x="266" y="95"/>
                        <a:pt x="266" y="95"/>
                        <a:pt x="266" y="95"/>
                      </a:cubicBezTo>
                      <a:cubicBezTo>
                        <a:pt x="264" y="94"/>
                        <a:pt x="261" y="92"/>
                        <a:pt x="257" y="92"/>
                      </a:cubicBezTo>
                      <a:cubicBezTo>
                        <a:pt x="249" y="91"/>
                        <a:pt x="236" y="94"/>
                        <a:pt x="229" y="87"/>
                      </a:cubicBezTo>
                      <a:cubicBezTo>
                        <a:pt x="222" y="80"/>
                        <a:pt x="218" y="75"/>
                        <a:pt x="218" y="75"/>
                      </a:cubicBezTo>
                      <a:cubicBezTo>
                        <a:pt x="207" y="74"/>
                        <a:pt x="207" y="74"/>
                        <a:pt x="207" y="74"/>
                      </a:cubicBezTo>
                      <a:cubicBezTo>
                        <a:pt x="207" y="61"/>
                        <a:pt x="207" y="61"/>
                        <a:pt x="207" y="61"/>
                      </a:cubicBezTo>
                      <a:cubicBezTo>
                        <a:pt x="200" y="57"/>
                        <a:pt x="200" y="57"/>
                        <a:pt x="200" y="57"/>
                      </a:cubicBezTo>
                      <a:cubicBezTo>
                        <a:pt x="196" y="47"/>
                        <a:pt x="196" y="47"/>
                        <a:pt x="196" y="47"/>
                      </a:cubicBezTo>
                      <a:cubicBezTo>
                        <a:pt x="196" y="47"/>
                        <a:pt x="212" y="40"/>
                        <a:pt x="207" y="32"/>
                      </a:cubicBezTo>
                      <a:cubicBezTo>
                        <a:pt x="202" y="24"/>
                        <a:pt x="182" y="25"/>
                        <a:pt x="182" y="25"/>
                      </a:cubicBezTo>
                      <a:cubicBezTo>
                        <a:pt x="177" y="17"/>
                        <a:pt x="177" y="17"/>
                        <a:pt x="177" y="17"/>
                      </a:cubicBezTo>
                      <a:cubicBezTo>
                        <a:pt x="156" y="22"/>
                        <a:pt x="156" y="22"/>
                        <a:pt x="156" y="22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cubicBezTo>
                        <a:pt x="134" y="0"/>
                        <a:pt x="119" y="4"/>
                        <a:pt x="115" y="9"/>
                      </a:cubicBezTo>
                      <a:cubicBezTo>
                        <a:pt x="111" y="14"/>
                        <a:pt x="117" y="28"/>
                        <a:pt x="110" y="30"/>
                      </a:cubicBezTo>
                      <a:cubicBezTo>
                        <a:pt x="103" y="32"/>
                        <a:pt x="95" y="36"/>
                        <a:pt x="95" y="36"/>
                      </a:cubicBezTo>
                      <a:cubicBezTo>
                        <a:pt x="91" y="29"/>
                        <a:pt x="91" y="29"/>
                        <a:pt x="91" y="29"/>
                      </a:cubicBezTo>
                      <a:cubicBezTo>
                        <a:pt x="80" y="29"/>
                        <a:pt x="80" y="29"/>
                        <a:pt x="80" y="29"/>
                      </a:cubicBezTo>
                      <a:cubicBezTo>
                        <a:pt x="80" y="29"/>
                        <a:pt x="97" y="45"/>
                        <a:pt x="84" y="46"/>
                      </a:cubicBezTo>
                      <a:cubicBezTo>
                        <a:pt x="71" y="47"/>
                        <a:pt x="72" y="42"/>
                        <a:pt x="72" y="42"/>
                      </a:cubicBezTo>
                      <a:cubicBezTo>
                        <a:pt x="63" y="29"/>
                        <a:pt x="63" y="29"/>
                        <a:pt x="63" y="29"/>
                      </a:cubicBezTo>
                      <a:cubicBezTo>
                        <a:pt x="58" y="30"/>
                        <a:pt x="58" y="30"/>
                        <a:pt x="58" y="30"/>
                      </a:cubicBezTo>
                      <a:cubicBezTo>
                        <a:pt x="59" y="43"/>
                        <a:pt x="59" y="43"/>
                        <a:pt x="59" y="43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48" y="31"/>
                        <a:pt x="39" y="47"/>
                        <a:pt x="33" y="47"/>
                      </a:cubicBezTo>
                      <a:cubicBezTo>
                        <a:pt x="27" y="47"/>
                        <a:pt x="8" y="24"/>
                        <a:pt x="4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1" name="Freeform 217"/>
                <p:cNvSpPr>
                  <a:spLocks/>
                </p:cNvSpPr>
                <p:nvPr/>
              </p:nvSpPr>
              <p:spPr bwMode="gray">
                <a:xfrm>
                  <a:off x="2208" y="-13873"/>
                  <a:ext cx="945" cy="551"/>
                </a:xfrm>
                <a:custGeom>
                  <a:avLst/>
                  <a:gdLst>
                    <a:gd name="T0" fmla="*/ 203 w 400"/>
                    <a:gd name="T1" fmla="*/ 166 h 233"/>
                    <a:gd name="T2" fmla="*/ 213 w 400"/>
                    <a:gd name="T3" fmla="*/ 179 h 233"/>
                    <a:gd name="T4" fmla="*/ 227 w 400"/>
                    <a:gd name="T5" fmla="*/ 176 h 233"/>
                    <a:gd name="T6" fmla="*/ 244 w 400"/>
                    <a:gd name="T7" fmla="*/ 194 h 233"/>
                    <a:gd name="T8" fmla="*/ 262 w 400"/>
                    <a:gd name="T9" fmla="*/ 213 h 233"/>
                    <a:gd name="T10" fmla="*/ 274 w 400"/>
                    <a:gd name="T11" fmla="*/ 204 h 233"/>
                    <a:gd name="T12" fmla="*/ 296 w 400"/>
                    <a:gd name="T13" fmla="*/ 218 h 233"/>
                    <a:gd name="T14" fmla="*/ 313 w 400"/>
                    <a:gd name="T15" fmla="*/ 213 h 233"/>
                    <a:gd name="T16" fmla="*/ 337 w 400"/>
                    <a:gd name="T17" fmla="*/ 230 h 233"/>
                    <a:gd name="T18" fmla="*/ 351 w 400"/>
                    <a:gd name="T19" fmla="*/ 219 h 233"/>
                    <a:gd name="T20" fmla="*/ 361 w 400"/>
                    <a:gd name="T21" fmla="*/ 229 h 233"/>
                    <a:gd name="T22" fmla="*/ 377 w 400"/>
                    <a:gd name="T23" fmla="*/ 230 h 233"/>
                    <a:gd name="T24" fmla="*/ 399 w 400"/>
                    <a:gd name="T25" fmla="*/ 224 h 233"/>
                    <a:gd name="T26" fmla="*/ 400 w 400"/>
                    <a:gd name="T27" fmla="*/ 206 h 233"/>
                    <a:gd name="T28" fmla="*/ 390 w 400"/>
                    <a:gd name="T29" fmla="*/ 191 h 233"/>
                    <a:gd name="T30" fmla="*/ 390 w 400"/>
                    <a:gd name="T31" fmla="*/ 159 h 233"/>
                    <a:gd name="T32" fmla="*/ 384 w 400"/>
                    <a:gd name="T33" fmla="*/ 144 h 233"/>
                    <a:gd name="T34" fmla="*/ 363 w 400"/>
                    <a:gd name="T35" fmla="*/ 153 h 233"/>
                    <a:gd name="T36" fmla="*/ 316 w 400"/>
                    <a:gd name="T37" fmla="*/ 134 h 233"/>
                    <a:gd name="T38" fmla="*/ 304 w 400"/>
                    <a:gd name="T39" fmla="*/ 143 h 233"/>
                    <a:gd name="T40" fmla="*/ 295 w 400"/>
                    <a:gd name="T41" fmla="*/ 130 h 233"/>
                    <a:gd name="T42" fmla="*/ 284 w 400"/>
                    <a:gd name="T43" fmla="*/ 143 h 233"/>
                    <a:gd name="T44" fmla="*/ 275 w 400"/>
                    <a:gd name="T45" fmla="*/ 124 h 233"/>
                    <a:gd name="T46" fmla="*/ 247 w 400"/>
                    <a:gd name="T47" fmla="*/ 126 h 233"/>
                    <a:gd name="T48" fmla="*/ 243 w 400"/>
                    <a:gd name="T49" fmla="*/ 109 h 233"/>
                    <a:gd name="T50" fmla="*/ 223 w 400"/>
                    <a:gd name="T51" fmla="*/ 113 h 233"/>
                    <a:gd name="T52" fmla="*/ 201 w 400"/>
                    <a:gd name="T53" fmla="*/ 95 h 233"/>
                    <a:gd name="T54" fmla="*/ 187 w 400"/>
                    <a:gd name="T55" fmla="*/ 66 h 233"/>
                    <a:gd name="T56" fmla="*/ 168 w 400"/>
                    <a:gd name="T57" fmla="*/ 83 h 233"/>
                    <a:gd name="T58" fmla="*/ 149 w 400"/>
                    <a:gd name="T59" fmla="*/ 50 h 233"/>
                    <a:gd name="T60" fmla="*/ 118 w 400"/>
                    <a:gd name="T61" fmla="*/ 44 h 233"/>
                    <a:gd name="T62" fmla="*/ 86 w 400"/>
                    <a:gd name="T63" fmla="*/ 15 h 233"/>
                    <a:gd name="T64" fmla="*/ 59 w 400"/>
                    <a:gd name="T65" fmla="*/ 17 h 233"/>
                    <a:gd name="T66" fmla="*/ 44 w 400"/>
                    <a:gd name="T67" fmla="*/ 30 h 233"/>
                    <a:gd name="T68" fmla="*/ 32 w 400"/>
                    <a:gd name="T69" fmla="*/ 19 h 233"/>
                    <a:gd name="T70" fmla="*/ 26 w 400"/>
                    <a:gd name="T71" fmla="*/ 32 h 233"/>
                    <a:gd name="T72" fmla="*/ 11 w 400"/>
                    <a:gd name="T73" fmla="*/ 50 h 233"/>
                    <a:gd name="T74" fmla="*/ 17 w 400"/>
                    <a:gd name="T75" fmla="*/ 59 h 233"/>
                    <a:gd name="T76" fmla="*/ 10 w 400"/>
                    <a:gd name="T77" fmla="*/ 67 h 233"/>
                    <a:gd name="T78" fmla="*/ 19 w 400"/>
                    <a:gd name="T79" fmla="*/ 73 h 233"/>
                    <a:gd name="T80" fmla="*/ 7 w 400"/>
                    <a:gd name="T81" fmla="*/ 91 h 233"/>
                    <a:gd name="T82" fmla="*/ 26 w 400"/>
                    <a:gd name="T83" fmla="*/ 110 h 233"/>
                    <a:gd name="T84" fmla="*/ 36 w 400"/>
                    <a:gd name="T85" fmla="*/ 104 h 233"/>
                    <a:gd name="T86" fmla="*/ 47 w 400"/>
                    <a:gd name="T87" fmla="*/ 122 h 233"/>
                    <a:gd name="T88" fmla="*/ 65 w 400"/>
                    <a:gd name="T89" fmla="*/ 122 h 233"/>
                    <a:gd name="T90" fmla="*/ 72 w 400"/>
                    <a:gd name="T91" fmla="*/ 132 h 233"/>
                    <a:gd name="T92" fmla="*/ 100 w 400"/>
                    <a:gd name="T93" fmla="*/ 147 h 233"/>
                    <a:gd name="T94" fmla="*/ 109 w 400"/>
                    <a:gd name="T95" fmla="*/ 146 h 233"/>
                    <a:gd name="T96" fmla="*/ 124 w 400"/>
                    <a:gd name="T97" fmla="*/ 160 h 233"/>
                    <a:gd name="T98" fmla="*/ 142 w 400"/>
                    <a:gd name="T99" fmla="*/ 159 h 233"/>
                    <a:gd name="T100" fmla="*/ 148 w 400"/>
                    <a:gd name="T101" fmla="*/ 168 h 233"/>
                    <a:gd name="T102" fmla="*/ 168 w 400"/>
                    <a:gd name="T103" fmla="*/ 174 h 233"/>
                    <a:gd name="T104" fmla="*/ 171 w 400"/>
                    <a:gd name="T105" fmla="*/ 181 h 233"/>
                    <a:gd name="T106" fmla="*/ 185 w 400"/>
                    <a:gd name="T107" fmla="*/ 173 h 233"/>
                    <a:gd name="T108" fmla="*/ 195 w 400"/>
                    <a:gd name="T109" fmla="*/ 180 h 233"/>
                    <a:gd name="T110" fmla="*/ 203 w 400"/>
                    <a:gd name="T111" fmla="*/ 166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00" h="233">
                      <a:moveTo>
                        <a:pt x="203" y="166"/>
                      </a:moveTo>
                      <a:cubicBezTo>
                        <a:pt x="212" y="171"/>
                        <a:pt x="213" y="179"/>
                        <a:pt x="213" y="179"/>
                      </a:cubicBezTo>
                      <a:cubicBezTo>
                        <a:pt x="227" y="176"/>
                        <a:pt x="227" y="176"/>
                        <a:pt x="227" y="176"/>
                      </a:cubicBezTo>
                      <a:cubicBezTo>
                        <a:pt x="227" y="176"/>
                        <a:pt x="235" y="186"/>
                        <a:pt x="244" y="194"/>
                      </a:cubicBezTo>
                      <a:cubicBezTo>
                        <a:pt x="253" y="202"/>
                        <a:pt x="262" y="213"/>
                        <a:pt x="262" y="213"/>
                      </a:cubicBezTo>
                      <a:cubicBezTo>
                        <a:pt x="274" y="204"/>
                        <a:pt x="274" y="204"/>
                        <a:pt x="274" y="204"/>
                      </a:cubicBezTo>
                      <a:cubicBezTo>
                        <a:pt x="296" y="218"/>
                        <a:pt x="296" y="218"/>
                        <a:pt x="296" y="218"/>
                      </a:cubicBezTo>
                      <a:cubicBezTo>
                        <a:pt x="296" y="218"/>
                        <a:pt x="300" y="209"/>
                        <a:pt x="313" y="213"/>
                      </a:cubicBezTo>
                      <a:cubicBezTo>
                        <a:pt x="326" y="217"/>
                        <a:pt x="337" y="230"/>
                        <a:pt x="337" y="230"/>
                      </a:cubicBezTo>
                      <a:cubicBezTo>
                        <a:pt x="337" y="230"/>
                        <a:pt x="345" y="219"/>
                        <a:pt x="351" y="219"/>
                      </a:cubicBezTo>
                      <a:cubicBezTo>
                        <a:pt x="357" y="219"/>
                        <a:pt x="352" y="229"/>
                        <a:pt x="361" y="229"/>
                      </a:cubicBezTo>
                      <a:cubicBezTo>
                        <a:pt x="370" y="229"/>
                        <a:pt x="377" y="230"/>
                        <a:pt x="377" y="230"/>
                      </a:cubicBezTo>
                      <a:cubicBezTo>
                        <a:pt x="377" y="230"/>
                        <a:pt x="398" y="233"/>
                        <a:pt x="399" y="224"/>
                      </a:cubicBezTo>
                      <a:cubicBezTo>
                        <a:pt x="400" y="215"/>
                        <a:pt x="400" y="206"/>
                        <a:pt x="400" y="206"/>
                      </a:cubicBezTo>
                      <a:cubicBezTo>
                        <a:pt x="390" y="191"/>
                        <a:pt x="390" y="191"/>
                        <a:pt x="390" y="191"/>
                      </a:cubicBezTo>
                      <a:cubicBezTo>
                        <a:pt x="390" y="159"/>
                        <a:pt x="390" y="159"/>
                        <a:pt x="390" y="159"/>
                      </a:cubicBezTo>
                      <a:cubicBezTo>
                        <a:pt x="384" y="144"/>
                        <a:pt x="384" y="144"/>
                        <a:pt x="384" y="144"/>
                      </a:cubicBezTo>
                      <a:cubicBezTo>
                        <a:pt x="376" y="148"/>
                        <a:pt x="369" y="152"/>
                        <a:pt x="363" y="153"/>
                      </a:cubicBezTo>
                      <a:cubicBezTo>
                        <a:pt x="349" y="154"/>
                        <a:pt x="316" y="134"/>
                        <a:pt x="316" y="134"/>
                      </a:cubicBezTo>
                      <a:cubicBezTo>
                        <a:pt x="316" y="134"/>
                        <a:pt x="314" y="142"/>
                        <a:pt x="304" y="143"/>
                      </a:cubicBezTo>
                      <a:cubicBezTo>
                        <a:pt x="294" y="144"/>
                        <a:pt x="295" y="130"/>
                        <a:pt x="295" y="130"/>
                      </a:cubicBezTo>
                      <a:cubicBezTo>
                        <a:pt x="295" y="130"/>
                        <a:pt x="293" y="144"/>
                        <a:pt x="284" y="143"/>
                      </a:cubicBezTo>
                      <a:cubicBezTo>
                        <a:pt x="275" y="142"/>
                        <a:pt x="275" y="124"/>
                        <a:pt x="275" y="124"/>
                      </a:cubicBezTo>
                      <a:cubicBezTo>
                        <a:pt x="275" y="124"/>
                        <a:pt x="263" y="133"/>
                        <a:pt x="247" y="126"/>
                      </a:cubicBezTo>
                      <a:cubicBezTo>
                        <a:pt x="231" y="119"/>
                        <a:pt x="248" y="116"/>
                        <a:pt x="243" y="109"/>
                      </a:cubicBezTo>
                      <a:cubicBezTo>
                        <a:pt x="238" y="102"/>
                        <a:pt x="223" y="113"/>
                        <a:pt x="223" y="113"/>
                      </a:cubicBezTo>
                      <a:cubicBezTo>
                        <a:pt x="223" y="113"/>
                        <a:pt x="209" y="101"/>
                        <a:pt x="201" y="95"/>
                      </a:cubicBezTo>
                      <a:cubicBezTo>
                        <a:pt x="193" y="89"/>
                        <a:pt x="198" y="73"/>
                        <a:pt x="187" y="66"/>
                      </a:cubicBezTo>
                      <a:cubicBezTo>
                        <a:pt x="176" y="59"/>
                        <a:pt x="172" y="84"/>
                        <a:pt x="168" y="83"/>
                      </a:cubicBezTo>
                      <a:cubicBezTo>
                        <a:pt x="164" y="82"/>
                        <a:pt x="149" y="50"/>
                        <a:pt x="149" y="50"/>
                      </a:cubicBezTo>
                      <a:cubicBezTo>
                        <a:pt x="118" y="44"/>
                        <a:pt x="118" y="44"/>
                        <a:pt x="118" y="44"/>
                      </a:cubicBezTo>
                      <a:cubicBezTo>
                        <a:pt x="118" y="44"/>
                        <a:pt x="100" y="30"/>
                        <a:pt x="86" y="15"/>
                      </a:cubicBezTo>
                      <a:cubicBezTo>
                        <a:pt x="72" y="0"/>
                        <a:pt x="59" y="17"/>
                        <a:pt x="59" y="17"/>
                      </a:cubicBezTo>
                      <a:cubicBezTo>
                        <a:pt x="44" y="30"/>
                        <a:pt x="44" y="30"/>
                        <a:pt x="44" y="30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7" y="59"/>
                        <a:pt x="17" y="59"/>
                        <a:pt x="17" y="59"/>
                      </a:cubicBezTo>
                      <a:cubicBezTo>
                        <a:pt x="17" y="59"/>
                        <a:pt x="6" y="61"/>
                        <a:pt x="10" y="67"/>
                      </a:cubicBezTo>
                      <a:cubicBezTo>
                        <a:pt x="14" y="73"/>
                        <a:pt x="19" y="73"/>
                        <a:pt x="19" y="73"/>
                      </a:cubicBezTo>
                      <a:cubicBezTo>
                        <a:pt x="19" y="73"/>
                        <a:pt x="0" y="83"/>
                        <a:pt x="7" y="91"/>
                      </a:cubicBezTo>
                      <a:cubicBezTo>
                        <a:pt x="14" y="99"/>
                        <a:pt x="26" y="110"/>
                        <a:pt x="26" y="110"/>
                      </a:cubicBezTo>
                      <a:cubicBezTo>
                        <a:pt x="36" y="104"/>
                        <a:pt x="36" y="104"/>
                        <a:pt x="36" y="104"/>
                      </a:cubicBez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65" y="122"/>
                        <a:pt x="65" y="122"/>
                        <a:pt x="65" y="12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100" y="147"/>
                        <a:pt x="100" y="147"/>
                        <a:pt x="100" y="147"/>
                      </a:cubicBezTo>
                      <a:cubicBezTo>
                        <a:pt x="109" y="146"/>
                        <a:pt x="109" y="146"/>
                        <a:pt x="109" y="146"/>
                      </a:cubicBezTo>
                      <a:cubicBezTo>
                        <a:pt x="109" y="146"/>
                        <a:pt x="116" y="160"/>
                        <a:pt x="124" y="160"/>
                      </a:cubicBezTo>
                      <a:cubicBezTo>
                        <a:pt x="132" y="160"/>
                        <a:pt x="137" y="157"/>
                        <a:pt x="142" y="159"/>
                      </a:cubicBezTo>
                      <a:cubicBezTo>
                        <a:pt x="147" y="161"/>
                        <a:pt x="135" y="166"/>
                        <a:pt x="148" y="168"/>
                      </a:cubicBezTo>
                      <a:cubicBezTo>
                        <a:pt x="161" y="170"/>
                        <a:pt x="168" y="174"/>
                        <a:pt x="168" y="174"/>
                      </a:cubicBezTo>
                      <a:cubicBezTo>
                        <a:pt x="171" y="181"/>
                        <a:pt x="171" y="181"/>
                        <a:pt x="171" y="181"/>
                      </a:cubicBezTo>
                      <a:cubicBezTo>
                        <a:pt x="171" y="181"/>
                        <a:pt x="176" y="173"/>
                        <a:pt x="185" y="173"/>
                      </a:cubicBezTo>
                      <a:cubicBezTo>
                        <a:pt x="194" y="173"/>
                        <a:pt x="195" y="180"/>
                        <a:pt x="195" y="180"/>
                      </a:cubicBezTo>
                      <a:cubicBezTo>
                        <a:pt x="195" y="180"/>
                        <a:pt x="194" y="161"/>
                        <a:pt x="203" y="16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2" name="Freeform 218"/>
                <p:cNvSpPr>
                  <a:spLocks/>
                </p:cNvSpPr>
                <p:nvPr/>
              </p:nvSpPr>
              <p:spPr bwMode="gray">
                <a:xfrm>
                  <a:off x="3179" y="-13589"/>
                  <a:ext cx="416" cy="219"/>
                </a:xfrm>
                <a:custGeom>
                  <a:avLst/>
                  <a:gdLst>
                    <a:gd name="T0" fmla="*/ 66 w 176"/>
                    <a:gd name="T1" fmla="*/ 92 h 93"/>
                    <a:gd name="T2" fmla="*/ 88 w 176"/>
                    <a:gd name="T3" fmla="*/ 84 h 93"/>
                    <a:gd name="T4" fmla="*/ 113 w 176"/>
                    <a:gd name="T5" fmla="*/ 90 h 93"/>
                    <a:gd name="T6" fmla="*/ 139 w 176"/>
                    <a:gd name="T7" fmla="*/ 86 h 93"/>
                    <a:gd name="T8" fmla="*/ 162 w 176"/>
                    <a:gd name="T9" fmla="*/ 86 h 93"/>
                    <a:gd name="T10" fmla="*/ 161 w 176"/>
                    <a:gd name="T11" fmla="*/ 68 h 93"/>
                    <a:gd name="T12" fmla="*/ 161 w 176"/>
                    <a:gd name="T13" fmla="*/ 54 h 93"/>
                    <a:gd name="T14" fmla="*/ 140 w 176"/>
                    <a:gd name="T15" fmla="*/ 48 h 93"/>
                    <a:gd name="T16" fmla="*/ 142 w 176"/>
                    <a:gd name="T17" fmla="*/ 39 h 93"/>
                    <a:gd name="T18" fmla="*/ 129 w 176"/>
                    <a:gd name="T19" fmla="*/ 18 h 93"/>
                    <a:gd name="T20" fmla="*/ 80 w 176"/>
                    <a:gd name="T21" fmla="*/ 25 h 93"/>
                    <a:gd name="T22" fmla="*/ 80 w 176"/>
                    <a:gd name="T23" fmla="*/ 11 h 93"/>
                    <a:gd name="T24" fmla="*/ 56 w 176"/>
                    <a:gd name="T25" fmla="*/ 5 h 93"/>
                    <a:gd name="T26" fmla="*/ 18 w 176"/>
                    <a:gd name="T27" fmla="*/ 56 h 93"/>
                    <a:gd name="T28" fmla="*/ 23 w 176"/>
                    <a:gd name="T29" fmla="*/ 76 h 93"/>
                    <a:gd name="T30" fmla="*/ 50 w 176"/>
                    <a:gd name="T31" fmla="*/ 81 h 93"/>
                    <a:gd name="T32" fmla="*/ 66 w 176"/>
                    <a:gd name="T33" fmla="*/ 92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76" h="93">
                      <a:moveTo>
                        <a:pt x="66" y="92"/>
                      </a:moveTo>
                      <a:cubicBezTo>
                        <a:pt x="85" y="92"/>
                        <a:pt x="79" y="84"/>
                        <a:pt x="88" y="84"/>
                      </a:cubicBezTo>
                      <a:cubicBezTo>
                        <a:pt x="97" y="84"/>
                        <a:pt x="95" y="90"/>
                        <a:pt x="113" y="90"/>
                      </a:cubicBezTo>
                      <a:cubicBezTo>
                        <a:pt x="131" y="90"/>
                        <a:pt x="139" y="86"/>
                        <a:pt x="139" y="86"/>
                      </a:cubicBezTo>
                      <a:cubicBezTo>
                        <a:pt x="139" y="86"/>
                        <a:pt x="148" y="93"/>
                        <a:pt x="162" y="86"/>
                      </a:cubicBezTo>
                      <a:cubicBezTo>
                        <a:pt x="176" y="79"/>
                        <a:pt x="161" y="68"/>
                        <a:pt x="161" y="68"/>
                      </a:cubicBezTo>
                      <a:cubicBezTo>
                        <a:pt x="161" y="54"/>
                        <a:pt x="161" y="54"/>
                        <a:pt x="161" y="54"/>
                      </a:cubicBezTo>
                      <a:cubicBezTo>
                        <a:pt x="161" y="54"/>
                        <a:pt x="144" y="55"/>
                        <a:pt x="140" y="48"/>
                      </a:cubicBezTo>
                      <a:cubicBezTo>
                        <a:pt x="136" y="41"/>
                        <a:pt x="142" y="39"/>
                        <a:pt x="142" y="39"/>
                      </a:cubicBezTo>
                      <a:cubicBezTo>
                        <a:pt x="142" y="39"/>
                        <a:pt x="142" y="29"/>
                        <a:pt x="129" y="18"/>
                      </a:cubicBezTo>
                      <a:cubicBezTo>
                        <a:pt x="116" y="7"/>
                        <a:pt x="80" y="25"/>
                        <a:pt x="80" y="25"/>
                      </a:cubicBez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70" y="10"/>
                        <a:pt x="56" y="5"/>
                      </a:cubicBezTo>
                      <a:cubicBezTo>
                        <a:pt x="42" y="0"/>
                        <a:pt x="18" y="56"/>
                        <a:pt x="18" y="56"/>
                      </a:cubicBezTo>
                      <a:cubicBezTo>
                        <a:pt x="18" y="56"/>
                        <a:pt x="0" y="60"/>
                        <a:pt x="23" y="76"/>
                      </a:cubicBezTo>
                      <a:cubicBezTo>
                        <a:pt x="46" y="92"/>
                        <a:pt x="50" y="81"/>
                        <a:pt x="50" y="81"/>
                      </a:cubicBezTo>
                      <a:cubicBezTo>
                        <a:pt x="50" y="81"/>
                        <a:pt x="47" y="92"/>
                        <a:pt x="66" y="9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3" name="Freeform 219"/>
                <p:cNvSpPr>
                  <a:spLocks/>
                </p:cNvSpPr>
                <p:nvPr/>
              </p:nvSpPr>
              <p:spPr bwMode="gray">
                <a:xfrm>
                  <a:off x="3160" y="-13353"/>
                  <a:ext cx="584" cy="671"/>
                </a:xfrm>
                <a:custGeom>
                  <a:avLst/>
                  <a:gdLst>
                    <a:gd name="T0" fmla="*/ 90 w 247"/>
                    <a:gd name="T1" fmla="*/ 275 h 284"/>
                    <a:gd name="T2" fmla="*/ 92 w 247"/>
                    <a:gd name="T3" fmla="*/ 236 h 284"/>
                    <a:gd name="T4" fmla="*/ 142 w 247"/>
                    <a:gd name="T5" fmla="*/ 250 h 284"/>
                    <a:gd name="T6" fmla="*/ 143 w 247"/>
                    <a:gd name="T7" fmla="*/ 227 h 284"/>
                    <a:gd name="T8" fmla="*/ 182 w 247"/>
                    <a:gd name="T9" fmla="*/ 240 h 284"/>
                    <a:gd name="T10" fmla="*/ 190 w 247"/>
                    <a:gd name="T11" fmla="*/ 223 h 284"/>
                    <a:gd name="T12" fmla="*/ 182 w 247"/>
                    <a:gd name="T13" fmla="*/ 202 h 284"/>
                    <a:gd name="T14" fmla="*/ 213 w 247"/>
                    <a:gd name="T15" fmla="*/ 235 h 284"/>
                    <a:gd name="T16" fmla="*/ 210 w 247"/>
                    <a:gd name="T17" fmla="*/ 280 h 284"/>
                    <a:gd name="T18" fmla="*/ 222 w 247"/>
                    <a:gd name="T19" fmla="*/ 284 h 284"/>
                    <a:gd name="T20" fmla="*/ 226 w 247"/>
                    <a:gd name="T21" fmla="*/ 273 h 284"/>
                    <a:gd name="T22" fmla="*/ 247 w 247"/>
                    <a:gd name="T23" fmla="*/ 276 h 284"/>
                    <a:gd name="T24" fmla="*/ 240 w 247"/>
                    <a:gd name="T25" fmla="*/ 237 h 284"/>
                    <a:gd name="T26" fmla="*/ 220 w 247"/>
                    <a:gd name="T27" fmla="*/ 187 h 284"/>
                    <a:gd name="T28" fmla="*/ 204 w 247"/>
                    <a:gd name="T29" fmla="*/ 153 h 284"/>
                    <a:gd name="T30" fmla="*/ 194 w 247"/>
                    <a:gd name="T31" fmla="*/ 170 h 284"/>
                    <a:gd name="T32" fmla="*/ 187 w 247"/>
                    <a:gd name="T33" fmla="*/ 193 h 284"/>
                    <a:gd name="T34" fmla="*/ 178 w 247"/>
                    <a:gd name="T35" fmla="*/ 178 h 284"/>
                    <a:gd name="T36" fmla="*/ 158 w 247"/>
                    <a:gd name="T37" fmla="*/ 159 h 284"/>
                    <a:gd name="T38" fmla="*/ 168 w 247"/>
                    <a:gd name="T39" fmla="*/ 130 h 284"/>
                    <a:gd name="T40" fmla="*/ 193 w 247"/>
                    <a:gd name="T41" fmla="*/ 115 h 284"/>
                    <a:gd name="T42" fmla="*/ 196 w 247"/>
                    <a:gd name="T43" fmla="*/ 92 h 284"/>
                    <a:gd name="T44" fmla="*/ 206 w 247"/>
                    <a:gd name="T45" fmla="*/ 86 h 284"/>
                    <a:gd name="T46" fmla="*/ 184 w 247"/>
                    <a:gd name="T47" fmla="*/ 68 h 284"/>
                    <a:gd name="T48" fmla="*/ 154 w 247"/>
                    <a:gd name="T49" fmla="*/ 79 h 284"/>
                    <a:gd name="T50" fmla="*/ 113 w 247"/>
                    <a:gd name="T51" fmla="*/ 75 h 284"/>
                    <a:gd name="T52" fmla="*/ 86 w 247"/>
                    <a:gd name="T53" fmla="*/ 69 h 284"/>
                    <a:gd name="T54" fmla="*/ 85 w 247"/>
                    <a:gd name="T55" fmla="*/ 46 h 284"/>
                    <a:gd name="T56" fmla="*/ 81 w 247"/>
                    <a:gd name="T57" fmla="*/ 44 h 284"/>
                    <a:gd name="T58" fmla="*/ 77 w 247"/>
                    <a:gd name="T59" fmla="*/ 23 h 284"/>
                    <a:gd name="T60" fmla="*/ 67 w 247"/>
                    <a:gd name="T61" fmla="*/ 17 h 284"/>
                    <a:gd name="T62" fmla="*/ 66 w 247"/>
                    <a:gd name="T63" fmla="*/ 29 h 284"/>
                    <a:gd name="T64" fmla="*/ 50 w 247"/>
                    <a:gd name="T65" fmla="*/ 21 h 284"/>
                    <a:gd name="T66" fmla="*/ 41 w 247"/>
                    <a:gd name="T67" fmla="*/ 3 h 284"/>
                    <a:gd name="T68" fmla="*/ 30 w 247"/>
                    <a:gd name="T69" fmla="*/ 4 h 284"/>
                    <a:gd name="T70" fmla="*/ 33 w 247"/>
                    <a:gd name="T71" fmla="*/ 11 h 284"/>
                    <a:gd name="T72" fmla="*/ 17 w 247"/>
                    <a:gd name="T73" fmla="*/ 3 h 284"/>
                    <a:gd name="T74" fmla="*/ 6 w 247"/>
                    <a:gd name="T75" fmla="*/ 0 h 284"/>
                    <a:gd name="T76" fmla="*/ 11 w 247"/>
                    <a:gd name="T77" fmla="*/ 12 h 284"/>
                    <a:gd name="T78" fmla="*/ 2 w 247"/>
                    <a:gd name="T79" fmla="*/ 35 h 284"/>
                    <a:gd name="T80" fmla="*/ 26 w 247"/>
                    <a:gd name="T81" fmla="*/ 54 h 284"/>
                    <a:gd name="T82" fmla="*/ 43 w 247"/>
                    <a:gd name="T83" fmla="*/ 65 h 284"/>
                    <a:gd name="T84" fmla="*/ 44 w 247"/>
                    <a:gd name="T85" fmla="*/ 73 h 284"/>
                    <a:gd name="T86" fmla="*/ 22 w 247"/>
                    <a:gd name="T87" fmla="*/ 74 h 284"/>
                    <a:gd name="T88" fmla="*/ 22 w 247"/>
                    <a:gd name="T89" fmla="*/ 93 h 284"/>
                    <a:gd name="T90" fmla="*/ 13 w 247"/>
                    <a:gd name="T91" fmla="*/ 106 h 284"/>
                    <a:gd name="T92" fmla="*/ 47 w 247"/>
                    <a:gd name="T93" fmla="*/ 126 h 284"/>
                    <a:gd name="T94" fmla="*/ 35 w 247"/>
                    <a:gd name="T95" fmla="*/ 150 h 284"/>
                    <a:gd name="T96" fmla="*/ 44 w 247"/>
                    <a:gd name="T97" fmla="*/ 170 h 284"/>
                    <a:gd name="T98" fmla="*/ 64 w 247"/>
                    <a:gd name="T99" fmla="*/ 186 h 284"/>
                    <a:gd name="T100" fmla="*/ 63 w 247"/>
                    <a:gd name="T101" fmla="*/ 206 h 284"/>
                    <a:gd name="T102" fmla="*/ 75 w 247"/>
                    <a:gd name="T103" fmla="*/ 234 h 284"/>
                    <a:gd name="T104" fmla="*/ 73 w 247"/>
                    <a:gd name="T105" fmla="*/ 252 h 284"/>
                    <a:gd name="T106" fmla="*/ 90 w 247"/>
                    <a:gd name="T107" fmla="*/ 275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47" h="284">
                      <a:moveTo>
                        <a:pt x="90" y="275"/>
                      </a:moveTo>
                      <a:cubicBezTo>
                        <a:pt x="92" y="236"/>
                        <a:pt x="92" y="236"/>
                        <a:pt x="92" y="236"/>
                      </a:cubicBezTo>
                      <a:cubicBezTo>
                        <a:pt x="92" y="236"/>
                        <a:pt x="134" y="252"/>
                        <a:pt x="142" y="250"/>
                      </a:cubicBezTo>
                      <a:cubicBezTo>
                        <a:pt x="150" y="247"/>
                        <a:pt x="134" y="229"/>
                        <a:pt x="143" y="227"/>
                      </a:cubicBezTo>
                      <a:cubicBezTo>
                        <a:pt x="152" y="225"/>
                        <a:pt x="169" y="245"/>
                        <a:pt x="182" y="240"/>
                      </a:cubicBezTo>
                      <a:cubicBezTo>
                        <a:pt x="195" y="236"/>
                        <a:pt x="190" y="223"/>
                        <a:pt x="190" y="223"/>
                      </a:cubicBezTo>
                      <a:cubicBezTo>
                        <a:pt x="182" y="202"/>
                        <a:pt x="182" y="202"/>
                        <a:pt x="182" y="202"/>
                      </a:cubicBezTo>
                      <a:cubicBezTo>
                        <a:pt x="213" y="235"/>
                        <a:pt x="213" y="235"/>
                        <a:pt x="213" y="235"/>
                      </a:cubicBezTo>
                      <a:cubicBezTo>
                        <a:pt x="213" y="235"/>
                        <a:pt x="201" y="274"/>
                        <a:pt x="210" y="280"/>
                      </a:cubicBezTo>
                      <a:cubicBezTo>
                        <a:pt x="213" y="282"/>
                        <a:pt x="218" y="283"/>
                        <a:pt x="222" y="284"/>
                      </a:cubicBezTo>
                      <a:cubicBezTo>
                        <a:pt x="224" y="277"/>
                        <a:pt x="226" y="273"/>
                        <a:pt x="226" y="273"/>
                      </a:cubicBezTo>
                      <a:cubicBezTo>
                        <a:pt x="247" y="276"/>
                        <a:pt x="247" y="276"/>
                        <a:pt x="247" y="276"/>
                      </a:cubicBezTo>
                      <a:cubicBezTo>
                        <a:pt x="240" y="237"/>
                        <a:pt x="240" y="237"/>
                        <a:pt x="240" y="237"/>
                      </a:cubicBezTo>
                      <a:cubicBezTo>
                        <a:pt x="240" y="237"/>
                        <a:pt x="224" y="198"/>
                        <a:pt x="220" y="187"/>
                      </a:cubicBezTo>
                      <a:cubicBezTo>
                        <a:pt x="216" y="176"/>
                        <a:pt x="222" y="157"/>
                        <a:pt x="204" y="153"/>
                      </a:cubicBezTo>
                      <a:cubicBezTo>
                        <a:pt x="186" y="149"/>
                        <a:pt x="194" y="170"/>
                        <a:pt x="194" y="170"/>
                      </a:cubicBezTo>
                      <a:cubicBezTo>
                        <a:pt x="187" y="193"/>
                        <a:pt x="187" y="193"/>
                        <a:pt x="187" y="193"/>
                      </a:cubicBezTo>
                      <a:cubicBezTo>
                        <a:pt x="178" y="178"/>
                        <a:pt x="178" y="178"/>
                        <a:pt x="178" y="178"/>
                      </a:cubicBezTo>
                      <a:cubicBezTo>
                        <a:pt x="178" y="178"/>
                        <a:pt x="158" y="175"/>
                        <a:pt x="158" y="159"/>
                      </a:cubicBezTo>
                      <a:cubicBezTo>
                        <a:pt x="158" y="143"/>
                        <a:pt x="160" y="133"/>
                        <a:pt x="168" y="130"/>
                      </a:cubicBezTo>
                      <a:cubicBezTo>
                        <a:pt x="176" y="127"/>
                        <a:pt x="190" y="129"/>
                        <a:pt x="193" y="115"/>
                      </a:cubicBezTo>
                      <a:cubicBezTo>
                        <a:pt x="196" y="101"/>
                        <a:pt x="196" y="92"/>
                        <a:pt x="196" y="92"/>
                      </a:cubicBezTo>
                      <a:cubicBezTo>
                        <a:pt x="196" y="92"/>
                        <a:pt x="206" y="96"/>
                        <a:pt x="206" y="86"/>
                      </a:cubicBezTo>
                      <a:cubicBezTo>
                        <a:pt x="206" y="76"/>
                        <a:pt x="184" y="68"/>
                        <a:pt x="184" y="68"/>
                      </a:cubicBezTo>
                      <a:cubicBezTo>
                        <a:pt x="154" y="79"/>
                        <a:pt x="154" y="79"/>
                        <a:pt x="154" y="79"/>
                      </a:cubicBezTo>
                      <a:cubicBezTo>
                        <a:pt x="154" y="79"/>
                        <a:pt x="123" y="75"/>
                        <a:pt x="113" y="75"/>
                      </a:cubicBezTo>
                      <a:cubicBezTo>
                        <a:pt x="103" y="75"/>
                        <a:pt x="86" y="72"/>
                        <a:pt x="86" y="69"/>
                      </a:cubicBezTo>
                      <a:cubicBezTo>
                        <a:pt x="86" y="66"/>
                        <a:pt x="85" y="46"/>
                        <a:pt x="85" y="46"/>
                      </a:cubicBezTo>
                      <a:cubicBezTo>
                        <a:pt x="81" y="44"/>
                        <a:pt x="81" y="44"/>
                        <a:pt x="81" y="44"/>
                      </a:cubicBezTo>
                      <a:cubicBezTo>
                        <a:pt x="81" y="44"/>
                        <a:pt x="81" y="26"/>
                        <a:pt x="77" y="23"/>
                      </a:cubicBezTo>
                      <a:cubicBezTo>
                        <a:pt x="73" y="20"/>
                        <a:pt x="67" y="17"/>
                        <a:pt x="67" y="17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6" y="29"/>
                        <a:pt x="56" y="27"/>
                        <a:pt x="50" y="21"/>
                      </a:cubicBezTo>
                      <a:cubicBezTo>
                        <a:pt x="44" y="15"/>
                        <a:pt x="41" y="3"/>
                        <a:pt x="41" y="3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0" y="24"/>
                        <a:pt x="2" y="35"/>
                      </a:cubicBezTo>
                      <a:cubicBezTo>
                        <a:pt x="4" y="46"/>
                        <a:pt x="26" y="54"/>
                        <a:pt x="26" y="54"/>
                      </a:cubicBezTo>
                      <a:cubicBezTo>
                        <a:pt x="43" y="65"/>
                        <a:pt x="43" y="65"/>
                        <a:pt x="43" y="65"/>
                      </a:cubicBezTo>
                      <a:cubicBezTo>
                        <a:pt x="44" y="73"/>
                        <a:pt x="44" y="73"/>
                        <a:pt x="44" y="73"/>
                      </a:cubicBezTo>
                      <a:cubicBezTo>
                        <a:pt x="22" y="74"/>
                        <a:pt x="22" y="74"/>
                        <a:pt x="22" y="74"/>
                      </a:cubicBezTo>
                      <a:cubicBezTo>
                        <a:pt x="22" y="93"/>
                        <a:pt x="22" y="93"/>
                        <a:pt x="22" y="93"/>
                      </a:cubicBezTo>
                      <a:cubicBezTo>
                        <a:pt x="22" y="93"/>
                        <a:pt x="3" y="96"/>
                        <a:pt x="13" y="106"/>
                      </a:cubicBezTo>
                      <a:cubicBezTo>
                        <a:pt x="23" y="116"/>
                        <a:pt x="50" y="110"/>
                        <a:pt x="47" y="126"/>
                      </a:cubicBezTo>
                      <a:cubicBezTo>
                        <a:pt x="44" y="142"/>
                        <a:pt x="35" y="150"/>
                        <a:pt x="35" y="150"/>
                      </a:cubicBezTo>
                      <a:cubicBezTo>
                        <a:pt x="44" y="170"/>
                        <a:pt x="44" y="170"/>
                        <a:pt x="44" y="170"/>
                      </a:cubicBezTo>
                      <a:cubicBezTo>
                        <a:pt x="64" y="186"/>
                        <a:pt x="64" y="186"/>
                        <a:pt x="64" y="186"/>
                      </a:cubicBezTo>
                      <a:cubicBezTo>
                        <a:pt x="63" y="206"/>
                        <a:pt x="63" y="206"/>
                        <a:pt x="63" y="206"/>
                      </a:cubicBezTo>
                      <a:cubicBezTo>
                        <a:pt x="75" y="234"/>
                        <a:pt x="75" y="234"/>
                        <a:pt x="75" y="234"/>
                      </a:cubicBezTo>
                      <a:cubicBezTo>
                        <a:pt x="73" y="252"/>
                        <a:pt x="73" y="252"/>
                        <a:pt x="73" y="252"/>
                      </a:cubicBezTo>
                      <a:lnTo>
                        <a:pt x="90" y="27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4" name="Freeform 220"/>
                <p:cNvSpPr>
                  <a:spLocks noEditPoints="1"/>
                </p:cNvSpPr>
                <p:nvPr/>
              </p:nvSpPr>
              <p:spPr bwMode="gray">
                <a:xfrm>
                  <a:off x="1046" y="-14560"/>
                  <a:ext cx="3080" cy="3728"/>
                </a:xfrm>
                <a:custGeom>
                  <a:avLst/>
                  <a:gdLst>
                    <a:gd name="T0" fmla="*/ 1202 w 1304"/>
                    <a:gd name="T1" fmla="*/ 1237 h 1578"/>
                    <a:gd name="T2" fmla="*/ 1259 w 1304"/>
                    <a:gd name="T3" fmla="*/ 1543 h 1578"/>
                    <a:gd name="T4" fmla="*/ 1302 w 1304"/>
                    <a:gd name="T5" fmla="*/ 417 h 1578"/>
                    <a:gd name="T6" fmla="*/ 1231 w 1304"/>
                    <a:gd name="T7" fmla="*/ 379 h 1578"/>
                    <a:gd name="T8" fmla="*/ 1133 w 1304"/>
                    <a:gd name="T9" fmla="*/ 390 h 1578"/>
                    <a:gd name="T10" fmla="*/ 1045 w 1304"/>
                    <a:gd name="T11" fmla="*/ 450 h 1578"/>
                    <a:gd name="T12" fmla="*/ 1042 w 1304"/>
                    <a:gd name="T13" fmla="*/ 497 h 1578"/>
                    <a:gd name="T14" fmla="*/ 926 w 1304"/>
                    <a:gd name="T15" fmla="*/ 487 h 1578"/>
                    <a:gd name="T16" fmla="*/ 882 w 1304"/>
                    <a:gd name="T17" fmla="*/ 450 h 1578"/>
                    <a:gd name="T18" fmla="*/ 853 w 1304"/>
                    <a:gd name="T19" fmla="*/ 520 h 1578"/>
                    <a:gd name="T20" fmla="*/ 766 w 1304"/>
                    <a:gd name="T21" fmla="*/ 495 h 1578"/>
                    <a:gd name="T22" fmla="*/ 695 w 1304"/>
                    <a:gd name="T23" fmla="*/ 457 h 1578"/>
                    <a:gd name="T24" fmla="*/ 640 w 1304"/>
                    <a:gd name="T25" fmla="*/ 459 h 1578"/>
                    <a:gd name="T26" fmla="*/ 564 w 1304"/>
                    <a:gd name="T27" fmla="*/ 423 h 1578"/>
                    <a:gd name="T28" fmla="*/ 499 w 1304"/>
                    <a:gd name="T29" fmla="*/ 382 h 1578"/>
                    <a:gd name="T30" fmla="*/ 518 w 1304"/>
                    <a:gd name="T31" fmla="*/ 323 h 1578"/>
                    <a:gd name="T32" fmla="*/ 481 w 1304"/>
                    <a:gd name="T33" fmla="*/ 283 h 1578"/>
                    <a:gd name="T34" fmla="*/ 412 w 1304"/>
                    <a:gd name="T35" fmla="*/ 221 h 1578"/>
                    <a:gd name="T36" fmla="*/ 423 w 1304"/>
                    <a:gd name="T37" fmla="*/ 194 h 1578"/>
                    <a:gd name="T38" fmla="*/ 395 w 1304"/>
                    <a:gd name="T39" fmla="*/ 129 h 1578"/>
                    <a:gd name="T40" fmla="*/ 438 w 1304"/>
                    <a:gd name="T41" fmla="*/ 69 h 1578"/>
                    <a:gd name="T42" fmla="*/ 319 w 1304"/>
                    <a:gd name="T43" fmla="*/ 29 h 1578"/>
                    <a:gd name="T44" fmla="*/ 266 w 1304"/>
                    <a:gd name="T45" fmla="*/ 74 h 1578"/>
                    <a:gd name="T46" fmla="*/ 156 w 1304"/>
                    <a:gd name="T47" fmla="*/ 89 h 1578"/>
                    <a:gd name="T48" fmla="*/ 186 w 1304"/>
                    <a:gd name="T49" fmla="*/ 141 h 1578"/>
                    <a:gd name="T50" fmla="*/ 219 w 1304"/>
                    <a:gd name="T51" fmla="*/ 196 h 1578"/>
                    <a:gd name="T52" fmla="*/ 235 w 1304"/>
                    <a:gd name="T53" fmla="*/ 268 h 1578"/>
                    <a:gd name="T54" fmla="*/ 179 w 1304"/>
                    <a:gd name="T55" fmla="*/ 372 h 1578"/>
                    <a:gd name="T56" fmla="*/ 107 w 1304"/>
                    <a:gd name="T57" fmla="*/ 437 h 1578"/>
                    <a:gd name="T58" fmla="*/ 33 w 1304"/>
                    <a:gd name="T59" fmla="*/ 493 h 1578"/>
                    <a:gd name="T60" fmla="*/ 74 w 1304"/>
                    <a:gd name="T61" fmla="*/ 551 h 1578"/>
                    <a:gd name="T62" fmla="*/ 98 w 1304"/>
                    <a:gd name="T63" fmla="*/ 635 h 1578"/>
                    <a:gd name="T64" fmla="*/ 15 w 1304"/>
                    <a:gd name="T65" fmla="*/ 630 h 1578"/>
                    <a:gd name="T66" fmla="*/ 78 w 1304"/>
                    <a:gd name="T67" fmla="*/ 697 h 1578"/>
                    <a:gd name="T68" fmla="*/ 70 w 1304"/>
                    <a:gd name="T69" fmla="*/ 779 h 1578"/>
                    <a:gd name="T70" fmla="*/ 213 w 1304"/>
                    <a:gd name="T71" fmla="*/ 781 h 1578"/>
                    <a:gd name="T72" fmla="*/ 267 w 1304"/>
                    <a:gd name="T73" fmla="*/ 1062 h 1578"/>
                    <a:gd name="T74" fmla="*/ 407 w 1304"/>
                    <a:gd name="T75" fmla="*/ 1335 h 1578"/>
                    <a:gd name="T76" fmla="*/ 550 w 1304"/>
                    <a:gd name="T77" fmla="*/ 1443 h 1578"/>
                    <a:gd name="T78" fmla="*/ 601 w 1304"/>
                    <a:gd name="T79" fmla="*/ 1311 h 1578"/>
                    <a:gd name="T80" fmla="*/ 594 w 1304"/>
                    <a:gd name="T81" fmla="*/ 1107 h 1578"/>
                    <a:gd name="T82" fmla="*/ 688 w 1304"/>
                    <a:gd name="T83" fmla="*/ 1044 h 1578"/>
                    <a:gd name="T84" fmla="*/ 820 w 1304"/>
                    <a:gd name="T85" fmla="*/ 866 h 1578"/>
                    <a:gd name="T86" fmla="*/ 873 w 1304"/>
                    <a:gd name="T87" fmla="*/ 795 h 1578"/>
                    <a:gd name="T88" fmla="*/ 942 w 1304"/>
                    <a:gd name="T89" fmla="*/ 744 h 1578"/>
                    <a:gd name="T90" fmla="*/ 959 w 1304"/>
                    <a:gd name="T91" fmla="*/ 697 h 1578"/>
                    <a:gd name="T92" fmla="*/ 917 w 1304"/>
                    <a:gd name="T93" fmla="*/ 604 h 1578"/>
                    <a:gd name="T94" fmla="*/ 897 w 1304"/>
                    <a:gd name="T95" fmla="*/ 546 h 1578"/>
                    <a:gd name="T96" fmla="*/ 925 w 1304"/>
                    <a:gd name="T97" fmla="*/ 515 h 1578"/>
                    <a:gd name="T98" fmla="*/ 972 w 1304"/>
                    <a:gd name="T99" fmla="*/ 534 h 1578"/>
                    <a:gd name="T100" fmla="*/ 1049 w 1304"/>
                    <a:gd name="T101" fmla="*/ 590 h 1578"/>
                    <a:gd name="T102" fmla="*/ 1063 w 1304"/>
                    <a:gd name="T103" fmla="*/ 641 h 1578"/>
                    <a:gd name="T104" fmla="*/ 1099 w 1304"/>
                    <a:gd name="T105" fmla="*/ 664 h 1578"/>
                    <a:gd name="T106" fmla="*/ 1161 w 1304"/>
                    <a:gd name="T107" fmla="*/ 750 h 1578"/>
                    <a:gd name="T108" fmla="*/ 1143 w 1304"/>
                    <a:gd name="T109" fmla="*/ 648 h 1578"/>
                    <a:gd name="T110" fmla="*/ 1199 w 1304"/>
                    <a:gd name="T111" fmla="*/ 576 h 1578"/>
                    <a:gd name="T112" fmla="*/ 1238 w 1304"/>
                    <a:gd name="T113" fmla="*/ 497 h 15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04" h="1578">
                      <a:moveTo>
                        <a:pt x="1204" y="1196"/>
                      </a:moveTo>
                      <a:cubicBezTo>
                        <a:pt x="1184" y="1198"/>
                        <a:pt x="1188" y="1259"/>
                        <a:pt x="1188" y="1259"/>
                      </a:cubicBezTo>
                      <a:cubicBezTo>
                        <a:pt x="1191" y="1325"/>
                        <a:pt x="1191" y="1325"/>
                        <a:pt x="1191" y="1325"/>
                      </a:cubicBezTo>
                      <a:cubicBezTo>
                        <a:pt x="1202" y="1305"/>
                        <a:pt x="1202" y="1305"/>
                        <a:pt x="1202" y="1305"/>
                      </a:cubicBezTo>
                      <a:cubicBezTo>
                        <a:pt x="1202" y="1237"/>
                        <a:pt x="1202" y="1237"/>
                        <a:pt x="1202" y="1237"/>
                      </a:cubicBezTo>
                      <a:cubicBezTo>
                        <a:pt x="1202" y="1237"/>
                        <a:pt x="1220" y="1194"/>
                        <a:pt x="1204" y="1196"/>
                      </a:cubicBezTo>
                      <a:close/>
                      <a:moveTo>
                        <a:pt x="1195" y="1357"/>
                      </a:moveTo>
                      <a:cubicBezTo>
                        <a:pt x="1180" y="1357"/>
                        <a:pt x="1196" y="1389"/>
                        <a:pt x="1196" y="1389"/>
                      </a:cubicBezTo>
                      <a:cubicBezTo>
                        <a:pt x="1196" y="1389"/>
                        <a:pt x="1209" y="1357"/>
                        <a:pt x="1195" y="1357"/>
                      </a:cubicBezTo>
                      <a:close/>
                      <a:moveTo>
                        <a:pt x="1259" y="1543"/>
                      </a:moveTo>
                      <a:cubicBezTo>
                        <a:pt x="1251" y="1544"/>
                        <a:pt x="1255" y="1578"/>
                        <a:pt x="1270" y="1578"/>
                      </a:cubicBezTo>
                      <a:cubicBezTo>
                        <a:pt x="1270" y="1578"/>
                        <a:pt x="1267" y="1542"/>
                        <a:pt x="1259" y="1543"/>
                      </a:cubicBezTo>
                      <a:close/>
                      <a:moveTo>
                        <a:pt x="1280" y="454"/>
                      </a:moveTo>
                      <a:cubicBezTo>
                        <a:pt x="1280" y="445"/>
                        <a:pt x="1304" y="436"/>
                        <a:pt x="1304" y="436"/>
                      </a:cubicBezTo>
                      <a:cubicBezTo>
                        <a:pt x="1302" y="417"/>
                        <a:pt x="1302" y="417"/>
                        <a:pt x="1302" y="417"/>
                      </a:cubicBezTo>
                      <a:cubicBezTo>
                        <a:pt x="1302" y="417"/>
                        <a:pt x="1287" y="413"/>
                        <a:pt x="1280" y="413"/>
                      </a:cubicBezTo>
                      <a:cubicBezTo>
                        <a:pt x="1273" y="413"/>
                        <a:pt x="1258" y="413"/>
                        <a:pt x="1250" y="411"/>
                      </a:cubicBezTo>
                      <a:cubicBezTo>
                        <a:pt x="1242" y="409"/>
                        <a:pt x="1262" y="400"/>
                        <a:pt x="1262" y="400"/>
                      </a:cubicBezTo>
                      <a:cubicBezTo>
                        <a:pt x="1251" y="380"/>
                        <a:pt x="1251" y="380"/>
                        <a:pt x="1251" y="380"/>
                      </a:cubicBezTo>
                      <a:cubicBezTo>
                        <a:pt x="1251" y="380"/>
                        <a:pt x="1240" y="381"/>
                        <a:pt x="1231" y="379"/>
                      </a:cubicBezTo>
                      <a:cubicBezTo>
                        <a:pt x="1222" y="377"/>
                        <a:pt x="1238" y="369"/>
                        <a:pt x="1238" y="369"/>
                      </a:cubicBezTo>
                      <a:cubicBezTo>
                        <a:pt x="1238" y="369"/>
                        <a:pt x="1237" y="364"/>
                        <a:pt x="1219" y="355"/>
                      </a:cubicBezTo>
                      <a:cubicBezTo>
                        <a:pt x="1201" y="346"/>
                        <a:pt x="1209" y="377"/>
                        <a:pt x="1198" y="377"/>
                      </a:cubicBezTo>
                      <a:cubicBezTo>
                        <a:pt x="1187" y="377"/>
                        <a:pt x="1173" y="363"/>
                        <a:pt x="1165" y="363"/>
                      </a:cubicBezTo>
                      <a:cubicBezTo>
                        <a:pt x="1157" y="363"/>
                        <a:pt x="1140" y="382"/>
                        <a:pt x="1133" y="390"/>
                      </a:cubicBezTo>
                      <a:cubicBezTo>
                        <a:pt x="1126" y="398"/>
                        <a:pt x="1102" y="394"/>
                        <a:pt x="1102" y="394"/>
                      </a:cubicBezTo>
                      <a:cubicBezTo>
                        <a:pt x="1102" y="394"/>
                        <a:pt x="1109" y="410"/>
                        <a:pt x="1107" y="415"/>
                      </a:cubicBezTo>
                      <a:cubicBezTo>
                        <a:pt x="1105" y="420"/>
                        <a:pt x="1084" y="422"/>
                        <a:pt x="1084" y="422"/>
                      </a:cubicBezTo>
                      <a:cubicBezTo>
                        <a:pt x="1084" y="422"/>
                        <a:pt x="1092" y="438"/>
                        <a:pt x="1084" y="445"/>
                      </a:cubicBezTo>
                      <a:cubicBezTo>
                        <a:pt x="1076" y="452"/>
                        <a:pt x="1045" y="450"/>
                        <a:pt x="1045" y="450"/>
                      </a:cubicBezTo>
                      <a:cubicBezTo>
                        <a:pt x="1045" y="450"/>
                        <a:pt x="1039" y="452"/>
                        <a:pt x="1043" y="459"/>
                      </a:cubicBezTo>
                      <a:cubicBezTo>
                        <a:pt x="1047" y="466"/>
                        <a:pt x="1064" y="465"/>
                        <a:pt x="1064" y="465"/>
                      </a:cubicBezTo>
                      <a:cubicBezTo>
                        <a:pt x="1064" y="479"/>
                        <a:pt x="1064" y="479"/>
                        <a:pt x="1064" y="479"/>
                      </a:cubicBezTo>
                      <a:cubicBezTo>
                        <a:pt x="1064" y="479"/>
                        <a:pt x="1079" y="490"/>
                        <a:pt x="1065" y="497"/>
                      </a:cubicBezTo>
                      <a:cubicBezTo>
                        <a:pt x="1051" y="504"/>
                        <a:pt x="1042" y="497"/>
                        <a:pt x="1042" y="497"/>
                      </a:cubicBezTo>
                      <a:cubicBezTo>
                        <a:pt x="1042" y="497"/>
                        <a:pt x="1034" y="501"/>
                        <a:pt x="1016" y="501"/>
                      </a:cubicBezTo>
                      <a:cubicBezTo>
                        <a:pt x="998" y="501"/>
                        <a:pt x="1000" y="495"/>
                        <a:pt x="991" y="495"/>
                      </a:cubicBezTo>
                      <a:cubicBezTo>
                        <a:pt x="982" y="495"/>
                        <a:pt x="988" y="503"/>
                        <a:pt x="969" y="503"/>
                      </a:cubicBezTo>
                      <a:cubicBezTo>
                        <a:pt x="950" y="503"/>
                        <a:pt x="953" y="492"/>
                        <a:pt x="953" y="492"/>
                      </a:cubicBezTo>
                      <a:cubicBezTo>
                        <a:pt x="953" y="492"/>
                        <a:pt x="949" y="503"/>
                        <a:pt x="926" y="487"/>
                      </a:cubicBezTo>
                      <a:cubicBezTo>
                        <a:pt x="903" y="471"/>
                        <a:pt x="921" y="467"/>
                        <a:pt x="921" y="467"/>
                      </a:cubicBezTo>
                      <a:cubicBezTo>
                        <a:pt x="921" y="467"/>
                        <a:pt x="916" y="468"/>
                        <a:pt x="911" y="466"/>
                      </a:cubicBezTo>
                      <a:cubicBezTo>
                        <a:pt x="906" y="464"/>
                        <a:pt x="917" y="436"/>
                        <a:pt x="906" y="427"/>
                      </a:cubicBezTo>
                      <a:cubicBezTo>
                        <a:pt x="899" y="422"/>
                        <a:pt x="888" y="428"/>
                        <a:pt x="876" y="435"/>
                      </a:cubicBezTo>
                      <a:cubicBezTo>
                        <a:pt x="882" y="450"/>
                        <a:pt x="882" y="450"/>
                        <a:pt x="882" y="450"/>
                      </a:cubicBezTo>
                      <a:cubicBezTo>
                        <a:pt x="882" y="482"/>
                        <a:pt x="882" y="482"/>
                        <a:pt x="882" y="482"/>
                      </a:cubicBezTo>
                      <a:cubicBezTo>
                        <a:pt x="892" y="497"/>
                        <a:pt x="892" y="497"/>
                        <a:pt x="892" y="497"/>
                      </a:cubicBezTo>
                      <a:cubicBezTo>
                        <a:pt x="892" y="497"/>
                        <a:pt x="892" y="506"/>
                        <a:pt x="891" y="515"/>
                      </a:cubicBezTo>
                      <a:cubicBezTo>
                        <a:pt x="890" y="524"/>
                        <a:pt x="869" y="521"/>
                        <a:pt x="869" y="521"/>
                      </a:cubicBezTo>
                      <a:cubicBezTo>
                        <a:pt x="869" y="521"/>
                        <a:pt x="862" y="520"/>
                        <a:pt x="853" y="520"/>
                      </a:cubicBezTo>
                      <a:cubicBezTo>
                        <a:pt x="844" y="520"/>
                        <a:pt x="849" y="510"/>
                        <a:pt x="843" y="510"/>
                      </a:cubicBezTo>
                      <a:cubicBezTo>
                        <a:pt x="837" y="510"/>
                        <a:pt x="829" y="521"/>
                        <a:pt x="829" y="521"/>
                      </a:cubicBezTo>
                      <a:cubicBezTo>
                        <a:pt x="829" y="521"/>
                        <a:pt x="818" y="508"/>
                        <a:pt x="805" y="504"/>
                      </a:cubicBezTo>
                      <a:cubicBezTo>
                        <a:pt x="792" y="500"/>
                        <a:pt x="788" y="509"/>
                        <a:pt x="788" y="509"/>
                      </a:cubicBezTo>
                      <a:cubicBezTo>
                        <a:pt x="766" y="495"/>
                        <a:pt x="766" y="495"/>
                        <a:pt x="766" y="495"/>
                      </a:cubicBezTo>
                      <a:cubicBezTo>
                        <a:pt x="754" y="504"/>
                        <a:pt x="754" y="504"/>
                        <a:pt x="754" y="504"/>
                      </a:cubicBezTo>
                      <a:cubicBezTo>
                        <a:pt x="754" y="504"/>
                        <a:pt x="745" y="493"/>
                        <a:pt x="736" y="485"/>
                      </a:cubicBezTo>
                      <a:cubicBezTo>
                        <a:pt x="727" y="477"/>
                        <a:pt x="719" y="467"/>
                        <a:pt x="719" y="467"/>
                      </a:cubicBezTo>
                      <a:cubicBezTo>
                        <a:pt x="705" y="470"/>
                        <a:pt x="705" y="470"/>
                        <a:pt x="705" y="470"/>
                      </a:cubicBezTo>
                      <a:cubicBezTo>
                        <a:pt x="705" y="470"/>
                        <a:pt x="704" y="462"/>
                        <a:pt x="695" y="457"/>
                      </a:cubicBezTo>
                      <a:cubicBezTo>
                        <a:pt x="686" y="452"/>
                        <a:pt x="687" y="471"/>
                        <a:pt x="687" y="471"/>
                      </a:cubicBezTo>
                      <a:cubicBezTo>
                        <a:pt x="687" y="471"/>
                        <a:pt x="686" y="464"/>
                        <a:pt x="677" y="464"/>
                      </a:cubicBezTo>
                      <a:cubicBezTo>
                        <a:pt x="668" y="464"/>
                        <a:pt x="663" y="472"/>
                        <a:pt x="663" y="472"/>
                      </a:cubicBezTo>
                      <a:cubicBezTo>
                        <a:pt x="660" y="465"/>
                        <a:pt x="660" y="465"/>
                        <a:pt x="660" y="465"/>
                      </a:cubicBezTo>
                      <a:cubicBezTo>
                        <a:pt x="660" y="465"/>
                        <a:pt x="653" y="461"/>
                        <a:pt x="640" y="459"/>
                      </a:cubicBezTo>
                      <a:cubicBezTo>
                        <a:pt x="627" y="457"/>
                        <a:pt x="639" y="452"/>
                        <a:pt x="634" y="450"/>
                      </a:cubicBezTo>
                      <a:cubicBezTo>
                        <a:pt x="629" y="448"/>
                        <a:pt x="624" y="451"/>
                        <a:pt x="616" y="451"/>
                      </a:cubicBezTo>
                      <a:cubicBezTo>
                        <a:pt x="608" y="451"/>
                        <a:pt x="601" y="437"/>
                        <a:pt x="601" y="437"/>
                      </a:cubicBezTo>
                      <a:cubicBezTo>
                        <a:pt x="592" y="438"/>
                        <a:pt x="592" y="438"/>
                        <a:pt x="592" y="438"/>
                      </a:cubicBezTo>
                      <a:cubicBezTo>
                        <a:pt x="564" y="423"/>
                        <a:pt x="564" y="423"/>
                        <a:pt x="564" y="423"/>
                      </a:cubicBezTo>
                      <a:cubicBezTo>
                        <a:pt x="557" y="413"/>
                        <a:pt x="557" y="413"/>
                        <a:pt x="557" y="413"/>
                      </a:cubicBezTo>
                      <a:cubicBezTo>
                        <a:pt x="539" y="413"/>
                        <a:pt x="539" y="413"/>
                        <a:pt x="539" y="413"/>
                      </a:cubicBezTo>
                      <a:cubicBezTo>
                        <a:pt x="528" y="395"/>
                        <a:pt x="528" y="395"/>
                        <a:pt x="528" y="395"/>
                      </a:cubicBezTo>
                      <a:cubicBezTo>
                        <a:pt x="518" y="401"/>
                        <a:pt x="518" y="401"/>
                        <a:pt x="518" y="401"/>
                      </a:cubicBezTo>
                      <a:cubicBezTo>
                        <a:pt x="518" y="401"/>
                        <a:pt x="506" y="390"/>
                        <a:pt x="499" y="382"/>
                      </a:cubicBezTo>
                      <a:cubicBezTo>
                        <a:pt x="492" y="374"/>
                        <a:pt x="511" y="364"/>
                        <a:pt x="511" y="364"/>
                      </a:cubicBezTo>
                      <a:cubicBezTo>
                        <a:pt x="511" y="364"/>
                        <a:pt x="506" y="364"/>
                        <a:pt x="502" y="358"/>
                      </a:cubicBezTo>
                      <a:cubicBezTo>
                        <a:pt x="498" y="352"/>
                        <a:pt x="509" y="350"/>
                        <a:pt x="509" y="350"/>
                      </a:cubicBezTo>
                      <a:cubicBezTo>
                        <a:pt x="503" y="341"/>
                        <a:pt x="503" y="341"/>
                        <a:pt x="503" y="341"/>
                      </a:cubicBezTo>
                      <a:cubicBezTo>
                        <a:pt x="518" y="323"/>
                        <a:pt x="518" y="323"/>
                        <a:pt x="518" y="323"/>
                      </a:cubicBezTo>
                      <a:cubicBezTo>
                        <a:pt x="524" y="310"/>
                        <a:pt x="524" y="310"/>
                        <a:pt x="524" y="310"/>
                      </a:cubicBezTo>
                      <a:cubicBezTo>
                        <a:pt x="509" y="296"/>
                        <a:pt x="509" y="296"/>
                        <a:pt x="509" y="296"/>
                      </a:cubicBezTo>
                      <a:cubicBezTo>
                        <a:pt x="509" y="296"/>
                        <a:pt x="498" y="296"/>
                        <a:pt x="492" y="293"/>
                      </a:cubicBezTo>
                      <a:cubicBezTo>
                        <a:pt x="486" y="290"/>
                        <a:pt x="492" y="282"/>
                        <a:pt x="492" y="282"/>
                      </a:cubicBezTo>
                      <a:cubicBezTo>
                        <a:pt x="481" y="283"/>
                        <a:pt x="481" y="283"/>
                        <a:pt x="481" y="283"/>
                      </a:cubicBezTo>
                      <a:cubicBezTo>
                        <a:pt x="466" y="272"/>
                        <a:pt x="466" y="272"/>
                        <a:pt x="466" y="272"/>
                      </a:cubicBezTo>
                      <a:cubicBezTo>
                        <a:pt x="466" y="272"/>
                        <a:pt x="456" y="270"/>
                        <a:pt x="445" y="266"/>
                      </a:cubicBezTo>
                      <a:cubicBezTo>
                        <a:pt x="434" y="262"/>
                        <a:pt x="430" y="247"/>
                        <a:pt x="430" y="247"/>
                      </a:cubicBezTo>
                      <a:cubicBezTo>
                        <a:pt x="430" y="247"/>
                        <a:pt x="419" y="252"/>
                        <a:pt x="412" y="249"/>
                      </a:cubicBezTo>
                      <a:cubicBezTo>
                        <a:pt x="405" y="246"/>
                        <a:pt x="412" y="221"/>
                        <a:pt x="412" y="221"/>
                      </a:cubicBezTo>
                      <a:cubicBezTo>
                        <a:pt x="412" y="221"/>
                        <a:pt x="392" y="210"/>
                        <a:pt x="390" y="200"/>
                      </a:cubicBezTo>
                      <a:cubicBezTo>
                        <a:pt x="388" y="190"/>
                        <a:pt x="401" y="185"/>
                        <a:pt x="405" y="185"/>
                      </a:cubicBezTo>
                      <a:cubicBezTo>
                        <a:pt x="409" y="185"/>
                        <a:pt x="407" y="195"/>
                        <a:pt x="407" y="195"/>
                      </a:cubicBezTo>
                      <a:cubicBezTo>
                        <a:pt x="417" y="203"/>
                        <a:pt x="417" y="203"/>
                        <a:pt x="417" y="203"/>
                      </a:cubicBezTo>
                      <a:cubicBezTo>
                        <a:pt x="423" y="194"/>
                        <a:pt x="423" y="194"/>
                        <a:pt x="423" y="194"/>
                      </a:cubicBezTo>
                      <a:cubicBezTo>
                        <a:pt x="423" y="194"/>
                        <a:pt x="432" y="191"/>
                        <a:pt x="440" y="186"/>
                      </a:cubicBezTo>
                      <a:cubicBezTo>
                        <a:pt x="448" y="181"/>
                        <a:pt x="429" y="166"/>
                        <a:pt x="429" y="166"/>
                      </a:cubicBezTo>
                      <a:cubicBezTo>
                        <a:pt x="424" y="157"/>
                        <a:pt x="424" y="157"/>
                        <a:pt x="424" y="157"/>
                      </a:cubicBezTo>
                      <a:cubicBezTo>
                        <a:pt x="424" y="157"/>
                        <a:pt x="419" y="154"/>
                        <a:pt x="404" y="147"/>
                      </a:cubicBezTo>
                      <a:cubicBezTo>
                        <a:pt x="389" y="140"/>
                        <a:pt x="395" y="129"/>
                        <a:pt x="395" y="129"/>
                      </a:cubicBezTo>
                      <a:cubicBezTo>
                        <a:pt x="406" y="123"/>
                        <a:pt x="406" y="123"/>
                        <a:pt x="406" y="123"/>
                      </a:cubicBezTo>
                      <a:cubicBezTo>
                        <a:pt x="394" y="107"/>
                        <a:pt x="394" y="107"/>
                        <a:pt x="394" y="107"/>
                      </a:cubicBezTo>
                      <a:cubicBezTo>
                        <a:pt x="394" y="107"/>
                        <a:pt x="413" y="108"/>
                        <a:pt x="422" y="103"/>
                      </a:cubicBezTo>
                      <a:cubicBezTo>
                        <a:pt x="431" y="98"/>
                        <a:pt x="425" y="74"/>
                        <a:pt x="425" y="74"/>
                      </a:cubicBezTo>
                      <a:cubicBezTo>
                        <a:pt x="425" y="74"/>
                        <a:pt x="434" y="74"/>
                        <a:pt x="438" y="69"/>
                      </a:cubicBezTo>
                      <a:cubicBezTo>
                        <a:pt x="442" y="64"/>
                        <a:pt x="438" y="28"/>
                        <a:pt x="438" y="28"/>
                      </a:cubicBezTo>
                      <a:cubicBezTo>
                        <a:pt x="438" y="28"/>
                        <a:pt x="424" y="30"/>
                        <a:pt x="413" y="28"/>
                      </a:cubicBezTo>
                      <a:cubicBezTo>
                        <a:pt x="402" y="26"/>
                        <a:pt x="400" y="12"/>
                        <a:pt x="383" y="6"/>
                      </a:cubicBezTo>
                      <a:cubicBezTo>
                        <a:pt x="366" y="0"/>
                        <a:pt x="335" y="29"/>
                        <a:pt x="335" y="29"/>
                      </a:cubicBezTo>
                      <a:cubicBezTo>
                        <a:pt x="335" y="29"/>
                        <a:pt x="328" y="29"/>
                        <a:pt x="319" y="29"/>
                      </a:cubicBezTo>
                      <a:cubicBezTo>
                        <a:pt x="304" y="51"/>
                        <a:pt x="304" y="51"/>
                        <a:pt x="304" y="51"/>
                      </a:cubicBezTo>
                      <a:cubicBezTo>
                        <a:pt x="289" y="57"/>
                        <a:pt x="289" y="57"/>
                        <a:pt x="289" y="57"/>
                      </a:cubicBezTo>
                      <a:cubicBezTo>
                        <a:pt x="289" y="57"/>
                        <a:pt x="289" y="68"/>
                        <a:pt x="286" y="69"/>
                      </a:cubicBezTo>
                      <a:cubicBezTo>
                        <a:pt x="283" y="70"/>
                        <a:pt x="272" y="69"/>
                        <a:pt x="272" y="69"/>
                      </a:cubicBezTo>
                      <a:cubicBezTo>
                        <a:pt x="266" y="74"/>
                        <a:pt x="266" y="74"/>
                        <a:pt x="266" y="74"/>
                      </a:cubicBezTo>
                      <a:cubicBezTo>
                        <a:pt x="262" y="70"/>
                        <a:pt x="262" y="70"/>
                        <a:pt x="262" y="70"/>
                      </a:cubicBezTo>
                      <a:cubicBezTo>
                        <a:pt x="262" y="70"/>
                        <a:pt x="244" y="83"/>
                        <a:pt x="237" y="84"/>
                      </a:cubicBezTo>
                      <a:cubicBezTo>
                        <a:pt x="230" y="85"/>
                        <a:pt x="227" y="73"/>
                        <a:pt x="227" y="73"/>
                      </a:cubicBezTo>
                      <a:cubicBezTo>
                        <a:pt x="227" y="73"/>
                        <a:pt x="198" y="67"/>
                        <a:pt x="176" y="70"/>
                      </a:cubicBezTo>
                      <a:cubicBezTo>
                        <a:pt x="154" y="73"/>
                        <a:pt x="156" y="89"/>
                        <a:pt x="156" y="89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67" y="108"/>
                        <a:pt x="167" y="108"/>
                        <a:pt x="167" y="108"/>
                      </a:cubicBezTo>
                      <a:cubicBezTo>
                        <a:pt x="187" y="112"/>
                        <a:pt x="187" y="112"/>
                        <a:pt x="187" y="112"/>
                      </a:cubicBezTo>
                      <a:cubicBezTo>
                        <a:pt x="187" y="112"/>
                        <a:pt x="178" y="120"/>
                        <a:pt x="175" y="130"/>
                      </a:cubicBezTo>
                      <a:cubicBezTo>
                        <a:pt x="172" y="140"/>
                        <a:pt x="186" y="141"/>
                        <a:pt x="186" y="141"/>
                      </a:cubicBezTo>
                      <a:cubicBezTo>
                        <a:pt x="186" y="141"/>
                        <a:pt x="185" y="149"/>
                        <a:pt x="184" y="157"/>
                      </a:cubicBezTo>
                      <a:cubicBezTo>
                        <a:pt x="183" y="165"/>
                        <a:pt x="194" y="162"/>
                        <a:pt x="194" y="162"/>
                      </a:cubicBezTo>
                      <a:cubicBezTo>
                        <a:pt x="202" y="172"/>
                        <a:pt x="202" y="172"/>
                        <a:pt x="202" y="172"/>
                      </a:cubicBezTo>
                      <a:cubicBezTo>
                        <a:pt x="216" y="173"/>
                        <a:pt x="216" y="173"/>
                        <a:pt x="216" y="173"/>
                      </a:cubicBezTo>
                      <a:cubicBezTo>
                        <a:pt x="219" y="196"/>
                        <a:pt x="219" y="196"/>
                        <a:pt x="219" y="196"/>
                      </a:cubicBezTo>
                      <a:cubicBezTo>
                        <a:pt x="243" y="195"/>
                        <a:pt x="243" y="195"/>
                        <a:pt x="243" y="195"/>
                      </a:cubicBezTo>
                      <a:cubicBezTo>
                        <a:pt x="243" y="195"/>
                        <a:pt x="255" y="200"/>
                        <a:pt x="256" y="209"/>
                      </a:cubicBezTo>
                      <a:cubicBezTo>
                        <a:pt x="257" y="218"/>
                        <a:pt x="228" y="222"/>
                        <a:pt x="224" y="224"/>
                      </a:cubicBezTo>
                      <a:cubicBezTo>
                        <a:pt x="220" y="226"/>
                        <a:pt x="223" y="240"/>
                        <a:pt x="223" y="244"/>
                      </a:cubicBezTo>
                      <a:cubicBezTo>
                        <a:pt x="223" y="248"/>
                        <a:pt x="235" y="268"/>
                        <a:pt x="235" y="268"/>
                      </a:cubicBezTo>
                      <a:cubicBezTo>
                        <a:pt x="217" y="281"/>
                        <a:pt x="217" y="281"/>
                        <a:pt x="217" y="281"/>
                      </a:cubicBezTo>
                      <a:cubicBezTo>
                        <a:pt x="200" y="305"/>
                        <a:pt x="200" y="305"/>
                        <a:pt x="200" y="305"/>
                      </a:cubicBezTo>
                      <a:cubicBezTo>
                        <a:pt x="211" y="322"/>
                        <a:pt x="211" y="322"/>
                        <a:pt x="211" y="322"/>
                      </a:cubicBezTo>
                      <a:cubicBezTo>
                        <a:pt x="211" y="322"/>
                        <a:pt x="192" y="323"/>
                        <a:pt x="188" y="332"/>
                      </a:cubicBezTo>
                      <a:cubicBezTo>
                        <a:pt x="184" y="341"/>
                        <a:pt x="187" y="359"/>
                        <a:pt x="179" y="372"/>
                      </a:cubicBezTo>
                      <a:cubicBezTo>
                        <a:pt x="171" y="385"/>
                        <a:pt x="155" y="388"/>
                        <a:pt x="151" y="391"/>
                      </a:cubicBezTo>
                      <a:cubicBezTo>
                        <a:pt x="147" y="394"/>
                        <a:pt x="146" y="414"/>
                        <a:pt x="146" y="414"/>
                      </a:cubicBezTo>
                      <a:cubicBezTo>
                        <a:pt x="137" y="419"/>
                        <a:pt x="137" y="419"/>
                        <a:pt x="137" y="419"/>
                      </a:cubicBezTo>
                      <a:cubicBezTo>
                        <a:pt x="137" y="419"/>
                        <a:pt x="136" y="429"/>
                        <a:pt x="129" y="437"/>
                      </a:cubicBezTo>
                      <a:cubicBezTo>
                        <a:pt x="122" y="445"/>
                        <a:pt x="107" y="437"/>
                        <a:pt x="107" y="437"/>
                      </a:cubicBezTo>
                      <a:cubicBezTo>
                        <a:pt x="107" y="437"/>
                        <a:pt x="102" y="445"/>
                        <a:pt x="89" y="447"/>
                      </a:cubicBezTo>
                      <a:cubicBezTo>
                        <a:pt x="76" y="449"/>
                        <a:pt x="84" y="432"/>
                        <a:pt x="70" y="434"/>
                      </a:cubicBezTo>
                      <a:cubicBezTo>
                        <a:pt x="56" y="436"/>
                        <a:pt x="57" y="450"/>
                        <a:pt x="57" y="450"/>
                      </a:cubicBezTo>
                      <a:cubicBezTo>
                        <a:pt x="57" y="450"/>
                        <a:pt x="50" y="462"/>
                        <a:pt x="42" y="469"/>
                      </a:cubicBezTo>
                      <a:cubicBezTo>
                        <a:pt x="34" y="476"/>
                        <a:pt x="33" y="476"/>
                        <a:pt x="33" y="493"/>
                      </a:cubicBezTo>
                      <a:cubicBezTo>
                        <a:pt x="33" y="510"/>
                        <a:pt x="48" y="508"/>
                        <a:pt x="48" y="508"/>
                      </a:cubicBezTo>
                      <a:cubicBezTo>
                        <a:pt x="66" y="506"/>
                        <a:pt x="66" y="506"/>
                        <a:pt x="66" y="506"/>
                      </a:cubicBezTo>
                      <a:cubicBezTo>
                        <a:pt x="67" y="516"/>
                        <a:pt x="67" y="516"/>
                        <a:pt x="67" y="516"/>
                      </a:cubicBezTo>
                      <a:cubicBezTo>
                        <a:pt x="65" y="536"/>
                        <a:pt x="65" y="536"/>
                        <a:pt x="65" y="536"/>
                      </a:cubicBezTo>
                      <a:cubicBezTo>
                        <a:pt x="65" y="536"/>
                        <a:pt x="67" y="544"/>
                        <a:pt x="74" y="551"/>
                      </a:cubicBezTo>
                      <a:cubicBezTo>
                        <a:pt x="81" y="558"/>
                        <a:pt x="97" y="558"/>
                        <a:pt x="97" y="558"/>
                      </a:cubicBezTo>
                      <a:cubicBezTo>
                        <a:pt x="97" y="573"/>
                        <a:pt x="97" y="573"/>
                        <a:pt x="97" y="573"/>
                      </a:cubicBezTo>
                      <a:cubicBezTo>
                        <a:pt x="111" y="601"/>
                        <a:pt x="111" y="601"/>
                        <a:pt x="111" y="601"/>
                      </a:cubicBezTo>
                      <a:cubicBezTo>
                        <a:pt x="111" y="601"/>
                        <a:pt x="122" y="616"/>
                        <a:pt x="120" y="625"/>
                      </a:cubicBezTo>
                      <a:cubicBezTo>
                        <a:pt x="118" y="634"/>
                        <a:pt x="109" y="635"/>
                        <a:pt x="98" y="635"/>
                      </a:cubicBezTo>
                      <a:cubicBezTo>
                        <a:pt x="87" y="635"/>
                        <a:pt x="97" y="624"/>
                        <a:pt x="86" y="626"/>
                      </a:cubicBezTo>
                      <a:cubicBezTo>
                        <a:pt x="75" y="628"/>
                        <a:pt x="77" y="638"/>
                        <a:pt x="63" y="638"/>
                      </a:cubicBezTo>
                      <a:cubicBezTo>
                        <a:pt x="49" y="638"/>
                        <a:pt x="52" y="630"/>
                        <a:pt x="52" y="630"/>
                      </a:cubicBezTo>
                      <a:cubicBezTo>
                        <a:pt x="35" y="636"/>
                        <a:pt x="35" y="636"/>
                        <a:pt x="35" y="636"/>
                      </a:cubicBezTo>
                      <a:cubicBezTo>
                        <a:pt x="35" y="636"/>
                        <a:pt x="26" y="629"/>
                        <a:pt x="15" y="630"/>
                      </a:cubicBezTo>
                      <a:cubicBezTo>
                        <a:pt x="4" y="631"/>
                        <a:pt x="13" y="647"/>
                        <a:pt x="13" y="647"/>
                      </a:cubicBezTo>
                      <a:cubicBezTo>
                        <a:pt x="0" y="652"/>
                        <a:pt x="0" y="652"/>
                        <a:pt x="0" y="652"/>
                      </a:cubicBezTo>
                      <a:cubicBezTo>
                        <a:pt x="11" y="653"/>
                        <a:pt x="23" y="653"/>
                        <a:pt x="23" y="653"/>
                      </a:cubicBezTo>
                      <a:cubicBezTo>
                        <a:pt x="23" y="653"/>
                        <a:pt x="13" y="677"/>
                        <a:pt x="26" y="686"/>
                      </a:cubicBezTo>
                      <a:cubicBezTo>
                        <a:pt x="38" y="696"/>
                        <a:pt x="71" y="699"/>
                        <a:pt x="78" y="697"/>
                      </a:cubicBezTo>
                      <a:cubicBezTo>
                        <a:pt x="84" y="695"/>
                        <a:pt x="108" y="678"/>
                        <a:pt x="108" y="678"/>
                      </a:cubicBezTo>
                      <a:cubicBezTo>
                        <a:pt x="108" y="678"/>
                        <a:pt x="118" y="690"/>
                        <a:pt x="106" y="701"/>
                      </a:cubicBezTo>
                      <a:cubicBezTo>
                        <a:pt x="94" y="712"/>
                        <a:pt x="70" y="719"/>
                        <a:pt x="70" y="719"/>
                      </a:cubicBezTo>
                      <a:cubicBezTo>
                        <a:pt x="70" y="719"/>
                        <a:pt x="32" y="724"/>
                        <a:pt x="30" y="735"/>
                      </a:cubicBezTo>
                      <a:cubicBezTo>
                        <a:pt x="28" y="746"/>
                        <a:pt x="58" y="770"/>
                        <a:pt x="70" y="779"/>
                      </a:cubicBezTo>
                      <a:cubicBezTo>
                        <a:pt x="83" y="788"/>
                        <a:pt x="106" y="816"/>
                        <a:pt x="136" y="818"/>
                      </a:cubicBezTo>
                      <a:cubicBezTo>
                        <a:pt x="167" y="821"/>
                        <a:pt x="205" y="794"/>
                        <a:pt x="201" y="775"/>
                      </a:cubicBezTo>
                      <a:cubicBezTo>
                        <a:pt x="197" y="757"/>
                        <a:pt x="207" y="742"/>
                        <a:pt x="217" y="733"/>
                      </a:cubicBezTo>
                      <a:cubicBezTo>
                        <a:pt x="226" y="723"/>
                        <a:pt x="248" y="718"/>
                        <a:pt x="238" y="735"/>
                      </a:cubicBezTo>
                      <a:cubicBezTo>
                        <a:pt x="229" y="752"/>
                        <a:pt x="206" y="767"/>
                        <a:pt x="213" y="781"/>
                      </a:cubicBezTo>
                      <a:cubicBezTo>
                        <a:pt x="220" y="795"/>
                        <a:pt x="238" y="793"/>
                        <a:pt x="238" y="808"/>
                      </a:cubicBezTo>
                      <a:cubicBezTo>
                        <a:pt x="237" y="822"/>
                        <a:pt x="233" y="838"/>
                        <a:pt x="227" y="861"/>
                      </a:cubicBezTo>
                      <a:cubicBezTo>
                        <a:pt x="220" y="885"/>
                        <a:pt x="220" y="907"/>
                        <a:pt x="227" y="936"/>
                      </a:cubicBezTo>
                      <a:cubicBezTo>
                        <a:pt x="235" y="964"/>
                        <a:pt x="247" y="1014"/>
                        <a:pt x="258" y="1029"/>
                      </a:cubicBezTo>
                      <a:cubicBezTo>
                        <a:pt x="269" y="1045"/>
                        <a:pt x="272" y="1039"/>
                        <a:pt x="267" y="1062"/>
                      </a:cubicBezTo>
                      <a:cubicBezTo>
                        <a:pt x="262" y="1085"/>
                        <a:pt x="299" y="1092"/>
                        <a:pt x="299" y="1092"/>
                      </a:cubicBezTo>
                      <a:cubicBezTo>
                        <a:pt x="299" y="1092"/>
                        <a:pt x="304" y="1124"/>
                        <a:pt x="312" y="1135"/>
                      </a:cubicBezTo>
                      <a:cubicBezTo>
                        <a:pt x="321" y="1147"/>
                        <a:pt x="339" y="1156"/>
                        <a:pt x="339" y="1156"/>
                      </a:cubicBezTo>
                      <a:cubicBezTo>
                        <a:pt x="339" y="1156"/>
                        <a:pt x="344" y="1222"/>
                        <a:pt x="354" y="1252"/>
                      </a:cubicBezTo>
                      <a:cubicBezTo>
                        <a:pt x="365" y="1282"/>
                        <a:pt x="402" y="1323"/>
                        <a:pt x="407" y="1335"/>
                      </a:cubicBezTo>
                      <a:cubicBezTo>
                        <a:pt x="412" y="1348"/>
                        <a:pt x="414" y="1374"/>
                        <a:pt x="413" y="1386"/>
                      </a:cubicBezTo>
                      <a:cubicBezTo>
                        <a:pt x="411" y="1398"/>
                        <a:pt x="479" y="1502"/>
                        <a:pt x="479" y="1502"/>
                      </a:cubicBezTo>
                      <a:cubicBezTo>
                        <a:pt x="479" y="1502"/>
                        <a:pt x="512" y="1493"/>
                        <a:pt x="518" y="1484"/>
                      </a:cubicBezTo>
                      <a:cubicBezTo>
                        <a:pt x="523" y="1474"/>
                        <a:pt x="515" y="1452"/>
                        <a:pt x="526" y="1445"/>
                      </a:cubicBezTo>
                      <a:cubicBezTo>
                        <a:pt x="536" y="1438"/>
                        <a:pt x="540" y="1446"/>
                        <a:pt x="550" y="1443"/>
                      </a:cubicBezTo>
                      <a:cubicBezTo>
                        <a:pt x="561" y="1440"/>
                        <a:pt x="578" y="1427"/>
                        <a:pt x="578" y="1427"/>
                      </a:cubicBezTo>
                      <a:cubicBezTo>
                        <a:pt x="578" y="1427"/>
                        <a:pt x="563" y="1431"/>
                        <a:pt x="566" y="1414"/>
                      </a:cubicBezTo>
                      <a:cubicBezTo>
                        <a:pt x="568" y="1397"/>
                        <a:pt x="575" y="1394"/>
                        <a:pt x="587" y="1388"/>
                      </a:cubicBezTo>
                      <a:cubicBezTo>
                        <a:pt x="599" y="1382"/>
                        <a:pt x="613" y="1379"/>
                        <a:pt x="613" y="1371"/>
                      </a:cubicBezTo>
                      <a:cubicBezTo>
                        <a:pt x="614" y="1362"/>
                        <a:pt x="601" y="1330"/>
                        <a:pt x="601" y="1311"/>
                      </a:cubicBezTo>
                      <a:cubicBezTo>
                        <a:pt x="600" y="1293"/>
                        <a:pt x="599" y="1264"/>
                        <a:pt x="605" y="1261"/>
                      </a:cubicBezTo>
                      <a:cubicBezTo>
                        <a:pt x="612" y="1257"/>
                        <a:pt x="609" y="1249"/>
                        <a:pt x="610" y="1217"/>
                      </a:cubicBezTo>
                      <a:cubicBezTo>
                        <a:pt x="612" y="1185"/>
                        <a:pt x="592" y="1185"/>
                        <a:pt x="590" y="1172"/>
                      </a:cubicBezTo>
                      <a:cubicBezTo>
                        <a:pt x="588" y="1160"/>
                        <a:pt x="598" y="1154"/>
                        <a:pt x="599" y="1142"/>
                      </a:cubicBezTo>
                      <a:cubicBezTo>
                        <a:pt x="601" y="1130"/>
                        <a:pt x="594" y="1123"/>
                        <a:pt x="594" y="1107"/>
                      </a:cubicBezTo>
                      <a:cubicBezTo>
                        <a:pt x="595" y="1091"/>
                        <a:pt x="631" y="1089"/>
                        <a:pt x="631" y="1082"/>
                      </a:cubicBezTo>
                      <a:cubicBezTo>
                        <a:pt x="631" y="1075"/>
                        <a:pt x="631" y="1059"/>
                        <a:pt x="638" y="1054"/>
                      </a:cubicBezTo>
                      <a:cubicBezTo>
                        <a:pt x="646" y="1049"/>
                        <a:pt x="660" y="1050"/>
                        <a:pt x="660" y="1050"/>
                      </a:cubicBezTo>
                      <a:cubicBezTo>
                        <a:pt x="663" y="1044"/>
                        <a:pt x="663" y="1044"/>
                        <a:pt x="663" y="1044"/>
                      </a:cubicBezTo>
                      <a:cubicBezTo>
                        <a:pt x="663" y="1044"/>
                        <a:pt x="686" y="1055"/>
                        <a:pt x="688" y="1044"/>
                      </a:cubicBezTo>
                      <a:cubicBezTo>
                        <a:pt x="690" y="1033"/>
                        <a:pt x="709" y="998"/>
                        <a:pt x="715" y="988"/>
                      </a:cubicBezTo>
                      <a:cubicBezTo>
                        <a:pt x="722" y="979"/>
                        <a:pt x="744" y="980"/>
                        <a:pt x="751" y="966"/>
                      </a:cubicBezTo>
                      <a:cubicBezTo>
                        <a:pt x="758" y="953"/>
                        <a:pt x="769" y="925"/>
                        <a:pt x="779" y="916"/>
                      </a:cubicBezTo>
                      <a:cubicBezTo>
                        <a:pt x="788" y="906"/>
                        <a:pt x="827" y="886"/>
                        <a:pt x="827" y="886"/>
                      </a:cubicBezTo>
                      <a:cubicBezTo>
                        <a:pt x="820" y="866"/>
                        <a:pt x="820" y="866"/>
                        <a:pt x="820" y="866"/>
                      </a:cubicBezTo>
                      <a:cubicBezTo>
                        <a:pt x="826" y="861"/>
                        <a:pt x="826" y="861"/>
                        <a:pt x="826" y="861"/>
                      </a:cubicBezTo>
                      <a:cubicBezTo>
                        <a:pt x="839" y="880"/>
                        <a:pt x="839" y="880"/>
                        <a:pt x="839" y="880"/>
                      </a:cubicBezTo>
                      <a:cubicBezTo>
                        <a:pt x="880" y="841"/>
                        <a:pt x="880" y="841"/>
                        <a:pt x="880" y="841"/>
                      </a:cubicBezTo>
                      <a:cubicBezTo>
                        <a:pt x="887" y="823"/>
                        <a:pt x="887" y="823"/>
                        <a:pt x="887" y="823"/>
                      </a:cubicBezTo>
                      <a:cubicBezTo>
                        <a:pt x="887" y="823"/>
                        <a:pt x="873" y="806"/>
                        <a:pt x="873" y="795"/>
                      </a:cubicBezTo>
                      <a:cubicBezTo>
                        <a:pt x="874" y="784"/>
                        <a:pt x="897" y="788"/>
                        <a:pt x="909" y="773"/>
                      </a:cubicBezTo>
                      <a:cubicBezTo>
                        <a:pt x="921" y="757"/>
                        <a:pt x="917" y="744"/>
                        <a:pt x="917" y="744"/>
                      </a:cubicBezTo>
                      <a:cubicBezTo>
                        <a:pt x="928" y="749"/>
                        <a:pt x="928" y="749"/>
                        <a:pt x="928" y="749"/>
                      </a:cubicBezTo>
                      <a:cubicBezTo>
                        <a:pt x="934" y="767"/>
                        <a:pt x="934" y="767"/>
                        <a:pt x="934" y="767"/>
                      </a:cubicBezTo>
                      <a:cubicBezTo>
                        <a:pt x="942" y="744"/>
                        <a:pt x="942" y="744"/>
                        <a:pt x="942" y="744"/>
                      </a:cubicBezTo>
                      <a:cubicBezTo>
                        <a:pt x="942" y="744"/>
                        <a:pt x="950" y="786"/>
                        <a:pt x="957" y="789"/>
                      </a:cubicBezTo>
                      <a:cubicBezTo>
                        <a:pt x="965" y="791"/>
                        <a:pt x="968" y="763"/>
                        <a:pt x="968" y="763"/>
                      </a:cubicBezTo>
                      <a:cubicBezTo>
                        <a:pt x="970" y="745"/>
                        <a:pt x="970" y="745"/>
                        <a:pt x="970" y="745"/>
                      </a:cubicBezTo>
                      <a:cubicBezTo>
                        <a:pt x="958" y="717"/>
                        <a:pt x="958" y="717"/>
                        <a:pt x="958" y="717"/>
                      </a:cubicBezTo>
                      <a:cubicBezTo>
                        <a:pt x="959" y="697"/>
                        <a:pt x="959" y="697"/>
                        <a:pt x="959" y="697"/>
                      </a:cubicBezTo>
                      <a:cubicBezTo>
                        <a:pt x="939" y="681"/>
                        <a:pt x="939" y="681"/>
                        <a:pt x="939" y="681"/>
                      </a:cubicBezTo>
                      <a:cubicBezTo>
                        <a:pt x="930" y="661"/>
                        <a:pt x="930" y="661"/>
                        <a:pt x="930" y="661"/>
                      </a:cubicBezTo>
                      <a:cubicBezTo>
                        <a:pt x="930" y="661"/>
                        <a:pt x="939" y="653"/>
                        <a:pt x="942" y="637"/>
                      </a:cubicBezTo>
                      <a:cubicBezTo>
                        <a:pt x="945" y="621"/>
                        <a:pt x="918" y="627"/>
                        <a:pt x="908" y="617"/>
                      </a:cubicBezTo>
                      <a:cubicBezTo>
                        <a:pt x="898" y="607"/>
                        <a:pt x="917" y="604"/>
                        <a:pt x="917" y="604"/>
                      </a:cubicBezTo>
                      <a:cubicBezTo>
                        <a:pt x="917" y="585"/>
                        <a:pt x="917" y="585"/>
                        <a:pt x="917" y="585"/>
                      </a:cubicBezTo>
                      <a:cubicBezTo>
                        <a:pt x="939" y="584"/>
                        <a:pt x="939" y="584"/>
                        <a:pt x="939" y="584"/>
                      </a:cubicBezTo>
                      <a:cubicBezTo>
                        <a:pt x="938" y="576"/>
                        <a:pt x="938" y="576"/>
                        <a:pt x="938" y="576"/>
                      </a:cubicBezTo>
                      <a:cubicBezTo>
                        <a:pt x="921" y="565"/>
                        <a:pt x="921" y="565"/>
                        <a:pt x="921" y="565"/>
                      </a:cubicBezTo>
                      <a:cubicBezTo>
                        <a:pt x="921" y="565"/>
                        <a:pt x="899" y="557"/>
                        <a:pt x="897" y="546"/>
                      </a:cubicBezTo>
                      <a:cubicBezTo>
                        <a:pt x="895" y="535"/>
                        <a:pt x="906" y="523"/>
                        <a:pt x="906" y="523"/>
                      </a:cubicBezTo>
                      <a:cubicBezTo>
                        <a:pt x="901" y="511"/>
                        <a:pt x="901" y="511"/>
                        <a:pt x="901" y="511"/>
                      </a:cubicBezTo>
                      <a:cubicBezTo>
                        <a:pt x="912" y="514"/>
                        <a:pt x="912" y="514"/>
                        <a:pt x="912" y="514"/>
                      </a:cubicBezTo>
                      <a:cubicBezTo>
                        <a:pt x="928" y="522"/>
                        <a:pt x="928" y="522"/>
                        <a:pt x="928" y="522"/>
                      </a:cubicBezTo>
                      <a:cubicBezTo>
                        <a:pt x="925" y="515"/>
                        <a:pt x="925" y="515"/>
                        <a:pt x="925" y="515"/>
                      </a:cubicBezTo>
                      <a:cubicBezTo>
                        <a:pt x="936" y="514"/>
                        <a:pt x="936" y="514"/>
                        <a:pt x="936" y="514"/>
                      </a:cubicBezTo>
                      <a:cubicBezTo>
                        <a:pt x="936" y="514"/>
                        <a:pt x="939" y="526"/>
                        <a:pt x="945" y="532"/>
                      </a:cubicBezTo>
                      <a:cubicBezTo>
                        <a:pt x="951" y="538"/>
                        <a:pt x="961" y="540"/>
                        <a:pt x="961" y="540"/>
                      </a:cubicBezTo>
                      <a:cubicBezTo>
                        <a:pt x="962" y="528"/>
                        <a:pt x="962" y="528"/>
                        <a:pt x="962" y="528"/>
                      </a:cubicBezTo>
                      <a:cubicBezTo>
                        <a:pt x="962" y="528"/>
                        <a:pt x="968" y="531"/>
                        <a:pt x="972" y="534"/>
                      </a:cubicBezTo>
                      <a:cubicBezTo>
                        <a:pt x="976" y="537"/>
                        <a:pt x="976" y="555"/>
                        <a:pt x="976" y="555"/>
                      </a:cubicBezTo>
                      <a:cubicBezTo>
                        <a:pt x="980" y="557"/>
                        <a:pt x="980" y="557"/>
                        <a:pt x="980" y="557"/>
                      </a:cubicBezTo>
                      <a:cubicBezTo>
                        <a:pt x="980" y="557"/>
                        <a:pt x="981" y="577"/>
                        <a:pt x="981" y="580"/>
                      </a:cubicBezTo>
                      <a:cubicBezTo>
                        <a:pt x="981" y="583"/>
                        <a:pt x="998" y="586"/>
                        <a:pt x="1008" y="586"/>
                      </a:cubicBezTo>
                      <a:cubicBezTo>
                        <a:pt x="1018" y="586"/>
                        <a:pt x="1049" y="590"/>
                        <a:pt x="1049" y="590"/>
                      </a:cubicBezTo>
                      <a:cubicBezTo>
                        <a:pt x="1079" y="579"/>
                        <a:pt x="1079" y="579"/>
                        <a:pt x="1079" y="579"/>
                      </a:cubicBezTo>
                      <a:cubicBezTo>
                        <a:pt x="1079" y="579"/>
                        <a:pt x="1101" y="587"/>
                        <a:pt x="1101" y="597"/>
                      </a:cubicBezTo>
                      <a:cubicBezTo>
                        <a:pt x="1101" y="607"/>
                        <a:pt x="1091" y="603"/>
                        <a:pt x="1091" y="603"/>
                      </a:cubicBezTo>
                      <a:cubicBezTo>
                        <a:pt x="1091" y="603"/>
                        <a:pt x="1091" y="612"/>
                        <a:pt x="1088" y="626"/>
                      </a:cubicBezTo>
                      <a:cubicBezTo>
                        <a:pt x="1085" y="640"/>
                        <a:pt x="1071" y="638"/>
                        <a:pt x="1063" y="641"/>
                      </a:cubicBezTo>
                      <a:cubicBezTo>
                        <a:pt x="1055" y="644"/>
                        <a:pt x="1053" y="654"/>
                        <a:pt x="1053" y="670"/>
                      </a:cubicBezTo>
                      <a:cubicBezTo>
                        <a:pt x="1053" y="686"/>
                        <a:pt x="1073" y="689"/>
                        <a:pt x="1073" y="689"/>
                      </a:cubicBezTo>
                      <a:cubicBezTo>
                        <a:pt x="1082" y="704"/>
                        <a:pt x="1082" y="704"/>
                        <a:pt x="1082" y="704"/>
                      </a:cubicBezTo>
                      <a:cubicBezTo>
                        <a:pt x="1089" y="681"/>
                        <a:pt x="1089" y="681"/>
                        <a:pt x="1089" y="681"/>
                      </a:cubicBezTo>
                      <a:cubicBezTo>
                        <a:pt x="1089" y="681"/>
                        <a:pt x="1081" y="660"/>
                        <a:pt x="1099" y="664"/>
                      </a:cubicBezTo>
                      <a:cubicBezTo>
                        <a:pt x="1117" y="668"/>
                        <a:pt x="1111" y="687"/>
                        <a:pt x="1115" y="698"/>
                      </a:cubicBezTo>
                      <a:cubicBezTo>
                        <a:pt x="1119" y="709"/>
                        <a:pt x="1135" y="748"/>
                        <a:pt x="1135" y="748"/>
                      </a:cubicBezTo>
                      <a:cubicBezTo>
                        <a:pt x="1149" y="760"/>
                        <a:pt x="1149" y="760"/>
                        <a:pt x="1149" y="760"/>
                      </a:cubicBezTo>
                      <a:cubicBezTo>
                        <a:pt x="1149" y="760"/>
                        <a:pt x="1148" y="752"/>
                        <a:pt x="1148" y="746"/>
                      </a:cubicBezTo>
                      <a:cubicBezTo>
                        <a:pt x="1148" y="740"/>
                        <a:pt x="1152" y="752"/>
                        <a:pt x="1161" y="750"/>
                      </a:cubicBezTo>
                      <a:cubicBezTo>
                        <a:pt x="1170" y="748"/>
                        <a:pt x="1160" y="736"/>
                        <a:pt x="1156" y="732"/>
                      </a:cubicBezTo>
                      <a:cubicBezTo>
                        <a:pt x="1152" y="728"/>
                        <a:pt x="1152" y="714"/>
                        <a:pt x="1149" y="705"/>
                      </a:cubicBezTo>
                      <a:cubicBezTo>
                        <a:pt x="1146" y="696"/>
                        <a:pt x="1163" y="694"/>
                        <a:pt x="1163" y="694"/>
                      </a:cubicBezTo>
                      <a:cubicBezTo>
                        <a:pt x="1161" y="661"/>
                        <a:pt x="1161" y="661"/>
                        <a:pt x="1161" y="661"/>
                      </a:cubicBezTo>
                      <a:cubicBezTo>
                        <a:pt x="1161" y="661"/>
                        <a:pt x="1147" y="650"/>
                        <a:pt x="1143" y="648"/>
                      </a:cubicBezTo>
                      <a:cubicBezTo>
                        <a:pt x="1139" y="646"/>
                        <a:pt x="1164" y="647"/>
                        <a:pt x="1168" y="648"/>
                      </a:cubicBezTo>
                      <a:cubicBezTo>
                        <a:pt x="1172" y="649"/>
                        <a:pt x="1197" y="653"/>
                        <a:pt x="1197" y="653"/>
                      </a:cubicBezTo>
                      <a:cubicBezTo>
                        <a:pt x="1197" y="629"/>
                        <a:pt x="1197" y="629"/>
                        <a:pt x="1197" y="629"/>
                      </a:cubicBezTo>
                      <a:cubicBezTo>
                        <a:pt x="1209" y="594"/>
                        <a:pt x="1209" y="594"/>
                        <a:pt x="1209" y="594"/>
                      </a:cubicBezTo>
                      <a:cubicBezTo>
                        <a:pt x="1209" y="594"/>
                        <a:pt x="1199" y="586"/>
                        <a:pt x="1199" y="576"/>
                      </a:cubicBezTo>
                      <a:cubicBezTo>
                        <a:pt x="1199" y="566"/>
                        <a:pt x="1213" y="562"/>
                        <a:pt x="1213" y="562"/>
                      </a:cubicBezTo>
                      <a:cubicBezTo>
                        <a:pt x="1225" y="541"/>
                        <a:pt x="1225" y="541"/>
                        <a:pt x="1225" y="541"/>
                      </a:cubicBezTo>
                      <a:cubicBezTo>
                        <a:pt x="1225" y="541"/>
                        <a:pt x="1219" y="530"/>
                        <a:pt x="1218" y="525"/>
                      </a:cubicBezTo>
                      <a:cubicBezTo>
                        <a:pt x="1217" y="520"/>
                        <a:pt x="1215" y="506"/>
                        <a:pt x="1215" y="506"/>
                      </a:cubicBezTo>
                      <a:cubicBezTo>
                        <a:pt x="1215" y="506"/>
                        <a:pt x="1226" y="501"/>
                        <a:pt x="1238" y="497"/>
                      </a:cubicBezTo>
                      <a:cubicBezTo>
                        <a:pt x="1250" y="493"/>
                        <a:pt x="1245" y="478"/>
                        <a:pt x="1253" y="476"/>
                      </a:cubicBezTo>
                      <a:cubicBezTo>
                        <a:pt x="1261" y="474"/>
                        <a:pt x="1276" y="473"/>
                        <a:pt x="1276" y="473"/>
                      </a:cubicBezTo>
                      <a:cubicBezTo>
                        <a:pt x="1276" y="473"/>
                        <a:pt x="1299" y="481"/>
                        <a:pt x="1301" y="477"/>
                      </a:cubicBezTo>
                      <a:cubicBezTo>
                        <a:pt x="1303" y="473"/>
                        <a:pt x="1280" y="463"/>
                        <a:pt x="1280" y="454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5" name="Freeform 221"/>
                <p:cNvSpPr>
                  <a:spLocks/>
                </p:cNvSpPr>
                <p:nvPr/>
              </p:nvSpPr>
              <p:spPr bwMode="gray">
                <a:xfrm>
                  <a:off x="3685" y="-13606"/>
                  <a:ext cx="1006" cy="2365"/>
                </a:xfrm>
                <a:custGeom>
                  <a:avLst/>
                  <a:gdLst>
                    <a:gd name="T0" fmla="*/ 9 w 426"/>
                    <a:gd name="T1" fmla="*/ 422 h 1001"/>
                    <a:gd name="T2" fmla="*/ 81 w 426"/>
                    <a:gd name="T3" fmla="*/ 465 h 1001"/>
                    <a:gd name="T4" fmla="*/ 132 w 426"/>
                    <a:gd name="T5" fmla="*/ 562 h 1001"/>
                    <a:gd name="T6" fmla="*/ 145 w 426"/>
                    <a:gd name="T7" fmla="*/ 654 h 1001"/>
                    <a:gd name="T8" fmla="*/ 168 w 426"/>
                    <a:gd name="T9" fmla="*/ 671 h 1001"/>
                    <a:gd name="T10" fmla="*/ 240 w 426"/>
                    <a:gd name="T11" fmla="*/ 641 h 1001"/>
                    <a:gd name="T12" fmla="*/ 267 w 426"/>
                    <a:gd name="T13" fmla="*/ 638 h 1001"/>
                    <a:gd name="T14" fmla="*/ 303 w 426"/>
                    <a:gd name="T15" fmla="*/ 745 h 1001"/>
                    <a:gd name="T16" fmla="*/ 350 w 426"/>
                    <a:gd name="T17" fmla="*/ 849 h 1001"/>
                    <a:gd name="T18" fmla="*/ 337 w 426"/>
                    <a:gd name="T19" fmla="*/ 918 h 1001"/>
                    <a:gd name="T20" fmla="*/ 355 w 426"/>
                    <a:gd name="T21" fmla="*/ 970 h 1001"/>
                    <a:gd name="T22" fmla="*/ 375 w 426"/>
                    <a:gd name="T23" fmla="*/ 956 h 1001"/>
                    <a:gd name="T24" fmla="*/ 396 w 426"/>
                    <a:gd name="T25" fmla="*/ 861 h 1001"/>
                    <a:gd name="T26" fmla="*/ 344 w 426"/>
                    <a:gd name="T27" fmla="*/ 760 h 1001"/>
                    <a:gd name="T28" fmla="*/ 341 w 426"/>
                    <a:gd name="T29" fmla="*/ 687 h 1001"/>
                    <a:gd name="T30" fmla="*/ 344 w 426"/>
                    <a:gd name="T31" fmla="*/ 653 h 1001"/>
                    <a:gd name="T32" fmla="*/ 295 w 426"/>
                    <a:gd name="T33" fmla="*/ 592 h 1001"/>
                    <a:gd name="T34" fmla="*/ 273 w 426"/>
                    <a:gd name="T35" fmla="*/ 554 h 1001"/>
                    <a:gd name="T36" fmla="*/ 272 w 426"/>
                    <a:gd name="T37" fmla="*/ 512 h 1001"/>
                    <a:gd name="T38" fmla="*/ 318 w 426"/>
                    <a:gd name="T39" fmla="*/ 477 h 1001"/>
                    <a:gd name="T40" fmla="*/ 352 w 426"/>
                    <a:gd name="T41" fmla="*/ 440 h 1001"/>
                    <a:gd name="T42" fmla="*/ 399 w 426"/>
                    <a:gd name="T43" fmla="*/ 414 h 1001"/>
                    <a:gd name="T44" fmla="*/ 399 w 426"/>
                    <a:gd name="T45" fmla="*/ 392 h 1001"/>
                    <a:gd name="T46" fmla="*/ 397 w 426"/>
                    <a:gd name="T47" fmla="*/ 380 h 1001"/>
                    <a:gd name="T48" fmla="*/ 361 w 426"/>
                    <a:gd name="T49" fmla="*/ 370 h 1001"/>
                    <a:gd name="T50" fmla="*/ 326 w 426"/>
                    <a:gd name="T51" fmla="*/ 329 h 1001"/>
                    <a:gd name="T52" fmla="*/ 301 w 426"/>
                    <a:gd name="T53" fmla="*/ 292 h 1001"/>
                    <a:gd name="T54" fmla="*/ 297 w 426"/>
                    <a:gd name="T55" fmla="*/ 237 h 1001"/>
                    <a:gd name="T56" fmla="*/ 242 w 426"/>
                    <a:gd name="T57" fmla="*/ 235 h 1001"/>
                    <a:gd name="T58" fmla="*/ 233 w 426"/>
                    <a:gd name="T59" fmla="*/ 203 h 1001"/>
                    <a:gd name="T60" fmla="*/ 243 w 426"/>
                    <a:gd name="T61" fmla="*/ 156 h 1001"/>
                    <a:gd name="T62" fmla="*/ 253 w 426"/>
                    <a:gd name="T63" fmla="*/ 133 h 1001"/>
                    <a:gd name="T64" fmla="*/ 255 w 426"/>
                    <a:gd name="T65" fmla="*/ 74 h 1001"/>
                    <a:gd name="T66" fmla="*/ 211 w 426"/>
                    <a:gd name="T67" fmla="*/ 15 h 1001"/>
                    <a:gd name="T68" fmla="*/ 187 w 426"/>
                    <a:gd name="T69" fmla="*/ 32 h 1001"/>
                    <a:gd name="T70" fmla="*/ 159 w 426"/>
                    <a:gd name="T71" fmla="*/ 69 h 1001"/>
                    <a:gd name="T72" fmla="*/ 98 w 426"/>
                    <a:gd name="T73" fmla="*/ 102 h 1001"/>
                    <a:gd name="T74" fmla="*/ 96 w 426"/>
                    <a:gd name="T75" fmla="*/ 158 h 1001"/>
                    <a:gd name="T76" fmla="*/ 80 w 426"/>
                    <a:gd name="T77" fmla="*/ 225 h 1001"/>
                    <a:gd name="T78" fmla="*/ 26 w 426"/>
                    <a:gd name="T79" fmla="*/ 244 h 1001"/>
                    <a:gd name="T80" fmla="*/ 32 w 426"/>
                    <a:gd name="T81" fmla="*/ 301 h 1001"/>
                    <a:gd name="T82" fmla="*/ 31 w 426"/>
                    <a:gd name="T83" fmla="*/ 342 h 1001"/>
                    <a:gd name="T84" fmla="*/ 25 w 426"/>
                    <a:gd name="T85" fmla="*/ 383 h 10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26" h="1001">
                      <a:moveTo>
                        <a:pt x="0" y="391"/>
                      </a:moveTo>
                      <a:cubicBezTo>
                        <a:pt x="5" y="391"/>
                        <a:pt x="9" y="391"/>
                        <a:pt x="9" y="391"/>
                      </a:cubicBezTo>
                      <a:cubicBezTo>
                        <a:pt x="9" y="422"/>
                        <a:pt x="9" y="422"/>
                        <a:pt x="9" y="422"/>
                      </a:cubicBezTo>
                      <a:cubicBezTo>
                        <a:pt x="9" y="422"/>
                        <a:pt x="32" y="428"/>
                        <a:pt x="41" y="438"/>
                      </a:cubicBezTo>
                      <a:cubicBezTo>
                        <a:pt x="51" y="448"/>
                        <a:pt x="59" y="470"/>
                        <a:pt x="59" y="470"/>
                      </a:cubicBezTo>
                      <a:cubicBezTo>
                        <a:pt x="81" y="465"/>
                        <a:pt x="81" y="465"/>
                        <a:pt x="81" y="465"/>
                      </a:cubicBezTo>
                      <a:cubicBezTo>
                        <a:pt x="67" y="494"/>
                        <a:pt x="67" y="494"/>
                        <a:pt x="67" y="494"/>
                      </a:cubicBezTo>
                      <a:cubicBezTo>
                        <a:pt x="67" y="494"/>
                        <a:pt x="98" y="501"/>
                        <a:pt x="110" y="510"/>
                      </a:cubicBezTo>
                      <a:cubicBezTo>
                        <a:pt x="122" y="519"/>
                        <a:pt x="130" y="555"/>
                        <a:pt x="132" y="562"/>
                      </a:cubicBezTo>
                      <a:cubicBezTo>
                        <a:pt x="134" y="568"/>
                        <a:pt x="148" y="581"/>
                        <a:pt x="148" y="581"/>
                      </a:cubicBezTo>
                      <a:cubicBezTo>
                        <a:pt x="137" y="593"/>
                        <a:pt x="137" y="593"/>
                        <a:pt x="137" y="593"/>
                      </a:cubicBezTo>
                      <a:cubicBezTo>
                        <a:pt x="145" y="654"/>
                        <a:pt x="145" y="654"/>
                        <a:pt x="145" y="654"/>
                      </a:cubicBezTo>
                      <a:cubicBezTo>
                        <a:pt x="134" y="662"/>
                        <a:pt x="134" y="662"/>
                        <a:pt x="134" y="662"/>
                      </a:cubicBezTo>
                      <a:cubicBezTo>
                        <a:pt x="134" y="662"/>
                        <a:pt x="140" y="681"/>
                        <a:pt x="149" y="680"/>
                      </a:cubicBezTo>
                      <a:cubicBezTo>
                        <a:pt x="158" y="679"/>
                        <a:pt x="168" y="671"/>
                        <a:pt x="168" y="671"/>
                      </a:cubicBezTo>
                      <a:cubicBezTo>
                        <a:pt x="168" y="671"/>
                        <a:pt x="172" y="686"/>
                        <a:pt x="183" y="681"/>
                      </a:cubicBezTo>
                      <a:cubicBezTo>
                        <a:pt x="195" y="677"/>
                        <a:pt x="206" y="654"/>
                        <a:pt x="206" y="654"/>
                      </a:cubicBezTo>
                      <a:cubicBezTo>
                        <a:pt x="206" y="654"/>
                        <a:pt x="228" y="650"/>
                        <a:pt x="240" y="641"/>
                      </a:cubicBezTo>
                      <a:cubicBezTo>
                        <a:pt x="252" y="631"/>
                        <a:pt x="238" y="602"/>
                        <a:pt x="245" y="596"/>
                      </a:cubicBezTo>
                      <a:cubicBezTo>
                        <a:pt x="253" y="590"/>
                        <a:pt x="268" y="617"/>
                        <a:pt x="268" y="617"/>
                      </a:cubicBezTo>
                      <a:cubicBezTo>
                        <a:pt x="267" y="638"/>
                        <a:pt x="267" y="638"/>
                        <a:pt x="267" y="638"/>
                      </a:cubicBezTo>
                      <a:cubicBezTo>
                        <a:pt x="267" y="638"/>
                        <a:pt x="288" y="639"/>
                        <a:pt x="289" y="656"/>
                      </a:cubicBezTo>
                      <a:cubicBezTo>
                        <a:pt x="289" y="673"/>
                        <a:pt x="296" y="685"/>
                        <a:pt x="298" y="698"/>
                      </a:cubicBezTo>
                      <a:cubicBezTo>
                        <a:pt x="300" y="712"/>
                        <a:pt x="303" y="745"/>
                        <a:pt x="303" y="745"/>
                      </a:cubicBezTo>
                      <a:cubicBezTo>
                        <a:pt x="303" y="745"/>
                        <a:pt x="304" y="757"/>
                        <a:pt x="311" y="766"/>
                      </a:cubicBezTo>
                      <a:cubicBezTo>
                        <a:pt x="319" y="775"/>
                        <a:pt x="322" y="788"/>
                        <a:pt x="322" y="788"/>
                      </a:cubicBezTo>
                      <a:cubicBezTo>
                        <a:pt x="350" y="849"/>
                        <a:pt x="350" y="849"/>
                        <a:pt x="350" y="849"/>
                      </a:cubicBezTo>
                      <a:cubicBezTo>
                        <a:pt x="360" y="879"/>
                        <a:pt x="360" y="879"/>
                        <a:pt x="360" y="879"/>
                      </a:cubicBezTo>
                      <a:cubicBezTo>
                        <a:pt x="360" y="879"/>
                        <a:pt x="346" y="876"/>
                        <a:pt x="345" y="884"/>
                      </a:cubicBezTo>
                      <a:cubicBezTo>
                        <a:pt x="343" y="893"/>
                        <a:pt x="337" y="918"/>
                        <a:pt x="337" y="918"/>
                      </a:cubicBezTo>
                      <a:cubicBezTo>
                        <a:pt x="366" y="908"/>
                        <a:pt x="366" y="908"/>
                        <a:pt x="366" y="908"/>
                      </a:cubicBezTo>
                      <a:cubicBezTo>
                        <a:pt x="358" y="945"/>
                        <a:pt x="358" y="945"/>
                        <a:pt x="358" y="945"/>
                      </a:cubicBezTo>
                      <a:cubicBezTo>
                        <a:pt x="358" y="945"/>
                        <a:pt x="354" y="957"/>
                        <a:pt x="355" y="970"/>
                      </a:cubicBezTo>
                      <a:cubicBezTo>
                        <a:pt x="356" y="982"/>
                        <a:pt x="363" y="1001"/>
                        <a:pt x="363" y="1001"/>
                      </a:cubicBezTo>
                      <a:cubicBezTo>
                        <a:pt x="363" y="1001"/>
                        <a:pt x="372" y="988"/>
                        <a:pt x="373" y="979"/>
                      </a:cubicBezTo>
                      <a:cubicBezTo>
                        <a:pt x="374" y="970"/>
                        <a:pt x="366" y="963"/>
                        <a:pt x="375" y="956"/>
                      </a:cubicBezTo>
                      <a:cubicBezTo>
                        <a:pt x="384" y="949"/>
                        <a:pt x="389" y="942"/>
                        <a:pt x="392" y="932"/>
                      </a:cubicBezTo>
                      <a:cubicBezTo>
                        <a:pt x="395" y="922"/>
                        <a:pt x="402" y="897"/>
                        <a:pt x="398" y="884"/>
                      </a:cubicBezTo>
                      <a:cubicBezTo>
                        <a:pt x="394" y="871"/>
                        <a:pt x="396" y="861"/>
                        <a:pt x="396" y="861"/>
                      </a:cubicBezTo>
                      <a:cubicBezTo>
                        <a:pt x="396" y="861"/>
                        <a:pt x="381" y="849"/>
                        <a:pt x="377" y="843"/>
                      </a:cubicBezTo>
                      <a:cubicBezTo>
                        <a:pt x="373" y="837"/>
                        <a:pt x="378" y="813"/>
                        <a:pt x="374" y="798"/>
                      </a:cubicBezTo>
                      <a:cubicBezTo>
                        <a:pt x="370" y="783"/>
                        <a:pt x="348" y="770"/>
                        <a:pt x="344" y="760"/>
                      </a:cubicBezTo>
                      <a:cubicBezTo>
                        <a:pt x="340" y="750"/>
                        <a:pt x="328" y="736"/>
                        <a:pt x="328" y="736"/>
                      </a:cubicBezTo>
                      <a:cubicBezTo>
                        <a:pt x="328" y="736"/>
                        <a:pt x="320" y="723"/>
                        <a:pt x="330" y="713"/>
                      </a:cubicBezTo>
                      <a:cubicBezTo>
                        <a:pt x="340" y="703"/>
                        <a:pt x="341" y="693"/>
                        <a:pt x="341" y="687"/>
                      </a:cubicBezTo>
                      <a:cubicBezTo>
                        <a:pt x="341" y="681"/>
                        <a:pt x="338" y="670"/>
                        <a:pt x="338" y="670"/>
                      </a:cubicBezTo>
                      <a:cubicBezTo>
                        <a:pt x="338" y="670"/>
                        <a:pt x="350" y="671"/>
                        <a:pt x="350" y="658"/>
                      </a:cubicBezTo>
                      <a:cubicBezTo>
                        <a:pt x="350" y="645"/>
                        <a:pt x="344" y="653"/>
                        <a:pt x="344" y="653"/>
                      </a:cubicBezTo>
                      <a:cubicBezTo>
                        <a:pt x="344" y="653"/>
                        <a:pt x="336" y="652"/>
                        <a:pt x="331" y="640"/>
                      </a:cubicBezTo>
                      <a:cubicBezTo>
                        <a:pt x="326" y="628"/>
                        <a:pt x="340" y="633"/>
                        <a:pt x="332" y="622"/>
                      </a:cubicBezTo>
                      <a:cubicBezTo>
                        <a:pt x="324" y="611"/>
                        <a:pt x="298" y="602"/>
                        <a:pt x="295" y="592"/>
                      </a:cubicBezTo>
                      <a:cubicBezTo>
                        <a:pt x="292" y="582"/>
                        <a:pt x="287" y="579"/>
                        <a:pt x="287" y="579"/>
                      </a:cubicBezTo>
                      <a:cubicBezTo>
                        <a:pt x="291" y="564"/>
                        <a:pt x="291" y="564"/>
                        <a:pt x="291" y="564"/>
                      </a:cubicBezTo>
                      <a:cubicBezTo>
                        <a:pt x="291" y="564"/>
                        <a:pt x="278" y="558"/>
                        <a:pt x="273" y="554"/>
                      </a:cubicBezTo>
                      <a:cubicBezTo>
                        <a:pt x="268" y="550"/>
                        <a:pt x="265" y="545"/>
                        <a:pt x="268" y="542"/>
                      </a:cubicBezTo>
                      <a:cubicBezTo>
                        <a:pt x="271" y="539"/>
                        <a:pt x="282" y="545"/>
                        <a:pt x="282" y="536"/>
                      </a:cubicBezTo>
                      <a:cubicBezTo>
                        <a:pt x="282" y="527"/>
                        <a:pt x="271" y="516"/>
                        <a:pt x="272" y="512"/>
                      </a:cubicBezTo>
                      <a:cubicBezTo>
                        <a:pt x="273" y="508"/>
                        <a:pt x="283" y="507"/>
                        <a:pt x="284" y="498"/>
                      </a:cubicBezTo>
                      <a:cubicBezTo>
                        <a:pt x="285" y="489"/>
                        <a:pt x="277" y="473"/>
                        <a:pt x="288" y="471"/>
                      </a:cubicBezTo>
                      <a:cubicBezTo>
                        <a:pt x="299" y="469"/>
                        <a:pt x="308" y="480"/>
                        <a:pt x="318" y="477"/>
                      </a:cubicBezTo>
                      <a:cubicBezTo>
                        <a:pt x="328" y="474"/>
                        <a:pt x="330" y="456"/>
                        <a:pt x="330" y="456"/>
                      </a:cubicBezTo>
                      <a:cubicBezTo>
                        <a:pt x="347" y="455"/>
                        <a:pt x="347" y="455"/>
                        <a:pt x="347" y="455"/>
                      </a:cubicBezTo>
                      <a:cubicBezTo>
                        <a:pt x="352" y="440"/>
                        <a:pt x="352" y="440"/>
                        <a:pt x="352" y="440"/>
                      </a:cubicBezTo>
                      <a:cubicBezTo>
                        <a:pt x="352" y="440"/>
                        <a:pt x="371" y="434"/>
                        <a:pt x="375" y="435"/>
                      </a:cubicBezTo>
                      <a:cubicBezTo>
                        <a:pt x="375" y="435"/>
                        <a:pt x="373" y="423"/>
                        <a:pt x="382" y="420"/>
                      </a:cubicBezTo>
                      <a:cubicBezTo>
                        <a:pt x="391" y="417"/>
                        <a:pt x="399" y="414"/>
                        <a:pt x="399" y="414"/>
                      </a:cubicBezTo>
                      <a:cubicBezTo>
                        <a:pt x="394" y="407"/>
                        <a:pt x="394" y="407"/>
                        <a:pt x="394" y="407"/>
                      </a:cubicBezTo>
                      <a:cubicBezTo>
                        <a:pt x="399" y="399"/>
                        <a:pt x="399" y="399"/>
                        <a:pt x="399" y="399"/>
                      </a:cubicBezTo>
                      <a:cubicBezTo>
                        <a:pt x="399" y="392"/>
                        <a:pt x="399" y="392"/>
                        <a:pt x="399" y="392"/>
                      </a:cubicBezTo>
                      <a:cubicBezTo>
                        <a:pt x="421" y="382"/>
                        <a:pt x="421" y="382"/>
                        <a:pt x="421" y="382"/>
                      </a:cubicBezTo>
                      <a:cubicBezTo>
                        <a:pt x="421" y="382"/>
                        <a:pt x="426" y="364"/>
                        <a:pt x="416" y="363"/>
                      </a:cubicBezTo>
                      <a:cubicBezTo>
                        <a:pt x="406" y="362"/>
                        <a:pt x="397" y="380"/>
                        <a:pt x="397" y="380"/>
                      </a:cubicBezTo>
                      <a:cubicBezTo>
                        <a:pt x="397" y="380"/>
                        <a:pt x="378" y="381"/>
                        <a:pt x="375" y="381"/>
                      </a:cubicBezTo>
                      <a:cubicBezTo>
                        <a:pt x="372" y="381"/>
                        <a:pt x="372" y="369"/>
                        <a:pt x="372" y="369"/>
                      </a:cubicBezTo>
                      <a:cubicBezTo>
                        <a:pt x="361" y="370"/>
                        <a:pt x="361" y="370"/>
                        <a:pt x="361" y="370"/>
                      </a:cubicBezTo>
                      <a:cubicBezTo>
                        <a:pt x="356" y="350"/>
                        <a:pt x="356" y="350"/>
                        <a:pt x="356" y="350"/>
                      </a:cubicBezTo>
                      <a:cubicBezTo>
                        <a:pt x="317" y="346"/>
                        <a:pt x="317" y="346"/>
                        <a:pt x="317" y="346"/>
                      </a:cubicBezTo>
                      <a:cubicBezTo>
                        <a:pt x="317" y="346"/>
                        <a:pt x="323" y="332"/>
                        <a:pt x="326" y="329"/>
                      </a:cubicBezTo>
                      <a:cubicBezTo>
                        <a:pt x="329" y="326"/>
                        <a:pt x="320" y="314"/>
                        <a:pt x="320" y="314"/>
                      </a:cubicBezTo>
                      <a:cubicBezTo>
                        <a:pt x="320" y="314"/>
                        <a:pt x="343" y="305"/>
                        <a:pt x="336" y="299"/>
                      </a:cubicBezTo>
                      <a:cubicBezTo>
                        <a:pt x="329" y="293"/>
                        <a:pt x="301" y="292"/>
                        <a:pt x="301" y="292"/>
                      </a:cubicBezTo>
                      <a:cubicBezTo>
                        <a:pt x="296" y="265"/>
                        <a:pt x="296" y="265"/>
                        <a:pt x="296" y="265"/>
                      </a:cubicBezTo>
                      <a:cubicBezTo>
                        <a:pt x="280" y="252"/>
                        <a:pt x="280" y="252"/>
                        <a:pt x="280" y="252"/>
                      </a:cubicBezTo>
                      <a:cubicBezTo>
                        <a:pt x="297" y="237"/>
                        <a:pt x="297" y="237"/>
                        <a:pt x="297" y="237"/>
                      </a:cubicBezTo>
                      <a:cubicBezTo>
                        <a:pt x="297" y="237"/>
                        <a:pt x="268" y="237"/>
                        <a:pt x="260" y="238"/>
                      </a:cubicBezTo>
                      <a:cubicBezTo>
                        <a:pt x="252" y="239"/>
                        <a:pt x="236" y="249"/>
                        <a:pt x="236" y="249"/>
                      </a:cubicBezTo>
                      <a:cubicBezTo>
                        <a:pt x="242" y="235"/>
                        <a:pt x="242" y="235"/>
                        <a:pt x="242" y="235"/>
                      </a:cubicBezTo>
                      <a:cubicBezTo>
                        <a:pt x="242" y="235"/>
                        <a:pt x="237" y="225"/>
                        <a:pt x="232" y="220"/>
                      </a:cubicBezTo>
                      <a:cubicBezTo>
                        <a:pt x="227" y="215"/>
                        <a:pt x="226" y="206"/>
                        <a:pt x="226" y="206"/>
                      </a:cubicBezTo>
                      <a:cubicBezTo>
                        <a:pt x="233" y="203"/>
                        <a:pt x="233" y="203"/>
                        <a:pt x="233" y="203"/>
                      </a:cubicBezTo>
                      <a:cubicBezTo>
                        <a:pt x="231" y="183"/>
                        <a:pt x="231" y="183"/>
                        <a:pt x="231" y="183"/>
                      </a:cubicBezTo>
                      <a:cubicBezTo>
                        <a:pt x="231" y="183"/>
                        <a:pt x="242" y="187"/>
                        <a:pt x="243" y="176"/>
                      </a:cubicBezTo>
                      <a:cubicBezTo>
                        <a:pt x="244" y="165"/>
                        <a:pt x="243" y="156"/>
                        <a:pt x="243" y="156"/>
                      </a:cubicBezTo>
                      <a:cubicBezTo>
                        <a:pt x="243" y="156"/>
                        <a:pt x="255" y="164"/>
                        <a:pt x="258" y="157"/>
                      </a:cubicBezTo>
                      <a:cubicBezTo>
                        <a:pt x="261" y="150"/>
                        <a:pt x="262" y="144"/>
                        <a:pt x="262" y="144"/>
                      </a:cubicBezTo>
                      <a:cubicBezTo>
                        <a:pt x="262" y="144"/>
                        <a:pt x="246" y="133"/>
                        <a:pt x="253" y="133"/>
                      </a:cubicBezTo>
                      <a:cubicBezTo>
                        <a:pt x="260" y="133"/>
                        <a:pt x="270" y="127"/>
                        <a:pt x="270" y="127"/>
                      </a:cubicBezTo>
                      <a:cubicBezTo>
                        <a:pt x="263" y="90"/>
                        <a:pt x="263" y="90"/>
                        <a:pt x="263" y="90"/>
                      </a:cubicBezTo>
                      <a:cubicBezTo>
                        <a:pt x="255" y="74"/>
                        <a:pt x="255" y="74"/>
                        <a:pt x="255" y="74"/>
                      </a:cubicBezTo>
                      <a:cubicBezTo>
                        <a:pt x="255" y="74"/>
                        <a:pt x="257" y="52"/>
                        <a:pt x="250" y="50"/>
                      </a:cubicBezTo>
                      <a:cubicBezTo>
                        <a:pt x="243" y="48"/>
                        <a:pt x="228" y="50"/>
                        <a:pt x="228" y="50"/>
                      </a:cubicBezTo>
                      <a:cubicBezTo>
                        <a:pt x="228" y="50"/>
                        <a:pt x="219" y="23"/>
                        <a:pt x="211" y="15"/>
                      </a:cubicBezTo>
                      <a:cubicBezTo>
                        <a:pt x="203" y="7"/>
                        <a:pt x="189" y="0"/>
                        <a:pt x="189" y="0"/>
                      </a:cubicBezTo>
                      <a:cubicBezTo>
                        <a:pt x="185" y="13"/>
                        <a:pt x="185" y="13"/>
                        <a:pt x="185" y="13"/>
                      </a:cubicBezTo>
                      <a:cubicBezTo>
                        <a:pt x="187" y="32"/>
                        <a:pt x="187" y="32"/>
                        <a:pt x="187" y="32"/>
                      </a:cubicBezTo>
                      <a:cubicBezTo>
                        <a:pt x="187" y="32"/>
                        <a:pt x="163" y="41"/>
                        <a:pt x="163" y="50"/>
                      </a:cubicBezTo>
                      <a:cubicBezTo>
                        <a:pt x="163" y="59"/>
                        <a:pt x="186" y="69"/>
                        <a:pt x="184" y="73"/>
                      </a:cubicBezTo>
                      <a:cubicBezTo>
                        <a:pt x="182" y="77"/>
                        <a:pt x="159" y="69"/>
                        <a:pt x="159" y="69"/>
                      </a:cubicBezTo>
                      <a:cubicBezTo>
                        <a:pt x="159" y="69"/>
                        <a:pt x="144" y="70"/>
                        <a:pt x="136" y="72"/>
                      </a:cubicBezTo>
                      <a:cubicBezTo>
                        <a:pt x="128" y="74"/>
                        <a:pt x="133" y="89"/>
                        <a:pt x="121" y="93"/>
                      </a:cubicBezTo>
                      <a:cubicBezTo>
                        <a:pt x="109" y="97"/>
                        <a:pt x="98" y="102"/>
                        <a:pt x="98" y="102"/>
                      </a:cubicBezTo>
                      <a:cubicBezTo>
                        <a:pt x="98" y="102"/>
                        <a:pt x="100" y="116"/>
                        <a:pt x="101" y="121"/>
                      </a:cubicBezTo>
                      <a:cubicBezTo>
                        <a:pt x="102" y="126"/>
                        <a:pt x="108" y="137"/>
                        <a:pt x="108" y="137"/>
                      </a:cubicBezTo>
                      <a:cubicBezTo>
                        <a:pt x="96" y="158"/>
                        <a:pt x="96" y="158"/>
                        <a:pt x="96" y="158"/>
                      </a:cubicBezTo>
                      <a:cubicBezTo>
                        <a:pt x="96" y="158"/>
                        <a:pt x="82" y="162"/>
                        <a:pt x="82" y="172"/>
                      </a:cubicBezTo>
                      <a:cubicBezTo>
                        <a:pt x="82" y="182"/>
                        <a:pt x="92" y="190"/>
                        <a:pt x="92" y="190"/>
                      </a:cubicBezTo>
                      <a:cubicBezTo>
                        <a:pt x="80" y="225"/>
                        <a:pt x="80" y="225"/>
                        <a:pt x="80" y="225"/>
                      </a:cubicBezTo>
                      <a:cubicBezTo>
                        <a:pt x="80" y="249"/>
                        <a:pt x="80" y="249"/>
                        <a:pt x="80" y="249"/>
                      </a:cubicBezTo>
                      <a:cubicBezTo>
                        <a:pt x="80" y="249"/>
                        <a:pt x="55" y="245"/>
                        <a:pt x="51" y="244"/>
                      </a:cubicBezTo>
                      <a:cubicBezTo>
                        <a:pt x="47" y="243"/>
                        <a:pt x="22" y="242"/>
                        <a:pt x="26" y="244"/>
                      </a:cubicBezTo>
                      <a:cubicBezTo>
                        <a:pt x="30" y="246"/>
                        <a:pt x="44" y="257"/>
                        <a:pt x="44" y="257"/>
                      </a:cubicBezTo>
                      <a:cubicBezTo>
                        <a:pt x="46" y="290"/>
                        <a:pt x="46" y="290"/>
                        <a:pt x="46" y="290"/>
                      </a:cubicBezTo>
                      <a:cubicBezTo>
                        <a:pt x="46" y="290"/>
                        <a:pt x="29" y="292"/>
                        <a:pt x="32" y="301"/>
                      </a:cubicBezTo>
                      <a:cubicBezTo>
                        <a:pt x="35" y="310"/>
                        <a:pt x="35" y="324"/>
                        <a:pt x="39" y="328"/>
                      </a:cubicBezTo>
                      <a:cubicBezTo>
                        <a:pt x="43" y="332"/>
                        <a:pt x="53" y="344"/>
                        <a:pt x="44" y="346"/>
                      </a:cubicBezTo>
                      <a:cubicBezTo>
                        <a:pt x="35" y="348"/>
                        <a:pt x="31" y="336"/>
                        <a:pt x="31" y="342"/>
                      </a:cubicBezTo>
                      <a:cubicBezTo>
                        <a:pt x="31" y="348"/>
                        <a:pt x="32" y="356"/>
                        <a:pt x="32" y="356"/>
                      </a:cubicBezTo>
                      <a:cubicBezTo>
                        <a:pt x="18" y="344"/>
                        <a:pt x="18" y="344"/>
                        <a:pt x="18" y="344"/>
                      </a:cubicBezTo>
                      <a:cubicBezTo>
                        <a:pt x="25" y="383"/>
                        <a:pt x="25" y="383"/>
                        <a:pt x="25" y="383"/>
                      </a:cubicBezTo>
                      <a:cubicBezTo>
                        <a:pt x="4" y="380"/>
                        <a:pt x="4" y="380"/>
                        <a:pt x="4" y="380"/>
                      </a:cubicBezTo>
                      <a:cubicBezTo>
                        <a:pt x="4" y="380"/>
                        <a:pt x="2" y="384"/>
                        <a:pt x="0" y="39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6" name="Freeform 222"/>
                <p:cNvSpPr>
                  <a:spLocks/>
                </p:cNvSpPr>
                <p:nvPr/>
              </p:nvSpPr>
              <p:spPr bwMode="gray">
                <a:xfrm>
                  <a:off x="6465" y="-15429"/>
                  <a:ext cx="520" cy="661"/>
                </a:xfrm>
                <a:custGeom>
                  <a:avLst/>
                  <a:gdLst>
                    <a:gd name="T0" fmla="*/ 182 w 220"/>
                    <a:gd name="T1" fmla="*/ 0 h 280"/>
                    <a:gd name="T2" fmla="*/ 160 w 220"/>
                    <a:gd name="T3" fmla="*/ 0 h 280"/>
                    <a:gd name="T4" fmla="*/ 171 w 220"/>
                    <a:gd name="T5" fmla="*/ 27 h 280"/>
                    <a:gd name="T6" fmla="*/ 153 w 220"/>
                    <a:gd name="T7" fmla="*/ 28 h 280"/>
                    <a:gd name="T8" fmla="*/ 153 w 220"/>
                    <a:gd name="T9" fmla="*/ 49 h 280"/>
                    <a:gd name="T10" fmla="*/ 113 w 220"/>
                    <a:gd name="T11" fmla="*/ 50 h 280"/>
                    <a:gd name="T12" fmla="*/ 135 w 220"/>
                    <a:gd name="T13" fmla="*/ 71 h 280"/>
                    <a:gd name="T14" fmla="*/ 134 w 220"/>
                    <a:gd name="T15" fmla="*/ 81 h 280"/>
                    <a:gd name="T16" fmla="*/ 87 w 220"/>
                    <a:gd name="T17" fmla="*/ 77 h 280"/>
                    <a:gd name="T18" fmla="*/ 61 w 220"/>
                    <a:gd name="T19" fmla="*/ 63 h 280"/>
                    <a:gd name="T20" fmla="*/ 47 w 220"/>
                    <a:gd name="T21" fmla="*/ 115 h 280"/>
                    <a:gd name="T22" fmla="*/ 13 w 220"/>
                    <a:gd name="T23" fmla="*/ 138 h 280"/>
                    <a:gd name="T24" fmla="*/ 7 w 220"/>
                    <a:gd name="T25" fmla="*/ 154 h 280"/>
                    <a:gd name="T26" fmla="*/ 0 w 220"/>
                    <a:gd name="T27" fmla="*/ 165 h 280"/>
                    <a:gd name="T28" fmla="*/ 8 w 220"/>
                    <a:gd name="T29" fmla="*/ 152 h 280"/>
                    <a:gd name="T30" fmla="*/ 14 w 220"/>
                    <a:gd name="T31" fmla="*/ 166 h 280"/>
                    <a:gd name="T32" fmla="*/ 26 w 220"/>
                    <a:gd name="T33" fmla="*/ 180 h 280"/>
                    <a:gd name="T34" fmla="*/ 33 w 220"/>
                    <a:gd name="T35" fmla="*/ 168 h 280"/>
                    <a:gd name="T36" fmla="*/ 47 w 220"/>
                    <a:gd name="T37" fmla="*/ 181 h 280"/>
                    <a:gd name="T38" fmla="*/ 64 w 220"/>
                    <a:gd name="T39" fmla="*/ 182 h 280"/>
                    <a:gd name="T40" fmla="*/ 68 w 220"/>
                    <a:gd name="T41" fmla="*/ 223 h 280"/>
                    <a:gd name="T42" fmla="*/ 93 w 220"/>
                    <a:gd name="T43" fmla="*/ 223 h 280"/>
                    <a:gd name="T44" fmla="*/ 96 w 220"/>
                    <a:gd name="T45" fmla="*/ 233 h 280"/>
                    <a:gd name="T46" fmla="*/ 69 w 220"/>
                    <a:gd name="T47" fmla="*/ 234 h 280"/>
                    <a:gd name="T48" fmla="*/ 80 w 220"/>
                    <a:gd name="T49" fmla="*/ 263 h 280"/>
                    <a:gd name="T50" fmla="*/ 87 w 220"/>
                    <a:gd name="T51" fmla="*/ 274 h 280"/>
                    <a:gd name="T52" fmla="*/ 106 w 220"/>
                    <a:gd name="T53" fmla="*/ 266 h 280"/>
                    <a:gd name="T54" fmla="*/ 135 w 220"/>
                    <a:gd name="T55" fmla="*/ 279 h 280"/>
                    <a:gd name="T56" fmla="*/ 153 w 220"/>
                    <a:gd name="T57" fmla="*/ 275 h 280"/>
                    <a:gd name="T58" fmla="*/ 166 w 220"/>
                    <a:gd name="T59" fmla="*/ 265 h 280"/>
                    <a:gd name="T60" fmla="*/ 169 w 220"/>
                    <a:gd name="T61" fmla="*/ 252 h 280"/>
                    <a:gd name="T62" fmla="*/ 207 w 220"/>
                    <a:gd name="T63" fmla="*/ 246 h 280"/>
                    <a:gd name="T64" fmla="*/ 217 w 220"/>
                    <a:gd name="T65" fmla="*/ 236 h 280"/>
                    <a:gd name="T66" fmla="*/ 208 w 220"/>
                    <a:gd name="T67" fmla="*/ 224 h 280"/>
                    <a:gd name="T68" fmla="*/ 177 w 220"/>
                    <a:gd name="T69" fmla="*/ 207 h 280"/>
                    <a:gd name="T70" fmla="*/ 162 w 220"/>
                    <a:gd name="T71" fmla="*/ 202 h 280"/>
                    <a:gd name="T72" fmla="*/ 169 w 220"/>
                    <a:gd name="T73" fmla="*/ 189 h 280"/>
                    <a:gd name="T74" fmla="*/ 154 w 220"/>
                    <a:gd name="T75" fmla="*/ 167 h 280"/>
                    <a:gd name="T76" fmla="*/ 190 w 220"/>
                    <a:gd name="T77" fmla="*/ 146 h 280"/>
                    <a:gd name="T78" fmla="*/ 200 w 220"/>
                    <a:gd name="T79" fmla="*/ 117 h 280"/>
                    <a:gd name="T80" fmla="*/ 216 w 220"/>
                    <a:gd name="T81" fmla="*/ 109 h 280"/>
                    <a:gd name="T82" fmla="*/ 211 w 220"/>
                    <a:gd name="T83" fmla="*/ 88 h 280"/>
                    <a:gd name="T84" fmla="*/ 196 w 220"/>
                    <a:gd name="T85" fmla="*/ 60 h 280"/>
                    <a:gd name="T86" fmla="*/ 220 w 220"/>
                    <a:gd name="T87" fmla="*/ 38 h 280"/>
                    <a:gd name="T88" fmla="*/ 211 w 220"/>
                    <a:gd name="T89" fmla="*/ 23 h 280"/>
                    <a:gd name="T90" fmla="*/ 192 w 220"/>
                    <a:gd name="T91" fmla="*/ 17 h 280"/>
                    <a:gd name="T92" fmla="*/ 182 w 220"/>
                    <a:gd name="T93" fmla="*/ 0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20" h="280">
                      <a:moveTo>
                        <a:pt x="182" y="0"/>
                      </a:move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73" y="22"/>
                        <a:pt x="171" y="27"/>
                      </a:cubicBezTo>
                      <a:cubicBezTo>
                        <a:pt x="169" y="32"/>
                        <a:pt x="153" y="28"/>
                        <a:pt x="153" y="28"/>
                      </a:cubicBezTo>
                      <a:cubicBezTo>
                        <a:pt x="153" y="28"/>
                        <a:pt x="163" y="40"/>
                        <a:pt x="153" y="49"/>
                      </a:cubicBezTo>
                      <a:cubicBezTo>
                        <a:pt x="143" y="58"/>
                        <a:pt x="119" y="42"/>
                        <a:pt x="113" y="50"/>
                      </a:cubicBezTo>
                      <a:cubicBezTo>
                        <a:pt x="107" y="58"/>
                        <a:pt x="135" y="71"/>
                        <a:pt x="135" y="71"/>
                      </a:cubicBezTo>
                      <a:cubicBezTo>
                        <a:pt x="134" y="81"/>
                        <a:pt x="134" y="81"/>
                        <a:pt x="134" y="81"/>
                      </a:cubicBezTo>
                      <a:cubicBezTo>
                        <a:pt x="134" y="81"/>
                        <a:pt x="94" y="82"/>
                        <a:pt x="87" y="77"/>
                      </a:cubicBezTo>
                      <a:cubicBezTo>
                        <a:pt x="80" y="72"/>
                        <a:pt x="65" y="61"/>
                        <a:pt x="61" y="63"/>
                      </a:cubicBezTo>
                      <a:cubicBezTo>
                        <a:pt x="57" y="65"/>
                        <a:pt x="62" y="103"/>
                        <a:pt x="47" y="115"/>
                      </a:cubicBezTo>
                      <a:cubicBezTo>
                        <a:pt x="32" y="127"/>
                        <a:pt x="25" y="128"/>
                        <a:pt x="13" y="138"/>
                      </a:cubicBezTo>
                      <a:cubicBezTo>
                        <a:pt x="3" y="146"/>
                        <a:pt x="5" y="152"/>
                        <a:pt x="7" y="154"/>
                      </a:cubicBezTo>
                      <a:cubicBezTo>
                        <a:pt x="0" y="165"/>
                        <a:pt x="0" y="165"/>
                        <a:pt x="0" y="165"/>
                      </a:cubicBezTo>
                      <a:cubicBezTo>
                        <a:pt x="8" y="152"/>
                        <a:pt x="8" y="152"/>
                        <a:pt x="8" y="152"/>
                      </a:cubicBezTo>
                      <a:cubicBezTo>
                        <a:pt x="14" y="166"/>
                        <a:pt x="14" y="166"/>
                        <a:pt x="14" y="166"/>
                      </a:cubicBezTo>
                      <a:cubicBezTo>
                        <a:pt x="26" y="180"/>
                        <a:pt x="26" y="180"/>
                        <a:pt x="26" y="180"/>
                      </a:cubicBezTo>
                      <a:cubicBezTo>
                        <a:pt x="33" y="168"/>
                        <a:pt x="33" y="168"/>
                        <a:pt x="33" y="168"/>
                      </a:cubicBezTo>
                      <a:cubicBezTo>
                        <a:pt x="33" y="168"/>
                        <a:pt x="42" y="181"/>
                        <a:pt x="47" y="181"/>
                      </a:cubicBezTo>
                      <a:cubicBezTo>
                        <a:pt x="52" y="181"/>
                        <a:pt x="60" y="175"/>
                        <a:pt x="64" y="182"/>
                      </a:cubicBezTo>
                      <a:cubicBezTo>
                        <a:pt x="68" y="189"/>
                        <a:pt x="68" y="223"/>
                        <a:pt x="68" y="223"/>
                      </a:cubicBezTo>
                      <a:cubicBezTo>
                        <a:pt x="93" y="223"/>
                        <a:pt x="93" y="223"/>
                        <a:pt x="93" y="223"/>
                      </a:cubicBezTo>
                      <a:cubicBezTo>
                        <a:pt x="96" y="233"/>
                        <a:pt x="96" y="233"/>
                        <a:pt x="96" y="233"/>
                      </a:cubicBezTo>
                      <a:cubicBezTo>
                        <a:pt x="96" y="233"/>
                        <a:pt x="73" y="221"/>
                        <a:pt x="69" y="234"/>
                      </a:cubicBezTo>
                      <a:cubicBezTo>
                        <a:pt x="65" y="247"/>
                        <a:pt x="80" y="263"/>
                        <a:pt x="80" y="263"/>
                      </a:cubicBezTo>
                      <a:cubicBezTo>
                        <a:pt x="87" y="274"/>
                        <a:pt x="87" y="274"/>
                        <a:pt x="87" y="274"/>
                      </a:cubicBezTo>
                      <a:cubicBezTo>
                        <a:pt x="106" y="266"/>
                        <a:pt x="106" y="266"/>
                        <a:pt x="106" y="266"/>
                      </a:cubicBezTo>
                      <a:cubicBezTo>
                        <a:pt x="106" y="266"/>
                        <a:pt x="126" y="280"/>
                        <a:pt x="135" y="279"/>
                      </a:cubicBezTo>
                      <a:cubicBezTo>
                        <a:pt x="144" y="278"/>
                        <a:pt x="153" y="275"/>
                        <a:pt x="153" y="275"/>
                      </a:cubicBezTo>
                      <a:cubicBezTo>
                        <a:pt x="153" y="275"/>
                        <a:pt x="165" y="268"/>
                        <a:pt x="166" y="265"/>
                      </a:cubicBezTo>
                      <a:cubicBezTo>
                        <a:pt x="167" y="262"/>
                        <a:pt x="155" y="260"/>
                        <a:pt x="169" y="252"/>
                      </a:cubicBezTo>
                      <a:cubicBezTo>
                        <a:pt x="183" y="245"/>
                        <a:pt x="207" y="246"/>
                        <a:pt x="207" y="246"/>
                      </a:cubicBezTo>
                      <a:cubicBezTo>
                        <a:pt x="217" y="236"/>
                        <a:pt x="217" y="236"/>
                        <a:pt x="217" y="236"/>
                      </a:cubicBezTo>
                      <a:cubicBezTo>
                        <a:pt x="212" y="229"/>
                        <a:pt x="208" y="224"/>
                        <a:pt x="208" y="224"/>
                      </a:cubicBezTo>
                      <a:cubicBezTo>
                        <a:pt x="177" y="207"/>
                        <a:pt x="177" y="207"/>
                        <a:pt x="177" y="207"/>
                      </a:cubicBezTo>
                      <a:cubicBezTo>
                        <a:pt x="177" y="207"/>
                        <a:pt x="155" y="215"/>
                        <a:pt x="162" y="202"/>
                      </a:cubicBezTo>
                      <a:cubicBezTo>
                        <a:pt x="169" y="189"/>
                        <a:pt x="169" y="189"/>
                        <a:pt x="169" y="189"/>
                      </a:cubicBezTo>
                      <a:cubicBezTo>
                        <a:pt x="169" y="189"/>
                        <a:pt x="144" y="178"/>
                        <a:pt x="154" y="167"/>
                      </a:cubicBezTo>
                      <a:cubicBezTo>
                        <a:pt x="164" y="156"/>
                        <a:pt x="185" y="160"/>
                        <a:pt x="190" y="146"/>
                      </a:cubicBezTo>
                      <a:cubicBezTo>
                        <a:pt x="195" y="132"/>
                        <a:pt x="200" y="117"/>
                        <a:pt x="200" y="117"/>
                      </a:cubicBezTo>
                      <a:cubicBezTo>
                        <a:pt x="216" y="109"/>
                        <a:pt x="216" y="109"/>
                        <a:pt x="216" y="109"/>
                      </a:cubicBezTo>
                      <a:cubicBezTo>
                        <a:pt x="211" y="88"/>
                        <a:pt x="211" y="88"/>
                        <a:pt x="211" y="88"/>
                      </a:cubicBezTo>
                      <a:cubicBezTo>
                        <a:pt x="211" y="88"/>
                        <a:pt x="195" y="77"/>
                        <a:pt x="196" y="60"/>
                      </a:cubicBezTo>
                      <a:cubicBezTo>
                        <a:pt x="197" y="43"/>
                        <a:pt x="220" y="38"/>
                        <a:pt x="220" y="38"/>
                      </a:cubicBezTo>
                      <a:cubicBezTo>
                        <a:pt x="211" y="23"/>
                        <a:pt x="211" y="23"/>
                        <a:pt x="211" y="23"/>
                      </a:cubicBezTo>
                      <a:cubicBezTo>
                        <a:pt x="192" y="17"/>
                        <a:pt x="192" y="17"/>
                        <a:pt x="192" y="17"/>
                      </a:cubicBezTo>
                      <a:lnTo>
                        <a:pt x="182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7" name="Freeform 223"/>
                <p:cNvSpPr>
                  <a:spLocks noEditPoints="1"/>
                </p:cNvSpPr>
                <p:nvPr/>
              </p:nvSpPr>
              <p:spPr bwMode="gray">
                <a:xfrm>
                  <a:off x="1256" y="-16752"/>
                  <a:ext cx="5766" cy="4445"/>
                </a:xfrm>
                <a:custGeom>
                  <a:avLst/>
                  <a:gdLst>
                    <a:gd name="T0" fmla="*/ 1905 w 2441"/>
                    <a:gd name="T1" fmla="*/ 1857 h 1882"/>
                    <a:gd name="T2" fmla="*/ 2423 w 2441"/>
                    <a:gd name="T3" fmla="*/ 352 h 1882"/>
                    <a:gd name="T4" fmla="*/ 2365 w 2441"/>
                    <a:gd name="T5" fmla="*/ 288 h 1882"/>
                    <a:gd name="T6" fmla="*/ 2248 w 2441"/>
                    <a:gd name="T7" fmla="*/ 288 h 1882"/>
                    <a:gd name="T8" fmla="*/ 2077 w 2441"/>
                    <a:gd name="T9" fmla="*/ 209 h 1882"/>
                    <a:gd name="T10" fmla="*/ 1934 w 2441"/>
                    <a:gd name="T11" fmla="*/ 76 h 1882"/>
                    <a:gd name="T12" fmla="*/ 1769 w 2441"/>
                    <a:gd name="T13" fmla="*/ 0 h 1882"/>
                    <a:gd name="T14" fmla="*/ 1704 w 2441"/>
                    <a:gd name="T15" fmla="*/ 80 h 1882"/>
                    <a:gd name="T16" fmla="*/ 1653 w 2441"/>
                    <a:gd name="T17" fmla="*/ 209 h 1882"/>
                    <a:gd name="T18" fmla="*/ 1639 w 2441"/>
                    <a:gd name="T19" fmla="*/ 310 h 1882"/>
                    <a:gd name="T20" fmla="*/ 1786 w 2441"/>
                    <a:gd name="T21" fmla="*/ 322 h 1882"/>
                    <a:gd name="T22" fmla="*/ 1753 w 2441"/>
                    <a:gd name="T23" fmla="*/ 371 h 1882"/>
                    <a:gd name="T24" fmla="*/ 1627 w 2441"/>
                    <a:gd name="T25" fmla="*/ 462 h 1882"/>
                    <a:gd name="T26" fmla="*/ 1536 w 2441"/>
                    <a:gd name="T27" fmla="*/ 569 h 1882"/>
                    <a:gd name="T28" fmla="*/ 1228 w 2441"/>
                    <a:gd name="T29" fmla="*/ 608 h 1882"/>
                    <a:gd name="T30" fmla="*/ 973 w 2441"/>
                    <a:gd name="T31" fmla="*/ 571 h 1882"/>
                    <a:gd name="T32" fmla="*/ 775 w 2441"/>
                    <a:gd name="T33" fmla="*/ 459 h 1882"/>
                    <a:gd name="T34" fmla="*/ 612 w 2441"/>
                    <a:gd name="T35" fmla="*/ 353 h 1882"/>
                    <a:gd name="T36" fmla="*/ 452 w 2441"/>
                    <a:gd name="T37" fmla="*/ 264 h 1882"/>
                    <a:gd name="T38" fmla="*/ 373 w 2441"/>
                    <a:gd name="T39" fmla="*/ 309 h 1882"/>
                    <a:gd name="T40" fmla="*/ 273 w 2441"/>
                    <a:gd name="T41" fmla="*/ 425 h 1882"/>
                    <a:gd name="T42" fmla="*/ 216 w 2441"/>
                    <a:gd name="T43" fmla="*/ 499 h 1882"/>
                    <a:gd name="T44" fmla="*/ 199 w 2441"/>
                    <a:gd name="T45" fmla="*/ 625 h 1882"/>
                    <a:gd name="T46" fmla="*/ 63 w 2441"/>
                    <a:gd name="T47" fmla="*/ 683 h 1882"/>
                    <a:gd name="T48" fmla="*/ 15 w 2441"/>
                    <a:gd name="T49" fmla="*/ 765 h 1882"/>
                    <a:gd name="T50" fmla="*/ 111 w 2441"/>
                    <a:gd name="T51" fmla="*/ 880 h 1882"/>
                    <a:gd name="T52" fmla="*/ 294 w 2441"/>
                    <a:gd name="T53" fmla="*/ 934 h 1882"/>
                    <a:gd name="T54" fmla="*/ 306 w 2441"/>
                    <a:gd name="T55" fmla="*/ 1057 h 1882"/>
                    <a:gd name="T56" fmla="*/ 316 w 2441"/>
                    <a:gd name="T57" fmla="*/ 1113 h 1882"/>
                    <a:gd name="T58" fmla="*/ 403 w 2441"/>
                    <a:gd name="T59" fmla="*/ 1210 h 1882"/>
                    <a:gd name="T60" fmla="*/ 571 w 2441"/>
                    <a:gd name="T61" fmla="*/ 1302 h 1882"/>
                    <a:gd name="T62" fmla="*/ 698 w 2441"/>
                    <a:gd name="T63" fmla="*/ 1349 h 1882"/>
                    <a:gd name="T64" fmla="*/ 894 w 2441"/>
                    <a:gd name="T65" fmla="*/ 1350 h 1882"/>
                    <a:gd name="T66" fmla="*/ 1044 w 2441"/>
                    <a:gd name="T67" fmla="*/ 1318 h 1882"/>
                    <a:gd name="T68" fmla="*/ 1161 w 2441"/>
                    <a:gd name="T69" fmla="*/ 1339 h 1882"/>
                    <a:gd name="T70" fmla="*/ 1291 w 2441"/>
                    <a:gd name="T71" fmla="*/ 1422 h 1882"/>
                    <a:gd name="T72" fmla="*/ 1261 w 2441"/>
                    <a:gd name="T73" fmla="*/ 1535 h 1882"/>
                    <a:gd name="T74" fmla="*/ 1324 w 2441"/>
                    <a:gd name="T75" fmla="*/ 1597 h 1882"/>
                    <a:gd name="T76" fmla="*/ 1400 w 2441"/>
                    <a:gd name="T77" fmla="*/ 1701 h 1882"/>
                    <a:gd name="T78" fmla="*/ 1461 w 2441"/>
                    <a:gd name="T79" fmla="*/ 1679 h 1882"/>
                    <a:gd name="T80" fmla="*/ 1554 w 2441"/>
                    <a:gd name="T81" fmla="*/ 1639 h 1882"/>
                    <a:gd name="T82" fmla="*/ 1625 w 2441"/>
                    <a:gd name="T83" fmla="*/ 1610 h 1882"/>
                    <a:gd name="T84" fmla="*/ 1698 w 2441"/>
                    <a:gd name="T85" fmla="*/ 1684 h 1882"/>
                    <a:gd name="T86" fmla="*/ 1846 w 2441"/>
                    <a:gd name="T87" fmla="*/ 1750 h 1882"/>
                    <a:gd name="T88" fmla="*/ 2036 w 2441"/>
                    <a:gd name="T89" fmla="*/ 1660 h 1882"/>
                    <a:gd name="T90" fmla="*/ 2205 w 2441"/>
                    <a:gd name="T91" fmla="*/ 1544 h 1882"/>
                    <a:gd name="T92" fmla="*/ 2274 w 2441"/>
                    <a:gd name="T93" fmla="*/ 1405 h 1882"/>
                    <a:gd name="T94" fmla="*/ 2335 w 2441"/>
                    <a:gd name="T95" fmla="*/ 1231 h 1882"/>
                    <a:gd name="T96" fmla="*/ 2240 w 2441"/>
                    <a:gd name="T97" fmla="*/ 1164 h 1882"/>
                    <a:gd name="T98" fmla="*/ 2236 w 2441"/>
                    <a:gd name="T99" fmla="*/ 1155 h 1882"/>
                    <a:gd name="T100" fmla="*/ 2157 w 2441"/>
                    <a:gd name="T101" fmla="*/ 1022 h 1882"/>
                    <a:gd name="T102" fmla="*/ 2131 w 2441"/>
                    <a:gd name="T103" fmla="*/ 897 h 1882"/>
                    <a:gd name="T104" fmla="*/ 2161 w 2441"/>
                    <a:gd name="T105" fmla="*/ 854 h 1882"/>
                    <a:gd name="T106" fmla="*/ 2004 w 2441"/>
                    <a:gd name="T107" fmla="*/ 828 h 1882"/>
                    <a:gd name="T108" fmla="*/ 1997 w 2441"/>
                    <a:gd name="T109" fmla="*/ 758 h 1882"/>
                    <a:gd name="T110" fmla="*/ 2079 w 2441"/>
                    <a:gd name="T111" fmla="*/ 665 h 1882"/>
                    <a:gd name="T112" fmla="*/ 2131 w 2441"/>
                    <a:gd name="T113" fmla="*/ 770 h 1882"/>
                    <a:gd name="T114" fmla="*/ 2292 w 2441"/>
                    <a:gd name="T115" fmla="*/ 637 h 1882"/>
                    <a:gd name="T116" fmla="*/ 2387 w 2441"/>
                    <a:gd name="T117" fmla="*/ 560 h 1882"/>
                    <a:gd name="T118" fmla="*/ 2379 w 2441"/>
                    <a:gd name="T119" fmla="*/ 455 h 18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441" h="1882">
                      <a:moveTo>
                        <a:pt x="1912" y="1793"/>
                      </a:moveTo>
                      <a:cubicBezTo>
                        <a:pt x="1898" y="1783"/>
                        <a:pt x="1850" y="1789"/>
                        <a:pt x="1850" y="1789"/>
                      </a:cubicBezTo>
                      <a:cubicBezTo>
                        <a:pt x="1846" y="1801"/>
                        <a:pt x="1846" y="1801"/>
                        <a:pt x="1846" y="1801"/>
                      </a:cubicBezTo>
                      <a:cubicBezTo>
                        <a:pt x="1835" y="1795"/>
                        <a:pt x="1835" y="1795"/>
                        <a:pt x="1835" y="1795"/>
                      </a:cubicBezTo>
                      <a:cubicBezTo>
                        <a:pt x="1829" y="1812"/>
                        <a:pt x="1829" y="1812"/>
                        <a:pt x="1829" y="1812"/>
                      </a:cubicBezTo>
                      <a:cubicBezTo>
                        <a:pt x="1829" y="1812"/>
                        <a:pt x="1799" y="1835"/>
                        <a:pt x="1818" y="1859"/>
                      </a:cubicBezTo>
                      <a:cubicBezTo>
                        <a:pt x="1838" y="1882"/>
                        <a:pt x="1851" y="1882"/>
                        <a:pt x="1851" y="1882"/>
                      </a:cubicBezTo>
                      <a:cubicBezTo>
                        <a:pt x="1907" y="1881"/>
                        <a:pt x="1903" y="1864"/>
                        <a:pt x="1905" y="1857"/>
                      </a:cubicBezTo>
                      <a:cubicBezTo>
                        <a:pt x="1906" y="1851"/>
                        <a:pt x="1902" y="1836"/>
                        <a:pt x="1902" y="1836"/>
                      </a:cubicBezTo>
                      <a:cubicBezTo>
                        <a:pt x="1902" y="1836"/>
                        <a:pt x="1927" y="1804"/>
                        <a:pt x="1912" y="1793"/>
                      </a:cubicBezTo>
                      <a:close/>
                      <a:moveTo>
                        <a:pt x="2441" y="416"/>
                      </a:moveTo>
                      <a:cubicBezTo>
                        <a:pt x="2438" y="399"/>
                        <a:pt x="2438" y="399"/>
                        <a:pt x="2438" y="399"/>
                      </a:cubicBezTo>
                      <a:cubicBezTo>
                        <a:pt x="2441" y="382"/>
                        <a:pt x="2441" y="382"/>
                        <a:pt x="2441" y="382"/>
                      </a:cubicBezTo>
                      <a:cubicBezTo>
                        <a:pt x="2430" y="375"/>
                        <a:pt x="2430" y="375"/>
                        <a:pt x="2430" y="375"/>
                      </a:cubicBezTo>
                      <a:cubicBezTo>
                        <a:pt x="2430" y="362"/>
                        <a:pt x="2430" y="362"/>
                        <a:pt x="2430" y="362"/>
                      </a:cubicBezTo>
                      <a:cubicBezTo>
                        <a:pt x="2423" y="352"/>
                        <a:pt x="2423" y="352"/>
                        <a:pt x="2423" y="352"/>
                      </a:cubicBezTo>
                      <a:cubicBezTo>
                        <a:pt x="2423" y="340"/>
                        <a:pt x="2423" y="340"/>
                        <a:pt x="2423" y="340"/>
                      </a:cubicBezTo>
                      <a:cubicBezTo>
                        <a:pt x="2415" y="330"/>
                        <a:pt x="2415" y="330"/>
                        <a:pt x="2415" y="330"/>
                      </a:cubicBezTo>
                      <a:cubicBezTo>
                        <a:pt x="2427" y="325"/>
                        <a:pt x="2427" y="325"/>
                        <a:pt x="2427" y="325"/>
                      </a:cubicBezTo>
                      <a:cubicBezTo>
                        <a:pt x="2427" y="305"/>
                        <a:pt x="2427" y="305"/>
                        <a:pt x="2427" y="305"/>
                      </a:cubicBezTo>
                      <a:cubicBezTo>
                        <a:pt x="2409" y="297"/>
                        <a:pt x="2409" y="297"/>
                        <a:pt x="2409" y="297"/>
                      </a:cubicBezTo>
                      <a:cubicBezTo>
                        <a:pt x="2409" y="297"/>
                        <a:pt x="2415" y="284"/>
                        <a:pt x="2405" y="276"/>
                      </a:cubicBezTo>
                      <a:cubicBezTo>
                        <a:pt x="2395" y="268"/>
                        <a:pt x="2370" y="274"/>
                        <a:pt x="2370" y="274"/>
                      </a:cubicBezTo>
                      <a:cubicBezTo>
                        <a:pt x="2365" y="288"/>
                        <a:pt x="2365" y="288"/>
                        <a:pt x="2365" y="288"/>
                      </a:cubicBezTo>
                      <a:cubicBezTo>
                        <a:pt x="2365" y="288"/>
                        <a:pt x="2337" y="287"/>
                        <a:pt x="2334" y="292"/>
                      </a:cubicBezTo>
                      <a:cubicBezTo>
                        <a:pt x="2331" y="297"/>
                        <a:pt x="2330" y="308"/>
                        <a:pt x="2330" y="308"/>
                      </a:cubicBezTo>
                      <a:cubicBezTo>
                        <a:pt x="2311" y="306"/>
                        <a:pt x="2311" y="306"/>
                        <a:pt x="2311" y="306"/>
                      </a:cubicBezTo>
                      <a:cubicBezTo>
                        <a:pt x="2311" y="313"/>
                        <a:pt x="2311" y="313"/>
                        <a:pt x="2311" y="313"/>
                      </a:cubicBezTo>
                      <a:cubicBezTo>
                        <a:pt x="2298" y="314"/>
                        <a:pt x="2298" y="314"/>
                        <a:pt x="2298" y="314"/>
                      </a:cubicBezTo>
                      <a:cubicBezTo>
                        <a:pt x="2290" y="304"/>
                        <a:pt x="2290" y="304"/>
                        <a:pt x="2290" y="304"/>
                      </a:cubicBezTo>
                      <a:cubicBezTo>
                        <a:pt x="2273" y="308"/>
                        <a:pt x="2273" y="308"/>
                        <a:pt x="2273" y="308"/>
                      </a:cubicBezTo>
                      <a:cubicBezTo>
                        <a:pt x="2248" y="288"/>
                        <a:pt x="2248" y="288"/>
                        <a:pt x="2248" y="288"/>
                      </a:cubicBezTo>
                      <a:cubicBezTo>
                        <a:pt x="2248" y="288"/>
                        <a:pt x="2247" y="280"/>
                        <a:pt x="2244" y="273"/>
                      </a:cubicBezTo>
                      <a:cubicBezTo>
                        <a:pt x="2241" y="266"/>
                        <a:pt x="2225" y="265"/>
                        <a:pt x="2225" y="265"/>
                      </a:cubicBezTo>
                      <a:cubicBezTo>
                        <a:pt x="2216" y="246"/>
                        <a:pt x="2216" y="246"/>
                        <a:pt x="2216" y="246"/>
                      </a:cubicBezTo>
                      <a:cubicBezTo>
                        <a:pt x="2192" y="246"/>
                        <a:pt x="2192" y="246"/>
                        <a:pt x="2192" y="246"/>
                      </a:cubicBezTo>
                      <a:cubicBezTo>
                        <a:pt x="2192" y="246"/>
                        <a:pt x="2154" y="218"/>
                        <a:pt x="2150" y="218"/>
                      </a:cubicBezTo>
                      <a:cubicBezTo>
                        <a:pt x="2146" y="218"/>
                        <a:pt x="2138" y="225"/>
                        <a:pt x="2138" y="225"/>
                      </a:cubicBezTo>
                      <a:cubicBezTo>
                        <a:pt x="2138" y="225"/>
                        <a:pt x="2122" y="209"/>
                        <a:pt x="2112" y="211"/>
                      </a:cubicBezTo>
                      <a:cubicBezTo>
                        <a:pt x="2102" y="213"/>
                        <a:pt x="2085" y="214"/>
                        <a:pt x="2077" y="209"/>
                      </a:cubicBezTo>
                      <a:cubicBezTo>
                        <a:pt x="2069" y="204"/>
                        <a:pt x="2050" y="194"/>
                        <a:pt x="2050" y="194"/>
                      </a:cubicBezTo>
                      <a:cubicBezTo>
                        <a:pt x="2046" y="178"/>
                        <a:pt x="2046" y="178"/>
                        <a:pt x="2046" y="178"/>
                      </a:cubicBezTo>
                      <a:cubicBezTo>
                        <a:pt x="2039" y="178"/>
                        <a:pt x="2039" y="178"/>
                        <a:pt x="2039" y="178"/>
                      </a:cubicBezTo>
                      <a:cubicBezTo>
                        <a:pt x="2039" y="178"/>
                        <a:pt x="2021" y="154"/>
                        <a:pt x="2011" y="145"/>
                      </a:cubicBezTo>
                      <a:cubicBezTo>
                        <a:pt x="2001" y="136"/>
                        <a:pt x="1980" y="134"/>
                        <a:pt x="1980" y="134"/>
                      </a:cubicBezTo>
                      <a:cubicBezTo>
                        <a:pt x="1969" y="112"/>
                        <a:pt x="1969" y="112"/>
                        <a:pt x="1969" y="112"/>
                      </a:cubicBezTo>
                      <a:cubicBezTo>
                        <a:pt x="1937" y="95"/>
                        <a:pt x="1937" y="95"/>
                        <a:pt x="1937" y="95"/>
                      </a:cubicBezTo>
                      <a:cubicBezTo>
                        <a:pt x="1934" y="76"/>
                        <a:pt x="1934" y="76"/>
                        <a:pt x="1934" y="76"/>
                      </a:cubicBezTo>
                      <a:cubicBezTo>
                        <a:pt x="1934" y="76"/>
                        <a:pt x="1919" y="71"/>
                        <a:pt x="1914" y="67"/>
                      </a:cubicBezTo>
                      <a:cubicBezTo>
                        <a:pt x="1909" y="63"/>
                        <a:pt x="1891" y="53"/>
                        <a:pt x="1891" y="53"/>
                      </a:cubicBezTo>
                      <a:cubicBezTo>
                        <a:pt x="1889" y="44"/>
                        <a:pt x="1889" y="44"/>
                        <a:pt x="1889" y="44"/>
                      </a:cubicBezTo>
                      <a:cubicBezTo>
                        <a:pt x="1889" y="44"/>
                        <a:pt x="1868" y="30"/>
                        <a:pt x="1861" y="29"/>
                      </a:cubicBezTo>
                      <a:cubicBezTo>
                        <a:pt x="1854" y="28"/>
                        <a:pt x="1835" y="27"/>
                        <a:pt x="1835" y="27"/>
                      </a:cubicBezTo>
                      <a:cubicBezTo>
                        <a:pt x="1820" y="30"/>
                        <a:pt x="1820" y="30"/>
                        <a:pt x="1820" y="30"/>
                      </a:cubicBezTo>
                      <a:cubicBezTo>
                        <a:pt x="1794" y="13"/>
                        <a:pt x="1794" y="13"/>
                        <a:pt x="1794" y="13"/>
                      </a:cubicBezTo>
                      <a:cubicBezTo>
                        <a:pt x="1769" y="0"/>
                        <a:pt x="1769" y="0"/>
                        <a:pt x="1769" y="0"/>
                      </a:cubicBezTo>
                      <a:cubicBezTo>
                        <a:pt x="1734" y="7"/>
                        <a:pt x="1734" y="7"/>
                        <a:pt x="1734" y="7"/>
                      </a:cubicBezTo>
                      <a:cubicBezTo>
                        <a:pt x="1706" y="5"/>
                        <a:pt x="1706" y="5"/>
                        <a:pt x="1706" y="5"/>
                      </a:cubicBezTo>
                      <a:cubicBezTo>
                        <a:pt x="1702" y="13"/>
                        <a:pt x="1702" y="13"/>
                        <a:pt x="1702" y="13"/>
                      </a:cubicBezTo>
                      <a:cubicBezTo>
                        <a:pt x="1678" y="16"/>
                        <a:pt x="1678" y="16"/>
                        <a:pt x="1678" y="16"/>
                      </a:cubicBezTo>
                      <a:cubicBezTo>
                        <a:pt x="1658" y="36"/>
                        <a:pt x="1658" y="36"/>
                        <a:pt x="1658" y="36"/>
                      </a:cubicBezTo>
                      <a:cubicBezTo>
                        <a:pt x="1658" y="36"/>
                        <a:pt x="1636" y="51"/>
                        <a:pt x="1651" y="54"/>
                      </a:cubicBezTo>
                      <a:cubicBezTo>
                        <a:pt x="1666" y="57"/>
                        <a:pt x="1678" y="59"/>
                        <a:pt x="1678" y="59"/>
                      </a:cubicBezTo>
                      <a:cubicBezTo>
                        <a:pt x="1678" y="59"/>
                        <a:pt x="1705" y="74"/>
                        <a:pt x="1704" y="80"/>
                      </a:cubicBezTo>
                      <a:cubicBezTo>
                        <a:pt x="1703" y="86"/>
                        <a:pt x="1691" y="91"/>
                        <a:pt x="1689" y="100"/>
                      </a:cubicBezTo>
                      <a:cubicBezTo>
                        <a:pt x="1687" y="109"/>
                        <a:pt x="1692" y="127"/>
                        <a:pt x="1692" y="127"/>
                      </a:cubicBezTo>
                      <a:cubicBezTo>
                        <a:pt x="1692" y="146"/>
                        <a:pt x="1692" y="146"/>
                        <a:pt x="1692" y="146"/>
                      </a:cubicBezTo>
                      <a:cubicBezTo>
                        <a:pt x="1693" y="171"/>
                        <a:pt x="1693" y="171"/>
                        <a:pt x="1693" y="171"/>
                      </a:cubicBezTo>
                      <a:cubicBezTo>
                        <a:pt x="1693" y="171"/>
                        <a:pt x="1717" y="181"/>
                        <a:pt x="1704" y="189"/>
                      </a:cubicBezTo>
                      <a:cubicBezTo>
                        <a:pt x="1691" y="197"/>
                        <a:pt x="1680" y="192"/>
                        <a:pt x="1680" y="192"/>
                      </a:cubicBezTo>
                      <a:cubicBezTo>
                        <a:pt x="1680" y="192"/>
                        <a:pt x="1676" y="214"/>
                        <a:pt x="1666" y="214"/>
                      </a:cubicBezTo>
                      <a:cubicBezTo>
                        <a:pt x="1656" y="214"/>
                        <a:pt x="1653" y="209"/>
                        <a:pt x="1653" y="209"/>
                      </a:cubicBezTo>
                      <a:cubicBezTo>
                        <a:pt x="1629" y="208"/>
                        <a:pt x="1629" y="208"/>
                        <a:pt x="1629" y="208"/>
                      </a:cubicBezTo>
                      <a:cubicBezTo>
                        <a:pt x="1606" y="194"/>
                        <a:pt x="1606" y="194"/>
                        <a:pt x="1606" y="194"/>
                      </a:cubicBezTo>
                      <a:cubicBezTo>
                        <a:pt x="1607" y="249"/>
                        <a:pt x="1607" y="249"/>
                        <a:pt x="1607" y="249"/>
                      </a:cubicBezTo>
                      <a:cubicBezTo>
                        <a:pt x="1612" y="255"/>
                        <a:pt x="1612" y="255"/>
                        <a:pt x="1612" y="255"/>
                      </a:cubicBezTo>
                      <a:cubicBezTo>
                        <a:pt x="1613" y="273"/>
                        <a:pt x="1613" y="273"/>
                        <a:pt x="1613" y="273"/>
                      </a:cubicBezTo>
                      <a:cubicBezTo>
                        <a:pt x="1617" y="279"/>
                        <a:pt x="1617" y="279"/>
                        <a:pt x="1617" y="279"/>
                      </a:cubicBezTo>
                      <a:cubicBezTo>
                        <a:pt x="1617" y="279"/>
                        <a:pt x="1612" y="282"/>
                        <a:pt x="1615" y="292"/>
                      </a:cubicBezTo>
                      <a:cubicBezTo>
                        <a:pt x="1618" y="302"/>
                        <a:pt x="1630" y="313"/>
                        <a:pt x="1639" y="310"/>
                      </a:cubicBezTo>
                      <a:cubicBezTo>
                        <a:pt x="1648" y="307"/>
                        <a:pt x="1632" y="300"/>
                        <a:pt x="1651" y="299"/>
                      </a:cubicBezTo>
                      <a:cubicBezTo>
                        <a:pt x="1670" y="298"/>
                        <a:pt x="1680" y="302"/>
                        <a:pt x="1680" y="302"/>
                      </a:cubicBezTo>
                      <a:cubicBezTo>
                        <a:pt x="1680" y="302"/>
                        <a:pt x="1691" y="313"/>
                        <a:pt x="1697" y="311"/>
                      </a:cubicBezTo>
                      <a:cubicBezTo>
                        <a:pt x="1703" y="309"/>
                        <a:pt x="1704" y="291"/>
                        <a:pt x="1704" y="291"/>
                      </a:cubicBezTo>
                      <a:cubicBezTo>
                        <a:pt x="1745" y="291"/>
                        <a:pt x="1745" y="291"/>
                        <a:pt x="1745" y="291"/>
                      </a:cubicBezTo>
                      <a:cubicBezTo>
                        <a:pt x="1745" y="291"/>
                        <a:pt x="1748" y="306"/>
                        <a:pt x="1757" y="307"/>
                      </a:cubicBezTo>
                      <a:cubicBezTo>
                        <a:pt x="1766" y="308"/>
                        <a:pt x="1769" y="308"/>
                        <a:pt x="1769" y="308"/>
                      </a:cubicBezTo>
                      <a:cubicBezTo>
                        <a:pt x="1769" y="308"/>
                        <a:pt x="1777" y="315"/>
                        <a:pt x="1786" y="322"/>
                      </a:cubicBezTo>
                      <a:cubicBezTo>
                        <a:pt x="1795" y="329"/>
                        <a:pt x="1813" y="333"/>
                        <a:pt x="1813" y="333"/>
                      </a:cubicBezTo>
                      <a:cubicBezTo>
                        <a:pt x="1813" y="333"/>
                        <a:pt x="1818" y="344"/>
                        <a:pt x="1827" y="350"/>
                      </a:cubicBezTo>
                      <a:cubicBezTo>
                        <a:pt x="1836" y="356"/>
                        <a:pt x="1839" y="362"/>
                        <a:pt x="1831" y="363"/>
                      </a:cubicBezTo>
                      <a:cubicBezTo>
                        <a:pt x="1823" y="364"/>
                        <a:pt x="1805" y="365"/>
                        <a:pt x="1805" y="365"/>
                      </a:cubicBezTo>
                      <a:cubicBezTo>
                        <a:pt x="1805" y="365"/>
                        <a:pt x="1797" y="356"/>
                        <a:pt x="1788" y="356"/>
                      </a:cubicBezTo>
                      <a:cubicBezTo>
                        <a:pt x="1779" y="356"/>
                        <a:pt x="1768" y="359"/>
                        <a:pt x="1768" y="359"/>
                      </a:cubicBezTo>
                      <a:cubicBezTo>
                        <a:pt x="1759" y="368"/>
                        <a:pt x="1759" y="368"/>
                        <a:pt x="1759" y="368"/>
                      </a:cubicBezTo>
                      <a:cubicBezTo>
                        <a:pt x="1753" y="371"/>
                        <a:pt x="1753" y="371"/>
                        <a:pt x="1753" y="371"/>
                      </a:cubicBezTo>
                      <a:cubicBezTo>
                        <a:pt x="1735" y="368"/>
                        <a:pt x="1735" y="368"/>
                        <a:pt x="1735" y="368"/>
                      </a:cubicBezTo>
                      <a:cubicBezTo>
                        <a:pt x="1735" y="379"/>
                        <a:pt x="1735" y="379"/>
                        <a:pt x="1735" y="379"/>
                      </a:cubicBezTo>
                      <a:cubicBezTo>
                        <a:pt x="1735" y="379"/>
                        <a:pt x="1710" y="380"/>
                        <a:pt x="1703" y="391"/>
                      </a:cubicBezTo>
                      <a:cubicBezTo>
                        <a:pt x="1696" y="402"/>
                        <a:pt x="1711" y="413"/>
                        <a:pt x="1711" y="413"/>
                      </a:cubicBezTo>
                      <a:cubicBezTo>
                        <a:pt x="1695" y="427"/>
                        <a:pt x="1695" y="427"/>
                        <a:pt x="1695" y="427"/>
                      </a:cubicBezTo>
                      <a:cubicBezTo>
                        <a:pt x="1695" y="427"/>
                        <a:pt x="1649" y="424"/>
                        <a:pt x="1646" y="427"/>
                      </a:cubicBezTo>
                      <a:cubicBezTo>
                        <a:pt x="1643" y="430"/>
                        <a:pt x="1645" y="446"/>
                        <a:pt x="1645" y="446"/>
                      </a:cubicBezTo>
                      <a:cubicBezTo>
                        <a:pt x="1645" y="446"/>
                        <a:pt x="1634" y="460"/>
                        <a:pt x="1627" y="462"/>
                      </a:cubicBezTo>
                      <a:cubicBezTo>
                        <a:pt x="1620" y="464"/>
                        <a:pt x="1593" y="465"/>
                        <a:pt x="1593" y="465"/>
                      </a:cubicBezTo>
                      <a:cubicBezTo>
                        <a:pt x="1593" y="465"/>
                        <a:pt x="1571" y="448"/>
                        <a:pt x="1567" y="447"/>
                      </a:cubicBezTo>
                      <a:cubicBezTo>
                        <a:pt x="1563" y="446"/>
                        <a:pt x="1545" y="440"/>
                        <a:pt x="1539" y="450"/>
                      </a:cubicBezTo>
                      <a:cubicBezTo>
                        <a:pt x="1533" y="460"/>
                        <a:pt x="1535" y="480"/>
                        <a:pt x="1541" y="484"/>
                      </a:cubicBezTo>
                      <a:cubicBezTo>
                        <a:pt x="1547" y="488"/>
                        <a:pt x="1578" y="511"/>
                        <a:pt x="1577" y="516"/>
                      </a:cubicBezTo>
                      <a:cubicBezTo>
                        <a:pt x="1576" y="521"/>
                        <a:pt x="1566" y="536"/>
                        <a:pt x="1562" y="536"/>
                      </a:cubicBezTo>
                      <a:cubicBezTo>
                        <a:pt x="1558" y="536"/>
                        <a:pt x="1548" y="533"/>
                        <a:pt x="1545" y="540"/>
                      </a:cubicBezTo>
                      <a:cubicBezTo>
                        <a:pt x="1542" y="547"/>
                        <a:pt x="1544" y="562"/>
                        <a:pt x="1536" y="569"/>
                      </a:cubicBezTo>
                      <a:cubicBezTo>
                        <a:pt x="1528" y="576"/>
                        <a:pt x="1511" y="574"/>
                        <a:pt x="1511" y="574"/>
                      </a:cubicBezTo>
                      <a:cubicBezTo>
                        <a:pt x="1499" y="587"/>
                        <a:pt x="1499" y="587"/>
                        <a:pt x="1499" y="587"/>
                      </a:cubicBezTo>
                      <a:cubicBezTo>
                        <a:pt x="1499" y="587"/>
                        <a:pt x="1409" y="584"/>
                        <a:pt x="1395" y="590"/>
                      </a:cubicBezTo>
                      <a:cubicBezTo>
                        <a:pt x="1381" y="596"/>
                        <a:pt x="1338" y="625"/>
                        <a:pt x="1332" y="630"/>
                      </a:cubicBezTo>
                      <a:cubicBezTo>
                        <a:pt x="1326" y="635"/>
                        <a:pt x="1306" y="627"/>
                        <a:pt x="1306" y="627"/>
                      </a:cubicBezTo>
                      <a:cubicBezTo>
                        <a:pt x="1306" y="627"/>
                        <a:pt x="1303" y="615"/>
                        <a:pt x="1297" y="615"/>
                      </a:cubicBezTo>
                      <a:cubicBezTo>
                        <a:pt x="1291" y="615"/>
                        <a:pt x="1270" y="624"/>
                        <a:pt x="1270" y="624"/>
                      </a:cubicBezTo>
                      <a:cubicBezTo>
                        <a:pt x="1270" y="624"/>
                        <a:pt x="1242" y="609"/>
                        <a:pt x="1228" y="608"/>
                      </a:cubicBezTo>
                      <a:cubicBezTo>
                        <a:pt x="1214" y="607"/>
                        <a:pt x="1203" y="609"/>
                        <a:pt x="1188" y="604"/>
                      </a:cubicBezTo>
                      <a:cubicBezTo>
                        <a:pt x="1173" y="599"/>
                        <a:pt x="1171" y="584"/>
                        <a:pt x="1161" y="581"/>
                      </a:cubicBezTo>
                      <a:cubicBezTo>
                        <a:pt x="1151" y="578"/>
                        <a:pt x="1112" y="578"/>
                        <a:pt x="1112" y="578"/>
                      </a:cubicBezTo>
                      <a:cubicBezTo>
                        <a:pt x="1112" y="578"/>
                        <a:pt x="1092" y="570"/>
                        <a:pt x="1087" y="570"/>
                      </a:cubicBezTo>
                      <a:cubicBezTo>
                        <a:pt x="1082" y="570"/>
                        <a:pt x="1068" y="581"/>
                        <a:pt x="1068" y="581"/>
                      </a:cubicBezTo>
                      <a:cubicBezTo>
                        <a:pt x="1043" y="576"/>
                        <a:pt x="1043" y="576"/>
                        <a:pt x="1043" y="576"/>
                      </a:cubicBezTo>
                      <a:cubicBezTo>
                        <a:pt x="1012" y="576"/>
                        <a:pt x="1012" y="576"/>
                        <a:pt x="1012" y="576"/>
                      </a:cubicBezTo>
                      <a:cubicBezTo>
                        <a:pt x="973" y="571"/>
                        <a:pt x="973" y="571"/>
                        <a:pt x="973" y="571"/>
                      </a:cubicBezTo>
                      <a:cubicBezTo>
                        <a:pt x="935" y="575"/>
                        <a:pt x="935" y="575"/>
                        <a:pt x="935" y="575"/>
                      </a:cubicBezTo>
                      <a:cubicBezTo>
                        <a:pt x="935" y="575"/>
                        <a:pt x="902" y="550"/>
                        <a:pt x="898" y="544"/>
                      </a:cubicBezTo>
                      <a:cubicBezTo>
                        <a:pt x="894" y="538"/>
                        <a:pt x="880" y="519"/>
                        <a:pt x="876" y="515"/>
                      </a:cubicBezTo>
                      <a:cubicBezTo>
                        <a:pt x="872" y="511"/>
                        <a:pt x="863" y="506"/>
                        <a:pt x="863" y="506"/>
                      </a:cubicBezTo>
                      <a:cubicBezTo>
                        <a:pt x="856" y="490"/>
                        <a:pt x="856" y="490"/>
                        <a:pt x="856" y="490"/>
                      </a:cubicBezTo>
                      <a:cubicBezTo>
                        <a:pt x="834" y="487"/>
                        <a:pt x="834" y="487"/>
                        <a:pt x="834" y="487"/>
                      </a:cubicBezTo>
                      <a:cubicBezTo>
                        <a:pt x="834" y="487"/>
                        <a:pt x="797" y="475"/>
                        <a:pt x="794" y="474"/>
                      </a:cubicBezTo>
                      <a:cubicBezTo>
                        <a:pt x="791" y="473"/>
                        <a:pt x="784" y="461"/>
                        <a:pt x="775" y="459"/>
                      </a:cubicBezTo>
                      <a:cubicBezTo>
                        <a:pt x="766" y="457"/>
                        <a:pt x="755" y="452"/>
                        <a:pt x="755" y="452"/>
                      </a:cubicBezTo>
                      <a:cubicBezTo>
                        <a:pt x="755" y="452"/>
                        <a:pt x="721" y="450"/>
                        <a:pt x="707" y="451"/>
                      </a:cubicBezTo>
                      <a:cubicBezTo>
                        <a:pt x="693" y="452"/>
                        <a:pt x="679" y="449"/>
                        <a:pt x="668" y="445"/>
                      </a:cubicBezTo>
                      <a:cubicBezTo>
                        <a:pt x="657" y="441"/>
                        <a:pt x="636" y="439"/>
                        <a:pt x="631" y="426"/>
                      </a:cubicBezTo>
                      <a:cubicBezTo>
                        <a:pt x="626" y="413"/>
                        <a:pt x="625" y="403"/>
                        <a:pt x="625" y="403"/>
                      </a:cubicBezTo>
                      <a:cubicBezTo>
                        <a:pt x="625" y="403"/>
                        <a:pt x="635" y="399"/>
                        <a:pt x="633" y="392"/>
                      </a:cubicBezTo>
                      <a:cubicBezTo>
                        <a:pt x="631" y="385"/>
                        <a:pt x="621" y="377"/>
                        <a:pt x="621" y="377"/>
                      </a:cubicBezTo>
                      <a:cubicBezTo>
                        <a:pt x="621" y="377"/>
                        <a:pt x="624" y="361"/>
                        <a:pt x="612" y="353"/>
                      </a:cubicBezTo>
                      <a:cubicBezTo>
                        <a:pt x="600" y="345"/>
                        <a:pt x="591" y="336"/>
                        <a:pt x="586" y="329"/>
                      </a:cubicBezTo>
                      <a:cubicBezTo>
                        <a:pt x="581" y="322"/>
                        <a:pt x="574" y="308"/>
                        <a:pt x="560" y="304"/>
                      </a:cubicBezTo>
                      <a:cubicBezTo>
                        <a:pt x="546" y="300"/>
                        <a:pt x="540" y="298"/>
                        <a:pt x="540" y="298"/>
                      </a:cubicBezTo>
                      <a:cubicBezTo>
                        <a:pt x="525" y="290"/>
                        <a:pt x="525" y="290"/>
                        <a:pt x="525" y="290"/>
                      </a:cubicBezTo>
                      <a:cubicBezTo>
                        <a:pt x="504" y="296"/>
                        <a:pt x="504" y="296"/>
                        <a:pt x="504" y="296"/>
                      </a:cubicBezTo>
                      <a:cubicBezTo>
                        <a:pt x="487" y="280"/>
                        <a:pt x="487" y="280"/>
                        <a:pt x="487" y="280"/>
                      </a:cubicBezTo>
                      <a:cubicBezTo>
                        <a:pt x="481" y="272"/>
                        <a:pt x="481" y="272"/>
                        <a:pt x="481" y="272"/>
                      </a:cubicBezTo>
                      <a:cubicBezTo>
                        <a:pt x="481" y="272"/>
                        <a:pt x="457" y="269"/>
                        <a:pt x="452" y="264"/>
                      </a:cubicBezTo>
                      <a:cubicBezTo>
                        <a:pt x="447" y="259"/>
                        <a:pt x="451" y="251"/>
                        <a:pt x="451" y="251"/>
                      </a:cubicBezTo>
                      <a:cubicBezTo>
                        <a:pt x="433" y="251"/>
                        <a:pt x="433" y="251"/>
                        <a:pt x="433" y="251"/>
                      </a:cubicBezTo>
                      <a:cubicBezTo>
                        <a:pt x="433" y="251"/>
                        <a:pt x="443" y="239"/>
                        <a:pt x="435" y="235"/>
                      </a:cubicBezTo>
                      <a:cubicBezTo>
                        <a:pt x="427" y="231"/>
                        <a:pt x="414" y="238"/>
                        <a:pt x="414" y="238"/>
                      </a:cubicBezTo>
                      <a:cubicBezTo>
                        <a:pt x="414" y="238"/>
                        <a:pt x="388" y="230"/>
                        <a:pt x="387" y="239"/>
                      </a:cubicBezTo>
                      <a:cubicBezTo>
                        <a:pt x="386" y="248"/>
                        <a:pt x="405" y="251"/>
                        <a:pt x="399" y="260"/>
                      </a:cubicBezTo>
                      <a:cubicBezTo>
                        <a:pt x="393" y="269"/>
                        <a:pt x="364" y="259"/>
                        <a:pt x="359" y="273"/>
                      </a:cubicBezTo>
                      <a:cubicBezTo>
                        <a:pt x="354" y="287"/>
                        <a:pt x="364" y="296"/>
                        <a:pt x="373" y="309"/>
                      </a:cubicBezTo>
                      <a:cubicBezTo>
                        <a:pt x="382" y="322"/>
                        <a:pt x="388" y="333"/>
                        <a:pt x="381" y="338"/>
                      </a:cubicBezTo>
                      <a:cubicBezTo>
                        <a:pt x="374" y="343"/>
                        <a:pt x="366" y="342"/>
                        <a:pt x="366" y="342"/>
                      </a:cubicBezTo>
                      <a:cubicBezTo>
                        <a:pt x="355" y="354"/>
                        <a:pt x="355" y="354"/>
                        <a:pt x="355" y="354"/>
                      </a:cubicBezTo>
                      <a:cubicBezTo>
                        <a:pt x="346" y="346"/>
                        <a:pt x="346" y="346"/>
                        <a:pt x="346" y="346"/>
                      </a:cubicBezTo>
                      <a:cubicBezTo>
                        <a:pt x="346" y="346"/>
                        <a:pt x="325" y="348"/>
                        <a:pt x="317" y="346"/>
                      </a:cubicBezTo>
                      <a:cubicBezTo>
                        <a:pt x="309" y="344"/>
                        <a:pt x="284" y="332"/>
                        <a:pt x="278" y="332"/>
                      </a:cubicBezTo>
                      <a:cubicBezTo>
                        <a:pt x="272" y="332"/>
                        <a:pt x="273" y="347"/>
                        <a:pt x="273" y="359"/>
                      </a:cubicBezTo>
                      <a:cubicBezTo>
                        <a:pt x="273" y="371"/>
                        <a:pt x="269" y="423"/>
                        <a:pt x="273" y="425"/>
                      </a:cubicBezTo>
                      <a:cubicBezTo>
                        <a:pt x="277" y="427"/>
                        <a:pt x="300" y="429"/>
                        <a:pt x="291" y="440"/>
                      </a:cubicBezTo>
                      <a:cubicBezTo>
                        <a:pt x="282" y="451"/>
                        <a:pt x="275" y="437"/>
                        <a:pt x="275" y="437"/>
                      </a:cubicBezTo>
                      <a:cubicBezTo>
                        <a:pt x="262" y="444"/>
                        <a:pt x="262" y="444"/>
                        <a:pt x="262" y="444"/>
                      </a:cubicBezTo>
                      <a:cubicBezTo>
                        <a:pt x="262" y="444"/>
                        <a:pt x="253" y="430"/>
                        <a:pt x="248" y="430"/>
                      </a:cubicBezTo>
                      <a:cubicBezTo>
                        <a:pt x="243" y="430"/>
                        <a:pt x="219" y="440"/>
                        <a:pt x="213" y="441"/>
                      </a:cubicBezTo>
                      <a:cubicBezTo>
                        <a:pt x="207" y="442"/>
                        <a:pt x="176" y="449"/>
                        <a:pt x="183" y="458"/>
                      </a:cubicBezTo>
                      <a:cubicBezTo>
                        <a:pt x="190" y="467"/>
                        <a:pt x="208" y="464"/>
                        <a:pt x="208" y="464"/>
                      </a:cubicBezTo>
                      <a:cubicBezTo>
                        <a:pt x="208" y="464"/>
                        <a:pt x="208" y="490"/>
                        <a:pt x="216" y="499"/>
                      </a:cubicBezTo>
                      <a:cubicBezTo>
                        <a:pt x="224" y="508"/>
                        <a:pt x="254" y="539"/>
                        <a:pt x="254" y="546"/>
                      </a:cubicBezTo>
                      <a:cubicBezTo>
                        <a:pt x="254" y="553"/>
                        <a:pt x="238" y="550"/>
                        <a:pt x="238" y="553"/>
                      </a:cubicBezTo>
                      <a:cubicBezTo>
                        <a:pt x="238" y="556"/>
                        <a:pt x="249" y="568"/>
                        <a:pt x="249" y="568"/>
                      </a:cubicBezTo>
                      <a:cubicBezTo>
                        <a:pt x="249" y="568"/>
                        <a:pt x="235" y="566"/>
                        <a:pt x="235" y="571"/>
                      </a:cubicBezTo>
                      <a:cubicBezTo>
                        <a:pt x="235" y="576"/>
                        <a:pt x="239" y="587"/>
                        <a:pt x="244" y="592"/>
                      </a:cubicBezTo>
                      <a:cubicBezTo>
                        <a:pt x="249" y="597"/>
                        <a:pt x="251" y="610"/>
                        <a:pt x="248" y="611"/>
                      </a:cubicBezTo>
                      <a:cubicBezTo>
                        <a:pt x="245" y="612"/>
                        <a:pt x="231" y="612"/>
                        <a:pt x="231" y="612"/>
                      </a:cubicBezTo>
                      <a:cubicBezTo>
                        <a:pt x="199" y="625"/>
                        <a:pt x="199" y="625"/>
                        <a:pt x="199" y="625"/>
                      </a:cubicBezTo>
                      <a:cubicBezTo>
                        <a:pt x="199" y="625"/>
                        <a:pt x="180" y="642"/>
                        <a:pt x="180" y="645"/>
                      </a:cubicBezTo>
                      <a:cubicBezTo>
                        <a:pt x="180" y="648"/>
                        <a:pt x="180" y="666"/>
                        <a:pt x="168" y="666"/>
                      </a:cubicBezTo>
                      <a:cubicBezTo>
                        <a:pt x="156" y="666"/>
                        <a:pt x="137" y="658"/>
                        <a:pt x="129" y="659"/>
                      </a:cubicBezTo>
                      <a:cubicBezTo>
                        <a:pt x="121" y="660"/>
                        <a:pt x="113" y="673"/>
                        <a:pt x="112" y="682"/>
                      </a:cubicBezTo>
                      <a:cubicBezTo>
                        <a:pt x="111" y="691"/>
                        <a:pt x="106" y="700"/>
                        <a:pt x="106" y="700"/>
                      </a:cubicBezTo>
                      <a:cubicBezTo>
                        <a:pt x="87" y="695"/>
                        <a:pt x="87" y="695"/>
                        <a:pt x="87" y="695"/>
                      </a:cubicBezTo>
                      <a:cubicBezTo>
                        <a:pt x="80" y="702"/>
                        <a:pt x="80" y="702"/>
                        <a:pt x="80" y="702"/>
                      </a:cubicBezTo>
                      <a:cubicBezTo>
                        <a:pt x="80" y="702"/>
                        <a:pt x="69" y="683"/>
                        <a:pt x="63" y="683"/>
                      </a:cubicBezTo>
                      <a:cubicBezTo>
                        <a:pt x="57" y="683"/>
                        <a:pt x="52" y="692"/>
                        <a:pt x="52" y="692"/>
                      </a:cubicBezTo>
                      <a:cubicBezTo>
                        <a:pt x="33" y="694"/>
                        <a:pt x="33" y="694"/>
                        <a:pt x="33" y="694"/>
                      </a:cubicBezTo>
                      <a:cubicBezTo>
                        <a:pt x="33" y="704"/>
                        <a:pt x="33" y="704"/>
                        <a:pt x="33" y="704"/>
                      </a:cubicBezTo>
                      <a:cubicBezTo>
                        <a:pt x="33" y="704"/>
                        <a:pt x="0" y="719"/>
                        <a:pt x="1" y="722"/>
                      </a:cubicBezTo>
                      <a:cubicBezTo>
                        <a:pt x="2" y="725"/>
                        <a:pt x="13" y="738"/>
                        <a:pt x="13" y="742"/>
                      </a:cubicBezTo>
                      <a:cubicBezTo>
                        <a:pt x="13" y="746"/>
                        <a:pt x="1" y="744"/>
                        <a:pt x="1" y="744"/>
                      </a:cubicBezTo>
                      <a:cubicBezTo>
                        <a:pt x="1" y="761"/>
                        <a:pt x="1" y="761"/>
                        <a:pt x="1" y="761"/>
                      </a:cubicBezTo>
                      <a:cubicBezTo>
                        <a:pt x="1" y="761"/>
                        <a:pt x="15" y="758"/>
                        <a:pt x="15" y="765"/>
                      </a:cubicBezTo>
                      <a:cubicBezTo>
                        <a:pt x="15" y="772"/>
                        <a:pt x="7" y="790"/>
                        <a:pt x="17" y="794"/>
                      </a:cubicBezTo>
                      <a:cubicBezTo>
                        <a:pt x="27" y="798"/>
                        <a:pt x="31" y="783"/>
                        <a:pt x="45" y="787"/>
                      </a:cubicBezTo>
                      <a:cubicBezTo>
                        <a:pt x="59" y="791"/>
                        <a:pt x="71" y="794"/>
                        <a:pt x="71" y="804"/>
                      </a:cubicBezTo>
                      <a:cubicBezTo>
                        <a:pt x="71" y="814"/>
                        <a:pt x="72" y="836"/>
                        <a:pt x="79" y="843"/>
                      </a:cubicBezTo>
                      <a:cubicBezTo>
                        <a:pt x="86" y="850"/>
                        <a:pt x="98" y="853"/>
                        <a:pt x="90" y="859"/>
                      </a:cubicBezTo>
                      <a:cubicBezTo>
                        <a:pt x="82" y="865"/>
                        <a:pt x="62" y="857"/>
                        <a:pt x="65" y="868"/>
                      </a:cubicBezTo>
                      <a:cubicBezTo>
                        <a:pt x="68" y="879"/>
                        <a:pt x="90" y="880"/>
                        <a:pt x="90" y="880"/>
                      </a:cubicBezTo>
                      <a:cubicBezTo>
                        <a:pt x="111" y="880"/>
                        <a:pt x="111" y="880"/>
                        <a:pt x="111" y="880"/>
                      </a:cubicBezTo>
                      <a:cubicBezTo>
                        <a:pt x="114" y="889"/>
                        <a:pt x="114" y="889"/>
                        <a:pt x="114" y="889"/>
                      </a:cubicBezTo>
                      <a:cubicBezTo>
                        <a:pt x="114" y="889"/>
                        <a:pt x="129" y="890"/>
                        <a:pt x="138" y="900"/>
                      </a:cubicBezTo>
                      <a:cubicBezTo>
                        <a:pt x="147" y="910"/>
                        <a:pt x="148" y="931"/>
                        <a:pt x="148" y="931"/>
                      </a:cubicBezTo>
                      <a:cubicBezTo>
                        <a:pt x="169" y="939"/>
                        <a:pt x="169" y="939"/>
                        <a:pt x="169" y="939"/>
                      </a:cubicBezTo>
                      <a:cubicBezTo>
                        <a:pt x="177" y="935"/>
                        <a:pt x="177" y="935"/>
                        <a:pt x="177" y="935"/>
                      </a:cubicBezTo>
                      <a:cubicBezTo>
                        <a:pt x="177" y="935"/>
                        <a:pt x="182" y="955"/>
                        <a:pt x="201" y="956"/>
                      </a:cubicBezTo>
                      <a:cubicBezTo>
                        <a:pt x="220" y="957"/>
                        <a:pt x="246" y="957"/>
                        <a:pt x="246" y="957"/>
                      </a:cubicBezTo>
                      <a:cubicBezTo>
                        <a:pt x="246" y="957"/>
                        <a:pt x="277" y="928"/>
                        <a:pt x="294" y="934"/>
                      </a:cubicBezTo>
                      <a:cubicBezTo>
                        <a:pt x="311" y="940"/>
                        <a:pt x="313" y="954"/>
                        <a:pt x="324" y="956"/>
                      </a:cubicBezTo>
                      <a:cubicBezTo>
                        <a:pt x="335" y="958"/>
                        <a:pt x="349" y="956"/>
                        <a:pt x="349" y="956"/>
                      </a:cubicBezTo>
                      <a:cubicBezTo>
                        <a:pt x="349" y="956"/>
                        <a:pt x="353" y="992"/>
                        <a:pt x="349" y="997"/>
                      </a:cubicBezTo>
                      <a:cubicBezTo>
                        <a:pt x="345" y="1002"/>
                        <a:pt x="336" y="1002"/>
                        <a:pt x="336" y="1002"/>
                      </a:cubicBezTo>
                      <a:cubicBezTo>
                        <a:pt x="336" y="1002"/>
                        <a:pt x="342" y="1026"/>
                        <a:pt x="333" y="1031"/>
                      </a:cubicBezTo>
                      <a:cubicBezTo>
                        <a:pt x="324" y="1036"/>
                        <a:pt x="305" y="1035"/>
                        <a:pt x="305" y="1035"/>
                      </a:cubicBezTo>
                      <a:cubicBezTo>
                        <a:pt x="317" y="1051"/>
                        <a:pt x="317" y="1051"/>
                        <a:pt x="317" y="1051"/>
                      </a:cubicBezTo>
                      <a:cubicBezTo>
                        <a:pt x="306" y="1057"/>
                        <a:pt x="306" y="1057"/>
                        <a:pt x="306" y="1057"/>
                      </a:cubicBezTo>
                      <a:cubicBezTo>
                        <a:pt x="306" y="1057"/>
                        <a:pt x="300" y="1068"/>
                        <a:pt x="315" y="1075"/>
                      </a:cubicBezTo>
                      <a:cubicBezTo>
                        <a:pt x="330" y="1082"/>
                        <a:pt x="335" y="1085"/>
                        <a:pt x="335" y="1085"/>
                      </a:cubicBezTo>
                      <a:cubicBezTo>
                        <a:pt x="340" y="1094"/>
                        <a:pt x="340" y="1094"/>
                        <a:pt x="340" y="1094"/>
                      </a:cubicBezTo>
                      <a:cubicBezTo>
                        <a:pt x="340" y="1094"/>
                        <a:pt x="359" y="1109"/>
                        <a:pt x="351" y="1114"/>
                      </a:cubicBezTo>
                      <a:cubicBezTo>
                        <a:pt x="343" y="1119"/>
                        <a:pt x="334" y="1122"/>
                        <a:pt x="334" y="1122"/>
                      </a:cubicBezTo>
                      <a:cubicBezTo>
                        <a:pt x="328" y="1131"/>
                        <a:pt x="328" y="1131"/>
                        <a:pt x="328" y="1131"/>
                      </a:cubicBezTo>
                      <a:cubicBezTo>
                        <a:pt x="318" y="1123"/>
                        <a:pt x="318" y="1123"/>
                        <a:pt x="318" y="1123"/>
                      </a:cubicBezTo>
                      <a:cubicBezTo>
                        <a:pt x="318" y="1123"/>
                        <a:pt x="320" y="1113"/>
                        <a:pt x="316" y="1113"/>
                      </a:cubicBezTo>
                      <a:cubicBezTo>
                        <a:pt x="312" y="1113"/>
                        <a:pt x="299" y="1118"/>
                        <a:pt x="301" y="1128"/>
                      </a:cubicBezTo>
                      <a:cubicBezTo>
                        <a:pt x="303" y="1138"/>
                        <a:pt x="323" y="1149"/>
                        <a:pt x="323" y="1149"/>
                      </a:cubicBezTo>
                      <a:cubicBezTo>
                        <a:pt x="323" y="1149"/>
                        <a:pt x="316" y="1174"/>
                        <a:pt x="323" y="1177"/>
                      </a:cubicBezTo>
                      <a:cubicBezTo>
                        <a:pt x="330" y="1180"/>
                        <a:pt x="341" y="1175"/>
                        <a:pt x="341" y="1175"/>
                      </a:cubicBezTo>
                      <a:cubicBezTo>
                        <a:pt x="341" y="1175"/>
                        <a:pt x="345" y="1190"/>
                        <a:pt x="356" y="1194"/>
                      </a:cubicBezTo>
                      <a:cubicBezTo>
                        <a:pt x="367" y="1198"/>
                        <a:pt x="377" y="1200"/>
                        <a:pt x="377" y="1200"/>
                      </a:cubicBezTo>
                      <a:cubicBezTo>
                        <a:pt x="392" y="1211"/>
                        <a:pt x="392" y="1211"/>
                        <a:pt x="392" y="1211"/>
                      </a:cubicBezTo>
                      <a:cubicBezTo>
                        <a:pt x="403" y="1210"/>
                        <a:pt x="403" y="1210"/>
                        <a:pt x="403" y="1210"/>
                      </a:cubicBezTo>
                      <a:cubicBezTo>
                        <a:pt x="403" y="1210"/>
                        <a:pt x="397" y="1218"/>
                        <a:pt x="403" y="1221"/>
                      </a:cubicBezTo>
                      <a:cubicBezTo>
                        <a:pt x="409" y="1224"/>
                        <a:pt x="420" y="1224"/>
                        <a:pt x="420" y="1224"/>
                      </a:cubicBezTo>
                      <a:cubicBezTo>
                        <a:pt x="447" y="1249"/>
                        <a:pt x="447" y="1249"/>
                        <a:pt x="447" y="1249"/>
                      </a:cubicBezTo>
                      <a:cubicBezTo>
                        <a:pt x="462" y="1236"/>
                        <a:pt x="462" y="1236"/>
                        <a:pt x="462" y="1236"/>
                      </a:cubicBezTo>
                      <a:cubicBezTo>
                        <a:pt x="462" y="1236"/>
                        <a:pt x="475" y="1219"/>
                        <a:pt x="489" y="1234"/>
                      </a:cubicBezTo>
                      <a:cubicBezTo>
                        <a:pt x="503" y="1249"/>
                        <a:pt x="521" y="1263"/>
                        <a:pt x="521" y="1263"/>
                      </a:cubicBezTo>
                      <a:cubicBezTo>
                        <a:pt x="552" y="1269"/>
                        <a:pt x="552" y="1269"/>
                        <a:pt x="552" y="1269"/>
                      </a:cubicBezTo>
                      <a:cubicBezTo>
                        <a:pt x="552" y="1269"/>
                        <a:pt x="567" y="1301"/>
                        <a:pt x="571" y="1302"/>
                      </a:cubicBezTo>
                      <a:cubicBezTo>
                        <a:pt x="575" y="1303"/>
                        <a:pt x="579" y="1278"/>
                        <a:pt x="590" y="1285"/>
                      </a:cubicBezTo>
                      <a:cubicBezTo>
                        <a:pt x="601" y="1292"/>
                        <a:pt x="596" y="1308"/>
                        <a:pt x="604" y="1314"/>
                      </a:cubicBezTo>
                      <a:cubicBezTo>
                        <a:pt x="612" y="1320"/>
                        <a:pt x="626" y="1332"/>
                        <a:pt x="626" y="1332"/>
                      </a:cubicBezTo>
                      <a:cubicBezTo>
                        <a:pt x="626" y="1332"/>
                        <a:pt x="641" y="1321"/>
                        <a:pt x="646" y="1328"/>
                      </a:cubicBezTo>
                      <a:cubicBezTo>
                        <a:pt x="651" y="1335"/>
                        <a:pt x="634" y="1338"/>
                        <a:pt x="650" y="1345"/>
                      </a:cubicBezTo>
                      <a:cubicBezTo>
                        <a:pt x="666" y="1352"/>
                        <a:pt x="678" y="1343"/>
                        <a:pt x="678" y="1343"/>
                      </a:cubicBezTo>
                      <a:cubicBezTo>
                        <a:pt x="678" y="1343"/>
                        <a:pt x="678" y="1361"/>
                        <a:pt x="687" y="1362"/>
                      </a:cubicBezTo>
                      <a:cubicBezTo>
                        <a:pt x="696" y="1363"/>
                        <a:pt x="698" y="1349"/>
                        <a:pt x="698" y="1349"/>
                      </a:cubicBezTo>
                      <a:cubicBezTo>
                        <a:pt x="698" y="1349"/>
                        <a:pt x="697" y="1363"/>
                        <a:pt x="707" y="1362"/>
                      </a:cubicBezTo>
                      <a:cubicBezTo>
                        <a:pt x="717" y="1361"/>
                        <a:pt x="719" y="1353"/>
                        <a:pt x="719" y="1353"/>
                      </a:cubicBezTo>
                      <a:cubicBezTo>
                        <a:pt x="719" y="1353"/>
                        <a:pt x="752" y="1373"/>
                        <a:pt x="766" y="1372"/>
                      </a:cubicBezTo>
                      <a:cubicBezTo>
                        <a:pt x="780" y="1371"/>
                        <a:pt x="806" y="1346"/>
                        <a:pt x="817" y="1355"/>
                      </a:cubicBezTo>
                      <a:cubicBezTo>
                        <a:pt x="828" y="1364"/>
                        <a:pt x="817" y="1392"/>
                        <a:pt x="822" y="1394"/>
                      </a:cubicBezTo>
                      <a:cubicBezTo>
                        <a:pt x="827" y="1396"/>
                        <a:pt x="832" y="1395"/>
                        <a:pt x="832" y="1395"/>
                      </a:cubicBezTo>
                      <a:cubicBezTo>
                        <a:pt x="832" y="1395"/>
                        <a:pt x="856" y="1339"/>
                        <a:pt x="870" y="1344"/>
                      </a:cubicBezTo>
                      <a:cubicBezTo>
                        <a:pt x="884" y="1349"/>
                        <a:pt x="894" y="1350"/>
                        <a:pt x="894" y="1350"/>
                      </a:cubicBezTo>
                      <a:cubicBezTo>
                        <a:pt x="894" y="1364"/>
                        <a:pt x="894" y="1364"/>
                        <a:pt x="894" y="1364"/>
                      </a:cubicBezTo>
                      <a:cubicBezTo>
                        <a:pt x="894" y="1364"/>
                        <a:pt x="930" y="1346"/>
                        <a:pt x="943" y="1357"/>
                      </a:cubicBezTo>
                      <a:cubicBezTo>
                        <a:pt x="956" y="1368"/>
                        <a:pt x="956" y="1378"/>
                        <a:pt x="956" y="1378"/>
                      </a:cubicBezTo>
                      <a:cubicBezTo>
                        <a:pt x="956" y="1378"/>
                        <a:pt x="987" y="1380"/>
                        <a:pt x="995" y="1373"/>
                      </a:cubicBezTo>
                      <a:cubicBezTo>
                        <a:pt x="1003" y="1366"/>
                        <a:pt x="995" y="1350"/>
                        <a:pt x="995" y="1350"/>
                      </a:cubicBezTo>
                      <a:cubicBezTo>
                        <a:pt x="995" y="1350"/>
                        <a:pt x="1016" y="1348"/>
                        <a:pt x="1018" y="1343"/>
                      </a:cubicBezTo>
                      <a:cubicBezTo>
                        <a:pt x="1020" y="1338"/>
                        <a:pt x="1013" y="1322"/>
                        <a:pt x="1013" y="1322"/>
                      </a:cubicBezTo>
                      <a:cubicBezTo>
                        <a:pt x="1013" y="1322"/>
                        <a:pt x="1037" y="1326"/>
                        <a:pt x="1044" y="1318"/>
                      </a:cubicBezTo>
                      <a:cubicBezTo>
                        <a:pt x="1051" y="1310"/>
                        <a:pt x="1068" y="1291"/>
                        <a:pt x="1076" y="1291"/>
                      </a:cubicBezTo>
                      <a:cubicBezTo>
                        <a:pt x="1084" y="1291"/>
                        <a:pt x="1098" y="1305"/>
                        <a:pt x="1109" y="1305"/>
                      </a:cubicBezTo>
                      <a:cubicBezTo>
                        <a:pt x="1120" y="1305"/>
                        <a:pt x="1112" y="1274"/>
                        <a:pt x="1130" y="1283"/>
                      </a:cubicBezTo>
                      <a:cubicBezTo>
                        <a:pt x="1148" y="1292"/>
                        <a:pt x="1149" y="1297"/>
                        <a:pt x="1149" y="1297"/>
                      </a:cubicBezTo>
                      <a:cubicBezTo>
                        <a:pt x="1149" y="1297"/>
                        <a:pt x="1133" y="1305"/>
                        <a:pt x="1142" y="1307"/>
                      </a:cubicBezTo>
                      <a:cubicBezTo>
                        <a:pt x="1151" y="1309"/>
                        <a:pt x="1162" y="1308"/>
                        <a:pt x="1162" y="1308"/>
                      </a:cubicBezTo>
                      <a:cubicBezTo>
                        <a:pt x="1173" y="1328"/>
                        <a:pt x="1173" y="1328"/>
                        <a:pt x="1173" y="1328"/>
                      </a:cubicBezTo>
                      <a:cubicBezTo>
                        <a:pt x="1173" y="1328"/>
                        <a:pt x="1153" y="1337"/>
                        <a:pt x="1161" y="1339"/>
                      </a:cubicBezTo>
                      <a:cubicBezTo>
                        <a:pt x="1169" y="1341"/>
                        <a:pt x="1184" y="1341"/>
                        <a:pt x="1191" y="1341"/>
                      </a:cubicBezTo>
                      <a:cubicBezTo>
                        <a:pt x="1198" y="1341"/>
                        <a:pt x="1213" y="1345"/>
                        <a:pt x="1213" y="1345"/>
                      </a:cubicBezTo>
                      <a:cubicBezTo>
                        <a:pt x="1217" y="1332"/>
                        <a:pt x="1217" y="1332"/>
                        <a:pt x="1217" y="1332"/>
                      </a:cubicBezTo>
                      <a:cubicBezTo>
                        <a:pt x="1217" y="1332"/>
                        <a:pt x="1231" y="1339"/>
                        <a:pt x="1239" y="1347"/>
                      </a:cubicBezTo>
                      <a:cubicBezTo>
                        <a:pt x="1247" y="1355"/>
                        <a:pt x="1256" y="1382"/>
                        <a:pt x="1256" y="1382"/>
                      </a:cubicBezTo>
                      <a:cubicBezTo>
                        <a:pt x="1256" y="1382"/>
                        <a:pt x="1271" y="1380"/>
                        <a:pt x="1278" y="1382"/>
                      </a:cubicBezTo>
                      <a:cubicBezTo>
                        <a:pt x="1285" y="1384"/>
                        <a:pt x="1283" y="1406"/>
                        <a:pt x="1283" y="1406"/>
                      </a:cubicBezTo>
                      <a:cubicBezTo>
                        <a:pt x="1291" y="1422"/>
                        <a:pt x="1291" y="1422"/>
                        <a:pt x="1291" y="1422"/>
                      </a:cubicBezTo>
                      <a:cubicBezTo>
                        <a:pt x="1298" y="1459"/>
                        <a:pt x="1298" y="1459"/>
                        <a:pt x="1298" y="1459"/>
                      </a:cubicBezTo>
                      <a:cubicBezTo>
                        <a:pt x="1298" y="1459"/>
                        <a:pt x="1288" y="1465"/>
                        <a:pt x="1281" y="1465"/>
                      </a:cubicBezTo>
                      <a:cubicBezTo>
                        <a:pt x="1274" y="1465"/>
                        <a:pt x="1290" y="1476"/>
                        <a:pt x="1290" y="1476"/>
                      </a:cubicBezTo>
                      <a:cubicBezTo>
                        <a:pt x="1290" y="1476"/>
                        <a:pt x="1289" y="1482"/>
                        <a:pt x="1286" y="1489"/>
                      </a:cubicBezTo>
                      <a:cubicBezTo>
                        <a:pt x="1283" y="1496"/>
                        <a:pt x="1271" y="1488"/>
                        <a:pt x="1271" y="1488"/>
                      </a:cubicBezTo>
                      <a:cubicBezTo>
                        <a:pt x="1271" y="1488"/>
                        <a:pt x="1272" y="1497"/>
                        <a:pt x="1271" y="1508"/>
                      </a:cubicBezTo>
                      <a:cubicBezTo>
                        <a:pt x="1270" y="1519"/>
                        <a:pt x="1259" y="1515"/>
                        <a:pt x="1259" y="1515"/>
                      </a:cubicBezTo>
                      <a:cubicBezTo>
                        <a:pt x="1261" y="1535"/>
                        <a:pt x="1261" y="1535"/>
                        <a:pt x="1261" y="1535"/>
                      </a:cubicBezTo>
                      <a:cubicBezTo>
                        <a:pt x="1254" y="1538"/>
                        <a:pt x="1254" y="1538"/>
                        <a:pt x="1254" y="1538"/>
                      </a:cubicBezTo>
                      <a:cubicBezTo>
                        <a:pt x="1254" y="1538"/>
                        <a:pt x="1255" y="1547"/>
                        <a:pt x="1260" y="1552"/>
                      </a:cubicBezTo>
                      <a:cubicBezTo>
                        <a:pt x="1265" y="1557"/>
                        <a:pt x="1270" y="1567"/>
                        <a:pt x="1270" y="1567"/>
                      </a:cubicBezTo>
                      <a:cubicBezTo>
                        <a:pt x="1264" y="1581"/>
                        <a:pt x="1264" y="1581"/>
                        <a:pt x="1264" y="1581"/>
                      </a:cubicBezTo>
                      <a:cubicBezTo>
                        <a:pt x="1264" y="1581"/>
                        <a:pt x="1280" y="1571"/>
                        <a:pt x="1288" y="1570"/>
                      </a:cubicBezTo>
                      <a:cubicBezTo>
                        <a:pt x="1296" y="1569"/>
                        <a:pt x="1325" y="1569"/>
                        <a:pt x="1325" y="1569"/>
                      </a:cubicBezTo>
                      <a:cubicBezTo>
                        <a:pt x="1308" y="1584"/>
                        <a:pt x="1308" y="1584"/>
                        <a:pt x="1308" y="1584"/>
                      </a:cubicBezTo>
                      <a:cubicBezTo>
                        <a:pt x="1324" y="1597"/>
                        <a:pt x="1324" y="1597"/>
                        <a:pt x="1324" y="1597"/>
                      </a:cubicBezTo>
                      <a:cubicBezTo>
                        <a:pt x="1329" y="1624"/>
                        <a:pt x="1329" y="1624"/>
                        <a:pt x="1329" y="1624"/>
                      </a:cubicBezTo>
                      <a:cubicBezTo>
                        <a:pt x="1329" y="1624"/>
                        <a:pt x="1357" y="1625"/>
                        <a:pt x="1364" y="1631"/>
                      </a:cubicBezTo>
                      <a:cubicBezTo>
                        <a:pt x="1371" y="1637"/>
                        <a:pt x="1348" y="1646"/>
                        <a:pt x="1348" y="1646"/>
                      </a:cubicBezTo>
                      <a:cubicBezTo>
                        <a:pt x="1348" y="1646"/>
                        <a:pt x="1357" y="1658"/>
                        <a:pt x="1354" y="1661"/>
                      </a:cubicBezTo>
                      <a:cubicBezTo>
                        <a:pt x="1351" y="1664"/>
                        <a:pt x="1345" y="1678"/>
                        <a:pt x="1345" y="1678"/>
                      </a:cubicBezTo>
                      <a:cubicBezTo>
                        <a:pt x="1384" y="1682"/>
                        <a:pt x="1384" y="1682"/>
                        <a:pt x="1384" y="1682"/>
                      </a:cubicBezTo>
                      <a:cubicBezTo>
                        <a:pt x="1389" y="1702"/>
                        <a:pt x="1389" y="1702"/>
                        <a:pt x="1389" y="1702"/>
                      </a:cubicBezTo>
                      <a:cubicBezTo>
                        <a:pt x="1400" y="1701"/>
                        <a:pt x="1400" y="1701"/>
                        <a:pt x="1400" y="1701"/>
                      </a:cubicBezTo>
                      <a:cubicBezTo>
                        <a:pt x="1400" y="1701"/>
                        <a:pt x="1400" y="1713"/>
                        <a:pt x="1403" y="1713"/>
                      </a:cubicBezTo>
                      <a:cubicBezTo>
                        <a:pt x="1406" y="1713"/>
                        <a:pt x="1425" y="1712"/>
                        <a:pt x="1425" y="1712"/>
                      </a:cubicBezTo>
                      <a:cubicBezTo>
                        <a:pt x="1425" y="1712"/>
                        <a:pt x="1434" y="1694"/>
                        <a:pt x="1444" y="1695"/>
                      </a:cubicBezTo>
                      <a:cubicBezTo>
                        <a:pt x="1454" y="1696"/>
                        <a:pt x="1449" y="1714"/>
                        <a:pt x="1449" y="1714"/>
                      </a:cubicBezTo>
                      <a:cubicBezTo>
                        <a:pt x="1451" y="1727"/>
                        <a:pt x="1451" y="1727"/>
                        <a:pt x="1451" y="1727"/>
                      </a:cubicBezTo>
                      <a:cubicBezTo>
                        <a:pt x="1480" y="1729"/>
                        <a:pt x="1480" y="1729"/>
                        <a:pt x="1480" y="1729"/>
                      </a:cubicBezTo>
                      <a:cubicBezTo>
                        <a:pt x="1480" y="1704"/>
                        <a:pt x="1480" y="1704"/>
                        <a:pt x="1480" y="1704"/>
                      </a:cubicBezTo>
                      <a:cubicBezTo>
                        <a:pt x="1480" y="1704"/>
                        <a:pt x="1462" y="1692"/>
                        <a:pt x="1461" y="1679"/>
                      </a:cubicBezTo>
                      <a:cubicBezTo>
                        <a:pt x="1460" y="1666"/>
                        <a:pt x="1468" y="1657"/>
                        <a:pt x="1468" y="1657"/>
                      </a:cubicBezTo>
                      <a:cubicBezTo>
                        <a:pt x="1492" y="1659"/>
                        <a:pt x="1492" y="1659"/>
                        <a:pt x="1492" y="1659"/>
                      </a:cubicBezTo>
                      <a:cubicBezTo>
                        <a:pt x="1492" y="1653"/>
                        <a:pt x="1493" y="1646"/>
                        <a:pt x="1495" y="1642"/>
                      </a:cubicBezTo>
                      <a:cubicBezTo>
                        <a:pt x="1499" y="1634"/>
                        <a:pt x="1518" y="1657"/>
                        <a:pt x="1524" y="1657"/>
                      </a:cubicBezTo>
                      <a:cubicBezTo>
                        <a:pt x="1530" y="1657"/>
                        <a:pt x="1539" y="1641"/>
                        <a:pt x="1539" y="1641"/>
                      </a:cubicBezTo>
                      <a:cubicBezTo>
                        <a:pt x="1550" y="1653"/>
                        <a:pt x="1550" y="1653"/>
                        <a:pt x="1550" y="1653"/>
                      </a:cubicBezTo>
                      <a:cubicBezTo>
                        <a:pt x="1549" y="1640"/>
                        <a:pt x="1549" y="1640"/>
                        <a:pt x="1549" y="1640"/>
                      </a:cubicBezTo>
                      <a:cubicBezTo>
                        <a:pt x="1554" y="1639"/>
                        <a:pt x="1554" y="1639"/>
                        <a:pt x="1554" y="1639"/>
                      </a:cubicBezTo>
                      <a:cubicBezTo>
                        <a:pt x="1563" y="1652"/>
                        <a:pt x="1563" y="1652"/>
                        <a:pt x="1563" y="1652"/>
                      </a:cubicBezTo>
                      <a:cubicBezTo>
                        <a:pt x="1563" y="1652"/>
                        <a:pt x="1562" y="1657"/>
                        <a:pt x="1575" y="1656"/>
                      </a:cubicBezTo>
                      <a:cubicBezTo>
                        <a:pt x="1588" y="1655"/>
                        <a:pt x="1571" y="1639"/>
                        <a:pt x="1571" y="1639"/>
                      </a:cubicBezTo>
                      <a:cubicBezTo>
                        <a:pt x="1582" y="1639"/>
                        <a:pt x="1582" y="1639"/>
                        <a:pt x="1582" y="1639"/>
                      </a:cubicBezTo>
                      <a:cubicBezTo>
                        <a:pt x="1586" y="1646"/>
                        <a:pt x="1586" y="1646"/>
                        <a:pt x="1586" y="1646"/>
                      </a:cubicBezTo>
                      <a:cubicBezTo>
                        <a:pt x="1586" y="1646"/>
                        <a:pt x="1594" y="1642"/>
                        <a:pt x="1601" y="1640"/>
                      </a:cubicBezTo>
                      <a:cubicBezTo>
                        <a:pt x="1608" y="1638"/>
                        <a:pt x="1602" y="1624"/>
                        <a:pt x="1606" y="1619"/>
                      </a:cubicBezTo>
                      <a:cubicBezTo>
                        <a:pt x="1610" y="1614"/>
                        <a:pt x="1625" y="1610"/>
                        <a:pt x="1625" y="1610"/>
                      </a:cubicBezTo>
                      <a:cubicBezTo>
                        <a:pt x="1647" y="1632"/>
                        <a:pt x="1647" y="1632"/>
                        <a:pt x="1647" y="1632"/>
                      </a:cubicBezTo>
                      <a:cubicBezTo>
                        <a:pt x="1668" y="1627"/>
                        <a:pt x="1668" y="1627"/>
                        <a:pt x="1668" y="1627"/>
                      </a:cubicBezTo>
                      <a:cubicBezTo>
                        <a:pt x="1673" y="1635"/>
                        <a:pt x="1673" y="1635"/>
                        <a:pt x="1673" y="1635"/>
                      </a:cubicBezTo>
                      <a:cubicBezTo>
                        <a:pt x="1673" y="1635"/>
                        <a:pt x="1693" y="1634"/>
                        <a:pt x="1698" y="1642"/>
                      </a:cubicBezTo>
                      <a:cubicBezTo>
                        <a:pt x="1703" y="1650"/>
                        <a:pt x="1687" y="1657"/>
                        <a:pt x="1687" y="1657"/>
                      </a:cubicBezTo>
                      <a:cubicBezTo>
                        <a:pt x="1691" y="1667"/>
                        <a:pt x="1691" y="1667"/>
                        <a:pt x="1691" y="1667"/>
                      </a:cubicBezTo>
                      <a:cubicBezTo>
                        <a:pt x="1698" y="1671"/>
                        <a:pt x="1698" y="1671"/>
                        <a:pt x="1698" y="1671"/>
                      </a:cubicBezTo>
                      <a:cubicBezTo>
                        <a:pt x="1698" y="1684"/>
                        <a:pt x="1698" y="1684"/>
                        <a:pt x="1698" y="1684"/>
                      </a:cubicBezTo>
                      <a:cubicBezTo>
                        <a:pt x="1709" y="1685"/>
                        <a:pt x="1709" y="1685"/>
                        <a:pt x="1709" y="1685"/>
                      </a:cubicBezTo>
                      <a:cubicBezTo>
                        <a:pt x="1709" y="1685"/>
                        <a:pt x="1713" y="1690"/>
                        <a:pt x="1720" y="1697"/>
                      </a:cubicBezTo>
                      <a:cubicBezTo>
                        <a:pt x="1727" y="1704"/>
                        <a:pt x="1740" y="1701"/>
                        <a:pt x="1748" y="1702"/>
                      </a:cubicBezTo>
                      <a:cubicBezTo>
                        <a:pt x="1752" y="1702"/>
                        <a:pt x="1755" y="1704"/>
                        <a:pt x="1757" y="1705"/>
                      </a:cubicBezTo>
                      <a:cubicBezTo>
                        <a:pt x="1786" y="1686"/>
                        <a:pt x="1786" y="1686"/>
                        <a:pt x="1786" y="1686"/>
                      </a:cubicBezTo>
                      <a:cubicBezTo>
                        <a:pt x="1798" y="1694"/>
                        <a:pt x="1798" y="1694"/>
                        <a:pt x="1798" y="1694"/>
                      </a:cubicBezTo>
                      <a:cubicBezTo>
                        <a:pt x="1798" y="1694"/>
                        <a:pt x="1843" y="1694"/>
                        <a:pt x="1849" y="1705"/>
                      </a:cubicBezTo>
                      <a:cubicBezTo>
                        <a:pt x="1854" y="1717"/>
                        <a:pt x="1839" y="1739"/>
                        <a:pt x="1846" y="1750"/>
                      </a:cubicBezTo>
                      <a:cubicBezTo>
                        <a:pt x="1854" y="1761"/>
                        <a:pt x="1875" y="1776"/>
                        <a:pt x="1875" y="1776"/>
                      </a:cubicBezTo>
                      <a:cubicBezTo>
                        <a:pt x="1889" y="1774"/>
                        <a:pt x="1889" y="1774"/>
                        <a:pt x="1889" y="1774"/>
                      </a:cubicBezTo>
                      <a:cubicBezTo>
                        <a:pt x="1889" y="1762"/>
                        <a:pt x="1889" y="1762"/>
                        <a:pt x="1889" y="1762"/>
                      </a:cubicBezTo>
                      <a:cubicBezTo>
                        <a:pt x="1889" y="1762"/>
                        <a:pt x="1880" y="1730"/>
                        <a:pt x="1892" y="1713"/>
                      </a:cubicBezTo>
                      <a:cubicBezTo>
                        <a:pt x="1904" y="1697"/>
                        <a:pt x="1931" y="1699"/>
                        <a:pt x="1945" y="1696"/>
                      </a:cubicBezTo>
                      <a:cubicBezTo>
                        <a:pt x="1958" y="1693"/>
                        <a:pt x="2001" y="1684"/>
                        <a:pt x="2001" y="1674"/>
                      </a:cubicBezTo>
                      <a:cubicBezTo>
                        <a:pt x="2002" y="1664"/>
                        <a:pt x="2002" y="1634"/>
                        <a:pt x="2011" y="1632"/>
                      </a:cubicBezTo>
                      <a:cubicBezTo>
                        <a:pt x="2020" y="1630"/>
                        <a:pt x="2027" y="1664"/>
                        <a:pt x="2036" y="1660"/>
                      </a:cubicBezTo>
                      <a:cubicBezTo>
                        <a:pt x="2046" y="1657"/>
                        <a:pt x="2066" y="1626"/>
                        <a:pt x="2066" y="1626"/>
                      </a:cubicBezTo>
                      <a:cubicBezTo>
                        <a:pt x="2077" y="1636"/>
                        <a:pt x="2077" y="1636"/>
                        <a:pt x="2077" y="1636"/>
                      </a:cubicBezTo>
                      <a:cubicBezTo>
                        <a:pt x="2099" y="1629"/>
                        <a:pt x="2099" y="1629"/>
                        <a:pt x="2099" y="1629"/>
                      </a:cubicBezTo>
                      <a:cubicBezTo>
                        <a:pt x="2099" y="1629"/>
                        <a:pt x="2124" y="1636"/>
                        <a:pt x="2136" y="1629"/>
                      </a:cubicBezTo>
                      <a:cubicBezTo>
                        <a:pt x="2149" y="1622"/>
                        <a:pt x="2154" y="1619"/>
                        <a:pt x="2161" y="1614"/>
                      </a:cubicBezTo>
                      <a:cubicBezTo>
                        <a:pt x="2167" y="1609"/>
                        <a:pt x="2196" y="1584"/>
                        <a:pt x="2201" y="1574"/>
                      </a:cubicBezTo>
                      <a:cubicBezTo>
                        <a:pt x="2205" y="1564"/>
                        <a:pt x="2192" y="1544"/>
                        <a:pt x="2192" y="1544"/>
                      </a:cubicBezTo>
                      <a:cubicBezTo>
                        <a:pt x="2205" y="1544"/>
                        <a:pt x="2205" y="1544"/>
                        <a:pt x="2205" y="1544"/>
                      </a:cubicBezTo>
                      <a:cubicBezTo>
                        <a:pt x="2211" y="1524"/>
                        <a:pt x="2211" y="1524"/>
                        <a:pt x="2211" y="1524"/>
                      </a:cubicBezTo>
                      <a:cubicBezTo>
                        <a:pt x="2226" y="1525"/>
                        <a:pt x="2226" y="1525"/>
                        <a:pt x="2226" y="1525"/>
                      </a:cubicBezTo>
                      <a:cubicBezTo>
                        <a:pt x="2233" y="1500"/>
                        <a:pt x="2233" y="1500"/>
                        <a:pt x="2233" y="1500"/>
                      </a:cubicBezTo>
                      <a:cubicBezTo>
                        <a:pt x="2241" y="1500"/>
                        <a:pt x="2241" y="1500"/>
                        <a:pt x="2241" y="1500"/>
                      </a:cubicBezTo>
                      <a:cubicBezTo>
                        <a:pt x="2245" y="1473"/>
                        <a:pt x="2245" y="1473"/>
                        <a:pt x="2245" y="1473"/>
                      </a:cubicBezTo>
                      <a:cubicBezTo>
                        <a:pt x="2245" y="1473"/>
                        <a:pt x="2259" y="1478"/>
                        <a:pt x="2259" y="1456"/>
                      </a:cubicBezTo>
                      <a:cubicBezTo>
                        <a:pt x="2259" y="1434"/>
                        <a:pt x="2246" y="1437"/>
                        <a:pt x="2251" y="1429"/>
                      </a:cubicBezTo>
                      <a:cubicBezTo>
                        <a:pt x="2255" y="1420"/>
                        <a:pt x="2274" y="1423"/>
                        <a:pt x="2274" y="1405"/>
                      </a:cubicBezTo>
                      <a:cubicBezTo>
                        <a:pt x="2275" y="1388"/>
                        <a:pt x="2263" y="1388"/>
                        <a:pt x="2264" y="1381"/>
                      </a:cubicBezTo>
                      <a:cubicBezTo>
                        <a:pt x="2264" y="1373"/>
                        <a:pt x="2275" y="1370"/>
                        <a:pt x="2275" y="1370"/>
                      </a:cubicBezTo>
                      <a:cubicBezTo>
                        <a:pt x="2276" y="1344"/>
                        <a:pt x="2276" y="1344"/>
                        <a:pt x="2276" y="1344"/>
                      </a:cubicBezTo>
                      <a:cubicBezTo>
                        <a:pt x="2276" y="1344"/>
                        <a:pt x="2303" y="1336"/>
                        <a:pt x="2310" y="1320"/>
                      </a:cubicBezTo>
                      <a:cubicBezTo>
                        <a:pt x="2317" y="1304"/>
                        <a:pt x="2300" y="1303"/>
                        <a:pt x="2300" y="1303"/>
                      </a:cubicBezTo>
                      <a:cubicBezTo>
                        <a:pt x="2300" y="1303"/>
                        <a:pt x="2332" y="1298"/>
                        <a:pt x="2332" y="1289"/>
                      </a:cubicBezTo>
                      <a:cubicBezTo>
                        <a:pt x="2333" y="1280"/>
                        <a:pt x="2314" y="1275"/>
                        <a:pt x="2314" y="1275"/>
                      </a:cubicBezTo>
                      <a:cubicBezTo>
                        <a:pt x="2314" y="1275"/>
                        <a:pt x="2352" y="1241"/>
                        <a:pt x="2335" y="1231"/>
                      </a:cubicBezTo>
                      <a:cubicBezTo>
                        <a:pt x="2318" y="1222"/>
                        <a:pt x="2238" y="1244"/>
                        <a:pt x="2238" y="1244"/>
                      </a:cubicBezTo>
                      <a:cubicBezTo>
                        <a:pt x="2228" y="1233"/>
                        <a:pt x="2228" y="1233"/>
                        <a:pt x="2228" y="1233"/>
                      </a:cubicBezTo>
                      <a:cubicBezTo>
                        <a:pt x="2253" y="1232"/>
                        <a:pt x="2253" y="1232"/>
                        <a:pt x="2253" y="1232"/>
                      </a:cubicBezTo>
                      <a:cubicBezTo>
                        <a:pt x="2253" y="1232"/>
                        <a:pt x="2253" y="1217"/>
                        <a:pt x="2263" y="1213"/>
                      </a:cubicBezTo>
                      <a:cubicBezTo>
                        <a:pt x="2273" y="1209"/>
                        <a:pt x="2292" y="1207"/>
                        <a:pt x="2292" y="1207"/>
                      </a:cubicBezTo>
                      <a:cubicBezTo>
                        <a:pt x="2292" y="1207"/>
                        <a:pt x="2279" y="1183"/>
                        <a:pt x="2275" y="1182"/>
                      </a:cubicBezTo>
                      <a:cubicBezTo>
                        <a:pt x="2271" y="1181"/>
                        <a:pt x="2248" y="1175"/>
                        <a:pt x="2248" y="1175"/>
                      </a:cubicBezTo>
                      <a:cubicBezTo>
                        <a:pt x="2240" y="1164"/>
                        <a:pt x="2240" y="1164"/>
                        <a:pt x="2240" y="1164"/>
                      </a:cubicBezTo>
                      <a:cubicBezTo>
                        <a:pt x="2231" y="1165"/>
                        <a:pt x="2231" y="1165"/>
                        <a:pt x="2231" y="1165"/>
                      </a:cubicBezTo>
                      <a:cubicBezTo>
                        <a:pt x="2231" y="1165"/>
                        <a:pt x="2222" y="1153"/>
                        <a:pt x="2215" y="1152"/>
                      </a:cubicBezTo>
                      <a:cubicBezTo>
                        <a:pt x="2208" y="1151"/>
                        <a:pt x="2190" y="1157"/>
                        <a:pt x="2190" y="1157"/>
                      </a:cubicBezTo>
                      <a:cubicBezTo>
                        <a:pt x="2167" y="1126"/>
                        <a:pt x="2167" y="1126"/>
                        <a:pt x="2167" y="1126"/>
                      </a:cubicBezTo>
                      <a:cubicBezTo>
                        <a:pt x="2167" y="1126"/>
                        <a:pt x="2188" y="1147"/>
                        <a:pt x="2194" y="1145"/>
                      </a:cubicBezTo>
                      <a:cubicBezTo>
                        <a:pt x="2200" y="1143"/>
                        <a:pt x="2207" y="1139"/>
                        <a:pt x="2207" y="1139"/>
                      </a:cubicBezTo>
                      <a:cubicBezTo>
                        <a:pt x="2226" y="1144"/>
                        <a:pt x="2226" y="1144"/>
                        <a:pt x="2226" y="1144"/>
                      </a:cubicBezTo>
                      <a:cubicBezTo>
                        <a:pt x="2236" y="1155"/>
                        <a:pt x="2236" y="1155"/>
                        <a:pt x="2236" y="1155"/>
                      </a:cubicBezTo>
                      <a:cubicBezTo>
                        <a:pt x="2245" y="1151"/>
                        <a:pt x="2245" y="1151"/>
                        <a:pt x="2245" y="1151"/>
                      </a:cubicBezTo>
                      <a:cubicBezTo>
                        <a:pt x="2276" y="1161"/>
                        <a:pt x="2276" y="1161"/>
                        <a:pt x="2276" y="1161"/>
                      </a:cubicBezTo>
                      <a:cubicBezTo>
                        <a:pt x="2263" y="1144"/>
                        <a:pt x="2263" y="1144"/>
                        <a:pt x="2263" y="1144"/>
                      </a:cubicBezTo>
                      <a:cubicBezTo>
                        <a:pt x="2252" y="1142"/>
                        <a:pt x="2252" y="1142"/>
                        <a:pt x="2252" y="1142"/>
                      </a:cubicBezTo>
                      <a:cubicBezTo>
                        <a:pt x="2252" y="1142"/>
                        <a:pt x="2251" y="1120"/>
                        <a:pt x="2243" y="1119"/>
                      </a:cubicBezTo>
                      <a:cubicBezTo>
                        <a:pt x="2235" y="1118"/>
                        <a:pt x="2223" y="1115"/>
                        <a:pt x="2218" y="1111"/>
                      </a:cubicBezTo>
                      <a:cubicBezTo>
                        <a:pt x="2213" y="1107"/>
                        <a:pt x="2211" y="1088"/>
                        <a:pt x="2211" y="1088"/>
                      </a:cubicBezTo>
                      <a:cubicBezTo>
                        <a:pt x="2157" y="1022"/>
                        <a:pt x="2157" y="1022"/>
                        <a:pt x="2157" y="1022"/>
                      </a:cubicBezTo>
                      <a:cubicBezTo>
                        <a:pt x="2135" y="1016"/>
                        <a:pt x="2135" y="1016"/>
                        <a:pt x="2135" y="1016"/>
                      </a:cubicBezTo>
                      <a:cubicBezTo>
                        <a:pt x="2112" y="998"/>
                        <a:pt x="2112" y="998"/>
                        <a:pt x="2112" y="998"/>
                      </a:cubicBezTo>
                      <a:cubicBezTo>
                        <a:pt x="2097" y="1000"/>
                        <a:pt x="2097" y="1000"/>
                        <a:pt x="2097" y="1000"/>
                      </a:cubicBezTo>
                      <a:cubicBezTo>
                        <a:pt x="2097" y="1000"/>
                        <a:pt x="2084" y="975"/>
                        <a:pt x="2090" y="971"/>
                      </a:cubicBezTo>
                      <a:cubicBezTo>
                        <a:pt x="2096" y="967"/>
                        <a:pt x="2114" y="955"/>
                        <a:pt x="2114" y="946"/>
                      </a:cubicBezTo>
                      <a:cubicBezTo>
                        <a:pt x="2114" y="937"/>
                        <a:pt x="2107" y="919"/>
                        <a:pt x="2107" y="919"/>
                      </a:cubicBezTo>
                      <a:cubicBezTo>
                        <a:pt x="2107" y="919"/>
                        <a:pt x="2124" y="936"/>
                        <a:pt x="2132" y="930"/>
                      </a:cubicBezTo>
                      <a:cubicBezTo>
                        <a:pt x="2140" y="924"/>
                        <a:pt x="2131" y="897"/>
                        <a:pt x="2131" y="897"/>
                      </a:cubicBezTo>
                      <a:cubicBezTo>
                        <a:pt x="2146" y="898"/>
                        <a:pt x="2146" y="898"/>
                        <a:pt x="2146" y="898"/>
                      </a:cubicBezTo>
                      <a:cubicBezTo>
                        <a:pt x="2171" y="879"/>
                        <a:pt x="2171" y="879"/>
                        <a:pt x="2171" y="879"/>
                      </a:cubicBezTo>
                      <a:cubicBezTo>
                        <a:pt x="2171" y="879"/>
                        <a:pt x="2191" y="885"/>
                        <a:pt x="2196" y="884"/>
                      </a:cubicBezTo>
                      <a:cubicBezTo>
                        <a:pt x="2201" y="883"/>
                        <a:pt x="2192" y="869"/>
                        <a:pt x="2192" y="869"/>
                      </a:cubicBezTo>
                      <a:cubicBezTo>
                        <a:pt x="2196" y="853"/>
                        <a:pt x="2196" y="853"/>
                        <a:pt x="2196" y="853"/>
                      </a:cubicBezTo>
                      <a:cubicBezTo>
                        <a:pt x="2174" y="853"/>
                        <a:pt x="2174" y="853"/>
                        <a:pt x="2174" y="853"/>
                      </a:cubicBezTo>
                      <a:cubicBezTo>
                        <a:pt x="2166" y="846"/>
                        <a:pt x="2166" y="846"/>
                        <a:pt x="2166" y="846"/>
                      </a:cubicBezTo>
                      <a:cubicBezTo>
                        <a:pt x="2161" y="854"/>
                        <a:pt x="2161" y="854"/>
                        <a:pt x="2161" y="854"/>
                      </a:cubicBezTo>
                      <a:cubicBezTo>
                        <a:pt x="2140" y="851"/>
                        <a:pt x="2140" y="851"/>
                        <a:pt x="2140" y="851"/>
                      </a:cubicBezTo>
                      <a:cubicBezTo>
                        <a:pt x="2140" y="851"/>
                        <a:pt x="2124" y="833"/>
                        <a:pt x="2111" y="833"/>
                      </a:cubicBezTo>
                      <a:cubicBezTo>
                        <a:pt x="2098" y="833"/>
                        <a:pt x="2080" y="856"/>
                        <a:pt x="2079" y="861"/>
                      </a:cubicBezTo>
                      <a:cubicBezTo>
                        <a:pt x="2078" y="866"/>
                        <a:pt x="2074" y="875"/>
                        <a:pt x="2064" y="873"/>
                      </a:cubicBezTo>
                      <a:cubicBezTo>
                        <a:pt x="2054" y="871"/>
                        <a:pt x="2032" y="865"/>
                        <a:pt x="2030" y="851"/>
                      </a:cubicBezTo>
                      <a:cubicBezTo>
                        <a:pt x="2028" y="837"/>
                        <a:pt x="2020" y="820"/>
                        <a:pt x="2014" y="816"/>
                      </a:cubicBezTo>
                      <a:cubicBezTo>
                        <a:pt x="2008" y="812"/>
                        <a:pt x="2004" y="819"/>
                        <a:pt x="2004" y="819"/>
                      </a:cubicBezTo>
                      <a:cubicBezTo>
                        <a:pt x="2004" y="828"/>
                        <a:pt x="2004" y="828"/>
                        <a:pt x="2004" y="828"/>
                      </a:cubicBezTo>
                      <a:cubicBezTo>
                        <a:pt x="1996" y="816"/>
                        <a:pt x="1996" y="816"/>
                        <a:pt x="1996" y="816"/>
                      </a:cubicBezTo>
                      <a:cubicBezTo>
                        <a:pt x="1996" y="816"/>
                        <a:pt x="1968" y="819"/>
                        <a:pt x="1959" y="810"/>
                      </a:cubicBezTo>
                      <a:cubicBezTo>
                        <a:pt x="1950" y="801"/>
                        <a:pt x="1939" y="782"/>
                        <a:pt x="1942" y="776"/>
                      </a:cubicBezTo>
                      <a:cubicBezTo>
                        <a:pt x="1945" y="770"/>
                        <a:pt x="1944" y="760"/>
                        <a:pt x="1944" y="760"/>
                      </a:cubicBezTo>
                      <a:cubicBezTo>
                        <a:pt x="1955" y="759"/>
                        <a:pt x="1955" y="759"/>
                        <a:pt x="1955" y="759"/>
                      </a:cubicBezTo>
                      <a:cubicBezTo>
                        <a:pt x="1955" y="759"/>
                        <a:pt x="1961" y="768"/>
                        <a:pt x="1965" y="767"/>
                      </a:cubicBezTo>
                      <a:cubicBezTo>
                        <a:pt x="1969" y="766"/>
                        <a:pt x="1975" y="758"/>
                        <a:pt x="1975" y="758"/>
                      </a:cubicBezTo>
                      <a:cubicBezTo>
                        <a:pt x="1975" y="758"/>
                        <a:pt x="1988" y="766"/>
                        <a:pt x="1997" y="758"/>
                      </a:cubicBezTo>
                      <a:cubicBezTo>
                        <a:pt x="2006" y="750"/>
                        <a:pt x="1998" y="742"/>
                        <a:pt x="1998" y="742"/>
                      </a:cubicBezTo>
                      <a:cubicBezTo>
                        <a:pt x="1998" y="742"/>
                        <a:pt x="1997" y="718"/>
                        <a:pt x="2003" y="714"/>
                      </a:cubicBezTo>
                      <a:cubicBezTo>
                        <a:pt x="2009" y="710"/>
                        <a:pt x="2028" y="718"/>
                        <a:pt x="2032" y="707"/>
                      </a:cubicBezTo>
                      <a:cubicBezTo>
                        <a:pt x="2036" y="696"/>
                        <a:pt x="2037" y="683"/>
                        <a:pt x="2037" y="683"/>
                      </a:cubicBezTo>
                      <a:cubicBezTo>
                        <a:pt x="2049" y="676"/>
                        <a:pt x="2049" y="676"/>
                        <a:pt x="2049" y="676"/>
                      </a:cubicBezTo>
                      <a:cubicBezTo>
                        <a:pt x="2043" y="668"/>
                        <a:pt x="2043" y="668"/>
                        <a:pt x="2043" y="668"/>
                      </a:cubicBezTo>
                      <a:cubicBezTo>
                        <a:pt x="2068" y="675"/>
                        <a:pt x="2068" y="675"/>
                        <a:pt x="2068" y="675"/>
                      </a:cubicBezTo>
                      <a:cubicBezTo>
                        <a:pt x="2079" y="665"/>
                        <a:pt x="2079" y="665"/>
                        <a:pt x="2079" y="665"/>
                      </a:cubicBezTo>
                      <a:cubicBezTo>
                        <a:pt x="2079" y="665"/>
                        <a:pt x="2110" y="688"/>
                        <a:pt x="2108" y="702"/>
                      </a:cubicBezTo>
                      <a:cubicBezTo>
                        <a:pt x="2106" y="716"/>
                        <a:pt x="2088" y="719"/>
                        <a:pt x="2087" y="728"/>
                      </a:cubicBezTo>
                      <a:cubicBezTo>
                        <a:pt x="2086" y="737"/>
                        <a:pt x="2091" y="752"/>
                        <a:pt x="2098" y="752"/>
                      </a:cubicBezTo>
                      <a:cubicBezTo>
                        <a:pt x="2105" y="752"/>
                        <a:pt x="2114" y="749"/>
                        <a:pt x="2114" y="749"/>
                      </a:cubicBezTo>
                      <a:cubicBezTo>
                        <a:pt x="2109" y="767"/>
                        <a:pt x="2109" y="767"/>
                        <a:pt x="2109" y="767"/>
                      </a:cubicBezTo>
                      <a:cubicBezTo>
                        <a:pt x="2109" y="767"/>
                        <a:pt x="2090" y="784"/>
                        <a:pt x="2099" y="786"/>
                      </a:cubicBezTo>
                      <a:cubicBezTo>
                        <a:pt x="2108" y="788"/>
                        <a:pt x="2122" y="774"/>
                        <a:pt x="2122" y="774"/>
                      </a:cubicBezTo>
                      <a:cubicBezTo>
                        <a:pt x="2122" y="774"/>
                        <a:pt x="2126" y="775"/>
                        <a:pt x="2131" y="770"/>
                      </a:cubicBezTo>
                      <a:cubicBezTo>
                        <a:pt x="2136" y="765"/>
                        <a:pt x="2135" y="750"/>
                        <a:pt x="2135" y="750"/>
                      </a:cubicBezTo>
                      <a:cubicBezTo>
                        <a:pt x="2135" y="750"/>
                        <a:pt x="2176" y="729"/>
                        <a:pt x="2180" y="726"/>
                      </a:cubicBezTo>
                      <a:cubicBezTo>
                        <a:pt x="2184" y="723"/>
                        <a:pt x="2205" y="725"/>
                        <a:pt x="2205" y="725"/>
                      </a:cubicBezTo>
                      <a:cubicBezTo>
                        <a:pt x="2212" y="714"/>
                        <a:pt x="2212" y="714"/>
                        <a:pt x="2212" y="714"/>
                      </a:cubicBezTo>
                      <a:cubicBezTo>
                        <a:pt x="2210" y="712"/>
                        <a:pt x="2208" y="706"/>
                        <a:pt x="2218" y="698"/>
                      </a:cubicBezTo>
                      <a:cubicBezTo>
                        <a:pt x="2230" y="688"/>
                        <a:pt x="2237" y="687"/>
                        <a:pt x="2252" y="675"/>
                      </a:cubicBezTo>
                      <a:cubicBezTo>
                        <a:pt x="2267" y="663"/>
                        <a:pt x="2262" y="625"/>
                        <a:pt x="2266" y="623"/>
                      </a:cubicBezTo>
                      <a:cubicBezTo>
                        <a:pt x="2270" y="621"/>
                        <a:pt x="2285" y="632"/>
                        <a:pt x="2292" y="637"/>
                      </a:cubicBezTo>
                      <a:cubicBezTo>
                        <a:pt x="2299" y="642"/>
                        <a:pt x="2339" y="641"/>
                        <a:pt x="2339" y="641"/>
                      </a:cubicBezTo>
                      <a:cubicBezTo>
                        <a:pt x="2340" y="631"/>
                        <a:pt x="2340" y="631"/>
                        <a:pt x="2340" y="631"/>
                      </a:cubicBezTo>
                      <a:cubicBezTo>
                        <a:pt x="2340" y="631"/>
                        <a:pt x="2312" y="618"/>
                        <a:pt x="2318" y="610"/>
                      </a:cubicBezTo>
                      <a:cubicBezTo>
                        <a:pt x="2324" y="602"/>
                        <a:pt x="2348" y="618"/>
                        <a:pt x="2358" y="609"/>
                      </a:cubicBezTo>
                      <a:cubicBezTo>
                        <a:pt x="2368" y="600"/>
                        <a:pt x="2358" y="588"/>
                        <a:pt x="2358" y="588"/>
                      </a:cubicBezTo>
                      <a:cubicBezTo>
                        <a:pt x="2358" y="588"/>
                        <a:pt x="2374" y="592"/>
                        <a:pt x="2376" y="587"/>
                      </a:cubicBezTo>
                      <a:cubicBezTo>
                        <a:pt x="2378" y="582"/>
                        <a:pt x="2365" y="560"/>
                        <a:pt x="2365" y="560"/>
                      </a:cubicBezTo>
                      <a:cubicBezTo>
                        <a:pt x="2387" y="560"/>
                        <a:pt x="2387" y="560"/>
                        <a:pt x="2387" y="560"/>
                      </a:cubicBezTo>
                      <a:cubicBezTo>
                        <a:pt x="2397" y="577"/>
                        <a:pt x="2397" y="577"/>
                        <a:pt x="2397" y="577"/>
                      </a:cubicBezTo>
                      <a:cubicBezTo>
                        <a:pt x="2404" y="559"/>
                        <a:pt x="2404" y="559"/>
                        <a:pt x="2404" y="559"/>
                      </a:cubicBezTo>
                      <a:cubicBezTo>
                        <a:pt x="2421" y="563"/>
                        <a:pt x="2421" y="563"/>
                        <a:pt x="2421" y="563"/>
                      </a:cubicBezTo>
                      <a:cubicBezTo>
                        <a:pt x="2420" y="540"/>
                        <a:pt x="2420" y="540"/>
                        <a:pt x="2420" y="540"/>
                      </a:cubicBezTo>
                      <a:cubicBezTo>
                        <a:pt x="2420" y="540"/>
                        <a:pt x="2409" y="529"/>
                        <a:pt x="2407" y="523"/>
                      </a:cubicBezTo>
                      <a:cubicBezTo>
                        <a:pt x="2405" y="517"/>
                        <a:pt x="2401" y="498"/>
                        <a:pt x="2387" y="485"/>
                      </a:cubicBezTo>
                      <a:cubicBezTo>
                        <a:pt x="2373" y="472"/>
                        <a:pt x="2358" y="471"/>
                        <a:pt x="2361" y="461"/>
                      </a:cubicBezTo>
                      <a:cubicBezTo>
                        <a:pt x="2364" y="451"/>
                        <a:pt x="2377" y="460"/>
                        <a:pt x="2379" y="455"/>
                      </a:cubicBezTo>
                      <a:cubicBezTo>
                        <a:pt x="2381" y="450"/>
                        <a:pt x="2369" y="444"/>
                        <a:pt x="2380" y="439"/>
                      </a:cubicBezTo>
                      <a:cubicBezTo>
                        <a:pt x="2391" y="434"/>
                        <a:pt x="2427" y="457"/>
                        <a:pt x="2434" y="451"/>
                      </a:cubicBezTo>
                      <a:cubicBezTo>
                        <a:pt x="2441" y="445"/>
                        <a:pt x="2439" y="444"/>
                        <a:pt x="2434" y="432"/>
                      </a:cubicBezTo>
                      <a:cubicBezTo>
                        <a:pt x="2429" y="420"/>
                        <a:pt x="2441" y="416"/>
                        <a:pt x="2441" y="41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8" name="Freeform 224"/>
                <p:cNvSpPr>
                  <a:spLocks/>
                </p:cNvSpPr>
                <p:nvPr/>
              </p:nvSpPr>
              <p:spPr bwMode="gray">
                <a:xfrm>
                  <a:off x="-4923" y="-14605"/>
                  <a:ext cx="80" cy="78"/>
                </a:xfrm>
                <a:custGeom>
                  <a:avLst/>
                  <a:gdLst>
                    <a:gd name="T0" fmla="*/ 23 w 34"/>
                    <a:gd name="T1" fmla="*/ 33 h 33"/>
                    <a:gd name="T2" fmla="*/ 8 w 34"/>
                    <a:gd name="T3" fmla="*/ 14 h 33"/>
                    <a:gd name="T4" fmla="*/ 23 w 34"/>
                    <a:gd name="T5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4" h="33">
                      <a:moveTo>
                        <a:pt x="23" y="33"/>
                      </a:moveTo>
                      <a:cubicBezTo>
                        <a:pt x="34" y="20"/>
                        <a:pt x="16" y="0"/>
                        <a:pt x="8" y="14"/>
                      </a:cubicBezTo>
                      <a:cubicBezTo>
                        <a:pt x="0" y="28"/>
                        <a:pt x="23" y="33"/>
                        <a:pt x="23" y="3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9" name="Freeform 225"/>
                <p:cNvSpPr>
                  <a:spLocks/>
                </p:cNvSpPr>
                <p:nvPr/>
              </p:nvSpPr>
              <p:spPr bwMode="gray">
                <a:xfrm>
                  <a:off x="-2996" y="-14506"/>
                  <a:ext cx="232" cy="142"/>
                </a:xfrm>
                <a:custGeom>
                  <a:avLst/>
                  <a:gdLst>
                    <a:gd name="T0" fmla="*/ 1 w 98"/>
                    <a:gd name="T1" fmla="*/ 31 h 60"/>
                    <a:gd name="T2" fmla="*/ 36 w 98"/>
                    <a:gd name="T3" fmla="*/ 57 h 60"/>
                    <a:gd name="T4" fmla="*/ 61 w 98"/>
                    <a:gd name="T5" fmla="*/ 38 h 60"/>
                    <a:gd name="T6" fmla="*/ 80 w 98"/>
                    <a:gd name="T7" fmla="*/ 39 h 60"/>
                    <a:gd name="T8" fmla="*/ 77 w 98"/>
                    <a:gd name="T9" fmla="*/ 24 h 60"/>
                    <a:gd name="T10" fmla="*/ 98 w 98"/>
                    <a:gd name="T11" fmla="*/ 0 h 60"/>
                    <a:gd name="T12" fmla="*/ 71 w 98"/>
                    <a:gd name="T13" fmla="*/ 17 h 60"/>
                    <a:gd name="T14" fmla="*/ 38 w 98"/>
                    <a:gd name="T15" fmla="*/ 15 h 60"/>
                    <a:gd name="T16" fmla="*/ 32 w 98"/>
                    <a:gd name="T17" fmla="*/ 26 h 60"/>
                    <a:gd name="T18" fmla="*/ 1 w 98"/>
                    <a:gd name="T19" fmla="*/ 31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8" h="60">
                      <a:moveTo>
                        <a:pt x="1" y="31"/>
                      </a:moveTo>
                      <a:cubicBezTo>
                        <a:pt x="2" y="45"/>
                        <a:pt x="29" y="60"/>
                        <a:pt x="36" y="57"/>
                      </a:cubicBezTo>
                      <a:cubicBezTo>
                        <a:pt x="43" y="54"/>
                        <a:pt x="61" y="38"/>
                        <a:pt x="61" y="38"/>
                      </a:cubicBezTo>
                      <a:cubicBezTo>
                        <a:pt x="61" y="38"/>
                        <a:pt x="77" y="45"/>
                        <a:pt x="80" y="39"/>
                      </a:cubicBezTo>
                      <a:cubicBezTo>
                        <a:pt x="84" y="33"/>
                        <a:pt x="77" y="24"/>
                        <a:pt x="77" y="24"/>
                      </a:cubicBezTo>
                      <a:cubicBezTo>
                        <a:pt x="98" y="0"/>
                        <a:pt x="98" y="0"/>
                        <a:pt x="98" y="0"/>
                      </a:cubicBezTo>
                      <a:cubicBezTo>
                        <a:pt x="71" y="17"/>
                        <a:pt x="71" y="17"/>
                        <a:pt x="71" y="17"/>
                      </a:cubicBezTo>
                      <a:cubicBezTo>
                        <a:pt x="71" y="17"/>
                        <a:pt x="47" y="13"/>
                        <a:pt x="38" y="15"/>
                      </a:cubicBezTo>
                      <a:cubicBezTo>
                        <a:pt x="29" y="17"/>
                        <a:pt x="32" y="26"/>
                        <a:pt x="32" y="26"/>
                      </a:cubicBezTo>
                      <a:cubicBezTo>
                        <a:pt x="32" y="26"/>
                        <a:pt x="0" y="20"/>
                        <a:pt x="1" y="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0" name="Freeform 226"/>
                <p:cNvSpPr>
                  <a:spLocks/>
                </p:cNvSpPr>
                <p:nvPr/>
              </p:nvSpPr>
              <p:spPr bwMode="gray">
                <a:xfrm>
                  <a:off x="-8252" y="-18248"/>
                  <a:ext cx="936" cy="359"/>
                </a:xfrm>
                <a:custGeom>
                  <a:avLst/>
                  <a:gdLst>
                    <a:gd name="T0" fmla="*/ 207 w 396"/>
                    <a:gd name="T1" fmla="*/ 144 h 152"/>
                    <a:gd name="T2" fmla="*/ 238 w 396"/>
                    <a:gd name="T3" fmla="*/ 136 h 152"/>
                    <a:gd name="T4" fmla="*/ 262 w 396"/>
                    <a:gd name="T5" fmla="*/ 130 h 152"/>
                    <a:gd name="T6" fmla="*/ 339 w 396"/>
                    <a:gd name="T7" fmla="*/ 105 h 152"/>
                    <a:gd name="T8" fmla="*/ 363 w 396"/>
                    <a:gd name="T9" fmla="*/ 83 h 152"/>
                    <a:gd name="T10" fmla="*/ 373 w 396"/>
                    <a:gd name="T11" fmla="*/ 68 h 152"/>
                    <a:gd name="T12" fmla="*/ 356 w 396"/>
                    <a:gd name="T13" fmla="*/ 50 h 152"/>
                    <a:gd name="T14" fmla="*/ 341 w 396"/>
                    <a:gd name="T15" fmla="*/ 41 h 152"/>
                    <a:gd name="T16" fmla="*/ 342 w 396"/>
                    <a:gd name="T17" fmla="*/ 24 h 152"/>
                    <a:gd name="T18" fmla="*/ 325 w 396"/>
                    <a:gd name="T19" fmla="*/ 17 h 152"/>
                    <a:gd name="T20" fmla="*/ 294 w 396"/>
                    <a:gd name="T21" fmla="*/ 16 h 152"/>
                    <a:gd name="T22" fmla="*/ 262 w 396"/>
                    <a:gd name="T23" fmla="*/ 19 h 152"/>
                    <a:gd name="T24" fmla="*/ 227 w 396"/>
                    <a:gd name="T25" fmla="*/ 19 h 152"/>
                    <a:gd name="T26" fmla="*/ 201 w 396"/>
                    <a:gd name="T27" fmla="*/ 16 h 152"/>
                    <a:gd name="T28" fmla="*/ 182 w 396"/>
                    <a:gd name="T29" fmla="*/ 26 h 152"/>
                    <a:gd name="T30" fmla="*/ 171 w 396"/>
                    <a:gd name="T31" fmla="*/ 39 h 152"/>
                    <a:gd name="T32" fmla="*/ 145 w 396"/>
                    <a:gd name="T33" fmla="*/ 50 h 152"/>
                    <a:gd name="T34" fmla="*/ 112 w 396"/>
                    <a:gd name="T35" fmla="*/ 63 h 152"/>
                    <a:gd name="T36" fmla="*/ 102 w 396"/>
                    <a:gd name="T37" fmla="*/ 40 h 152"/>
                    <a:gd name="T38" fmla="*/ 68 w 396"/>
                    <a:gd name="T39" fmla="*/ 7 h 152"/>
                    <a:gd name="T40" fmla="*/ 43 w 396"/>
                    <a:gd name="T41" fmla="*/ 19 h 152"/>
                    <a:gd name="T42" fmla="*/ 35 w 396"/>
                    <a:gd name="T43" fmla="*/ 37 h 152"/>
                    <a:gd name="T44" fmla="*/ 4 w 396"/>
                    <a:gd name="T45" fmla="*/ 47 h 152"/>
                    <a:gd name="T46" fmla="*/ 55 w 396"/>
                    <a:gd name="T47" fmla="*/ 43 h 152"/>
                    <a:gd name="T48" fmla="*/ 64 w 396"/>
                    <a:gd name="T49" fmla="*/ 61 h 152"/>
                    <a:gd name="T50" fmla="*/ 35 w 396"/>
                    <a:gd name="T51" fmla="*/ 73 h 152"/>
                    <a:gd name="T52" fmla="*/ 38 w 396"/>
                    <a:gd name="T53" fmla="*/ 82 h 152"/>
                    <a:gd name="T54" fmla="*/ 88 w 396"/>
                    <a:gd name="T55" fmla="*/ 91 h 152"/>
                    <a:gd name="T56" fmla="*/ 85 w 396"/>
                    <a:gd name="T57" fmla="*/ 105 h 152"/>
                    <a:gd name="T58" fmla="*/ 41 w 396"/>
                    <a:gd name="T59" fmla="*/ 125 h 152"/>
                    <a:gd name="T60" fmla="*/ 98 w 396"/>
                    <a:gd name="T61" fmla="*/ 123 h 152"/>
                    <a:gd name="T62" fmla="*/ 124 w 396"/>
                    <a:gd name="T63" fmla="*/ 127 h 152"/>
                    <a:gd name="T64" fmla="*/ 172 w 396"/>
                    <a:gd name="T65" fmla="*/ 15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96" h="152">
                      <a:moveTo>
                        <a:pt x="172" y="150"/>
                      </a:moveTo>
                      <a:cubicBezTo>
                        <a:pt x="200" y="143"/>
                        <a:pt x="200" y="149"/>
                        <a:pt x="207" y="144"/>
                      </a:cubicBezTo>
                      <a:cubicBezTo>
                        <a:pt x="214" y="139"/>
                        <a:pt x="211" y="131"/>
                        <a:pt x="211" y="131"/>
                      </a:cubicBezTo>
                      <a:cubicBezTo>
                        <a:pt x="211" y="131"/>
                        <a:pt x="230" y="139"/>
                        <a:pt x="238" y="136"/>
                      </a:cubicBezTo>
                      <a:cubicBezTo>
                        <a:pt x="246" y="133"/>
                        <a:pt x="246" y="126"/>
                        <a:pt x="246" y="126"/>
                      </a:cubicBezTo>
                      <a:cubicBezTo>
                        <a:pt x="246" y="126"/>
                        <a:pt x="257" y="130"/>
                        <a:pt x="262" y="130"/>
                      </a:cubicBezTo>
                      <a:cubicBezTo>
                        <a:pt x="267" y="130"/>
                        <a:pt x="305" y="107"/>
                        <a:pt x="313" y="106"/>
                      </a:cubicBezTo>
                      <a:cubicBezTo>
                        <a:pt x="321" y="105"/>
                        <a:pt x="332" y="112"/>
                        <a:pt x="339" y="105"/>
                      </a:cubicBezTo>
                      <a:cubicBezTo>
                        <a:pt x="346" y="98"/>
                        <a:pt x="347" y="87"/>
                        <a:pt x="347" y="87"/>
                      </a:cubicBezTo>
                      <a:cubicBezTo>
                        <a:pt x="347" y="87"/>
                        <a:pt x="354" y="87"/>
                        <a:pt x="363" y="83"/>
                      </a:cubicBezTo>
                      <a:cubicBezTo>
                        <a:pt x="372" y="79"/>
                        <a:pt x="383" y="69"/>
                        <a:pt x="383" y="69"/>
                      </a:cubicBezTo>
                      <a:cubicBezTo>
                        <a:pt x="373" y="68"/>
                        <a:pt x="373" y="68"/>
                        <a:pt x="373" y="68"/>
                      </a:cubicBezTo>
                      <a:cubicBezTo>
                        <a:pt x="373" y="68"/>
                        <a:pt x="396" y="57"/>
                        <a:pt x="382" y="50"/>
                      </a:cubicBezTo>
                      <a:cubicBezTo>
                        <a:pt x="368" y="43"/>
                        <a:pt x="356" y="50"/>
                        <a:pt x="356" y="50"/>
                      </a:cubicBezTo>
                      <a:cubicBezTo>
                        <a:pt x="359" y="40"/>
                        <a:pt x="359" y="40"/>
                        <a:pt x="359" y="40"/>
                      </a:cubicBezTo>
                      <a:cubicBezTo>
                        <a:pt x="341" y="41"/>
                        <a:pt x="341" y="41"/>
                        <a:pt x="341" y="41"/>
                      </a:cubicBezTo>
                      <a:cubicBezTo>
                        <a:pt x="351" y="26"/>
                        <a:pt x="351" y="26"/>
                        <a:pt x="351" y="26"/>
                      </a:cubicBezTo>
                      <a:cubicBezTo>
                        <a:pt x="342" y="24"/>
                        <a:pt x="342" y="24"/>
                        <a:pt x="342" y="24"/>
                      </a:cubicBezTo>
                      <a:cubicBezTo>
                        <a:pt x="346" y="12"/>
                        <a:pt x="346" y="12"/>
                        <a:pt x="346" y="12"/>
                      </a:cubicBezTo>
                      <a:cubicBezTo>
                        <a:pt x="325" y="17"/>
                        <a:pt x="325" y="17"/>
                        <a:pt x="325" y="17"/>
                      </a:cubicBezTo>
                      <a:cubicBezTo>
                        <a:pt x="325" y="17"/>
                        <a:pt x="304" y="0"/>
                        <a:pt x="297" y="0"/>
                      </a:cubicBezTo>
                      <a:cubicBezTo>
                        <a:pt x="290" y="0"/>
                        <a:pt x="294" y="16"/>
                        <a:pt x="294" y="16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68" y="19"/>
                        <a:pt x="262" y="19"/>
                      </a:cubicBezTo>
                      <a:cubicBezTo>
                        <a:pt x="256" y="19"/>
                        <a:pt x="249" y="29"/>
                        <a:pt x="249" y="29"/>
                      </a:cubicBezTo>
                      <a:cubicBezTo>
                        <a:pt x="249" y="29"/>
                        <a:pt x="233" y="17"/>
                        <a:pt x="227" y="19"/>
                      </a:cubicBezTo>
                      <a:cubicBezTo>
                        <a:pt x="221" y="21"/>
                        <a:pt x="226" y="41"/>
                        <a:pt x="226" y="41"/>
                      </a:cubicBezTo>
                      <a:cubicBezTo>
                        <a:pt x="226" y="41"/>
                        <a:pt x="208" y="16"/>
                        <a:pt x="201" y="16"/>
                      </a:cubicBezTo>
                      <a:cubicBezTo>
                        <a:pt x="194" y="16"/>
                        <a:pt x="198" y="23"/>
                        <a:pt x="198" y="23"/>
                      </a:cubicBezTo>
                      <a:cubicBezTo>
                        <a:pt x="198" y="23"/>
                        <a:pt x="183" y="23"/>
                        <a:pt x="182" y="26"/>
                      </a:cubicBezTo>
                      <a:cubicBezTo>
                        <a:pt x="181" y="29"/>
                        <a:pt x="181" y="38"/>
                        <a:pt x="181" y="38"/>
                      </a:cubicBezTo>
                      <a:cubicBezTo>
                        <a:pt x="171" y="39"/>
                        <a:pt x="171" y="39"/>
                        <a:pt x="171" y="39"/>
                      </a:cubicBezTo>
                      <a:cubicBezTo>
                        <a:pt x="171" y="39"/>
                        <a:pt x="155" y="18"/>
                        <a:pt x="150" y="22"/>
                      </a:cubicBezTo>
                      <a:cubicBezTo>
                        <a:pt x="145" y="26"/>
                        <a:pt x="150" y="49"/>
                        <a:pt x="145" y="50"/>
                      </a:cubicBezTo>
                      <a:cubicBezTo>
                        <a:pt x="140" y="51"/>
                        <a:pt x="133" y="42"/>
                        <a:pt x="129" y="42"/>
                      </a:cubicBezTo>
                      <a:cubicBezTo>
                        <a:pt x="125" y="42"/>
                        <a:pt x="112" y="63"/>
                        <a:pt x="112" y="63"/>
                      </a:cubicBezTo>
                      <a:cubicBezTo>
                        <a:pt x="110" y="56"/>
                        <a:pt x="110" y="56"/>
                        <a:pt x="110" y="56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ubicBezTo>
                        <a:pt x="102" y="40"/>
                        <a:pt x="118" y="35"/>
                        <a:pt x="112" y="26"/>
                      </a:cubicBezTo>
                      <a:cubicBezTo>
                        <a:pt x="106" y="17"/>
                        <a:pt x="73" y="3"/>
                        <a:pt x="68" y="7"/>
                      </a:cubicBezTo>
                      <a:cubicBezTo>
                        <a:pt x="63" y="11"/>
                        <a:pt x="69" y="26"/>
                        <a:pt x="69" y="26"/>
                      </a:cubicBezTo>
                      <a:cubicBezTo>
                        <a:pt x="69" y="26"/>
                        <a:pt x="49" y="19"/>
                        <a:pt x="43" y="19"/>
                      </a:cubicBezTo>
                      <a:cubicBezTo>
                        <a:pt x="37" y="19"/>
                        <a:pt x="25" y="31"/>
                        <a:pt x="25" y="31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23" y="35"/>
                        <a:pt x="17" y="41"/>
                      </a:cubicBezTo>
                      <a:cubicBezTo>
                        <a:pt x="11" y="47"/>
                        <a:pt x="4" y="47"/>
                        <a:pt x="4" y="47"/>
                      </a:cubicBezTo>
                      <a:cubicBezTo>
                        <a:pt x="4" y="47"/>
                        <a:pt x="12" y="54"/>
                        <a:pt x="20" y="54"/>
                      </a:cubicBezTo>
                      <a:cubicBezTo>
                        <a:pt x="28" y="54"/>
                        <a:pt x="55" y="43"/>
                        <a:pt x="55" y="43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84" y="64"/>
                        <a:pt x="84" y="68"/>
                      </a:cubicBezTo>
                      <a:cubicBezTo>
                        <a:pt x="84" y="72"/>
                        <a:pt x="39" y="72"/>
                        <a:pt x="35" y="73"/>
                      </a:cubicBezTo>
                      <a:cubicBezTo>
                        <a:pt x="31" y="74"/>
                        <a:pt x="0" y="72"/>
                        <a:pt x="6" y="79"/>
                      </a:cubicBezTo>
                      <a:cubicBezTo>
                        <a:pt x="12" y="86"/>
                        <a:pt x="25" y="81"/>
                        <a:pt x="38" y="82"/>
                      </a:cubicBezTo>
                      <a:cubicBezTo>
                        <a:pt x="51" y="83"/>
                        <a:pt x="65" y="95"/>
                        <a:pt x="65" y="95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75" y="101"/>
                        <a:pt x="75" y="101"/>
                        <a:pt x="75" y="101"/>
                      </a:cubicBezTo>
                      <a:cubicBezTo>
                        <a:pt x="85" y="105"/>
                        <a:pt x="85" y="105"/>
                        <a:pt x="85" y="105"/>
                      </a:cubicBezTo>
                      <a:cubicBezTo>
                        <a:pt x="85" y="105"/>
                        <a:pt x="82" y="114"/>
                        <a:pt x="75" y="118"/>
                      </a:cubicBezTo>
                      <a:cubicBezTo>
                        <a:pt x="68" y="122"/>
                        <a:pt x="35" y="116"/>
                        <a:pt x="41" y="125"/>
                      </a:cubicBezTo>
                      <a:cubicBezTo>
                        <a:pt x="47" y="134"/>
                        <a:pt x="75" y="130"/>
                        <a:pt x="82" y="130"/>
                      </a:cubicBezTo>
                      <a:cubicBezTo>
                        <a:pt x="89" y="130"/>
                        <a:pt x="98" y="123"/>
                        <a:pt x="98" y="123"/>
                      </a:cubicBezTo>
                      <a:cubicBezTo>
                        <a:pt x="116" y="134"/>
                        <a:pt x="116" y="134"/>
                        <a:pt x="116" y="134"/>
                      </a:cubicBezTo>
                      <a:cubicBezTo>
                        <a:pt x="124" y="127"/>
                        <a:pt x="124" y="127"/>
                        <a:pt x="124" y="127"/>
                      </a:cubicBezTo>
                      <a:cubicBezTo>
                        <a:pt x="124" y="127"/>
                        <a:pt x="121" y="133"/>
                        <a:pt x="131" y="138"/>
                      </a:cubicBezTo>
                      <a:cubicBezTo>
                        <a:pt x="141" y="143"/>
                        <a:pt x="164" y="152"/>
                        <a:pt x="172" y="15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1" name="Freeform 227"/>
                <p:cNvSpPr>
                  <a:spLocks/>
                </p:cNvSpPr>
                <p:nvPr/>
              </p:nvSpPr>
              <p:spPr bwMode="gray">
                <a:xfrm>
                  <a:off x="-794" y="-13358"/>
                  <a:ext cx="529" cy="508"/>
                </a:xfrm>
                <a:custGeom>
                  <a:avLst/>
                  <a:gdLst>
                    <a:gd name="T0" fmla="*/ 198 w 224"/>
                    <a:gd name="T1" fmla="*/ 84 h 215"/>
                    <a:gd name="T2" fmla="*/ 208 w 224"/>
                    <a:gd name="T3" fmla="*/ 97 h 215"/>
                    <a:gd name="T4" fmla="*/ 224 w 224"/>
                    <a:gd name="T5" fmla="*/ 91 h 215"/>
                    <a:gd name="T6" fmla="*/ 214 w 224"/>
                    <a:gd name="T7" fmla="*/ 51 h 215"/>
                    <a:gd name="T8" fmla="*/ 215 w 224"/>
                    <a:gd name="T9" fmla="*/ 3 h 215"/>
                    <a:gd name="T10" fmla="*/ 186 w 224"/>
                    <a:gd name="T11" fmla="*/ 51 h 215"/>
                    <a:gd name="T12" fmla="*/ 166 w 224"/>
                    <a:gd name="T13" fmla="*/ 61 h 215"/>
                    <a:gd name="T14" fmla="*/ 131 w 224"/>
                    <a:gd name="T15" fmla="*/ 102 h 215"/>
                    <a:gd name="T16" fmla="*/ 122 w 224"/>
                    <a:gd name="T17" fmla="*/ 131 h 215"/>
                    <a:gd name="T18" fmla="*/ 62 w 224"/>
                    <a:gd name="T19" fmla="*/ 127 h 215"/>
                    <a:gd name="T20" fmla="*/ 16 w 224"/>
                    <a:gd name="T21" fmla="*/ 140 h 215"/>
                    <a:gd name="T22" fmla="*/ 1 w 224"/>
                    <a:gd name="T23" fmla="*/ 127 h 215"/>
                    <a:gd name="T24" fmla="*/ 5 w 224"/>
                    <a:gd name="T25" fmla="*/ 145 h 215"/>
                    <a:gd name="T26" fmla="*/ 52 w 224"/>
                    <a:gd name="T27" fmla="*/ 200 h 215"/>
                    <a:gd name="T28" fmla="*/ 177 w 224"/>
                    <a:gd name="T29" fmla="*/ 215 h 215"/>
                    <a:gd name="T30" fmla="*/ 168 w 224"/>
                    <a:gd name="T31" fmla="*/ 192 h 215"/>
                    <a:gd name="T32" fmla="*/ 181 w 224"/>
                    <a:gd name="T33" fmla="*/ 163 h 215"/>
                    <a:gd name="T34" fmla="*/ 189 w 224"/>
                    <a:gd name="T35" fmla="*/ 136 h 215"/>
                    <a:gd name="T36" fmla="*/ 201 w 224"/>
                    <a:gd name="T37" fmla="*/ 135 h 215"/>
                    <a:gd name="T38" fmla="*/ 191 w 224"/>
                    <a:gd name="T39" fmla="*/ 118 h 215"/>
                    <a:gd name="T40" fmla="*/ 198 w 224"/>
                    <a:gd name="T41" fmla="*/ 84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24" h="215">
                      <a:moveTo>
                        <a:pt x="198" y="84"/>
                      </a:moveTo>
                      <a:cubicBezTo>
                        <a:pt x="202" y="84"/>
                        <a:pt x="208" y="97"/>
                        <a:pt x="208" y="97"/>
                      </a:cubicBezTo>
                      <a:cubicBezTo>
                        <a:pt x="224" y="91"/>
                        <a:pt x="224" y="91"/>
                        <a:pt x="224" y="91"/>
                      </a:cubicBezTo>
                      <a:cubicBezTo>
                        <a:pt x="219" y="78"/>
                        <a:pt x="212" y="63"/>
                        <a:pt x="214" y="51"/>
                      </a:cubicBezTo>
                      <a:cubicBezTo>
                        <a:pt x="217" y="34"/>
                        <a:pt x="222" y="6"/>
                        <a:pt x="215" y="3"/>
                      </a:cubicBezTo>
                      <a:cubicBezTo>
                        <a:pt x="207" y="0"/>
                        <a:pt x="186" y="51"/>
                        <a:pt x="186" y="51"/>
                      </a:cubicBezTo>
                      <a:cubicBezTo>
                        <a:pt x="186" y="51"/>
                        <a:pt x="172" y="53"/>
                        <a:pt x="166" y="61"/>
                      </a:cubicBezTo>
                      <a:cubicBezTo>
                        <a:pt x="161" y="70"/>
                        <a:pt x="131" y="102"/>
                        <a:pt x="131" y="102"/>
                      </a:cubicBezTo>
                      <a:cubicBezTo>
                        <a:pt x="131" y="102"/>
                        <a:pt x="131" y="130"/>
                        <a:pt x="122" y="131"/>
                      </a:cubicBezTo>
                      <a:cubicBezTo>
                        <a:pt x="113" y="132"/>
                        <a:pt x="69" y="127"/>
                        <a:pt x="62" y="127"/>
                      </a:cubicBezTo>
                      <a:cubicBezTo>
                        <a:pt x="56" y="127"/>
                        <a:pt x="25" y="144"/>
                        <a:pt x="16" y="140"/>
                      </a:cubicBezTo>
                      <a:cubicBezTo>
                        <a:pt x="11" y="138"/>
                        <a:pt x="5" y="132"/>
                        <a:pt x="1" y="127"/>
                      </a:cubicBezTo>
                      <a:cubicBezTo>
                        <a:pt x="0" y="132"/>
                        <a:pt x="0" y="140"/>
                        <a:pt x="5" y="145"/>
                      </a:cubicBezTo>
                      <a:cubicBezTo>
                        <a:pt x="12" y="152"/>
                        <a:pt x="49" y="200"/>
                        <a:pt x="52" y="200"/>
                      </a:cubicBezTo>
                      <a:cubicBezTo>
                        <a:pt x="54" y="200"/>
                        <a:pt x="143" y="211"/>
                        <a:pt x="177" y="215"/>
                      </a:cubicBezTo>
                      <a:cubicBezTo>
                        <a:pt x="173" y="207"/>
                        <a:pt x="168" y="196"/>
                        <a:pt x="168" y="192"/>
                      </a:cubicBezTo>
                      <a:cubicBezTo>
                        <a:pt x="168" y="186"/>
                        <a:pt x="181" y="163"/>
                        <a:pt x="181" y="163"/>
                      </a:cubicBezTo>
                      <a:cubicBezTo>
                        <a:pt x="181" y="163"/>
                        <a:pt x="187" y="143"/>
                        <a:pt x="189" y="136"/>
                      </a:cubicBezTo>
                      <a:cubicBezTo>
                        <a:pt x="191" y="129"/>
                        <a:pt x="197" y="137"/>
                        <a:pt x="201" y="135"/>
                      </a:cubicBezTo>
                      <a:cubicBezTo>
                        <a:pt x="205" y="133"/>
                        <a:pt x="195" y="122"/>
                        <a:pt x="191" y="118"/>
                      </a:cubicBezTo>
                      <a:cubicBezTo>
                        <a:pt x="187" y="114"/>
                        <a:pt x="194" y="84"/>
                        <a:pt x="198" y="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2" name="Freeform 228"/>
                <p:cNvSpPr>
                  <a:spLocks/>
                </p:cNvSpPr>
                <p:nvPr/>
              </p:nvSpPr>
              <p:spPr bwMode="gray">
                <a:xfrm>
                  <a:off x="-700" y="-13159"/>
                  <a:ext cx="860" cy="1051"/>
                </a:xfrm>
                <a:custGeom>
                  <a:avLst/>
                  <a:gdLst>
                    <a:gd name="T0" fmla="*/ 169 w 364"/>
                    <a:gd name="T1" fmla="*/ 375 h 445"/>
                    <a:gd name="T2" fmla="*/ 220 w 364"/>
                    <a:gd name="T3" fmla="*/ 358 h 445"/>
                    <a:gd name="T4" fmla="*/ 228 w 364"/>
                    <a:gd name="T5" fmla="*/ 330 h 445"/>
                    <a:gd name="T6" fmla="*/ 269 w 364"/>
                    <a:gd name="T7" fmla="*/ 304 h 445"/>
                    <a:gd name="T8" fmla="*/ 283 w 364"/>
                    <a:gd name="T9" fmla="*/ 249 h 445"/>
                    <a:gd name="T10" fmla="*/ 312 w 364"/>
                    <a:gd name="T11" fmla="*/ 249 h 445"/>
                    <a:gd name="T12" fmla="*/ 318 w 364"/>
                    <a:gd name="T13" fmla="*/ 218 h 445"/>
                    <a:gd name="T14" fmla="*/ 355 w 364"/>
                    <a:gd name="T15" fmla="*/ 184 h 445"/>
                    <a:gd name="T16" fmla="*/ 359 w 364"/>
                    <a:gd name="T17" fmla="*/ 134 h 445"/>
                    <a:gd name="T18" fmla="*/ 339 w 364"/>
                    <a:gd name="T19" fmla="*/ 127 h 445"/>
                    <a:gd name="T20" fmla="*/ 302 w 364"/>
                    <a:gd name="T21" fmla="*/ 74 h 445"/>
                    <a:gd name="T22" fmla="*/ 237 w 364"/>
                    <a:gd name="T23" fmla="*/ 52 h 445"/>
                    <a:gd name="T24" fmla="*/ 191 w 364"/>
                    <a:gd name="T25" fmla="*/ 23 h 445"/>
                    <a:gd name="T26" fmla="*/ 184 w 364"/>
                    <a:gd name="T27" fmla="*/ 7 h 445"/>
                    <a:gd name="T28" fmla="*/ 168 w 364"/>
                    <a:gd name="T29" fmla="*/ 13 h 445"/>
                    <a:gd name="T30" fmla="*/ 158 w 364"/>
                    <a:gd name="T31" fmla="*/ 0 h 445"/>
                    <a:gd name="T32" fmla="*/ 151 w 364"/>
                    <a:gd name="T33" fmla="*/ 34 h 445"/>
                    <a:gd name="T34" fmla="*/ 161 w 364"/>
                    <a:gd name="T35" fmla="*/ 51 h 445"/>
                    <a:gd name="T36" fmla="*/ 149 w 364"/>
                    <a:gd name="T37" fmla="*/ 52 h 445"/>
                    <a:gd name="T38" fmla="*/ 141 w 364"/>
                    <a:gd name="T39" fmla="*/ 79 h 445"/>
                    <a:gd name="T40" fmla="*/ 128 w 364"/>
                    <a:gd name="T41" fmla="*/ 108 h 445"/>
                    <a:gd name="T42" fmla="*/ 141 w 364"/>
                    <a:gd name="T43" fmla="*/ 142 h 445"/>
                    <a:gd name="T44" fmla="*/ 159 w 364"/>
                    <a:gd name="T45" fmla="*/ 161 h 445"/>
                    <a:gd name="T46" fmla="*/ 133 w 364"/>
                    <a:gd name="T47" fmla="*/ 276 h 445"/>
                    <a:gd name="T48" fmla="*/ 0 w 364"/>
                    <a:gd name="T49" fmla="*/ 325 h 445"/>
                    <a:gd name="T50" fmla="*/ 54 w 364"/>
                    <a:gd name="T51" fmla="*/ 445 h 445"/>
                    <a:gd name="T52" fmla="*/ 162 w 364"/>
                    <a:gd name="T53" fmla="*/ 410 h 445"/>
                    <a:gd name="T54" fmla="*/ 169 w 364"/>
                    <a:gd name="T55" fmla="*/ 375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64" h="445">
                      <a:moveTo>
                        <a:pt x="169" y="375"/>
                      </a:moveTo>
                      <a:cubicBezTo>
                        <a:pt x="169" y="375"/>
                        <a:pt x="211" y="369"/>
                        <a:pt x="220" y="358"/>
                      </a:cubicBezTo>
                      <a:cubicBezTo>
                        <a:pt x="228" y="348"/>
                        <a:pt x="228" y="330"/>
                        <a:pt x="228" y="330"/>
                      </a:cubicBezTo>
                      <a:cubicBezTo>
                        <a:pt x="228" y="330"/>
                        <a:pt x="260" y="319"/>
                        <a:pt x="269" y="304"/>
                      </a:cubicBezTo>
                      <a:cubicBezTo>
                        <a:pt x="279" y="288"/>
                        <a:pt x="274" y="250"/>
                        <a:pt x="283" y="249"/>
                      </a:cubicBezTo>
                      <a:cubicBezTo>
                        <a:pt x="292" y="248"/>
                        <a:pt x="302" y="260"/>
                        <a:pt x="312" y="249"/>
                      </a:cubicBezTo>
                      <a:cubicBezTo>
                        <a:pt x="323" y="238"/>
                        <a:pt x="318" y="218"/>
                        <a:pt x="318" y="218"/>
                      </a:cubicBezTo>
                      <a:cubicBezTo>
                        <a:pt x="355" y="184"/>
                        <a:pt x="355" y="184"/>
                        <a:pt x="355" y="184"/>
                      </a:cubicBezTo>
                      <a:cubicBezTo>
                        <a:pt x="355" y="184"/>
                        <a:pt x="364" y="144"/>
                        <a:pt x="359" y="134"/>
                      </a:cubicBezTo>
                      <a:cubicBezTo>
                        <a:pt x="355" y="124"/>
                        <a:pt x="339" y="127"/>
                        <a:pt x="339" y="127"/>
                      </a:cubicBezTo>
                      <a:cubicBezTo>
                        <a:pt x="339" y="127"/>
                        <a:pt x="317" y="87"/>
                        <a:pt x="302" y="74"/>
                      </a:cubicBezTo>
                      <a:cubicBezTo>
                        <a:pt x="287" y="61"/>
                        <a:pt x="237" y="52"/>
                        <a:pt x="237" y="52"/>
                      </a:cubicBezTo>
                      <a:cubicBezTo>
                        <a:pt x="237" y="52"/>
                        <a:pt x="194" y="38"/>
                        <a:pt x="191" y="23"/>
                      </a:cubicBezTo>
                      <a:cubicBezTo>
                        <a:pt x="190" y="18"/>
                        <a:pt x="187" y="13"/>
                        <a:pt x="184" y="7"/>
                      </a:cubicBezTo>
                      <a:cubicBezTo>
                        <a:pt x="168" y="13"/>
                        <a:pt x="168" y="13"/>
                        <a:pt x="168" y="13"/>
                      </a:cubicBezTo>
                      <a:cubicBezTo>
                        <a:pt x="168" y="13"/>
                        <a:pt x="162" y="0"/>
                        <a:pt x="158" y="0"/>
                      </a:cubicBezTo>
                      <a:cubicBezTo>
                        <a:pt x="154" y="0"/>
                        <a:pt x="147" y="30"/>
                        <a:pt x="151" y="34"/>
                      </a:cubicBezTo>
                      <a:cubicBezTo>
                        <a:pt x="155" y="38"/>
                        <a:pt x="165" y="49"/>
                        <a:pt x="161" y="51"/>
                      </a:cubicBezTo>
                      <a:cubicBezTo>
                        <a:pt x="157" y="53"/>
                        <a:pt x="151" y="45"/>
                        <a:pt x="149" y="52"/>
                      </a:cubicBezTo>
                      <a:cubicBezTo>
                        <a:pt x="147" y="59"/>
                        <a:pt x="141" y="79"/>
                        <a:pt x="141" y="79"/>
                      </a:cubicBezTo>
                      <a:cubicBezTo>
                        <a:pt x="141" y="79"/>
                        <a:pt x="128" y="102"/>
                        <a:pt x="128" y="108"/>
                      </a:cubicBezTo>
                      <a:cubicBezTo>
                        <a:pt x="128" y="114"/>
                        <a:pt x="141" y="138"/>
                        <a:pt x="141" y="142"/>
                      </a:cubicBezTo>
                      <a:cubicBezTo>
                        <a:pt x="141" y="146"/>
                        <a:pt x="159" y="161"/>
                        <a:pt x="159" y="161"/>
                      </a:cubicBezTo>
                      <a:cubicBezTo>
                        <a:pt x="133" y="276"/>
                        <a:pt x="133" y="276"/>
                        <a:pt x="133" y="276"/>
                      </a:cubicBezTo>
                      <a:cubicBezTo>
                        <a:pt x="0" y="325"/>
                        <a:pt x="0" y="325"/>
                        <a:pt x="0" y="325"/>
                      </a:cubicBezTo>
                      <a:cubicBezTo>
                        <a:pt x="54" y="445"/>
                        <a:pt x="54" y="445"/>
                        <a:pt x="54" y="445"/>
                      </a:cubicBezTo>
                      <a:cubicBezTo>
                        <a:pt x="81" y="434"/>
                        <a:pt x="159" y="415"/>
                        <a:pt x="162" y="410"/>
                      </a:cubicBezTo>
                      <a:cubicBezTo>
                        <a:pt x="167" y="404"/>
                        <a:pt x="169" y="375"/>
                        <a:pt x="169" y="3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3" name="Freeform 229"/>
                <p:cNvSpPr>
                  <a:spLocks/>
                </p:cNvSpPr>
                <p:nvPr/>
              </p:nvSpPr>
              <p:spPr bwMode="gray">
                <a:xfrm>
                  <a:off x="-877" y="-13320"/>
                  <a:ext cx="116" cy="232"/>
                </a:xfrm>
                <a:custGeom>
                  <a:avLst/>
                  <a:gdLst>
                    <a:gd name="T0" fmla="*/ 16 w 49"/>
                    <a:gd name="T1" fmla="*/ 90 h 98"/>
                    <a:gd name="T2" fmla="*/ 24 w 49"/>
                    <a:gd name="T3" fmla="*/ 98 h 98"/>
                    <a:gd name="T4" fmla="*/ 30 w 49"/>
                    <a:gd name="T5" fmla="*/ 96 h 98"/>
                    <a:gd name="T6" fmla="*/ 30 w 49"/>
                    <a:gd name="T7" fmla="*/ 95 h 98"/>
                    <a:gd name="T8" fmla="*/ 47 w 49"/>
                    <a:gd name="T9" fmla="*/ 35 h 98"/>
                    <a:gd name="T10" fmla="*/ 22 w 49"/>
                    <a:gd name="T11" fmla="*/ 3 h 98"/>
                    <a:gd name="T12" fmla="*/ 9 w 49"/>
                    <a:gd name="T13" fmla="*/ 47 h 98"/>
                    <a:gd name="T14" fmla="*/ 1 w 49"/>
                    <a:gd name="T15" fmla="*/ 84 h 98"/>
                    <a:gd name="T16" fmla="*/ 0 w 49"/>
                    <a:gd name="T17" fmla="*/ 83 h 98"/>
                    <a:gd name="T18" fmla="*/ 6 w 49"/>
                    <a:gd name="T19" fmla="*/ 93 h 98"/>
                    <a:gd name="T20" fmla="*/ 16 w 49"/>
                    <a:gd name="T21" fmla="*/ 9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9" h="98">
                      <a:moveTo>
                        <a:pt x="16" y="90"/>
                      </a:move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5"/>
                        <a:pt x="30" y="95"/>
                      </a:cubicBezTo>
                      <a:cubicBezTo>
                        <a:pt x="35" y="86"/>
                        <a:pt x="49" y="56"/>
                        <a:pt x="47" y="35"/>
                      </a:cubicBezTo>
                      <a:cubicBezTo>
                        <a:pt x="45" y="14"/>
                        <a:pt x="31" y="0"/>
                        <a:pt x="22" y="3"/>
                      </a:cubicBezTo>
                      <a:cubicBezTo>
                        <a:pt x="12" y="6"/>
                        <a:pt x="10" y="32"/>
                        <a:pt x="9" y="47"/>
                      </a:cubicBezTo>
                      <a:cubicBezTo>
                        <a:pt x="9" y="62"/>
                        <a:pt x="9" y="83"/>
                        <a:pt x="1" y="84"/>
                      </a:cubicBezTo>
                      <a:cubicBezTo>
                        <a:pt x="1" y="84"/>
                        <a:pt x="1" y="84"/>
                        <a:pt x="0" y="83"/>
                      </a:cubicBezTo>
                      <a:cubicBezTo>
                        <a:pt x="6" y="93"/>
                        <a:pt x="6" y="93"/>
                        <a:pt x="6" y="93"/>
                      </a:cubicBezTo>
                      <a:lnTo>
                        <a:pt x="16" y="9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4" name="Freeform 230"/>
                <p:cNvSpPr>
                  <a:spLocks/>
                </p:cNvSpPr>
                <p:nvPr/>
              </p:nvSpPr>
              <p:spPr bwMode="gray">
                <a:xfrm>
                  <a:off x="146" y="-14685"/>
                  <a:ext cx="1656" cy="1665"/>
                </a:xfrm>
                <a:custGeom>
                  <a:avLst/>
                  <a:gdLst>
                    <a:gd name="T0" fmla="*/ 639 w 701"/>
                    <a:gd name="T1" fmla="*/ 64 h 705"/>
                    <a:gd name="T2" fmla="*/ 584 w 701"/>
                    <a:gd name="T3" fmla="*/ 14 h 705"/>
                    <a:gd name="T4" fmla="*/ 541 w 701"/>
                    <a:gd name="T5" fmla="*/ 0 h 705"/>
                    <a:gd name="T6" fmla="*/ 479 w 701"/>
                    <a:gd name="T7" fmla="*/ 10 h 705"/>
                    <a:gd name="T8" fmla="*/ 408 w 701"/>
                    <a:gd name="T9" fmla="*/ 46 h 705"/>
                    <a:gd name="T10" fmla="*/ 433 w 701"/>
                    <a:gd name="T11" fmla="*/ 110 h 705"/>
                    <a:gd name="T12" fmla="*/ 418 w 701"/>
                    <a:gd name="T13" fmla="*/ 160 h 705"/>
                    <a:gd name="T14" fmla="*/ 395 w 701"/>
                    <a:gd name="T15" fmla="*/ 168 h 705"/>
                    <a:gd name="T16" fmla="*/ 370 w 701"/>
                    <a:gd name="T17" fmla="*/ 171 h 705"/>
                    <a:gd name="T18" fmla="*/ 401 w 701"/>
                    <a:gd name="T19" fmla="*/ 197 h 705"/>
                    <a:gd name="T20" fmla="*/ 363 w 701"/>
                    <a:gd name="T21" fmla="*/ 238 h 705"/>
                    <a:gd name="T22" fmla="*/ 348 w 701"/>
                    <a:gd name="T23" fmla="*/ 293 h 705"/>
                    <a:gd name="T24" fmla="*/ 305 w 701"/>
                    <a:gd name="T25" fmla="*/ 289 h 705"/>
                    <a:gd name="T26" fmla="*/ 266 w 701"/>
                    <a:gd name="T27" fmla="*/ 312 h 705"/>
                    <a:gd name="T28" fmla="*/ 242 w 701"/>
                    <a:gd name="T29" fmla="*/ 355 h 705"/>
                    <a:gd name="T30" fmla="*/ 157 w 701"/>
                    <a:gd name="T31" fmla="*/ 404 h 705"/>
                    <a:gd name="T32" fmla="*/ 100 w 701"/>
                    <a:gd name="T33" fmla="*/ 405 h 705"/>
                    <a:gd name="T34" fmla="*/ 0 w 701"/>
                    <a:gd name="T35" fmla="*/ 389 h 705"/>
                    <a:gd name="T36" fmla="*/ 77 w 701"/>
                    <a:gd name="T37" fmla="*/ 462 h 705"/>
                    <a:gd name="T38" fmla="*/ 98 w 701"/>
                    <a:gd name="T39" fmla="*/ 492 h 705"/>
                    <a:gd name="T40" fmla="*/ 120 w 701"/>
                    <a:gd name="T41" fmla="*/ 529 h 705"/>
                    <a:gd name="T42" fmla="*/ 85 w 701"/>
                    <a:gd name="T43" fmla="*/ 575 h 705"/>
                    <a:gd name="T44" fmla="*/ 60 w 701"/>
                    <a:gd name="T45" fmla="*/ 600 h 705"/>
                    <a:gd name="T46" fmla="*/ 110 w 701"/>
                    <a:gd name="T47" fmla="*/ 635 h 705"/>
                    <a:gd name="T48" fmla="*/ 208 w 701"/>
                    <a:gd name="T49" fmla="*/ 615 h 705"/>
                    <a:gd name="T50" fmla="*/ 299 w 701"/>
                    <a:gd name="T51" fmla="*/ 662 h 705"/>
                    <a:gd name="T52" fmla="*/ 381 w 701"/>
                    <a:gd name="T53" fmla="*/ 705 h 705"/>
                    <a:gd name="T54" fmla="*/ 416 w 701"/>
                    <a:gd name="T55" fmla="*/ 689 h 705"/>
                    <a:gd name="T56" fmla="*/ 467 w 701"/>
                    <a:gd name="T57" fmla="*/ 679 h 705"/>
                    <a:gd name="T58" fmla="*/ 492 w 701"/>
                    <a:gd name="T59" fmla="*/ 654 h 705"/>
                    <a:gd name="T60" fmla="*/ 455 w 701"/>
                    <a:gd name="T61" fmla="*/ 604 h 705"/>
                    <a:gd name="T62" fmla="*/ 447 w 701"/>
                    <a:gd name="T63" fmla="*/ 559 h 705"/>
                    <a:gd name="T64" fmla="*/ 423 w 701"/>
                    <a:gd name="T65" fmla="*/ 522 h 705"/>
                    <a:gd name="T66" fmla="*/ 470 w 701"/>
                    <a:gd name="T67" fmla="*/ 500 h 705"/>
                    <a:gd name="T68" fmla="*/ 518 w 701"/>
                    <a:gd name="T69" fmla="*/ 472 h 705"/>
                    <a:gd name="T70" fmla="*/ 560 w 701"/>
                    <a:gd name="T71" fmla="*/ 425 h 705"/>
                    <a:gd name="T72" fmla="*/ 581 w 701"/>
                    <a:gd name="T73" fmla="*/ 358 h 705"/>
                    <a:gd name="T74" fmla="*/ 604 w 701"/>
                    <a:gd name="T75" fmla="*/ 297 h 705"/>
                    <a:gd name="T76" fmla="*/ 624 w 701"/>
                    <a:gd name="T77" fmla="*/ 248 h 705"/>
                    <a:gd name="T78" fmla="*/ 583 w 701"/>
                    <a:gd name="T79" fmla="*/ 225 h 705"/>
                    <a:gd name="T80" fmla="*/ 567 w 701"/>
                    <a:gd name="T81" fmla="*/ 194 h 705"/>
                    <a:gd name="T82" fmla="*/ 548 w 701"/>
                    <a:gd name="T83" fmla="*/ 161 h 705"/>
                    <a:gd name="T84" fmla="*/ 557 w 701"/>
                    <a:gd name="T85" fmla="*/ 123 h 705"/>
                    <a:gd name="T86" fmla="*/ 643 w 701"/>
                    <a:gd name="T87" fmla="*/ 123 h 705"/>
                    <a:gd name="T88" fmla="*/ 667 w 701"/>
                    <a:gd name="T89" fmla="*/ 122 h 705"/>
                    <a:gd name="T90" fmla="*/ 700 w 701"/>
                    <a:gd name="T91" fmla="*/ 82 h 7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01" h="705">
                      <a:moveTo>
                        <a:pt x="671" y="81"/>
                      </a:moveTo>
                      <a:cubicBezTo>
                        <a:pt x="652" y="80"/>
                        <a:pt x="647" y="60"/>
                        <a:pt x="647" y="60"/>
                      </a:cubicBezTo>
                      <a:cubicBezTo>
                        <a:pt x="639" y="64"/>
                        <a:pt x="639" y="64"/>
                        <a:pt x="639" y="64"/>
                      </a:cubicBezTo>
                      <a:cubicBezTo>
                        <a:pt x="618" y="56"/>
                        <a:pt x="618" y="56"/>
                        <a:pt x="618" y="56"/>
                      </a:cubicBezTo>
                      <a:cubicBezTo>
                        <a:pt x="618" y="56"/>
                        <a:pt x="617" y="35"/>
                        <a:pt x="608" y="25"/>
                      </a:cubicBezTo>
                      <a:cubicBezTo>
                        <a:pt x="599" y="15"/>
                        <a:pt x="584" y="14"/>
                        <a:pt x="584" y="14"/>
                      </a:cubicBezTo>
                      <a:cubicBezTo>
                        <a:pt x="581" y="5"/>
                        <a:pt x="581" y="5"/>
                        <a:pt x="581" y="5"/>
                      </a:cubicBezTo>
                      <a:cubicBezTo>
                        <a:pt x="560" y="5"/>
                        <a:pt x="560" y="5"/>
                        <a:pt x="560" y="5"/>
                      </a:cubicBezTo>
                      <a:cubicBezTo>
                        <a:pt x="560" y="5"/>
                        <a:pt x="549" y="4"/>
                        <a:pt x="541" y="0"/>
                      </a:cubicBezTo>
                      <a:cubicBezTo>
                        <a:pt x="535" y="4"/>
                        <a:pt x="526" y="9"/>
                        <a:pt x="523" y="10"/>
                      </a:cubicBezTo>
                      <a:cubicBezTo>
                        <a:pt x="518" y="11"/>
                        <a:pt x="508" y="5"/>
                        <a:pt x="505" y="5"/>
                      </a:cubicBezTo>
                      <a:cubicBezTo>
                        <a:pt x="502" y="5"/>
                        <a:pt x="479" y="10"/>
                        <a:pt x="479" y="10"/>
                      </a:cubicBezTo>
                      <a:cubicBezTo>
                        <a:pt x="479" y="10"/>
                        <a:pt x="462" y="9"/>
                        <a:pt x="455" y="12"/>
                      </a:cubicBezTo>
                      <a:cubicBezTo>
                        <a:pt x="448" y="15"/>
                        <a:pt x="425" y="31"/>
                        <a:pt x="425" y="31"/>
                      </a:cubicBezTo>
                      <a:cubicBezTo>
                        <a:pt x="425" y="31"/>
                        <a:pt x="414" y="34"/>
                        <a:pt x="408" y="46"/>
                      </a:cubicBezTo>
                      <a:cubicBezTo>
                        <a:pt x="402" y="58"/>
                        <a:pt x="407" y="54"/>
                        <a:pt x="418" y="66"/>
                      </a:cubicBezTo>
                      <a:cubicBezTo>
                        <a:pt x="429" y="78"/>
                        <a:pt x="426" y="95"/>
                        <a:pt x="426" y="95"/>
                      </a:cubicBezTo>
                      <a:cubicBezTo>
                        <a:pt x="426" y="95"/>
                        <a:pt x="436" y="103"/>
                        <a:pt x="433" y="110"/>
                      </a:cubicBezTo>
                      <a:cubicBezTo>
                        <a:pt x="430" y="117"/>
                        <a:pt x="413" y="125"/>
                        <a:pt x="412" y="134"/>
                      </a:cubicBezTo>
                      <a:cubicBezTo>
                        <a:pt x="411" y="143"/>
                        <a:pt x="418" y="144"/>
                        <a:pt x="418" y="144"/>
                      </a:cubicBezTo>
                      <a:cubicBezTo>
                        <a:pt x="418" y="144"/>
                        <a:pt x="419" y="153"/>
                        <a:pt x="418" y="160"/>
                      </a:cubicBezTo>
                      <a:cubicBezTo>
                        <a:pt x="417" y="167"/>
                        <a:pt x="406" y="164"/>
                        <a:pt x="406" y="164"/>
                      </a:cubicBezTo>
                      <a:cubicBezTo>
                        <a:pt x="402" y="171"/>
                        <a:pt x="402" y="171"/>
                        <a:pt x="402" y="171"/>
                      </a:cubicBezTo>
                      <a:cubicBezTo>
                        <a:pt x="395" y="168"/>
                        <a:pt x="395" y="168"/>
                        <a:pt x="395" y="168"/>
                      </a:cubicBezTo>
                      <a:cubicBezTo>
                        <a:pt x="384" y="167"/>
                        <a:pt x="384" y="167"/>
                        <a:pt x="384" y="167"/>
                      </a:cubicBezTo>
                      <a:cubicBezTo>
                        <a:pt x="384" y="167"/>
                        <a:pt x="377" y="159"/>
                        <a:pt x="373" y="160"/>
                      </a:cubicBezTo>
                      <a:cubicBezTo>
                        <a:pt x="369" y="161"/>
                        <a:pt x="369" y="166"/>
                        <a:pt x="370" y="171"/>
                      </a:cubicBezTo>
                      <a:cubicBezTo>
                        <a:pt x="371" y="176"/>
                        <a:pt x="386" y="180"/>
                        <a:pt x="386" y="180"/>
                      </a:cubicBezTo>
                      <a:cubicBezTo>
                        <a:pt x="386" y="180"/>
                        <a:pt x="386" y="184"/>
                        <a:pt x="388" y="191"/>
                      </a:cubicBezTo>
                      <a:cubicBezTo>
                        <a:pt x="390" y="198"/>
                        <a:pt x="401" y="197"/>
                        <a:pt x="401" y="197"/>
                      </a:cubicBezTo>
                      <a:cubicBezTo>
                        <a:pt x="381" y="211"/>
                        <a:pt x="381" y="211"/>
                        <a:pt x="381" y="211"/>
                      </a:cubicBezTo>
                      <a:cubicBezTo>
                        <a:pt x="381" y="211"/>
                        <a:pt x="368" y="210"/>
                        <a:pt x="364" y="213"/>
                      </a:cubicBezTo>
                      <a:cubicBezTo>
                        <a:pt x="360" y="216"/>
                        <a:pt x="363" y="238"/>
                        <a:pt x="363" y="238"/>
                      </a:cubicBezTo>
                      <a:cubicBezTo>
                        <a:pt x="363" y="238"/>
                        <a:pt x="357" y="235"/>
                        <a:pt x="356" y="247"/>
                      </a:cubicBezTo>
                      <a:cubicBezTo>
                        <a:pt x="355" y="259"/>
                        <a:pt x="364" y="277"/>
                        <a:pt x="364" y="277"/>
                      </a:cubicBezTo>
                      <a:cubicBezTo>
                        <a:pt x="364" y="277"/>
                        <a:pt x="361" y="286"/>
                        <a:pt x="348" y="293"/>
                      </a:cubicBezTo>
                      <a:cubicBezTo>
                        <a:pt x="335" y="300"/>
                        <a:pt x="338" y="281"/>
                        <a:pt x="338" y="281"/>
                      </a:cubicBezTo>
                      <a:cubicBezTo>
                        <a:pt x="338" y="281"/>
                        <a:pt x="328" y="283"/>
                        <a:pt x="320" y="283"/>
                      </a:cubicBezTo>
                      <a:cubicBezTo>
                        <a:pt x="312" y="283"/>
                        <a:pt x="305" y="289"/>
                        <a:pt x="305" y="289"/>
                      </a:cubicBezTo>
                      <a:cubicBezTo>
                        <a:pt x="305" y="289"/>
                        <a:pt x="291" y="293"/>
                        <a:pt x="287" y="298"/>
                      </a:cubicBezTo>
                      <a:cubicBezTo>
                        <a:pt x="283" y="303"/>
                        <a:pt x="300" y="305"/>
                        <a:pt x="298" y="311"/>
                      </a:cubicBezTo>
                      <a:cubicBezTo>
                        <a:pt x="296" y="317"/>
                        <a:pt x="266" y="312"/>
                        <a:pt x="266" y="312"/>
                      </a:cubicBezTo>
                      <a:cubicBezTo>
                        <a:pt x="266" y="312"/>
                        <a:pt x="270" y="306"/>
                        <a:pt x="262" y="306"/>
                      </a:cubicBezTo>
                      <a:cubicBezTo>
                        <a:pt x="254" y="306"/>
                        <a:pt x="239" y="319"/>
                        <a:pt x="237" y="325"/>
                      </a:cubicBezTo>
                      <a:cubicBezTo>
                        <a:pt x="235" y="331"/>
                        <a:pt x="242" y="355"/>
                        <a:pt x="242" y="355"/>
                      </a:cubicBezTo>
                      <a:cubicBezTo>
                        <a:pt x="242" y="355"/>
                        <a:pt x="248" y="375"/>
                        <a:pt x="246" y="381"/>
                      </a:cubicBezTo>
                      <a:cubicBezTo>
                        <a:pt x="244" y="387"/>
                        <a:pt x="205" y="400"/>
                        <a:pt x="202" y="401"/>
                      </a:cubicBezTo>
                      <a:cubicBezTo>
                        <a:pt x="199" y="402"/>
                        <a:pt x="157" y="404"/>
                        <a:pt x="157" y="404"/>
                      </a:cubicBezTo>
                      <a:cubicBezTo>
                        <a:pt x="157" y="404"/>
                        <a:pt x="156" y="410"/>
                        <a:pt x="144" y="410"/>
                      </a:cubicBezTo>
                      <a:cubicBezTo>
                        <a:pt x="132" y="410"/>
                        <a:pt x="135" y="406"/>
                        <a:pt x="135" y="406"/>
                      </a:cubicBezTo>
                      <a:cubicBezTo>
                        <a:pt x="100" y="405"/>
                        <a:pt x="100" y="405"/>
                        <a:pt x="100" y="405"/>
                      </a:cubicBezTo>
                      <a:cubicBezTo>
                        <a:pt x="100" y="405"/>
                        <a:pt x="102" y="410"/>
                        <a:pt x="81" y="412"/>
                      </a:cubicBezTo>
                      <a:cubicBezTo>
                        <a:pt x="60" y="414"/>
                        <a:pt x="30" y="396"/>
                        <a:pt x="21" y="391"/>
                      </a:cubicBezTo>
                      <a:cubicBezTo>
                        <a:pt x="12" y="386"/>
                        <a:pt x="0" y="389"/>
                        <a:pt x="0" y="389"/>
                      </a:cubicBezTo>
                      <a:cubicBezTo>
                        <a:pt x="0" y="389"/>
                        <a:pt x="20" y="408"/>
                        <a:pt x="26" y="419"/>
                      </a:cubicBezTo>
                      <a:cubicBezTo>
                        <a:pt x="32" y="430"/>
                        <a:pt x="46" y="450"/>
                        <a:pt x="54" y="460"/>
                      </a:cubicBezTo>
                      <a:cubicBezTo>
                        <a:pt x="62" y="470"/>
                        <a:pt x="77" y="462"/>
                        <a:pt x="77" y="462"/>
                      </a:cubicBezTo>
                      <a:cubicBezTo>
                        <a:pt x="86" y="473"/>
                        <a:pt x="86" y="473"/>
                        <a:pt x="86" y="473"/>
                      </a:cubicBezTo>
                      <a:cubicBezTo>
                        <a:pt x="99" y="472"/>
                        <a:pt x="99" y="472"/>
                        <a:pt x="99" y="472"/>
                      </a:cubicBezTo>
                      <a:cubicBezTo>
                        <a:pt x="98" y="492"/>
                        <a:pt x="98" y="492"/>
                        <a:pt x="98" y="492"/>
                      </a:cubicBezTo>
                      <a:cubicBezTo>
                        <a:pt x="101" y="494"/>
                        <a:pt x="101" y="494"/>
                        <a:pt x="101" y="494"/>
                      </a:cubicBezTo>
                      <a:cubicBezTo>
                        <a:pt x="101" y="494"/>
                        <a:pt x="100" y="517"/>
                        <a:pt x="103" y="524"/>
                      </a:cubicBezTo>
                      <a:cubicBezTo>
                        <a:pt x="106" y="531"/>
                        <a:pt x="112" y="518"/>
                        <a:pt x="120" y="529"/>
                      </a:cubicBezTo>
                      <a:cubicBezTo>
                        <a:pt x="128" y="540"/>
                        <a:pt x="129" y="556"/>
                        <a:pt x="125" y="561"/>
                      </a:cubicBezTo>
                      <a:cubicBezTo>
                        <a:pt x="121" y="566"/>
                        <a:pt x="119" y="553"/>
                        <a:pt x="101" y="559"/>
                      </a:cubicBezTo>
                      <a:cubicBezTo>
                        <a:pt x="83" y="565"/>
                        <a:pt x="89" y="569"/>
                        <a:pt x="85" y="575"/>
                      </a:cubicBezTo>
                      <a:cubicBezTo>
                        <a:pt x="81" y="581"/>
                        <a:pt x="72" y="579"/>
                        <a:pt x="72" y="579"/>
                      </a:cubicBezTo>
                      <a:cubicBezTo>
                        <a:pt x="70" y="590"/>
                        <a:pt x="70" y="590"/>
                        <a:pt x="70" y="590"/>
                      </a:cubicBezTo>
                      <a:cubicBezTo>
                        <a:pt x="70" y="590"/>
                        <a:pt x="66" y="597"/>
                        <a:pt x="60" y="600"/>
                      </a:cubicBezTo>
                      <a:cubicBezTo>
                        <a:pt x="55" y="602"/>
                        <a:pt x="59" y="630"/>
                        <a:pt x="60" y="637"/>
                      </a:cubicBezTo>
                      <a:cubicBezTo>
                        <a:pt x="70" y="633"/>
                        <a:pt x="78" y="628"/>
                        <a:pt x="78" y="628"/>
                      </a:cubicBezTo>
                      <a:cubicBezTo>
                        <a:pt x="78" y="628"/>
                        <a:pt x="100" y="635"/>
                        <a:pt x="110" y="635"/>
                      </a:cubicBezTo>
                      <a:cubicBezTo>
                        <a:pt x="120" y="636"/>
                        <a:pt x="149" y="620"/>
                        <a:pt x="149" y="620"/>
                      </a:cubicBezTo>
                      <a:cubicBezTo>
                        <a:pt x="149" y="620"/>
                        <a:pt x="165" y="628"/>
                        <a:pt x="175" y="626"/>
                      </a:cubicBezTo>
                      <a:cubicBezTo>
                        <a:pt x="186" y="624"/>
                        <a:pt x="208" y="615"/>
                        <a:pt x="208" y="615"/>
                      </a:cubicBezTo>
                      <a:cubicBezTo>
                        <a:pt x="234" y="622"/>
                        <a:pt x="234" y="622"/>
                        <a:pt x="234" y="622"/>
                      </a:cubicBezTo>
                      <a:cubicBezTo>
                        <a:pt x="234" y="622"/>
                        <a:pt x="249" y="601"/>
                        <a:pt x="267" y="613"/>
                      </a:cubicBezTo>
                      <a:cubicBezTo>
                        <a:pt x="284" y="624"/>
                        <a:pt x="285" y="659"/>
                        <a:pt x="299" y="662"/>
                      </a:cubicBezTo>
                      <a:cubicBezTo>
                        <a:pt x="313" y="665"/>
                        <a:pt x="339" y="665"/>
                        <a:pt x="348" y="674"/>
                      </a:cubicBezTo>
                      <a:cubicBezTo>
                        <a:pt x="358" y="683"/>
                        <a:pt x="359" y="704"/>
                        <a:pt x="370" y="705"/>
                      </a:cubicBezTo>
                      <a:cubicBezTo>
                        <a:pt x="373" y="705"/>
                        <a:pt x="377" y="705"/>
                        <a:pt x="381" y="705"/>
                      </a:cubicBezTo>
                      <a:cubicBezTo>
                        <a:pt x="394" y="700"/>
                        <a:pt x="394" y="700"/>
                        <a:pt x="394" y="700"/>
                      </a:cubicBezTo>
                      <a:cubicBezTo>
                        <a:pt x="394" y="700"/>
                        <a:pt x="385" y="684"/>
                        <a:pt x="396" y="683"/>
                      </a:cubicBezTo>
                      <a:cubicBezTo>
                        <a:pt x="407" y="682"/>
                        <a:pt x="416" y="689"/>
                        <a:pt x="416" y="689"/>
                      </a:cubicBezTo>
                      <a:cubicBezTo>
                        <a:pt x="433" y="683"/>
                        <a:pt x="433" y="683"/>
                        <a:pt x="433" y="683"/>
                      </a:cubicBezTo>
                      <a:cubicBezTo>
                        <a:pt x="433" y="683"/>
                        <a:pt x="430" y="691"/>
                        <a:pt x="444" y="691"/>
                      </a:cubicBezTo>
                      <a:cubicBezTo>
                        <a:pt x="458" y="691"/>
                        <a:pt x="456" y="681"/>
                        <a:pt x="467" y="679"/>
                      </a:cubicBezTo>
                      <a:cubicBezTo>
                        <a:pt x="478" y="677"/>
                        <a:pt x="468" y="688"/>
                        <a:pt x="479" y="688"/>
                      </a:cubicBezTo>
                      <a:cubicBezTo>
                        <a:pt x="490" y="688"/>
                        <a:pt x="499" y="687"/>
                        <a:pt x="501" y="678"/>
                      </a:cubicBezTo>
                      <a:cubicBezTo>
                        <a:pt x="503" y="669"/>
                        <a:pt x="492" y="654"/>
                        <a:pt x="492" y="654"/>
                      </a:cubicBezTo>
                      <a:cubicBezTo>
                        <a:pt x="478" y="626"/>
                        <a:pt x="478" y="626"/>
                        <a:pt x="478" y="626"/>
                      </a:cubicBezTo>
                      <a:cubicBezTo>
                        <a:pt x="478" y="611"/>
                        <a:pt x="478" y="611"/>
                        <a:pt x="478" y="611"/>
                      </a:cubicBezTo>
                      <a:cubicBezTo>
                        <a:pt x="478" y="611"/>
                        <a:pt x="462" y="611"/>
                        <a:pt x="455" y="604"/>
                      </a:cubicBezTo>
                      <a:cubicBezTo>
                        <a:pt x="448" y="597"/>
                        <a:pt x="446" y="589"/>
                        <a:pt x="446" y="589"/>
                      </a:cubicBezTo>
                      <a:cubicBezTo>
                        <a:pt x="448" y="569"/>
                        <a:pt x="448" y="569"/>
                        <a:pt x="448" y="569"/>
                      </a:cubicBezTo>
                      <a:cubicBezTo>
                        <a:pt x="447" y="559"/>
                        <a:pt x="447" y="559"/>
                        <a:pt x="447" y="559"/>
                      </a:cubicBezTo>
                      <a:cubicBezTo>
                        <a:pt x="429" y="561"/>
                        <a:pt x="429" y="561"/>
                        <a:pt x="429" y="561"/>
                      </a:cubicBezTo>
                      <a:cubicBezTo>
                        <a:pt x="429" y="561"/>
                        <a:pt x="414" y="563"/>
                        <a:pt x="414" y="546"/>
                      </a:cubicBezTo>
                      <a:cubicBezTo>
                        <a:pt x="414" y="529"/>
                        <a:pt x="415" y="529"/>
                        <a:pt x="423" y="522"/>
                      </a:cubicBezTo>
                      <a:cubicBezTo>
                        <a:pt x="431" y="515"/>
                        <a:pt x="438" y="503"/>
                        <a:pt x="438" y="503"/>
                      </a:cubicBezTo>
                      <a:cubicBezTo>
                        <a:pt x="438" y="503"/>
                        <a:pt x="437" y="489"/>
                        <a:pt x="451" y="487"/>
                      </a:cubicBezTo>
                      <a:cubicBezTo>
                        <a:pt x="465" y="485"/>
                        <a:pt x="457" y="502"/>
                        <a:pt x="470" y="500"/>
                      </a:cubicBezTo>
                      <a:cubicBezTo>
                        <a:pt x="483" y="498"/>
                        <a:pt x="488" y="490"/>
                        <a:pt x="488" y="490"/>
                      </a:cubicBezTo>
                      <a:cubicBezTo>
                        <a:pt x="488" y="490"/>
                        <a:pt x="503" y="498"/>
                        <a:pt x="510" y="490"/>
                      </a:cubicBezTo>
                      <a:cubicBezTo>
                        <a:pt x="517" y="482"/>
                        <a:pt x="518" y="472"/>
                        <a:pt x="518" y="472"/>
                      </a:cubicBezTo>
                      <a:cubicBezTo>
                        <a:pt x="527" y="467"/>
                        <a:pt x="527" y="467"/>
                        <a:pt x="527" y="467"/>
                      </a:cubicBezTo>
                      <a:cubicBezTo>
                        <a:pt x="527" y="467"/>
                        <a:pt x="528" y="447"/>
                        <a:pt x="532" y="444"/>
                      </a:cubicBezTo>
                      <a:cubicBezTo>
                        <a:pt x="536" y="441"/>
                        <a:pt x="552" y="438"/>
                        <a:pt x="560" y="425"/>
                      </a:cubicBezTo>
                      <a:cubicBezTo>
                        <a:pt x="568" y="412"/>
                        <a:pt x="565" y="394"/>
                        <a:pt x="569" y="385"/>
                      </a:cubicBezTo>
                      <a:cubicBezTo>
                        <a:pt x="573" y="376"/>
                        <a:pt x="592" y="375"/>
                        <a:pt x="592" y="375"/>
                      </a:cubicBezTo>
                      <a:cubicBezTo>
                        <a:pt x="581" y="358"/>
                        <a:pt x="581" y="358"/>
                        <a:pt x="581" y="358"/>
                      </a:cubicBezTo>
                      <a:cubicBezTo>
                        <a:pt x="598" y="334"/>
                        <a:pt x="598" y="334"/>
                        <a:pt x="598" y="334"/>
                      </a:cubicBezTo>
                      <a:cubicBezTo>
                        <a:pt x="616" y="321"/>
                        <a:pt x="616" y="321"/>
                        <a:pt x="616" y="321"/>
                      </a:cubicBezTo>
                      <a:cubicBezTo>
                        <a:pt x="616" y="321"/>
                        <a:pt x="604" y="301"/>
                        <a:pt x="604" y="297"/>
                      </a:cubicBezTo>
                      <a:cubicBezTo>
                        <a:pt x="604" y="293"/>
                        <a:pt x="601" y="279"/>
                        <a:pt x="605" y="277"/>
                      </a:cubicBezTo>
                      <a:cubicBezTo>
                        <a:pt x="609" y="275"/>
                        <a:pt x="638" y="271"/>
                        <a:pt x="637" y="262"/>
                      </a:cubicBezTo>
                      <a:cubicBezTo>
                        <a:pt x="636" y="253"/>
                        <a:pt x="624" y="248"/>
                        <a:pt x="624" y="248"/>
                      </a:cubicBezTo>
                      <a:cubicBezTo>
                        <a:pt x="600" y="249"/>
                        <a:pt x="600" y="249"/>
                        <a:pt x="600" y="249"/>
                      </a:cubicBezTo>
                      <a:cubicBezTo>
                        <a:pt x="597" y="226"/>
                        <a:pt x="597" y="226"/>
                        <a:pt x="597" y="226"/>
                      </a:cubicBezTo>
                      <a:cubicBezTo>
                        <a:pt x="583" y="225"/>
                        <a:pt x="583" y="225"/>
                        <a:pt x="583" y="225"/>
                      </a:cubicBezTo>
                      <a:cubicBezTo>
                        <a:pt x="575" y="215"/>
                        <a:pt x="575" y="215"/>
                        <a:pt x="575" y="215"/>
                      </a:cubicBezTo>
                      <a:cubicBezTo>
                        <a:pt x="575" y="215"/>
                        <a:pt x="564" y="218"/>
                        <a:pt x="565" y="210"/>
                      </a:cubicBezTo>
                      <a:cubicBezTo>
                        <a:pt x="566" y="202"/>
                        <a:pt x="567" y="194"/>
                        <a:pt x="567" y="194"/>
                      </a:cubicBezTo>
                      <a:cubicBezTo>
                        <a:pt x="567" y="194"/>
                        <a:pt x="553" y="193"/>
                        <a:pt x="556" y="183"/>
                      </a:cubicBezTo>
                      <a:cubicBezTo>
                        <a:pt x="559" y="173"/>
                        <a:pt x="568" y="165"/>
                        <a:pt x="568" y="165"/>
                      </a:cubicBezTo>
                      <a:cubicBezTo>
                        <a:pt x="548" y="161"/>
                        <a:pt x="548" y="161"/>
                        <a:pt x="548" y="161"/>
                      </a:cubicBezTo>
                      <a:cubicBezTo>
                        <a:pt x="552" y="152"/>
                        <a:pt x="552" y="152"/>
                        <a:pt x="552" y="152"/>
                      </a:cubicBezTo>
                      <a:cubicBezTo>
                        <a:pt x="537" y="142"/>
                        <a:pt x="537" y="142"/>
                        <a:pt x="537" y="142"/>
                      </a:cubicBezTo>
                      <a:cubicBezTo>
                        <a:pt x="537" y="142"/>
                        <a:pt x="535" y="126"/>
                        <a:pt x="557" y="123"/>
                      </a:cubicBezTo>
                      <a:cubicBezTo>
                        <a:pt x="579" y="120"/>
                        <a:pt x="608" y="126"/>
                        <a:pt x="608" y="126"/>
                      </a:cubicBezTo>
                      <a:cubicBezTo>
                        <a:pt x="608" y="126"/>
                        <a:pt x="611" y="138"/>
                        <a:pt x="618" y="137"/>
                      </a:cubicBezTo>
                      <a:cubicBezTo>
                        <a:pt x="625" y="136"/>
                        <a:pt x="643" y="123"/>
                        <a:pt x="643" y="123"/>
                      </a:cubicBezTo>
                      <a:cubicBezTo>
                        <a:pt x="647" y="127"/>
                        <a:pt x="647" y="127"/>
                        <a:pt x="647" y="127"/>
                      </a:cubicBezTo>
                      <a:cubicBezTo>
                        <a:pt x="653" y="122"/>
                        <a:pt x="653" y="122"/>
                        <a:pt x="653" y="122"/>
                      </a:cubicBezTo>
                      <a:cubicBezTo>
                        <a:pt x="653" y="122"/>
                        <a:pt x="664" y="123"/>
                        <a:pt x="667" y="122"/>
                      </a:cubicBezTo>
                      <a:cubicBezTo>
                        <a:pt x="670" y="121"/>
                        <a:pt x="670" y="110"/>
                        <a:pt x="670" y="110"/>
                      </a:cubicBezTo>
                      <a:cubicBezTo>
                        <a:pt x="685" y="104"/>
                        <a:pt x="685" y="104"/>
                        <a:pt x="685" y="104"/>
                      </a:cubicBezTo>
                      <a:cubicBezTo>
                        <a:pt x="700" y="82"/>
                        <a:pt x="700" y="82"/>
                        <a:pt x="700" y="82"/>
                      </a:cubicBezTo>
                      <a:cubicBezTo>
                        <a:pt x="701" y="82"/>
                        <a:pt x="701" y="82"/>
                        <a:pt x="701" y="82"/>
                      </a:cubicBezTo>
                      <a:cubicBezTo>
                        <a:pt x="692" y="82"/>
                        <a:pt x="680" y="81"/>
                        <a:pt x="671" y="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5" name="Freeform 231"/>
                <p:cNvSpPr>
                  <a:spLocks/>
                </p:cNvSpPr>
                <p:nvPr/>
              </p:nvSpPr>
              <p:spPr bwMode="gray">
                <a:xfrm>
                  <a:off x="-2275" y="-14726"/>
                  <a:ext cx="1072" cy="1045"/>
                </a:xfrm>
                <a:custGeom>
                  <a:avLst/>
                  <a:gdLst>
                    <a:gd name="T0" fmla="*/ 448 w 454"/>
                    <a:gd name="T1" fmla="*/ 378 h 442"/>
                    <a:gd name="T2" fmla="*/ 432 w 454"/>
                    <a:gd name="T3" fmla="*/ 365 h 442"/>
                    <a:gd name="T4" fmla="*/ 428 w 454"/>
                    <a:gd name="T5" fmla="*/ 346 h 442"/>
                    <a:gd name="T6" fmla="*/ 415 w 454"/>
                    <a:gd name="T7" fmla="*/ 340 h 442"/>
                    <a:gd name="T8" fmla="*/ 415 w 454"/>
                    <a:gd name="T9" fmla="*/ 295 h 442"/>
                    <a:gd name="T10" fmla="*/ 393 w 454"/>
                    <a:gd name="T11" fmla="*/ 270 h 442"/>
                    <a:gd name="T12" fmla="*/ 380 w 454"/>
                    <a:gd name="T13" fmla="*/ 258 h 442"/>
                    <a:gd name="T14" fmla="*/ 348 w 454"/>
                    <a:gd name="T15" fmla="*/ 240 h 442"/>
                    <a:gd name="T16" fmla="*/ 335 w 454"/>
                    <a:gd name="T17" fmla="*/ 239 h 442"/>
                    <a:gd name="T18" fmla="*/ 335 w 454"/>
                    <a:gd name="T19" fmla="*/ 212 h 442"/>
                    <a:gd name="T20" fmla="*/ 291 w 454"/>
                    <a:gd name="T21" fmla="*/ 182 h 442"/>
                    <a:gd name="T22" fmla="*/ 299 w 454"/>
                    <a:gd name="T23" fmla="*/ 168 h 442"/>
                    <a:gd name="T24" fmla="*/ 291 w 454"/>
                    <a:gd name="T25" fmla="*/ 154 h 442"/>
                    <a:gd name="T26" fmla="*/ 305 w 454"/>
                    <a:gd name="T27" fmla="*/ 148 h 442"/>
                    <a:gd name="T28" fmla="*/ 304 w 454"/>
                    <a:gd name="T29" fmla="*/ 135 h 442"/>
                    <a:gd name="T30" fmla="*/ 305 w 454"/>
                    <a:gd name="T31" fmla="*/ 126 h 442"/>
                    <a:gd name="T32" fmla="*/ 318 w 454"/>
                    <a:gd name="T33" fmla="*/ 118 h 442"/>
                    <a:gd name="T34" fmla="*/ 307 w 454"/>
                    <a:gd name="T35" fmla="*/ 97 h 442"/>
                    <a:gd name="T36" fmla="*/ 318 w 454"/>
                    <a:gd name="T37" fmla="*/ 80 h 442"/>
                    <a:gd name="T38" fmla="*/ 299 w 454"/>
                    <a:gd name="T39" fmla="*/ 85 h 442"/>
                    <a:gd name="T40" fmla="*/ 288 w 454"/>
                    <a:gd name="T41" fmla="*/ 73 h 442"/>
                    <a:gd name="T42" fmla="*/ 274 w 454"/>
                    <a:gd name="T43" fmla="*/ 71 h 442"/>
                    <a:gd name="T44" fmla="*/ 265 w 454"/>
                    <a:gd name="T45" fmla="*/ 50 h 442"/>
                    <a:gd name="T46" fmla="*/ 249 w 454"/>
                    <a:gd name="T47" fmla="*/ 8 h 442"/>
                    <a:gd name="T48" fmla="*/ 222 w 454"/>
                    <a:gd name="T49" fmla="*/ 19 h 442"/>
                    <a:gd name="T50" fmla="*/ 210 w 454"/>
                    <a:gd name="T51" fmla="*/ 1 h 442"/>
                    <a:gd name="T52" fmla="*/ 196 w 454"/>
                    <a:gd name="T53" fmla="*/ 10 h 442"/>
                    <a:gd name="T54" fmla="*/ 179 w 454"/>
                    <a:gd name="T55" fmla="*/ 1 h 442"/>
                    <a:gd name="T56" fmla="*/ 153 w 454"/>
                    <a:gd name="T57" fmla="*/ 1 h 442"/>
                    <a:gd name="T58" fmla="*/ 142 w 454"/>
                    <a:gd name="T59" fmla="*/ 17 h 442"/>
                    <a:gd name="T60" fmla="*/ 140 w 454"/>
                    <a:gd name="T61" fmla="*/ 17 h 442"/>
                    <a:gd name="T62" fmla="*/ 124 w 454"/>
                    <a:gd name="T63" fmla="*/ 37 h 442"/>
                    <a:gd name="T64" fmla="*/ 92 w 454"/>
                    <a:gd name="T65" fmla="*/ 53 h 442"/>
                    <a:gd name="T66" fmla="*/ 103 w 454"/>
                    <a:gd name="T67" fmla="*/ 75 h 442"/>
                    <a:gd name="T68" fmla="*/ 107 w 454"/>
                    <a:gd name="T69" fmla="*/ 110 h 442"/>
                    <a:gd name="T70" fmla="*/ 98 w 454"/>
                    <a:gd name="T71" fmla="*/ 129 h 442"/>
                    <a:gd name="T72" fmla="*/ 104 w 454"/>
                    <a:gd name="T73" fmla="*/ 154 h 442"/>
                    <a:gd name="T74" fmla="*/ 43 w 454"/>
                    <a:gd name="T75" fmla="*/ 181 h 442"/>
                    <a:gd name="T76" fmla="*/ 0 w 454"/>
                    <a:gd name="T77" fmla="*/ 216 h 442"/>
                    <a:gd name="T78" fmla="*/ 0 w 454"/>
                    <a:gd name="T79" fmla="*/ 216 h 442"/>
                    <a:gd name="T80" fmla="*/ 12 w 454"/>
                    <a:gd name="T81" fmla="*/ 246 h 442"/>
                    <a:gd name="T82" fmla="*/ 12 w 454"/>
                    <a:gd name="T83" fmla="*/ 260 h 442"/>
                    <a:gd name="T84" fmla="*/ 29 w 454"/>
                    <a:gd name="T85" fmla="*/ 269 h 442"/>
                    <a:gd name="T86" fmla="*/ 28 w 454"/>
                    <a:gd name="T87" fmla="*/ 278 h 442"/>
                    <a:gd name="T88" fmla="*/ 44 w 454"/>
                    <a:gd name="T89" fmla="*/ 287 h 442"/>
                    <a:gd name="T90" fmla="*/ 78 w 454"/>
                    <a:gd name="T91" fmla="*/ 287 h 442"/>
                    <a:gd name="T92" fmla="*/ 127 w 454"/>
                    <a:gd name="T93" fmla="*/ 321 h 442"/>
                    <a:gd name="T94" fmla="*/ 160 w 454"/>
                    <a:gd name="T95" fmla="*/ 341 h 442"/>
                    <a:gd name="T96" fmla="*/ 288 w 454"/>
                    <a:gd name="T97" fmla="*/ 438 h 442"/>
                    <a:gd name="T98" fmla="*/ 376 w 454"/>
                    <a:gd name="T99" fmla="*/ 442 h 442"/>
                    <a:gd name="T100" fmla="*/ 376 w 454"/>
                    <a:gd name="T101" fmla="*/ 442 h 442"/>
                    <a:gd name="T102" fmla="*/ 387 w 454"/>
                    <a:gd name="T103" fmla="*/ 422 h 442"/>
                    <a:gd name="T104" fmla="*/ 396 w 454"/>
                    <a:gd name="T105" fmla="*/ 395 h 442"/>
                    <a:gd name="T106" fmla="*/ 411 w 454"/>
                    <a:gd name="T107" fmla="*/ 393 h 442"/>
                    <a:gd name="T108" fmla="*/ 431 w 454"/>
                    <a:gd name="T109" fmla="*/ 393 h 442"/>
                    <a:gd name="T110" fmla="*/ 433 w 454"/>
                    <a:gd name="T111" fmla="*/ 398 h 442"/>
                    <a:gd name="T112" fmla="*/ 451 w 454"/>
                    <a:gd name="T113" fmla="*/ 392 h 442"/>
                    <a:gd name="T114" fmla="*/ 454 w 454"/>
                    <a:gd name="T115" fmla="*/ 387 h 442"/>
                    <a:gd name="T116" fmla="*/ 448 w 454"/>
                    <a:gd name="T117" fmla="*/ 378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454" h="442">
                      <a:moveTo>
                        <a:pt x="448" y="378"/>
                      </a:moveTo>
                      <a:cubicBezTo>
                        <a:pt x="447" y="369"/>
                        <a:pt x="432" y="365"/>
                        <a:pt x="432" y="365"/>
                      </a:cubicBezTo>
                      <a:cubicBezTo>
                        <a:pt x="428" y="346"/>
                        <a:pt x="428" y="346"/>
                        <a:pt x="428" y="346"/>
                      </a:cubicBezTo>
                      <a:cubicBezTo>
                        <a:pt x="428" y="346"/>
                        <a:pt x="423" y="346"/>
                        <a:pt x="415" y="340"/>
                      </a:cubicBezTo>
                      <a:cubicBezTo>
                        <a:pt x="407" y="334"/>
                        <a:pt x="415" y="295"/>
                        <a:pt x="415" y="295"/>
                      </a:cubicBezTo>
                      <a:cubicBezTo>
                        <a:pt x="393" y="270"/>
                        <a:pt x="393" y="270"/>
                        <a:pt x="393" y="270"/>
                      </a:cubicBezTo>
                      <a:cubicBezTo>
                        <a:pt x="393" y="270"/>
                        <a:pt x="391" y="258"/>
                        <a:pt x="380" y="258"/>
                      </a:cubicBezTo>
                      <a:cubicBezTo>
                        <a:pt x="369" y="258"/>
                        <a:pt x="348" y="240"/>
                        <a:pt x="348" y="240"/>
                      </a:cubicBezTo>
                      <a:cubicBezTo>
                        <a:pt x="335" y="239"/>
                        <a:pt x="335" y="239"/>
                        <a:pt x="335" y="239"/>
                      </a:cubicBezTo>
                      <a:cubicBezTo>
                        <a:pt x="335" y="212"/>
                        <a:pt x="335" y="212"/>
                        <a:pt x="335" y="212"/>
                      </a:cubicBezTo>
                      <a:cubicBezTo>
                        <a:pt x="335" y="212"/>
                        <a:pt x="293" y="191"/>
                        <a:pt x="291" y="182"/>
                      </a:cubicBezTo>
                      <a:cubicBezTo>
                        <a:pt x="289" y="173"/>
                        <a:pt x="299" y="168"/>
                        <a:pt x="299" y="168"/>
                      </a:cubicBezTo>
                      <a:cubicBezTo>
                        <a:pt x="299" y="168"/>
                        <a:pt x="290" y="161"/>
                        <a:pt x="291" y="154"/>
                      </a:cubicBezTo>
                      <a:cubicBezTo>
                        <a:pt x="292" y="147"/>
                        <a:pt x="305" y="148"/>
                        <a:pt x="305" y="148"/>
                      </a:cubicBezTo>
                      <a:cubicBezTo>
                        <a:pt x="304" y="135"/>
                        <a:pt x="304" y="135"/>
                        <a:pt x="304" y="135"/>
                      </a:cubicBezTo>
                      <a:cubicBezTo>
                        <a:pt x="305" y="126"/>
                        <a:pt x="305" y="126"/>
                        <a:pt x="305" y="126"/>
                      </a:cubicBezTo>
                      <a:cubicBezTo>
                        <a:pt x="305" y="126"/>
                        <a:pt x="315" y="126"/>
                        <a:pt x="318" y="118"/>
                      </a:cubicBezTo>
                      <a:cubicBezTo>
                        <a:pt x="321" y="110"/>
                        <a:pt x="307" y="101"/>
                        <a:pt x="307" y="97"/>
                      </a:cubicBezTo>
                      <a:cubicBezTo>
                        <a:pt x="307" y="93"/>
                        <a:pt x="323" y="84"/>
                        <a:pt x="318" y="80"/>
                      </a:cubicBezTo>
                      <a:cubicBezTo>
                        <a:pt x="313" y="76"/>
                        <a:pt x="299" y="85"/>
                        <a:pt x="299" y="85"/>
                      </a:cubicBezTo>
                      <a:cubicBezTo>
                        <a:pt x="288" y="73"/>
                        <a:pt x="288" y="73"/>
                        <a:pt x="288" y="73"/>
                      </a:cubicBezTo>
                      <a:cubicBezTo>
                        <a:pt x="274" y="71"/>
                        <a:pt x="274" y="71"/>
                        <a:pt x="274" y="71"/>
                      </a:cubicBezTo>
                      <a:cubicBezTo>
                        <a:pt x="274" y="71"/>
                        <a:pt x="277" y="61"/>
                        <a:pt x="265" y="50"/>
                      </a:cubicBezTo>
                      <a:cubicBezTo>
                        <a:pt x="256" y="42"/>
                        <a:pt x="251" y="19"/>
                        <a:pt x="249" y="8"/>
                      </a:cubicBezTo>
                      <a:cubicBezTo>
                        <a:pt x="222" y="19"/>
                        <a:pt x="222" y="19"/>
                        <a:pt x="222" y="19"/>
                      </a:cubicBezTo>
                      <a:cubicBezTo>
                        <a:pt x="222" y="19"/>
                        <a:pt x="224" y="2"/>
                        <a:pt x="210" y="1"/>
                      </a:cubicBezTo>
                      <a:cubicBezTo>
                        <a:pt x="196" y="0"/>
                        <a:pt x="204" y="8"/>
                        <a:pt x="196" y="10"/>
                      </a:cubicBezTo>
                      <a:cubicBezTo>
                        <a:pt x="188" y="12"/>
                        <a:pt x="179" y="1"/>
                        <a:pt x="179" y="1"/>
                      </a:cubicBezTo>
                      <a:cubicBezTo>
                        <a:pt x="153" y="1"/>
                        <a:pt x="153" y="1"/>
                        <a:pt x="153" y="1"/>
                      </a:cubicBezTo>
                      <a:cubicBezTo>
                        <a:pt x="153" y="1"/>
                        <a:pt x="154" y="14"/>
                        <a:pt x="142" y="17"/>
                      </a:cubicBezTo>
                      <a:cubicBezTo>
                        <a:pt x="141" y="17"/>
                        <a:pt x="141" y="17"/>
                        <a:pt x="140" y="17"/>
                      </a:cubicBezTo>
                      <a:cubicBezTo>
                        <a:pt x="138" y="24"/>
                        <a:pt x="133" y="33"/>
                        <a:pt x="124" y="37"/>
                      </a:cubicBezTo>
                      <a:cubicBezTo>
                        <a:pt x="108" y="44"/>
                        <a:pt x="96" y="39"/>
                        <a:pt x="92" y="53"/>
                      </a:cubicBezTo>
                      <a:cubicBezTo>
                        <a:pt x="88" y="67"/>
                        <a:pt x="103" y="75"/>
                        <a:pt x="103" y="75"/>
                      </a:cubicBezTo>
                      <a:cubicBezTo>
                        <a:pt x="103" y="75"/>
                        <a:pt x="111" y="105"/>
                        <a:pt x="107" y="110"/>
                      </a:cubicBezTo>
                      <a:cubicBezTo>
                        <a:pt x="103" y="115"/>
                        <a:pt x="97" y="122"/>
                        <a:pt x="98" y="129"/>
                      </a:cubicBezTo>
                      <a:cubicBezTo>
                        <a:pt x="99" y="136"/>
                        <a:pt x="116" y="145"/>
                        <a:pt x="104" y="154"/>
                      </a:cubicBezTo>
                      <a:cubicBezTo>
                        <a:pt x="92" y="163"/>
                        <a:pt x="43" y="181"/>
                        <a:pt x="43" y="181"/>
                      </a:cubicBezTo>
                      <a:cubicBezTo>
                        <a:pt x="0" y="216"/>
                        <a:pt x="0" y="216"/>
                        <a:pt x="0" y="216"/>
                      </a:cubicBezTo>
                      <a:cubicBezTo>
                        <a:pt x="0" y="216"/>
                        <a:pt x="0" y="216"/>
                        <a:pt x="0" y="216"/>
                      </a:cubicBezTo>
                      <a:cubicBezTo>
                        <a:pt x="12" y="246"/>
                        <a:pt x="12" y="246"/>
                        <a:pt x="12" y="246"/>
                      </a:cubicBezTo>
                      <a:cubicBezTo>
                        <a:pt x="12" y="260"/>
                        <a:pt x="12" y="260"/>
                        <a:pt x="12" y="260"/>
                      </a:cubicBezTo>
                      <a:cubicBezTo>
                        <a:pt x="29" y="269"/>
                        <a:pt x="29" y="269"/>
                        <a:pt x="29" y="269"/>
                      </a:cubicBezTo>
                      <a:cubicBezTo>
                        <a:pt x="28" y="278"/>
                        <a:pt x="28" y="278"/>
                        <a:pt x="28" y="278"/>
                      </a:cubicBezTo>
                      <a:cubicBezTo>
                        <a:pt x="28" y="278"/>
                        <a:pt x="35" y="288"/>
                        <a:pt x="44" y="287"/>
                      </a:cubicBezTo>
                      <a:cubicBezTo>
                        <a:pt x="53" y="286"/>
                        <a:pt x="78" y="287"/>
                        <a:pt x="78" y="287"/>
                      </a:cubicBezTo>
                      <a:cubicBezTo>
                        <a:pt x="78" y="287"/>
                        <a:pt x="115" y="315"/>
                        <a:pt x="127" y="321"/>
                      </a:cubicBezTo>
                      <a:cubicBezTo>
                        <a:pt x="139" y="327"/>
                        <a:pt x="160" y="341"/>
                        <a:pt x="160" y="341"/>
                      </a:cubicBezTo>
                      <a:cubicBezTo>
                        <a:pt x="288" y="438"/>
                        <a:pt x="288" y="438"/>
                        <a:pt x="288" y="438"/>
                      </a:cubicBezTo>
                      <a:cubicBezTo>
                        <a:pt x="288" y="438"/>
                        <a:pt x="339" y="439"/>
                        <a:pt x="376" y="442"/>
                      </a:cubicBezTo>
                      <a:cubicBezTo>
                        <a:pt x="376" y="442"/>
                        <a:pt x="376" y="442"/>
                        <a:pt x="376" y="442"/>
                      </a:cubicBezTo>
                      <a:cubicBezTo>
                        <a:pt x="379" y="438"/>
                        <a:pt x="386" y="431"/>
                        <a:pt x="387" y="422"/>
                      </a:cubicBezTo>
                      <a:cubicBezTo>
                        <a:pt x="389" y="410"/>
                        <a:pt x="396" y="395"/>
                        <a:pt x="396" y="395"/>
                      </a:cubicBezTo>
                      <a:cubicBezTo>
                        <a:pt x="411" y="393"/>
                        <a:pt x="411" y="393"/>
                        <a:pt x="411" y="393"/>
                      </a:cubicBezTo>
                      <a:cubicBezTo>
                        <a:pt x="431" y="393"/>
                        <a:pt x="431" y="393"/>
                        <a:pt x="431" y="393"/>
                      </a:cubicBezTo>
                      <a:cubicBezTo>
                        <a:pt x="433" y="398"/>
                        <a:pt x="433" y="398"/>
                        <a:pt x="433" y="398"/>
                      </a:cubicBezTo>
                      <a:cubicBezTo>
                        <a:pt x="451" y="392"/>
                        <a:pt x="451" y="392"/>
                        <a:pt x="451" y="392"/>
                      </a:cubicBezTo>
                      <a:cubicBezTo>
                        <a:pt x="454" y="387"/>
                        <a:pt x="454" y="387"/>
                        <a:pt x="454" y="387"/>
                      </a:cubicBezTo>
                      <a:cubicBezTo>
                        <a:pt x="451" y="384"/>
                        <a:pt x="448" y="381"/>
                        <a:pt x="448" y="37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6" name="Freeform 232"/>
                <p:cNvSpPr>
                  <a:spLocks/>
                </p:cNvSpPr>
                <p:nvPr/>
              </p:nvSpPr>
              <p:spPr bwMode="gray">
                <a:xfrm>
                  <a:off x="-1387" y="-13797"/>
                  <a:ext cx="210" cy="191"/>
                </a:xfrm>
                <a:custGeom>
                  <a:avLst/>
                  <a:gdLst>
                    <a:gd name="T0" fmla="*/ 35 w 89"/>
                    <a:gd name="T1" fmla="*/ 0 h 81"/>
                    <a:gd name="T2" fmla="*/ 20 w 89"/>
                    <a:gd name="T3" fmla="*/ 2 h 81"/>
                    <a:gd name="T4" fmla="*/ 11 w 89"/>
                    <a:gd name="T5" fmla="*/ 29 h 81"/>
                    <a:gd name="T6" fmla="*/ 0 w 89"/>
                    <a:gd name="T7" fmla="*/ 49 h 81"/>
                    <a:gd name="T8" fmla="*/ 40 w 89"/>
                    <a:gd name="T9" fmla="*/ 55 h 81"/>
                    <a:gd name="T10" fmla="*/ 50 w 89"/>
                    <a:gd name="T11" fmla="*/ 81 h 81"/>
                    <a:gd name="T12" fmla="*/ 89 w 89"/>
                    <a:gd name="T13" fmla="*/ 80 h 81"/>
                    <a:gd name="T14" fmla="*/ 64 w 89"/>
                    <a:gd name="T15" fmla="*/ 47 h 81"/>
                    <a:gd name="T16" fmla="*/ 64 w 89"/>
                    <a:gd name="T17" fmla="*/ 46 h 81"/>
                    <a:gd name="T18" fmla="*/ 56 w 89"/>
                    <a:gd name="T19" fmla="*/ 41 h 81"/>
                    <a:gd name="T20" fmla="*/ 55 w 89"/>
                    <a:gd name="T21" fmla="*/ 27 h 81"/>
                    <a:gd name="T22" fmla="*/ 73 w 89"/>
                    <a:gd name="T23" fmla="*/ 25 h 81"/>
                    <a:gd name="T24" fmla="*/ 77 w 89"/>
                    <a:gd name="T25" fmla="*/ 16 h 81"/>
                    <a:gd name="T26" fmla="*/ 68 w 89"/>
                    <a:gd name="T27" fmla="*/ 8 h 81"/>
                    <a:gd name="T28" fmla="*/ 59 w 89"/>
                    <a:gd name="T29" fmla="*/ 13 h 81"/>
                    <a:gd name="T30" fmla="*/ 55 w 89"/>
                    <a:gd name="T31" fmla="*/ 0 h 81"/>
                    <a:gd name="T32" fmla="*/ 35 w 89"/>
                    <a:gd name="T33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9" h="81">
                      <a:moveTo>
                        <a:pt x="35" y="0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13" y="17"/>
                        <a:pt x="11" y="29"/>
                      </a:cubicBezTo>
                      <a:cubicBezTo>
                        <a:pt x="10" y="38"/>
                        <a:pt x="3" y="45"/>
                        <a:pt x="0" y="49"/>
                      </a:cubicBezTo>
                      <a:cubicBezTo>
                        <a:pt x="21" y="50"/>
                        <a:pt x="38" y="52"/>
                        <a:pt x="40" y="55"/>
                      </a:cubicBezTo>
                      <a:cubicBezTo>
                        <a:pt x="46" y="62"/>
                        <a:pt x="36" y="80"/>
                        <a:pt x="50" y="81"/>
                      </a:cubicBezTo>
                      <a:cubicBezTo>
                        <a:pt x="58" y="81"/>
                        <a:pt x="76" y="81"/>
                        <a:pt x="89" y="80"/>
                      </a:cubicBezTo>
                      <a:cubicBezTo>
                        <a:pt x="79" y="72"/>
                        <a:pt x="63" y="58"/>
                        <a:pt x="64" y="47"/>
                      </a:cubicBezTo>
                      <a:cubicBezTo>
                        <a:pt x="64" y="47"/>
                        <a:pt x="64" y="47"/>
                        <a:pt x="64" y="46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5" y="27"/>
                        <a:pt x="55" y="27"/>
                        <a:pt x="55" y="27"/>
                      </a:cubicBezTo>
                      <a:cubicBezTo>
                        <a:pt x="55" y="27"/>
                        <a:pt x="69" y="25"/>
                        <a:pt x="73" y="25"/>
                      </a:cubicBezTo>
                      <a:cubicBezTo>
                        <a:pt x="77" y="25"/>
                        <a:pt x="77" y="16"/>
                        <a:pt x="77" y="16"/>
                      </a:cubicBezTo>
                      <a:cubicBezTo>
                        <a:pt x="77" y="16"/>
                        <a:pt x="77" y="8"/>
                        <a:pt x="68" y="8"/>
                      </a:cubicBezTo>
                      <a:cubicBezTo>
                        <a:pt x="59" y="8"/>
                        <a:pt x="59" y="13"/>
                        <a:pt x="59" y="13"/>
                      </a:cubicBezTo>
                      <a:cubicBezTo>
                        <a:pt x="55" y="0"/>
                        <a:pt x="55" y="0"/>
                        <a:pt x="55" y="0"/>
                      </a:cubicBez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7" name="Freeform 233"/>
                <p:cNvSpPr>
                  <a:spLocks/>
                </p:cNvSpPr>
                <p:nvPr/>
              </p:nvSpPr>
              <p:spPr bwMode="gray">
                <a:xfrm>
                  <a:off x="-1815" y="-15037"/>
                  <a:ext cx="2266" cy="1864"/>
                </a:xfrm>
                <a:custGeom>
                  <a:avLst/>
                  <a:gdLst>
                    <a:gd name="T0" fmla="*/ 900 w 959"/>
                    <a:gd name="T1" fmla="*/ 739 h 789"/>
                    <a:gd name="T2" fmla="*/ 931 w 959"/>
                    <a:gd name="T3" fmla="*/ 708 h 789"/>
                    <a:gd name="T4" fmla="*/ 933 w 959"/>
                    <a:gd name="T5" fmla="*/ 673 h 789"/>
                    <a:gd name="T6" fmla="*/ 929 w 959"/>
                    <a:gd name="T7" fmla="*/ 621 h 789"/>
                    <a:gd name="T8" fmla="*/ 884 w 959"/>
                    <a:gd name="T9" fmla="*/ 609 h 789"/>
                    <a:gd name="T10" fmla="*/ 825 w 959"/>
                    <a:gd name="T11" fmla="*/ 533 h 789"/>
                    <a:gd name="T12" fmla="*/ 839 w 959"/>
                    <a:gd name="T13" fmla="*/ 453 h 789"/>
                    <a:gd name="T14" fmla="*/ 784 w 959"/>
                    <a:gd name="T15" fmla="*/ 364 h 789"/>
                    <a:gd name="T16" fmla="*/ 780 w 959"/>
                    <a:gd name="T17" fmla="*/ 315 h 789"/>
                    <a:gd name="T18" fmla="*/ 784 w 959"/>
                    <a:gd name="T19" fmla="*/ 280 h 789"/>
                    <a:gd name="T20" fmla="*/ 799 w 959"/>
                    <a:gd name="T21" fmla="*/ 225 h 789"/>
                    <a:gd name="T22" fmla="*/ 786 w 959"/>
                    <a:gd name="T23" fmla="*/ 189 h 789"/>
                    <a:gd name="T24" fmla="*/ 723 w 959"/>
                    <a:gd name="T25" fmla="*/ 149 h 789"/>
                    <a:gd name="T26" fmla="*/ 648 w 959"/>
                    <a:gd name="T27" fmla="*/ 116 h 789"/>
                    <a:gd name="T28" fmla="*/ 602 w 959"/>
                    <a:gd name="T29" fmla="*/ 103 h 789"/>
                    <a:gd name="T30" fmla="*/ 556 w 959"/>
                    <a:gd name="T31" fmla="*/ 85 h 789"/>
                    <a:gd name="T32" fmla="*/ 487 w 959"/>
                    <a:gd name="T33" fmla="*/ 115 h 789"/>
                    <a:gd name="T34" fmla="*/ 452 w 959"/>
                    <a:gd name="T35" fmla="*/ 133 h 789"/>
                    <a:gd name="T36" fmla="*/ 399 w 959"/>
                    <a:gd name="T37" fmla="*/ 164 h 789"/>
                    <a:gd name="T38" fmla="*/ 309 w 959"/>
                    <a:gd name="T39" fmla="*/ 155 h 789"/>
                    <a:gd name="T40" fmla="*/ 233 w 959"/>
                    <a:gd name="T41" fmla="*/ 110 h 789"/>
                    <a:gd name="T42" fmla="*/ 199 w 959"/>
                    <a:gd name="T43" fmla="*/ 69 h 789"/>
                    <a:gd name="T44" fmla="*/ 181 w 959"/>
                    <a:gd name="T45" fmla="*/ 33 h 789"/>
                    <a:gd name="T46" fmla="*/ 128 w 959"/>
                    <a:gd name="T47" fmla="*/ 35 h 789"/>
                    <a:gd name="T48" fmla="*/ 45 w 959"/>
                    <a:gd name="T49" fmla="*/ 30 h 789"/>
                    <a:gd name="T50" fmla="*/ 0 w 959"/>
                    <a:gd name="T51" fmla="*/ 24 h 789"/>
                    <a:gd name="T52" fmla="*/ 24 w 959"/>
                    <a:gd name="T53" fmla="*/ 78 h 789"/>
                    <a:gd name="T54" fmla="*/ 37 w 959"/>
                    <a:gd name="T55" fmla="*/ 129 h 789"/>
                    <a:gd name="T56" fmla="*/ 79 w 959"/>
                    <a:gd name="T57" fmla="*/ 203 h 789"/>
                    <a:gd name="T58" fmla="*/ 123 w 959"/>
                    <a:gd name="T59" fmla="*/ 212 h 789"/>
                    <a:gd name="T60" fmla="*/ 110 w 959"/>
                    <a:gd name="T61" fmla="*/ 258 h 789"/>
                    <a:gd name="T62" fmla="*/ 96 w 959"/>
                    <a:gd name="T63" fmla="*/ 286 h 789"/>
                    <a:gd name="T64" fmla="*/ 140 w 959"/>
                    <a:gd name="T65" fmla="*/ 344 h 789"/>
                    <a:gd name="T66" fmla="*/ 185 w 959"/>
                    <a:gd name="T67" fmla="*/ 390 h 789"/>
                    <a:gd name="T68" fmla="*/ 220 w 959"/>
                    <a:gd name="T69" fmla="*/ 472 h 789"/>
                    <a:gd name="T70" fmla="*/ 253 w 959"/>
                    <a:gd name="T71" fmla="*/ 510 h 789"/>
                    <a:gd name="T72" fmla="*/ 298 w 959"/>
                    <a:gd name="T73" fmla="*/ 516 h 789"/>
                    <a:gd name="T74" fmla="*/ 316 w 959"/>
                    <a:gd name="T75" fmla="*/ 524 h 789"/>
                    <a:gd name="T76" fmla="*/ 338 w 959"/>
                    <a:gd name="T77" fmla="*/ 541 h 789"/>
                    <a:gd name="T78" fmla="*/ 371 w 959"/>
                    <a:gd name="T79" fmla="*/ 583 h 789"/>
                    <a:gd name="T80" fmla="*/ 387 w 959"/>
                    <a:gd name="T81" fmla="*/ 600 h 789"/>
                    <a:gd name="T82" fmla="*/ 431 w 959"/>
                    <a:gd name="T83" fmla="*/ 644 h 789"/>
                    <a:gd name="T84" fmla="*/ 526 w 959"/>
                    <a:gd name="T85" fmla="*/ 703 h 789"/>
                    <a:gd name="T86" fmla="*/ 565 w 959"/>
                    <a:gd name="T87" fmla="*/ 715 h 789"/>
                    <a:gd name="T88" fmla="*/ 606 w 959"/>
                    <a:gd name="T89" fmla="*/ 691 h 789"/>
                    <a:gd name="T90" fmla="*/ 641 w 959"/>
                    <a:gd name="T91" fmla="*/ 682 h 789"/>
                    <a:gd name="T92" fmla="*/ 718 w 959"/>
                    <a:gd name="T93" fmla="*/ 752 h 789"/>
                    <a:gd name="T94" fmla="*/ 805 w 959"/>
                    <a:gd name="T95" fmla="*/ 781 h 789"/>
                    <a:gd name="T96" fmla="*/ 889 w 959"/>
                    <a:gd name="T97" fmla="*/ 786 h 7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959" h="789">
                      <a:moveTo>
                        <a:pt x="890" y="786"/>
                      </a:moveTo>
                      <a:cubicBezTo>
                        <a:pt x="889" y="779"/>
                        <a:pt x="885" y="751"/>
                        <a:pt x="890" y="749"/>
                      </a:cubicBezTo>
                      <a:cubicBezTo>
                        <a:pt x="896" y="746"/>
                        <a:pt x="900" y="739"/>
                        <a:pt x="900" y="739"/>
                      </a:cubicBezTo>
                      <a:cubicBezTo>
                        <a:pt x="902" y="728"/>
                        <a:pt x="902" y="728"/>
                        <a:pt x="902" y="728"/>
                      </a:cubicBezTo>
                      <a:cubicBezTo>
                        <a:pt x="902" y="728"/>
                        <a:pt x="911" y="730"/>
                        <a:pt x="915" y="724"/>
                      </a:cubicBezTo>
                      <a:cubicBezTo>
                        <a:pt x="919" y="718"/>
                        <a:pt x="913" y="714"/>
                        <a:pt x="931" y="708"/>
                      </a:cubicBezTo>
                      <a:cubicBezTo>
                        <a:pt x="949" y="702"/>
                        <a:pt x="951" y="715"/>
                        <a:pt x="955" y="710"/>
                      </a:cubicBezTo>
                      <a:cubicBezTo>
                        <a:pt x="959" y="705"/>
                        <a:pt x="958" y="689"/>
                        <a:pt x="950" y="678"/>
                      </a:cubicBezTo>
                      <a:cubicBezTo>
                        <a:pt x="942" y="667"/>
                        <a:pt x="936" y="680"/>
                        <a:pt x="933" y="673"/>
                      </a:cubicBezTo>
                      <a:cubicBezTo>
                        <a:pt x="930" y="666"/>
                        <a:pt x="931" y="643"/>
                        <a:pt x="931" y="643"/>
                      </a:cubicBezTo>
                      <a:cubicBezTo>
                        <a:pt x="928" y="641"/>
                        <a:pt x="928" y="641"/>
                        <a:pt x="928" y="641"/>
                      </a:cubicBezTo>
                      <a:cubicBezTo>
                        <a:pt x="929" y="621"/>
                        <a:pt x="929" y="621"/>
                        <a:pt x="929" y="621"/>
                      </a:cubicBezTo>
                      <a:cubicBezTo>
                        <a:pt x="916" y="622"/>
                        <a:pt x="916" y="622"/>
                        <a:pt x="916" y="622"/>
                      </a:cubicBezTo>
                      <a:cubicBezTo>
                        <a:pt x="907" y="611"/>
                        <a:pt x="907" y="611"/>
                        <a:pt x="907" y="611"/>
                      </a:cubicBezTo>
                      <a:cubicBezTo>
                        <a:pt x="907" y="611"/>
                        <a:pt x="892" y="619"/>
                        <a:pt x="884" y="609"/>
                      </a:cubicBezTo>
                      <a:cubicBezTo>
                        <a:pt x="876" y="599"/>
                        <a:pt x="862" y="579"/>
                        <a:pt x="856" y="568"/>
                      </a:cubicBezTo>
                      <a:cubicBezTo>
                        <a:pt x="850" y="557"/>
                        <a:pt x="830" y="538"/>
                        <a:pt x="830" y="538"/>
                      </a:cubicBezTo>
                      <a:cubicBezTo>
                        <a:pt x="830" y="538"/>
                        <a:pt x="825" y="537"/>
                        <a:pt x="825" y="533"/>
                      </a:cubicBezTo>
                      <a:cubicBezTo>
                        <a:pt x="825" y="529"/>
                        <a:pt x="841" y="515"/>
                        <a:pt x="848" y="505"/>
                      </a:cubicBezTo>
                      <a:cubicBezTo>
                        <a:pt x="855" y="495"/>
                        <a:pt x="866" y="482"/>
                        <a:pt x="860" y="465"/>
                      </a:cubicBezTo>
                      <a:cubicBezTo>
                        <a:pt x="854" y="448"/>
                        <a:pt x="839" y="453"/>
                        <a:pt x="839" y="453"/>
                      </a:cubicBezTo>
                      <a:cubicBezTo>
                        <a:pt x="839" y="453"/>
                        <a:pt x="809" y="453"/>
                        <a:pt x="809" y="445"/>
                      </a:cubicBezTo>
                      <a:cubicBezTo>
                        <a:pt x="809" y="437"/>
                        <a:pt x="809" y="423"/>
                        <a:pt x="809" y="412"/>
                      </a:cubicBezTo>
                      <a:cubicBezTo>
                        <a:pt x="809" y="401"/>
                        <a:pt x="782" y="377"/>
                        <a:pt x="784" y="364"/>
                      </a:cubicBezTo>
                      <a:cubicBezTo>
                        <a:pt x="786" y="351"/>
                        <a:pt x="801" y="343"/>
                        <a:pt x="800" y="337"/>
                      </a:cubicBezTo>
                      <a:cubicBezTo>
                        <a:pt x="799" y="331"/>
                        <a:pt x="778" y="334"/>
                        <a:pt x="778" y="334"/>
                      </a:cubicBezTo>
                      <a:cubicBezTo>
                        <a:pt x="780" y="315"/>
                        <a:pt x="780" y="315"/>
                        <a:pt x="780" y="315"/>
                      </a:cubicBezTo>
                      <a:cubicBezTo>
                        <a:pt x="780" y="315"/>
                        <a:pt x="769" y="306"/>
                        <a:pt x="772" y="301"/>
                      </a:cubicBezTo>
                      <a:cubicBezTo>
                        <a:pt x="775" y="296"/>
                        <a:pt x="789" y="291"/>
                        <a:pt x="789" y="291"/>
                      </a:cubicBezTo>
                      <a:cubicBezTo>
                        <a:pt x="784" y="280"/>
                        <a:pt x="784" y="280"/>
                        <a:pt x="784" y="280"/>
                      </a:cubicBezTo>
                      <a:cubicBezTo>
                        <a:pt x="798" y="276"/>
                        <a:pt x="798" y="276"/>
                        <a:pt x="798" y="276"/>
                      </a:cubicBezTo>
                      <a:cubicBezTo>
                        <a:pt x="798" y="276"/>
                        <a:pt x="791" y="246"/>
                        <a:pt x="792" y="239"/>
                      </a:cubicBezTo>
                      <a:cubicBezTo>
                        <a:pt x="793" y="232"/>
                        <a:pt x="799" y="225"/>
                        <a:pt x="799" y="225"/>
                      </a:cubicBezTo>
                      <a:cubicBezTo>
                        <a:pt x="792" y="207"/>
                        <a:pt x="792" y="207"/>
                        <a:pt x="792" y="207"/>
                      </a:cubicBezTo>
                      <a:cubicBezTo>
                        <a:pt x="793" y="192"/>
                        <a:pt x="793" y="192"/>
                        <a:pt x="793" y="192"/>
                      </a:cubicBezTo>
                      <a:cubicBezTo>
                        <a:pt x="786" y="189"/>
                        <a:pt x="786" y="189"/>
                        <a:pt x="786" y="189"/>
                      </a:cubicBezTo>
                      <a:cubicBezTo>
                        <a:pt x="785" y="167"/>
                        <a:pt x="785" y="167"/>
                        <a:pt x="785" y="167"/>
                      </a:cubicBezTo>
                      <a:cubicBezTo>
                        <a:pt x="743" y="169"/>
                        <a:pt x="743" y="169"/>
                        <a:pt x="743" y="169"/>
                      </a:cubicBezTo>
                      <a:cubicBezTo>
                        <a:pt x="743" y="169"/>
                        <a:pt x="729" y="153"/>
                        <a:pt x="723" y="149"/>
                      </a:cubicBezTo>
                      <a:cubicBezTo>
                        <a:pt x="717" y="145"/>
                        <a:pt x="704" y="143"/>
                        <a:pt x="704" y="143"/>
                      </a:cubicBezTo>
                      <a:cubicBezTo>
                        <a:pt x="704" y="143"/>
                        <a:pt x="696" y="125"/>
                        <a:pt x="691" y="121"/>
                      </a:cubicBezTo>
                      <a:cubicBezTo>
                        <a:pt x="686" y="117"/>
                        <a:pt x="648" y="116"/>
                        <a:pt x="648" y="116"/>
                      </a:cubicBezTo>
                      <a:cubicBezTo>
                        <a:pt x="645" y="120"/>
                        <a:pt x="645" y="120"/>
                        <a:pt x="645" y="120"/>
                      </a:cubicBezTo>
                      <a:cubicBezTo>
                        <a:pt x="645" y="120"/>
                        <a:pt x="624" y="103"/>
                        <a:pt x="619" y="103"/>
                      </a:cubicBezTo>
                      <a:cubicBezTo>
                        <a:pt x="614" y="103"/>
                        <a:pt x="602" y="103"/>
                        <a:pt x="602" y="103"/>
                      </a:cubicBezTo>
                      <a:cubicBezTo>
                        <a:pt x="602" y="103"/>
                        <a:pt x="601" y="89"/>
                        <a:pt x="595" y="85"/>
                      </a:cubicBezTo>
                      <a:cubicBezTo>
                        <a:pt x="589" y="81"/>
                        <a:pt x="580" y="86"/>
                        <a:pt x="580" y="86"/>
                      </a:cubicBezTo>
                      <a:cubicBezTo>
                        <a:pt x="580" y="86"/>
                        <a:pt x="559" y="83"/>
                        <a:pt x="556" y="85"/>
                      </a:cubicBezTo>
                      <a:cubicBezTo>
                        <a:pt x="553" y="87"/>
                        <a:pt x="551" y="93"/>
                        <a:pt x="551" y="93"/>
                      </a:cubicBezTo>
                      <a:cubicBezTo>
                        <a:pt x="551" y="93"/>
                        <a:pt x="535" y="88"/>
                        <a:pt x="524" y="90"/>
                      </a:cubicBezTo>
                      <a:cubicBezTo>
                        <a:pt x="513" y="92"/>
                        <a:pt x="487" y="115"/>
                        <a:pt x="487" y="115"/>
                      </a:cubicBezTo>
                      <a:cubicBezTo>
                        <a:pt x="487" y="123"/>
                        <a:pt x="487" y="123"/>
                        <a:pt x="487" y="123"/>
                      </a:cubicBezTo>
                      <a:cubicBezTo>
                        <a:pt x="487" y="123"/>
                        <a:pt x="476" y="132"/>
                        <a:pt x="472" y="133"/>
                      </a:cubicBezTo>
                      <a:cubicBezTo>
                        <a:pt x="468" y="134"/>
                        <a:pt x="452" y="133"/>
                        <a:pt x="452" y="133"/>
                      </a:cubicBezTo>
                      <a:cubicBezTo>
                        <a:pt x="452" y="133"/>
                        <a:pt x="472" y="159"/>
                        <a:pt x="460" y="161"/>
                      </a:cubicBezTo>
                      <a:cubicBezTo>
                        <a:pt x="448" y="163"/>
                        <a:pt x="437" y="156"/>
                        <a:pt x="437" y="156"/>
                      </a:cubicBezTo>
                      <a:cubicBezTo>
                        <a:pt x="437" y="156"/>
                        <a:pt x="412" y="161"/>
                        <a:pt x="399" y="164"/>
                      </a:cubicBezTo>
                      <a:cubicBezTo>
                        <a:pt x="386" y="167"/>
                        <a:pt x="379" y="176"/>
                        <a:pt x="371" y="175"/>
                      </a:cubicBezTo>
                      <a:cubicBezTo>
                        <a:pt x="363" y="174"/>
                        <a:pt x="355" y="165"/>
                        <a:pt x="345" y="165"/>
                      </a:cubicBezTo>
                      <a:cubicBezTo>
                        <a:pt x="335" y="165"/>
                        <a:pt x="323" y="165"/>
                        <a:pt x="309" y="155"/>
                      </a:cubicBezTo>
                      <a:cubicBezTo>
                        <a:pt x="295" y="145"/>
                        <a:pt x="287" y="128"/>
                        <a:pt x="287" y="128"/>
                      </a:cubicBezTo>
                      <a:cubicBezTo>
                        <a:pt x="287" y="128"/>
                        <a:pt x="258" y="125"/>
                        <a:pt x="255" y="125"/>
                      </a:cubicBezTo>
                      <a:cubicBezTo>
                        <a:pt x="252" y="125"/>
                        <a:pt x="240" y="118"/>
                        <a:pt x="233" y="110"/>
                      </a:cubicBezTo>
                      <a:cubicBezTo>
                        <a:pt x="226" y="102"/>
                        <a:pt x="218" y="80"/>
                        <a:pt x="218" y="80"/>
                      </a:cubicBezTo>
                      <a:cubicBezTo>
                        <a:pt x="208" y="78"/>
                        <a:pt x="208" y="78"/>
                        <a:pt x="208" y="78"/>
                      </a:cubicBezTo>
                      <a:cubicBezTo>
                        <a:pt x="208" y="78"/>
                        <a:pt x="205" y="72"/>
                        <a:pt x="199" y="69"/>
                      </a:cubicBezTo>
                      <a:cubicBezTo>
                        <a:pt x="193" y="66"/>
                        <a:pt x="180" y="58"/>
                        <a:pt x="180" y="53"/>
                      </a:cubicBezTo>
                      <a:cubicBezTo>
                        <a:pt x="180" y="48"/>
                        <a:pt x="190" y="52"/>
                        <a:pt x="190" y="46"/>
                      </a:cubicBezTo>
                      <a:cubicBezTo>
                        <a:pt x="190" y="40"/>
                        <a:pt x="181" y="38"/>
                        <a:pt x="181" y="33"/>
                      </a:cubicBezTo>
                      <a:cubicBezTo>
                        <a:pt x="181" y="28"/>
                        <a:pt x="190" y="28"/>
                        <a:pt x="188" y="22"/>
                      </a:cubicBezTo>
                      <a:cubicBezTo>
                        <a:pt x="186" y="16"/>
                        <a:pt x="179" y="4"/>
                        <a:pt x="173" y="4"/>
                      </a:cubicBezTo>
                      <a:cubicBezTo>
                        <a:pt x="167" y="4"/>
                        <a:pt x="131" y="31"/>
                        <a:pt x="128" y="35"/>
                      </a:cubicBezTo>
                      <a:cubicBezTo>
                        <a:pt x="125" y="39"/>
                        <a:pt x="117" y="50"/>
                        <a:pt x="114" y="51"/>
                      </a:cubicBezTo>
                      <a:cubicBezTo>
                        <a:pt x="111" y="52"/>
                        <a:pt x="102" y="52"/>
                        <a:pt x="87" y="52"/>
                      </a:cubicBezTo>
                      <a:cubicBezTo>
                        <a:pt x="72" y="52"/>
                        <a:pt x="55" y="38"/>
                        <a:pt x="45" y="30"/>
                      </a:cubicBezTo>
                      <a:cubicBezTo>
                        <a:pt x="35" y="22"/>
                        <a:pt x="38" y="4"/>
                        <a:pt x="29" y="2"/>
                      </a:cubicBezTo>
                      <a:cubicBezTo>
                        <a:pt x="20" y="0"/>
                        <a:pt x="16" y="22"/>
                        <a:pt x="16" y="22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5"/>
                        <a:pt x="19" y="76"/>
                        <a:pt x="24" y="78"/>
                      </a:cubicBezTo>
                      <a:cubicBezTo>
                        <a:pt x="29" y="80"/>
                        <a:pt x="16" y="99"/>
                        <a:pt x="16" y="99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53" y="134"/>
                        <a:pt x="53" y="134"/>
                        <a:pt x="53" y="134"/>
                      </a:cubicBezTo>
                      <a:cubicBezTo>
                        <a:pt x="53" y="134"/>
                        <a:pt x="58" y="171"/>
                        <a:pt x="70" y="182"/>
                      </a:cubicBezTo>
                      <a:cubicBezTo>
                        <a:pt x="82" y="193"/>
                        <a:pt x="79" y="203"/>
                        <a:pt x="79" y="203"/>
                      </a:cubicBezTo>
                      <a:cubicBezTo>
                        <a:pt x="93" y="205"/>
                        <a:pt x="93" y="205"/>
                        <a:pt x="93" y="205"/>
                      </a:cubicBezTo>
                      <a:cubicBezTo>
                        <a:pt x="104" y="217"/>
                        <a:pt x="104" y="217"/>
                        <a:pt x="104" y="217"/>
                      </a:cubicBezTo>
                      <a:cubicBezTo>
                        <a:pt x="104" y="217"/>
                        <a:pt x="118" y="208"/>
                        <a:pt x="123" y="212"/>
                      </a:cubicBezTo>
                      <a:cubicBezTo>
                        <a:pt x="128" y="216"/>
                        <a:pt x="112" y="225"/>
                        <a:pt x="112" y="229"/>
                      </a:cubicBezTo>
                      <a:cubicBezTo>
                        <a:pt x="112" y="233"/>
                        <a:pt x="126" y="242"/>
                        <a:pt x="123" y="250"/>
                      </a:cubicBezTo>
                      <a:cubicBezTo>
                        <a:pt x="120" y="258"/>
                        <a:pt x="110" y="258"/>
                        <a:pt x="110" y="258"/>
                      </a:cubicBezTo>
                      <a:cubicBezTo>
                        <a:pt x="109" y="267"/>
                        <a:pt x="109" y="267"/>
                        <a:pt x="109" y="267"/>
                      </a:cubicBezTo>
                      <a:cubicBezTo>
                        <a:pt x="110" y="280"/>
                        <a:pt x="110" y="280"/>
                        <a:pt x="110" y="280"/>
                      </a:cubicBezTo>
                      <a:cubicBezTo>
                        <a:pt x="110" y="280"/>
                        <a:pt x="97" y="279"/>
                        <a:pt x="96" y="286"/>
                      </a:cubicBezTo>
                      <a:cubicBezTo>
                        <a:pt x="95" y="293"/>
                        <a:pt x="104" y="300"/>
                        <a:pt x="104" y="300"/>
                      </a:cubicBezTo>
                      <a:cubicBezTo>
                        <a:pt x="104" y="300"/>
                        <a:pt x="94" y="305"/>
                        <a:pt x="96" y="314"/>
                      </a:cubicBezTo>
                      <a:cubicBezTo>
                        <a:pt x="98" y="323"/>
                        <a:pt x="140" y="344"/>
                        <a:pt x="140" y="344"/>
                      </a:cubicBezTo>
                      <a:cubicBezTo>
                        <a:pt x="140" y="371"/>
                        <a:pt x="140" y="371"/>
                        <a:pt x="140" y="371"/>
                      </a:cubicBezTo>
                      <a:cubicBezTo>
                        <a:pt x="153" y="372"/>
                        <a:pt x="153" y="372"/>
                        <a:pt x="153" y="372"/>
                      </a:cubicBezTo>
                      <a:cubicBezTo>
                        <a:pt x="153" y="372"/>
                        <a:pt x="174" y="390"/>
                        <a:pt x="185" y="390"/>
                      </a:cubicBezTo>
                      <a:cubicBezTo>
                        <a:pt x="196" y="390"/>
                        <a:pt x="198" y="402"/>
                        <a:pt x="198" y="402"/>
                      </a:cubicBezTo>
                      <a:cubicBezTo>
                        <a:pt x="220" y="427"/>
                        <a:pt x="220" y="427"/>
                        <a:pt x="220" y="427"/>
                      </a:cubicBezTo>
                      <a:cubicBezTo>
                        <a:pt x="220" y="427"/>
                        <a:pt x="212" y="466"/>
                        <a:pt x="220" y="472"/>
                      </a:cubicBezTo>
                      <a:cubicBezTo>
                        <a:pt x="228" y="478"/>
                        <a:pt x="233" y="478"/>
                        <a:pt x="233" y="478"/>
                      </a:cubicBezTo>
                      <a:cubicBezTo>
                        <a:pt x="237" y="497"/>
                        <a:pt x="237" y="497"/>
                        <a:pt x="237" y="497"/>
                      </a:cubicBezTo>
                      <a:cubicBezTo>
                        <a:pt x="237" y="497"/>
                        <a:pt x="252" y="501"/>
                        <a:pt x="253" y="510"/>
                      </a:cubicBezTo>
                      <a:cubicBezTo>
                        <a:pt x="254" y="519"/>
                        <a:pt x="275" y="533"/>
                        <a:pt x="282" y="528"/>
                      </a:cubicBezTo>
                      <a:cubicBezTo>
                        <a:pt x="289" y="523"/>
                        <a:pt x="267" y="512"/>
                        <a:pt x="283" y="505"/>
                      </a:cubicBezTo>
                      <a:cubicBezTo>
                        <a:pt x="299" y="498"/>
                        <a:pt x="298" y="516"/>
                        <a:pt x="298" y="516"/>
                      </a:cubicBezTo>
                      <a:cubicBezTo>
                        <a:pt x="305" y="522"/>
                        <a:pt x="305" y="522"/>
                        <a:pt x="305" y="522"/>
                      </a:cubicBezTo>
                      <a:cubicBezTo>
                        <a:pt x="306" y="521"/>
                        <a:pt x="308" y="521"/>
                        <a:pt x="311" y="522"/>
                      </a:cubicBezTo>
                      <a:cubicBezTo>
                        <a:pt x="313" y="523"/>
                        <a:pt x="314" y="523"/>
                        <a:pt x="316" y="524"/>
                      </a:cubicBezTo>
                      <a:cubicBezTo>
                        <a:pt x="317" y="523"/>
                        <a:pt x="318" y="521"/>
                        <a:pt x="318" y="520"/>
                      </a:cubicBezTo>
                      <a:cubicBezTo>
                        <a:pt x="319" y="516"/>
                        <a:pt x="330" y="513"/>
                        <a:pt x="333" y="515"/>
                      </a:cubicBezTo>
                      <a:cubicBezTo>
                        <a:pt x="336" y="517"/>
                        <a:pt x="331" y="538"/>
                        <a:pt x="338" y="541"/>
                      </a:cubicBezTo>
                      <a:cubicBezTo>
                        <a:pt x="345" y="544"/>
                        <a:pt x="360" y="555"/>
                        <a:pt x="360" y="555"/>
                      </a:cubicBezTo>
                      <a:cubicBezTo>
                        <a:pt x="360" y="555"/>
                        <a:pt x="358" y="560"/>
                        <a:pt x="358" y="565"/>
                      </a:cubicBezTo>
                      <a:cubicBezTo>
                        <a:pt x="363" y="571"/>
                        <a:pt x="368" y="577"/>
                        <a:pt x="371" y="583"/>
                      </a:cubicBezTo>
                      <a:cubicBezTo>
                        <a:pt x="371" y="583"/>
                        <a:pt x="371" y="583"/>
                        <a:pt x="371" y="583"/>
                      </a:cubicBezTo>
                      <a:cubicBezTo>
                        <a:pt x="375" y="585"/>
                        <a:pt x="378" y="587"/>
                        <a:pt x="378" y="587"/>
                      </a:cubicBezTo>
                      <a:cubicBezTo>
                        <a:pt x="387" y="600"/>
                        <a:pt x="387" y="600"/>
                        <a:pt x="387" y="600"/>
                      </a:cubicBezTo>
                      <a:cubicBezTo>
                        <a:pt x="387" y="600"/>
                        <a:pt x="389" y="624"/>
                        <a:pt x="399" y="626"/>
                      </a:cubicBezTo>
                      <a:cubicBezTo>
                        <a:pt x="409" y="628"/>
                        <a:pt x="409" y="644"/>
                        <a:pt x="409" y="644"/>
                      </a:cubicBezTo>
                      <a:cubicBezTo>
                        <a:pt x="431" y="644"/>
                        <a:pt x="431" y="644"/>
                        <a:pt x="431" y="644"/>
                      </a:cubicBezTo>
                      <a:cubicBezTo>
                        <a:pt x="443" y="656"/>
                        <a:pt x="443" y="656"/>
                        <a:pt x="443" y="656"/>
                      </a:cubicBezTo>
                      <a:cubicBezTo>
                        <a:pt x="451" y="654"/>
                        <a:pt x="458" y="652"/>
                        <a:pt x="465" y="656"/>
                      </a:cubicBezTo>
                      <a:cubicBezTo>
                        <a:pt x="475" y="661"/>
                        <a:pt x="504" y="686"/>
                        <a:pt x="526" y="703"/>
                      </a:cubicBezTo>
                      <a:cubicBezTo>
                        <a:pt x="527" y="704"/>
                        <a:pt x="528" y="704"/>
                        <a:pt x="529" y="704"/>
                      </a:cubicBezTo>
                      <a:cubicBezTo>
                        <a:pt x="535" y="704"/>
                        <a:pt x="546" y="706"/>
                        <a:pt x="546" y="706"/>
                      </a:cubicBezTo>
                      <a:cubicBezTo>
                        <a:pt x="546" y="706"/>
                        <a:pt x="549" y="720"/>
                        <a:pt x="565" y="715"/>
                      </a:cubicBezTo>
                      <a:cubicBezTo>
                        <a:pt x="581" y="710"/>
                        <a:pt x="584" y="703"/>
                        <a:pt x="584" y="703"/>
                      </a:cubicBezTo>
                      <a:cubicBezTo>
                        <a:pt x="600" y="705"/>
                        <a:pt x="600" y="705"/>
                        <a:pt x="600" y="705"/>
                      </a:cubicBezTo>
                      <a:cubicBezTo>
                        <a:pt x="606" y="691"/>
                        <a:pt x="606" y="691"/>
                        <a:pt x="606" y="691"/>
                      </a:cubicBezTo>
                      <a:cubicBezTo>
                        <a:pt x="620" y="689"/>
                        <a:pt x="620" y="689"/>
                        <a:pt x="620" y="689"/>
                      </a:cubicBezTo>
                      <a:cubicBezTo>
                        <a:pt x="636" y="674"/>
                        <a:pt x="636" y="674"/>
                        <a:pt x="636" y="674"/>
                      </a:cubicBezTo>
                      <a:cubicBezTo>
                        <a:pt x="641" y="682"/>
                        <a:pt x="641" y="682"/>
                        <a:pt x="641" y="682"/>
                      </a:cubicBezTo>
                      <a:cubicBezTo>
                        <a:pt x="649" y="680"/>
                        <a:pt x="656" y="679"/>
                        <a:pt x="659" y="683"/>
                      </a:cubicBezTo>
                      <a:cubicBezTo>
                        <a:pt x="672" y="694"/>
                        <a:pt x="686" y="717"/>
                        <a:pt x="688" y="735"/>
                      </a:cubicBezTo>
                      <a:cubicBezTo>
                        <a:pt x="690" y="754"/>
                        <a:pt x="718" y="752"/>
                        <a:pt x="718" y="752"/>
                      </a:cubicBezTo>
                      <a:cubicBezTo>
                        <a:pt x="718" y="752"/>
                        <a:pt x="717" y="759"/>
                        <a:pt x="730" y="762"/>
                      </a:cubicBezTo>
                      <a:cubicBezTo>
                        <a:pt x="743" y="765"/>
                        <a:pt x="774" y="761"/>
                        <a:pt x="774" y="761"/>
                      </a:cubicBezTo>
                      <a:cubicBezTo>
                        <a:pt x="774" y="761"/>
                        <a:pt x="800" y="781"/>
                        <a:pt x="805" y="781"/>
                      </a:cubicBezTo>
                      <a:cubicBezTo>
                        <a:pt x="810" y="781"/>
                        <a:pt x="828" y="772"/>
                        <a:pt x="828" y="772"/>
                      </a:cubicBezTo>
                      <a:cubicBezTo>
                        <a:pt x="828" y="772"/>
                        <a:pt x="854" y="788"/>
                        <a:pt x="872" y="789"/>
                      </a:cubicBezTo>
                      <a:cubicBezTo>
                        <a:pt x="878" y="789"/>
                        <a:pt x="884" y="788"/>
                        <a:pt x="889" y="786"/>
                      </a:cubicBezTo>
                      <a:lnTo>
                        <a:pt x="890" y="78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8" name="Freeform 234"/>
                <p:cNvSpPr>
                  <a:spLocks/>
                </p:cNvSpPr>
                <p:nvPr/>
              </p:nvSpPr>
              <p:spPr bwMode="gray">
                <a:xfrm>
                  <a:off x="609" y="-15189"/>
                  <a:ext cx="879" cy="563"/>
                </a:xfrm>
                <a:custGeom>
                  <a:avLst/>
                  <a:gdLst>
                    <a:gd name="T0" fmla="*/ 345 w 372"/>
                    <a:gd name="T1" fmla="*/ 142 h 238"/>
                    <a:gd name="T2" fmla="*/ 291 w 372"/>
                    <a:gd name="T3" fmla="*/ 132 h 238"/>
                    <a:gd name="T4" fmla="*/ 275 w 372"/>
                    <a:gd name="T5" fmla="*/ 99 h 238"/>
                    <a:gd name="T6" fmla="*/ 266 w 372"/>
                    <a:gd name="T7" fmla="*/ 79 h 238"/>
                    <a:gd name="T8" fmla="*/ 230 w 372"/>
                    <a:gd name="T9" fmla="*/ 87 h 238"/>
                    <a:gd name="T10" fmla="*/ 210 w 372"/>
                    <a:gd name="T11" fmla="*/ 90 h 238"/>
                    <a:gd name="T12" fmla="*/ 176 w 372"/>
                    <a:gd name="T13" fmla="*/ 76 h 238"/>
                    <a:gd name="T14" fmla="*/ 142 w 372"/>
                    <a:gd name="T15" fmla="*/ 77 h 238"/>
                    <a:gd name="T16" fmla="*/ 108 w 372"/>
                    <a:gd name="T17" fmla="*/ 75 h 238"/>
                    <a:gd name="T18" fmla="*/ 76 w 372"/>
                    <a:gd name="T19" fmla="*/ 62 h 238"/>
                    <a:gd name="T20" fmla="*/ 101 w 372"/>
                    <a:gd name="T21" fmla="*/ 43 h 238"/>
                    <a:gd name="T22" fmla="*/ 141 w 372"/>
                    <a:gd name="T23" fmla="*/ 45 h 238"/>
                    <a:gd name="T24" fmla="*/ 133 w 372"/>
                    <a:gd name="T25" fmla="*/ 12 h 238"/>
                    <a:gd name="T26" fmla="*/ 91 w 372"/>
                    <a:gd name="T27" fmla="*/ 21 h 238"/>
                    <a:gd name="T28" fmla="*/ 65 w 372"/>
                    <a:gd name="T29" fmla="*/ 25 h 238"/>
                    <a:gd name="T30" fmla="*/ 46 w 372"/>
                    <a:gd name="T31" fmla="*/ 43 h 238"/>
                    <a:gd name="T32" fmla="*/ 49 w 372"/>
                    <a:gd name="T33" fmla="*/ 66 h 238"/>
                    <a:gd name="T34" fmla="*/ 6 w 372"/>
                    <a:gd name="T35" fmla="*/ 82 h 238"/>
                    <a:gd name="T36" fmla="*/ 14 w 372"/>
                    <a:gd name="T37" fmla="*/ 100 h 238"/>
                    <a:gd name="T38" fmla="*/ 42 w 372"/>
                    <a:gd name="T39" fmla="*/ 114 h 238"/>
                    <a:gd name="T40" fmla="*/ 61 w 372"/>
                    <a:gd name="T41" fmla="*/ 158 h 238"/>
                    <a:gd name="T42" fmla="*/ 42 w 372"/>
                    <a:gd name="T43" fmla="*/ 206 h 238"/>
                    <a:gd name="T44" fmla="*/ 89 w 372"/>
                    <a:gd name="T45" fmla="*/ 199 h 238"/>
                    <a:gd name="T46" fmla="*/ 111 w 372"/>
                    <a:gd name="T47" fmla="*/ 189 h 238"/>
                    <a:gd name="T48" fmla="*/ 145 w 372"/>
                    <a:gd name="T49" fmla="*/ 189 h 238"/>
                    <a:gd name="T50" fmla="*/ 142 w 372"/>
                    <a:gd name="T51" fmla="*/ 168 h 238"/>
                    <a:gd name="T52" fmla="*/ 164 w 372"/>
                    <a:gd name="T53" fmla="*/ 135 h 238"/>
                    <a:gd name="T54" fmla="*/ 184 w 372"/>
                    <a:gd name="T55" fmla="*/ 168 h 238"/>
                    <a:gd name="T56" fmla="*/ 205 w 372"/>
                    <a:gd name="T57" fmla="*/ 210 h 238"/>
                    <a:gd name="T58" fmla="*/ 249 w 372"/>
                    <a:gd name="T59" fmla="*/ 216 h 238"/>
                    <a:gd name="T60" fmla="*/ 273 w 372"/>
                    <a:gd name="T61" fmla="*/ 197 h 238"/>
                    <a:gd name="T62" fmla="*/ 306 w 372"/>
                    <a:gd name="T63" fmla="*/ 202 h 238"/>
                    <a:gd name="T64" fmla="*/ 343 w 372"/>
                    <a:gd name="T65" fmla="*/ 194 h 238"/>
                    <a:gd name="T66" fmla="*/ 364 w 372"/>
                    <a:gd name="T67" fmla="*/ 197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72" h="238">
                      <a:moveTo>
                        <a:pt x="353" y="181"/>
                      </a:moveTo>
                      <a:cubicBezTo>
                        <a:pt x="346" y="174"/>
                        <a:pt x="345" y="152"/>
                        <a:pt x="345" y="142"/>
                      </a:cubicBezTo>
                      <a:cubicBezTo>
                        <a:pt x="345" y="132"/>
                        <a:pt x="333" y="129"/>
                        <a:pt x="319" y="125"/>
                      </a:cubicBezTo>
                      <a:cubicBezTo>
                        <a:pt x="305" y="121"/>
                        <a:pt x="301" y="136"/>
                        <a:pt x="291" y="132"/>
                      </a:cubicBezTo>
                      <a:cubicBezTo>
                        <a:pt x="281" y="128"/>
                        <a:pt x="289" y="110"/>
                        <a:pt x="289" y="103"/>
                      </a:cubicBezTo>
                      <a:cubicBezTo>
                        <a:pt x="289" y="96"/>
                        <a:pt x="275" y="99"/>
                        <a:pt x="275" y="99"/>
                      </a:cubicBezTo>
                      <a:cubicBezTo>
                        <a:pt x="275" y="82"/>
                        <a:pt x="275" y="82"/>
                        <a:pt x="275" y="82"/>
                      </a:cubicBezTo>
                      <a:cubicBezTo>
                        <a:pt x="266" y="79"/>
                        <a:pt x="266" y="79"/>
                        <a:pt x="266" y="79"/>
                      </a:cubicBezTo>
                      <a:cubicBezTo>
                        <a:pt x="258" y="88"/>
                        <a:pt x="258" y="88"/>
                        <a:pt x="258" y="88"/>
                      </a:cubicBezTo>
                      <a:cubicBezTo>
                        <a:pt x="230" y="87"/>
                        <a:pt x="230" y="87"/>
                        <a:pt x="230" y="87"/>
                      </a:cubicBezTo>
                      <a:cubicBezTo>
                        <a:pt x="230" y="87"/>
                        <a:pt x="226" y="90"/>
                        <a:pt x="216" y="93"/>
                      </a:cubicBezTo>
                      <a:cubicBezTo>
                        <a:pt x="206" y="96"/>
                        <a:pt x="210" y="90"/>
                        <a:pt x="210" y="90"/>
                      </a:cubicBezTo>
                      <a:cubicBezTo>
                        <a:pt x="210" y="90"/>
                        <a:pt x="198" y="93"/>
                        <a:pt x="195" y="93"/>
                      </a:cubicBezTo>
                      <a:cubicBezTo>
                        <a:pt x="192" y="93"/>
                        <a:pt x="181" y="75"/>
                        <a:pt x="176" y="76"/>
                      </a:cubicBezTo>
                      <a:cubicBezTo>
                        <a:pt x="171" y="77"/>
                        <a:pt x="160" y="85"/>
                        <a:pt x="154" y="86"/>
                      </a:cubicBezTo>
                      <a:cubicBezTo>
                        <a:pt x="148" y="87"/>
                        <a:pt x="142" y="77"/>
                        <a:pt x="142" y="77"/>
                      </a:cubicBezTo>
                      <a:cubicBezTo>
                        <a:pt x="142" y="77"/>
                        <a:pt x="135" y="76"/>
                        <a:pt x="130" y="78"/>
                      </a:cubicBezTo>
                      <a:cubicBezTo>
                        <a:pt x="125" y="80"/>
                        <a:pt x="108" y="75"/>
                        <a:pt x="108" y="75"/>
                      </a:cubicBezTo>
                      <a:cubicBezTo>
                        <a:pt x="108" y="75"/>
                        <a:pt x="93" y="80"/>
                        <a:pt x="86" y="81"/>
                      </a:cubicBezTo>
                      <a:cubicBezTo>
                        <a:pt x="79" y="82"/>
                        <a:pt x="76" y="62"/>
                        <a:pt x="76" y="62"/>
                      </a:cubicBezTo>
                      <a:cubicBezTo>
                        <a:pt x="85" y="59"/>
                        <a:pt x="85" y="59"/>
                        <a:pt x="85" y="59"/>
                      </a:cubicBezTo>
                      <a:cubicBezTo>
                        <a:pt x="85" y="59"/>
                        <a:pt x="88" y="44"/>
                        <a:pt x="101" y="43"/>
                      </a:cubicBezTo>
                      <a:cubicBezTo>
                        <a:pt x="114" y="42"/>
                        <a:pt x="124" y="52"/>
                        <a:pt x="131" y="56"/>
                      </a:cubicBezTo>
                      <a:cubicBezTo>
                        <a:pt x="138" y="60"/>
                        <a:pt x="140" y="49"/>
                        <a:pt x="141" y="45"/>
                      </a:cubicBezTo>
                      <a:cubicBezTo>
                        <a:pt x="142" y="41"/>
                        <a:pt x="117" y="33"/>
                        <a:pt x="117" y="33"/>
                      </a:cubicBezTo>
                      <a:cubicBezTo>
                        <a:pt x="133" y="12"/>
                        <a:pt x="133" y="12"/>
                        <a:pt x="133" y="12"/>
                      </a:cubicBezTo>
                      <a:cubicBezTo>
                        <a:pt x="133" y="12"/>
                        <a:pt x="118" y="0"/>
                        <a:pt x="114" y="2"/>
                      </a:cubicBezTo>
                      <a:cubicBezTo>
                        <a:pt x="110" y="4"/>
                        <a:pt x="99" y="16"/>
                        <a:pt x="91" y="21"/>
                      </a:cubicBezTo>
                      <a:cubicBezTo>
                        <a:pt x="83" y="26"/>
                        <a:pt x="80" y="12"/>
                        <a:pt x="74" y="12"/>
                      </a:cubicBezTo>
                      <a:cubicBezTo>
                        <a:pt x="68" y="12"/>
                        <a:pt x="66" y="21"/>
                        <a:pt x="65" y="25"/>
                      </a:cubicBezTo>
                      <a:cubicBezTo>
                        <a:pt x="64" y="29"/>
                        <a:pt x="77" y="36"/>
                        <a:pt x="71" y="42"/>
                      </a:cubicBezTo>
                      <a:cubicBezTo>
                        <a:pt x="65" y="48"/>
                        <a:pt x="46" y="43"/>
                        <a:pt x="46" y="43"/>
                      </a:cubicBezTo>
                      <a:cubicBezTo>
                        <a:pt x="59" y="57"/>
                        <a:pt x="59" y="57"/>
                        <a:pt x="59" y="57"/>
                      </a:cubicBezTo>
                      <a:cubicBezTo>
                        <a:pt x="49" y="66"/>
                        <a:pt x="49" y="66"/>
                        <a:pt x="49" y="66"/>
                      </a:cubicBezTo>
                      <a:cubicBezTo>
                        <a:pt x="49" y="66"/>
                        <a:pt x="61" y="71"/>
                        <a:pt x="46" y="80"/>
                      </a:cubicBezTo>
                      <a:cubicBezTo>
                        <a:pt x="31" y="89"/>
                        <a:pt x="12" y="77"/>
                        <a:pt x="6" y="82"/>
                      </a:cubicBezTo>
                      <a:cubicBezTo>
                        <a:pt x="0" y="87"/>
                        <a:pt x="0" y="97"/>
                        <a:pt x="0" y="97"/>
                      </a:cubicBezTo>
                      <a:cubicBezTo>
                        <a:pt x="14" y="100"/>
                        <a:pt x="14" y="100"/>
                        <a:pt x="14" y="100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1" y="108"/>
                        <a:pt x="37" y="109"/>
                        <a:pt x="42" y="114"/>
                      </a:cubicBezTo>
                      <a:cubicBezTo>
                        <a:pt x="47" y="119"/>
                        <a:pt x="36" y="128"/>
                        <a:pt x="42" y="138"/>
                      </a:cubicBezTo>
                      <a:cubicBezTo>
                        <a:pt x="48" y="148"/>
                        <a:pt x="61" y="147"/>
                        <a:pt x="61" y="158"/>
                      </a:cubicBezTo>
                      <a:cubicBezTo>
                        <a:pt x="61" y="169"/>
                        <a:pt x="51" y="179"/>
                        <a:pt x="44" y="187"/>
                      </a:cubicBezTo>
                      <a:cubicBezTo>
                        <a:pt x="40" y="191"/>
                        <a:pt x="41" y="200"/>
                        <a:pt x="42" y="206"/>
                      </a:cubicBezTo>
                      <a:cubicBezTo>
                        <a:pt x="48" y="211"/>
                        <a:pt x="56" y="217"/>
                        <a:pt x="58" y="218"/>
                      </a:cubicBezTo>
                      <a:cubicBezTo>
                        <a:pt x="61" y="219"/>
                        <a:pt x="86" y="199"/>
                        <a:pt x="89" y="199"/>
                      </a:cubicBezTo>
                      <a:cubicBezTo>
                        <a:pt x="92" y="199"/>
                        <a:pt x="103" y="216"/>
                        <a:pt x="107" y="214"/>
                      </a:cubicBezTo>
                      <a:cubicBezTo>
                        <a:pt x="111" y="212"/>
                        <a:pt x="106" y="194"/>
                        <a:pt x="111" y="189"/>
                      </a:cubicBezTo>
                      <a:cubicBezTo>
                        <a:pt x="116" y="184"/>
                        <a:pt x="138" y="183"/>
                        <a:pt x="138" y="183"/>
                      </a:cubicBezTo>
                      <a:cubicBezTo>
                        <a:pt x="145" y="189"/>
                        <a:pt x="145" y="189"/>
                        <a:pt x="145" y="189"/>
                      </a:cubicBezTo>
                      <a:cubicBezTo>
                        <a:pt x="150" y="175"/>
                        <a:pt x="150" y="175"/>
                        <a:pt x="150" y="175"/>
                      </a:cubicBezTo>
                      <a:cubicBezTo>
                        <a:pt x="150" y="175"/>
                        <a:pt x="142" y="175"/>
                        <a:pt x="142" y="168"/>
                      </a:cubicBezTo>
                      <a:cubicBezTo>
                        <a:pt x="142" y="161"/>
                        <a:pt x="156" y="158"/>
                        <a:pt x="156" y="154"/>
                      </a:cubicBezTo>
                      <a:cubicBezTo>
                        <a:pt x="156" y="150"/>
                        <a:pt x="155" y="135"/>
                        <a:pt x="164" y="135"/>
                      </a:cubicBezTo>
                      <a:cubicBezTo>
                        <a:pt x="173" y="135"/>
                        <a:pt x="184" y="144"/>
                        <a:pt x="184" y="149"/>
                      </a:cubicBezTo>
                      <a:cubicBezTo>
                        <a:pt x="184" y="154"/>
                        <a:pt x="184" y="168"/>
                        <a:pt x="184" y="168"/>
                      </a:cubicBezTo>
                      <a:cubicBezTo>
                        <a:pt x="198" y="168"/>
                        <a:pt x="198" y="168"/>
                        <a:pt x="198" y="168"/>
                      </a:cubicBezTo>
                      <a:cubicBezTo>
                        <a:pt x="205" y="210"/>
                        <a:pt x="205" y="210"/>
                        <a:pt x="205" y="210"/>
                      </a:cubicBezTo>
                      <a:cubicBezTo>
                        <a:pt x="205" y="210"/>
                        <a:pt x="221" y="238"/>
                        <a:pt x="228" y="235"/>
                      </a:cubicBezTo>
                      <a:cubicBezTo>
                        <a:pt x="235" y="232"/>
                        <a:pt x="249" y="216"/>
                        <a:pt x="249" y="216"/>
                      </a:cubicBezTo>
                      <a:cubicBezTo>
                        <a:pt x="259" y="216"/>
                        <a:pt x="259" y="216"/>
                        <a:pt x="259" y="216"/>
                      </a:cubicBezTo>
                      <a:cubicBezTo>
                        <a:pt x="259" y="216"/>
                        <a:pt x="266" y="205"/>
                        <a:pt x="273" y="197"/>
                      </a:cubicBezTo>
                      <a:cubicBezTo>
                        <a:pt x="280" y="189"/>
                        <a:pt x="304" y="192"/>
                        <a:pt x="304" y="192"/>
                      </a:cubicBezTo>
                      <a:cubicBezTo>
                        <a:pt x="306" y="202"/>
                        <a:pt x="306" y="202"/>
                        <a:pt x="306" y="202"/>
                      </a:cubicBezTo>
                      <a:cubicBezTo>
                        <a:pt x="330" y="194"/>
                        <a:pt x="330" y="194"/>
                        <a:pt x="330" y="194"/>
                      </a:cubicBezTo>
                      <a:cubicBezTo>
                        <a:pt x="343" y="194"/>
                        <a:pt x="343" y="194"/>
                        <a:pt x="343" y="194"/>
                      </a:cubicBezTo>
                      <a:cubicBezTo>
                        <a:pt x="350" y="199"/>
                        <a:pt x="350" y="199"/>
                        <a:pt x="350" y="199"/>
                      </a:cubicBezTo>
                      <a:cubicBezTo>
                        <a:pt x="355" y="199"/>
                        <a:pt x="361" y="199"/>
                        <a:pt x="364" y="197"/>
                      </a:cubicBezTo>
                      <a:cubicBezTo>
                        <a:pt x="372" y="191"/>
                        <a:pt x="360" y="188"/>
                        <a:pt x="353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9" name="Freeform 235"/>
                <p:cNvSpPr>
                  <a:spLocks/>
                </p:cNvSpPr>
                <p:nvPr/>
              </p:nvSpPr>
              <p:spPr bwMode="gray">
                <a:xfrm>
                  <a:off x="789" y="-15460"/>
                  <a:ext cx="1060" cy="498"/>
                </a:xfrm>
                <a:custGeom>
                  <a:avLst/>
                  <a:gdLst>
                    <a:gd name="T0" fmla="*/ 46 w 449"/>
                    <a:gd name="T1" fmla="*/ 96 h 211"/>
                    <a:gd name="T2" fmla="*/ 76 w 449"/>
                    <a:gd name="T3" fmla="*/ 107 h 211"/>
                    <a:gd name="T4" fmla="*/ 84 w 449"/>
                    <a:gd name="T5" fmla="*/ 98 h 211"/>
                    <a:gd name="T6" fmla="*/ 95 w 449"/>
                    <a:gd name="T7" fmla="*/ 106 h 211"/>
                    <a:gd name="T8" fmla="*/ 114 w 449"/>
                    <a:gd name="T9" fmla="*/ 117 h 211"/>
                    <a:gd name="T10" fmla="*/ 132 w 449"/>
                    <a:gd name="T11" fmla="*/ 124 h 211"/>
                    <a:gd name="T12" fmla="*/ 129 w 449"/>
                    <a:gd name="T13" fmla="*/ 141 h 211"/>
                    <a:gd name="T14" fmla="*/ 115 w 449"/>
                    <a:gd name="T15" fmla="*/ 149 h 211"/>
                    <a:gd name="T16" fmla="*/ 84 w 449"/>
                    <a:gd name="T17" fmla="*/ 152 h 211"/>
                    <a:gd name="T18" fmla="*/ 65 w 449"/>
                    <a:gd name="T19" fmla="*/ 160 h 211"/>
                    <a:gd name="T20" fmla="*/ 25 w 449"/>
                    <a:gd name="T21" fmla="*/ 158 h 211"/>
                    <a:gd name="T22" fmla="*/ 0 w 449"/>
                    <a:gd name="T23" fmla="*/ 177 h 211"/>
                    <a:gd name="T24" fmla="*/ 32 w 449"/>
                    <a:gd name="T25" fmla="*/ 190 h 211"/>
                    <a:gd name="T26" fmla="*/ 66 w 449"/>
                    <a:gd name="T27" fmla="*/ 192 h 211"/>
                    <a:gd name="T28" fmla="*/ 100 w 449"/>
                    <a:gd name="T29" fmla="*/ 191 h 211"/>
                    <a:gd name="T30" fmla="*/ 134 w 449"/>
                    <a:gd name="T31" fmla="*/ 205 h 211"/>
                    <a:gd name="T32" fmla="*/ 154 w 449"/>
                    <a:gd name="T33" fmla="*/ 202 h 211"/>
                    <a:gd name="T34" fmla="*/ 190 w 449"/>
                    <a:gd name="T35" fmla="*/ 194 h 211"/>
                    <a:gd name="T36" fmla="*/ 211 w 449"/>
                    <a:gd name="T37" fmla="*/ 195 h 211"/>
                    <a:gd name="T38" fmla="*/ 231 w 449"/>
                    <a:gd name="T39" fmla="*/ 157 h 211"/>
                    <a:gd name="T40" fmla="*/ 250 w 449"/>
                    <a:gd name="T41" fmla="*/ 145 h 211"/>
                    <a:gd name="T42" fmla="*/ 278 w 449"/>
                    <a:gd name="T43" fmla="*/ 155 h 211"/>
                    <a:gd name="T44" fmla="*/ 304 w 449"/>
                    <a:gd name="T45" fmla="*/ 153 h 211"/>
                    <a:gd name="T46" fmla="*/ 327 w 449"/>
                    <a:gd name="T47" fmla="*/ 112 h 211"/>
                    <a:gd name="T48" fmla="*/ 378 w 449"/>
                    <a:gd name="T49" fmla="*/ 98 h 211"/>
                    <a:gd name="T50" fmla="*/ 429 w 449"/>
                    <a:gd name="T51" fmla="*/ 65 h 211"/>
                    <a:gd name="T52" fmla="*/ 443 w 449"/>
                    <a:gd name="T53" fmla="*/ 46 h 211"/>
                    <a:gd name="T54" fmla="*/ 401 w 449"/>
                    <a:gd name="T55" fmla="*/ 41 h 211"/>
                    <a:gd name="T56" fmla="*/ 372 w 449"/>
                    <a:gd name="T57" fmla="*/ 23 h 211"/>
                    <a:gd name="T58" fmla="*/ 332 w 449"/>
                    <a:gd name="T59" fmla="*/ 16 h 211"/>
                    <a:gd name="T60" fmla="*/ 238 w 449"/>
                    <a:gd name="T61" fmla="*/ 14 h 211"/>
                    <a:gd name="T62" fmla="*/ 194 w 449"/>
                    <a:gd name="T63" fmla="*/ 12 h 211"/>
                    <a:gd name="T64" fmla="*/ 144 w 449"/>
                    <a:gd name="T65" fmla="*/ 5 h 211"/>
                    <a:gd name="T66" fmla="*/ 138 w 449"/>
                    <a:gd name="T67" fmla="*/ 37 h 211"/>
                    <a:gd name="T68" fmla="*/ 61 w 449"/>
                    <a:gd name="T69" fmla="*/ 18 h 211"/>
                    <a:gd name="T70" fmla="*/ 57 w 449"/>
                    <a:gd name="T71" fmla="*/ 54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49" h="211">
                      <a:moveTo>
                        <a:pt x="23" y="88"/>
                      </a:moveTo>
                      <a:cubicBezTo>
                        <a:pt x="46" y="96"/>
                        <a:pt x="46" y="96"/>
                        <a:pt x="46" y="96"/>
                      </a:cubicBezTo>
                      <a:cubicBezTo>
                        <a:pt x="46" y="96"/>
                        <a:pt x="47" y="101"/>
                        <a:pt x="52" y="105"/>
                      </a:cubicBezTo>
                      <a:cubicBezTo>
                        <a:pt x="57" y="109"/>
                        <a:pt x="76" y="107"/>
                        <a:pt x="76" y="107"/>
                      </a:cubicBezTo>
                      <a:cubicBezTo>
                        <a:pt x="75" y="98"/>
                        <a:pt x="75" y="98"/>
                        <a:pt x="75" y="98"/>
                      </a:cubicBezTo>
                      <a:cubicBezTo>
                        <a:pt x="84" y="98"/>
                        <a:pt x="84" y="98"/>
                        <a:pt x="84" y="98"/>
                      </a:cubicBezTo>
                      <a:cubicBezTo>
                        <a:pt x="84" y="88"/>
                        <a:pt x="84" y="88"/>
                        <a:pt x="84" y="88"/>
                      </a:cubicBezTo>
                      <a:cubicBezTo>
                        <a:pt x="95" y="106"/>
                        <a:pt x="95" y="106"/>
                        <a:pt x="95" y="106"/>
                      </a:cubicBezTo>
                      <a:cubicBezTo>
                        <a:pt x="108" y="106"/>
                        <a:pt x="108" y="106"/>
                        <a:pt x="108" y="106"/>
                      </a:cubicBezTo>
                      <a:cubicBezTo>
                        <a:pt x="114" y="117"/>
                        <a:pt x="114" y="117"/>
                        <a:pt x="114" y="117"/>
                      </a:cubicBezTo>
                      <a:cubicBezTo>
                        <a:pt x="127" y="119"/>
                        <a:pt x="127" y="119"/>
                        <a:pt x="127" y="119"/>
                      </a:cubicBezTo>
                      <a:cubicBezTo>
                        <a:pt x="132" y="124"/>
                        <a:pt x="132" y="124"/>
                        <a:pt x="132" y="124"/>
                      </a:cubicBezTo>
                      <a:cubicBezTo>
                        <a:pt x="132" y="124"/>
                        <a:pt x="161" y="118"/>
                        <a:pt x="151" y="130"/>
                      </a:cubicBezTo>
                      <a:cubicBezTo>
                        <a:pt x="141" y="142"/>
                        <a:pt x="129" y="141"/>
                        <a:pt x="129" y="141"/>
                      </a:cubicBezTo>
                      <a:cubicBezTo>
                        <a:pt x="129" y="147"/>
                        <a:pt x="129" y="147"/>
                        <a:pt x="129" y="147"/>
                      </a:cubicBezTo>
                      <a:cubicBezTo>
                        <a:pt x="115" y="149"/>
                        <a:pt x="115" y="149"/>
                        <a:pt x="115" y="149"/>
                      </a:cubicBezTo>
                      <a:cubicBezTo>
                        <a:pt x="115" y="149"/>
                        <a:pt x="113" y="158"/>
                        <a:pt x="104" y="162"/>
                      </a:cubicBezTo>
                      <a:cubicBezTo>
                        <a:pt x="95" y="166"/>
                        <a:pt x="91" y="150"/>
                        <a:pt x="84" y="152"/>
                      </a:cubicBezTo>
                      <a:cubicBezTo>
                        <a:pt x="80" y="153"/>
                        <a:pt x="71" y="156"/>
                        <a:pt x="64" y="159"/>
                      </a:cubicBezTo>
                      <a:cubicBezTo>
                        <a:pt x="65" y="159"/>
                        <a:pt x="65" y="159"/>
                        <a:pt x="65" y="160"/>
                      </a:cubicBezTo>
                      <a:cubicBezTo>
                        <a:pt x="64" y="164"/>
                        <a:pt x="62" y="175"/>
                        <a:pt x="55" y="171"/>
                      </a:cubicBezTo>
                      <a:cubicBezTo>
                        <a:pt x="48" y="167"/>
                        <a:pt x="38" y="157"/>
                        <a:pt x="25" y="158"/>
                      </a:cubicBezTo>
                      <a:cubicBezTo>
                        <a:pt x="12" y="159"/>
                        <a:pt x="9" y="174"/>
                        <a:pt x="9" y="174"/>
                      </a:cubicBezTo>
                      <a:cubicBezTo>
                        <a:pt x="0" y="177"/>
                        <a:pt x="0" y="177"/>
                        <a:pt x="0" y="177"/>
                      </a:cubicBezTo>
                      <a:cubicBezTo>
                        <a:pt x="0" y="177"/>
                        <a:pt x="3" y="197"/>
                        <a:pt x="10" y="196"/>
                      </a:cubicBezTo>
                      <a:cubicBezTo>
                        <a:pt x="17" y="195"/>
                        <a:pt x="32" y="190"/>
                        <a:pt x="32" y="190"/>
                      </a:cubicBezTo>
                      <a:cubicBezTo>
                        <a:pt x="32" y="190"/>
                        <a:pt x="49" y="195"/>
                        <a:pt x="54" y="193"/>
                      </a:cubicBezTo>
                      <a:cubicBezTo>
                        <a:pt x="59" y="191"/>
                        <a:pt x="66" y="192"/>
                        <a:pt x="66" y="192"/>
                      </a:cubicBezTo>
                      <a:cubicBezTo>
                        <a:pt x="66" y="192"/>
                        <a:pt x="72" y="202"/>
                        <a:pt x="78" y="201"/>
                      </a:cubicBezTo>
                      <a:cubicBezTo>
                        <a:pt x="84" y="200"/>
                        <a:pt x="95" y="192"/>
                        <a:pt x="100" y="191"/>
                      </a:cubicBezTo>
                      <a:cubicBezTo>
                        <a:pt x="105" y="190"/>
                        <a:pt x="116" y="208"/>
                        <a:pt x="119" y="208"/>
                      </a:cubicBezTo>
                      <a:cubicBezTo>
                        <a:pt x="122" y="208"/>
                        <a:pt x="134" y="205"/>
                        <a:pt x="134" y="205"/>
                      </a:cubicBezTo>
                      <a:cubicBezTo>
                        <a:pt x="134" y="205"/>
                        <a:pt x="130" y="211"/>
                        <a:pt x="140" y="208"/>
                      </a:cubicBezTo>
                      <a:cubicBezTo>
                        <a:pt x="150" y="205"/>
                        <a:pt x="154" y="202"/>
                        <a:pt x="154" y="202"/>
                      </a:cubicBezTo>
                      <a:cubicBezTo>
                        <a:pt x="182" y="203"/>
                        <a:pt x="182" y="203"/>
                        <a:pt x="182" y="203"/>
                      </a:cubicBezTo>
                      <a:cubicBezTo>
                        <a:pt x="190" y="194"/>
                        <a:pt x="190" y="194"/>
                        <a:pt x="190" y="194"/>
                      </a:cubicBezTo>
                      <a:cubicBezTo>
                        <a:pt x="199" y="197"/>
                        <a:pt x="199" y="197"/>
                        <a:pt x="199" y="197"/>
                      </a:cubicBezTo>
                      <a:cubicBezTo>
                        <a:pt x="199" y="197"/>
                        <a:pt x="211" y="199"/>
                        <a:pt x="211" y="195"/>
                      </a:cubicBezTo>
                      <a:cubicBezTo>
                        <a:pt x="211" y="191"/>
                        <a:pt x="200" y="178"/>
                        <a:pt x="199" y="175"/>
                      </a:cubicBezTo>
                      <a:cubicBezTo>
                        <a:pt x="198" y="172"/>
                        <a:pt x="231" y="157"/>
                        <a:pt x="231" y="157"/>
                      </a:cubicBezTo>
                      <a:cubicBezTo>
                        <a:pt x="231" y="147"/>
                        <a:pt x="231" y="147"/>
                        <a:pt x="231" y="147"/>
                      </a:cubicBezTo>
                      <a:cubicBezTo>
                        <a:pt x="250" y="145"/>
                        <a:pt x="250" y="145"/>
                        <a:pt x="250" y="145"/>
                      </a:cubicBezTo>
                      <a:cubicBezTo>
                        <a:pt x="250" y="145"/>
                        <a:pt x="255" y="136"/>
                        <a:pt x="261" y="136"/>
                      </a:cubicBezTo>
                      <a:cubicBezTo>
                        <a:pt x="267" y="136"/>
                        <a:pt x="278" y="155"/>
                        <a:pt x="278" y="155"/>
                      </a:cubicBezTo>
                      <a:cubicBezTo>
                        <a:pt x="285" y="148"/>
                        <a:pt x="285" y="148"/>
                        <a:pt x="285" y="148"/>
                      </a:cubicBezTo>
                      <a:cubicBezTo>
                        <a:pt x="304" y="153"/>
                        <a:pt x="304" y="153"/>
                        <a:pt x="304" y="153"/>
                      </a:cubicBezTo>
                      <a:cubicBezTo>
                        <a:pt x="304" y="153"/>
                        <a:pt x="309" y="144"/>
                        <a:pt x="310" y="135"/>
                      </a:cubicBezTo>
                      <a:cubicBezTo>
                        <a:pt x="311" y="126"/>
                        <a:pt x="319" y="113"/>
                        <a:pt x="327" y="112"/>
                      </a:cubicBezTo>
                      <a:cubicBezTo>
                        <a:pt x="335" y="111"/>
                        <a:pt x="354" y="119"/>
                        <a:pt x="366" y="119"/>
                      </a:cubicBezTo>
                      <a:cubicBezTo>
                        <a:pt x="378" y="119"/>
                        <a:pt x="378" y="101"/>
                        <a:pt x="378" y="98"/>
                      </a:cubicBezTo>
                      <a:cubicBezTo>
                        <a:pt x="378" y="95"/>
                        <a:pt x="397" y="78"/>
                        <a:pt x="397" y="78"/>
                      </a:cubicBezTo>
                      <a:cubicBezTo>
                        <a:pt x="429" y="65"/>
                        <a:pt x="429" y="65"/>
                        <a:pt x="429" y="65"/>
                      </a:cubicBezTo>
                      <a:cubicBezTo>
                        <a:pt x="429" y="65"/>
                        <a:pt x="443" y="65"/>
                        <a:pt x="446" y="64"/>
                      </a:cubicBezTo>
                      <a:cubicBezTo>
                        <a:pt x="449" y="63"/>
                        <a:pt x="447" y="51"/>
                        <a:pt x="443" y="46"/>
                      </a:cubicBezTo>
                      <a:cubicBezTo>
                        <a:pt x="429" y="41"/>
                        <a:pt x="429" y="41"/>
                        <a:pt x="429" y="41"/>
                      </a:cubicBezTo>
                      <a:cubicBezTo>
                        <a:pt x="401" y="41"/>
                        <a:pt x="401" y="41"/>
                        <a:pt x="401" y="41"/>
                      </a:cubicBezTo>
                      <a:cubicBezTo>
                        <a:pt x="384" y="23"/>
                        <a:pt x="384" y="23"/>
                        <a:pt x="384" y="23"/>
                      </a:cubicBezTo>
                      <a:cubicBezTo>
                        <a:pt x="372" y="23"/>
                        <a:pt x="372" y="23"/>
                        <a:pt x="372" y="23"/>
                      </a:cubicBezTo>
                      <a:cubicBezTo>
                        <a:pt x="364" y="15"/>
                        <a:pt x="364" y="15"/>
                        <a:pt x="364" y="15"/>
                      </a:cubicBezTo>
                      <a:cubicBezTo>
                        <a:pt x="332" y="16"/>
                        <a:pt x="332" y="16"/>
                        <a:pt x="332" y="16"/>
                      </a:cubicBezTo>
                      <a:cubicBezTo>
                        <a:pt x="332" y="16"/>
                        <a:pt x="302" y="12"/>
                        <a:pt x="294" y="13"/>
                      </a:cubicBezTo>
                      <a:cubicBezTo>
                        <a:pt x="286" y="14"/>
                        <a:pt x="238" y="14"/>
                        <a:pt x="238" y="14"/>
                      </a:cubicBezTo>
                      <a:cubicBezTo>
                        <a:pt x="226" y="18"/>
                        <a:pt x="226" y="18"/>
                        <a:pt x="226" y="18"/>
                      </a:cubicBezTo>
                      <a:cubicBezTo>
                        <a:pt x="226" y="18"/>
                        <a:pt x="198" y="12"/>
                        <a:pt x="194" y="12"/>
                      </a:cubicBezTo>
                      <a:cubicBezTo>
                        <a:pt x="190" y="12"/>
                        <a:pt x="180" y="0"/>
                        <a:pt x="170" y="0"/>
                      </a:cubicBezTo>
                      <a:cubicBezTo>
                        <a:pt x="160" y="0"/>
                        <a:pt x="147" y="2"/>
                        <a:pt x="144" y="5"/>
                      </a:cubicBezTo>
                      <a:cubicBezTo>
                        <a:pt x="141" y="8"/>
                        <a:pt x="149" y="43"/>
                        <a:pt x="149" y="43"/>
                      </a:cubicBezTo>
                      <a:cubicBezTo>
                        <a:pt x="138" y="37"/>
                        <a:pt x="138" y="37"/>
                        <a:pt x="138" y="37"/>
                      </a:cubicBezTo>
                      <a:cubicBezTo>
                        <a:pt x="115" y="37"/>
                        <a:pt x="115" y="37"/>
                        <a:pt x="115" y="37"/>
                      </a:cubicBezTo>
                      <a:cubicBezTo>
                        <a:pt x="115" y="37"/>
                        <a:pt x="84" y="17"/>
                        <a:pt x="61" y="18"/>
                      </a:cubicBezTo>
                      <a:cubicBezTo>
                        <a:pt x="38" y="19"/>
                        <a:pt x="37" y="48"/>
                        <a:pt x="37" y="48"/>
                      </a:cubicBezTo>
                      <a:cubicBezTo>
                        <a:pt x="37" y="48"/>
                        <a:pt x="55" y="49"/>
                        <a:pt x="57" y="54"/>
                      </a:cubicBezTo>
                      <a:cubicBezTo>
                        <a:pt x="59" y="59"/>
                        <a:pt x="23" y="88"/>
                        <a:pt x="23" y="8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0" name="Freeform 236"/>
                <p:cNvSpPr>
                  <a:spLocks/>
                </p:cNvSpPr>
                <p:nvPr/>
              </p:nvSpPr>
              <p:spPr bwMode="gray">
                <a:xfrm>
                  <a:off x="-997" y="-15411"/>
                  <a:ext cx="1592" cy="960"/>
                </a:xfrm>
                <a:custGeom>
                  <a:avLst/>
                  <a:gdLst>
                    <a:gd name="T0" fmla="*/ 24 w 674"/>
                    <a:gd name="T1" fmla="*/ 120 h 406"/>
                    <a:gd name="T2" fmla="*/ 60 w 674"/>
                    <a:gd name="T3" fmla="*/ 148 h 406"/>
                    <a:gd name="T4" fmla="*/ 75 w 674"/>
                    <a:gd name="T5" fmla="*/ 172 h 406"/>
                    <a:gd name="T6" fmla="*/ 71 w 674"/>
                    <a:gd name="T7" fmla="*/ 187 h 406"/>
                    <a:gd name="T8" fmla="*/ 94 w 674"/>
                    <a:gd name="T9" fmla="*/ 238 h 406"/>
                    <a:gd name="T10" fmla="*/ 96 w 674"/>
                    <a:gd name="T11" fmla="*/ 262 h 406"/>
                    <a:gd name="T12" fmla="*/ 126 w 674"/>
                    <a:gd name="T13" fmla="*/ 291 h 406"/>
                    <a:gd name="T14" fmla="*/ 141 w 674"/>
                    <a:gd name="T15" fmla="*/ 273 h 406"/>
                    <a:gd name="T16" fmla="*/ 205 w 674"/>
                    <a:gd name="T17" fmla="*/ 251 h 406"/>
                    <a:gd name="T18" fmla="*/ 234 w 674"/>
                    <a:gd name="T19" fmla="*/ 244 h 406"/>
                    <a:gd name="T20" fmla="*/ 256 w 674"/>
                    <a:gd name="T21" fmla="*/ 261 h 406"/>
                    <a:gd name="T22" fmla="*/ 299 w 674"/>
                    <a:gd name="T23" fmla="*/ 278 h 406"/>
                    <a:gd name="T24" fmla="*/ 345 w 674"/>
                    <a:gd name="T25" fmla="*/ 279 h 406"/>
                    <a:gd name="T26" fmla="*/ 377 w 674"/>
                    <a:gd name="T27" fmla="*/ 307 h 406"/>
                    <a:gd name="T28" fmla="*/ 439 w 674"/>
                    <a:gd name="T29" fmla="*/ 325 h 406"/>
                    <a:gd name="T30" fmla="*/ 447 w 674"/>
                    <a:gd name="T31" fmla="*/ 350 h 406"/>
                    <a:gd name="T32" fmla="*/ 453 w 674"/>
                    <a:gd name="T33" fmla="*/ 383 h 406"/>
                    <a:gd name="T34" fmla="*/ 484 w 674"/>
                    <a:gd name="T35" fmla="*/ 390 h 406"/>
                    <a:gd name="T36" fmla="*/ 530 w 674"/>
                    <a:gd name="T37" fmla="*/ 396 h 406"/>
                    <a:gd name="T38" fmla="*/ 560 w 674"/>
                    <a:gd name="T39" fmla="*/ 365 h 406"/>
                    <a:gd name="T40" fmla="*/ 589 w 674"/>
                    <a:gd name="T41" fmla="*/ 345 h 406"/>
                    <a:gd name="T42" fmla="*/ 623 w 674"/>
                    <a:gd name="T43" fmla="*/ 296 h 406"/>
                    <a:gd name="T44" fmla="*/ 652 w 674"/>
                    <a:gd name="T45" fmla="*/ 292 h 406"/>
                    <a:gd name="T46" fmla="*/ 667 w 674"/>
                    <a:gd name="T47" fmla="*/ 280 h 406"/>
                    <a:gd name="T48" fmla="*/ 635 w 674"/>
                    <a:gd name="T49" fmla="*/ 242 h 406"/>
                    <a:gd name="T50" fmla="*/ 595 w 674"/>
                    <a:gd name="T51" fmla="*/ 231 h 406"/>
                    <a:gd name="T52" fmla="*/ 563 w 674"/>
                    <a:gd name="T53" fmla="*/ 212 h 406"/>
                    <a:gd name="T54" fmla="*/ 536 w 674"/>
                    <a:gd name="T55" fmla="*/ 203 h 406"/>
                    <a:gd name="T56" fmla="*/ 500 w 674"/>
                    <a:gd name="T57" fmla="*/ 174 h 406"/>
                    <a:gd name="T58" fmla="*/ 455 w 674"/>
                    <a:gd name="T59" fmla="*/ 148 h 406"/>
                    <a:gd name="T60" fmla="*/ 431 w 674"/>
                    <a:gd name="T61" fmla="*/ 111 h 406"/>
                    <a:gd name="T62" fmla="*/ 398 w 674"/>
                    <a:gd name="T63" fmla="*/ 80 h 406"/>
                    <a:gd name="T64" fmla="*/ 362 w 674"/>
                    <a:gd name="T65" fmla="*/ 82 h 406"/>
                    <a:gd name="T66" fmla="*/ 338 w 674"/>
                    <a:gd name="T67" fmla="*/ 52 h 406"/>
                    <a:gd name="T68" fmla="*/ 320 w 674"/>
                    <a:gd name="T69" fmla="*/ 28 h 406"/>
                    <a:gd name="T70" fmla="*/ 288 w 674"/>
                    <a:gd name="T71" fmla="*/ 23 h 406"/>
                    <a:gd name="T72" fmla="*/ 274 w 674"/>
                    <a:gd name="T73" fmla="*/ 16 h 406"/>
                    <a:gd name="T74" fmla="*/ 258 w 674"/>
                    <a:gd name="T75" fmla="*/ 7 h 406"/>
                    <a:gd name="T76" fmla="*/ 258 w 674"/>
                    <a:gd name="T77" fmla="*/ 24 h 406"/>
                    <a:gd name="T78" fmla="*/ 231 w 674"/>
                    <a:gd name="T79" fmla="*/ 30 h 406"/>
                    <a:gd name="T80" fmla="*/ 211 w 674"/>
                    <a:gd name="T81" fmla="*/ 79 h 406"/>
                    <a:gd name="T82" fmla="*/ 156 w 674"/>
                    <a:gd name="T83" fmla="*/ 72 h 406"/>
                    <a:gd name="T84" fmla="*/ 112 w 674"/>
                    <a:gd name="T85" fmla="*/ 51 h 406"/>
                    <a:gd name="T86" fmla="*/ 51 w 674"/>
                    <a:gd name="T87" fmla="*/ 22 h 406"/>
                    <a:gd name="T88" fmla="*/ 60 w 674"/>
                    <a:gd name="T89" fmla="*/ 42 h 406"/>
                    <a:gd name="T90" fmla="*/ 110 w 674"/>
                    <a:gd name="T91" fmla="*/ 90 h 406"/>
                    <a:gd name="T92" fmla="*/ 82 w 674"/>
                    <a:gd name="T93" fmla="*/ 94 h 406"/>
                    <a:gd name="T94" fmla="*/ 52 w 674"/>
                    <a:gd name="T95" fmla="*/ 108 h 406"/>
                    <a:gd name="T96" fmla="*/ 40 w 674"/>
                    <a:gd name="T97" fmla="*/ 100 h 406"/>
                    <a:gd name="T98" fmla="*/ 19 w 674"/>
                    <a:gd name="T99" fmla="*/ 55 h 406"/>
                    <a:gd name="T100" fmla="*/ 14 w 674"/>
                    <a:gd name="T101" fmla="*/ 72 h 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674" h="406">
                      <a:moveTo>
                        <a:pt x="34" y="100"/>
                      </a:moveTo>
                      <a:cubicBezTo>
                        <a:pt x="34" y="104"/>
                        <a:pt x="24" y="115"/>
                        <a:pt x="24" y="120"/>
                      </a:cubicBezTo>
                      <a:cubicBezTo>
                        <a:pt x="24" y="126"/>
                        <a:pt x="40" y="151"/>
                        <a:pt x="40" y="151"/>
                      </a:cubicBezTo>
                      <a:cubicBezTo>
                        <a:pt x="60" y="148"/>
                        <a:pt x="60" y="148"/>
                        <a:pt x="60" y="148"/>
                      </a:cubicBezTo>
                      <a:cubicBezTo>
                        <a:pt x="62" y="166"/>
                        <a:pt x="62" y="166"/>
                        <a:pt x="62" y="166"/>
                      </a:cubicBezTo>
                      <a:cubicBezTo>
                        <a:pt x="75" y="172"/>
                        <a:pt x="75" y="172"/>
                        <a:pt x="75" y="172"/>
                      </a:cubicBezTo>
                      <a:cubicBezTo>
                        <a:pt x="75" y="172"/>
                        <a:pt x="46" y="171"/>
                        <a:pt x="50" y="180"/>
                      </a:cubicBezTo>
                      <a:cubicBezTo>
                        <a:pt x="54" y="190"/>
                        <a:pt x="64" y="184"/>
                        <a:pt x="71" y="187"/>
                      </a:cubicBezTo>
                      <a:cubicBezTo>
                        <a:pt x="78" y="190"/>
                        <a:pt x="90" y="203"/>
                        <a:pt x="90" y="203"/>
                      </a:cubicBezTo>
                      <a:cubicBezTo>
                        <a:pt x="94" y="238"/>
                        <a:pt x="94" y="238"/>
                        <a:pt x="94" y="238"/>
                      </a:cubicBezTo>
                      <a:cubicBezTo>
                        <a:pt x="99" y="240"/>
                        <a:pt x="99" y="240"/>
                        <a:pt x="99" y="240"/>
                      </a:cubicBezTo>
                      <a:cubicBezTo>
                        <a:pt x="99" y="240"/>
                        <a:pt x="96" y="254"/>
                        <a:pt x="96" y="262"/>
                      </a:cubicBezTo>
                      <a:cubicBezTo>
                        <a:pt x="96" y="270"/>
                        <a:pt x="106" y="291"/>
                        <a:pt x="106" y="291"/>
                      </a:cubicBezTo>
                      <a:cubicBezTo>
                        <a:pt x="106" y="291"/>
                        <a:pt x="122" y="292"/>
                        <a:pt x="126" y="291"/>
                      </a:cubicBezTo>
                      <a:cubicBezTo>
                        <a:pt x="130" y="290"/>
                        <a:pt x="141" y="281"/>
                        <a:pt x="141" y="281"/>
                      </a:cubicBezTo>
                      <a:cubicBezTo>
                        <a:pt x="141" y="273"/>
                        <a:pt x="141" y="273"/>
                        <a:pt x="141" y="273"/>
                      </a:cubicBezTo>
                      <a:cubicBezTo>
                        <a:pt x="141" y="273"/>
                        <a:pt x="167" y="250"/>
                        <a:pt x="178" y="248"/>
                      </a:cubicBezTo>
                      <a:cubicBezTo>
                        <a:pt x="189" y="246"/>
                        <a:pt x="205" y="251"/>
                        <a:pt x="205" y="251"/>
                      </a:cubicBezTo>
                      <a:cubicBezTo>
                        <a:pt x="205" y="251"/>
                        <a:pt x="207" y="245"/>
                        <a:pt x="210" y="243"/>
                      </a:cubicBezTo>
                      <a:cubicBezTo>
                        <a:pt x="213" y="241"/>
                        <a:pt x="234" y="244"/>
                        <a:pt x="234" y="244"/>
                      </a:cubicBezTo>
                      <a:cubicBezTo>
                        <a:pt x="234" y="244"/>
                        <a:pt x="243" y="239"/>
                        <a:pt x="249" y="243"/>
                      </a:cubicBezTo>
                      <a:cubicBezTo>
                        <a:pt x="255" y="247"/>
                        <a:pt x="256" y="261"/>
                        <a:pt x="256" y="261"/>
                      </a:cubicBezTo>
                      <a:cubicBezTo>
                        <a:pt x="256" y="261"/>
                        <a:pt x="268" y="261"/>
                        <a:pt x="273" y="261"/>
                      </a:cubicBezTo>
                      <a:cubicBezTo>
                        <a:pt x="278" y="261"/>
                        <a:pt x="299" y="278"/>
                        <a:pt x="299" y="278"/>
                      </a:cubicBezTo>
                      <a:cubicBezTo>
                        <a:pt x="302" y="274"/>
                        <a:pt x="302" y="274"/>
                        <a:pt x="302" y="274"/>
                      </a:cubicBezTo>
                      <a:cubicBezTo>
                        <a:pt x="302" y="274"/>
                        <a:pt x="340" y="275"/>
                        <a:pt x="345" y="279"/>
                      </a:cubicBezTo>
                      <a:cubicBezTo>
                        <a:pt x="350" y="283"/>
                        <a:pt x="358" y="301"/>
                        <a:pt x="358" y="301"/>
                      </a:cubicBezTo>
                      <a:cubicBezTo>
                        <a:pt x="358" y="301"/>
                        <a:pt x="371" y="303"/>
                        <a:pt x="377" y="307"/>
                      </a:cubicBezTo>
                      <a:cubicBezTo>
                        <a:pt x="383" y="311"/>
                        <a:pt x="397" y="327"/>
                        <a:pt x="397" y="327"/>
                      </a:cubicBezTo>
                      <a:cubicBezTo>
                        <a:pt x="439" y="325"/>
                        <a:pt x="439" y="325"/>
                        <a:pt x="439" y="325"/>
                      </a:cubicBezTo>
                      <a:cubicBezTo>
                        <a:pt x="440" y="347"/>
                        <a:pt x="440" y="347"/>
                        <a:pt x="440" y="347"/>
                      </a:cubicBezTo>
                      <a:cubicBezTo>
                        <a:pt x="447" y="350"/>
                        <a:pt x="447" y="350"/>
                        <a:pt x="447" y="350"/>
                      </a:cubicBezTo>
                      <a:cubicBezTo>
                        <a:pt x="446" y="365"/>
                        <a:pt x="446" y="365"/>
                        <a:pt x="446" y="365"/>
                      </a:cubicBezTo>
                      <a:cubicBezTo>
                        <a:pt x="453" y="383"/>
                        <a:pt x="453" y="383"/>
                        <a:pt x="453" y="383"/>
                      </a:cubicBezTo>
                      <a:cubicBezTo>
                        <a:pt x="453" y="383"/>
                        <a:pt x="467" y="393"/>
                        <a:pt x="472" y="393"/>
                      </a:cubicBezTo>
                      <a:cubicBezTo>
                        <a:pt x="477" y="393"/>
                        <a:pt x="484" y="390"/>
                        <a:pt x="484" y="390"/>
                      </a:cubicBezTo>
                      <a:cubicBezTo>
                        <a:pt x="500" y="406"/>
                        <a:pt x="500" y="406"/>
                        <a:pt x="500" y="406"/>
                      </a:cubicBezTo>
                      <a:cubicBezTo>
                        <a:pt x="500" y="406"/>
                        <a:pt x="525" y="405"/>
                        <a:pt x="530" y="396"/>
                      </a:cubicBezTo>
                      <a:cubicBezTo>
                        <a:pt x="535" y="387"/>
                        <a:pt x="535" y="371"/>
                        <a:pt x="535" y="371"/>
                      </a:cubicBezTo>
                      <a:cubicBezTo>
                        <a:pt x="535" y="371"/>
                        <a:pt x="553" y="372"/>
                        <a:pt x="560" y="365"/>
                      </a:cubicBezTo>
                      <a:cubicBezTo>
                        <a:pt x="567" y="358"/>
                        <a:pt x="580" y="349"/>
                        <a:pt x="580" y="349"/>
                      </a:cubicBezTo>
                      <a:cubicBezTo>
                        <a:pt x="580" y="349"/>
                        <a:pt x="589" y="351"/>
                        <a:pt x="589" y="345"/>
                      </a:cubicBezTo>
                      <a:cubicBezTo>
                        <a:pt x="589" y="339"/>
                        <a:pt x="584" y="311"/>
                        <a:pt x="594" y="301"/>
                      </a:cubicBezTo>
                      <a:cubicBezTo>
                        <a:pt x="604" y="291"/>
                        <a:pt x="623" y="296"/>
                        <a:pt x="623" y="296"/>
                      </a:cubicBezTo>
                      <a:cubicBezTo>
                        <a:pt x="623" y="296"/>
                        <a:pt x="622" y="279"/>
                        <a:pt x="630" y="279"/>
                      </a:cubicBezTo>
                      <a:cubicBezTo>
                        <a:pt x="638" y="279"/>
                        <a:pt x="652" y="292"/>
                        <a:pt x="652" y="292"/>
                      </a:cubicBezTo>
                      <a:cubicBezTo>
                        <a:pt x="674" y="292"/>
                        <a:pt x="674" y="292"/>
                        <a:pt x="674" y="292"/>
                      </a:cubicBezTo>
                      <a:cubicBezTo>
                        <a:pt x="674" y="289"/>
                        <a:pt x="673" y="285"/>
                        <a:pt x="667" y="280"/>
                      </a:cubicBezTo>
                      <a:cubicBezTo>
                        <a:pt x="656" y="272"/>
                        <a:pt x="668" y="260"/>
                        <a:pt x="668" y="260"/>
                      </a:cubicBezTo>
                      <a:cubicBezTo>
                        <a:pt x="635" y="242"/>
                        <a:pt x="635" y="242"/>
                        <a:pt x="635" y="242"/>
                      </a:cubicBezTo>
                      <a:cubicBezTo>
                        <a:pt x="620" y="244"/>
                        <a:pt x="620" y="244"/>
                        <a:pt x="620" y="244"/>
                      </a:cubicBezTo>
                      <a:cubicBezTo>
                        <a:pt x="620" y="244"/>
                        <a:pt x="602" y="236"/>
                        <a:pt x="595" y="231"/>
                      </a:cubicBezTo>
                      <a:cubicBezTo>
                        <a:pt x="588" y="226"/>
                        <a:pt x="574" y="215"/>
                        <a:pt x="574" y="215"/>
                      </a:cubicBezTo>
                      <a:cubicBezTo>
                        <a:pt x="563" y="212"/>
                        <a:pt x="563" y="212"/>
                        <a:pt x="563" y="212"/>
                      </a:cubicBezTo>
                      <a:cubicBezTo>
                        <a:pt x="554" y="204"/>
                        <a:pt x="554" y="204"/>
                        <a:pt x="554" y="204"/>
                      </a:cubicBezTo>
                      <a:cubicBezTo>
                        <a:pt x="536" y="203"/>
                        <a:pt x="536" y="203"/>
                        <a:pt x="536" y="203"/>
                      </a:cubicBezTo>
                      <a:cubicBezTo>
                        <a:pt x="516" y="191"/>
                        <a:pt x="516" y="191"/>
                        <a:pt x="516" y="191"/>
                      </a:cubicBezTo>
                      <a:cubicBezTo>
                        <a:pt x="516" y="191"/>
                        <a:pt x="504" y="175"/>
                        <a:pt x="500" y="174"/>
                      </a:cubicBezTo>
                      <a:cubicBezTo>
                        <a:pt x="496" y="172"/>
                        <a:pt x="483" y="170"/>
                        <a:pt x="476" y="167"/>
                      </a:cubicBezTo>
                      <a:cubicBezTo>
                        <a:pt x="470" y="164"/>
                        <a:pt x="458" y="159"/>
                        <a:pt x="455" y="148"/>
                      </a:cubicBezTo>
                      <a:cubicBezTo>
                        <a:pt x="452" y="138"/>
                        <a:pt x="444" y="126"/>
                        <a:pt x="444" y="126"/>
                      </a:cubicBezTo>
                      <a:cubicBezTo>
                        <a:pt x="431" y="111"/>
                        <a:pt x="431" y="111"/>
                        <a:pt x="431" y="111"/>
                      </a:cubicBezTo>
                      <a:cubicBezTo>
                        <a:pt x="422" y="92"/>
                        <a:pt x="422" y="92"/>
                        <a:pt x="422" y="92"/>
                      </a:cubicBezTo>
                      <a:cubicBezTo>
                        <a:pt x="398" y="80"/>
                        <a:pt x="398" y="80"/>
                        <a:pt x="398" y="80"/>
                      </a:cubicBezTo>
                      <a:cubicBezTo>
                        <a:pt x="398" y="86"/>
                        <a:pt x="398" y="86"/>
                        <a:pt x="398" y="86"/>
                      </a:cubicBezTo>
                      <a:cubicBezTo>
                        <a:pt x="362" y="82"/>
                        <a:pt x="362" y="82"/>
                        <a:pt x="362" y="82"/>
                      </a:cubicBezTo>
                      <a:cubicBezTo>
                        <a:pt x="362" y="82"/>
                        <a:pt x="336" y="83"/>
                        <a:pt x="331" y="74"/>
                      </a:cubicBezTo>
                      <a:cubicBezTo>
                        <a:pt x="326" y="64"/>
                        <a:pt x="338" y="52"/>
                        <a:pt x="338" y="52"/>
                      </a:cubicBezTo>
                      <a:cubicBezTo>
                        <a:pt x="328" y="47"/>
                        <a:pt x="328" y="47"/>
                        <a:pt x="328" y="47"/>
                      </a:cubicBezTo>
                      <a:cubicBezTo>
                        <a:pt x="328" y="47"/>
                        <a:pt x="330" y="32"/>
                        <a:pt x="320" y="28"/>
                      </a:cubicBezTo>
                      <a:cubicBezTo>
                        <a:pt x="311" y="24"/>
                        <a:pt x="298" y="27"/>
                        <a:pt x="298" y="27"/>
                      </a:cubicBezTo>
                      <a:cubicBezTo>
                        <a:pt x="288" y="23"/>
                        <a:pt x="288" y="23"/>
                        <a:pt x="288" y="23"/>
                      </a:cubicBezTo>
                      <a:cubicBezTo>
                        <a:pt x="290" y="15"/>
                        <a:pt x="290" y="15"/>
                        <a:pt x="290" y="15"/>
                      </a:cubicBezTo>
                      <a:cubicBezTo>
                        <a:pt x="274" y="16"/>
                        <a:pt x="274" y="16"/>
                        <a:pt x="274" y="16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58" y="7"/>
                        <a:pt x="258" y="7"/>
                        <a:pt x="258" y="7"/>
                      </a:cubicBezTo>
                      <a:cubicBezTo>
                        <a:pt x="238" y="6"/>
                        <a:pt x="238" y="6"/>
                        <a:pt x="238" y="6"/>
                      </a:cubicBezTo>
                      <a:cubicBezTo>
                        <a:pt x="258" y="24"/>
                        <a:pt x="258" y="24"/>
                        <a:pt x="258" y="24"/>
                      </a:cubicBezTo>
                      <a:cubicBezTo>
                        <a:pt x="258" y="24"/>
                        <a:pt x="239" y="16"/>
                        <a:pt x="235" y="18"/>
                      </a:cubicBezTo>
                      <a:cubicBezTo>
                        <a:pt x="231" y="19"/>
                        <a:pt x="231" y="30"/>
                        <a:pt x="231" y="30"/>
                      </a:cubicBezTo>
                      <a:cubicBezTo>
                        <a:pt x="231" y="30"/>
                        <a:pt x="199" y="36"/>
                        <a:pt x="198" y="50"/>
                      </a:cubicBezTo>
                      <a:cubicBezTo>
                        <a:pt x="196" y="63"/>
                        <a:pt x="211" y="79"/>
                        <a:pt x="211" y="79"/>
                      </a:cubicBezTo>
                      <a:cubicBezTo>
                        <a:pt x="167" y="79"/>
                        <a:pt x="167" y="79"/>
                        <a:pt x="167" y="79"/>
                      </a:cubicBezTo>
                      <a:cubicBezTo>
                        <a:pt x="167" y="79"/>
                        <a:pt x="163" y="72"/>
                        <a:pt x="156" y="72"/>
                      </a:cubicBezTo>
                      <a:cubicBezTo>
                        <a:pt x="150" y="72"/>
                        <a:pt x="151" y="87"/>
                        <a:pt x="140" y="82"/>
                      </a:cubicBezTo>
                      <a:cubicBezTo>
                        <a:pt x="130" y="76"/>
                        <a:pt x="112" y="51"/>
                        <a:pt x="112" y="51"/>
                      </a:cubicBezTo>
                      <a:cubicBezTo>
                        <a:pt x="112" y="51"/>
                        <a:pt x="102" y="38"/>
                        <a:pt x="94" y="34"/>
                      </a:cubicBezTo>
                      <a:cubicBezTo>
                        <a:pt x="86" y="30"/>
                        <a:pt x="54" y="18"/>
                        <a:pt x="51" y="22"/>
                      </a:cubicBezTo>
                      <a:cubicBezTo>
                        <a:pt x="48" y="26"/>
                        <a:pt x="50" y="32"/>
                        <a:pt x="50" y="32"/>
                      </a:cubicBezTo>
                      <a:cubicBezTo>
                        <a:pt x="50" y="32"/>
                        <a:pt x="60" y="38"/>
                        <a:pt x="60" y="42"/>
                      </a:cubicBezTo>
                      <a:cubicBezTo>
                        <a:pt x="60" y="46"/>
                        <a:pt x="63" y="46"/>
                        <a:pt x="70" y="58"/>
                      </a:cubicBezTo>
                      <a:cubicBezTo>
                        <a:pt x="76" y="70"/>
                        <a:pt x="112" y="79"/>
                        <a:pt x="110" y="90"/>
                      </a:cubicBezTo>
                      <a:cubicBezTo>
                        <a:pt x="107" y="100"/>
                        <a:pt x="107" y="106"/>
                        <a:pt x="100" y="104"/>
                      </a:cubicBezTo>
                      <a:cubicBezTo>
                        <a:pt x="94" y="103"/>
                        <a:pt x="79" y="90"/>
                        <a:pt x="82" y="94"/>
                      </a:cubicBezTo>
                      <a:cubicBezTo>
                        <a:pt x="84" y="98"/>
                        <a:pt x="79" y="107"/>
                        <a:pt x="79" y="107"/>
                      </a:cubicBezTo>
                      <a:cubicBezTo>
                        <a:pt x="52" y="108"/>
                        <a:pt x="52" y="108"/>
                        <a:pt x="52" y="108"/>
                      </a:cubicBezTo>
                      <a:cubicBezTo>
                        <a:pt x="44" y="95"/>
                        <a:pt x="44" y="95"/>
                        <a:pt x="44" y="95"/>
                      </a:cubicBezTo>
                      <a:cubicBezTo>
                        <a:pt x="40" y="100"/>
                        <a:pt x="40" y="100"/>
                        <a:pt x="40" y="100"/>
                      </a:cubicBezTo>
                      <a:cubicBezTo>
                        <a:pt x="40" y="100"/>
                        <a:pt x="30" y="90"/>
                        <a:pt x="24" y="80"/>
                      </a:cubicBezTo>
                      <a:cubicBezTo>
                        <a:pt x="19" y="71"/>
                        <a:pt x="23" y="56"/>
                        <a:pt x="19" y="55"/>
                      </a:cubicBezTo>
                      <a:cubicBezTo>
                        <a:pt x="15" y="54"/>
                        <a:pt x="3" y="47"/>
                        <a:pt x="2" y="52"/>
                      </a:cubicBezTo>
                      <a:cubicBezTo>
                        <a:pt x="0" y="58"/>
                        <a:pt x="14" y="72"/>
                        <a:pt x="14" y="72"/>
                      </a:cubicBezTo>
                      <a:cubicBezTo>
                        <a:pt x="14" y="72"/>
                        <a:pt x="34" y="96"/>
                        <a:pt x="34" y="10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1" name="Freeform 237"/>
                <p:cNvSpPr>
                  <a:spLocks/>
                </p:cNvSpPr>
                <p:nvPr/>
              </p:nvSpPr>
              <p:spPr bwMode="gray">
                <a:xfrm>
                  <a:off x="2" y="-14870"/>
                  <a:ext cx="1434" cy="1163"/>
                </a:xfrm>
                <a:custGeom>
                  <a:avLst/>
                  <a:gdLst>
                    <a:gd name="T0" fmla="*/ 607 w 607"/>
                    <a:gd name="T1" fmla="*/ 64 h 492"/>
                    <a:gd name="T2" fmla="*/ 587 w 607"/>
                    <a:gd name="T3" fmla="*/ 59 h 492"/>
                    <a:gd name="T4" fmla="*/ 561 w 607"/>
                    <a:gd name="T5" fmla="*/ 57 h 492"/>
                    <a:gd name="T6" fmla="*/ 516 w 607"/>
                    <a:gd name="T7" fmla="*/ 81 h 492"/>
                    <a:gd name="T8" fmla="*/ 485 w 607"/>
                    <a:gd name="T9" fmla="*/ 100 h 492"/>
                    <a:gd name="T10" fmla="*/ 455 w 607"/>
                    <a:gd name="T11" fmla="*/ 33 h 492"/>
                    <a:gd name="T12" fmla="*/ 441 w 607"/>
                    <a:gd name="T13" fmla="*/ 14 h 492"/>
                    <a:gd name="T14" fmla="*/ 413 w 607"/>
                    <a:gd name="T15" fmla="*/ 19 h 492"/>
                    <a:gd name="T16" fmla="*/ 407 w 607"/>
                    <a:gd name="T17" fmla="*/ 40 h 492"/>
                    <a:gd name="T18" fmla="*/ 395 w 607"/>
                    <a:gd name="T19" fmla="*/ 48 h 492"/>
                    <a:gd name="T20" fmla="*/ 364 w 607"/>
                    <a:gd name="T21" fmla="*/ 79 h 492"/>
                    <a:gd name="T22" fmla="*/ 315 w 607"/>
                    <a:gd name="T23" fmla="*/ 83 h 492"/>
                    <a:gd name="T24" fmla="*/ 287 w 607"/>
                    <a:gd name="T25" fmla="*/ 66 h 492"/>
                    <a:gd name="T26" fmla="*/ 267 w 607"/>
                    <a:gd name="T27" fmla="*/ 57 h 492"/>
                    <a:gd name="T28" fmla="*/ 229 w 607"/>
                    <a:gd name="T29" fmla="*/ 63 h 492"/>
                    <a:gd name="T30" fmla="*/ 200 w 607"/>
                    <a:gd name="T31" fmla="*/ 67 h 492"/>
                    <a:gd name="T32" fmla="*/ 166 w 607"/>
                    <a:gd name="T33" fmla="*/ 116 h 492"/>
                    <a:gd name="T34" fmla="*/ 137 w 607"/>
                    <a:gd name="T35" fmla="*/ 136 h 492"/>
                    <a:gd name="T36" fmla="*/ 107 w 607"/>
                    <a:gd name="T37" fmla="*/ 167 h 492"/>
                    <a:gd name="T38" fmla="*/ 61 w 607"/>
                    <a:gd name="T39" fmla="*/ 161 h 492"/>
                    <a:gd name="T40" fmla="*/ 30 w 607"/>
                    <a:gd name="T41" fmla="*/ 154 h 492"/>
                    <a:gd name="T42" fmla="*/ 29 w 607"/>
                    <a:gd name="T43" fmla="*/ 205 h 492"/>
                    <a:gd name="T44" fmla="*/ 20 w 607"/>
                    <a:gd name="T45" fmla="*/ 220 h 492"/>
                    <a:gd name="T46" fmla="*/ 11 w 607"/>
                    <a:gd name="T47" fmla="*/ 244 h 492"/>
                    <a:gd name="T48" fmla="*/ 31 w 607"/>
                    <a:gd name="T49" fmla="*/ 266 h 492"/>
                    <a:gd name="T50" fmla="*/ 40 w 607"/>
                    <a:gd name="T51" fmla="*/ 341 h 492"/>
                    <a:gd name="T52" fmla="*/ 70 w 607"/>
                    <a:gd name="T53" fmla="*/ 382 h 492"/>
                    <a:gd name="T54" fmla="*/ 79 w 607"/>
                    <a:gd name="T55" fmla="*/ 434 h 492"/>
                    <a:gd name="T56" fmla="*/ 61 w 607"/>
                    <a:gd name="T57" fmla="*/ 467 h 492"/>
                    <a:gd name="T58" fmla="*/ 142 w 607"/>
                    <a:gd name="T59" fmla="*/ 490 h 492"/>
                    <a:gd name="T60" fmla="*/ 196 w 607"/>
                    <a:gd name="T61" fmla="*/ 484 h 492"/>
                    <a:gd name="T62" fmla="*/ 218 w 607"/>
                    <a:gd name="T63" fmla="*/ 482 h 492"/>
                    <a:gd name="T64" fmla="*/ 307 w 607"/>
                    <a:gd name="T65" fmla="*/ 459 h 492"/>
                    <a:gd name="T66" fmla="*/ 298 w 607"/>
                    <a:gd name="T67" fmla="*/ 403 h 492"/>
                    <a:gd name="T68" fmla="*/ 327 w 607"/>
                    <a:gd name="T69" fmla="*/ 390 h 492"/>
                    <a:gd name="T70" fmla="*/ 348 w 607"/>
                    <a:gd name="T71" fmla="*/ 376 h 492"/>
                    <a:gd name="T72" fmla="*/ 381 w 607"/>
                    <a:gd name="T73" fmla="*/ 361 h 492"/>
                    <a:gd name="T74" fmla="*/ 409 w 607"/>
                    <a:gd name="T75" fmla="*/ 371 h 492"/>
                    <a:gd name="T76" fmla="*/ 417 w 607"/>
                    <a:gd name="T77" fmla="*/ 325 h 492"/>
                    <a:gd name="T78" fmla="*/ 425 w 607"/>
                    <a:gd name="T79" fmla="*/ 291 h 492"/>
                    <a:gd name="T80" fmla="*/ 462 w 607"/>
                    <a:gd name="T81" fmla="*/ 275 h 492"/>
                    <a:gd name="T82" fmla="*/ 447 w 607"/>
                    <a:gd name="T83" fmla="*/ 258 h 492"/>
                    <a:gd name="T84" fmla="*/ 434 w 607"/>
                    <a:gd name="T85" fmla="*/ 238 h 492"/>
                    <a:gd name="T86" fmla="*/ 456 w 607"/>
                    <a:gd name="T87" fmla="*/ 246 h 492"/>
                    <a:gd name="T88" fmla="*/ 467 w 607"/>
                    <a:gd name="T89" fmla="*/ 242 h 492"/>
                    <a:gd name="T90" fmla="*/ 479 w 607"/>
                    <a:gd name="T91" fmla="*/ 222 h 492"/>
                    <a:gd name="T92" fmla="*/ 494 w 607"/>
                    <a:gd name="T93" fmla="*/ 188 h 492"/>
                    <a:gd name="T94" fmla="*/ 479 w 607"/>
                    <a:gd name="T95" fmla="*/ 144 h 492"/>
                    <a:gd name="T96" fmla="*/ 486 w 607"/>
                    <a:gd name="T97" fmla="*/ 109 h 492"/>
                    <a:gd name="T98" fmla="*/ 540 w 607"/>
                    <a:gd name="T99" fmla="*/ 88 h 492"/>
                    <a:gd name="T100" fmla="*/ 584 w 607"/>
                    <a:gd name="T101" fmla="*/ 88 h 492"/>
                    <a:gd name="T102" fmla="*/ 602 w 607"/>
                    <a:gd name="T103" fmla="*/ 78 h 4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07" h="492">
                      <a:moveTo>
                        <a:pt x="596" y="71"/>
                      </a:moveTo>
                      <a:cubicBezTo>
                        <a:pt x="594" y="65"/>
                        <a:pt x="600" y="65"/>
                        <a:pt x="607" y="64"/>
                      </a:cubicBezTo>
                      <a:cubicBezTo>
                        <a:pt x="600" y="59"/>
                        <a:pt x="600" y="59"/>
                        <a:pt x="600" y="59"/>
                      </a:cubicBezTo>
                      <a:cubicBezTo>
                        <a:pt x="587" y="59"/>
                        <a:pt x="587" y="59"/>
                        <a:pt x="587" y="59"/>
                      </a:cubicBezTo>
                      <a:cubicBezTo>
                        <a:pt x="563" y="67"/>
                        <a:pt x="563" y="67"/>
                        <a:pt x="563" y="67"/>
                      </a:cubicBezTo>
                      <a:cubicBezTo>
                        <a:pt x="561" y="57"/>
                        <a:pt x="561" y="57"/>
                        <a:pt x="561" y="57"/>
                      </a:cubicBezTo>
                      <a:cubicBezTo>
                        <a:pt x="561" y="57"/>
                        <a:pt x="537" y="54"/>
                        <a:pt x="530" y="62"/>
                      </a:cubicBezTo>
                      <a:cubicBezTo>
                        <a:pt x="523" y="70"/>
                        <a:pt x="516" y="81"/>
                        <a:pt x="516" y="81"/>
                      </a:cubicBezTo>
                      <a:cubicBezTo>
                        <a:pt x="506" y="81"/>
                        <a:pt x="506" y="81"/>
                        <a:pt x="506" y="81"/>
                      </a:cubicBezTo>
                      <a:cubicBezTo>
                        <a:pt x="506" y="81"/>
                        <a:pt x="492" y="97"/>
                        <a:pt x="485" y="100"/>
                      </a:cubicBezTo>
                      <a:cubicBezTo>
                        <a:pt x="478" y="103"/>
                        <a:pt x="462" y="75"/>
                        <a:pt x="462" y="75"/>
                      </a:cubicBezTo>
                      <a:cubicBezTo>
                        <a:pt x="455" y="33"/>
                        <a:pt x="455" y="33"/>
                        <a:pt x="455" y="33"/>
                      </a:cubicBezTo>
                      <a:cubicBezTo>
                        <a:pt x="441" y="33"/>
                        <a:pt x="441" y="33"/>
                        <a:pt x="441" y="33"/>
                      </a:cubicBezTo>
                      <a:cubicBezTo>
                        <a:pt x="441" y="33"/>
                        <a:pt x="441" y="19"/>
                        <a:pt x="441" y="14"/>
                      </a:cubicBezTo>
                      <a:cubicBezTo>
                        <a:pt x="441" y="9"/>
                        <a:pt x="430" y="0"/>
                        <a:pt x="421" y="0"/>
                      </a:cubicBezTo>
                      <a:cubicBezTo>
                        <a:pt x="412" y="0"/>
                        <a:pt x="413" y="15"/>
                        <a:pt x="413" y="19"/>
                      </a:cubicBezTo>
                      <a:cubicBezTo>
                        <a:pt x="413" y="23"/>
                        <a:pt x="399" y="26"/>
                        <a:pt x="399" y="33"/>
                      </a:cubicBezTo>
                      <a:cubicBezTo>
                        <a:pt x="399" y="40"/>
                        <a:pt x="407" y="40"/>
                        <a:pt x="407" y="40"/>
                      </a:cubicBezTo>
                      <a:cubicBezTo>
                        <a:pt x="402" y="54"/>
                        <a:pt x="402" y="54"/>
                        <a:pt x="402" y="54"/>
                      </a:cubicBezTo>
                      <a:cubicBezTo>
                        <a:pt x="395" y="48"/>
                        <a:pt x="395" y="48"/>
                        <a:pt x="395" y="48"/>
                      </a:cubicBezTo>
                      <a:cubicBezTo>
                        <a:pt x="395" y="48"/>
                        <a:pt x="373" y="49"/>
                        <a:pt x="368" y="54"/>
                      </a:cubicBezTo>
                      <a:cubicBezTo>
                        <a:pt x="363" y="59"/>
                        <a:pt x="368" y="77"/>
                        <a:pt x="364" y="79"/>
                      </a:cubicBezTo>
                      <a:cubicBezTo>
                        <a:pt x="360" y="81"/>
                        <a:pt x="349" y="64"/>
                        <a:pt x="346" y="64"/>
                      </a:cubicBezTo>
                      <a:cubicBezTo>
                        <a:pt x="343" y="64"/>
                        <a:pt x="318" y="84"/>
                        <a:pt x="315" y="83"/>
                      </a:cubicBezTo>
                      <a:cubicBezTo>
                        <a:pt x="312" y="82"/>
                        <a:pt x="292" y="66"/>
                        <a:pt x="292" y="66"/>
                      </a:cubicBezTo>
                      <a:cubicBezTo>
                        <a:pt x="287" y="66"/>
                        <a:pt x="287" y="66"/>
                        <a:pt x="287" y="66"/>
                      </a:cubicBezTo>
                      <a:cubicBezTo>
                        <a:pt x="276" y="71"/>
                        <a:pt x="276" y="71"/>
                        <a:pt x="276" y="71"/>
                      </a:cubicBezTo>
                      <a:cubicBezTo>
                        <a:pt x="267" y="57"/>
                        <a:pt x="267" y="57"/>
                        <a:pt x="267" y="57"/>
                      </a:cubicBezTo>
                      <a:cubicBezTo>
                        <a:pt x="259" y="63"/>
                        <a:pt x="259" y="63"/>
                        <a:pt x="259" y="63"/>
                      </a:cubicBezTo>
                      <a:cubicBezTo>
                        <a:pt x="229" y="63"/>
                        <a:pt x="229" y="63"/>
                        <a:pt x="229" y="63"/>
                      </a:cubicBezTo>
                      <a:cubicBezTo>
                        <a:pt x="229" y="63"/>
                        <a:pt x="215" y="50"/>
                        <a:pt x="207" y="50"/>
                      </a:cubicBezTo>
                      <a:cubicBezTo>
                        <a:pt x="199" y="50"/>
                        <a:pt x="200" y="67"/>
                        <a:pt x="200" y="67"/>
                      </a:cubicBezTo>
                      <a:cubicBezTo>
                        <a:pt x="200" y="67"/>
                        <a:pt x="181" y="62"/>
                        <a:pt x="171" y="72"/>
                      </a:cubicBezTo>
                      <a:cubicBezTo>
                        <a:pt x="161" y="82"/>
                        <a:pt x="166" y="110"/>
                        <a:pt x="166" y="116"/>
                      </a:cubicBezTo>
                      <a:cubicBezTo>
                        <a:pt x="166" y="122"/>
                        <a:pt x="157" y="120"/>
                        <a:pt x="157" y="120"/>
                      </a:cubicBezTo>
                      <a:cubicBezTo>
                        <a:pt x="157" y="120"/>
                        <a:pt x="144" y="129"/>
                        <a:pt x="137" y="136"/>
                      </a:cubicBezTo>
                      <a:cubicBezTo>
                        <a:pt x="130" y="143"/>
                        <a:pt x="112" y="142"/>
                        <a:pt x="112" y="142"/>
                      </a:cubicBezTo>
                      <a:cubicBezTo>
                        <a:pt x="112" y="142"/>
                        <a:pt x="112" y="158"/>
                        <a:pt x="107" y="167"/>
                      </a:cubicBezTo>
                      <a:cubicBezTo>
                        <a:pt x="102" y="176"/>
                        <a:pt x="77" y="177"/>
                        <a:pt x="77" y="177"/>
                      </a:cubicBezTo>
                      <a:cubicBezTo>
                        <a:pt x="61" y="161"/>
                        <a:pt x="61" y="161"/>
                        <a:pt x="61" y="161"/>
                      </a:cubicBezTo>
                      <a:cubicBezTo>
                        <a:pt x="61" y="161"/>
                        <a:pt x="54" y="164"/>
                        <a:pt x="49" y="164"/>
                      </a:cubicBezTo>
                      <a:cubicBezTo>
                        <a:pt x="44" y="164"/>
                        <a:pt x="30" y="154"/>
                        <a:pt x="30" y="154"/>
                      </a:cubicBezTo>
                      <a:cubicBezTo>
                        <a:pt x="30" y="154"/>
                        <a:pt x="24" y="161"/>
                        <a:pt x="23" y="168"/>
                      </a:cubicBezTo>
                      <a:cubicBezTo>
                        <a:pt x="22" y="175"/>
                        <a:pt x="29" y="205"/>
                        <a:pt x="29" y="205"/>
                      </a:cubicBezTo>
                      <a:cubicBezTo>
                        <a:pt x="15" y="209"/>
                        <a:pt x="15" y="209"/>
                        <a:pt x="15" y="209"/>
                      </a:cubicBezTo>
                      <a:cubicBezTo>
                        <a:pt x="20" y="220"/>
                        <a:pt x="20" y="220"/>
                        <a:pt x="20" y="220"/>
                      </a:cubicBezTo>
                      <a:cubicBezTo>
                        <a:pt x="20" y="220"/>
                        <a:pt x="6" y="225"/>
                        <a:pt x="3" y="230"/>
                      </a:cubicBezTo>
                      <a:cubicBezTo>
                        <a:pt x="0" y="235"/>
                        <a:pt x="11" y="244"/>
                        <a:pt x="11" y="244"/>
                      </a:cubicBezTo>
                      <a:cubicBezTo>
                        <a:pt x="9" y="263"/>
                        <a:pt x="9" y="263"/>
                        <a:pt x="9" y="263"/>
                      </a:cubicBezTo>
                      <a:cubicBezTo>
                        <a:pt x="9" y="263"/>
                        <a:pt x="30" y="260"/>
                        <a:pt x="31" y="266"/>
                      </a:cubicBezTo>
                      <a:cubicBezTo>
                        <a:pt x="32" y="272"/>
                        <a:pt x="17" y="280"/>
                        <a:pt x="15" y="293"/>
                      </a:cubicBezTo>
                      <a:cubicBezTo>
                        <a:pt x="13" y="306"/>
                        <a:pt x="40" y="330"/>
                        <a:pt x="40" y="341"/>
                      </a:cubicBezTo>
                      <a:cubicBezTo>
                        <a:pt x="40" y="352"/>
                        <a:pt x="40" y="366"/>
                        <a:pt x="40" y="374"/>
                      </a:cubicBezTo>
                      <a:cubicBezTo>
                        <a:pt x="40" y="382"/>
                        <a:pt x="70" y="382"/>
                        <a:pt x="70" y="382"/>
                      </a:cubicBezTo>
                      <a:cubicBezTo>
                        <a:pt x="70" y="382"/>
                        <a:pt x="85" y="377"/>
                        <a:pt x="91" y="394"/>
                      </a:cubicBezTo>
                      <a:cubicBezTo>
                        <a:pt x="97" y="411"/>
                        <a:pt x="86" y="424"/>
                        <a:pt x="79" y="434"/>
                      </a:cubicBezTo>
                      <a:cubicBezTo>
                        <a:pt x="72" y="444"/>
                        <a:pt x="56" y="458"/>
                        <a:pt x="56" y="462"/>
                      </a:cubicBezTo>
                      <a:cubicBezTo>
                        <a:pt x="56" y="466"/>
                        <a:pt x="61" y="467"/>
                        <a:pt x="61" y="467"/>
                      </a:cubicBezTo>
                      <a:cubicBezTo>
                        <a:pt x="61" y="467"/>
                        <a:pt x="73" y="464"/>
                        <a:pt x="82" y="469"/>
                      </a:cubicBezTo>
                      <a:cubicBezTo>
                        <a:pt x="91" y="474"/>
                        <a:pt x="121" y="492"/>
                        <a:pt x="142" y="490"/>
                      </a:cubicBezTo>
                      <a:cubicBezTo>
                        <a:pt x="163" y="488"/>
                        <a:pt x="161" y="483"/>
                        <a:pt x="161" y="483"/>
                      </a:cubicBezTo>
                      <a:cubicBezTo>
                        <a:pt x="196" y="484"/>
                        <a:pt x="196" y="484"/>
                        <a:pt x="196" y="484"/>
                      </a:cubicBezTo>
                      <a:cubicBezTo>
                        <a:pt x="196" y="484"/>
                        <a:pt x="193" y="488"/>
                        <a:pt x="205" y="488"/>
                      </a:cubicBezTo>
                      <a:cubicBezTo>
                        <a:pt x="217" y="488"/>
                        <a:pt x="218" y="482"/>
                        <a:pt x="218" y="482"/>
                      </a:cubicBezTo>
                      <a:cubicBezTo>
                        <a:pt x="218" y="482"/>
                        <a:pt x="260" y="480"/>
                        <a:pt x="263" y="479"/>
                      </a:cubicBezTo>
                      <a:cubicBezTo>
                        <a:pt x="266" y="478"/>
                        <a:pt x="305" y="465"/>
                        <a:pt x="307" y="459"/>
                      </a:cubicBezTo>
                      <a:cubicBezTo>
                        <a:pt x="309" y="453"/>
                        <a:pt x="303" y="433"/>
                        <a:pt x="303" y="433"/>
                      </a:cubicBezTo>
                      <a:cubicBezTo>
                        <a:pt x="303" y="433"/>
                        <a:pt x="296" y="409"/>
                        <a:pt x="298" y="403"/>
                      </a:cubicBezTo>
                      <a:cubicBezTo>
                        <a:pt x="300" y="397"/>
                        <a:pt x="315" y="384"/>
                        <a:pt x="323" y="384"/>
                      </a:cubicBezTo>
                      <a:cubicBezTo>
                        <a:pt x="331" y="384"/>
                        <a:pt x="327" y="390"/>
                        <a:pt x="327" y="390"/>
                      </a:cubicBezTo>
                      <a:cubicBezTo>
                        <a:pt x="327" y="390"/>
                        <a:pt x="357" y="395"/>
                        <a:pt x="359" y="389"/>
                      </a:cubicBezTo>
                      <a:cubicBezTo>
                        <a:pt x="361" y="383"/>
                        <a:pt x="344" y="381"/>
                        <a:pt x="348" y="376"/>
                      </a:cubicBezTo>
                      <a:cubicBezTo>
                        <a:pt x="352" y="371"/>
                        <a:pt x="366" y="367"/>
                        <a:pt x="366" y="367"/>
                      </a:cubicBezTo>
                      <a:cubicBezTo>
                        <a:pt x="366" y="367"/>
                        <a:pt x="373" y="361"/>
                        <a:pt x="381" y="361"/>
                      </a:cubicBezTo>
                      <a:cubicBezTo>
                        <a:pt x="389" y="361"/>
                        <a:pt x="399" y="359"/>
                        <a:pt x="399" y="359"/>
                      </a:cubicBezTo>
                      <a:cubicBezTo>
                        <a:pt x="399" y="359"/>
                        <a:pt x="396" y="378"/>
                        <a:pt x="409" y="371"/>
                      </a:cubicBezTo>
                      <a:cubicBezTo>
                        <a:pt x="422" y="364"/>
                        <a:pt x="425" y="355"/>
                        <a:pt x="425" y="355"/>
                      </a:cubicBezTo>
                      <a:cubicBezTo>
                        <a:pt x="425" y="355"/>
                        <a:pt x="416" y="337"/>
                        <a:pt x="417" y="325"/>
                      </a:cubicBezTo>
                      <a:cubicBezTo>
                        <a:pt x="418" y="313"/>
                        <a:pt x="424" y="316"/>
                        <a:pt x="424" y="316"/>
                      </a:cubicBezTo>
                      <a:cubicBezTo>
                        <a:pt x="424" y="316"/>
                        <a:pt x="421" y="294"/>
                        <a:pt x="425" y="291"/>
                      </a:cubicBezTo>
                      <a:cubicBezTo>
                        <a:pt x="429" y="288"/>
                        <a:pt x="442" y="289"/>
                        <a:pt x="442" y="289"/>
                      </a:cubicBezTo>
                      <a:cubicBezTo>
                        <a:pt x="462" y="275"/>
                        <a:pt x="462" y="275"/>
                        <a:pt x="462" y="275"/>
                      </a:cubicBezTo>
                      <a:cubicBezTo>
                        <a:pt x="462" y="275"/>
                        <a:pt x="451" y="276"/>
                        <a:pt x="449" y="269"/>
                      </a:cubicBezTo>
                      <a:cubicBezTo>
                        <a:pt x="447" y="262"/>
                        <a:pt x="447" y="258"/>
                        <a:pt x="447" y="258"/>
                      </a:cubicBezTo>
                      <a:cubicBezTo>
                        <a:pt x="447" y="258"/>
                        <a:pt x="432" y="254"/>
                        <a:pt x="431" y="249"/>
                      </a:cubicBezTo>
                      <a:cubicBezTo>
                        <a:pt x="430" y="244"/>
                        <a:pt x="430" y="239"/>
                        <a:pt x="434" y="238"/>
                      </a:cubicBezTo>
                      <a:cubicBezTo>
                        <a:pt x="438" y="237"/>
                        <a:pt x="445" y="245"/>
                        <a:pt x="445" y="245"/>
                      </a:cubicBezTo>
                      <a:cubicBezTo>
                        <a:pt x="456" y="246"/>
                        <a:pt x="456" y="246"/>
                        <a:pt x="456" y="246"/>
                      </a:cubicBezTo>
                      <a:cubicBezTo>
                        <a:pt x="463" y="249"/>
                        <a:pt x="463" y="249"/>
                        <a:pt x="463" y="249"/>
                      </a:cubicBezTo>
                      <a:cubicBezTo>
                        <a:pt x="467" y="242"/>
                        <a:pt x="467" y="242"/>
                        <a:pt x="467" y="242"/>
                      </a:cubicBezTo>
                      <a:cubicBezTo>
                        <a:pt x="467" y="242"/>
                        <a:pt x="478" y="245"/>
                        <a:pt x="479" y="238"/>
                      </a:cubicBezTo>
                      <a:cubicBezTo>
                        <a:pt x="480" y="231"/>
                        <a:pt x="479" y="222"/>
                        <a:pt x="479" y="222"/>
                      </a:cubicBezTo>
                      <a:cubicBezTo>
                        <a:pt x="479" y="222"/>
                        <a:pt x="472" y="221"/>
                        <a:pt x="473" y="212"/>
                      </a:cubicBezTo>
                      <a:cubicBezTo>
                        <a:pt x="474" y="203"/>
                        <a:pt x="491" y="195"/>
                        <a:pt x="494" y="188"/>
                      </a:cubicBezTo>
                      <a:cubicBezTo>
                        <a:pt x="497" y="181"/>
                        <a:pt x="487" y="173"/>
                        <a:pt x="487" y="173"/>
                      </a:cubicBezTo>
                      <a:cubicBezTo>
                        <a:pt x="487" y="173"/>
                        <a:pt x="490" y="156"/>
                        <a:pt x="479" y="144"/>
                      </a:cubicBezTo>
                      <a:cubicBezTo>
                        <a:pt x="468" y="132"/>
                        <a:pt x="463" y="136"/>
                        <a:pt x="469" y="124"/>
                      </a:cubicBezTo>
                      <a:cubicBezTo>
                        <a:pt x="475" y="112"/>
                        <a:pt x="486" y="109"/>
                        <a:pt x="486" y="109"/>
                      </a:cubicBezTo>
                      <a:cubicBezTo>
                        <a:pt x="486" y="109"/>
                        <a:pt x="509" y="93"/>
                        <a:pt x="516" y="90"/>
                      </a:cubicBezTo>
                      <a:cubicBezTo>
                        <a:pt x="523" y="87"/>
                        <a:pt x="540" y="88"/>
                        <a:pt x="540" y="88"/>
                      </a:cubicBezTo>
                      <a:cubicBezTo>
                        <a:pt x="540" y="88"/>
                        <a:pt x="563" y="83"/>
                        <a:pt x="566" y="83"/>
                      </a:cubicBezTo>
                      <a:cubicBezTo>
                        <a:pt x="569" y="83"/>
                        <a:pt x="579" y="89"/>
                        <a:pt x="584" y="88"/>
                      </a:cubicBezTo>
                      <a:cubicBezTo>
                        <a:pt x="587" y="87"/>
                        <a:pt x="596" y="82"/>
                        <a:pt x="602" y="78"/>
                      </a:cubicBezTo>
                      <a:cubicBezTo>
                        <a:pt x="602" y="78"/>
                        <a:pt x="602" y="78"/>
                        <a:pt x="602" y="78"/>
                      </a:cubicBezTo>
                      <a:cubicBezTo>
                        <a:pt x="599" y="76"/>
                        <a:pt x="597" y="74"/>
                        <a:pt x="596" y="7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2" name="Freeform 238"/>
                <p:cNvSpPr>
                  <a:spLocks/>
                </p:cNvSpPr>
                <p:nvPr/>
              </p:nvSpPr>
              <p:spPr bwMode="gray">
                <a:xfrm>
                  <a:off x="-2682" y="-14069"/>
                  <a:ext cx="2358" cy="2010"/>
                </a:xfrm>
                <a:custGeom>
                  <a:avLst/>
                  <a:gdLst>
                    <a:gd name="T0" fmla="*/ 976 w 998"/>
                    <a:gd name="T1" fmla="*/ 516 h 851"/>
                    <a:gd name="T2" fmla="*/ 804 w 998"/>
                    <a:gd name="T3" fmla="*/ 446 h 851"/>
                    <a:gd name="T4" fmla="*/ 794 w 998"/>
                    <a:gd name="T5" fmla="*/ 413 h 851"/>
                    <a:gd name="T6" fmla="*/ 780 w 998"/>
                    <a:gd name="T7" fmla="*/ 407 h 851"/>
                    <a:gd name="T8" fmla="*/ 764 w 998"/>
                    <a:gd name="T9" fmla="*/ 400 h 851"/>
                    <a:gd name="T10" fmla="*/ 719 w 998"/>
                    <a:gd name="T11" fmla="*/ 332 h 851"/>
                    <a:gd name="T12" fmla="*/ 669 w 998"/>
                    <a:gd name="T13" fmla="*/ 265 h 851"/>
                    <a:gd name="T14" fmla="*/ 646 w 998"/>
                    <a:gd name="T15" fmla="*/ 218 h 851"/>
                    <a:gd name="T16" fmla="*/ 637 w 998"/>
                    <a:gd name="T17" fmla="*/ 195 h 851"/>
                    <a:gd name="T18" fmla="*/ 588 w 998"/>
                    <a:gd name="T19" fmla="*/ 170 h 851"/>
                    <a:gd name="T20" fmla="*/ 332 w 998"/>
                    <a:gd name="T21" fmla="*/ 63 h 851"/>
                    <a:gd name="T22" fmla="*/ 250 w 998"/>
                    <a:gd name="T23" fmla="*/ 9 h 851"/>
                    <a:gd name="T24" fmla="*/ 200 w 998"/>
                    <a:gd name="T25" fmla="*/ 0 h 851"/>
                    <a:gd name="T26" fmla="*/ 147 w 998"/>
                    <a:gd name="T27" fmla="*/ 18 h 851"/>
                    <a:gd name="T28" fmla="*/ 111 w 998"/>
                    <a:gd name="T29" fmla="*/ 32 h 851"/>
                    <a:gd name="T30" fmla="*/ 111 w 998"/>
                    <a:gd name="T31" fmla="*/ 46 h 851"/>
                    <a:gd name="T32" fmla="*/ 123 w 998"/>
                    <a:gd name="T33" fmla="*/ 118 h 851"/>
                    <a:gd name="T34" fmla="*/ 70 w 998"/>
                    <a:gd name="T35" fmla="*/ 163 h 851"/>
                    <a:gd name="T36" fmla="*/ 12 w 998"/>
                    <a:gd name="T37" fmla="*/ 161 h 851"/>
                    <a:gd name="T38" fmla="*/ 12 w 998"/>
                    <a:gd name="T39" fmla="*/ 249 h 851"/>
                    <a:gd name="T40" fmla="*/ 85 w 998"/>
                    <a:gd name="T41" fmla="*/ 334 h 851"/>
                    <a:gd name="T42" fmla="*/ 145 w 998"/>
                    <a:gd name="T43" fmla="*/ 433 h 851"/>
                    <a:gd name="T44" fmla="*/ 232 w 998"/>
                    <a:gd name="T45" fmla="*/ 560 h 851"/>
                    <a:gd name="T46" fmla="*/ 300 w 998"/>
                    <a:gd name="T47" fmla="*/ 631 h 851"/>
                    <a:gd name="T48" fmla="*/ 419 w 998"/>
                    <a:gd name="T49" fmla="*/ 826 h 851"/>
                    <a:gd name="T50" fmla="*/ 427 w 998"/>
                    <a:gd name="T51" fmla="*/ 837 h 851"/>
                    <a:gd name="T52" fmla="*/ 437 w 998"/>
                    <a:gd name="T53" fmla="*/ 790 h 851"/>
                    <a:gd name="T54" fmla="*/ 470 w 998"/>
                    <a:gd name="T55" fmla="*/ 798 h 851"/>
                    <a:gd name="T56" fmla="*/ 522 w 998"/>
                    <a:gd name="T57" fmla="*/ 791 h 851"/>
                    <a:gd name="T58" fmla="*/ 593 w 998"/>
                    <a:gd name="T59" fmla="*/ 799 h 851"/>
                    <a:gd name="T60" fmla="*/ 628 w 998"/>
                    <a:gd name="T61" fmla="*/ 804 h 851"/>
                    <a:gd name="T62" fmla="*/ 653 w 998"/>
                    <a:gd name="T63" fmla="*/ 755 h 851"/>
                    <a:gd name="T64" fmla="*/ 839 w 998"/>
                    <a:gd name="T65" fmla="*/ 710 h 851"/>
                    <a:gd name="T66" fmla="*/ 998 w 998"/>
                    <a:gd name="T67" fmla="*/ 546 h 8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98" h="851">
                      <a:moveTo>
                        <a:pt x="980" y="527"/>
                      </a:moveTo>
                      <a:cubicBezTo>
                        <a:pt x="980" y="525"/>
                        <a:pt x="978" y="521"/>
                        <a:pt x="976" y="516"/>
                      </a:cubicBezTo>
                      <a:cubicBezTo>
                        <a:pt x="942" y="512"/>
                        <a:pt x="853" y="501"/>
                        <a:pt x="851" y="501"/>
                      </a:cubicBezTo>
                      <a:cubicBezTo>
                        <a:pt x="848" y="501"/>
                        <a:pt x="811" y="453"/>
                        <a:pt x="804" y="446"/>
                      </a:cubicBezTo>
                      <a:cubicBezTo>
                        <a:pt x="799" y="441"/>
                        <a:pt x="799" y="433"/>
                        <a:pt x="800" y="428"/>
                      </a:cubicBezTo>
                      <a:cubicBezTo>
                        <a:pt x="796" y="423"/>
                        <a:pt x="793" y="417"/>
                        <a:pt x="794" y="413"/>
                      </a:cubicBezTo>
                      <a:cubicBezTo>
                        <a:pt x="788" y="415"/>
                        <a:pt x="788" y="415"/>
                        <a:pt x="788" y="415"/>
                      </a:cubicBezTo>
                      <a:cubicBezTo>
                        <a:pt x="780" y="407"/>
                        <a:pt x="780" y="407"/>
                        <a:pt x="780" y="407"/>
                      </a:cubicBezTo>
                      <a:cubicBezTo>
                        <a:pt x="770" y="410"/>
                        <a:pt x="770" y="410"/>
                        <a:pt x="770" y="410"/>
                      </a:cubicBezTo>
                      <a:cubicBezTo>
                        <a:pt x="764" y="400"/>
                        <a:pt x="764" y="400"/>
                        <a:pt x="764" y="400"/>
                      </a:cubicBezTo>
                      <a:cubicBezTo>
                        <a:pt x="757" y="398"/>
                        <a:pt x="750" y="359"/>
                        <a:pt x="744" y="354"/>
                      </a:cubicBezTo>
                      <a:cubicBezTo>
                        <a:pt x="738" y="349"/>
                        <a:pt x="722" y="346"/>
                        <a:pt x="719" y="332"/>
                      </a:cubicBezTo>
                      <a:cubicBezTo>
                        <a:pt x="715" y="318"/>
                        <a:pt x="720" y="296"/>
                        <a:pt x="707" y="286"/>
                      </a:cubicBezTo>
                      <a:cubicBezTo>
                        <a:pt x="693" y="275"/>
                        <a:pt x="675" y="277"/>
                        <a:pt x="669" y="265"/>
                      </a:cubicBezTo>
                      <a:cubicBezTo>
                        <a:pt x="663" y="252"/>
                        <a:pt x="670" y="239"/>
                        <a:pt x="664" y="235"/>
                      </a:cubicBezTo>
                      <a:cubicBezTo>
                        <a:pt x="658" y="231"/>
                        <a:pt x="646" y="218"/>
                        <a:pt x="646" y="218"/>
                      </a:cubicBezTo>
                      <a:cubicBezTo>
                        <a:pt x="645" y="201"/>
                        <a:pt x="645" y="201"/>
                        <a:pt x="645" y="201"/>
                      </a:cubicBezTo>
                      <a:cubicBezTo>
                        <a:pt x="645" y="201"/>
                        <a:pt x="642" y="198"/>
                        <a:pt x="637" y="195"/>
                      </a:cubicBezTo>
                      <a:cubicBezTo>
                        <a:pt x="624" y="196"/>
                        <a:pt x="606" y="196"/>
                        <a:pt x="598" y="196"/>
                      </a:cubicBezTo>
                      <a:cubicBezTo>
                        <a:pt x="584" y="195"/>
                        <a:pt x="594" y="177"/>
                        <a:pt x="588" y="170"/>
                      </a:cubicBezTo>
                      <a:cubicBezTo>
                        <a:pt x="582" y="163"/>
                        <a:pt x="460" y="160"/>
                        <a:pt x="460" y="160"/>
                      </a:cubicBezTo>
                      <a:cubicBezTo>
                        <a:pt x="332" y="63"/>
                        <a:pt x="332" y="63"/>
                        <a:pt x="332" y="63"/>
                      </a:cubicBezTo>
                      <a:cubicBezTo>
                        <a:pt x="332" y="63"/>
                        <a:pt x="311" y="49"/>
                        <a:pt x="299" y="43"/>
                      </a:cubicBezTo>
                      <a:cubicBezTo>
                        <a:pt x="287" y="37"/>
                        <a:pt x="250" y="9"/>
                        <a:pt x="250" y="9"/>
                      </a:cubicBezTo>
                      <a:cubicBezTo>
                        <a:pt x="250" y="9"/>
                        <a:pt x="225" y="8"/>
                        <a:pt x="216" y="9"/>
                      </a:cubicBezTo>
                      <a:cubicBezTo>
                        <a:pt x="207" y="10"/>
                        <a:pt x="200" y="0"/>
                        <a:pt x="200" y="0"/>
                      </a:cubicBezTo>
                      <a:cubicBezTo>
                        <a:pt x="200" y="0"/>
                        <a:pt x="187" y="8"/>
                        <a:pt x="181" y="14"/>
                      </a:cubicBezTo>
                      <a:cubicBezTo>
                        <a:pt x="175" y="20"/>
                        <a:pt x="147" y="18"/>
                        <a:pt x="147" y="18"/>
                      </a:cubicBezTo>
                      <a:cubicBezTo>
                        <a:pt x="139" y="32"/>
                        <a:pt x="139" y="32"/>
                        <a:pt x="139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86" y="31"/>
                        <a:pt x="79" y="38"/>
                      </a:cubicBezTo>
                      <a:cubicBezTo>
                        <a:pt x="72" y="45"/>
                        <a:pt x="104" y="42"/>
                        <a:pt x="111" y="46"/>
                      </a:cubicBezTo>
                      <a:cubicBezTo>
                        <a:pt x="118" y="50"/>
                        <a:pt x="137" y="85"/>
                        <a:pt x="137" y="85"/>
                      </a:cubicBezTo>
                      <a:cubicBezTo>
                        <a:pt x="137" y="85"/>
                        <a:pt x="131" y="111"/>
                        <a:pt x="123" y="118"/>
                      </a:cubicBezTo>
                      <a:cubicBezTo>
                        <a:pt x="115" y="125"/>
                        <a:pt x="98" y="121"/>
                        <a:pt x="92" y="123"/>
                      </a:cubicBezTo>
                      <a:cubicBezTo>
                        <a:pt x="86" y="125"/>
                        <a:pt x="84" y="152"/>
                        <a:pt x="70" y="163"/>
                      </a:cubicBezTo>
                      <a:cubicBezTo>
                        <a:pt x="56" y="174"/>
                        <a:pt x="25" y="154"/>
                        <a:pt x="18" y="155"/>
                      </a:cubicBezTo>
                      <a:cubicBezTo>
                        <a:pt x="12" y="156"/>
                        <a:pt x="12" y="160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70"/>
                        <a:pt x="0" y="237"/>
                        <a:pt x="12" y="249"/>
                      </a:cubicBezTo>
                      <a:cubicBezTo>
                        <a:pt x="24" y="260"/>
                        <a:pt x="49" y="260"/>
                        <a:pt x="54" y="274"/>
                      </a:cubicBezTo>
                      <a:cubicBezTo>
                        <a:pt x="60" y="288"/>
                        <a:pt x="76" y="325"/>
                        <a:pt x="85" y="334"/>
                      </a:cubicBezTo>
                      <a:cubicBezTo>
                        <a:pt x="94" y="343"/>
                        <a:pt x="113" y="358"/>
                        <a:pt x="120" y="370"/>
                      </a:cubicBezTo>
                      <a:cubicBezTo>
                        <a:pt x="128" y="383"/>
                        <a:pt x="132" y="421"/>
                        <a:pt x="145" y="433"/>
                      </a:cubicBezTo>
                      <a:cubicBezTo>
                        <a:pt x="157" y="445"/>
                        <a:pt x="184" y="434"/>
                        <a:pt x="201" y="453"/>
                      </a:cubicBezTo>
                      <a:cubicBezTo>
                        <a:pt x="218" y="472"/>
                        <a:pt x="232" y="531"/>
                        <a:pt x="232" y="560"/>
                      </a:cubicBezTo>
                      <a:cubicBezTo>
                        <a:pt x="232" y="590"/>
                        <a:pt x="267" y="626"/>
                        <a:pt x="267" y="626"/>
                      </a:cubicBezTo>
                      <a:cubicBezTo>
                        <a:pt x="267" y="626"/>
                        <a:pt x="291" y="623"/>
                        <a:pt x="300" y="631"/>
                      </a:cubicBezTo>
                      <a:cubicBezTo>
                        <a:pt x="308" y="639"/>
                        <a:pt x="344" y="704"/>
                        <a:pt x="358" y="728"/>
                      </a:cubicBezTo>
                      <a:cubicBezTo>
                        <a:pt x="372" y="752"/>
                        <a:pt x="420" y="810"/>
                        <a:pt x="419" y="826"/>
                      </a:cubicBezTo>
                      <a:cubicBezTo>
                        <a:pt x="419" y="833"/>
                        <a:pt x="417" y="842"/>
                        <a:pt x="414" y="851"/>
                      </a:cubicBezTo>
                      <a:cubicBezTo>
                        <a:pt x="418" y="848"/>
                        <a:pt x="423" y="844"/>
                        <a:pt x="427" y="837"/>
                      </a:cubicBezTo>
                      <a:cubicBezTo>
                        <a:pt x="434" y="826"/>
                        <a:pt x="428" y="824"/>
                        <a:pt x="428" y="824"/>
                      </a:cubicBezTo>
                      <a:cubicBezTo>
                        <a:pt x="428" y="824"/>
                        <a:pt x="427" y="795"/>
                        <a:pt x="437" y="790"/>
                      </a:cubicBezTo>
                      <a:cubicBezTo>
                        <a:pt x="447" y="785"/>
                        <a:pt x="452" y="799"/>
                        <a:pt x="452" y="799"/>
                      </a:cubicBezTo>
                      <a:cubicBezTo>
                        <a:pt x="470" y="798"/>
                        <a:pt x="470" y="798"/>
                        <a:pt x="470" y="798"/>
                      </a:cubicBezTo>
                      <a:cubicBezTo>
                        <a:pt x="470" y="798"/>
                        <a:pt x="477" y="792"/>
                        <a:pt x="482" y="792"/>
                      </a:cubicBezTo>
                      <a:cubicBezTo>
                        <a:pt x="487" y="792"/>
                        <a:pt x="506" y="791"/>
                        <a:pt x="522" y="791"/>
                      </a:cubicBezTo>
                      <a:cubicBezTo>
                        <a:pt x="538" y="791"/>
                        <a:pt x="549" y="799"/>
                        <a:pt x="549" y="799"/>
                      </a:cubicBezTo>
                      <a:cubicBezTo>
                        <a:pt x="549" y="799"/>
                        <a:pt x="589" y="797"/>
                        <a:pt x="593" y="799"/>
                      </a:cubicBezTo>
                      <a:cubicBezTo>
                        <a:pt x="597" y="801"/>
                        <a:pt x="611" y="816"/>
                        <a:pt x="616" y="816"/>
                      </a:cubicBezTo>
                      <a:cubicBezTo>
                        <a:pt x="621" y="816"/>
                        <a:pt x="628" y="804"/>
                        <a:pt x="628" y="804"/>
                      </a:cubicBezTo>
                      <a:cubicBezTo>
                        <a:pt x="628" y="792"/>
                        <a:pt x="628" y="792"/>
                        <a:pt x="628" y="792"/>
                      </a:cubicBezTo>
                      <a:cubicBezTo>
                        <a:pt x="628" y="792"/>
                        <a:pt x="643" y="768"/>
                        <a:pt x="653" y="755"/>
                      </a:cubicBezTo>
                      <a:cubicBezTo>
                        <a:pt x="663" y="742"/>
                        <a:pt x="705" y="723"/>
                        <a:pt x="717" y="723"/>
                      </a:cubicBezTo>
                      <a:cubicBezTo>
                        <a:pt x="729" y="723"/>
                        <a:pt x="839" y="710"/>
                        <a:pt x="839" y="710"/>
                      </a:cubicBezTo>
                      <a:cubicBezTo>
                        <a:pt x="972" y="661"/>
                        <a:pt x="972" y="661"/>
                        <a:pt x="972" y="661"/>
                      </a:cubicBezTo>
                      <a:cubicBezTo>
                        <a:pt x="998" y="546"/>
                        <a:pt x="998" y="546"/>
                        <a:pt x="998" y="546"/>
                      </a:cubicBezTo>
                      <a:cubicBezTo>
                        <a:pt x="998" y="546"/>
                        <a:pt x="980" y="531"/>
                        <a:pt x="980" y="52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3" name="Freeform 239"/>
                <p:cNvSpPr>
                  <a:spLocks/>
                </p:cNvSpPr>
                <p:nvPr/>
              </p:nvSpPr>
              <p:spPr bwMode="gray">
                <a:xfrm>
                  <a:off x="-2693" y="-14383"/>
                  <a:ext cx="179" cy="248"/>
                </a:xfrm>
                <a:custGeom>
                  <a:avLst/>
                  <a:gdLst>
                    <a:gd name="T0" fmla="*/ 46 w 76"/>
                    <a:gd name="T1" fmla="*/ 66 h 105"/>
                    <a:gd name="T2" fmla="*/ 50 w 76"/>
                    <a:gd name="T3" fmla="*/ 46 h 105"/>
                    <a:gd name="T4" fmla="*/ 71 w 76"/>
                    <a:gd name="T5" fmla="*/ 34 h 105"/>
                    <a:gd name="T6" fmla="*/ 64 w 76"/>
                    <a:gd name="T7" fmla="*/ 10 h 105"/>
                    <a:gd name="T8" fmla="*/ 65 w 76"/>
                    <a:gd name="T9" fmla="*/ 0 h 105"/>
                    <a:gd name="T10" fmla="*/ 40 w 76"/>
                    <a:gd name="T11" fmla="*/ 0 h 105"/>
                    <a:gd name="T12" fmla="*/ 37 w 76"/>
                    <a:gd name="T13" fmla="*/ 0 h 105"/>
                    <a:gd name="T14" fmla="*/ 36 w 76"/>
                    <a:gd name="T15" fmla="*/ 5 h 105"/>
                    <a:gd name="T16" fmla="*/ 20 w 76"/>
                    <a:gd name="T17" fmla="*/ 21 h 105"/>
                    <a:gd name="T18" fmla="*/ 11 w 76"/>
                    <a:gd name="T19" fmla="*/ 45 h 105"/>
                    <a:gd name="T20" fmla="*/ 0 w 76"/>
                    <a:gd name="T21" fmla="*/ 89 h 105"/>
                    <a:gd name="T22" fmla="*/ 1 w 76"/>
                    <a:gd name="T23" fmla="*/ 105 h 105"/>
                    <a:gd name="T24" fmla="*/ 6 w 76"/>
                    <a:gd name="T25" fmla="*/ 100 h 105"/>
                    <a:gd name="T26" fmla="*/ 13 w 76"/>
                    <a:gd name="T27" fmla="*/ 87 h 105"/>
                    <a:gd name="T28" fmla="*/ 27 w 76"/>
                    <a:gd name="T29" fmla="*/ 86 h 105"/>
                    <a:gd name="T30" fmla="*/ 31 w 76"/>
                    <a:gd name="T31" fmla="*/ 69 h 105"/>
                    <a:gd name="T32" fmla="*/ 46 w 76"/>
                    <a:gd name="T33" fmla="*/ 66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6" h="105">
                      <a:moveTo>
                        <a:pt x="46" y="66"/>
                      </a:moveTo>
                      <a:cubicBezTo>
                        <a:pt x="46" y="66"/>
                        <a:pt x="41" y="49"/>
                        <a:pt x="50" y="46"/>
                      </a:cubicBezTo>
                      <a:cubicBezTo>
                        <a:pt x="59" y="43"/>
                        <a:pt x="66" y="46"/>
                        <a:pt x="71" y="34"/>
                      </a:cubicBezTo>
                      <a:cubicBezTo>
                        <a:pt x="76" y="22"/>
                        <a:pt x="64" y="10"/>
                        <a:pt x="64" y="10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2"/>
                        <a:pt x="37" y="4"/>
                        <a:pt x="36" y="5"/>
                      </a:cubicBezTo>
                      <a:cubicBezTo>
                        <a:pt x="29" y="15"/>
                        <a:pt x="20" y="21"/>
                        <a:pt x="20" y="21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" y="69"/>
                        <a:pt x="0" y="89"/>
                      </a:cubicBezTo>
                      <a:cubicBezTo>
                        <a:pt x="0" y="94"/>
                        <a:pt x="0" y="100"/>
                        <a:pt x="1" y="105"/>
                      </a:cubicBezTo>
                      <a:cubicBezTo>
                        <a:pt x="6" y="100"/>
                        <a:pt x="6" y="100"/>
                        <a:pt x="6" y="100"/>
                      </a:cubicBezTo>
                      <a:cubicBezTo>
                        <a:pt x="13" y="87"/>
                        <a:pt x="13" y="87"/>
                        <a:pt x="13" y="87"/>
                      </a:cubicBezTo>
                      <a:cubicBezTo>
                        <a:pt x="13" y="87"/>
                        <a:pt x="22" y="93"/>
                        <a:pt x="27" y="86"/>
                      </a:cubicBezTo>
                      <a:cubicBezTo>
                        <a:pt x="32" y="79"/>
                        <a:pt x="31" y="69"/>
                        <a:pt x="31" y="69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4" name="Freeform 240"/>
                <p:cNvSpPr>
                  <a:spLocks/>
                </p:cNvSpPr>
                <p:nvPr/>
              </p:nvSpPr>
              <p:spPr bwMode="gray">
                <a:xfrm>
                  <a:off x="-2646" y="-14730"/>
                  <a:ext cx="701" cy="649"/>
                </a:xfrm>
                <a:custGeom>
                  <a:avLst/>
                  <a:gdLst>
                    <a:gd name="T0" fmla="*/ 281 w 297"/>
                    <a:gd name="T1" fmla="*/ 39 h 275"/>
                    <a:gd name="T2" fmla="*/ 297 w 297"/>
                    <a:gd name="T3" fmla="*/ 19 h 275"/>
                    <a:gd name="T4" fmla="*/ 290 w 297"/>
                    <a:gd name="T5" fmla="*/ 2 h 275"/>
                    <a:gd name="T6" fmla="*/ 277 w 297"/>
                    <a:gd name="T7" fmla="*/ 12 h 275"/>
                    <a:gd name="T8" fmla="*/ 264 w 297"/>
                    <a:gd name="T9" fmla="*/ 15 h 275"/>
                    <a:gd name="T10" fmla="*/ 250 w 297"/>
                    <a:gd name="T11" fmla="*/ 22 h 275"/>
                    <a:gd name="T12" fmla="*/ 241 w 297"/>
                    <a:gd name="T13" fmla="*/ 16 h 275"/>
                    <a:gd name="T14" fmla="*/ 217 w 297"/>
                    <a:gd name="T15" fmla="*/ 16 h 275"/>
                    <a:gd name="T16" fmla="*/ 188 w 297"/>
                    <a:gd name="T17" fmla="*/ 32 h 275"/>
                    <a:gd name="T18" fmla="*/ 163 w 297"/>
                    <a:gd name="T19" fmla="*/ 39 h 275"/>
                    <a:gd name="T20" fmla="*/ 140 w 297"/>
                    <a:gd name="T21" fmla="*/ 35 h 275"/>
                    <a:gd name="T22" fmla="*/ 114 w 297"/>
                    <a:gd name="T23" fmla="*/ 22 h 275"/>
                    <a:gd name="T24" fmla="*/ 100 w 297"/>
                    <a:gd name="T25" fmla="*/ 33 h 275"/>
                    <a:gd name="T26" fmla="*/ 64 w 297"/>
                    <a:gd name="T27" fmla="*/ 41 h 275"/>
                    <a:gd name="T28" fmla="*/ 58 w 297"/>
                    <a:gd name="T29" fmla="*/ 31 h 275"/>
                    <a:gd name="T30" fmla="*/ 42 w 297"/>
                    <a:gd name="T31" fmla="*/ 32 h 275"/>
                    <a:gd name="T32" fmla="*/ 43 w 297"/>
                    <a:gd name="T33" fmla="*/ 53 h 275"/>
                    <a:gd name="T34" fmla="*/ 48 w 297"/>
                    <a:gd name="T35" fmla="*/ 64 h 275"/>
                    <a:gd name="T36" fmla="*/ 33 w 297"/>
                    <a:gd name="T37" fmla="*/ 66 h 275"/>
                    <a:gd name="T38" fmla="*/ 33 w 297"/>
                    <a:gd name="T39" fmla="*/ 75 h 275"/>
                    <a:gd name="T40" fmla="*/ 27 w 297"/>
                    <a:gd name="T41" fmla="*/ 84 h 275"/>
                    <a:gd name="T42" fmla="*/ 14 w 297"/>
                    <a:gd name="T43" fmla="*/ 78 h 275"/>
                    <a:gd name="T44" fmla="*/ 5 w 297"/>
                    <a:gd name="T45" fmla="*/ 98 h 275"/>
                    <a:gd name="T46" fmla="*/ 1 w 297"/>
                    <a:gd name="T47" fmla="*/ 99 h 275"/>
                    <a:gd name="T48" fmla="*/ 0 w 297"/>
                    <a:gd name="T49" fmla="*/ 131 h 275"/>
                    <a:gd name="T50" fmla="*/ 17 w 297"/>
                    <a:gd name="T51" fmla="*/ 147 h 275"/>
                    <a:gd name="T52" fmla="*/ 20 w 297"/>
                    <a:gd name="T53" fmla="*/ 147 h 275"/>
                    <a:gd name="T54" fmla="*/ 45 w 297"/>
                    <a:gd name="T55" fmla="*/ 147 h 275"/>
                    <a:gd name="T56" fmla="*/ 44 w 297"/>
                    <a:gd name="T57" fmla="*/ 157 h 275"/>
                    <a:gd name="T58" fmla="*/ 51 w 297"/>
                    <a:gd name="T59" fmla="*/ 181 h 275"/>
                    <a:gd name="T60" fmla="*/ 30 w 297"/>
                    <a:gd name="T61" fmla="*/ 193 h 275"/>
                    <a:gd name="T62" fmla="*/ 26 w 297"/>
                    <a:gd name="T63" fmla="*/ 213 h 275"/>
                    <a:gd name="T64" fmla="*/ 16 w 297"/>
                    <a:gd name="T65" fmla="*/ 224 h 275"/>
                    <a:gd name="T66" fmla="*/ 19 w 297"/>
                    <a:gd name="T67" fmla="*/ 254 h 275"/>
                    <a:gd name="T68" fmla="*/ 23 w 297"/>
                    <a:gd name="T69" fmla="*/ 251 h 275"/>
                    <a:gd name="T70" fmla="*/ 45 w 297"/>
                    <a:gd name="T71" fmla="*/ 263 h 275"/>
                    <a:gd name="T72" fmla="*/ 73 w 297"/>
                    <a:gd name="T73" fmla="*/ 275 h 275"/>
                    <a:gd name="T74" fmla="*/ 157 w 297"/>
                    <a:gd name="T75" fmla="*/ 218 h 275"/>
                    <a:gd name="T76" fmla="*/ 200 w 297"/>
                    <a:gd name="T77" fmla="*/ 183 h 275"/>
                    <a:gd name="T78" fmla="*/ 261 w 297"/>
                    <a:gd name="T79" fmla="*/ 156 h 275"/>
                    <a:gd name="T80" fmla="*/ 255 w 297"/>
                    <a:gd name="T81" fmla="*/ 131 h 275"/>
                    <a:gd name="T82" fmla="*/ 264 w 297"/>
                    <a:gd name="T83" fmla="*/ 112 h 275"/>
                    <a:gd name="T84" fmla="*/ 260 w 297"/>
                    <a:gd name="T85" fmla="*/ 77 h 275"/>
                    <a:gd name="T86" fmla="*/ 249 w 297"/>
                    <a:gd name="T87" fmla="*/ 55 h 275"/>
                    <a:gd name="T88" fmla="*/ 281 w 297"/>
                    <a:gd name="T89" fmla="*/ 3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97" h="275">
                      <a:moveTo>
                        <a:pt x="281" y="39"/>
                      </a:moveTo>
                      <a:cubicBezTo>
                        <a:pt x="290" y="35"/>
                        <a:pt x="295" y="26"/>
                        <a:pt x="297" y="19"/>
                      </a:cubicBezTo>
                      <a:cubicBezTo>
                        <a:pt x="288" y="20"/>
                        <a:pt x="293" y="4"/>
                        <a:pt x="290" y="2"/>
                      </a:cubicBezTo>
                      <a:cubicBezTo>
                        <a:pt x="287" y="0"/>
                        <a:pt x="285" y="11"/>
                        <a:pt x="277" y="12"/>
                      </a:cubicBezTo>
                      <a:cubicBezTo>
                        <a:pt x="269" y="13"/>
                        <a:pt x="264" y="15"/>
                        <a:pt x="264" y="15"/>
                      </a:cubicBezTo>
                      <a:cubicBezTo>
                        <a:pt x="264" y="15"/>
                        <a:pt x="259" y="21"/>
                        <a:pt x="250" y="22"/>
                      </a:cubicBezTo>
                      <a:cubicBezTo>
                        <a:pt x="241" y="23"/>
                        <a:pt x="246" y="18"/>
                        <a:pt x="241" y="16"/>
                      </a:cubicBezTo>
                      <a:cubicBezTo>
                        <a:pt x="236" y="14"/>
                        <a:pt x="230" y="15"/>
                        <a:pt x="217" y="16"/>
                      </a:cubicBezTo>
                      <a:cubicBezTo>
                        <a:pt x="204" y="17"/>
                        <a:pt x="197" y="29"/>
                        <a:pt x="188" y="32"/>
                      </a:cubicBezTo>
                      <a:cubicBezTo>
                        <a:pt x="179" y="35"/>
                        <a:pt x="174" y="38"/>
                        <a:pt x="163" y="39"/>
                      </a:cubicBezTo>
                      <a:cubicBezTo>
                        <a:pt x="152" y="40"/>
                        <a:pt x="140" y="35"/>
                        <a:pt x="140" y="35"/>
                      </a:cubicBezTo>
                      <a:cubicBezTo>
                        <a:pt x="140" y="35"/>
                        <a:pt x="117" y="23"/>
                        <a:pt x="114" y="22"/>
                      </a:cubicBezTo>
                      <a:cubicBezTo>
                        <a:pt x="111" y="21"/>
                        <a:pt x="100" y="33"/>
                        <a:pt x="100" y="33"/>
                      </a:cubicBezTo>
                      <a:cubicBezTo>
                        <a:pt x="100" y="33"/>
                        <a:pt x="85" y="41"/>
                        <a:pt x="64" y="41"/>
                      </a:cubicBezTo>
                      <a:cubicBezTo>
                        <a:pt x="43" y="41"/>
                        <a:pt x="60" y="35"/>
                        <a:pt x="58" y="31"/>
                      </a:cubicBezTo>
                      <a:cubicBezTo>
                        <a:pt x="56" y="27"/>
                        <a:pt x="42" y="32"/>
                        <a:pt x="42" y="32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3" y="53"/>
                        <a:pt x="50" y="51"/>
                        <a:pt x="48" y="64"/>
                      </a:cubicBezTo>
                      <a:cubicBezTo>
                        <a:pt x="47" y="72"/>
                        <a:pt x="33" y="66"/>
                        <a:pt x="33" y="66"/>
                      </a:cubicBezTo>
                      <a:cubicBezTo>
                        <a:pt x="33" y="75"/>
                        <a:pt x="33" y="75"/>
                        <a:pt x="33" y="75"/>
                      </a:cubicBezTo>
                      <a:cubicBezTo>
                        <a:pt x="33" y="75"/>
                        <a:pt x="31" y="83"/>
                        <a:pt x="27" y="84"/>
                      </a:cubicBezTo>
                      <a:cubicBezTo>
                        <a:pt x="24" y="85"/>
                        <a:pt x="17" y="80"/>
                        <a:pt x="14" y="78"/>
                      </a:cubicBezTo>
                      <a:cubicBezTo>
                        <a:pt x="12" y="83"/>
                        <a:pt x="2" y="91"/>
                        <a:pt x="5" y="98"/>
                      </a:cubicBezTo>
                      <a:cubicBezTo>
                        <a:pt x="1" y="99"/>
                        <a:pt x="1" y="99"/>
                        <a:pt x="1" y="99"/>
                      </a:cubicBezTo>
                      <a:cubicBezTo>
                        <a:pt x="0" y="131"/>
                        <a:pt x="0" y="131"/>
                        <a:pt x="0" y="131"/>
                      </a:cubicBezTo>
                      <a:cubicBezTo>
                        <a:pt x="0" y="131"/>
                        <a:pt x="14" y="139"/>
                        <a:pt x="17" y="147"/>
                      </a:cubicBezTo>
                      <a:cubicBezTo>
                        <a:pt x="20" y="147"/>
                        <a:pt x="20" y="147"/>
                        <a:pt x="20" y="147"/>
                      </a:cubicBezTo>
                      <a:cubicBezTo>
                        <a:pt x="45" y="147"/>
                        <a:pt x="45" y="147"/>
                        <a:pt x="45" y="147"/>
                      </a:cubicBezTo>
                      <a:cubicBezTo>
                        <a:pt x="44" y="157"/>
                        <a:pt x="44" y="157"/>
                        <a:pt x="44" y="157"/>
                      </a:cubicBezTo>
                      <a:cubicBezTo>
                        <a:pt x="44" y="157"/>
                        <a:pt x="56" y="169"/>
                        <a:pt x="51" y="181"/>
                      </a:cubicBezTo>
                      <a:cubicBezTo>
                        <a:pt x="46" y="193"/>
                        <a:pt x="39" y="190"/>
                        <a:pt x="30" y="193"/>
                      </a:cubicBezTo>
                      <a:cubicBezTo>
                        <a:pt x="21" y="196"/>
                        <a:pt x="26" y="213"/>
                        <a:pt x="26" y="213"/>
                      </a:cubicBezTo>
                      <a:cubicBezTo>
                        <a:pt x="16" y="224"/>
                        <a:pt x="16" y="224"/>
                        <a:pt x="16" y="224"/>
                      </a:cubicBezTo>
                      <a:cubicBezTo>
                        <a:pt x="19" y="254"/>
                        <a:pt x="19" y="254"/>
                        <a:pt x="19" y="254"/>
                      </a:cubicBezTo>
                      <a:cubicBezTo>
                        <a:pt x="23" y="251"/>
                        <a:pt x="23" y="251"/>
                        <a:pt x="23" y="251"/>
                      </a:cubicBezTo>
                      <a:cubicBezTo>
                        <a:pt x="45" y="263"/>
                        <a:pt x="45" y="263"/>
                        <a:pt x="45" y="263"/>
                      </a:cubicBezTo>
                      <a:cubicBezTo>
                        <a:pt x="45" y="263"/>
                        <a:pt x="52" y="275"/>
                        <a:pt x="73" y="275"/>
                      </a:cubicBezTo>
                      <a:cubicBezTo>
                        <a:pt x="94" y="275"/>
                        <a:pt x="157" y="218"/>
                        <a:pt x="157" y="218"/>
                      </a:cubicBezTo>
                      <a:cubicBezTo>
                        <a:pt x="200" y="183"/>
                        <a:pt x="200" y="183"/>
                        <a:pt x="200" y="183"/>
                      </a:cubicBezTo>
                      <a:cubicBezTo>
                        <a:pt x="200" y="183"/>
                        <a:pt x="249" y="165"/>
                        <a:pt x="261" y="156"/>
                      </a:cubicBezTo>
                      <a:cubicBezTo>
                        <a:pt x="273" y="147"/>
                        <a:pt x="256" y="138"/>
                        <a:pt x="255" y="131"/>
                      </a:cubicBezTo>
                      <a:cubicBezTo>
                        <a:pt x="254" y="124"/>
                        <a:pt x="260" y="117"/>
                        <a:pt x="264" y="112"/>
                      </a:cubicBezTo>
                      <a:cubicBezTo>
                        <a:pt x="268" y="107"/>
                        <a:pt x="260" y="77"/>
                        <a:pt x="260" y="77"/>
                      </a:cubicBezTo>
                      <a:cubicBezTo>
                        <a:pt x="260" y="77"/>
                        <a:pt x="245" y="69"/>
                        <a:pt x="249" y="55"/>
                      </a:cubicBezTo>
                      <a:cubicBezTo>
                        <a:pt x="253" y="41"/>
                        <a:pt x="265" y="46"/>
                        <a:pt x="281" y="3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5" name="Freeform 241"/>
                <p:cNvSpPr>
                  <a:spLocks/>
                </p:cNvSpPr>
                <p:nvPr/>
              </p:nvSpPr>
              <p:spPr bwMode="gray">
                <a:xfrm>
                  <a:off x="-1904" y="-15229"/>
                  <a:ext cx="359" cy="331"/>
                </a:xfrm>
                <a:custGeom>
                  <a:avLst/>
                  <a:gdLst>
                    <a:gd name="T0" fmla="*/ 147 w 152"/>
                    <a:gd name="T1" fmla="*/ 111 h 140"/>
                    <a:gd name="T2" fmla="*/ 143 w 152"/>
                    <a:gd name="T3" fmla="*/ 104 h 140"/>
                    <a:gd name="T4" fmla="*/ 145 w 152"/>
                    <a:gd name="T5" fmla="*/ 94 h 140"/>
                    <a:gd name="T6" fmla="*/ 125 w 152"/>
                    <a:gd name="T7" fmla="*/ 92 h 140"/>
                    <a:gd name="T8" fmla="*/ 115 w 152"/>
                    <a:gd name="T9" fmla="*/ 78 h 140"/>
                    <a:gd name="T10" fmla="*/ 97 w 152"/>
                    <a:gd name="T11" fmla="*/ 70 h 140"/>
                    <a:gd name="T12" fmla="*/ 118 w 152"/>
                    <a:gd name="T13" fmla="*/ 61 h 140"/>
                    <a:gd name="T14" fmla="*/ 88 w 152"/>
                    <a:gd name="T15" fmla="*/ 39 h 140"/>
                    <a:gd name="T16" fmla="*/ 94 w 152"/>
                    <a:gd name="T17" fmla="*/ 24 h 140"/>
                    <a:gd name="T18" fmla="*/ 75 w 152"/>
                    <a:gd name="T19" fmla="*/ 16 h 140"/>
                    <a:gd name="T20" fmla="*/ 76 w 152"/>
                    <a:gd name="T21" fmla="*/ 7 h 140"/>
                    <a:gd name="T22" fmla="*/ 61 w 152"/>
                    <a:gd name="T23" fmla="*/ 0 h 140"/>
                    <a:gd name="T24" fmla="*/ 55 w 152"/>
                    <a:gd name="T25" fmla="*/ 10 h 140"/>
                    <a:gd name="T26" fmla="*/ 22 w 152"/>
                    <a:gd name="T27" fmla="*/ 6 h 140"/>
                    <a:gd name="T28" fmla="*/ 17 w 152"/>
                    <a:gd name="T29" fmla="*/ 13 h 140"/>
                    <a:gd name="T30" fmla="*/ 0 w 152"/>
                    <a:gd name="T31" fmla="*/ 14 h 140"/>
                    <a:gd name="T32" fmla="*/ 6 w 152"/>
                    <a:gd name="T33" fmla="*/ 29 h 140"/>
                    <a:gd name="T34" fmla="*/ 18 w 152"/>
                    <a:gd name="T35" fmla="*/ 69 h 140"/>
                    <a:gd name="T36" fmla="*/ 47 w 152"/>
                    <a:gd name="T37" fmla="*/ 72 h 140"/>
                    <a:gd name="T38" fmla="*/ 57 w 152"/>
                    <a:gd name="T39" fmla="*/ 93 h 140"/>
                    <a:gd name="T40" fmla="*/ 55 w 152"/>
                    <a:gd name="T41" fmla="*/ 98 h 140"/>
                    <a:gd name="T42" fmla="*/ 62 w 152"/>
                    <a:gd name="T43" fmla="*/ 103 h 140"/>
                    <a:gd name="T44" fmla="*/ 72 w 152"/>
                    <a:gd name="T45" fmla="*/ 89 h 140"/>
                    <a:gd name="T46" fmla="*/ 83 w 152"/>
                    <a:gd name="T47" fmla="*/ 86 h 140"/>
                    <a:gd name="T48" fmla="*/ 100 w 152"/>
                    <a:gd name="T49" fmla="*/ 97 h 140"/>
                    <a:gd name="T50" fmla="*/ 111 w 152"/>
                    <a:gd name="T51" fmla="*/ 95 h 140"/>
                    <a:gd name="T52" fmla="*/ 119 w 152"/>
                    <a:gd name="T53" fmla="*/ 111 h 140"/>
                    <a:gd name="T54" fmla="*/ 130 w 152"/>
                    <a:gd name="T55" fmla="*/ 138 h 140"/>
                    <a:gd name="T56" fmla="*/ 148 w 152"/>
                    <a:gd name="T57" fmla="*/ 140 h 140"/>
                    <a:gd name="T58" fmla="*/ 147 w 152"/>
                    <a:gd name="T59" fmla="*/ 111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52" h="140">
                      <a:moveTo>
                        <a:pt x="147" y="111"/>
                      </a:moveTo>
                      <a:cubicBezTo>
                        <a:pt x="143" y="104"/>
                        <a:pt x="143" y="104"/>
                        <a:pt x="143" y="104"/>
                      </a:cubicBezTo>
                      <a:cubicBezTo>
                        <a:pt x="145" y="94"/>
                        <a:pt x="145" y="94"/>
                        <a:pt x="145" y="94"/>
                      </a:cubicBezTo>
                      <a:cubicBezTo>
                        <a:pt x="125" y="92"/>
                        <a:pt x="125" y="92"/>
                        <a:pt x="125" y="92"/>
                      </a:cubicBezTo>
                      <a:cubicBezTo>
                        <a:pt x="115" y="78"/>
                        <a:pt x="115" y="78"/>
                        <a:pt x="115" y="78"/>
                      </a:cubicBezTo>
                      <a:cubicBezTo>
                        <a:pt x="97" y="70"/>
                        <a:pt x="97" y="70"/>
                        <a:pt x="97" y="70"/>
                      </a:cubicBezTo>
                      <a:cubicBezTo>
                        <a:pt x="97" y="70"/>
                        <a:pt x="117" y="70"/>
                        <a:pt x="118" y="61"/>
                      </a:cubicBezTo>
                      <a:cubicBezTo>
                        <a:pt x="119" y="52"/>
                        <a:pt x="88" y="39"/>
                        <a:pt x="88" y="39"/>
                      </a:cubicBezTo>
                      <a:cubicBezTo>
                        <a:pt x="88" y="39"/>
                        <a:pt x="94" y="31"/>
                        <a:pt x="94" y="24"/>
                      </a:cubicBezTo>
                      <a:cubicBezTo>
                        <a:pt x="94" y="17"/>
                        <a:pt x="75" y="16"/>
                        <a:pt x="75" y="16"/>
                      </a:cubicBezTo>
                      <a:cubicBezTo>
                        <a:pt x="76" y="7"/>
                        <a:pt x="76" y="7"/>
                        <a:pt x="76" y="7"/>
                      </a:cubicBezTo>
                      <a:cubicBezTo>
                        <a:pt x="76" y="7"/>
                        <a:pt x="64" y="0"/>
                        <a:pt x="61" y="0"/>
                      </a:cubicBezTo>
                      <a:cubicBezTo>
                        <a:pt x="58" y="0"/>
                        <a:pt x="55" y="10"/>
                        <a:pt x="55" y="10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7"/>
                        <a:pt x="3" y="22"/>
                        <a:pt x="6" y="29"/>
                      </a:cubicBezTo>
                      <a:cubicBezTo>
                        <a:pt x="12" y="44"/>
                        <a:pt x="10" y="58"/>
                        <a:pt x="18" y="69"/>
                      </a:cubicBezTo>
                      <a:cubicBezTo>
                        <a:pt x="26" y="80"/>
                        <a:pt x="42" y="71"/>
                        <a:pt x="47" y="72"/>
                      </a:cubicBezTo>
                      <a:cubicBezTo>
                        <a:pt x="50" y="72"/>
                        <a:pt x="54" y="83"/>
                        <a:pt x="57" y="93"/>
                      </a:cubicBezTo>
                      <a:cubicBezTo>
                        <a:pt x="56" y="95"/>
                        <a:pt x="56" y="96"/>
                        <a:pt x="55" y="98"/>
                      </a:cubicBezTo>
                      <a:cubicBezTo>
                        <a:pt x="62" y="103"/>
                        <a:pt x="62" y="103"/>
                        <a:pt x="62" y="103"/>
                      </a:cubicBezTo>
                      <a:cubicBezTo>
                        <a:pt x="72" y="89"/>
                        <a:pt x="72" y="89"/>
                        <a:pt x="72" y="89"/>
                      </a:cubicBezTo>
                      <a:cubicBezTo>
                        <a:pt x="72" y="89"/>
                        <a:pt x="82" y="86"/>
                        <a:pt x="83" y="86"/>
                      </a:cubicBezTo>
                      <a:cubicBezTo>
                        <a:pt x="90" y="96"/>
                        <a:pt x="100" y="97"/>
                        <a:pt x="100" y="97"/>
                      </a:cubicBezTo>
                      <a:cubicBezTo>
                        <a:pt x="100" y="97"/>
                        <a:pt x="102" y="94"/>
                        <a:pt x="111" y="95"/>
                      </a:cubicBezTo>
                      <a:cubicBezTo>
                        <a:pt x="120" y="96"/>
                        <a:pt x="116" y="107"/>
                        <a:pt x="119" y="111"/>
                      </a:cubicBezTo>
                      <a:cubicBezTo>
                        <a:pt x="122" y="115"/>
                        <a:pt x="130" y="138"/>
                        <a:pt x="130" y="138"/>
                      </a:cubicBezTo>
                      <a:cubicBezTo>
                        <a:pt x="130" y="138"/>
                        <a:pt x="144" y="140"/>
                        <a:pt x="148" y="140"/>
                      </a:cubicBezTo>
                      <a:cubicBezTo>
                        <a:pt x="152" y="140"/>
                        <a:pt x="147" y="111"/>
                        <a:pt x="147" y="11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6" name="Freeform 242"/>
                <p:cNvSpPr>
                  <a:spLocks noEditPoints="1"/>
                </p:cNvSpPr>
                <p:nvPr/>
              </p:nvSpPr>
              <p:spPr bwMode="gray">
                <a:xfrm>
                  <a:off x="-3785" y="-15333"/>
                  <a:ext cx="2098" cy="804"/>
                </a:xfrm>
                <a:custGeom>
                  <a:avLst/>
                  <a:gdLst>
                    <a:gd name="T0" fmla="*/ 20 w 888"/>
                    <a:gd name="T1" fmla="*/ 116 h 340"/>
                    <a:gd name="T2" fmla="*/ 27 w 888"/>
                    <a:gd name="T3" fmla="*/ 107 h 340"/>
                    <a:gd name="T4" fmla="*/ 63 w 888"/>
                    <a:gd name="T5" fmla="*/ 93 h 340"/>
                    <a:gd name="T6" fmla="*/ 52 w 888"/>
                    <a:gd name="T7" fmla="*/ 101 h 340"/>
                    <a:gd name="T8" fmla="*/ 887 w 888"/>
                    <a:gd name="T9" fmla="*/ 259 h 340"/>
                    <a:gd name="T10" fmla="*/ 850 w 888"/>
                    <a:gd name="T11" fmla="*/ 224 h 340"/>
                    <a:gd name="T12" fmla="*/ 845 w 888"/>
                    <a:gd name="T13" fmla="*/ 165 h 340"/>
                    <a:gd name="T14" fmla="*/ 853 w 888"/>
                    <a:gd name="T15" fmla="*/ 137 h 340"/>
                    <a:gd name="T16" fmla="*/ 802 w 888"/>
                    <a:gd name="T17" fmla="*/ 73 h 340"/>
                    <a:gd name="T18" fmla="*/ 761 w 888"/>
                    <a:gd name="T19" fmla="*/ 32 h 340"/>
                    <a:gd name="T20" fmla="*/ 678 w 888"/>
                    <a:gd name="T21" fmla="*/ 63 h 340"/>
                    <a:gd name="T22" fmla="*/ 542 w 888"/>
                    <a:gd name="T23" fmla="*/ 57 h 340"/>
                    <a:gd name="T24" fmla="*/ 491 w 888"/>
                    <a:gd name="T25" fmla="*/ 51 h 340"/>
                    <a:gd name="T26" fmla="*/ 442 w 888"/>
                    <a:gd name="T27" fmla="*/ 30 h 340"/>
                    <a:gd name="T28" fmla="*/ 385 w 888"/>
                    <a:gd name="T29" fmla="*/ 16 h 340"/>
                    <a:gd name="T30" fmla="*/ 272 w 888"/>
                    <a:gd name="T31" fmla="*/ 42 h 340"/>
                    <a:gd name="T32" fmla="*/ 203 w 888"/>
                    <a:gd name="T33" fmla="*/ 53 h 340"/>
                    <a:gd name="T34" fmla="*/ 120 w 888"/>
                    <a:gd name="T35" fmla="*/ 14 h 340"/>
                    <a:gd name="T36" fmla="*/ 79 w 888"/>
                    <a:gd name="T37" fmla="*/ 10 h 340"/>
                    <a:gd name="T38" fmla="*/ 52 w 888"/>
                    <a:gd name="T39" fmla="*/ 28 h 340"/>
                    <a:gd name="T40" fmla="*/ 50 w 888"/>
                    <a:gd name="T41" fmla="*/ 47 h 340"/>
                    <a:gd name="T42" fmla="*/ 50 w 888"/>
                    <a:gd name="T43" fmla="*/ 86 h 340"/>
                    <a:gd name="T44" fmla="*/ 107 w 888"/>
                    <a:gd name="T45" fmla="*/ 65 h 340"/>
                    <a:gd name="T46" fmla="*/ 165 w 888"/>
                    <a:gd name="T47" fmla="*/ 81 h 340"/>
                    <a:gd name="T48" fmla="*/ 92 w 888"/>
                    <a:gd name="T49" fmla="*/ 91 h 340"/>
                    <a:gd name="T50" fmla="*/ 76 w 888"/>
                    <a:gd name="T51" fmla="*/ 142 h 340"/>
                    <a:gd name="T52" fmla="*/ 83 w 888"/>
                    <a:gd name="T53" fmla="*/ 186 h 340"/>
                    <a:gd name="T54" fmla="*/ 108 w 888"/>
                    <a:gd name="T55" fmla="*/ 234 h 340"/>
                    <a:gd name="T56" fmla="*/ 146 w 888"/>
                    <a:gd name="T57" fmla="*/ 297 h 340"/>
                    <a:gd name="T58" fmla="*/ 250 w 888"/>
                    <a:gd name="T59" fmla="*/ 310 h 340"/>
                    <a:gd name="T60" fmla="*/ 359 w 888"/>
                    <a:gd name="T61" fmla="*/ 325 h 340"/>
                    <a:gd name="T62" fmla="*/ 477 w 888"/>
                    <a:gd name="T63" fmla="*/ 298 h 340"/>
                    <a:gd name="T64" fmla="*/ 495 w 888"/>
                    <a:gd name="T65" fmla="*/ 329 h 340"/>
                    <a:gd name="T66" fmla="*/ 515 w 888"/>
                    <a:gd name="T67" fmla="*/ 330 h 340"/>
                    <a:gd name="T68" fmla="*/ 525 w 888"/>
                    <a:gd name="T69" fmla="*/ 308 h 340"/>
                    <a:gd name="T70" fmla="*/ 546 w 888"/>
                    <a:gd name="T71" fmla="*/ 296 h 340"/>
                    <a:gd name="T72" fmla="*/ 622 w 888"/>
                    <a:gd name="T73" fmla="*/ 290 h 340"/>
                    <a:gd name="T74" fmla="*/ 699 w 888"/>
                    <a:gd name="T75" fmla="*/ 271 h 340"/>
                    <a:gd name="T76" fmla="*/ 746 w 888"/>
                    <a:gd name="T77" fmla="*/ 270 h 340"/>
                    <a:gd name="T78" fmla="*/ 781 w 888"/>
                    <a:gd name="T79" fmla="*/ 274 h 340"/>
                    <a:gd name="T80" fmla="*/ 835 w 888"/>
                    <a:gd name="T81" fmla="*/ 267 h 340"/>
                    <a:gd name="T82" fmla="*/ 888 w 888"/>
                    <a:gd name="T83" fmla="*/ 265 h 340"/>
                    <a:gd name="T84" fmla="*/ 81 w 888"/>
                    <a:gd name="T85" fmla="*/ 204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88" h="340">
                      <a:moveTo>
                        <a:pt x="3" y="126"/>
                      </a:moveTo>
                      <a:cubicBezTo>
                        <a:pt x="17" y="125"/>
                        <a:pt x="17" y="125"/>
                        <a:pt x="17" y="125"/>
                      </a:cubicBezTo>
                      <a:cubicBezTo>
                        <a:pt x="20" y="116"/>
                        <a:pt x="20" y="116"/>
                        <a:pt x="20" y="116"/>
                      </a:cubicBezTo>
                      <a:cubicBezTo>
                        <a:pt x="0" y="116"/>
                        <a:pt x="0" y="116"/>
                        <a:pt x="0" y="116"/>
                      </a:cubicBezTo>
                      <a:lnTo>
                        <a:pt x="3" y="126"/>
                      </a:lnTo>
                      <a:close/>
                      <a:moveTo>
                        <a:pt x="27" y="107"/>
                      </a:moveTo>
                      <a:cubicBezTo>
                        <a:pt x="30" y="116"/>
                        <a:pt x="40" y="122"/>
                        <a:pt x="39" y="106"/>
                      </a:cubicBezTo>
                      <a:cubicBezTo>
                        <a:pt x="38" y="90"/>
                        <a:pt x="27" y="107"/>
                        <a:pt x="27" y="107"/>
                      </a:cubicBezTo>
                      <a:close/>
                      <a:moveTo>
                        <a:pt x="63" y="93"/>
                      </a:moveTo>
                      <a:cubicBezTo>
                        <a:pt x="45" y="93"/>
                        <a:pt x="45" y="93"/>
                        <a:pt x="45" y="93"/>
                      </a:cubicBezTo>
                      <a:cubicBezTo>
                        <a:pt x="45" y="114"/>
                        <a:pt x="45" y="114"/>
                        <a:pt x="45" y="114"/>
                      </a:cubicBezTo>
                      <a:cubicBezTo>
                        <a:pt x="52" y="101"/>
                        <a:pt x="52" y="101"/>
                        <a:pt x="52" y="101"/>
                      </a:cubicBezTo>
                      <a:lnTo>
                        <a:pt x="63" y="93"/>
                      </a:lnTo>
                      <a:close/>
                      <a:moveTo>
                        <a:pt x="888" y="265"/>
                      </a:moveTo>
                      <a:cubicBezTo>
                        <a:pt x="887" y="261"/>
                        <a:pt x="887" y="259"/>
                        <a:pt x="887" y="259"/>
                      </a:cubicBezTo>
                      <a:cubicBezTo>
                        <a:pt x="871" y="254"/>
                        <a:pt x="871" y="254"/>
                        <a:pt x="871" y="254"/>
                      </a:cubicBezTo>
                      <a:cubicBezTo>
                        <a:pt x="871" y="236"/>
                        <a:pt x="871" y="236"/>
                        <a:pt x="871" y="236"/>
                      </a:cubicBezTo>
                      <a:cubicBezTo>
                        <a:pt x="850" y="224"/>
                        <a:pt x="850" y="224"/>
                        <a:pt x="850" y="224"/>
                      </a:cubicBezTo>
                      <a:cubicBezTo>
                        <a:pt x="850" y="224"/>
                        <a:pt x="863" y="205"/>
                        <a:pt x="858" y="203"/>
                      </a:cubicBezTo>
                      <a:cubicBezTo>
                        <a:pt x="853" y="201"/>
                        <a:pt x="846" y="180"/>
                        <a:pt x="846" y="180"/>
                      </a:cubicBezTo>
                      <a:cubicBezTo>
                        <a:pt x="845" y="165"/>
                        <a:pt x="845" y="165"/>
                        <a:pt x="845" y="165"/>
                      </a:cubicBezTo>
                      <a:cubicBezTo>
                        <a:pt x="834" y="149"/>
                        <a:pt x="834" y="149"/>
                        <a:pt x="834" y="149"/>
                      </a:cubicBezTo>
                      <a:cubicBezTo>
                        <a:pt x="850" y="147"/>
                        <a:pt x="850" y="147"/>
                        <a:pt x="850" y="147"/>
                      </a:cubicBezTo>
                      <a:cubicBezTo>
                        <a:pt x="850" y="147"/>
                        <a:pt x="851" y="142"/>
                        <a:pt x="853" y="137"/>
                      </a:cubicBezTo>
                      <a:cubicBezTo>
                        <a:pt x="850" y="127"/>
                        <a:pt x="846" y="116"/>
                        <a:pt x="843" y="116"/>
                      </a:cubicBezTo>
                      <a:cubicBezTo>
                        <a:pt x="838" y="115"/>
                        <a:pt x="822" y="124"/>
                        <a:pt x="814" y="113"/>
                      </a:cubicBezTo>
                      <a:cubicBezTo>
                        <a:pt x="806" y="102"/>
                        <a:pt x="808" y="88"/>
                        <a:pt x="802" y="73"/>
                      </a:cubicBezTo>
                      <a:cubicBezTo>
                        <a:pt x="796" y="58"/>
                        <a:pt x="794" y="50"/>
                        <a:pt x="794" y="50"/>
                      </a:cubicBezTo>
                      <a:cubicBezTo>
                        <a:pt x="777" y="50"/>
                        <a:pt x="777" y="50"/>
                        <a:pt x="777" y="50"/>
                      </a:cubicBezTo>
                      <a:cubicBezTo>
                        <a:pt x="777" y="50"/>
                        <a:pt x="775" y="35"/>
                        <a:pt x="761" y="32"/>
                      </a:cubicBezTo>
                      <a:cubicBezTo>
                        <a:pt x="747" y="29"/>
                        <a:pt x="741" y="39"/>
                        <a:pt x="741" y="39"/>
                      </a:cubicBezTo>
                      <a:cubicBezTo>
                        <a:pt x="715" y="34"/>
                        <a:pt x="715" y="34"/>
                        <a:pt x="715" y="34"/>
                      </a:cubicBezTo>
                      <a:cubicBezTo>
                        <a:pt x="706" y="43"/>
                        <a:pt x="688" y="59"/>
                        <a:pt x="678" y="63"/>
                      </a:cubicBezTo>
                      <a:cubicBezTo>
                        <a:pt x="665" y="68"/>
                        <a:pt x="621" y="62"/>
                        <a:pt x="621" y="62"/>
                      </a:cubicBezTo>
                      <a:cubicBezTo>
                        <a:pt x="585" y="72"/>
                        <a:pt x="585" y="72"/>
                        <a:pt x="585" y="72"/>
                      </a:cubicBezTo>
                      <a:cubicBezTo>
                        <a:pt x="542" y="57"/>
                        <a:pt x="542" y="57"/>
                        <a:pt x="542" y="57"/>
                      </a:cubicBezTo>
                      <a:cubicBezTo>
                        <a:pt x="525" y="63"/>
                        <a:pt x="525" y="63"/>
                        <a:pt x="525" y="63"/>
                      </a:cubicBezTo>
                      <a:cubicBezTo>
                        <a:pt x="525" y="63"/>
                        <a:pt x="516" y="40"/>
                        <a:pt x="508" y="42"/>
                      </a:cubicBezTo>
                      <a:cubicBezTo>
                        <a:pt x="500" y="44"/>
                        <a:pt x="491" y="51"/>
                        <a:pt x="491" y="51"/>
                      </a:cubicBezTo>
                      <a:cubicBezTo>
                        <a:pt x="475" y="40"/>
                        <a:pt x="475" y="40"/>
                        <a:pt x="475" y="40"/>
                      </a:cubicBezTo>
                      <a:cubicBezTo>
                        <a:pt x="472" y="25"/>
                        <a:pt x="472" y="25"/>
                        <a:pt x="472" y="25"/>
                      </a:cubicBezTo>
                      <a:cubicBezTo>
                        <a:pt x="442" y="30"/>
                        <a:pt x="442" y="30"/>
                        <a:pt x="442" y="30"/>
                      </a:cubicBezTo>
                      <a:cubicBezTo>
                        <a:pt x="424" y="20"/>
                        <a:pt x="424" y="20"/>
                        <a:pt x="424" y="20"/>
                      </a:cubicBezTo>
                      <a:cubicBezTo>
                        <a:pt x="421" y="6"/>
                        <a:pt x="421" y="6"/>
                        <a:pt x="421" y="6"/>
                      </a:cubicBezTo>
                      <a:cubicBezTo>
                        <a:pt x="421" y="6"/>
                        <a:pt x="398" y="16"/>
                        <a:pt x="385" y="16"/>
                      </a:cubicBezTo>
                      <a:cubicBezTo>
                        <a:pt x="373" y="16"/>
                        <a:pt x="355" y="10"/>
                        <a:pt x="343" y="11"/>
                      </a:cubicBezTo>
                      <a:cubicBezTo>
                        <a:pt x="332" y="12"/>
                        <a:pt x="297" y="26"/>
                        <a:pt x="291" y="32"/>
                      </a:cubicBezTo>
                      <a:cubicBezTo>
                        <a:pt x="286" y="39"/>
                        <a:pt x="272" y="42"/>
                        <a:pt x="272" y="42"/>
                      </a:cubicBezTo>
                      <a:cubicBezTo>
                        <a:pt x="266" y="58"/>
                        <a:pt x="266" y="58"/>
                        <a:pt x="266" y="58"/>
                      </a:cubicBezTo>
                      <a:cubicBezTo>
                        <a:pt x="266" y="58"/>
                        <a:pt x="266" y="62"/>
                        <a:pt x="252" y="59"/>
                      </a:cubicBezTo>
                      <a:cubicBezTo>
                        <a:pt x="239" y="56"/>
                        <a:pt x="216" y="53"/>
                        <a:pt x="203" y="53"/>
                      </a:cubicBezTo>
                      <a:cubicBezTo>
                        <a:pt x="191" y="53"/>
                        <a:pt x="151" y="44"/>
                        <a:pt x="151" y="44"/>
                      </a:cubicBezTo>
                      <a:cubicBezTo>
                        <a:pt x="151" y="44"/>
                        <a:pt x="127" y="47"/>
                        <a:pt x="124" y="33"/>
                      </a:cubicBezTo>
                      <a:cubicBezTo>
                        <a:pt x="122" y="26"/>
                        <a:pt x="121" y="19"/>
                        <a:pt x="120" y="14"/>
                      </a:cubicBezTo>
                      <a:cubicBezTo>
                        <a:pt x="111" y="15"/>
                        <a:pt x="97" y="13"/>
                        <a:pt x="97" y="13"/>
                      </a:cubicBezTo>
                      <a:cubicBezTo>
                        <a:pt x="87" y="0"/>
                        <a:pt x="87" y="0"/>
                        <a:pt x="87" y="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59" y="8"/>
                        <a:pt x="59" y="8"/>
                        <a:pt x="59" y="8"/>
                      </a:cubicBezTo>
                      <a:cubicBezTo>
                        <a:pt x="50" y="23"/>
                        <a:pt x="50" y="23"/>
                        <a:pt x="50" y="23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2" y="28"/>
                        <a:pt x="59" y="27"/>
                        <a:pt x="62" y="32"/>
                      </a:cubicBezTo>
                      <a:cubicBezTo>
                        <a:pt x="65" y="37"/>
                        <a:pt x="64" y="45"/>
                        <a:pt x="64" y="45"/>
                      </a:cubicBezTo>
                      <a:cubicBezTo>
                        <a:pt x="64" y="45"/>
                        <a:pt x="51" y="41"/>
                        <a:pt x="50" y="47"/>
                      </a:cubicBezTo>
                      <a:cubicBezTo>
                        <a:pt x="49" y="53"/>
                        <a:pt x="54" y="56"/>
                        <a:pt x="52" y="63"/>
                      </a:cubicBezTo>
                      <a:cubicBezTo>
                        <a:pt x="50" y="70"/>
                        <a:pt x="47" y="75"/>
                        <a:pt x="47" y="75"/>
                      </a:cubicBezTo>
                      <a:cubicBezTo>
                        <a:pt x="47" y="75"/>
                        <a:pt x="35" y="87"/>
                        <a:pt x="50" y="86"/>
                      </a:cubicBezTo>
                      <a:cubicBezTo>
                        <a:pt x="65" y="85"/>
                        <a:pt x="76" y="80"/>
                        <a:pt x="76" y="80"/>
                      </a:cubicBezTo>
                      <a:cubicBezTo>
                        <a:pt x="76" y="80"/>
                        <a:pt x="72" y="90"/>
                        <a:pt x="80" y="87"/>
                      </a:cubicBezTo>
                      <a:cubicBezTo>
                        <a:pt x="88" y="84"/>
                        <a:pt x="107" y="65"/>
                        <a:pt x="107" y="65"/>
                      </a:cubicBezTo>
                      <a:cubicBezTo>
                        <a:pt x="107" y="65"/>
                        <a:pt x="141" y="53"/>
                        <a:pt x="152" y="61"/>
                      </a:cubicBezTo>
                      <a:cubicBezTo>
                        <a:pt x="163" y="69"/>
                        <a:pt x="197" y="74"/>
                        <a:pt x="197" y="74"/>
                      </a:cubicBezTo>
                      <a:cubicBezTo>
                        <a:pt x="197" y="74"/>
                        <a:pt x="166" y="78"/>
                        <a:pt x="165" y="81"/>
                      </a:cubicBezTo>
                      <a:cubicBezTo>
                        <a:pt x="164" y="84"/>
                        <a:pt x="159" y="93"/>
                        <a:pt x="159" y="93"/>
                      </a:cubicBezTo>
                      <a:cubicBezTo>
                        <a:pt x="126" y="94"/>
                        <a:pt x="126" y="94"/>
                        <a:pt x="126" y="94"/>
                      </a:cubicBezTo>
                      <a:cubicBezTo>
                        <a:pt x="92" y="91"/>
                        <a:pt x="92" y="91"/>
                        <a:pt x="92" y="91"/>
                      </a:cubicBezTo>
                      <a:cubicBezTo>
                        <a:pt x="92" y="91"/>
                        <a:pt x="66" y="97"/>
                        <a:pt x="62" y="105"/>
                      </a:cubicBezTo>
                      <a:cubicBezTo>
                        <a:pt x="58" y="113"/>
                        <a:pt x="49" y="143"/>
                        <a:pt x="49" y="143"/>
                      </a:cubicBezTo>
                      <a:cubicBezTo>
                        <a:pt x="76" y="142"/>
                        <a:pt x="76" y="142"/>
                        <a:pt x="76" y="142"/>
                      </a:cubicBezTo>
                      <a:cubicBezTo>
                        <a:pt x="76" y="142"/>
                        <a:pt x="72" y="151"/>
                        <a:pt x="77" y="159"/>
                      </a:cubicBezTo>
                      <a:cubicBezTo>
                        <a:pt x="82" y="167"/>
                        <a:pt x="88" y="175"/>
                        <a:pt x="88" y="175"/>
                      </a:cubicBezTo>
                      <a:cubicBezTo>
                        <a:pt x="83" y="186"/>
                        <a:pt x="83" y="186"/>
                        <a:pt x="83" y="186"/>
                      </a:cubicBezTo>
                      <a:cubicBezTo>
                        <a:pt x="93" y="201"/>
                        <a:pt x="93" y="201"/>
                        <a:pt x="93" y="201"/>
                      </a:cubicBezTo>
                      <a:cubicBezTo>
                        <a:pt x="84" y="212"/>
                        <a:pt x="84" y="212"/>
                        <a:pt x="84" y="212"/>
                      </a:cubicBezTo>
                      <a:cubicBezTo>
                        <a:pt x="108" y="234"/>
                        <a:pt x="108" y="234"/>
                        <a:pt x="108" y="234"/>
                      </a:cubicBezTo>
                      <a:cubicBezTo>
                        <a:pt x="106" y="258"/>
                        <a:pt x="106" y="258"/>
                        <a:pt x="106" y="258"/>
                      </a:cubicBezTo>
                      <a:cubicBezTo>
                        <a:pt x="140" y="275"/>
                        <a:pt x="140" y="275"/>
                        <a:pt x="140" y="275"/>
                      </a:cubicBezTo>
                      <a:cubicBezTo>
                        <a:pt x="146" y="297"/>
                        <a:pt x="146" y="297"/>
                        <a:pt x="146" y="297"/>
                      </a:cubicBezTo>
                      <a:cubicBezTo>
                        <a:pt x="146" y="297"/>
                        <a:pt x="143" y="285"/>
                        <a:pt x="162" y="290"/>
                      </a:cubicBezTo>
                      <a:cubicBezTo>
                        <a:pt x="181" y="295"/>
                        <a:pt x="178" y="312"/>
                        <a:pt x="208" y="315"/>
                      </a:cubicBezTo>
                      <a:cubicBezTo>
                        <a:pt x="238" y="318"/>
                        <a:pt x="250" y="317"/>
                        <a:pt x="250" y="310"/>
                      </a:cubicBezTo>
                      <a:cubicBezTo>
                        <a:pt x="250" y="303"/>
                        <a:pt x="252" y="284"/>
                        <a:pt x="262" y="283"/>
                      </a:cubicBezTo>
                      <a:cubicBezTo>
                        <a:pt x="272" y="282"/>
                        <a:pt x="299" y="289"/>
                        <a:pt x="313" y="294"/>
                      </a:cubicBezTo>
                      <a:cubicBezTo>
                        <a:pt x="327" y="299"/>
                        <a:pt x="313" y="326"/>
                        <a:pt x="359" y="325"/>
                      </a:cubicBezTo>
                      <a:cubicBezTo>
                        <a:pt x="405" y="324"/>
                        <a:pt x="406" y="299"/>
                        <a:pt x="422" y="294"/>
                      </a:cubicBezTo>
                      <a:cubicBezTo>
                        <a:pt x="438" y="289"/>
                        <a:pt x="450" y="285"/>
                        <a:pt x="457" y="291"/>
                      </a:cubicBezTo>
                      <a:cubicBezTo>
                        <a:pt x="464" y="297"/>
                        <a:pt x="466" y="303"/>
                        <a:pt x="477" y="298"/>
                      </a:cubicBezTo>
                      <a:cubicBezTo>
                        <a:pt x="488" y="293"/>
                        <a:pt x="495" y="277"/>
                        <a:pt x="502" y="284"/>
                      </a:cubicBezTo>
                      <a:cubicBezTo>
                        <a:pt x="509" y="291"/>
                        <a:pt x="501" y="300"/>
                        <a:pt x="498" y="306"/>
                      </a:cubicBezTo>
                      <a:cubicBezTo>
                        <a:pt x="495" y="312"/>
                        <a:pt x="488" y="324"/>
                        <a:pt x="495" y="329"/>
                      </a:cubicBezTo>
                      <a:cubicBezTo>
                        <a:pt x="496" y="330"/>
                        <a:pt x="497" y="331"/>
                        <a:pt x="496" y="333"/>
                      </a:cubicBezTo>
                      <a:cubicBezTo>
                        <a:pt x="499" y="335"/>
                        <a:pt x="506" y="340"/>
                        <a:pt x="509" y="339"/>
                      </a:cubicBezTo>
                      <a:cubicBezTo>
                        <a:pt x="513" y="338"/>
                        <a:pt x="515" y="330"/>
                        <a:pt x="515" y="330"/>
                      </a:cubicBezTo>
                      <a:cubicBezTo>
                        <a:pt x="515" y="321"/>
                        <a:pt x="515" y="321"/>
                        <a:pt x="515" y="321"/>
                      </a:cubicBezTo>
                      <a:cubicBezTo>
                        <a:pt x="515" y="321"/>
                        <a:pt x="529" y="327"/>
                        <a:pt x="530" y="319"/>
                      </a:cubicBezTo>
                      <a:cubicBezTo>
                        <a:pt x="532" y="306"/>
                        <a:pt x="525" y="308"/>
                        <a:pt x="525" y="308"/>
                      </a:cubicBezTo>
                      <a:cubicBezTo>
                        <a:pt x="524" y="287"/>
                        <a:pt x="524" y="287"/>
                        <a:pt x="524" y="287"/>
                      </a:cubicBezTo>
                      <a:cubicBezTo>
                        <a:pt x="524" y="287"/>
                        <a:pt x="538" y="282"/>
                        <a:pt x="540" y="286"/>
                      </a:cubicBezTo>
                      <a:cubicBezTo>
                        <a:pt x="542" y="290"/>
                        <a:pt x="525" y="296"/>
                        <a:pt x="546" y="296"/>
                      </a:cubicBezTo>
                      <a:cubicBezTo>
                        <a:pt x="567" y="296"/>
                        <a:pt x="582" y="288"/>
                        <a:pt x="582" y="288"/>
                      </a:cubicBezTo>
                      <a:cubicBezTo>
                        <a:pt x="582" y="288"/>
                        <a:pt x="593" y="276"/>
                        <a:pt x="596" y="277"/>
                      </a:cubicBezTo>
                      <a:cubicBezTo>
                        <a:pt x="599" y="278"/>
                        <a:pt x="622" y="290"/>
                        <a:pt x="622" y="290"/>
                      </a:cubicBezTo>
                      <a:cubicBezTo>
                        <a:pt x="622" y="290"/>
                        <a:pt x="634" y="295"/>
                        <a:pt x="645" y="294"/>
                      </a:cubicBezTo>
                      <a:cubicBezTo>
                        <a:pt x="656" y="293"/>
                        <a:pt x="661" y="290"/>
                        <a:pt x="670" y="287"/>
                      </a:cubicBezTo>
                      <a:cubicBezTo>
                        <a:pt x="679" y="284"/>
                        <a:pt x="686" y="272"/>
                        <a:pt x="699" y="271"/>
                      </a:cubicBezTo>
                      <a:cubicBezTo>
                        <a:pt x="712" y="270"/>
                        <a:pt x="718" y="269"/>
                        <a:pt x="723" y="271"/>
                      </a:cubicBezTo>
                      <a:cubicBezTo>
                        <a:pt x="728" y="273"/>
                        <a:pt x="723" y="278"/>
                        <a:pt x="732" y="277"/>
                      </a:cubicBezTo>
                      <a:cubicBezTo>
                        <a:pt x="741" y="276"/>
                        <a:pt x="746" y="270"/>
                        <a:pt x="746" y="270"/>
                      </a:cubicBezTo>
                      <a:cubicBezTo>
                        <a:pt x="746" y="270"/>
                        <a:pt x="751" y="268"/>
                        <a:pt x="759" y="267"/>
                      </a:cubicBezTo>
                      <a:cubicBezTo>
                        <a:pt x="767" y="266"/>
                        <a:pt x="769" y="255"/>
                        <a:pt x="772" y="257"/>
                      </a:cubicBezTo>
                      <a:cubicBezTo>
                        <a:pt x="775" y="259"/>
                        <a:pt x="769" y="277"/>
                        <a:pt x="781" y="274"/>
                      </a:cubicBezTo>
                      <a:cubicBezTo>
                        <a:pt x="793" y="271"/>
                        <a:pt x="792" y="258"/>
                        <a:pt x="792" y="258"/>
                      </a:cubicBezTo>
                      <a:cubicBezTo>
                        <a:pt x="818" y="258"/>
                        <a:pt x="818" y="258"/>
                        <a:pt x="818" y="258"/>
                      </a:cubicBezTo>
                      <a:cubicBezTo>
                        <a:pt x="818" y="258"/>
                        <a:pt x="827" y="269"/>
                        <a:pt x="835" y="267"/>
                      </a:cubicBezTo>
                      <a:cubicBezTo>
                        <a:pt x="843" y="265"/>
                        <a:pt x="835" y="257"/>
                        <a:pt x="849" y="258"/>
                      </a:cubicBezTo>
                      <a:cubicBezTo>
                        <a:pt x="863" y="259"/>
                        <a:pt x="861" y="276"/>
                        <a:pt x="861" y="276"/>
                      </a:cubicBezTo>
                      <a:lnTo>
                        <a:pt x="888" y="265"/>
                      </a:lnTo>
                      <a:close/>
                      <a:moveTo>
                        <a:pt x="67" y="189"/>
                      </a:moveTo>
                      <a:cubicBezTo>
                        <a:pt x="63" y="185"/>
                        <a:pt x="61" y="207"/>
                        <a:pt x="67" y="217"/>
                      </a:cubicBezTo>
                      <a:cubicBezTo>
                        <a:pt x="72" y="226"/>
                        <a:pt x="79" y="208"/>
                        <a:pt x="81" y="204"/>
                      </a:cubicBezTo>
                      <a:cubicBezTo>
                        <a:pt x="83" y="200"/>
                        <a:pt x="71" y="193"/>
                        <a:pt x="67" y="18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7" name="Freeform 243"/>
                <p:cNvSpPr>
                  <a:spLocks noEditPoints="1"/>
                </p:cNvSpPr>
                <p:nvPr/>
              </p:nvSpPr>
              <p:spPr bwMode="gray">
                <a:xfrm>
                  <a:off x="-4283" y="-15278"/>
                  <a:ext cx="862" cy="867"/>
                </a:xfrm>
                <a:custGeom>
                  <a:avLst/>
                  <a:gdLst>
                    <a:gd name="T0" fmla="*/ 190 w 365"/>
                    <a:gd name="T1" fmla="*/ 78 h 367"/>
                    <a:gd name="T2" fmla="*/ 5 w 365"/>
                    <a:gd name="T3" fmla="*/ 188 h 367"/>
                    <a:gd name="T4" fmla="*/ 212 w 365"/>
                    <a:gd name="T5" fmla="*/ 277 h 367"/>
                    <a:gd name="T6" fmla="*/ 210 w 365"/>
                    <a:gd name="T7" fmla="*/ 258 h 367"/>
                    <a:gd name="T8" fmla="*/ 210 w 365"/>
                    <a:gd name="T9" fmla="*/ 258 h 367"/>
                    <a:gd name="T10" fmla="*/ 223 w 365"/>
                    <a:gd name="T11" fmla="*/ 213 h 367"/>
                    <a:gd name="T12" fmla="*/ 97 w 365"/>
                    <a:gd name="T13" fmla="*/ 176 h 367"/>
                    <a:gd name="T14" fmla="*/ 166 w 365"/>
                    <a:gd name="T15" fmla="*/ 188 h 367"/>
                    <a:gd name="T16" fmla="*/ 128 w 365"/>
                    <a:gd name="T17" fmla="*/ 152 h 367"/>
                    <a:gd name="T18" fmla="*/ 153 w 365"/>
                    <a:gd name="T19" fmla="*/ 156 h 367"/>
                    <a:gd name="T20" fmla="*/ 107 w 365"/>
                    <a:gd name="T21" fmla="*/ 94 h 367"/>
                    <a:gd name="T22" fmla="*/ 129 w 365"/>
                    <a:gd name="T23" fmla="*/ 78 h 367"/>
                    <a:gd name="T24" fmla="*/ 140 w 365"/>
                    <a:gd name="T25" fmla="*/ 79 h 367"/>
                    <a:gd name="T26" fmla="*/ 152 w 365"/>
                    <a:gd name="T27" fmla="*/ 77 h 367"/>
                    <a:gd name="T28" fmla="*/ 182 w 365"/>
                    <a:gd name="T29" fmla="*/ 49 h 367"/>
                    <a:gd name="T30" fmla="*/ 258 w 365"/>
                    <a:gd name="T31" fmla="*/ 52 h 367"/>
                    <a:gd name="T32" fmla="*/ 275 w 365"/>
                    <a:gd name="T33" fmla="*/ 22 h 367"/>
                    <a:gd name="T34" fmla="*/ 261 w 365"/>
                    <a:gd name="T35" fmla="*/ 0 h 367"/>
                    <a:gd name="T36" fmla="*/ 237 w 365"/>
                    <a:gd name="T37" fmla="*/ 25 h 367"/>
                    <a:gd name="T38" fmla="*/ 205 w 365"/>
                    <a:gd name="T39" fmla="*/ 17 h 367"/>
                    <a:gd name="T40" fmla="*/ 161 w 365"/>
                    <a:gd name="T41" fmla="*/ 9 h 367"/>
                    <a:gd name="T42" fmla="*/ 123 w 365"/>
                    <a:gd name="T43" fmla="*/ 25 h 367"/>
                    <a:gd name="T44" fmla="*/ 70 w 365"/>
                    <a:gd name="T45" fmla="*/ 36 h 367"/>
                    <a:gd name="T46" fmla="*/ 38 w 365"/>
                    <a:gd name="T47" fmla="*/ 50 h 367"/>
                    <a:gd name="T48" fmla="*/ 21 w 365"/>
                    <a:gd name="T49" fmla="*/ 84 h 367"/>
                    <a:gd name="T50" fmla="*/ 3 w 365"/>
                    <a:gd name="T51" fmla="*/ 109 h 367"/>
                    <a:gd name="T52" fmla="*/ 29 w 365"/>
                    <a:gd name="T53" fmla="*/ 156 h 367"/>
                    <a:gd name="T54" fmla="*/ 266 w 365"/>
                    <a:gd name="T55" fmla="*/ 168 h 367"/>
                    <a:gd name="T56" fmla="*/ 261 w 365"/>
                    <a:gd name="T57" fmla="*/ 196 h 367"/>
                    <a:gd name="T58" fmla="*/ 30 w 365"/>
                    <a:gd name="T59" fmla="*/ 220 h 367"/>
                    <a:gd name="T60" fmla="*/ 255 w 365"/>
                    <a:gd name="T61" fmla="*/ 270 h 367"/>
                    <a:gd name="T62" fmla="*/ 275 w 365"/>
                    <a:gd name="T63" fmla="*/ 220 h 367"/>
                    <a:gd name="T64" fmla="*/ 269 w 365"/>
                    <a:gd name="T65" fmla="*/ 127 h 367"/>
                    <a:gd name="T66" fmla="*/ 278 w 365"/>
                    <a:gd name="T67" fmla="*/ 148 h 367"/>
                    <a:gd name="T68" fmla="*/ 247 w 365"/>
                    <a:gd name="T69" fmla="*/ 254 h 367"/>
                    <a:gd name="T70" fmla="*/ 291 w 365"/>
                    <a:gd name="T71" fmla="*/ 220 h 367"/>
                    <a:gd name="T72" fmla="*/ 307 w 365"/>
                    <a:gd name="T73" fmla="*/ 236 h 367"/>
                    <a:gd name="T74" fmla="*/ 186 w 365"/>
                    <a:gd name="T75" fmla="*/ 146 h 367"/>
                    <a:gd name="T76" fmla="*/ 361 w 365"/>
                    <a:gd name="T77" fmla="*/ 281 h 367"/>
                    <a:gd name="T78" fmla="*/ 310 w 365"/>
                    <a:gd name="T79" fmla="*/ 258 h 367"/>
                    <a:gd name="T80" fmla="*/ 326 w 365"/>
                    <a:gd name="T81" fmla="*/ 249 h 367"/>
                    <a:gd name="T82" fmla="*/ 324 w 365"/>
                    <a:gd name="T83" fmla="*/ 339 h 367"/>
                    <a:gd name="T84" fmla="*/ 186 w 365"/>
                    <a:gd name="T85" fmla="*/ 221 h 367"/>
                    <a:gd name="T86" fmla="*/ 127 w 365"/>
                    <a:gd name="T87" fmla="*/ 288 h 367"/>
                    <a:gd name="T88" fmla="*/ 259 w 365"/>
                    <a:gd name="T89" fmla="*/ 352 h 367"/>
                    <a:gd name="T90" fmla="*/ 209 w 365"/>
                    <a:gd name="T91" fmla="*/ 336 h 367"/>
                    <a:gd name="T92" fmla="*/ 161 w 365"/>
                    <a:gd name="T93" fmla="*/ 342 h 367"/>
                    <a:gd name="T94" fmla="*/ 205 w 365"/>
                    <a:gd name="T95" fmla="*/ 352 h 367"/>
                    <a:gd name="T96" fmla="*/ 241 w 365"/>
                    <a:gd name="T97" fmla="*/ 362 h 367"/>
                    <a:gd name="T98" fmla="*/ 285 w 365"/>
                    <a:gd name="T99" fmla="*/ 272 h 367"/>
                    <a:gd name="T100" fmla="*/ 79 w 365"/>
                    <a:gd name="T101" fmla="*/ 186 h 367"/>
                    <a:gd name="T102" fmla="*/ 47 w 365"/>
                    <a:gd name="T103" fmla="*/ 207 h 367"/>
                    <a:gd name="T104" fmla="*/ 81 w 365"/>
                    <a:gd name="T105" fmla="*/ 260 h 367"/>
                    <a:gd name="T106" fmla="*/ 113 w 365"/>
                    <a:gd name="T107" fmla="*/ 262 h 367"/>
                    <a:gd name="T108" fmla="*/ 129 w 365"/>
                    <a:gd name="T109" fmla="*/ 270 h 367"/>
                    <a:gd name="T110" fmla="*/ 117 w 365"/>
                    <a:gd name="T111" fmla="*/ 221 h 367"/>
                    <a:gd name="T112" fmla="*/ 132 w 365"/>
                    <a:gd name="T113" fmla="*/ 212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65" h="367">
                      <a:moveTo>
                        <a:pt x="165" y="73"/>
                      </a:moveTo>
                      <a:cubicBezTo>
                        <a:pt x="183" y="85"/>
                        <a:pt x="183" y="85"/>
                        <a:pt x="183" y="85"/>
                      </a:cubicBezTo>
                      <a:cubicBezTo>
                        <a:pt x="190" y="78"/>
                        <a:pt x="190" y="78"/>
                        <a:pt x="190" y="78"/>
                      </a:cubicBezTo>
                      <a:lnTo>
                        <a:pt x="165" y="73"/>
                      </a:lnTo>
                      <a:close/>
                      <a:moveTo>
                        <a:pt x="19" y="173"/>
                      </a:moveTo>
                      <a:cubicBezTo>
                        <a:pt x="5" y="188"/>
                        <a:pt x="5" y="188"/>
                        <a:pt x="5" y="188"/>
                      </a:cubicBezTo>
                      <a:cubicBezTo>
                        <a:pt x="30" y="195"/>
                        <a:pt x="30" y="195"/>
                        <a:pt x="30" y="195"/>
                      </a:cubicBezTo>
                      <a:lnTo>
                        <a:pt x="19" y="173"/>
                      </a:lnTo>
                      <a:close/>
                      <a:moveTo>
                        <a:pt x="212" y="277"/>
                      </a:moveTo>
                      <a:cubicBezTo>
                        <a:pt x="211" y="280"/>
                        <a:pt x="220" y="282"/>
                        <a:pt x="219" y="275"/>
                      </a:cubicBezTo>
                      <a:cubicBezTo>
                        <a:pt x="218" y="268"/>
                        <a:pt x="213" y="271"/>
                        <a:pt x="212" y="277"/>
                      </a:cubicBezTo>
                      <a:close/>
                      <a:moveTo>
                        <a:pt x="210" y="258"/>
                      </a:moveTo>
                      <a:cubicBezTo>
                        <a:pt x="204" y="253"/>
                        <a:pt x="204" y="253"/>
                        <a:pt x="204" y="253"/>
                      </a:cubicBezTo>
                      <a:cubicBezTo>
                        <a:pt x="198" y="259"/>
                        <a:pt x="198" y="259"/>
                        <a:pt x="198" y="259"/>
                      </a:cubicBezTo>
                      <a:lnTo>
                        <a:pt x="210" y="258"/>
                      </a:lnTo>
                      <a:close/>
                      <a:moveTo>
                        <a:pt x="201" y="196"/>
                      </a:moveTo>
                      <a:cubicBezTo>
                        <a:pt x="217" y="224"/>
                        <a:pt x="217" y="224"/>
                        <a:pt x="217" y="224"/>
                      </a:cubicBezTo>
                      <a:cubicBezTo>
                        <a:pt x="223" y="213"/>
                        <a:pt x="223" y="213"/>
                        <a:pt x="223" y="213"/>
                      </a:cubicBezTo>
                      <a:lnTo>
                        <a:pt x="201" y="196"/>
                      </a:lnTo>
                      <a:close/>
                      <a:moveTo>
                        <a:pt x="76" y="178"/>
                      </a:moveTo>
                      <a:cubicBezTo>
                        <a:pt x="76" y="178"/>
                        <a:pt x="90" y="173"/>
                        <a:pt x="97" y="176"/>
                      </a:cubicBezTo>
                      <a:cubicBezTo>
                        <a:pt x="104" y="179"/>
                        <a:pt x="141" y="193"/>
                        <a:pt x="141" y="193"/>
                      </a:cubicBezTo>
                      <a:cubicBezTo>
                        <a:pt x="141" y="193"/>
                        <a:pt x="163" y="216"/>
                        <a:pt x="168" y="210"/>
                      </a:cubicBezTo>
                      <a:cubicBezTo>
                        <a:pt x="173" y="204"/>
                        <a:pt x="174" y="195"/>
                        <a:pt x="166" y="188"/>
                      </a:cubicBezTo>
                      <a:cubicBezTo>
                        <a:pt x="158" y="181"/>
                        <a:pt x="142" y="168"/>
                        <a:pt x="139" y="167"/>
                      </a:cubicBezTo>
                      <a:cubicBezTo>
                        <a:pt x="136" y="166"/>
                        <a:pt x="117" y="157"/>
                        <a:pt x="117" y="157"/>
                      </a:cubicBezTo>
                      <a:cubicBezTo>
                        <a:pt x="117" y="157"/>
                        <a:pt x="124" y="151"/>
                        <a:pt x="128" y="152"/>
                      </a:cubicBezTo>
                      <a:cubicBezTo>
                        <a:pt x="132" y="153"/>
                        <a:pt x="155" y="176"/>
                        <a:pt x="169" y="178"/>
                      </a:cubicBezTo>
                      <a:cubicBezTo>
                        <a:pt x="183" y="180"/>
                        <a:pt x="189" y="164"/>
                        <a:pt x="176" y="162"/>
                      </a:cubicBezTo>
                      <a:cubicBezTo>
                        <a:pt x="163" y="160"/>
                        <a:pt x="153" y="156"/>
                        <a:pt x="153" y="156"/>
                      </a:cubicBezTo>
                      <a:cubicBezTo>
                        <a:pt x="153" y="156"/>
                        <a:pt x="139" y="148"/>
                        <a:pt x="137" y="141"/>
                      </a:cubicBezTo>
                      <a:cubicBezTo>
                        <a:pt x="135" y="134"/>
                        <a:pt x="123" y="117"/>
                        <a:pt x="123" y="117"/>
                      </a:cubicBezTo>
                      <a:cubicBezTo>
                        <a:pt x="123" y="117"/>
                        <a:pt x="112" y="100"/>
                        <a:pt x="107" y="94"/>
                      </a:cubicBezTo>
                      <a:cubicBezTo>
                        <a:pt x="102" y="88"/>
                        <a:pt x="97" y="67"/>
                        <a:pt x="104" y="64"/>
                      </a:cubicBezTo>
                      <a:cubicBezTo>
                        <a:pt x="111" y="61"/>
                        <a:pt x="113" y="78"/>
                        <a:pt x="121" y="78"/>
                      </a:cubicBezTo>
                      <a:cubicBezTo>
                        <a:pt x="123" y="78"/>
                        <a:pt x="126" y="78"/>
                        <a:pt x="129" y="78"/>
                      </a:cubicBezTo>
                      <a:cubicBezTo>
                        <a:pt x="133" y="86"/>
                        <a:pt x="137" y="95"/>
                        <a:pt x="139" y="96"/>
                      </a:cubicBezTo>
                      <a:cubicBezTo>
                        <a:pt x="142" y="98"/>
                        <a:pt x="148" y="94"/>
                        <a:pt x="148" y="94"/>
                      </a:cubicBezTo>
                      <a:cubicBezTo>
                        <a:pt x="140" y="79"/>
                        <a:pt x="140" y="79"/>
                        <a:pt x="140" y="79"/>
                      </a:cubicBezTo>
                      <a:cubicBezTo>
                        <a:pt x="141" y="79"/>
                        <a:pt x="142" y="79"/>
                        <a:pt x="143" y="79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52" y="77"/>
                        <a:pt x="152" y="77"/>
                        <a:pt x="152" y="77"/>
                      </a:cubicBezTo>
                      <a:cubicBezTo>
                        <a:pt x="152" y="77"/>
                        <a:pt x="153" y="77"/>
                        <a:pt x="153" y="77"/>
                      </a:cubicBezTo>
                      <a:cubicBezTo>
                        <a:pt x="156" y="74"/>
                        <a:pt x="157" y="66"/>
                        <a:pt x="156" y="58"/>
                      </a:cubicBezTo>
                      <a:cubicBezTo>
                        <a:pt x="155" y="50"/>
                        <a:pt x="173" y="46"/>
                        <a:pt x="182" y="49"/>
                      </a:cubicBezTo>
                      <a:cubicBezTo>
                        <a:pt x="191" y="52"/>
                        <a:pt x="184" y="65"/>
                        <a:pt x="193" y="62"/>
                      </a:cubicBezTo>
                      <a:cubicBezTo>
                        <a:pt x="202" y="59"/>
                        <a:pt x="205" y="44"/>
                        <a:pt x="210" y="43"/>
                      </a:cubicBezTo>
                      <a:cubicBezTo>
                        <a:pt x="215" y="42"/>
                        <a:pt x="258" y="52"/>
                        <a:pt x="258" y="52"/>
                      </a:cubicBezTo>
                      <a:cubicBezTo>
                        <a:pt x="258" y="52"/>
                        <a:pt x="261" y="47"/>
                        <a:pt x="263" y="40"/>
                      </a:cubicBezTo>
                      <a:cubicBezTo>
                        <a:pt x="265" y="33"/>
                        <a:pt x="260" y="30"/>
                        <a:pt x="261" y="24"/>
                      </a:cubicBezTo>
                      <a:cubicBezTo>
                        <a:pt x="262" y="18"/>
                        <a:pt x="275" y="22"/>
                        <a:pt x="275" y="22"/>
                      </a:cubicBezTo>
                      <a:cubicBezTo>
                        <a:pt x="275" y="22"/>
                        <a:pt x="276" y="14"/>
                        <a:pt x="273" y="9"/>
                      </a:cubicBezTo>
                      <a:cubicBezTo>
                        <a:pt x="270" y="4"/>
                        <a:pt x="263" y="5"/>
                        <a:pt x="263" y="5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49" y="6"/>
                        <a:pt x="249" y="6"/>
                        <a:pt x="249" y="6"/>
                      </a:cubicBezTo>
                      <a:cubicBezTo>
                        <a:pt x="249" y="6"/>
                        <a:pt x="255" y="14"/>
                        <a:pt x="253" y="19"/>
                      </a:cubicBezTo>
                      <a:cubicBezTo>
                        <a:pt x="251" y="24"/>
                        <a:pt x="237" y="25"/>
                        <a:pt x="237" y="25"/>
                      </a:cubicBezTo>
                      <a:cubicBezTo>
                        <a:pt x="227" y="17"/>
                        <a:pt x="227" y="17"/>
                        <a:pt x="227" y="17"/>
                      </a:cubicBezTo>
                      <a:cubicBezTo>
                        <a:pt x="227" y="17"/>
                        <a:pt x="222" y="24"/>
                        <a:pt x="214" y="25"/>
                      </a:cubicBezTo>
                      <a:cubicBezTo>
                        <a:pt x="206" y="26"/>
                        <a:pt x="205" y="17"/>
                        <a:pt x="205" y="17"/>
                      </a:cubicBezTo>
                      <a:cubicBezTo>
                        <a:pt x="205" y="17"/>
                        <a:pt x="199" y="20"/>
                        <a:pt x="191" y="20"/>
                      </a:cubicBezTo>
                      <a:cubicBezTo>
                        <a:pt x="183" y="20"/>
                        <a:pt x="179" y="6"/>
                        <a:pt x="179" y="6"/>
                      </a:cubicBezTo>
                      <a:cubicBezTo>
                        <a:pt x="161" y="9"/>
                        <a:pt x="161" y="9"/>
                        <a:pt x="161" y="9"/>
                      </a:cubicBezTo>
                      <a:cubicBezTo>
                        <a:pt x="155" y="21"/>
                        <a:pt x="155" y="21"/>
                        <a:pt x="155" y="21"/>
                      </a:cubicBezTo>
                      <a:cubicBezTo>
                        <a:pt x="141" y="15"/>
                        <a:pt x="141" y="15"/>
                        <a:pt x="141" y="15"/>
                      </a:cubicBezTo>
                      <a:cubicBezTo>
                        <a:pt x="141" y="15"/>
                        <a:pt x="131" y="25"/>
                        <a:pt x="123" y="25"/>
                      </a:cubicBezTo>
                      <a:cubicBezTo>
                        <a:pt x="118" y="25"/>
                        <a:pt x="114" y="21"/>
                        <a:pt x="111" y="18"/>
                      </a:cubicBezTo>
                      <a:cubicBezTo>
                        <a:pt x="107" y="23"/>
                        <a:pt x="102" y="26"/>
                        <a:pt x="97" y="32"/>
                      </a:cubicBezTo>
                      <a:cubicBezTo>
                        <a:pt x="89" y="40"/>
                        <a:pt x="70" y="36"/>
                        <a:pt x="70" y="36"/>
                      </a:cubicBezTo>
                      <a:cubicBezTo>
                        <a:pt x="70" y="36"/>
                        <a:pt x="71" y="41"/>
                        <a:pt x="67" y="47"/>
                      </a:cubicBezTo>
                      <a:cubicBezTo>
                        <a:pt x="63" y="53"/>
                        <a:pt x="43" y="45"/>
                        <a:pt x="43" y="45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8" y="55"/>
                        <a:pt x="39" y="62"/>
                        <a:pt x="36" y="64"/>
                      </a:cubicBezTo>
                      <a:cubicBezTo>
                        <a:pt x="31" y="68"/>
                        <a:pt x="21" y="70"/>
                        <a:pt x="21" y="70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13" y="89"/>
                        <a:pt x="4" y="86"/>
                        <a:pt x="3" y="93"/>
                      </a:cubicBezTo>
                      <a:cubicBezTo>
                        <a:pt x="2" y="100"/>
                        <a:pt x="3" y="109"/>
                        <a:pt x="3" y="109"/>
                      </a:cubicBezTo>
                      <a:cubicBezTo>
                        <a:pt x="5" y="116"/>
                        <a:pt x="5" y="116"/>
                        <a:pt x="5" y="116"/>
                      </a:cubicBezTo>
                      <a:cubicBezTo>
                        <a:pt x="5" y="116"/>
                        <a:pt x="0" y="133"/>
                        <a:pt x="9" y="136"/>
                      </a:cubicBezTo>
                      <a:cubicBezTo>
                        <a:pt x="18" y="139"/>
                        <a:pt x="29" y="156"/>
                        <a:pt x="29" y="156"/>
                      </a:cubicBezTo>
                      <a:cubicBezTo>
                        <a:pt x="29" y="156"/>
                        <a:pt x="39" y="179"/>
                        <a:pt x="47" y="179"/>
                      </a:cubicBezTo>
                      <a:cubicBezTo>
                        <a:pt x="55" y="179"/>
                        <a:pt x="76" y="178"/>
                        <a:pt x="76" y="178"/>
                      </a:cubicBezTo>
                      <a:close/>
                      <a:moveTo>
                        <a:pt x="266" y="168"/>
                      </a:moveTo>
                      <a:cubicBezTo>
                        <a:pt x="253" y="168"/>
                        <a:pt x="253" y="168"/>
                        <a:pt x="253" y="168"/>
                      </a:cubicBezTo>
                      <a:cubicBezTo>
                        <a:pt x="252" y="180"/>
                        <a:pt x="252" y="180"/>
                        <a:pt x="252" y="180"/>
                      </a:cubicBezTo>
                      <a:cubicBezTo>
                        <a:pt x="261" y="196"/>
                        <a:pt x="261" y="196"/>
                        <a:pt x="261" y="196"/>
                      </a:cubicBezTo>
                      <a:lnTo>
                        <a:pt x="266" y="168"/>
                      </a:lnTo>
                      <a:close/>
                      <a:moveTo>
                        <a:pt x="19" y="207"/>
                      </a:moveTo>
                      <a:cubicBezTo>
                        <a:pt x="10" y="214"/>
                        <a:pt x="30" y="220"/>
                        <a:pt x="30" y="220"/>
                      </a:cubicBezTo>
                      <a:cubicBezTo>
                        <a:pt x="36" y="216"/>
                        <a:pt x="28" y="200"/>
                        <a:pt x="19" y="207"/>
                      </a:cubicBezTo>
                      <a:close/>
                      <a:moveTo>
                        <a:pt x="255" y="261"/>
                      </a:moveTo>
                      <a:cubicBezTo>
                        <a:pt x="255" y="270"/>
                        <a:pt x="255" y="270"/>
                        <a:pt x="255" y="270"/>
                      </a:cubicBezTo>
                      <a:cubicBezTo>
                        <a:pt x="264" y="260"/>
                        <a:pt x="264" y="260"/>
                        <a:pt x="264" y="260"/>
                      </a:cubicBezTo>
                      <a:lnTo>
                        <a:pt x="255" y="261"/>
                      </a:lnTo>
                      <a:close/>
                      <a:moveTo>
                        <a:pt x="275" y="220"/>
                      </a:moveTo>
                      <a:cubicBezTo>
                        <a:pt x="271" y="216"/>
                        <a:pt x="259" y="219"/>
                        <a:pt x="259" y="227"/>
                      </a:cubicBezTo>
                      <a:cubicBezTo>
                        <a:pt x="259" y="232"/>
                        <a:pt x="279" y="224"/>
                        <a:pt x="275" y="220"/>
                      </a:cubicBezTo>
                      <a:close/>
                      <a:moveTo>
                        <a:pt x="269" y="127"/>
                      </a:moveTo>
                      <a:cubicBezTo>
                        <a:pt x="250" y="132"/>
                        <a:pt x="250" y="132"/>
                        <a:pt x="250" y="132"/>
                      </a:cubicBezTo>
                      <a:cubicBezTo>
                        <a:pt x="251" y="148"/>
                        <a:pt x="264" y="141"/>
                        <a:pt x="264" y="141"/>
                      </a:cubicBezTo>
                      <a:cubicBezTo>
                        <a:pt x="264" y="141"/>
                        <a:pt x="269" y="152"/>
                        <a:pt x="278" y="148"/>
                      </a:cubicBezTo>
                      <a:cubicBezTo>
                        <a:pt x="287" y="144"/>
                        <a:pt x="269" y="127"/>
                        <a:pt x="269" y="127"/>
                      </a:cubicBezTo>
                      <a:close/>
                      <a:moveTo>
                        <a:pt x="230" y="247"/>
                      </a:moveTo>
                      <a:cubicBezTo>
                        <a:pt x="232" y="259"/>
                        <a:pt x="242" y="262"/>
                        <a:pt x="247" y="254"/>
                      </a:cubicBezTo>
                      <a:cubicBezTo>
                        <a:pt x="253" y="244"/>
                        <a:pt x="228" y="235"/>
                        <a:pt x="230" y="247"/>
                      </a:cubicBezTo>
                      <a:close/>
                      <a:moveTo>
                        <a:pt x="299" y="210"/>
                      </a:moveTo>
                      <a:cubicBezTo>
                        <a:pt x="289" y="202"/>
                        <a:pt x="291" y="220"/>
                        <a:pt x="291" y="220"/>
                      </a:cubicBezTo>
                      <a:cubicBezTo>
                        <a:pt x="305" y="227"/>
                        <a:pt x="309" y="218"/>
                        <a:pt x="299" y="210"/>
                      </a:cubicBezTo>
                      <a:close/>
                      <a:moveTo>
                        <a:pt x="298" y="249"/>
                      </a:moveTo>
                      <a:cubicBezTo>
                        <a:pt x="307" y="236"/>
                        <a:pt x="307" y="236"/>
                        <a:pt x="307" y="236"/>
                      </a:cubicBezTo>
                      <a:cubicBezTo>
                        <a:pt x="295" y="236"/>
                        <a:pt x="295" y="236"/>
                        <a:pt x="295" y="236"/>
                      </a:cubicBezTo>
                      <a:lnTo>
                        <a:pt x="298" y="249"/>
                      </a:lnTo>
                      <a:close/>
                      <a:moveTo>
                        <a:pt x="186" y="146"/>
                      </a:moveTo>
                      <a:cubicBezTo>
                        <a:pt x="186" y="146"/>
                        <a:pt x="180" y="158"/>
                        <a:pt x="196" y="158"/>
                      </a:cubicBezTo>
                      <a:lnTo>
                        <a:pt x="186" y="146"/>
                      </a:lnTo>
                      <a:close/>
                      <a:moveTo>
                        <a:pt x="361" y="281"/>
                      </a:moveTo>
                      <a:cubicBezTo>
                        <a:pt x="357" y="274"/>
                        <a:pt x="336" y="302"/>
                        <a:pt x="342" y="312"/>
                      </a:cubicBezTo>
                      <a:cubicBezTo>
                        <a:pt x="347" y="321"/>
                        <a:pt x="365" y="288"/>
                        <a:pt x="361" y="281"/>
                      </a:cubicBezTo>
                      <a:close/>
                      <a:moveTo>
                        <a:pt x="310" y="258"/>
                      </a:moveTo>
                      <a:cubicBezTo>
                        <a:pt x="309" y="273"/>
                        <a:pt x="309" y="273"/>
                        <a:pt x="309" y="273"/>
                      </a:cubicBezTo>
                      <a:cubicBezTo>
                        <a:pt x="334" y="254"/>
                        <a:pt x="334" y="254"/>
                        <a:pt x="334" y="254"/>
                      </a:cubicBezTo>
                      <a:cubicBezTo>
                        <a:pt x="326" y="249"/>
                        <a:pt x="326" y="249"/>
                        <a:pt x="326" y="249"/>
                      </a:cubicBezTo>
                      <a:lnTo>
                        <a:pt x="310" y="258"/>
                      </a:lnTo>
                      <a:close/>
                      <a:moveTo>
                        <a:pt x="311" y="342"/>
                      </a:moveTo>
                      <a:cubicBezTo>
                        <a:pt x="324" y="339"/>
                        <a:pt x="324" y="339"/>
                        <a:pt x="324" y="339"/>
                      </a:cubicBezTo>
                      <a:cubicBezTo>
                        <a:pt x="317" y="312"/>
                        <a:pt x="317" y="312"/>
                        <a:pt x="317" y="312"/>
                      </a:cubicBezTo>
                      <a:lnTo>
                        <a:pt x="311" y="342"/>
                      </a:lnTo>
                      <a:close/>
                      <a:moveTo>
                        <a:pt x="186" y="221"/>
                      </a:moveTo>
                      <a:cubicBezTo>
                        <a:pt x="181" y="226"/>
                        <a:pt x="184" y="232"/>
                        <a:pt x="189" y="231"/>
                      </a:cubicBezTo>
                      <a:cubicBezTo>
                        <a:pt x="198" y="229"/>
                        <a:pt x="191" y="216"/>
                        <a:pt x="186" y="221"/>
                      </a:cubicBezTo>
                      <a:close/>
                      <a:moveTo>
                        <a:pt x="127" y="288"/>
                      </a:moveTo>
                      <a:cubicBezTo>
                        <a:pt x="121" y="290"/>
                        <a:pt x="126" y="307"/>
                        <a:pt x="133" y="301"/>
                      </a:cubicBezTo>
                      <a:cubicBezTo>
                        <a:pt x="140" y="295"/>
                        <a:pt x="134" y="286"/>
                        <a:pt x="127" y="288"/>
                      </a:cubicBezTo>
                      <a:close/>
                      <a:moveTo>
                        <a:pt x="259" y="352"/>
                      </a:moveTo>
                      <a:cubicBezTo>
                        <a:pt x="255" y="354"/>
                        <a:pt x="252" y="342"/>
                        <a:pt x="252" y="342"/>
                      </a:cubicBezTo>
                      <a:cubicBezTo>
                        <a:pt x="230" y="341"/>
                        <a:pt x="230" y="341"/>
                        <a:pt x="230" y="341"/>
                      </a:cubicBezTo>
                      <a:cubicBezTo>
                        <a:pt x="209" y="336"/>
                        <a:pt x="209" y="336"/>
                        <a:pt x="209" y="336"/>
                      </a:cubicBezTo>
                      <a:cubicBezTo>
                        <a:pt x="188" y="336"/>
                        <a:pt x="188" y="336"/>
                        <a:pt x="188" y="336"/>
                      </a:cubicBezTo>
                      <a:cubicBezTo>
                        <a:pt x="168" y="325"/>
                        <a:pt x="168" y="325"/>
                        <a:pt x="168" y="325"/>
                      </a:cubicBezTo>
                      <a:cubicBezTo>
                        <a:pt x="168" y="325"/>
                        <a:pt x="152" y="332"/>
                        <a:pt x="161" y="342"/>
                      </a:cubicBezTo>
                      <a:cubicBezTo>
                        <a:pt x="170" y="352"/>
                        <a:pt x="175" y="345"/>
                        <a:pt x="175" y="345"/>
                      </a:cubicBezTo>
                      <a:cubicBezTo>
                        <a:pt x="181" y="351"/>
                        <a:pt x="181" y="351"/>
                        <a:pt x="181" y="351"/>
                      </a:cubicBezTo>
                      <a:cubicBezTo>
                        <a:pt x="205" y="352"/>
                        <a:pt x="205" y="352"/>
                        <a:pt x="205" y="352"/>
                      </a:cubicBezTo>
                      <a:cubicBezTo>
                        <a:pt x="213" y="367"/>
                        <a:pt x="213" y="367"/>
                        <a:pt x="213" y="367"/>
                      </a:cubicBezTo>
                      <a:cubicBezTo>
                        <a:pt x="238" y="366"/>
                        <a:pt x="238" y="366"/>
                        <a:pt x="238" y="366"/>
                      </a:cubicBezTo>
                      <a:cubicBezTo>
                        <a:pt x="241" y="362"/>
                        <a:pt x="241" y="362"/>
                        <a:pt x="241" y="362"/>
                      </a:cubicBezTo>
                      <a:cubicBezTo>
                        <a:pt x="241" y="362"/>
                        <a:pt x="279" y="367"/>
                        <a:pt x="281" y="353"/>
                      </a:cubicBezTo>
                      <a:cubicBezTo>
                        <a:pt x="283" y="339"/>
                        <a:pt x="263" y="350"/>
                        <a:pt x="259" y="352"/>
                      </a:cubicBezTo>
                      <a:close/>
                      <a:moveTo>
                        <a:pt x="285" y="272"/>
                      </a:moveTo>
                      <a:cubicBezTo>
                        <a:pt x="276" y="268"/>
                        <a:pt x="272" y="276"/>
                        <a:pt x="277" y="279"/>
                      </a:cubicBezTo>
                      <a:cubicBezTo>
                        <a:pt x="284" y="284"/>
                        <a:pt x="294" y="276"/>
                        <a:pt x="285" y="272"/>
                      </a:cubicBezTo>
                      <a:close/>
                      <a:moveTo>
                        <a:pt x="79" y="186"/>
                      </a:moveTo>
                      <a:cubicBezTo>
                        <a:pt x="65" y="192"/>
                        <a:pt x="65" y="192"/>
                        <a:pt x="65" y="192"/>
                      </a:cubicBezTo>
                      <a:cubicBezTo>
                        <a:pt x="58" y="192"/>
                        <a:pt x="58" y="192"/>
                        <a:pt x="58" y="192"/>
                      </a:cubicBezTo>
                      <a:cubicBezTo>
                        <a:pt x="47" y="207"/>
                        <a:pt x="47" y="207"/>
                        <a:pt x="47" y="207"/>
                      </a:cubicBezTo>
                      <a:cubicBezTo>
                        <a:pt x="66" y="224"/>
                        <a:pt x="66" y="224"/>
                        <a:pt x="66" y="224"/>
                      </a:cubicBezTo>
                      <a:cubicBezTo>
                        <a:pt x="66" y="224"/>
                        <a:pt x="63" y="241"/>
                        <a:pt x="63" y="251"/>
                      </a:cubicBezTo>
                      <a:cubicBezTo>
                        <a:pt x="63" y="261"/>
                        <a:pt x="78" y="267"/>
                        <a:pt x="81" y="260"/>
                      </a:cubicBezTo>
                      <a:cubicBezTo>
                        <a:pt x="84" y="253"/>
                        <a:pt x="93" y="254"/>
                        <a:pt x="93" y="254"/>
                      </a:cubicBezTo>
                      <a:cubicBezTo>
                        <a:pt x="107" y="280"/>
                        <a:pt x="107" y="280"/>
                        <a:pt x="107" y="280"/>
                      </a:cubicBezTo>
                      <a:cubicBezTo>
                        <a:pt x="113" y="262"/>
                        <a:pt x="113" y="262"/>
                        <a:pt x="113" y="262"/>
                      </a:cubicBezTo>
                      <a:cubicBezTo>
                        <a:pt x="122" y="275"/>
                        <a:pt x="122" y="275"/>
                        <a:pt x="122" y="275"/>
                      </a:cubicBezTo>
                      <a:cubicBezTo>
                        <a:pt x="138" y="281"/>
                        <a:pt x="138" y="281"/>
                        <a:pt x="138" y="281"/>
                      </a:cubicBezTo>
                      <a:cubicBezTo>
                        <a:pt x="129" y="270"/>
                        <a:pt x="129" y="270"/>
                        <a:pt x="129" y="270"/>
                      </a:cubicBezTo>
                      <a:cubicBezTo>
                        <a:pt x="133" y="265"/>
                        <a:pt x="133" y="265"/>
                        <a:pt x="133" y="265"/>
                      </a:cubicBezTo>
                      <a:cubicBezTo>
                        <a:pt x="131" y="250"/>
                        <a:pt x="131" y="250"/>
                        <a:pt x="131" y="250"/>
                      </a:cubicBezTo>
                      <a:cubicBezTo>
                        <a:pt x="131" y="250"/>
                        <a:pt x="114" y="229"/>
                        <a:pt x="117" y="221"/>
                      </a:cubicBezTo>
                      <a:cubicBezTo>
                        <a:pt x="120" y="213"/>
                        <a:pt x="143" y="232"/>
                        <a:pt x="143" y="232"/>
                      </a:cubicBezTo>
                      <a:cubicBezTo>
                        <a:pt x="152" y="228"/>
                        <a:pt x="152" y="228"/>
                        <a:pt x="152" y="228"/>
                      </a:cubicBezTo>
                      <a:cubicBezTo>
                        <a:pt x="152" y="228"/>
                        <a:pt x="141" y="221"/>
                        <a:pt x="132" y="212"/>
                      </a:cubicBezTo>
                      <a:cubicBezTo>
                        <a:pt x="123" y="203"/>
                        <a:pt x="79" y="186"/>
                        <a:pt x="79" y="18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8" name="Freeform 244"/>
                <p:cNvSpPr>
                  <a:spLocks/>
                </p:cNvSpPr>
                <p:nvPr/>
              </p:nvSpPr>
              <p:spPr bwMode="gray">
                <a:xfrm>
                  <a:off x="-4423" y="-15394"/>
                  <a:ext cx="237" cy="390"/>
                </a:xfrm>
                <a:custGeom>
                  <a:avLst/>
                  <a:gdLst>
                    <a:gd name="T0" fmla="*/ 62 w 100"/>
                    <a:gd name="T1" fmla="*/ 142 h 165"/>
                    <a:gd name="T2" fmla="*/ 72 w 100"/>
                    <a:gd name="T3" fmla="*/ 138 h 165"/>
                    <a:gd name="T4" fmla="*/ 80 w 100"/>
                    <a:gd name="T5" fmla="*/ 133 h 165"/>
                    <a:gd name="T6" fmla="*/ 80 w 100"/>
                    <a:gd name="T7" fmla="*/ 119 h 165"/>
                    <a:gd name="T8" fmla="*/ 95 w 100"/>
                    <a:gd name="T9" fmla="*/ 113 h 165"/>
                    <a:gd name="T10" fmla="*/ 95 w 100"/>
                    <a:gd name="T11" fmla="*/ 92 h 165"/>
                    <a:gd name="T12" fmla="*/ 77 w 100"/>
                    <a:gd name="T13" fmla="*/ 99 h 165"/>
                    <a:gd name="T14" fmla="*/ 77 w 100"/>
                    <a:gd name="T15" fmla="*/ 85 h 165"/>
                    <a:gd name="T16" fmla="*/ 69 w 100"/>
                    <a:gd name="T17" fmla="*/ 79 h 165"/>
                    <a:gd name="T18" fmla="*/ 71 w 100"/>
                    <a:gd name="T19" fmla="*/ 67 h 165"/>
                    <a:gd name="T20" fmla="*/ 66 w 100"/>
                    <a:gd name="T21" fmla="*/ 56 h 165"/>
                    <a:gd name="T22" fmla="*/ 68 w 100"/>
                    <a:gd name="T23" fmla="*/ 41 h 165"/>
                    <a:gd name="T24" fmla="*/ 68 w 100"/>
                    <a:gd name="T25" fmla="*/ 29 h 165"/>
                    <a:gd name="T26" fmla="*/ 64 w 100"/>
                    <a:gd name="T27" fmla="*/ 19 h 165"/>
                    <a:gd name="T28" fmla="*/ 55 w 100"/>
                    <a:gd name="T29" fmla="*/ 19 h 165"/>
                    <a:gd name="T30" fmla="*/ 47 w 100"/>
                    <a:gd name="T31" fmla="*/ 4 h 165"/>
                    <a:gd name="T32" fmla="*/ 41 w 100"/>
                    <a:gd name="T33" fmla="*/ 10 h 165"/>
                    <a:gd name="T34" fmla="*/ 23 w 100"/>
                    <a:gd name="T35" fmla="*/ 0 h 165"/>
                    <a:gd name="T36" fmla="*/ 21 w 100"/>
                    <a:gd name="T37" fmla="*/ 14 h 165"/>
                    <a:gd name="T38" fmla="*/ 15 w 100"/>
                    <a:gd name="T39" fmla="*/ 19 h 165"/>
                    <a:gd name="T40" fmla="*/ 0 w 100"/>
                    <a:gd name="T41" fmla="*/ 19 h 165"/>
                    <a:gd name="T42" fmla="*/ 9 w 100"/>
                    <a:gd name="T43" fmla="*/ 25 h 165"/>
                    <a:gd name="T44" fmla="*/ 15 w 100"/>
                    <a:gd name="T45" fmla="*/ 22 h 165"/>
                    <a:gd name="T46" fmla="*/ 17 w 100"/>
                    <a:gd name="T47" fmla="*/ 32 h 165"/>
                    <a:gd name="T48" fmla="*/ 10 w 100"/>
                    <a:gd name="T49" fmla="*/ 41 h 165"/>
                    <a:gd name="T50" fmla="*/ 14 w 100"/>
                    <a:gd name="T51" fmla="*/ 45 h 165"/>
                    <a:gd name="T52" fmla="*/ 30 w 100"/>
                    <a:gd name="T53" fmla="*/ 45 h 165"/>
                    <a:gd name="T54" fmla="*/ 24 w 100"/>
                    <a:gd name="T55" fmla="*/ 96 h 165"/>
                    <a:gd name="T56" fmla="*/ 17 w 100"/>
                    <a:gd name="T57" fmla="*/ 129 h 165"/>
                    <a:gd name="T58" fmla="*/ 40 w 100"/>
                    <a:gd name="T59" fmla="*/ 144 h 165"/>
                    <a:gd name="T60" fmla="*/ 41 w 100"/>
                    <a:gd name="T61" fmla="*/ 163 h 165"/>
                    <a:gd name="T62" fmla="*/ 64 w 100"/>
                    <a:gd name="T63" fmla="*/ 165 h 165"/>
                    <a:gd name="T64" fmla="*/ 62 w 100"/>
                    <a:gd name="T65" fmla="*/ 158 h 165"/>
                    <a:gd name="T66" fmla="*/ 62 w 100"/>
                    <a:gd name="T67" fmla="*/ 142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00" h="165">
                      <a:moveTo>
                        <a:pt x="62" y="142"/>
                      </a:moveTo>
                      <a:cubicBezTo>
                        <a:pt x="63" y="135"/>
                        <a:pt x="72" y="138"/>
                        <a:pt x="72" y="138"/>
                      </a:cubicBezTo>
                      <a:cubicBezTo>
                        <a:pt x="80" y="133"/>
                        <a:pt x="80" y="133"/>
                        <a:pt x="80" y="133"/>
                      </a:cubicBezTo>
                      <a:cubicBezTo>
                        <a:pt x="80" y="119"/>
                        <a:pt x="80" y="119"/>
                        <a:pt x="80" y="119"/>
                      </a:cubicBezTo>
                      <a:cubicBezTo>
                        <a:pt x="80" y="119"/>
                        <a:pt x="90" y="117"/>
                        <a:pt x="95" y="113"/>
                      </a:cubicBezTo>
                      <a:cubicBezTo>
                        <a:pt x="100" y="109"/>
                        <a:pt x="95" y="92"/>
                        <a:pt x="95" y="92"/>
                      </a:cubicBezTo>
                      <a:cubicBezTo>
                        <a:pt x="77" y="99"/>
                        <a:pt x="77" y="99"/>
                        <a:pt x="77" y="99"/>
                      </a:cubicBezTo>
                      <a:cubicBezTo>
                        <a:pt x="77" y="85"/>
                        <a:pt x="77" y="85"/>
                        <a:pt x="77" y="85"/>
                      </a:cubicBezTo>
                      <a:cubicBezTo>
                        <a:pt x="77" y="85"/>
                        <a:pt x="69" y="84"/>
                        <a:pt x="69" y="79"/>
                      </a:cubicBezTo>
                      <a:cubicBezTo>
                        <a:pt x="69" y="74"/>
                        <a:pt x="71" y="67"/>
                        <a:pt x="71" y="67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4" y="19"/>
                        <a:pt x="64" y="19"/>
                        <a:pt x="64" y="19"/>
                      </a:cubicBezTo>
                      <a:cubicBezTo>
                        <a:pt x="55" y="19"/>
                        <a:pt x="55" y="19"/>
                        <a:pt x="55" y="19"/>
                      </a:cubicBezTo>
                      <a:cubicBezTo>
                        <a:pt x="47" y="4"/>
                        <a:pt x="47" y="4"/>
                        <a:pt x="47" y="4"/>
                      </a:cubicBez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25" y="84"/>
                        <a:pt x="24" y="96"/>
                      </a:cubicBezTo>
                      <a:cubicBezTo>
                        <a:pt x="23" y="108"/>
                        <a:pt x="12" y="124"/>
                        <a:pt x="17" y="129"/>
                      </a:cubicBezTo>
                      <a:cubicBezTo>
                        <a:pt x="22" y="134"/>
                        <a:pt x="40" y="144"/>
                        <a:pt x="40" y="144"/>
                      </a:cubicBezTo>
                      <a:cubicBezTo>
                        <a:pt x="40" y="144"/>
                        <a:pt x="37" y="164"/>
                        <a:pt x="41" y="163"/>
                      </a:cubicBezTo>
                      <a:cubicBezTo>
                        <a:pt x="45" y="162"/>
                        <a:pt x="64" y="165"/>
                        <a:pt x="64" y="165"/>
                      </a:cubicBezTo>
                      <a:cubicBezTo>
                        <a:pt x="62" y="158"/>
                        <a:pt x="62" y="158"/>
                        <a:pt x="62" y="158"/>
                      </a:cubicBezTo>
                      <a:cubicBezTo>
                        <a:pt x="62" y="158"/>
                        <a:pt x="61" y="149"/>
                        <a:pt x="62" y="14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9" name="Freeform 245"/>
                <p:cNvSpPr>
                  <a:spLocks/>
                </p:cNvSpPr>
                <p:nvPr/>
              </p:nvSpPr>
              <p:spPr bwMode="gray">
                <a:xfrm>
                  <a:off x="-4089" y="-15583"/>
                  <a:ext cx="630" cy="366"/>
                </a:xfrm>
                <a:custGeom>
                  <a:avLst/>
                  <a:gdLst>
                    <a:gd name="T0" fmla="*/ 225 w 267"/>
                    <a:gd name="T1" fmla="*/ 87 h 155"/>
                    <a:gd name="T2" fmla="*/ 241 w 267"/>
                    <a:gd name="T3" fmla="*/ 47 h 155"/>
                    <a:gd name="T4" fmla="*/ 264 w 267"/>
                    <a:gd name="T5" fmla="*/ 23 h 155"/>
                    <a:gd name="T6" fmla="*/ 237 w 267"/>
                    <a:gd name="T7" fmla="*/ 12 h 155"/>
                    <a:gd name="T8" fmla="*/ 194 w 267"/>
                    <a:gd name="T9" fmla="*/ 2 h 155"/>
                    <a:gd name="T10" fmla="*/ 169 w 267"/>
                    <a:gd name="T11" fmla="*/ 6 h 155"/>
                    <a:gd name="T12" fmla="*/ 157 w 267"/>
                    <a:gd name="T13" fmla="*/ 12 h 155"/>
                    <a:gd name="T14" fmla="*/ 118 w 267"/>
                    <a:gd name="T15" fmla="*/ 23 h 155"/>
                    <a:gd name="T16" fmla="*/ 92 w 267"/>
                    <a:gd name="T17" fmla="*/ 17 h 155"/>
                    <a:gd name="T18" fmla="*/ 62 w 267"/>
                    <a:gd name="T19" fmla="*/ 21 h 155"/>
                    <a:gd name="T20" fmla="*/ 39 w 267"/>
                    <a:gd name="T21" fmla="*/ 21 h 155"/>
                    <a:gd name="T22" fmla="*/ 29 w 267"/>
                    <a:gd name="T23" fmla="*/ 5 h 155"/>
                    <a:gd name="T24" fmla="*/ 10 w 267"/>
                    <a:gd name="T25" fmla="*/ 0 h 155"/>
                    <a:gd name="T26" fmla="*/ 0 w 267"/>
                    <a:gd name="T27" fmla="*/ 16 h 155"/>
                    <a:gd name="T28" fmla="*/ 12 w 267"/>
                    <a:gd name="T29" fmla="*/ 33 h 155"/>
                    <a:gd name="T30" fmla="*/ 23 w 267"/>
                    <a:gd name="T31" fmla="*/ 47 h 155"/>
                    <a:gd name="T32" fmla="*/ 20 w 267"/>
                    <a:gd name="T33" fmla="*/ 68 h 155"/>
                    <a:gd name="T34" fmla="*/ 8 w 267"/>
                    <a:gd name="T35" fmla="*/ 80 h 155"/>
                    <a:gd name="T36" fmla="*/ 2 w 267"/>
                    <a:gd name="T37" fmla="*/ 95 h 155"/>
                    <a:gd name="T38" fmla="*/ 8 w 267"/>
                    <a:gd name="T39" fmla="*/ 104 h 155"/>
                    <a:gd name="T40" fmla="*/ 13 w 267"/>
                    <a:gd name="T41" fmla="*/ 112 h 155"/>
                    <a:gd name="T42" fmla="*/ 33 w 267"/>
                    <a:gd name="T43" fmla="*/ 139 h 155"/>
                    <a:gd name="T44" fmla="*/ 41 w 267"/>
                    <a:gd name="T45" fmla="*/ 154 h 155"/>
                    <a:gd name="T46" fmla="*/ 73 w 267"/>
                    <a:gd name="T47" fmla="*/ 150 h 155"/>
                    <a:gd name="T48" fmla="*/ 97 w 267"/>
                    <a:gd name="T49" fmla="*/ 135 h 155"/>
                    <a:gd name="T50" fmla="*/ 123 w 267"/>
                    <a:gd name="T51" fmla="*/ 146 h 155"/>
                    <a:gd name="T52" fmla="*/ 145 w 267"/>
                    <a:gd name="T53" fmla="*/ 146 h 155"/>
                    <a:gd name="T54" fmla="*/ 171 w 267"/>
                    <a:gd name="T55" fmla="*/ 148 h 155"/>
                    <a:gd name="T56" fmla="*/ 179 w 267"/>
                    <a:gd name="T57" fmla="*/ 129 h 155"/>
                    <a:gd name="T58" fmla="*/ 208 w 267"/>
                    <a:gd name="T59" fmla="*/ 116 h 155"/>
                    <a:gd name="T60" fmla="*/ 226 w 267"/>
                    <a:gd name="T61" fmla="*/ 119 h 155"/>
                    <a:gd name="T62" fmla="*/ 248 w 267"/>
                    <a:gd name="T63" fmla="*/ 115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7" h="155">
                      <a:moveTo>
                        <a:pt x="248" y="115"/>
                      </a:moveTo>
                      <a:cubicBezTo>
                        <a:pt x="225" y="87"/>
                        <a:pt x="225" y="87"/>
                        <a:pt x="225" y="87"/>
                      </a:cubicBezTo>
                      <a:cubicBezTo>
                        <a:pt x="225" y="87"/>
                        <a:pt x="235" y="82"/>
                        <a:pt x="239" y="75"/>
                      </a:cubicBezTo>
                      <a:cubicBezTo>
                        <a:pt x="243" y="68"/>
                        <a:pt x="232" y="54"/>
                        <a:pt x="241" y="47"/>
                      </a:cubicBezTo>
                      <a:cubicBezTo>
                        <a:pt x="250" y="40"/>
                        <a:pt x="267" y="44"/>
                        <a:pt x="267" y="44"/>
                      </a:cubicBezTo>
                      <a:cubicBezTo>
                        <a:pt x="267" y="44"/>
                        <a:pt x="265" y="35"/>
                        <a:pt x="264" y="23"/>
                      </a:cubicBezTo>
                      <a:cubicBezTo>
                        <a:pt x="257" y="24"/>
                        <a:pt x="248" y="24"/>
                        <a:pt x="245" y="22"/>
                      </a:cubicBezTo>
                      <a:cubicBezTo>
                        <a:pt x="240" y="19"/>
                        <a:pt x="237" y="12"/>
                        <a:pt x="237" y="12"/>
                      </a:cubicBezTo>
                      <a:cubicBezTo>
                        <a:pt x="237" y="12"/>
                        <a:pt x="228" y="10"/>
                        <a:pt x="219" y="10"/>
                      </a:cubicBezTo>
                      <a:cubicBezTo>
                        <a:pt x="210" y="10"/>
                        <a:pt x="203" y="2"/>
                        <a:pt x="194" y="2"/>
                      </a:cubicBezTo>
                      <a:cubicBezTo>
                        <a:pt x="185" y="2"/>
                        <a:pt x="188" y="8"/>
                        <a:pt x="188" y="8"/>
                      </a:cubicBezTo>
                      <a:cubicBezTo>
                        <a:pt x="169" y="6"/>
                        <a:pt x="169" y="6"/>
                        <a:pt x="169" y="6"/>
                      </a:cubicBezTo>
                      <a:cubicBezTo>
                        <a:pt x="170" y="11"/>
                        <a:pt x="170" y="11"/>
                        <a:pt x="170" y="11"/>
                      </a:cubicBezTo>
                      <a:cubicBezTo>
                        <a:pt x="170" y="11"/>
                        <a:pt x="164" y="10"/>
                        <a:pt x="157" y="12"/>
                      </a:cubicBezTo>
                      <a:cubicBezTo>
                        <a:pt x="150" y="14"/>
                        <a:pt x="151" y="30"/>
                        <a:pt x="140" y="29"/>
                      </a:cubicBezTo>
                      <a:cubicBezTo>
                        <a:pt x="129" y="28"/>
                        <a:pt x="118" y="23"/>
                        <a:pt x="118" y="23"/>
                      </a:cubicBezTo>
                      <a:cubicBezTo>
                        <a:pt x="105" y="22"/>
                        <a:pt x="105" y="22"/>
                        <a:pt x="105" y="22"/>
                      </a:cubicBezTo>
                      <a:cubicBezTo>
                        <a:pt x="92" y="17"/>
                        <a:pt x="92" y="17"/>
                        <a:pt x="92" y="17"/>
                      </a:cubicBezTo>
                      <a:cubicBezTo>
                        <a:pt x="92" y="17"/>
                        <a:pt x="97" y="26"/>
                        <a:pt x="84" y="26"/>
                      </a:cubicBezTo>
                      <a:cubicBezTo>
                        <a:pt x="71" y="26"/>
                        <a:pt x="62" y="21"/>
                        <a:pt x="62" y="21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22" y="22"/>
                        <a:pt x="22" y="18"/>
                      </a:cubicBezTo>
                      <a:cubicBezTo>
                        <a:pt x="22" y="14"/>
                        <a:pt x="31" y="9"/>
                        <a:pt x="29" y="5"/>
                      </a:cubicBezTo>
                      <a:cubicBezTo>
                        <a:pt x="27" y="1"/>
                        <a:pt x="17" y="1"/>
                        <a:pt x="17" y="1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3" y="47"/>
                        <a:pt x="28" y="53"/>
                        <a:pt x="26" y="57"/>
                      </a:cubicBezTo>
                      <a:cubicBezTo>
                        <a:pt x="24" y="61"/>
                        <a:pt x="20" y="68"/>
                        <a:pt x="20" y="68"/>
                      </a:cubicBezTo>
                      <a:cubicBezTo>
                        <a:pt x="20" y="68"/>
                        <a:pt x="9" y="65"/>
                        <a:pt x="7" y="69"/>
                      </a:cubicBezTo>
                      <a:cubicBezTo>
                        <a:pt x="5" y="73"/>
                        <a:pt x="8" y="80"/>
                        <a:pt x="8" y="80"/>
                      </a:cubicBezTo>
                      <a:cubicBezTo>
                        <a:pt x="8" y="80"/>
                        <a:pt x="11" y="88"/>
                        <a:pt x="10" y="91"/>
                      </a:cubicBezTo>
                      <a:cubicBezTo>
                        <a:pt x="9" y="93"/>
                        <a:pt x="5" y="94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8" y="104"/>
                        <a:pt x="8" y="104"/>
                        <a:pt x="8" y="104"/>
                      </a:cubicBezTo>
                      <a:cubicBezTo>
                        <a:pt x="13" y="104"/>
                        <a:pt x="13" y="104"/>
                        <a:pt x="13" y="104"/>
                      </a:cubicBezTo>
                      <a:cubicBezTo>
                        <a:pt x="13" y="112"/>
                        <a:pt x="13" y="112"/>
                        <a:pt x="13" y="112"/>
                      </a:cubicBezTo>
                      <a:cubicBezTo>
                        <a:pt x="25" y="121"/>
                        <a:pt x="25" y="121"/>
                        <a:pt x="25" y="121"/>
                      </a:cubicBezTo>
                      <a:cubicBezTo>
                        <a:pt x="25" y="121"/>
                        <a:pt x="36" y="128"/>
                        <a:pt x="33" y="139"/>
                      </a:cubicBezTo>
                      <a:cubicBezTo>
                        <a:pt x="32" y="142"/>
                        <a:pt x="31" y="145"/>
                        <a:pt x="29" y="147"/>
                      </a:cubicBezTo>
                      <a:cubicBezTo>
                        <a:pt x="32" y="150"/>
                        <a:pt x="36" y="154"/>
                        <a:pt x="41" y="154"/>
                      </a:cubicBezTo>
                      <a:cubicBezTo>
                        <a:pt x="49" y="154"/>
                        <a:pt x="59" y="144"/>
                        <a:pt x="59" y="144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9" y="138"/>
                        <a:pt x="79" y="138"/>
                        <a:pt x="79" y="138"/>
                      </a:cubicBezTo>
                      <a:cubicBezTo>
                        <a:pt x="97" y="135"/>
                        <a:pt x="97" y="135"/>
                        <a:pt x="97" y="135"/>
                      </a:cubicBezTo>
                      <a:cubicBezTo>
                        <a:pt x="97" y="135"/>
                        <a:pt x="101" y="149"/>
                        <a:pt x="109" y="149"/>
                      </a:cubicBezTo>
                      <a:cubicBezTo>
                        <a:pt x="117" y="149"/>
                        <a:pt x="123" y="146"/>
                        <a:pt x="123" y="146"/>
                      </a:cubicBezTo>
                      <a:cubicBezTo>
                        <a:pt x="123" y="146"/>
                        <a:pt x="124" y="155"/>
                        <a:pt x="132" y="154"/>
                      </a:cubicBezTo>
                      <a:cubicBezTo>
                        <a:pt x="140" y="153"/>
                        <a:pt x="145" y="146"/>
                        <a:pt x="145" y="146"/>
                      </a:cubicBezTo>
                      <a:cubicBezTo>
                        <a:pt x="155" y="154"/>
                        <a:pt x="155" y="154"/>
                        <a:pt x="155" y="154"/>
                      </a:cubicBezTo>
                      <a:cubicBezTo>
                        <a:pt x="155" y="154"/>
                        <a:pt x="169" y="153"/>
                        <a:pt x="171" y="148"/>
                      </a:cubicBezTo>
                      <a:cubicBezTo>
                        <a:pt x="173" y="143"/>
                        <a:pt x="167" y="135"/>
                        <a:pt x="167" y="135"/>
                      </a:cubicBezTo>
                      <a:cubicBezTo>
                        <a:pt x="179" y="129"/>
                        <a:pt x="179" y="129"/>
                        <a:pt x="179" y="129"/>
                      </a:cubicBezTo>
                      <a:cubicBezTo>
                        <a:pt x="188" y="114"/>
                        <a:pt x="188" y="114"/>
                        <a:pt x="188" y="114"/>
                      </a:cubicBezTo>
                      <a:cubicBezTo>
                        <a:pt x="208" y="116"/>
                        <a:pt x="208" y="116"/>
                        <a:pt x="208" y="116"/>
                      </a:cubicBezTo>
                      <a:cubicBezTo>
                        <a:pt x="216" y="106"/>
                        <a:pt x="216" y="106"/>
                        <a:pt x="216" y="106"/>
                      </a:cubicBezTo>
                      <a:cubicBezTo>
                        <a:pt x="226" y="119"/>
                        <a:pt x="226" y="119"/>
                        <a:pt x="226" y="119"/>
                      </a:cubicBezTo>
                      <a:cubicBezTo>
                        <a:pt x="226" y="119"/>
                        <a:pt x="240" y="121"/>
                        <a:pt x="249" y="120"/>
                      </a:cubicBezTo>
                      <a:cubicBezTo>
                        <a:pt x="248" y="117"/>
                        <a:pt x="248" y="115"/>
                        <a:pt x="248" y="1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0" name="Freeform 246"/>
                <p:cNvSpPr>
                  <a:spLocks/>
                </p:cNvSpPr>
                <p:nvPr/>
              </p:nvSpPr>
              <p:spPr bwMode="gray">
                <a:xfrm>
                  <a:off x="-4267" y="-15359"/>
                  <a:ext cx="263" cy="206"/>
                </a:xfrm>
                <a:custGeom>
                  <a:avLst/>
                  <a:gdLst>
                    <a:gd name="T0" fmla="*/ 100 w 111"/>
                    <a:gd name="T1" fmla="*/ 26 h 87"/>
                    <a:gd name="T2" fmla="*/ 88 w 111"/>
                    <a:gd name="T3" fmla="*/ 17 h 87"/>
                    <a:gd name="T4" fmla="*/ 88 w 111"/>
                    <a:gd name="T5" fmla="*/ 9 h 87"/>
                    <a:gd name="T6" fmla="*/ 83 w 111"/>
                    <a:gd name="T7" fmla="*/ 9 h 87"/>
                    <a:gd name="T8" fmla="*/ 77 w 111"/>
                    <a:gd name="T9" fmla="*/ 0 h 87"/>
                    <a:gd name="T10" fmla="*/ 76 w 111"/>
                    <a:gd name="T11" fmla="*/ 0 h 87"/>
                    <a:gd name="T12" fmla="*/ 50 w 111"/>
                    <a:gd name="T13" fmla="*/ 2 h 87"/>
                    <a:gd name="T14" fmla="*/ 46 w 111"/>
                    <a:gd name="T15" fmla="*/ 6 h 87"/>
                    <a:gd name="T16" fmla="*/ 33 w 111"/>
                    <a:gd name="T17" fmla="*/ 6 h 87"/>
                    <a:gd name="T18" fmla="*/ 30 w 111"/>
                    <a:gd name="T19" fmla="*/ 14 h 87"/>
                    <a:gd name="T20" fmla="*/ 18 w 111"/>
                    <a:gd name="T21" fmla="*/ 14 h 87"/>
                    <a:gd name="T22" fmla="*/ 13 w 111"/>
                    <a:gd name="T23" fmla="*/ 22 h 87"/>
                    <a:gd name="T24" fmla="*/ 2 w 111"/>
                    <a:gd name="T25" fmla="*/ 26 h 87"/>
                    <a:gd name="T26" fmla="*/ 0 w 111"/>
                    <a:gd name="T27" fmla="*/ 41 h 87"/>
                    <a:gd name="T28" fmla="*/ 5 w 111"/>
                    <a:gd name="T29" fmla="*/ 52 h 87"/>
                    <a:gd name="T30" fmla="*/ 3 w 111"/>
                    <a:gd name="T31" fmla="*/ 64 h 87"/>
                    <a:gd name="T32" fmla="*/ 11 w 111"/>
                    <a:gd name="T33" fmla="*/ 70 h 87"/>
                    <a:gd name="T34" fmla="*/ 11 w 111"/>
                    <a:gd name="T35" fmla="*/ 84 h 87"/>
                    <a:gd name="T36" fmla="*/ 29 w 111"/>
                    <a:gd name="T37" fmla="*/ 77 h 87"/>
                    <a:gd name="T38" fmla="*/ 31 w 111"/>
                    <a:gd name="T39" fmla="*/ 84 h 87"/>
                    <a:gd name="T40" fmla="*/ 36 w 111"/>
                    <a:gd name="T41" fmla="*/ 79 h 87"/>
                    <a:gd name="T42" fmla="*/ 60 w 111"/>
                    <a:gd name="T43" fmla="*/ 81 h 87"/>
                    <a:gd name="T44" fmla="*/ 63 w 111"/>
                    <a:gd name="T45" fmla="*/ 70 h 87"/>
                    <a:gd name="T46" fmla="*/ 90 w 111"/>
                    <a:gd name="T47" fmla="*/ 66 h 87"/>
                    <a:gd name="T48" fmla="*/ 108 w 111"/>
                    <a:gd name="T49" fmla="*/ 44 h 87"/>
                    <a:gd name="T50" fmla="*/ 100 w 111"/>
                    <a:gd name="T51" fmla="*/ 26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1" h="87">
                      <a:moveTo>
                        <a:pt x="100" y="26"/>
                      </a:moveTo>
                      <a:cubicBezTo>
                        <a:pt x="88" y="17"/>
                        <a:pt x="88" y="17"/>
                        <a:pt x="88" y="17"/>
                      </a:cubicBezTo>
                      <a:cubicBezTo>
                        <a:pt x="88" y="9"/>
                        <a:pt x="88" y="9"/>
                        <a:pt x="88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7" y="0"/>
                        <a:pt x="76" y="0"/>
                        <a:pt x="76" y="0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7" y="14"/>
                        <a:pt x="30" y="14"/>
                      </a:cubicBezTo>
                      <a:cubicBezTo>
                        <a:pt x="23" y="14"/>
                        <a:pt x="18" y="14"/>
                        <a:pt x="18" y="14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0" y="41"/>
                        <a:pt x="0" y="41"/>
                        <a:pt x="0" y="41"/>
                      </a:cubicBezTo>
                      <a:cubicBezTo>
                        <a:pt x="5" y="52"/>
                        <a:pt x="5" y="52"/>
                        <a:pt x="5" y="52"/>
                      </a:cubicBezTo>
                      <a:cubicBezTo>
                        <a:pt x="5" y="52"/>
                        <a:pt x="3" y="59"/>
                        <a:pt x="3" y="64"/>
                      </a:cubicBezTo>
                      <a:cubicBezTo>
                        <a:pt x="3" y="69"/>
                        <a:pt x="11" y="70"/>
                        <a:pt x="11" y="70"/>
                      </a:cubicBezTo>
                      <a:cubicBezTo>
                        <a:pt x="11" y="84"/>
                        <a:pt x="11" y="84"/>
                        <a:pt x="11" y="84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29" y="77"/>
                        <a:pt x="30" y="80"/>
                        <a:pt x="31" y="84"/>
                      </a:cubicBezTo>
                      <a:cubicBezTo>
                        <a:pt x="36" y="79"/>
                        <a:pt x="36" y="79"/>
                        <a:pt x="36" y="79"/>
                      </a:cubicBezTo>
                      <a:cubicBezTo>
                        <a:pt x="36" y="79"/>
                        <a:pt x="56" y="87"/>
                        <a:pt x="60" y="81"/>
                      </a:cubicBezTo>
                      <a:cubicBezTo>
                        <a:pt x="64" y="75"/>
                        <a:pt x="63" y="70"/>
                        <a:pt x="63" y="70"/>
                      </a:cubicBezTo>
                      <a:cubicBezTo>
                        <a:pt x="63" y="70"/>
                        <a:pt x="82" y="74"/>
                        <a:pt x="90" y="66"/>
                      </a:cubicBezTo>
                      <a:cubicBezTo>
                        <a:pt x="98" y="58"/>
                        <a:pt x="105" y="55"/>
                        <a:pt x="108" y="44"/>
                      </a:cubicBezTo>
                      <a:cubicBezTo>
                        <a:pt x="111" y="33"/>
                        <a:pt x="100" y="26"/>
                        <a:pt x="100" y="2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1" name="Freeform 247"/>
                <p:cNvSpPr>
                  <a:spLocks/>
                </p:cNvSpPr>
                <p:nvPr/>
              </p:nvSpPr>
              <p:spPr bwMode="gray">
                <a:xfrm>
                  <a:off x="-3695" y="-16117"/>
                  <a:ext cx="338" cy="373"/>
                </a:xfrm>
                <a:custGeom>
                  <a:avLst/>
                  <a:gdLst>
                    <a:gd name="T0" fmla="*/ 0 w 143"/>
                    <a:gd name="T1" fmla="*/ 11 h 158"/>
                    <a:gd name="T2" fmla="*/ 24 w 143"/>
                    <a:gd name="T3" fmla="*/ 30 h 158"/>
                    <a:gd name="T4" fmla="*/ 23 w 143"/>
                    <a:gd name="T5" fmla="*/ 40 h 158"/>
                    <a:gd name="T6" fmla="*/ 38 w 143"/>
                    <a:gd name="T7" fmla="*/ 49 h 158"/>
                    <a:gd name="T8" fmla="*/ 44 w 143"/>
                    <a:gd name="T9" fmla="*/ 63 h 158"/>
                    <a:gd name="T10" fmla="*/ 52 w 143"/>
                    <a:gd name="T11" fmla="*/ 64 h 158"/>
                    <a:gd name="T12" fmla="*/ 54 w 143"/>
                    <a:gd name="T13" fmla="*/ 74 h 158"/>
                    <a:gd name="T14" fmla="*/ 71 w 143"/>
                    <a:gd name="T15" fmla="*/ 84 h 158"/>
                    <a:gd name="T16" fmla="*/ 69 w 143"/>
                    <a:gd name="T17" fmla="*/ 106 h 158"/>
                    <a:gd name="T18" fmla="*/ 74 w 143"/>
                    <a:gd name="T19" fmla="*/ 109 h 158"/>
                    <a:gd name="T20" fmla="*/ 67 w 143"/>
                    <a:gd name="T21" fmla="*/ 129 h 158"/>
                    <a:gd name="T22" fmla="*/ 73 w 143"/>
                    <a:gd name="T23" fmla="*/ 143 h 158"/>
                    <a:gd name="T24" fmla="*/ 75 w 143"/>
                    <a:gd name="T25" fmla="*/ 158 h 158"/>
                    <a:gd name="T26" fmla="*/ 92 w 143"/>
                    <a:gd name="T27" fmla="*/ 155 h 158"/>
                    <a:gd name="T28" fmla="*/ 88 w 143"/>
                    <a:gd name="T29" fmla="*/ 141 h 158"/>
                    <a:gd name="T30" fmla="*/ 104 w 143"/>
                    <a:gd name="T31" fmla="*/ 129 h 158"/>
                    <a:gd name="T32" fmla="*/ 113 w 143"/>
                    <a:gd name="T33" fmla="*/ 120 h 158"/>
                    <a:gd name="T34" fmla="*/ 97 w 143"/>
                    <a:gd name="T35" fmla="*/ 106 h 158"/>
                    <a:gd name="T36" fmla="*/ 113 w 143"/>
                    <a:gd name="T37" fmla="*/ 102 h 158"/>
                    <a:gd name="T38" fmla="*/ 126 w 143"/>
                    <a:gd name="T39" fmla="*/ 109 h 158"/>
                    <a:gd name="T40" fmla="*/ 143 w 143"/>
                    <a:gd name="T41" fmla="*/ 104 h 158"/>
                    <a:gd name="T42" fmla="*/ 141 w 143"/>
                    <a:gd name="T43" fmla="*/ 83 h 158"/>
                    <a:gd name="T44" fmla="*/ 120 w 143"/>
                    <a:gd name="T45" fmla="*/ 77 h 158"/>
                    <a:gd name="T46" fmla="*/ 122 w 143"/>
                    <a:gd name="T47" fmla="*/ 61 h 158"/>
                    <a:gd name="T48" fmla="*/ 117 w 143"/>
                    <a:gd name="T49" fmla="*/ 56 h 158"/>
                    <a:gd name="T50" fmla="*/ 105 w 143"/>
                    <a:gd name="T51" fmla="*/ 58 h 158"/>
                    <a:gd name="T52" fmla="*/ 105 w 143"/>
                    <a:gd name="T53" fmla="*/ 43 h 158"/>
                    <a:gd name="T54" fmla="*/ 103 w 143"/>
                    <a:gd name="T55" fmla="*/ 26 h 158"/>
                    <a:gd name="T56" fmla="*/ 83 w 143"/>
                    <a:gd name="T57" fmla="*/ 24 h 158"/>
                    <a:gd name="T58" fmla="*/ 78 w 143"/>
                    <a:gd name="T59" fmla="*/ 13 h 158"/>
                    <a:gd name="T60" fmla="*/ 57 w 143"/>
                    <a:gd name="T61" fmla="*/ 12 h 158"/>
                    <a:gd name="T62" fmla="*/ 52 w 143"/>
                    <a:gd name="T63" fmla="*/ 7 h 158"/>
                    <a:gd name="T64" fmla="*/ 48 w 143"/>
                    <a:gd name="T65" fmla="*/ 9 h 158"/>
                    <a:gd name="T66" fmla="*/ 33 w 143"/>
                    <a:gd name="T67" fmla="*/ 1 h 158"/>
                    <a:gd name="T68" fmla="*/ 18 w 143"/>
                    <a:gd name="T69" fmla="*/ 8 h 158"/>
                    <a:gd name="T70" fmla="*/ 2 w 143"/>
                    <a:gd name="T71" fmla="*/ 3 h 158"/>
                    <a:gd name="T72" fmla="*/ 0 w 143"/>
                    <a:gd name="T73" fmla="*/ 11 h 158"/>
                    <a:gd name="T74" fmla="*/ 0 w 143"/>
                    <a:gd name="T75" fmla="*/ 11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3" h="158">
                      <a:moveTo>
                        <a:pt x="0" y="11"/>
                      </a:moveTo>
                      <a:cubicBezTo>
                        <a:pt x="17" y="14"/>
                        <a:pt x="24" y="30"/>
                        <a:pt x="24" y="30"/>
                      </a:cubicBezTo>
                      <a:cubicBezTo>
                        <a:pt x="23" y="40"/>
                        <a:pt x="23" y="40"/>
                        <a:pt x="23" y="40"/>
                      </a:cubicBezTo>
                      <a:cubicBezTo>
                        <a:pt x="38" y="49"/>
                        <a:pt x="38" y="49"/>
                        <a:pt x="38" y="49"/>
                      </a:cubicBezTo>
                      <a:cubicBezTo>
                        <a:pt x="44" y="63"/>
                        <a:pt x="44" y="63"/>
                        <a:pt x="44" y="63"/>
                      </a:cubicBezTo>
                      <a:cubicBezTo>
                        <a:pt x="52" y="64"/>
                        <a:pt x="52" y="64"/>
                        <a:pt x="52" y="64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70" y="75"/>
                        <a:pt x="71" y="84"/>
                      </a:cubicBezTo>
                      <a:cubicBezTo>
                        <a:pt x="72" y="93"/>
                        <a:pt x="69" y="106"/>
                        <a:pt x="69" y="106"/>
                      </a:cubicBezTo>
                      <a:cubicBezTo>
                        <a:pt x="74" y="109"/>
                        <a:pt x="74" y="109"/>
                        <a:pt x="74" y="109"/>
                      </a:cubicBezTo>
                      <a:cubicBezTo>
                        <a:pt x="74" y="109"/>
                        <a:pt x="67" y="122"/>
                        <a:pt x="67" y="129"/>
                      </a:cubicBezTo>
                      <a:cubicBezTo>
                        <a:pt x="67" y="136"/>
                        <a:pt x="73" y="143"/>
                        <a:pt x="73" y="143"/>
                      </a:cubicBezTo>
                      <a:cubicBezTo>
                        <a:pt x="73" y="143"/>
                        <a:pt x="72" y="151"/>
                        <a:pt x="75" y="158"/>
                      </a:cubicBezTo>
                      <a:cubicBezTo>
                        <a:pt x="92" y="155"/>
                        <a:pt x="92" y="155"/>
                        <a:pt x="92" y="155"/>
                      </a:cubicBezTo>
                      <a:cubicBezTo>
                        <a:pt x="92" y="155"/>
                        <a:pt x="88" y="145"/>
                        <a:pt x="88" y="141"/>
                      </a:cubicBezTo>
                      <a:cubicBezTo>
                        <a:pt x="88" y="137"/>
                        <a:pt x="104" y="129"/>
                        <a:pt x="104" y="129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98" y="110"/>
                        <a:pt x="97" y="106"/>
                      </a:cubicBezTo>
                      <a:cubicBezTo>
                        <a:pt x="96" y="102"/>
                        <a:pt x="113" y="102"/>
                        <a:pt x="113" y="102"/>
                      </a:cubicBezTo>
                      <a:cubicBezTo>
                        <a:pt x="113" y="102"/>
                        <a:pt x="119" y="110"/>
                        <a:pt x="126" y="109"/>
                      </a:cubicBezTo>
                      <a:cubicBezTo>
                        <a:pt x="133" y="108"/>
                        <a:pt x="143" y="104"/>
                        <a:pt x="143" y="104"/>
                      </a:cubicBezTo>
                      <a:cubicBezTo>
                        <a:pt x="143" y="104"/>
                        <a:pt x="142" y="90"/>
                        <a:pt x="141" y="83"/>
                      </a:cubicBezTo>
                      <a:cubicBezTo>
                        <a:pt x="140" y="76"/>
                        <a:pt x="127" y="79"/>
                        <a:pt x="120" y="77"/>
                      </a:cubicBezTo>
                      <a:cubicBezTo>
                        <a:pt x="113" y="75"/>
                        <a:pt x="122" y="61"/>
                        <a:pt x="122" y="61"/>
                      </a:cubicBezTo>
                      <a:cubicBezTo>
                        <a:pt x="117" y="56"/>
                        <a:pt x="117" y="56"/>
                        <a:pt x="117" y="56"/>
                      </a:cubicBezTo>
                      <a:cubicBezTo>
                        <a:pt x="117" y="56"/>
                        <a:pt x="108" y="58"/>
                        <a:pt x="105" y="58"/>
                      </a:cubicBezTo>
                      <a:cubicBezTo>
                        <a:pt x="102" y="58"/>
                        <a:pt x="105" y="43"/>
                        <a:pt x="105" y="43"/>
                      </a:cubicBezTo>
                      <a:cubicBezTo>
                        <a:pt x="105" y="43"/>
                        <a:pt x="114" y="34"/>
                        <a:pt x="103" y="26"/>
                      </a:cubicBezTo>
                      <a:cubicBezTo>
                        <a:pt x="92" y="18"/>
                        <a:pt x="83" y="24"/>
                        <a:pt x="83" y="24"/>
                      </a:cubicBezTo>
                      <a:cubicBezTo>
                        <a:pt x="83" y="24"/>
                        <a:pt x="83" y="17"/>
                        <a:pt x="78" y="13"/>
                      </a:cubicBezTo>
                      <a:cubicBezTo>
                        <a:pt x="73" y="9"/>
                        <a:pt x="66" y="12"/>
                        <a:pt x="57" y="12"/>
                      </a:cubicBezTo>
                      <a:cubicBezTo>
                        <a:pt x="48" y="12"/>
                        <a:pt x="52" y="7"/>
                        <a:pt x="52" y="7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2" y="0"/>
                        <a:pt x="33" y="1"/>
                      </a:cubicBezTo>
                      <a:cubicBezTo>
                        <a:pt x="24" y="2"/>
                        <a:pt x="24" y="7"/>
                        <a:pt x="18" y="8"/>
                      </a:cubicBezTo>
                      <a:cubicBezTo>
                        <a:pt x="12" y="9"/>
                        <a:pt x="2" y="3"/>
                        <a:pt x="2" y="3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2" name="Freeform 248"/>
                <p:cNvSpPr>
                  <a:spLocks/>
                </p:cNvSpPr>
                <p:nvPr/>
              </p:nvSpPr>
              <p:spPr bwMode="gray">
                <a:xfrm>
                  <a:off x="-5412" y="-15975"/>
                  <a:ext cx="35" cy="38"/>
                </a:xfrm>
                <a:custGeom>
                  <a:avLst/>
                  <a:gdLst>
                    <a:gd name="T0" fmla="*/ 11 w 15"/>
                    <a:gd name="T1" fmla="*/ 1 h 16"/>
                    <a:gd name="T2" fmla="*/ 4 w 15"/>
                    <a:gd name="T3" fmla="*/ 14 h 16"/>
                    <a:gd name="T4" fmla="*/ 12 w 15"/>
                    <a:gd name="T5" fmla="*/ 16 h 16"/>
                    <a:gd name="T6" fmla="*/ 15 w 15"/>
                    <a:gd name="T7" fmla="*/ 16 h 16"/>
                    <a:gd name="T8" fmla="*/ 15 w 15"/>
                    <a:gd name="T9" fmla="*/ 6 h 16"/>
                    <a:gd name="T10" fmla="*/ 13 w 15"/>
                    <a:gd name="T11" fmla="*/ 0 h 16"/>
                    <a:gd name="T12" fmla="*/ 11 w 15"/>
                    <a:gd name="T13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16">
                      <a:moveTo>
                        <a:pt x="11" y="1"/>
                      </a:moveTo>
                      <a:cubicBezTo>
                        <a:pt x="6" y="3"/>
                        <a:pt x="0" y="11"/>
                        <a:pt x="4" y="14"/>
                      </a:cubicBezTo>
                      <a:cubicBezTo>
                        <a:pt x="8" y="16"/>
                        <a:pt x="12" y="16"/>
                        <a:pt x="12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4"/>
                        <a:pt x="15" y="9"/>
                        <a:pt x="15" y="6"/>
                      </a:cubicBezTo>
                      <a:cubicBezTo>
                        <a:pt x="15" y="4"/>
                        <a:pt x="14" y="2"/>
                        <a:pt x="13" y="0"/>
                      </a:cubicBezTo>
                      <a:cubicBezTo>
                        <a:pt x="12" y="0"/>
                        <a:pt x="12" y="1"/>
                        <a:pt x="11" y="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3" name="Freeform 249"/>
                <p:cNvSpPr>
                  <a:spLocks/>
                </p:cNvSpPr>
                <p:nvPr/>
              </p:nvSpPr>
              <p:spPr bwMode="gray">
                <a:xfrm>
                  <a:off x="-4316" y="-16098"/>
                  <a:ext cx="971" cy="586"/>
                </a:xfrm>
                <a:custGeom>
                  <a:avLst/>
                  <a:gdLst>
                    <a:gd name="T0" fmla="*/ 360 w 411"/>
                    <a:gd name="T1" fmla="*/ 241 h 248"/>
                    <a:gd name="T2" fmla="*/ 379 w 411"/>
                    <a:gd name="T3" fmla="*/ 187 h 248"/>
                    <a:gd name="T4" fmla="*/ 396 w 411"/>
                    <a:gd name="T5" fmla="*/ 146 h 248"/>
                    <a:gd name="T6" fmla="*/ 353 w 411"/>
                    <a:gd name="T7" fmla="*/ 161 h 248"/>
                    <a:gd name="T8" fmla="*/ 330 w 411"/>
                    <a:gd name="T9" fmla="*/ 121 h 248"/>
                    <a:gd name="T10" fmla="*/ 332 w 411"/>
                    <a:gd name="T11" fmla="*/ 98 h 248"/>
                    <a:gd name="T12" fmla="*/ 317 w 411"/>
                    <a:gd name="T13" fmla="*/ 66 h 248"/>
                    <a:gd name="T14" fmla="*/ 307 w 411"/>
                    <a:gd name="T15" fmla="*/ 55 h 248"/>
                    <a:gd name="T16" fmla="*/ 286 w 411"/>
                    <a:gd name="T17" fmla="*/ 32 h 248"/>
                    <a:gd name="T18" fmla="*/ 263 w 411"/>
                    <a:gd name="T19" fmla="*/ 3 h 248"/>
                    <a:gd name="T20" fmla="*/ 225 w 411"/>
                    <a:gd name="T21" fmla="*/ 17 h 248"/>
                    <a:gd name="T22" fmla="*/ 204 w 411"/>
                    <a:gd name="T23" fmla="*/ 21 h 248"/>
                    <a:gd name="T24" fmla="*/ 172 w 411"/>
                    <a:gd name="T25" fmla="*/ 16 h 248"/>
                    <a:gd name="T26" fmla="*/ 145 w 411"/>
                    <a:gd name="T27" fmla="*/ 18 h 248"/>
                    <a:gd name="T28" fmla="*/ 123 w 411"/>
                    <a:gd name="T29" fmla="*/ 14 h 248"/>
                    <a:gd name="T30" fmla="*/ 90 w 411"/>
                    <a:gd name="T31" fmla="*/ 28 h 248"/>
                    <a:gd name="T32" fmla="*/ 69 w 411"/>
                    <a:gd name="T33" fmla="*/ 53 h 248"/>
                    <a:gd name="T34" fmla="*/ 46 w 411"/>
                    <a:gd name="T35" fmla="*/ 83 h 248"/>
                    <a:gd name="T36" fmla="*/ 29 w 411"/>
                    <a:gd name="T37" fmla="*/ 107 h 248"/>
                    <a:gd name="T38" fmla="*/ 16 w 411"/>
                    <a:gd name="T39" fmla="*/ 114 h 248"/>
                    <a:gd name="T40" fmla="*/ 1 w 411"/>
                    <a:gd name="T41" fmla="*/ 119 h 248"/>
                    <a:gd name="T42" fmla="*/ 22 w 411"/>
                    <a:gd name="T43" fmla="*/ 131 h 248"/>
                    <a:gd name="T44" fmla="*/ 38 w 411"/>
                    <a:gd name="T45" fmla="*/ 160 h 248"/>
                    <a:gd name="T46" fmla="*/ 51 w 411"/>
                    <a:gd name="T47" fmla="*/ 177 h 248"/>
                    <a:gd name="T48" fmla="*/ 72 w 411"/>
                    <a:gd name="T49" fmla="*/ 190 h 248"/>
                    <a:gd name="T50" fmla="*/ 94 w 411"/>
                    <a:gd name="T51" fmla="*/ 190 h 248"/>
                    <a:gd name="T52" fmla="*/ 107 w 411"/>
                    <a:gd name="T53" fmla="*/ 200 h 248"/>
                    <a:gd name="T54" fmla="*/ 107 w 411"/>
                    <a:gd name="T55" fmla="*/ 212 h 248"/>
                    <a:gd name="T56" fmla="*/ 113 w 411"/>
                    <a:gd name="T57" fmla="*/ 219 h 248"/>
                    <a:gd name="T58" fmla="*/ 118 w 411"/>
                    <a:gd name="T59" fmla="*/ 236 h 248"/>
                    <a:gd name="T60" fmla="*/ 142 w 411"/>
                    <a:gd name="T61" fmla="*/ 232 h 248"/>
                    <a:gd name="T62" fmla="*/ 180 w 411"/>
                    <a:gd name="T63" fmla="*/ 244 h 248"/>
                    <a:gd name="T64" fmla="*/ 201 w 411"/>
                    <a:gd name="T65" fmla="*/ 240 h 248"/>
                    <a:gd name="T66" fmla="*/ 236 w 411"/>
                    <a:gd name="T67" fmla="*/ 247 h 248"/>
                    <a:gd name="T68" fmla="*/ 266 w 411"/>
                    <a:gd name="T69" fmla="*/ 229 h 248"/>
                    <a:gd name="T70" fmla="*/ 284 w 411"/>
                    <a:gd name="T71" fmla="*/ 226 h 248"/>
                    <a:gd name="T72" fmla="*/ 315 w 411"/>
                    <a:gd name="T73" fmla="*/ 228 h 248"/>
                    <a:gd name="T74" fmla="*/ 341 w 411"/>
                    <a:gd name="T75" fmla="*/ 240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411" h="248">
                      <a:moveTo>
                        <a:pt x="341" y="240"/>
                      </a:moveTo>
                      <a:cubicBezTo>
                        <a:pt x="344" y="242"/>
                        <a:pt x="353" y="242"/>
                        <a:pt x="360" y="241"/>
                      </a:cubicBezTo>
                      <a:cubicBezTo>
                        <a:pt x="358" y="230"/>
                        <a:pt x="359" y="216"/>
                        <a:pt x="364" y="209"/>
                      </a:cubicBezTo>
                      <a:cubicBezTo>
                        <a:pt x="373" y="197"/>
                        <a:pt x="379" y="187"/>
                        <a:pt x="379" y="187"/>
                      </a:cubicBezTo>
                      <a:cubicBezTo>
                        <a:pt x="379" y="187"/>
                        <a:pt x="411" y="197"/>
                        <a:pt x="407" y="174"/>
                      </a:cubicBezTo>
                      <a:cubicBezTo>
                        <a:pt x="404" y="158"/>
                        <a:pt x="399" y="149"/>
                        <a:pt x="396" y="146"/>
                      </a:cubicBezTo>
                      <a:cubicBezTo>
                        <a:pt x="395" y="148"/>
                        <a:pt x="391" y="152"/>
                        <a:pt x="382" y="151"/>
                      </a:cubicBezTo>
                      <a:cubicBezTo>
                        <a:pt x="370" y="150"/>
                        <a:pt x="374" y="164"/>
                        <a:pt x="353" y="161"/>
                      </a:cubicBezTo>
                      <a:cubicBezTo>
                        <a:pt x="332" y="158"/>
                        <a:pt x="336" y="135"/>
                        <a:pt x="336" y="135"/>
                      </a:cubicBezTo>
                      <a:cubicBezTo>
                        <a:pt x="336" y="135"/>
                        <a:pt x="330" y="128"/>
                        <a:pt x="330" y="121"/>
                      </a:cubicBezTo>
                      <a:cubicBezTo>
                        <a:pt x="330" y="114"/>
                        <a:pt x="337" y="101"/>
                        <a:pt x="337" y="101"/>
                      </a:cubicBezTo>
                      <a:cubicBezTo>
                        <a:pt x="332" y="98"/>
                        <a:pt x="332" y="98"/>
                        <a:pt x="332" y="98"/>
                      </a:cubicBezTo>
                      <a:cubicBezTo>
                        <a:pt x="332" y="98"/>
                        <a:pt x="335" y="85"/>
                        <a:pt x="334" y="76"/>
                      </a:cubicBezTo>
                      <a:cubicBezTo>
                        <a:pt x="333" y="67"/>
                        <a:pt x="317" y="66"/>
                        <a:pt x="317" y="66"/>
                      </a:cubicBezTo>
                      <a:cubicBezTo>
                        <a:pt x="315" y="56"/>
                        <a:pt x="315" y="56"/>
                        <a:pt x="315" y="56"/>
                      </a:cubicBezTo>
                      <a:cubicBezTo>
                        <a:pt x="307" y="55"/>
                        <a:pt x="307" y="55"/>
                        <a:pt x="307" y="55"/>
                      </a:cubicBezTo>
                      <a:cubicBezTo>
                        <a:pt x="301" y="41"/>
                        <a:pt x="301" y="41"/>
                        <a:pt x="301" y="41"/>
                      </a:cubicBezTo>
                      <a:cubicBezTo>
                        <a:pt x="286" y="32"/>
                        <a:pt x="286" y="32"/>
                        <a:pt x="286" y="32"/>
                      </a:cubicBezTo>
                      <a:cubicBezTo>
                        <a:pt x="287" y="22"/>
                        <a:pt x="287" y="22"/>
                        <a:pt x="287" y="22"/>
                      </a:cubicBezTo>
                      <a:cubicBezTo>
                        <a:pt x="287" y="22"/>
                        <a:pt x="280" y="6"/>
                        <a:pt x="263" y="3"/>
                      </a:cubicBezTo>
                      <a:cubicBezTo>
                        <a:pt x="246" y="0"/>
                        <a:pt x="248" y="18"/>
                        <a:pt x="238" y="18"/>
                      </a:cubicBezTo>
                      <a:cubicBezTo>
                        <a:pt x="228" y="18"/>
                        <a:pt x="225" y="17"/>
                        <a:pt x="225" y="17"/>
                      </a:cubicBezTo>
                      <a:cubicBezTo>
                        <a:pt x="221" y="24"/>
                        <a:pt x="221" y="24"/>
                        <a:pt x="221" y="24"/>
                      </a:cubicBezTo>
                      <a:cubicBezTo>
                        <a:pt x="204" y="21"/>
                        <a:pt x="204" y="21"/>
                        <a:pt x="204" y="21"/>
                      </a:cubicBezTo>
                      <a:cubicBezTo>
                        <a:pt x="204" y="21"/>
                        <a:pt x="204" y="30"/>
                        <a:pt x="194" y="33"/>
                      </a:cubicBezTo>
                      <a:cubicBezTo>
                        <a:pt x="184" y="36"/>
                        <a:pt x="178" y="17"/>
                        <a:pt x="172" y="16"/>
                      </a:cubicBezTo>
                      <a:cubicBezTo>
                        <a:pt x="166" y="15"/>
                        <a:pt x="151" y="23"/>
                        <a:pt x="151" y="23"/>
                      </a:cubicBezTo>
                      <a:cubicBezTo>
                        <a:pt x="145" y="18"/>
                        <a:pt x="145" y="18"/>
                        <a:pt x="145" y="18"/>
                      </a:cubicBezTo>
                      <a:cubicBezTo>
                        <a:pt x="129" y="21"/>
                        <a:pt x="129" y="21"/>
                        <a:pt x="129" y="21"/>
                      </a:cubicBezTo>
                      <a:cubicBezTo>
                        <a:pt x="129" y="21"/>
                        <a:pt x="127" y="14"/>
                        <a:pt x="123" y="14"/>
                      </a:cubicBezTo>
                      <a:cubicBezTo>
                        <a:pt x="119" y="14"/>
                        <a:pt x="110" y="14"/>
                        <a:pt x="110" y="14"/>
                      </a:cubicBezTo>
                      <a:cubicBezTo>
                        <a:pt x="110" y="14"/>
                        <a:pt x="100" y="27"/>
                        <a:pt x="90" y="28"/>
                      </a:cubicBezTo>
                      <a:cubicBezTo>
                        <a:pt x="80" y="29"/>
                        <a:pt x="71" y="29"/>
                        <a:pt x="70" y="35"/>
                      </a:cubicBezTo>
                      <a:cubicBezTo>
                        <a:pt x="69" y="41"/>
                        <a:pt x="69" y="53"/>
                        <a:pt x="69" y="53"/>
                      </a:cubicBezTo>
                      <a:cubicBezTo>
                        <a:pt x="69" y="53"/>
                        <a:pt x="72" y="65"/>
                        <a:pt x="62" y="70"/>
                      </a:cubicBezTo>
                      <a:cubicBezTo>
                        <a:pt x="52" y="75"/>
                        <a:pt x="46" y="83"/>
                        <a:pt x="46" y="83"/>
                      </a:cubicBezTo>
                      <a:cubicBezTo>
                        <a:pt x="46" y="83"/>
                        <a:pt x="51" y="91"/>
                        <a:pt x="45" y="97"/>
                      </a:cubicBezTo>
                      <a:cubicBezTo>
                        <a:pt x="39" y="103"/>
                        <a:pt x="29" y="107"/>
                        <a:pt x="29" y="107"/>
                      </a:cubicBezTo>
                      <a:cubicBezTo>
                        <a:pt x="18" y="105"/>
                        <a:pt x="18" y="105"/>
                        <a:pt x="18" y="105"/>
                      </a:cubicBezTo>
                      <a:cubicBezTo>
                        <a:pt x="16" y="114"/>
                        <a:pt x="16" y="114"/>
                        <a:pt x="16" y="114"/>
                      </a:cubicBezTo>
                      <a:cubicBezTo>
                        <a:pt x="0" y="118"/>
                        <a:pt x="0" y="118"/>
                        <a:pt x="0" y="118"/>
                      </a:cubicBezTo>
                      <a:cubicBezTo>
                        <a:pt x="1" y="119"/>
                        <a:pt x="1" y="119"/>
                        <a:pt x="1" y="119"/>
                      </a:cubicBezTo>
                      <a:cubicBezTo>
                        <a:pt x="16" y="133"/>
                        <a:pt x="16" y="133"/>
                        <a:pt x="16" y="133"/>
                      </a:cubicBezTo>
                      <a:cubicBezTo>
                        <a:pt x="22" y="131"/>
                        <a:pt x="22" y="131"/>
                        <a:pt x="22" y="131"/>
                      </a:cubicBezTo>
                      <a:cubicBezTo>
                        <a:pt x="30" y="154"/>
                        <a:pt x="30" y="154"/>
                        <a:pt x="30" y="154"/>
                      </a:cubicBezTo>
                      <a:cubicBezTo>
                        <a:pt x="30" y="154"/>
                        <a:pt x="36" y="165"/>
                        <a:pt x="38" y="160"/>
                      </a:cubicBezTo>
                      <a:cubicBezTo>
                        <a:pt x="40" y="155"/>
                        <a:pt x="52" y="156"/>
                        <a:pt x="54" y="162"/>
                      </a:cubicBezTo>
                      <a:cubicBezTo>
                        <a:pt x="56" y="168"/>
                        <a:pt x="51" y="177"/>
                        <a:pt x="51" y="177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72" y="190"/>
                        <a:pt x="72" y="190"/>
                        <a:pt x="72" y="190"/>
                      </a:cubicBezTo>
                      <a:cubicBezTo>
                        <a:pt x="78" y="197"/>
                        <a:pt x="78" y="197"/>
                        <a:pt x="78" y="197"/>
                      </a:cubicBezTo>
                      <a:cubicBezTo>
                        <a:pt x="94" y="190"/>
                        <a:pt x="94" y="190"/>
                        <a:pt x="94" y="190"/>
                      </a:cubicBezTo>
                      <a:cubicBezTo>
                        <a:pt x="110" y="194"/>
                        <a:pt x="110" y="194"/>
                        <a:pt x="110" y="194"/>
                      </a:cubicBezTo>
                      <a:cubicBezTo>
                        <a:pt x="107" y="200"/>
                        <a:pt x="107" y="200"/>
                        <a:pt x="107" y="200"/>
                      </a:cubicBezTo>
                      <a:cubicBezTo>
                        <a:pt x="100" y="208"/>
                        <a:pt x="100" y="208"/>
                        <a:pt x="100" y="208"/>
                      </a:cubicBezTo>
                      <a:cubicBezTo>
                        <a:pt x="107" y="212"/>
                        <a:pt x="107" y="212"/>
                        <a:pt x="107" y="212"/>
                      </a:cubicBezTo>
                      <a:cubicBezTo>
                        <a:pt x="106" y="218"/>
                        <a:pt x="106" y="218"/>
                        <a:pt x="106" y="218"/>
                      </a:cubicBezTo>
                      <a:cubicBezTo>
                        <a:pt x="113" y="219"/>
                        <a:pt x="113" y="219"/>
                        <a:pt x="113" y="219"/>
                      </a:cubicBezTo>
                      <a:cubicBezTo>
                        <a:pt x="113" y="219"/>
                        <a:pt x="123" y="219"/>
                        <a:pt x="125" y="223"/>
                      </a:cubicBezTo>
                      <a:cubicBezTo>
                        <a:pt x="127" y="227"/>
                        <a:pt x="118" y="232"/>
                        <a:pt x="118" y="236"/>
                      </a:cubicBezTo>
                      <a:cubicBezTo>
                        <a:pt x="118" y="240"/>
                        <a:pt x="135" y="239"/>
                        <a:pt x="135" y="239"/>
                      </a:cubicBezTo>
                      <a:cubicBezTo>
                        <a:pt x="142" y="232"/>
                        <a:pt x="142" y="232"/>
                        <a:pt x="142" y="232"/>
                      </a:cubicBezTo>
                      <a:cubicBezTo>
                        <a:pt x="158" y="239"/>
                        <a:pt x="158" y="239"/>
                        <a:pt x="158" y="239"/>
                      </a:cubicBezTo>
                      <a:cubicBezTo>
                        <a:pt x="158" y="239"/>
                        <a:pt x="167" y="244"/>
                        <a:pt x="180" y="244"/>
                      </a:cubicBezTo>
                      <a:cubicBezTo>
                        <a:pt x="193" y="244"/>
                        <a:pt x="188" y="235"/>
                        <a:pt x="188" y="235"/>
                      </a:cubicBezTo>
                      <a:cubicBezTo>
                        <a:pt x="201" y="240"/>
                        <a:pt x="201" y="240"/>
                        <a:pt x="201" y="240"/>
                      </a:cubicBezTo>
                      <a:cubicBezTo>
                        <a:pt x="214" y="241"/>
                        <a:pt x="214" y="241"/>
                        <a:pt x="214" y="241"/>
                      </a:cubicBezTo>
                      <a:cubicBezTo>
                        <a:pt x="214" y="241"/>
                        <a:pt x="225" y="246"/>
                        <a:pt x="236" y="247"/>
                      </a:cubicBezTo>
                      <a:cubicBezTo>
                        <a:pt x="247" y="248"/>
                        <a:pt x="246" y="232"/>
                        <a:pt x="253" y="230"/>
                      </a:cubicBezTo>
                      <a:cubicBezTo>
                        <a:pt x="260" y="228"/>
                        <a:pt x="266" y="229"/>
                        <a:pt x="266" y="229"/>
                      </a:cubicBezTo>
                      <a:cubicBezTo>
                        <a:pt x="265" y="224"/>
                        <a:pt x="265" y="224"/>
                        <a:pt x="265" y="224"/>
                      </a:cubicBezTo>
                      <a:cubicBezTo>
                        <a:pt x="284" y="226"/>
                        <a:pt x="284" y="226"/>
                        <a:pt x="284" y="226"/>
                      </a:cubicBezTo>
                      <a:cubicBezTo>
                        <a:pt x="284" y="226"/>
                        <a:pt x="281" y="220"/>
                        <a:pt x="290" y="220"/>
                      </a:cubicBezTo>
                      <a:cubicBezTo>
                        <a:pt x="299" y="220"/>
                        <a:pt x="306" y="228"/>
                        <a:pt x="315" y="228"/>
                      </a:cubicBezTo>
                      <a:cubicBezTo>
                        <a:pt x="324" y="228"/>
                        <a:pt x="333" y="230"/>
                        <a:pt x="333" y="230"/>
                      </a:cubicBezTo>
                      <a:cubicBezTo>
                        <a:pt x="333" y="230"/>
                        <a:pt x="336" y="237"/>
                        <a:pt x="341" y="24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4" name="Freeform 250"/>
                <p:cNvSpPr>
                  <a:spLocks/>
                </p:cNvSpPr>
                <p:nvPr/>
              </p:nvSpPr>
              <p:spPr bwMode="gray">
                <a:xfrm>
                  <a:off x="-4782" y="-15720"/>
                  <a:ext cx="409" cy="361"/>
                </a:xfrm>
                <a:custGeom>
                  <a:avLst/>
                  <a:gdLst>
                    <a:gd name="T0" fmla="*/ 162 w 173"/>
                    <a:gd name="T1" fmla="*/ 51 h 153"/>
                    <a:gd name="T2" fmla="*/ 151 w 173"/>
                    <a:gd name="T3" fmla="*/ 52 h 153"/>
                    <a:gd name="T4" fmla="*/ 151 w 173"/>
                    <a:gd name="T5" fmla="*/ 41 h 153"/>
                    <a:gd name="T6" fmla="*/ 163 w 173"/>
                    <a:gd name="T7" fmla="*/ 22 h 153"/>
                    <a:gd name="T8" fmla="*/ 144 w 173"/>
                    <a:gd name="T9" fmla="*/ 23 h 153"/>
                    <a:gd name="T10" fmla="*/ 141 w 173"/>
                    <a:gd name="T11" fmla="*/ 18 h 153"/>
                    <a:gd name="T12" fmla="*/ 136 w 173"/>
                    <a:gd name="T13" fmla="*/ 19 h 153"/>
                    <a:gd name="T14" fmla="*/ 126 w 173"/>
                    <a:gd name="T15" fmla="*/ 8 h 153"/>
                    <a:gd name="T16" fmla="*/ 109 w 173"/>
                    <a:gd name="T17" fmla="*/ 7 h 153"/>
                    <a:gd name="T18" fmla="*/ 93 w 173"/>
                    <a:gd name="T19" fmla="*/ 8 h 153"/>
                    <a:gd name="T20" fmla="*/ 80 w 173"/>
                    <a:gd name="T21" fmla="*/ 5 h 153"/>
                    <a:gd name="T22" fmla="*/ 71 w 173"/>
                    <a:gd name="T23" fmla="*/ 9 h 153"/>
                    <a:gd name="T24" fmla="*/ 58 w 173"/>
                    <a:gd name="T25" fmla="*/ 2 h 153"/>
                    <a:gd name="T26" fmla="*/ 43 w 173"/>
                    <a:gd name="T27" fmla="*/ 4 h 153"/>
                    <a:gd name="T28" fmla="*/ 28 w 173"/>
                    <a:gd name="T29" fmla="*/ 8 h 153"/>
                    <a:gd name="T30" fmla="*/ 12 w 173"/>
                    <a:gd name="T31" fmla="*/ 1 h 153"/>
                    <a:gd name="T32" fmla="*/ 9 w 173"/>
                    <a:gd name="T33" fmla="*/ 15 h 153"/>
                    <a:gd name="T34" fmla="*/ 0 w 173"/>
                    <a:gd name="T35" fmla="*/ 20 h 153"/>
                    <a:gd name="T36" fmla="*/ 7 w 173"/>
                    <a:gd name="T37" fmla="*/ 27 h 153"/>
                    <a:gd name="T38" fmla="*/ 19 w 173"/>
                    <a:gd name="T39" fmla="*/ 30 h 153"/>
                    <a:gd name="T40" fmla="*/ 18 w 173"/>
                    <a:gd name="T41" fmla="*/ 39 h 153"/>
                    <a:gd name="T42" fmla="*/ 26 w 173"/>
                    <a:gd name="T43" fmla="*/ 43 h 153"/>
                    <a:gd name="T44" fmla="*/ 26 w 173"/>
                    <a:gd name="T45" fmla="*/ 57 h 153"/>
                    <a:gd name="T46" fmla="*/ 37 w 173"/>
                    <a:gd name="T47" fmla="*/ 60 h 153"/>
                    <a:gd name="T48" fmla="*/ 47 w 173"/>
                    <a:gd name="T49" fmla="*/ 80 h 153"/>
                    <a:gd name="T50" fmla="*/ 75 w 173"/>
                    <a:gd name="T51" fmla="*/ 99 h 153"/>
                    <a:gd name="T52" fmla="*/ 81 w 173"/>
                    <a:gd name="T53" fmla="*/ 120 h 153"/>
                    <a:gd name="T54" fmla="*/ 89 w 173"/>
                    <a:gd name="T55" fmla="*/ 121 h 153"/>
                    <a:gd name="T56" fmla="*/ 125 w 173"/>
                    <a:gd name="T57" fmla="*/ 153 h 153"/>
                    <a:gd name="T58" fmla="*/ 138 w 173"/>
                    <a:gd name="T59" fmla="*/ 137 h 153"/>
                    <a:gd name="T60" fmla="*/ 124 w 173"/>
                    <a:gd name="T61" fmla="*/ 128 h 153"/>
                    <a:gd name="T62" fmla="*/ 125 w 173"/>
                    <a:gd name="T63" fmla="*/ 118 h 153"/>
                    <a:gd name="T64" fmla="*/ 130 w 173"/>
                    <a:gd name="T65" fmla="*/ 118 h 153"/>
                    <a:gd name="T66" fmla="*/ 139 w 173"/>
                    <a:gd name="T67" fmla="*/ 103 h 153"/>
                    <a:gd name="T68" fmla="*/ 150 w 173"/>
                    <a:gd name="T69" fmla="*/ 104 h 153"/>
                    <a:gd name="T70" fmla="*/ 150 w 173"/>
                    <a:gd name="T71" fmla="*/ 89 h 153"/>
                    <a:gd name="T72" fmla="*/ 171 w 173"/>
                    <a:gd name="T73" fmla="*/ 86 h 153"/>
                    <a:gd name="T74" fmla="*/ 159 w 173"/>
                    <a:gd name="T75" fmla="*/ 66 h 153"/>
                    <a:gd name="T76" fmla="*/ 173 w 173"/>
                    <a:gd name="T77" fmla="*/ 64 h 153"/>
                    <a:gd name="T78" fmla="*/ 162 w 173"/>
                    <a:gd name="T79" fmla="*/ 5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3" h="153">
                      <a:moveTo>
                        <a:pt x="162" y="51"/>
                      </a:moveTo>
                      <a:cubicBezTo>
                        <a:pt x="155" y="49"/>
                        <a:pt x="151" y="52"/>
                        <a:pt x="151" y="52"/>
                      </a:cubicBezTo>
                      <a:cubicBezTo>
                        <a:pt x="151" y="41"/>
                        <a:pt x="151" y="41"/>
                        <a:pt x="151" y="41"/>
                      </a:cubicBezTo>
                      <a:cubicBezTo>
                        <a:pt x="151" y="41"/>
                        <a:pt x="163" y="27"/>
                        <a:pt x="163" y="22"/>
                      </a:cubicBezTo>
                      <a:cubicBezTo>
                        <a:pt x="163" y="17"/>
                        <a:pt x="144" y="23"/>
                        <a:pt x="144" y="23"/>
                      </a:cubicBezTo>
                      <a:cubicBezTo>
                        <a:pt x="141" y="18"/>
                        <a:pt x="141" y="18"/>
                        <a:pt x="141" y="18"/>
                      </a:cubicBezTo>
                      <a:cubicBezTo>
                        <a:pt x="136" y="19"/>
                        <a:pt x="136" y="19"/>
                        <a:pt x="136" y="19"/>
                      </a:cubicBezTo>
                      <a:cubicBezTo>
                        <a:pt x="126" y="8"/>
                        <a:pt x="126" y="8"/>
                        <a:pt x="126" y="8"/>
                      </a:cubicBezTo>
                      <a:cubicBezTo>
                        <a:pt x="126" y="8"/>
                        <a:pt x="115" y="8"/>
                        <a:pt x="109" y="7"/>
                      </a:cubicBezTo>
                      <a:cubicBezTo>
                        <a:pt x="103" y="6"/>
                        <a:pt x="96" y="8"/>
                        <a:pt x="93" y="8"/>
                      </a:cubicBezTo>
                      <a:cubicBezTo>
                        <a:pt x="90" y="8"/>
                        <a:pt x="80" y="5"/>
                        <a:pt x="80" y="5"/>
                      </a:cubicBez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58" y="2"/>
                        <a:pt x="58" y="2"/>
                        <a:pt x="58" y="2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16" y="0"/>
                        <a:pt x="12" y="1"/>
                      </a:cubicBezTo>
                      <a:cubicBezTo>
                        <a:pt x="8" y="2"/>
                        <a:pt x="9" y="15"/>
                        <a:pt x="9" y="15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19" y="30"/>
                        <a:pt x="19" y="30"/>
                        <a:pt x="19" y="30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39"/>
                        <a:pt x="23" y="39"/>
                        <a:pt x="26" y="43"/>
                      </a:cubicBezTo>
                      <a:cubicBezTo>
                        <a:pt x="29" y="47"/>
                        <a:pt x="26" y="57"/>
                        <a:pt x="26" y="57"/>
                      </a:cubicBezTo>
                      <a:cubicBezTo>
                        <a:pt x="37" y="60"/>
                        <a:pt x="37" y="60"/>
                        <a:pt x="37" y="60"/>
                      </a:cubicBez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47" y="80"/>
                        <a:pt x="51" y="84"/>
                        <a:pt x="75" y="99"/>
                      </a:cubicBezTo>
                      <a:cubicBezTo>
                        <a:pt x="90" y="108"/>
                        <a:pt x="86" y="116"/>
                        <a:pt x="81" y="120"/>
                      </a:cubicBezTo>
                      <a:cubicBezTo>
                        <a:pt x="89" y="121"/>
                        <a:pt x="89" y="121"/>
                        <a:pt x="89" y="121"/>
                      </a:cubicBezTo>
                      <a:cubicBezTo>
                        <a:pt x="89" y="121"/>
                        <a:pt x="116" y="148"/>
                        <a:pt x="125" y="153"/>
                      </a:cubicBezTo>
                      <a:cubicBezTo>
                        <a:pt x="138" y="137"/>
                        <a:pt x="138" y="137"/>
                        <a:pt x="138" y="137"/>
                      </a:cubicBezTo>
                      <a:cubicBezTo>
                        <a:pt x="138" y="137"/>
                        <a:pt x="127" y="131"/>
                        <a:pt x="124" y="128"/>
                      </a:cubicBezTo>
                      <a:cubicBezTo>
                        <a:pt x="121" y="125"/>
                        <a:pt x="125" y="118"/>
                        <a:pt x="125" y="118"/>
                      </a:cubicBezTo>
                      <a:cubicBezTo>
                        <a:pt x="130" y="118"/>
                        <a:pt x="130" y="118"/>
                        <a:pt x="130" y="118"/>
                      </a:cubicBezTo>
                      <a:cubicBezTo>
                        <a:pt x="130" y="118"/>
                        <a:pt x="136" y="107"/>
                        <a:pt x="139" y="103"/>
                      </a:cubicBezTo>
                      <a:cubicBezTo>
                        <a:pt x="142" y="99"/>
                        <a:pt x="150" y="104"/>
                        <a:pt x="150" y="104"/>
                      </a:cubicBezTo>
                      <a:cubicBezTo>
                        <a:pt x="150" y="89"/>
                        <a:pt x="150" y="89"/>
                        <a:pt x="150" y="89"/>
                      </a:cubicBezTo>
                      <a:cubicBezTo>
                        <a:pt x="150" y="89"/>
                        <a:pt x="169" y="93"/>
                        <a:pt x="171" y="86"/>
                      </a:cubicBezTo>
                      <a:cubicBezTo>
                        <a:pt x="173" y="79"/>
                        <a:pt x="159" y="66"/>
                        <a:pt x="159" y="66"/>
                      </a:cubicBezTo>
                      <a:cubicBezTo>
                        <a:pt x="173" y="64"/>
                        <a:pt x="173" y="64"/>
                        <a:pt x="173" y="64"/>
                      </a:cubicBezTo>
                      <a:cubicBezTo>
                        <a:pt x="173" y="64"/>
                        <a:pt x="169" y="53"/>
                        <a:pt x="162" y="5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5" name="Freeform 251"/>
                <p:cNvSpPr>
                  <a:spLocks/>
                </p:cNvSpPr>
                <p:nvPr/>
              </p:nvSpPr>
              <p:spPr bwMode="gray">
                <a:xfrm>
                  <a:off x="-4980" y="-15876"/>
                  <a:ext cx="581" cy="439"/>
                </a:xfrm>
                <a:custGeom>
                  <a:avLst/>
                  <a:gdLst>
                    <a:gd name="T0" fmla="*/ 232 w 246"/>
                    <a:gd name="T1" fmla="*/ 77 h 186"/>
                    <a:gd name="T2" fmla="*/ 228 w 246"/>
                    <a:gd name="T3" fmla="*/ 65 h 186"/>
                    <a:gd name="T4" fmla="*/ 226 w 246"/>
                    <a:gd name="T5" fmla="*/ 52 h 186"/>
                    <a:gd name="T6" fmla="*/ 217 w 246"/>
                    <a:gd name="T7" fmla="*/ 32 h 186"/>
                    <a:gd name="T8" fmla="*/ 183 w 246"/>
                    <a:gd name="T9" fmla="*/ 41 h 186"/>
                    <a:gd name="T10" fmla="*/ 168 w 246"/>
                    <a:gd name="T11" fmla="*/ 34 h 186"/>
                    <a:gd name="T12" fmla="*/ 139 w 246"/>
                    <a:gd name="T13" fmla="*/ 13 h 186"/>
                    <a:gd name="T14" fmla="*/ 112 w 246"/>
                    <a:gd name="T15" fmla="*/ 2 h 186"/>
                    <a:gd name="T16" fmla="*/ 93 w 246"/>
                    <a:gd name="T17" fmla="*/ 14 h 186"/>
                    <a:gd name="T18" fmla="*/ 87 w 246"/>
                    <a:gd name="T19" fmla="*/ 31 h 186"/>
                    <a:gd name="T20" fmla="*/ 70 w 246"/>
                    <a:gd name="T21" fmla="*/ 40 h 186"/>
                    <a:gd name="T22" fmla="*/ 59 w 246"/>
                    <a:gd name="T23" fmla="*/ 53 h 186"/>
                    <a:gd name="T24" fmla="*/ 40 w 246"/>
                    <a:gd name="T25" fmla="*/ 45 h 186"/>
                    <a:gd name="T26" fmla="*/ 22 w 246"/>
                    <a:gd name="T27" fmla="*/ 54 h 186"/>
                    <a:gd name="T28" fmla="*/ 14 w 246"/>
                    <a:gd name="T29" fmla="*/ 57 h 186"/>
                    <a:gd name="T30" fmla="*/ 1 w 246"/>
                    <a:gd name="T31" fmla="*/ 67 h 186"/>
                    <a:gd name="T32" fmla="*/ 31 w 246"/>
                    <a:gd name="T33" fmla="*/ 70 h 186"/>
                    <a:gd name="T34" fmla="*/ 54 w 246"/>
                    <a:gd name="T35" fmla="*/ 87 h 186"/>
                    <a:gd name="T36" fmla="*/ 68 w 246"/>
                    <a:gd name="T37" fmla="*/ 123 h 186"/>
                    <a:gd name="T38" fmla="*/ 98 w 246"/>
                    <a:gd name="T39" fmla="*/ 161 h 186"/>
                    <a:gd name="T40" fmla="*/ 146 w 246"/>
                    <a:gd name="T41" fmla="*/ 171 h 186"/>
                    <a:gd name="T42" fmla="*/ 165 w 246"/>
                    <a:gd name="T43" fmla="*/ 186 h 186"/>
                    <a:gd name="T44" fmla="*/ 131 w 246"/>
                    <a:gd name="T45" fmla="*/ 146 h 186"/>
                    <a:gd name="T46" fmla="*/ 110 w 246"/>
                    <a:gd name="T47" fmla="*/ 123 h 186"/>
                    <a:gd name="T48" fmla="*/ 102 w 246"/>
                    <a:gd name="T49" fmla="*/ 105 h 186"/>
                    <a:gd name="T50" fmla="*/ 91 w 246"/>
                    <a:gd name="T51" fmla="*/ 93 h 186"/>
                    <a:gd name="T52" fmla="*/ 93 w 246"/>
                    <a:gd name="T53" fmla="*/ 81 h 186"/>
                    <a:gd name="T54" fmla="*/ 112 w 246"/>
                    <a:gd name="T55" fmla="*/ 74 h 186"/>
                    <a:gd name="T56" fmla="*/ 142 w 246"/>
                    <a:gd name="T57" fmla="*/ 68 h 186"/>
                    <a:gd name="T58" fmla="*/ 164 w 246"/>
                    <a:gd name="T59" fmla="*/ 71 h 186"/>
                    <a:gd name="T60" fmla="*/ 193 w 246"/>
                    <a:gd name="T61" fmla="*/ 73 h 186"/>
                    <a:gd name="T62" fmla="*/ 220 w 246"/>
                    <a:gd name="T63" fmla="*/ 8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46" h="186">
                      <a:moveTo>
                        <a:pt x="230" y="84"/>
                      </a:moveTo>
                      <a:cubicBezTo>
                        <a:pt x="232" y="77"/>
                        <a:pt x="232" y="77"/>
                        <a:pt x="232" y="77"/>
                      </a:cubicBezTo>
                      <a:cubicBezTo>
                        <a:pt x="232" y="77"/>
                        <a:pt x="246" y="74"/>
                        <a:pt x="245" y="71"/>
                      </a:cubicBezTo>
                      <a:cubicBezTo>
                        <a:pt x="244" y="68"/>
                        <a:pt x="228" y="65"/>
                        <a:pt x="228" y="65"/>
                      </a:cubicBezTo>
                      <a:cubicBezTo>
                        <a:pt x="231" y="53"/>
                        <a:pt x="231" y="53"/>
                        <a:pt x="231" y="53"/>
                      </a:cubicBezTo>
                      <a:cubicBezTo>
                        <a:pt x="226" y="52"/>
                        <a:pt x="226" y="52"/>
                        <a:pt x="226" y="52"/>
                      </a:cubicBezTo>
                      <a:cubicBezTo>
                        <a:pt x="222" y="34"/>
                        <a:pt x="222" y="34"/>
                        <a:pt x="222" y="34"/>
                      </a:cubicBezTo>
                      <a:cubicBezTo>
                        <a:pt x="217" y="32"/>
                        <a:pt x="217" y="32"/>
                        <a:pt x="217" y="32"/>
                      </a:cubicBezTo>
                      <a:cubicBezTo>
                        <a:pt x="211" y="38"/>
                        <a:pt x="211" y="38"/>
                        <a:pt x="211" y="38"/>
                      </a:cubicBezTo>
                      <a:cubicBezTo>
                        <a:pt x="183" y="41"/>
                        <a:pt x="183" y="41"/>
                        <a:pt x="183" y="41"/>
                      </a:cubicBezTo>
                      <a:cubicBezTo>
                        <a:pt x="180" y="34"/>
                        <a:pt x="180" y="34"/>
                        <a:pt x="180" y="34"/>
                      </a:cubicBezTo>
                      <a:cubicBezTo>
                        <a:pt x="168" y="34"/>
                        <a:pt x="168" y="34"/>
                        <a:pt x="168" y="34"/>
                      </a:cubicBezTo>
                      <a:cubicBezTo>
                        <a:pt x="159" y="30"/>
                        <a:pt x="159" y="30"/>
                        <a:pt x="159" y="30"/>
                      </a:cubicBezTo>
                      <a:cubicBezTo>
                        <a:pt x="159" y="30"/>
                        <a:pt x="141" y="16"/>
                        <a:pt x="139" y="13"/>
                      </a:cubicBezTo>
                      <a:cubicBezTo>
                        <a:pt x="137" y="10"/>
                        <a:pt x="125" y="0"/>
                        <a:pt x="125" y="0"/>
                      </a:cubicBezTo>
                      <a:cubicBezTo>
                        <a:pt x="112" y="2"/>
                        <a:pt x="112" y="2"/>
                        <a:pt x="112" y="2"/>
                      </a:cubicBezTo>
                      <a:cubicBezTo>
                        <a:pt x="112" y="2"/>
                        <a:pt x="115" y="6"/>
                        <a:pt x="109" y="10"/>
                      </a:cubicBezTo>
                      <a:cubicBezTo>
                        <a:pt x="103" y="14"/>
                        <a:pt x="93" y="14"/>
                        <a:pt x="93" y="14"/>
                      </a:cubicBezTo>
                      <a:cubicBezTo>
                        <a:pt x="93" y="14"/>
                        <a:pt x="84" y="14"/>
                        <a:pt x="84" y="18"/>
                      </a:cubicBezTo>
                      <a:cubicBezTo>
                        <a:pt x="84" y="22"/>
                        <a:pt x="87" y="31"/>
                        <a:pt x="87" y="31"/>
                      </a:cubicBezTo>
                      <a:cubicBezTo>
                        <a:pt x="80" y="39"/>
                        <a:pt x="80" y="39"/>
                        <a:pt x="80" y="39"/>
                      </a:cubicBezTo>
                      <a:cubicBezTo>
                        <a:pt x="70" y="40"/>
                        <a:pt x="70" y="40"/>
                        <a:pt x="70" y="40"/>
                      </a:cubicBezTo>
                      <a:cubicBezTo>
                        <a:pt x="70" y="40"/>
                        <a:pt x="74" y="51"/>
                        <a:pt x="69" y="53"/>
                      </a:cubicBezTo>
                      <a:cubicBezTo>
                        <a:pt x="64" y="55"/>
                        <a:pt x="59" y="53"/>
                        <a:pt x="59" y="53"/>
                      </a:cubicBezTo>
                      <a:cubicBezTo>
                        <a:pt x="59" y="53"/>
                        <a:pt x="52" y="54"/>
                        <a:pt x="46" y="53"/>
                      </a:cubicBezTo>
                      <a:cubicBezTo>
                        <a:pt x="40" y="52"/>
                        <a:pt x="40" y="45"/>
                        <a:pt x="40" y="45"/>
                      </a:cubicBezTo>
                      <a:cubicBezTo>
                        <a:pt x="34" y="53"/>
                        <a:pt x="34" y="53"/>
                        <a:pt x="34" y="53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16" y="48"/>
                        <a:pt x="16" y="48"/>
                        <a:pt x="16" y="48"/>
                      </a:cubicBezTo>
                      <a:cubicBezTo>
                        <a:pt x="14" y="57"/>
                        <a:pt x="14" y="57"/>
                        <a:pt x="14" y="57"/>
                      </a:cubicBezTo>
                      <a:cubicBezTo>
                        <a:pt x="5" y="58"/>
                        <a:pt x="5" y="58"/>
                        <a:pt x="5" y="58"/>
                      </a:cubicBezTo>
                      <a:cubicBezTo>
                        <a:pt x="3" y="62"/>
                        <a:pt x="1" y="67"/>
                        <a:pt x="1" y="67"/>
                      </a:cubicBezTo>
                      <a:cubicBezTo>
                        <a:pt x="1" y="67"/>
                        <a:pt x="0" y="97"/>
                        <a:pt x="8" y="88"/>
                      </a:cubicBezTo>
                      <a:cubicBezTo>
                        <a:pt x="16" y="79"/>
                        <a:pt x="27" y="64"/>
                        <a:pt x="31" y="70"/>
                      </a:cubicBezTo>
                      <a:cubicBezTo>
                        <a:pt x="35" y="76"/>
                        <a:pt x="35" y="91"/>
                        <a:pt x="35" y="91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4" y="87"/>
                        <a:pt x="48" y="107"/>
                        <a:pt x="60" y="111"/>
                      </a:cubicBezTo>
                      <a:cubicBezTo>
                        <a:pt x="72" y="115"/>
                        <a:pt x="68" y="123"/>
                        <a:pt x="68" y="123"/>
                      </a:cubicBezTo>
                      <a:cubicBezTo>
                        <a:pt x="97" y="144"/>
                        <a:pt x="97" y="144"/>
                        <a:pt x="97" y="144"/>
                      </a:cubicBezTo>
                      <a:cubicBezTo>
                        <a:pt x="98" y="161"/>
                        <a:pt x="98" y="161"/>
                        <a:pt x="98" y="161"/>
                      </a:cubicBezTo>
                      <a:cubicBezTo>
                        <a:pt x="125" y="162"/>
                        <a:pt x="125" y="162"/>
                        <a:pt x="125" y="162"/>
                      </a:cubicBezTo>
                      <a:cubicBezTo>
                        <a:pt x="125" y="162"/>
                        <a:pt x="142" y="163"/>
                        <a:pt x="146" y="171"/>
                      </a:cubicBezTo>
                      <a:cubicBezTo>
                        <a:pt x="146" y="171"/>
                        <a:pt x="142" y="180"/>
                        <a:pt x="148" y="184"/>
                      </a:cubicBezTo>
                      <a:cubicBezTo>
                        <a:pt x="165" y="186"/>
                        <a:pt x="165" y="186"/>
                        <a:pt x="165" y="186"/>
                      </a:cubicBezTo>
                      <a:cubicBezTo>
                        <a:pt x="170" y="182"/>
                        <a:pt x="174" y="174"/>
                        <a:pt x="159" y="165"/>
                      </a:cubicBezTo>
                      <a:cubicBezTo>
                        <a:pt x="135" y="150"/>
                        <a:pt x="131" y="146"/>
                        <a:pt x="131" y="146"/>
                      </a:cubicBezTo>
                      <a:cubicBezTo>
                        <a:pt x="121" y="126"/>
                        <a:pt x="121" y="126"/>
                        <a:pt x="121" y="126"/>
                      </a:cubicBezTo>
                      <a:cubicBezTo>
                        <a:pt x="110" y="123"/>
                        <a:pt x="110" y="123"/>
                        <a:pt x="110" y="123"/>
                      </a:cubicBezTo>
                      <a:cubicBezTo>
                        <a:pt x="110" y="123"/>
                        <a:pt x="113" y="113"/>
                        <a:pt x="110" y="109"/>
                      </a:cubicBezTo>
                      <a:cubicBezTo>
                        <a:pt x="107" y="105"/>
                        <a:pt x="102" y="105"/>
                        <a:pt x="102" y="105"/>
                      </a:cubicBezTo>
                      <a:cubicBezTo>
                        <a:pt x="103" y="96"/>
                        <a:pt x="103" y="96"/>
                        <a:pt x="103" y="96"/>
                      </a:cubicBezTo>
                      <a:cubicBezTo>
                        <a:pt x="91" y="93"/>
                        <a:pt x="91" y="93"/>
                        <a:pt x="91" y="93"/>
                      </a:cubicBezTo>
                      <a:cubicBezTo>
                        <a:pt x="84" y="86"/>
                        <a:pt x="84" y="86"/>
                        <a:pt x="84" y="86"/>
                      </a:cubicBezTo>
                      <a:cubicBezTo>
                        <a:pt x="93" y="81"/>
                        <a:pt x="93" y="81"/>
                        <a:pt x="93" y="81"/>
                      </a:cubicBezTo>
                      <a:cubicBezTo>
                        <a:pt x="93" y="81"/>
                        <a:pt x="92" y="68"/>
                        <a:pt x="96" y="67"/>
                      </a:cubicBezTo>
                      <a:cubicBezTo>
                        <a:pt x="100" y="66"/>
                        <a:pt x="112" y="74"/>
                        <a:pt x="112" y="74"/>
                      </a:cubicBezTo>
                      <a:cubicBezTo>
                        <a:pt x="127" y="70"/>
                        <a:pt x="127" y="70"/>
                        <a:pt x="127" y="70"/>
                      </a:cubicBezTo>
                      <a:cubicBezTo>
                        <a:pt x="142" y="68"/>
                        <a:pt x="142" y="68"/>
                        <a:pt x="142" y="68"/>
                      </a:cubicBezTo>
                      <a:cubicBezTo>
                        <a:pt x="155" y="75"/>
                        <a:pt x="155" y="75"/>
                        <a:pt x="155" y="75"/>
                      </a:cubicBezTo>
                      <a:cubicBezTo>
                        <a:pt x="164" y="71"/>
                        <a:pt x="164" y="71"/>
                        <a:pt x="164" y="71"/>
                      </a:cubicBezTo>
                      <a:cubicBezTo>
                        <a:pt x="164" y="71"/>
                        <a:pt x="174" y="74"/>
                        <a:pt x="177" y="74"/>
                      </a:cubicBezTo>
                      <a:cubicBezTo>
                        <a:pt x="180" y="74"/>
                        <a:pt x="187" y="72"/>
                        <a:pt x="193" y="73"/>
                      </a:cubicBezTo>
                      <a:cubicBezTo>
                        <a:pt x="199" y="74"/>
                        <a:pt x="210" y="74"/>
                        <a:pt x="210" y="74"/>
                      </a:cubicBezTo>
                      <a:cubicBezTo>
                        <a:pt x="220" y="85"/>
                        <a:pt x="220" y="85"/>
                        <a:pt x="220" y="85"/>
                      </a:cubicBezTo>
                      <a:lnTo>
                        <a:pt x="230" y="8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6" name="Freeform 252"/>
                <p:cNvSpPr>
                  <a:spLocks/>
                </p:cNvSpPr>
                <p:nvPr/>
              </p:nvSpPr>
              <p:spPr bwMode="gray">
                <a:xfrm>
                  <a:off x="-5011" y="-15928"/>
                  <a:ext cx="326" cy="189"/>
                </a:xfrm>
                <a:custGeom>
                  <a:avLst/>
                  <a:gdLst>
                    <a:gd name="T0" fmla="*/ 18 w 138"/>
                    <a:gd name="T1" fmla="*/ 80 h 80"/>
                    <a:gd name="T2" fmla="*/ 27 w 138"/>
                    <a:gd name="T3" fmla="*/ 79 h 80"/>
                    <a:gd name="T4" fmla="*/ 29 w 138"/>
                    <a:gd name="T5" fmla="*/ 70 h 80"/>
                    <a:gd name="T6" fmla="*/ 35 w 138"/>
                    <a:gd name="T7" fmla="*/ 76 h 80"/>
                    <a:gd name="T8" fmla="*/ 47 w 138"/>
                    <a:gd name="T9" fmla="*/ 75 h 80"/>
                    <a:gd name="T10" fmla="*/ 53 w 138"/>
                    <a:gd name="T11" fmla="*/ 67 h 80"/>
                    <a:gd name="T12" fmla="*/ 59 w 138"/>
                    <a:gd name="T13" fmla="*/ 75 h 80"/>
                    <a:gd name="T14" fmla="*/ 72 w 138"/>
                    <a:gd name="T15" fmla="*/ 75 h 80"/>
                    <a:gd name="T16" fmla="*/ 82 w 138"/>
                    <a:gd name="T17" fmla="*/ 75 h 80"/>
                    <a:gd name="T18" fmla="*/ 83 w 138"/>
                    <a:gd name="T19" fmla="*/ 62 h 80"/>
                    <a:gd name="T20" fmla="*/ 93 w 138"/>
                    <a:gd name="T21" fmla="*/ 61 h 80"/>
                    <a:gd name="T22" fmla="*/ 100 w 138"/>
                    <a:gd name="T23" fmla="*/ 53 h 80"/>
                    <a:gd name="T24" fmla="*/ 97 w 138"/>
                    <a:gd name="T25" fmla="*/ 40 h 80"/>
                    <a:gd name="T26" fmla="*/ 106 w 138"/>
                    <a:gd name="T27" fmla="*/ 36 h 80"/>
                    <a:gd name="T28" fmla="*/ 122 w 138"/>
                    <a:gd name="T29" fmla="*/ 32 h 80"/>
                    <a:gd name="T30" fmla="*/ 125 w 138"/>
                    <a:gd name="T31" fmla="*/ 24 h 80"/>
                    <a:gd name="T32" fmla="*/ 138 w 138"/>
                    <a:gd name="T33" fmla="*/ 22 h 80"/>
                    <a:gd name="T34" fmla="*/ 128 w 138"/>
                    <a:gd name="T35" fmla="*/ 15 h 80"/>
                    <a:gd name="T36" fmla="*/ 125 w 138"/>
                    <a:gd name="T37" fmla="*/ 5 h 80"/>
                    <a:gd name="T38" fmla="*/ 118 w 138"/>
                    <a:gd name="T39" fmla="*/ 0 h 80"/>
                    <a:gd name="T40" fmla="*/ 115 w 138"/>
                    <a:gd name="T41" fmla="*/ 8 h 80"/>
                    <a:gd name="T42" fmla="*/ 113 w 138"/>
                    <a:gd name="T43" fmla="*/ 20 h 80"/>
                    <a:gd name="T44" fmla="*/ 97 w 138"/>
                    <a:gd name="T45" fmla="*/ 15 h 80"/>
                    <a:gd name="T46" fmla="*/ 90 w 138"/>
                    <a:gd name="T47" fmla="*/ 19 h 80"/>
                    <a:gd name="T48" fmla="*/ 57 w 138"/>
                    <a:gd name="T49" fmla="*/ 18 h 80"/>
                    <a:gd name="T50" fmla="*/ 50 w 138"/>
                    <a:gd name="T51" fmla="*/ 27 h 80"/>
                    <a:gd name="T52" fmla="*/ 35 w 138"/>
                    <a:gd name="T53" fmla="*/ 25 h 80"/>
                    <a:gd name="T54" fmla="*/ 26 w 138"/>
                    <a:gd name="T55" fmla="*/ 21 h 80"/>
                    <a:gd name="T56" fmla="*/ 14 w 138"/>
                    <a:gd name="T57" fmla="*/ 25 h 80"/>
                    <a:gd name="T58" fmla="*/ 5 w 138"/>
                    <a:gd name="T59" fmla="*/ 25 h 80"/>
                    <a:gd name="T60" fmla="*/ 0 w 138"/>
                    <a:gd name="T61" fmla="*/ 34 h 80"/>
                    <a:gd name="T62" fmla="*/ 8 w 138"/>
                    <a:gd name="T63" fmla="*/ 37 h 80"/>
                    <a:gd name="T64" fmla="*/ 3 w 138"/>
                    <a:gd name="T65" fmla="*/ 62 h 80"/>
                    <a:gd name="T66" fmla="*/ 23 w 138"/>
                    <a:gd name="T67" fmla="*/ 70 h 80"/>
                    <a:gd name="T68" fmla="*/ 18 w 138"/>
                    <a:gd name="T69" fmla="*/ 8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38" h="80">
                      <a:moveTo>
                        <a:pt x="18" y="80"/>
                      </a:moveTo>
                      <a:cubicBezTo>
                        <a:pt x="27" y="79"/>
                        <a:pt x="27" y="79"/>
                        <a:pt x="27" y="79"/>
                      </a:cubicBezTo>
                      <a:cubicBezTo>
                        <a:pt x="29" y="70"/>
                        <a:pt x="29" y="70"/>
                        <a:pt x="29" y="70"/>
                      </a:cubicBezTo>
                      <a:cubicBezTo>
                        <a:pt x="35" y="76"/>
                        <a:pt x="35" y="76"/>
                        <a:pt x="35" y="76"/>
                      </a:cubicBezTo>
                      <a:cubicBezTo>
                        <a:pt x="47" y="75"/>
                        <a:pt x="47" y="75"/>
                        <a:pt x="47" y="75"/>
                      </a:cubicBezTo>
                      <a:cubicBezTo>
                        <a:pt x="53" y="67"/>
                        <a:pt x="53" y="67"/>
                        <a:pt x="53" y="67"/>
                      </a:cubicBezTo>
                      <a:cubicBezTo>
                        <a:pt x="53" y="67"/>
                        <a:pt x="53" y="74"/>
                        <a:pt x="59" y="75"/>
                      </a:cubicBezTo>
                      <a:cubicBezTo>
                        <a:pt x="65" y="76"/>
                        <a:pt x="72" y="75"/>
                        <a:pt x="72" y="75"/>
                      </a:cubicBezTo>
                      <a:cubicBezTo>
                        <a:pt x="72" y="75"/>
                        <a:pt x="77" y="77"/>
                        <a:pt x="82" y="75"/>
                      </a:cubicBezTo>
                      <a:cubicBezTo>
                        <a:pt x="87" y="73"/>
                        <a:pt x="83" y="62"/>
                        <a:pt x="83" y="62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100" y="53"/>
                        <a:pt x="100" y="53"/>
                        <a:pt x="100" y="53"/>
                      </a:cubicBezTo>
                      <a:cubicBezTo>
                        <a:pt x="100" y="53"/>
                        <a:pt x="97" y="44"/>
                        <a:pt x="97" y="40"/>
                      </a:cubicBezTo>
                      <a:cubicBezTo>
                        <a:pt x="97" y="36"/>
                        <a:pt x="106" y="36"/>
                        <a:pt x="106" y="36"/>
                      </a:cubicBezTo>
                      <a:cubicBezTo>
                        <a:pt x="106" y="36"/>
                        <a:pt x="116" y="36"/>
                        <a:pt x="122" y="32"/>
                      </a:cubicBezTo>
                      <a:cubicBezTo>
                        <a:pt x="128" y="28"/>
                        <a:pt x="125" y="24"/>
                        <a:pt x="125" y="24"/>
                      </a:cubicBezTo>
                      <a:cubicBezTo>
                        <a:pt x="138" y="22"/>
                        <a:pt x="138" y="22"/>
                        <a:pt x="138" y="22"/>
                      </a:cubicBezTo>
                      <a:cubicBezTo>
                        <a:pt x="128" y="15"/>
                        <a:pt x="128" y="15"/>
                        <a:pt x="128" y="15"/>
                      </a:cubicBezTo>
                      <a:cubicBezTo>
                        <a:pt x="125" y="5"/>
                        <a:pt x="125" y="5"/>
                        <a:pt x="125" y="5"/>
                      </a:cubicBezTo>
                      <a:cubicBezTo>
                        <a:pt x="118" y="0"/>
                        <a:pt x="118" y="0"/>
                        <a:pt x="118" y="0"/>
                      </a:cubicBezTo>
                      <a:cubicBezTo>
                        <a:pt x="115" y="8"/>
                        <a:pt x="115" y="8"/>
                        <a:pt x="115" y="8"/>
                      </a:cubicBezTo>
                      <a:cubicBezTo>
                        <a:pt x="113" y="20"/>
                        <a:pt x="113" y="20"/>
                        <a:pt x="113" y="20"/>
                      </a:cubicBezTo>
                      <a:cubicBezTo>
                        <a:pt x="97" y="15"/>
                        <a:pt x="97" y="15"/>
                        <a:pt x="97" y="15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57" y="18"/>
                        <a:pt x="57" y="18"/>
                        <a:pt x="57" y="18"/>
                      </a:cubicBezTo>
                      <a:cubicBezTo>
                        <a:pt x="57" y="18"/>
                        <a:pt x="57" y="27"/>
                        <a:pt x="50" y="27"/>
                      </a:cubicBezTo>
                      <a:cubicBezTo>
                        <a:pt x="43" y="27"/>
                        <a:pt x="35" y="25"/>
                        <a:pt x="35" y="25"/>
                      </a:cubicBezTo>
                      <a:cubicBezTo>
                        <a:pt x="35" y="25"/>
                        <a:pt x="29" y="21"/>
                        <a:pt x="26" y="21"/>
                      </a:cubicBezTo>
                      <a:cubicBezTo>
                        <a:pt x="23" y="21"/>
                        <a:pt x="14" y="25"/>
                        <a:pt x="14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4" y="30"/>
                        <a:pt x="0" y="34"/>
                        <a:pt x="0" y="34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3" y="62"/>
                        <a:pt x="3" y="62"/>
                        <a:pt x="3" y="62"/>
                      </a:cubicBezTo>
                      <a:cubicBezTo>
                        <a:pt x="3" y="62"/>
                        <a:pt x="26" y="66"/>
                        <a:pt x="23" y="70"/>
                      </a:cubicBezTo>
                      <a:cubicBezTo>
                        <a:pt x="22" y="72"/>
                        <a:pt x="20" y="76"/>
                        <a:pt x="18" y="8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7" name="Freeform 253"/>
                <p:cNvSpPr>
                  <a:spLocks/>
                </p:cNvSpPr>
                <p:nvPr/>
              </p:nvSpPr>
              <p:spPr bwMode="gray">
                <a:xfrm>
                  <a:off x="-4673" y="-16254"/>
                  <a:ext cx="565" cy="232"/>
                </a:xfrm>
                <a:custGeom>
                  <a:avLst/>
                  <a:gdLst>
                    <a:gd name="T0" fmla="*/ 233 w 239"/>
                    <a:gd name="T1" fmla="*/ 23 h 98"/>
                    <a:gd name="T2" fmla="*/ 214 w 239"/>
                    <a:gd name="T3" fmla="*/ 19 h 98"/>
                    <a:gd name="T4" fmla="*/ 194 w 239"/>
                    <a:gd name="T5" fmla="*/ 6 h 98"/>
                    <a:gd name="T6" fmla="*/ 170 w 239"/>
                    <a:gd name="T7" fmla="*/ 14 h 98"/>
                    <a:gd name="T8" fmla="*/ 159 w 239"/>
                    <a:gd name="T9" fmla="*/ 10 h 98"/>
                    <a:gd name="T10" fmla="*/ 140 w 239"/>
                    <a:gd name="T11" fmla="*/ 9 h 98"/>
                    <a:gd name="T12" fmla="*/ 132 w 239"/>
                    <a:gd name="T13" fmla="*/ 18 h 98"/>
                    <a:gd name="T14" fmla="*/ 126 w 239"/>
                    <a:gd name="T15" fmla="*/ 11 h 98"/>
                    <a:gd name="T16" fmla="*/ 119 w 239"/>
                    <a:gd name="T17" fmla="*/ 11 h 98"/>
                    <a:gd name="T18" fmla="*/ 111 w 239"/>
                    <a:gd name="T19" fmla="*/ 2 h 98"/>
                    <a:gd name="T20" fmla="*/ 91 w 239"/>
                    <a:gd name="T21" fmla="*/ 8 h 98"/>
                    <a:gd name="T22" fmla="*/ 83 w 239"/>
                    <a:gd name="T23" fmla="*/ 2 h 98"/>
                    <a:gd name="T24" fmla="*/ 72 w 239"/>
                    <a:gd name="T25" fmla="*/ 9 h 98"/>
                    <a:gd name="T26" fmla="*/ 58 w 239"/>
                    <a:gd name="T27" fmla="*/ 15 h 98"/>
                    <a:gd name="T28" fmla="*/ 58 w 239"/>
                    <a:gd name="T29" fmla="*/ 28 h 98"/>
                    <a:gd name="T30" fmla="*/ 36 w 239"/>
                    <a:gd name="T31" fmla="*/ 40 h 98"/>
                    <a:gd name="T32" fmla="*/ 24 w 239"/>
                    <a:gd name="T33" fmla="*/ 39 h 98"/>
                    <a:gd name="T34" fmla="*/ 12 w 239"/>
                    <a:gd name="T35" fmla="*/ 41 h 98"/>
                    <a:gd name="T36" fmla="*/ 3 w 239"/>
                    <a:gd name="T37" fmla="*/ 46 h 98"/>
                    <a:gd name="T38" fmla="*/ 1 w 239"/>
                    <a:gd name="T39" fmla="*/ 60 h 98"/>
                    <a:gd name="T40" fmla="*/ 0 w 239"/>
                    <a:gd name="T41" fmla="*/ 70 h 98"/>
                    <a:gd name="T42" fmla="*/ 7 w 239"/>
                    <a:gd name="T43" fmla="*/ 75 h 98"/>
                    <a:gd name="T44" fmla="*/ 7 w 239"/>
                    <a:gd name="T45" fmla="*/ 87 h 98"/>
                    <a:gd name="T46" fmla="*/ 7 w 239"/>
                    <a:gd name="T47" fmla="*/ 87 h 98"/>
                    <a:gd name="T48" fmla="*/ 13 w 239"/>
                    <a:gd name="T49" fmla="*/ 92 h 98"/>
                    <a:gd name="T50" fmla="*/ 20 w 239"/>
                    <a:gd name="T51" fmla="*/ 81 h 98"/>
                    <a:gd name="T52" fmla="*/ 40 w 239"/>
                    <a:gd name="T53" fmla="*/ 97 h 98"/>
                    <a:gd name="T54" fmla="*/ 81 w 239"/>
                    <a:gd name="T55" fmla="*/ 94 h 98"/>
                    <a:gd name="T56" fmla="*/ 87 w 239"/>
                    <a:gd name="T57" fmla="*/ 78 h 98"/>
                    <a:gd name="T58" fmla="*/ 111 w 239"/>
                    <a:gd name="T59" fmla="*/ 81 h 98"/>
                    <a:gd name="T60" fmla="*/ 118 w 239"/>
                    <a:gd name="T61" fmla="*/ 73 h 98"/>
                    <a:gd name="T62" fmla="*/ 144 w 239"/>
                    <a:gd name="T63" fmla="*/ 69 h 98"/>
                    <a:gd name="T64" fmla="*/ 155 w 239"/>
                    <a:gd name="T65" fmla="*/ 53 h 98"/>
                    <a:gd name="T66" fmla="*/ 171 w 239"/>
                    <a:gd name="T67" fmla="*/ 53 h 98"/>
                    <a:gd name="T68" fmla="*/ 174 w 239"/>
                    <a:gd name="T69" fmla="*/ 63 h 98"/>
                    <a:gd name="T70" fmla="*/ 183 w 239"/>
                    <a:gd name="T71" fmla="*/ 64 h 98"/>
                    <a:gd name="T72" fmla="*/ 188 w 239"/>
                    <a:gd name="T73" fmla="*/ 53 h 98"/>
                    <a:gd name="T74" fmla="*/ 194 w 239"/>
                    <a:gd name="T75" fmla="*/ 63 h 98"/>
                    <a:gd name="T76" fmla="*/ 223 w 239"/>
                    <a:gd name="T77" fmla="*/ 59 h 98"/>
                    <a:gd name="T78" fmla="*/ 223 w 239"/>
                    <a:gd name="T79" fmla="*/ 59 h 98"/>
                    <a:gd name="T80" fmla="*/ 224 w 239"/>
                    <a:gd name="T81" fmla="*/ 51 h 98"/>
                    <a:gd name="T82" fmla="*/ 234 w 239"/>
                    <a:gd name="T83" fmla="*/ 43 h 98"/>
                    <a:gd name="T84" fmla="*/ 237 w 239"/>
                    <a:gd name="T85" fmla="*/ 30 h 98"/>
                    <a:gd name="T86" fmla="*/ 233 w 239"/>
                    <a:gd name="T87" fmla="*/ 2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39" h="98">
                      <a:moveTo>
                        <a:pt x="233" y="23"/>
                      </a:moveTo>
                      <a:cubicBezTo>
                        <a:pt x="227" y="23"/>
                        <a:pt x="221" y="25"/>
                        <a:pt x="214" y="19"/>
                      </a:cubicBezTo>
                      <a:cubicBezTo>
                        <a:pt x="207" y="13"/>
                        <a:pt x="208" y="6"/>
                        <a:pt x="194" y="6"/>
                      </a:cubicBezTo>
                      <a:cubicBezTo>
                        <a:pt x="180" y="6"/>
                        <a:pt x="175" y="14"/>
                        <a:pt x="170" y="14"/>
                      </a:cubicBezTo>
                      <a:cubicBezTo>
                        <a:pt x="165" y="14"/>
                        <a:pt x="159" y="10"/>
                        <a:pt x="159" y="10"/>
                      </a:cubicBezTo>
                      <a:cubicBezTo>
                        <a:pt x="140" y="9"/>
                        <a:pt x="140" y="9"/>
                        <a:pt x="140" y="9"/>
                      </a:cubicBezTo>
                      <a:cubicBezTo>
                        <a:pt x="140" y="9"/>
                        <a:pt x="141" y="18"/>
                        <a:pt x="132" y="18"/>
                      </a:cubicBezTo>
                      <a:cubicBezTo>
                        <a:pt x="123" y="18"/>
                        <a:pt x="126" y="11"/>
                        <a:pt x="126" y="11"/>
                      </a:cubicBezTo>
                      <a:cubicBezTo>
                        <a:pt x="119" y="11"/>
                        <a:pt x="119" y="11"/>
                        <a:pt x="119" y="11"/>
                      </a:cubicBezTo>
                      <a:cubicBezTo>
                        <a:pt x="119" y="11"/>
                        <a:pt x="118" y="4"/>
                        <a:pt x="111" y="2"/>
                      </a:cubicBezTo>
                      <a:cubicBezTo>
                        <a:pt x="104" y="0"/>
                        <a:pt x="94" y="8"/>
                        <a:pt x="91" y="8"/>
                      </a:cubicBezTo>
                      <a:cubicBezTo>
                        <a:pt x="89" y="8"/>
                        <a:pt x="86" y="5"/>
                        <a:pt x="83" y="2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58" y="15"/>
                        <a:pt x="58" y="15"/>
                        <a:pt x="58" y="15"/>
                      </a:cubicBezTo>
                      <a:cubicBezTo>
                        <a:pt x="58" y="28"/>
                        <a:pt x="58" y="28"/>
                        <a:pt x="58" y="28"/>
                      </a:cubicBezTo>
                      <a:cubicBezTo>
                        <a:pt x="58" y="28"/>
                        <a:pt x="43" y="35"/>
                        <a:pt x="36" y="40"/>
                      </a:cubicBezTo>
                      <a:cubicBezTo>
                        <a:pt x="31" y="43"/>
                        <a:pt x="25" y="41"/>
                        <a:pt x="24" y="39"/>
                      </a:cubicBezTo>
                      <a:cubicBezTo>
                        <a:pt x="21" y="40"/>
                        <a:pt x="15" y="40"/>
                        <a:pt x="12" y="41"/>
                      </a:cubicBezTo>
                      <a:cubicBezTo>
                        <a:pt x="8" y="42"/>
                        <a:pt x="3" y="46"/>
                        <a:pt x="3" y="46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0"/>
                        <a:pt x="6" y="69"/>
                        <a:pt x="7" y="75"/>
                      </a:cubicBezTo>
                      <a:cubicBezTo>
                        <a:pt x="7" y="78"/>
                        <a:pt x="7" y="83"/>
                        <a:pt x="7" y="87"/>
                      </a:cubicBezTo>
                      <a:cubicBezTo>
                        <a:pt x="7" y="87"/>
                        <a:pt x="7" y="87"/>
                        <a:pt x="7" y="87"/>
                      </a:cubicBezTo>
                      <a:cubicBezTo>
                        <a:pt x="13" y="92"/>
                        <a:pt x="13" y="92"/>
                        <a:pt x="13" y="92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81"/>
                        <a:pt x="23" y="98"/>
                        <a:pt x="40" y="97"/>
                      </a:cubicBezTo>
                      <a:cubicBezTo>
                        <a:pt x="57" y="96"/>
                        <a:pt x="81" y="94"/>
                        <a:pt x="81" y="94"/>
                      </a:cubicBezTo>
                      <a:cubicBezTo>
                        <a:pt x="87" y="78"/>
                        <a:pt x="87" y="78"/>
                        <a:pt x="87" y="78"/>
                      </a:cubicBezTo>
                      <a:cubicBezTo>
                        <a:pt x="111" y="81"/>
                        <a:pt x="111" y="81"/>
                        <a:pt x="111" y="81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8" y="73"/>
                        <a:pt x="141" y="72"/>
                        <a:pt x="144" y="69"/>
                      </a:cubicBezTo>
                      <a:cubicBezTo>
                        <a:pt x="147" y="66"/>
                        <a:pt x="155" y="53"/>
                        <a:pt x="155" y="53"/>
                      </a:cubicBezTo>
                      <a:cubicBezTo>
                        <a:pt x="171" y="53"/>
                        <a:pt x="171" y="53"/>
                        <a:pt x="171" y="53"/>
                      </a:cubicBezTo>
                      <a:cubicBezTo>
                        <a:pt x="174" y="63"/>
                        <a:pt x="174" y="63"/>
                        <a:pt x="174" y="63"/>
                      </a:cubicBezTo>
                      <a:cubicBezTo>
                        <a:pt x="183" y="64"/>
                        <a:pt x="183" y="64"/>
                        <a:pt x="183" y="64"/>
                      </a:cubicBezTo>
                      <a:cubicBezTo>
                        <a:pt x="183" y="64"/>
                        <a:pt x="183" y="53"/>
                        <a:pt x="188" y="53"/>
                      </a:cubicBezTo>
                      <a:cubicBezTo>
                        <a:pt x="193" y="53"/>
                        <a:pt x="194" y="63"/>
                        <a:pt x="194" y="63"/>
                      </a:cubicBezTo>
                      <a:cubicBezTo>
                        <a:pt x="194" y="63"/>
                        <a:pt x="215" y="57"/>
                        <a:pt x="223" y="59"/>
                      </a:cubicBezTo>
                      <a:cubicBezTo>
                        <a:pt x="223" y="59"/>
                        <a:pt x="223" y="59"/>
                        <a:pt x="223" y="59"/>
                      </a:cubicBezTo>
                      <a:cubicBezTo>
                        <a:pt x="224" y="51"/>
                        <a:pt x="224" y="51"/>
                        <a:pt x="224" y="51"/>
                      </a:cubicBezTo>
                      <a:cubicBezTo>
                        <a:pt x="224" y="51"/>
                        <a:pt x="232" y="49"/>
                        <a:pt x="234" y="43"/>
                      </a:cubicBezTo>
                      <a:cubicBezTo>
                        <a:pt x="236" y="37"/>
                        <a:pt x="237" y="30"/>
                        <a:pt x="237" y="30"/>
                      </a:cubicBezTo>
                      <a:cubicBezTo>
                        <a:pt x="237" y="30"/>
                        <a:pt x="239" y="23"/>
                        <a:pt x="233" y="2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8" name="Freeform 254"/>
                <p:cNvSpPr>
                  <a:spLocks/>
                </p:cNvSpPr>
                <p:nvPr/>
              </p:nvSpPr>
              <p:spPr bwMode="gray">
                <a:xfrm>
                  <a:off x="-4732" y="-16129"/>
                  <a:ext cx="676" cy="350"/>
                </a:xfrm>
                <a:custGeom>
                  <a:avLst/>
                  <a:gdLst>
                    <a:gd name="T0" fmla="*/ 31 w 286"/>
                    <a:gd name="T1" fmla="*/ 43 h 148"/>
                    <a:gd name="T2" fmla="*/ 16 w 286"/>
                    <a:gd name="T3" fmla="*/ 43 h 148"/>
                    <a:gd name="T4" fmla="*/ 15 w 286"/>
                    <a:gd name="T5" fmla="*/ 52 h 148"/>
                    <a:gd name="T6" fmla="*/ 23 w 286"/>
                    <a:gd name="T7" fmla="*/ 53 h 148"/>
                    <a:gd name="T8" fmla="*/ 15 w 286"/>
                    <a:gd name="T9" fmla="*/ 65 h 148"/>
                    <a:gd name="T10" fmla="*/ 15 w 286"/>
                    <a:gd name="T11" fmla="*/ 79 h 148"/>
                    <a:gd name="T12" fmla="*/ 2 w 286"/>
                    <a:gd name="T13" fmla="*/ 81 h 148"/>
                    <a:gd name="T14" fmla="*/ 0 w 286"/>
                    <a:gd name="T15" fmla="*/ 85 h 148"/>
                    <a:gd name="T16" fmla="*/ 7 w 286"/>
                    <a:gd name="T17" fmla="*/ 90 h 148"/>
                    <a:gd name="T18" fmla="*/ 10 w 286"/>
                    <a:gd name="T19" fmla="*/ 100 h 148"/>
                    <a:gd name="T20" fmla="*/ 20 w 286"/>
                    <a:gd name="T21" fmla="*/ 107 h 148"/>
                    <a:gd name="T22" fmla="*/ 34 w 286"/>
                    <a:gd name="T23" fmla="*/ 120 h 148"/>
                    <a:gd name="T24" fmla="*/ 54 w 286"/>
                    <a:gd name="T25" fmla="*/ 137 h 148"/>
                    <a:gd name="T26" fmla="*/ 63 w 286"/>
                    <a:gd name="T27" fmla="*/ 141 h 148"/>
                    <a:gd name="T28" fmla="*/ 75 w 286"/>
                    <a:gd name="T29" fmla="*/ 141 h 148"/>
                    <a:gd name="T30" fmla="*/ 78 w 286"/>
                    <a:gd name="T31" fmla="*/ 148 h 148"/>
                    <a:gd name="T32" fmla="*/ 106 w 286"/>
                    <a:gd name="T33" fmla="*/ 145 h 148"/>
                    <a:gd name="T34" fmla="*/ 112 w 286"/>
                    <a:gd name="T35" fmla="*/ 139 h 148"/>
                    <a:gd name="T36" fmla="*/ 115 w 286"/>
                    <a:gd name="T37" fmla="*/ 140 h 148"/>
                    <a:gd name="T38" fmla="*/ 118 w 286"/>
                    <a:gd name="T39" fmla="*/ 136 h 148"/>
                    <a:gd name="T40" fmla="*/ 133 w 286"/>
                    <a:gd name="T41" fmla="*/ 136 h 148"/>
                    <a:gd name="T42" fmla="*/ 145 w 286"/>
                    <a:gd name="T43" fmla="*/ 125 h 148"/>
                    <a:gd name="T44" fmla="*/ 163 w 286"/>
                    <a:gd name="T45" fmla="*/ 125 h 148"/>
                    <a:gd name="T46" fmla="*/ 176 w 286"/>
                    <a:gd name="T47" fmla="*/ 131 h 148"/>
                    <a:gd name="T48" fmla="*/ 192 w 286"/>
                    <a:gd name="T49" fmla="*/ 127 h 148"/>
                    <a:gd name="T50" fmla="*/ 194 w 286"/>
                    <a:gd name="T51" fmla="*/ 118 h 148"/>
                    <a:gd name="T52" fmla="*/ 205 w 286"/>
                    <a:gd name="T53" fmla="*/ 120 h 148"/>
                    <a:gd name="T54" fmla="*/ 221 w 286"/>
                    <a:gd name="T55" fmla="*/ 110 h 148"/>
                    <a:gd name="T56" fmla="*/ 222 w 286"/>
                    <a:gd name="T57" fmla="*/ 96 h 148"/>
                    <a:gd name="T58" fmla="*/ 238 w 286"/>
                    <a:gd name="T59" fmla="*/ 83 h 148"/>
                    <a:gd name="T60" fmla="*/ 245 w 286"/>
                    <a:gd name="T61" fmla="*/ 66 h 148"/>
                    <a:gd name="T62" fmla="*/ 246 w 286"/>
                    <a:gd name="T63" fmla="*/ 48 h 148"/>
                    <a:gd name="T64" fmla="*/ 266 w 286"/>
                    <a:gd name="T65" fmla="*/ 41 h 148"/>
                    <a:gd name="T66" fmla="*/ 286 w 286"/>
                    <a:gd name="T67" fmla="*/ 27 h 148"/>
                    <a:gd name="T68" fmla="*/ 264 w 286"/>
                    <a:gd name="T69" fmla="*/ 19 h 148"/>
                    <a:gd name="T70" fmla="*/ 248 w 286"/>
                    <a:gd name="T71" fmla="*/ 6 h 148"/>
                    <a:gd name="T72" fmla="*/ 219 w 286"/>
                    <a:gd name="T73" fmla="*/ 10 h 148"/>
                    <a:gd name="T74" fmla="*/ 213 w 286"/>
                    <a:gd name="T75" fmla="*/ 0 h 148"/>
                    <a:gd name="T76" fmla="*/ 208 w 286"/>
                    <a:gd name="T77" fmla="*/ 11 h 148"/>
                    <a:gd name="T78" fmla="*/ 199 w 286"/>
                    <a:gd name="T79" fmla="*/ 10 h 148"/>
                    <a:gd name="T80" fmla="*/ 196 w 286"/>
                    <a:gd name="T81" fmla="*/ 0 h 148"/>
                    <a:gd name="T82" fmla="*/ 180 w 286"/>
                    <a:gd name="T83" fmla="*/ 0 h 148"/>
                    <a:gd name="T84" fmla="*/ 169 w 286"/>
                    <a:gd name="T85" fmla="*/ 16 h 148"/>
                    <a:gd name="T86" fmla="*/ 143 w 286"/>
                    <a:gd name="T87" fmla="*/ 20 h 148"/>
                    <a:gd name="T88" fmla="*/ 136 w 286"/>
                    <a:gd name="T89" fmla="*/ 28 h 148"/>
                    <a:gd name="T90" fmla="*/ 112 w 286"/>
                    <a:gd name="T91" fmla="*/ 25 h 148"/>
                    <a:gd name="T92" fmla="*/ 106 w 286"/>
                    <a:gd name="T93" fmla="*/ 41 h 148"/>
                    <a:gd name="T94" fmla="*/ 65 w 286"/>
                    <a:gd name="T95" fmla="*/ 44 h 148"/>
                    <a:gd name="T96" fmla="*/ 45 w 286"/>
                    <a:gd name="T97" fmla="*/ 28 h 148"/>
                    <a:gd name="T98" fmla="*/ 38 w 286"/>
                    <a:gd name="T99" fmla="*/ 39 h 148"/>
                    <a:gd name="T100" fmla="*/ 32 w 286"/>
                    <a:gd name="T101" fmla="*/ 34 h 148"/>
                    <a:gd name="T102" fmla="*/ 31 w 286"/>
                    <a:gd name="T103" fmla="*/ 4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86" h="148">
                      <a:moveTo>
                        <a:pt x="31" y="43"/>
                      </a:move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5" y="52"/>
                        <a:pt x="15" y="52"/>
                        <a:pt x="15" y="52"/>
                      </a:cubicBezTo>
                      <a:cubicBezTo>
                        <a:pt x="23" y="53"/>
                        <a:pt x="23" y="53"/>
                        <a:pt x="23" y="53"/>
                      </a:cubicBez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5" y="79"/>
                        <a:pt x="15" y="79"/>
                        <a:pt x="15" y="79"/>
                      </a:cubicBez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85"/>
                        <a:pt x="0" y="85"/>
                        <a:pt x="0" y="85"/>
                      </a:cubicBezTo>
                      <a:cubicBezTo>
                        <a:pt x="7" y="90"/>
                        <a:pt x="7" y="90"/>
                        <a:pt x="7" y="90"/>
                      </a:cubicBezTo>
                      <a:cubicBezTo>
                        <a:pt x="10" y="100"/>
                        <a:pt x="10" y="100"/>
                        <a:pt x="10" y="100"/>
                      </a:cubicBezTo>
                      <a:cubicBezTo>
                        <a:pt x="20" y="107"/>
                        <a:pt x="20" y="107"/>
                        <a:pt x="20" y="107"/>
                      </a:cubicBezTo>
                      <a:cubicBezTo>
                        <a:pt x="20" y="107"/>
                        <a:pt x="32" y="117"/>
                        <a:pt x="34" y="120"/>
                      </a:cubicBezTo>
                      <a:cubicBezTo>
                        <a:pt x="36" y="123"/>
                        <a:pt x="54" y="137"/>
                        <a:pt x="54" y="137"/>
                      </a:cubicBezTo>
                      <a:cubicBezTo>
                        <a:pt x="63" y="141"/>
                        <a:pt x="63" y="141"/>
                        <a:pt x="63" y="141"/>
                      </a:cubicBezTo>
                      <a:cubicBezTo>
                        <a:pt x="75" y="141"/>
                        <a:pt x="75" y="141"/>
                        <a:pt x="75" y="141"/>
                      </a:cubicBezTo>
                      <a:cubicBezTo>
                        <a:pt x="78" y="148"/>
                        <a:pt x="78" y="148"/>
                        <a:pt x="78" y="148"/>
                      </a:cubicBezTo>
                      <a:cubicBezTo>
                        <a:pt x="106" y="145"/>
                        <a:pt x="106" y="145"/>
                        <a:pt x="106" y="145"/>
                      </a:cubicBezTo>
                      <a:cubicBezTo>
                        <a:pt x="112" y="139"/>
                        <a:pt x="112" y="139"/>
                        <a:pt x="112" y="139"/>
                      </a:cubicBezTo>
                      <a:cubicBezTo>
                        <a:pt x="115" y="140"/>
                        <a:pt x="115" y="140"/>
                        <a:pt x="115" y="140"/>
                      </a:cubicBezTo>
                      <a:cubicBezTo>
                        <a:pt x="118" y="136"/>
                        <a:pt x="118" y="136"/>
                        <a:pt x="118" y="136"/>
                      </a:cubicBezTo>
                      <a:cubicBezTo>
                        <a:pt x="133" y="136"/>
                        <a:pt x="133" y="136"/>
                        <a:pt x="133" y="136"/>
                      </a:cubicBezTo>
                      <a:cubicBezTo>
                        <a:pt x="133" y="136"/>
                        <a:pt x="142" y="131"/>
                        <a:pt x="145" y="125"/>
                      </a:cubicBezTo>
                      <a:cubicBezTo>
                        <a:pt x="148" y="119"/>
                        <a:pt x="163" y="125"/>
                        <a:pt x="163" y="125"/>
                      </a:cubicBezTo>
                      <a:cubicBezTo>
                        <a:pt x="176" y="131"/>
                        <a:pt x="176" y="131"/>
                        <a:pt x="176" y="131"/>
                      </a:cubicBezTo>
                      <a:cubicBezTo>
                        <a:pt x="192" y="127"/>
                        <a:pt x="192" y="127"/>
                        <a:pt x="192" y="127"/>
                      </a:cubicBezTo>
                      <a:cubicBezTo>
                        <a:pt x="194" y="118"/>
                        <a:pt x="194" y="118"/>
                        <a:pt x="194" y="118"/>
                      </a:cubicBezTo>
                      <a:cubicBezTo>
                        <a:pt x="205" y="120"/>
                        <a:pt x="205" y="120"/>
                        <a:pt x="205" y="120"/>
                      </a:cubicBezTo>
                      <a:cubicBezTo>
                        <a:pt x="205" y="120"/>
                        <a:pt x="215" y="116"/>
                        <a:pt x="221" y="110"/>
                      </a:cubicBezTo>
                      <a:cubicBezTo>
                        <a:pt x="227" y="104"/>
                        <a:pt x="222" y="96"/>
                        <a:pt x="222" y="96"/>
                      </a:cubicBezTo>
                      <a:cubicBezTo>
                        <a:pt x="222" y="96"/>
                        <a:pt x="228" y="88"/>
                        <a:pt x="238" y="83"/>
                      </a:cubicBezTo>
                      <a:cubicBezTo>
                        <a:pt x="248" y="78"/>
                        <a:pt x="245" y="66"/>
                        <a:pt x="245" y="66"/>
                      </a:cubicBezTo>
                      <a:cubicBezTo>
                        <a:pt x="245" y="66"/>
                        <a:pt x="245" y="54"/>
                        <a:pt x="246" y="48"/>
                      </a:cubicBezTo>
                      <a:cubicBezTo>
                        <a:pt x="247" y="42"/>
                        <a:pt x="256" y="42"/>
                        <a:pt x="266" y="41"/>
                      </a:cubicBezTo>
                      <a:cubicBezTo>
                        <a:pt x="276" y="40"/>
                        <a:pt x="286" y="27"/>
                        <a:pt x="286" y="27"/>
                      </a:cubicBezTo>
                      <a:cubicBezTo>
                        <a:pt x="286" y="27"/>
                        <a:pt x="270" y="20"/>
                        <a:pt x="264" y="19"/>
                      </a:cubicBezTo>
                      <a:cubicBezTo>
                        <a:pt x="258" y="18"/>
                        <a:pt x="256" y="8"/>
                        <a:pt x="248" y="6"/>
                      </a:cubicBezTo>
                      <a:cubicBezTo>
                        <a:pt x="240" y="4"/>
                        <a:pt x="219" y="10"/>
                        <a:pt x="219" y="10"/>
                      </a:cubicBezTo>
                      <a:cubicBezTo>
                        <a:pt x="219" y="10"/>
                        <a:pt x="218" y="0"/>
                        <a:pt x="213" y="0"/>
                      </a:cubicBezTo>
                      <a:cubicBezTo>
                        <a:pt x="208" y="0"/>
                        <a:pt x="208" y="11"/>
                        <a:pt x="208" y="11"/>
                      </a:cubicBezTo>
                      <a:cubicBezTo>
                        <a:pt x="199" y="10"/>
                        <a:pt x="199" y="10"/>
                        <a:pt x="199" y="10"/>
                      </a:cubicBezTo>
                      <a:cubicBezTo>
                        <a:pt x="196" y="0"/>
                        <a:pt x="196" y="0"/>
                        <a:pt x="196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80" y="0"/>
                        <a:pt x="172" y="13"/>
                        <a:pt x="169" y="16"/>
                      </a:cubicBezTo>
                      <a:cubicBezTo>
                        <a:pt x="166" y="19"/>
                        <a:pt x="143" y="20"/>
                        <a:pt x="143" y="20"/>
                      </a:cubicBezTo>
                      <a:cubicBezTo>
                        <a:pt x="136" y="28"/>
                        <a:pt x="136" y="28"/>
                        <a:pt x="136" y="28"/>
                      </a:cubicBezTo>
                      <a:cubicBezTo>
                        <a:pt x="112" y="25"/>
                        <a:pt x="112" y="25"/>
                        <a:pt x="112" y="25"/>
                      </a:cubicBez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106" y="41"/>
                        <a:pt x="82" y="43"/>
                        <a:pt x="65" y="44"/>
                      </a:cubicBezTo>
                      <a:cubicBezTo>
                        <a:pt x="48" y="45"/>
                        <a:pt x="45" y="28"/>
                        <a:pt x="45" y="28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1" y="39"/>
                        <a:pt x="31" y="43"/>
                        <a:pt x="31" y="4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9" name="Freeform 255"/>
                <p:cNvSpPr>
                  <a:spLocks/>
                </p:cNvSpPr>
                <p:nvPr/>
              </p:nvSpPr>
              <p:spPr bwMode="gray">
                <a:xfrm>
                  <a:off x="-4314" y="-17095"/>
                  <a:ext cx="543" cy="312"/>
                </a:xfrm>
                <a:custGeom>
                  <a:avLst/>
                  <a:gdLst>
                    <a:gd name="T0" fmla="*/ 222 w 230"/>
                    <a:gd name="T1" fmla="*/ 42 h 132"/>
                    <a:gd name="T2" fmla="*/ 210 w 230"/>
                    <a:gd name="T3" fmla="*/ 38 h 132"/>
                    <a:gd name="T4" fmla="*/ 195 w 230"/>
                    <a:gd name="T5" fmla="*/ 30 h 132"/>
                    <a:gd name="T6" fmla="*/ 184 w 230"/>
                    <a:gd name="T7" fmla="*/ 20 h 132"/>
                    <a:gd name="T8" fmla="*/ 157 w 230"/>
                    <a:gd name="T9" fmla="*/ 17 h 132"/>
                    <a:gd name="T10" fmla="*/ 145 w 230"/>
                    <a:gd name="T11" fmla="*/ 4 h 132"/>
                    <a:gd name="T12" fmla="*/ 128 w 230"/>
                    <a:gd name="T13" fmla="*/ 12 h 132"/>
                    <a:gd name="T14" fmla="*/ 113 w 230"/>
                    <a:gd name="T15" fmla="*/ 8 h 132"/>
                    <a:gd name="T16" fmla="*/ 104 w 230"/>
                    <a:gd name="T17" fmla="*/ 13 h 132"/>
                    <a:gd name="T18" fmla="*/ 81 w 230"/>
                    <a:gd name="T19" fmla="*/ 7 h 132"/>
                    <a:gd name="T20" fmla="*/ 73 w 230"/>
                    <a:gd name="T21" fmla="*/ 9 h 132"/>
                    <a:gd name="T22" fmla="*/ 60 w 230"/>
                    <a:gd name="T23" fmla="*/ 2 h 132"/>
                    <a:gd name="T24" fmla="*/ 46 w 230"/>
                    <a:gd name="T25" fmla="*/ 5 h 132"/>
                    <a:gd name="T26" fmla="*/ 13 w 230"/>
                    <a:gd name="T27" fmla="*/ 11 h 132"/>
                    <a:gd name="T28" fmla="*/ 0 w 230"/>
                    <a:gd name="T29" fmla="*/ 16 h 132"/>
                    <a:gd name="T30" fmla="*/ 1 w 230"/>
                    <a:gd name="T31" fmla="*/ 23 h 132"/>
                    <a:gd name="T32" fmla="*/ 11 w 230"/>
                    <a:gd name="T33" fmla="*/ 60 h 132"/>
                    <a:gd name="T34" fmla="*/ 14 w 230"/>
                    <a:gd name="T35" fmla="*/ 64 h 132"/>
                    <a:gd name="T36" fmla="*/ 19 w 230"/>
                    <a:gd name="T37" fmla="*/ 64 h 132"/>
                    <a:gd name="T38" fmla="*/ 22 w 230"/>
                    <a:gd name="T39" fmla="*/ 70 h 132"/>
                    <a:gd name="T40" fmla="*/ 30 w 230"/>
                    <a:gd name="T41" fmla="*/ 69 h 132"/>
                    <a:gd name="T42" fmla="*/ 32 w 230"/>
                    <a:gd name="T43" fmla="*/ 75 h 132"/>
                    <a:gd name="T44" fmla="*/ 64 w 230"/>
                    <a:gd name="T45" fmla="*/ 71 h 132"/>
                    <a:gd name="T46" fmla="*/ 74 w 230"/>
                    <a:gd name="T47" fmla="*/ 86 h 132"/>
                    <a:gd name="T48" fmla="*/ 65 w 230"/>
                    <a:gd name="T49" fmla="*/ 98 h 132"/>
                    <a:gd name="T50" fmla="*/ 70 w 230"/>
                    <a:gd name="T51" fmla="*/ 108 h 132"/>
                    <a:gd name="T52" fmla="*/ 74 w 230"/>
                    <a:gd name="T53" fmla="*/ 108 h 132"/>
                    <a:gd name="T54" fmla="*/ 103 w 230"/>
                    <a:gd name="T55" fmla="*/ 119 h 132"/>
                    <a:gd name="T56" fmla="*/ 103 w 230"/>
                    <a:gd name="T57" fmla="*/ 132 h 132"/>
                    <a:gd name="T58" fmla="*/ 127 w 230"/>
                    <a:gd name="T59" fmla="*/ 127 h 132"/>
                    <a:gd name="T60" fmla="*/ 137 w 230"/>
                    <a:gd name="T61" fmla="*/ 132 h 132"/>
                    <a:gd name="T62" fmla="*/ 155 w 230"/>
                    <a:gd name="T63" fmla="*/ 132 h 132"/>
                    <a:gd name="T64" fmla="*/ 157 w 230"/>
                    <a:gd name="T65" fmla="*/ 122 h 132"/>
                    <a:gd name="T66" fmla="*/ 165 w 230"/>
                    <a:gd name="T67" fmla="*/ 130 h 132"/>
                    <a:gd name="T68" fmla="*/ 169 w 230"/>
                    <a:gd name="T69" fmla="*/ 122 h 132"/>
                    <a:gd name="T70" fmla="*/ 187 w 230"/>
                    <a:gd name="T71" fmla="*/ 115 h 132"/>
                    <a:gd name="T72" fmla="*/ 193 w 230"/>
                    <a:gd name="T73" fmla="*/ 123 h 132"/>
                    <a:gd name="T74" fmla="*/ 188 w 230"/>
                    <a:gd name="T75" fmla="*/ 103 h 132"/>
                    <a:gd name="T76" fmla="*/ 195 w 230"/>
                    <a:gd name="T77" fmla="*/ 96 h 132"/>
                    <a:gd name="T78" fmla="*/ 193 w 230"/>
                    <a:gd name="T79" fmla="*/ 81 h 132"/>
                    <a:gd name="T80" fmla="*/ 208 w 230"/>
                    <a:gd name="T81" fmla="*/ 79 h 132"/>
                    <a:gd name="T82" fmla="*/ 204 w 230"/>
                    <a:gd name="T83" fmla="*/ 66 h 132"/>
                    <a:gd name="T84" fmla="*/ 217 w 230"/>
                    <a:gd name="T85" fmla="*/ 71 h 132"/>
                    <a:gd name="T86" fmla="*/ 230 w 230"/>
                    <a:gd name="T87" fmla="*/ 65 h 132"/>
                    <a:gd name="T88" fmla="*/ 216 w 230"/>
                    <a:gd name="T89" fmla="*/ 50 h 132"/>
                    <a:gd name="T90" fmla="*/ 222 w 230"/>
                    <a:gd name="T91" fmla="*/ 42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30" h="132">
                      <a:moveTo>
                        <a:pt x="222" y="42"/>
                      </a:moveTo>
                      <a:cubicBezTo>
                        <a:pt x="210" y="38"/>
                        <a:pt x="210" y="38"/>
                        <a:pt x="210" y="38"/>
                      </a:cubicBezTo>
                      <a:cubicBezTo>
                        <a:pt x="195" y="30"/>
                        <a:pt x="195" y="30"/>
                        <a:pt x="195" y="30"/>
                      </a:cubicBezTo>
                      <a:cubicBezTo>
                        <a:pt x="195" y="30"/>
                        <a:pt x="190" y="22"/>
                        <a:pt x="184" y="20"/>
                      </a:cubicBezTo>
                      <a:cubicBezTo>
                        <a:pt x="178" y="18"/>
                        <a:pt x="157" y="17"/>
                        <a:pt x="157" y="17"/>
                      </a:cubicBezTo>
                      <a:cubicBezTo>
                        <a:pt x="157" y="17"/>
                        <a:pt x="151" y="4"/>
                        <a:pt x="145" y="4"/>
                      </a:cubicBezTo>
                      <a:cubicBezTo>
                        <a:pt x="139" y="4"/>
                        <a:pt x="136" y="12"/>
                        <a:pt x="128" y="12"/>
                      </a:cubicBezTo>
                      <a:cubicBezTo>
                        <a:pt x="120" y="12"/>
                        <a:pt x="118" y="8"/>
                        <a:pt x="113" y="8"/>
                      </a:cubicBezTo>
                      <a:cubicBezTo>
                        <a:pt x="108" y="8"/>
                        <a:pt x="104" y="13"/>
                        <a:pt x="104" y="13"/>
                      </a:cubicBezTo>
                      <a:cubicBezTo>
                        <a:pt x="104" y="13"/>
                        <a:pt x="84" y="6"/>
                        <a:pt x="81" y="7"/>
                      </a:cubicBezTo>
                      <a:cubicBezTo>
                        <a:pt x="78" y="8"/>
                        <a:pt x="73" y="9"/>
                        <a:pt x="73" y="9"/>
                      </a:cubicBezTo>
                      <a:cubicBezTo>
                        <a:pt x="73" y="9"/>
                        <a:pt x="66" y="4"/>
                        <a:pt x="60" y="2"/>
                      </a:cubicBezTo>
                      <a:cubicBezTo>
                        <a:pt x="54" y="0"/>
                        <a:pt x="52" y="2"/>
                        <a:pt x="46" y="5"/>
                      </a:cubicBezTo>
                      <a:cubicBezTo>
                        <a:pt x="40" y="8"/>
                        <a:pt x="33" y="8"/>
                        <a:pt x="13" y="11"/>
                      </a:cubicBezTo>
                      <a:cubicBezTo>
                        <a:pt x="7" y="12"/>
                        <a:pt x="3" y="14"/>
                        <a:pt x="0" y="16"/>
                      </a:cubicBezTo>
                      <a:cubicBezTo>
                        <a:pt x="0" y="20"/>
                        <a:pt x="1" y="23"/>
                        <a:pt x="1" y="23"/>
                      </a:cubicBezTo>
                      <a:cubicBezTo>
                        <a:pt x="1" y="23"/>
                        <a:pt x="2" y="58"/>
                        <a:pt x="11" y="60"/>
                      </a:cubicBezTo>
                      <a:cubicBezTo>
                        <a:pt x="13" y="60"/>
                        <a:pt x="14" y="62"/>
                        <a:pt x="14" y="64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22" y="70"/>
                        <a:pt x="22" y="70"/>
                        <a:pt x="22" y="70"/>
                      </a:cubicBezTo>
                      <a:cubicBezTo>
                        <a:pt x="30" y="69"/>
                        <a:pt x="30" y="69"/>
                        <a:pt x="30" y="69"/>
                      </a:cubicBezTo>
                      <a:cubicBezTo>
                        <a:pt x="32" y="75"/>
                        <a:pt x="32" y="75"/>
                        <a:pt x="32" y="75"/>
                      </a:cubicBezTo>
                      <a:cubicBezTo>
                        <a:pt x="32" y="75"/>
                        <a:pt x="56" y="72"/>
                        <a:pt x="64" y="71"/>
                      </a:cubicBezTo>
                      <a:cubicBezTo>
                        <a:pt x="72" y="70"/>
                        <a:pt x="75" y="81"/>
                        <a:pt x="74" y="86"/>
                      </a:cubicBezTo>
                      <a:cubicBezTo>
                        <a:pt x="73" y="91"/>
                        <a:pt x="65" y="98"/>
                        <a:pt x="65" y="98"/>
                      </a:cubicBezTo>
                      <a:cubicBezTo>
                        <a:pt x="70" y="108"/>
                        <a:pt x="70" y="108"/>
                        <a:pt x="70" y="108"/>
                      </a:cubicBezTo>
                      <a:cubicBezTo>
                        <a:pt x="71" y="108"/>
                        <a:pt x="73" y="108"/>
                        <a:pt x="74" y="108"/>
                      </a:cubicBezTo>
                      <a:cubicBezTo>
                        <a:pt x="87" y="110"/>
                        <a:pt x="103" y="119"/>
                        <a:pt x="103" y="119"/>
                      </a:cubicBezTo>
                      <a:cubicBezTo>
                        <a:pt x="103" y="132"/>
                        <a:pt x="103" y="132"/>
                        <a:pt x="103" y="132"/>
                      </a:cubicBezTo>
                      <a:cubicBezTo>
                        <a:pt x="103" y="132"/>
                        <a:pt x="119" y="128"/>
                        <a:pt x="127" y="127"/>
                      </a:cubicBezTo>
                      <a:cubicBezTo>
                        <a:pt x="135" y="126"/>
                        <a:pt x="137" y="132"/>
                        <a:pt x="137" y="132"/>
                      </a:cubicBezTo>
                      <a:cubicBezTo>
                        <a:pt x="155" y="132"/>
                        <a:pt x="155" y="132"/>
                        <a:pt x="155" y="132"/>
                      </a:cubicBezTo>
                      <a:cubicBezTo>
                        <a:pt x="157" y="122"/>
                        <a:pt x="157" y="122"/>
                        <a:pt x="157" y="122"/>
                      </a:cubicBezTo>
                      <a:cubicBezTo>
                        <a:pt x="165" y="130"/>
                        <a:pt x="165" y="130"/>
                        <a:pt x="165" y="130"/>
                      </a:cubicBezTo>
                      <a:cubicBezTo>
                        <a:pt x="169" y="122"/>
                        <a:pt x="169" y="122"/>
                        <a:pt x="169" y="122"/>
                      </a:cubicBezTo>
                      <a:cubicBezTo>
                        <a:pt x="169" y="122"/>
                        <a:pt x="177" y="115"/>
                        <a:pt x="187" y="115"/>
                      </a:cubicBezTo>
                      <a:cubicBezTo>
                        <a:pt x="197" y="115"/>
                        <a:pt x="186" y="124"/>
                        <a:pt x="193" y="123"/>
                      </a:cubicBezTo>
                      <a:cubicBezTo>
                        <a:pt x="200" y="122"/>
                        <a:pt x="193" y="111"/>
                        <a:pt x="188" y="103"/>
                      </a:cubicBezTo>
                      <a:cubicBezTo>
                        <a:pt x="183" y="95"/>
                        <a:pt x="195" y="96"/>
                        <a:pt x="195" y="96"/>
                      </a:cubicBezTo>
                      <a:cubicBezTo>
                        <a:pt x="195" y="96"/>
                        <a:pt x="191" y="88"/>
                        <a:pt x="193" y="81"/>
                      </a:cubicBezTo>
                      <a:cubicBezTo>
                        <a:pt x="195" y="74"/>
                        <a:pt x="208" y="79"/>
                        <a:pt x="208" y="79"/>
                      </a:cubicBezTo>
                      <a:cubicBezTo>
                        <a:pt x="204" y="66"/>
                        <a:pt x="204" y="66"/>
                        <a:pt x="204" y="66"/>
                      </a:cubicBezTo>
                      <a:cubicBezTo>
                        <a:pt x="204" y="66"/>
                        <a:pt x="211" y="71"/>
                        <a:pt x="217" y="71"/>
                      </a:cubicBezTo>
                      <a:cubicBezTo>
                        <a:pt x="223" y="71"/>
                        <a:pt x="230" y="65"/>
                        <a:pt x="230" y="65"/>
                      </a:cubicBezTo>
                      <a:cubicBezTo>
                        <a:pt x="230" y="65"/>
                        <a:pt x="214" y="55"/>
                        <a:pt x="216" y="50"/>
                      </a:cubicBezTo>
                      <a:cubicBezTo>
                        <a:pt x="217" y="48"/>
                        <a:pt x="219" y="45"/>
                        <a:pt x="222" y="4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0" name="Freeform 256"/>
                <p:cNvSpPr>
                  <a:spLocks/>
                </p:cNvSpPr>
                <p:nvPr/>
              </p:nvSpPr>
              <p:spPr bwMode="gray">
                <a:xfrm>
                  <a:off x="-5748" y="-16041"/>
                  <a:ext cx="463" cy="257"/>
                </a:xfrm>
                <a:custGeom>
                  <a:avLst/>
                  <a:gdLst>
                    <a:gd name="T0" fmla="*/ 93 w 196"/>
                    <a:gd name="T1" fmla="*/ 17 h 109"/>
                    <a:gd name="T2" fmla="*/ 81 w 196"/>
                    <a:gd name="T3" fmla="*/ 17 h 109"/>
                    <a:gd name="T4" fmla="*/ 70 w 196"/>
                    <a:gd name="T5" fmla="*/ 15 h 109"/>
                    <a:gd name="T6" fmla="*/ 70 w 196"/>
                    <a:gd name="T7" fmla="*/ 16 h 109"/>
                    <a:gd name="T8" fmla="*/ 65 w 196"/>
                    <a:gd name="T9" fmla="*/ 26 h 109"/>
                    <a:gd name="T10" fmla="*/ 52 w 196"/>
                    <a:gd name="T11" fmla="*/ 19 h 109"/>
                    <a:gd name="T12" fmla="*/ 47 w 196"/>
                    <a:gd name="T13" fmla="*/ 28 h 109"/>
                    <a:gd name="T14" fmla="*/ 36 w 196"/>
                    <a:gd name="T15" fmla="*/ 43 h 109"/>
                    <a:gd name="T16" fmla="*/ 25 w 196"/>
                    <a:gd name="T17" fmla="*/ 43 h 109"/>
                    <a:gd name="T18" fmla="*/ 22 w 196"/>
                    <a:gd name="T19" fmla="*/ 56 h 109"/>
                    <a:gd name="T20" fmla="*/ 4 w 196"/>
                    <a:gd name="T21" fmla="*/ 72 h 109"/>
                    <a:gd name="T22" fmla="*/ 10 w 196"/>
                    <a:gd name="T23" fmla="*/ 80 h 109"/>
                    <a:gd name="T24" fmla="*/ 6 w 196"/>
                    <a:gd name="T25" fmla="*/ 89 h 109"/>
                    <a:gd name="T26" fmla="*/ 24 w 196"/>
                    <a:gd name="T27" fmla="*/ 73 h 109"/>
                    <a:gd name="T28" fmla="*/ 39 w 196"/>
                    <a:gd name="T29" fmla="*/ 75 h 109"/>
                    <a:gd name="T30" fmla="*/ 38 w 196"/>
                    <a:gd name="T31" fmla="*/ 93 h 109"/>
                    <a:gd name="T32" fmla="*/ 45 w 196"/>
                    <a:gd name="T33" fmla="*/ 103 h 109"/>
                    <a:gd name="T34" fmla="*/ 52 w 196"/>
                    <a:gd name="T35" fmla="*/ 103 h 109"/>
                    <a:gd name="T36" fmla="*/ 66 w 196"/>
                    <a:gd name="T37" fmla="*/ 96 h 109"/>
                    <a:gd name="T38" fmla="*/ 86 w 196"/>
                    <a:gd name="T39" fmla="*/ 101 h 109"/>
                    <a:gd name="T40" fmla="*/ 92 w 196"/>
                    <a:gd name="T41" fmla="*/ 81 h 109"/>
                    <a:gd name="T42" fmla="*/ 103 w 196"/>
                    <a:gd name="T43" fmla="*/ 75 h 109"/>
                    <a:gd name="T44" fmla="*/ 111 w 196"/>
                    <a:gd name="T45" fmla="*/ 90 h 109"/>
                    <a:gd name="T46" fmla="*/ 116 w 196"/>
                    <a:gd name="T47" fmla="*/ 91 h 109"/>
                    <a:gd name="T48" fmla="*/ 132 w 196"/>
                    <a:gd name="T49" fmla="*/ 108 h 109"/>
                    <a:gd name="T50" fmla="*/ 133 w 196"/>
                    <a:gd name="T51" fmla="*/ 93 h 109"/>
                    <a:gd name="T52" fmla="*/ 139 w 196"/>
                    <a:gd name="T53" fmla="*/ 87 h 109"/>
                    <a:gd name="T54" fmla="*/ 144 w 196"/>
                    <a:gd name="T55" fmla="*/ 71 h 109"/>
                    <a:gd name="T56" fmla="*/ 150 w 196"/>
                    <a:gd name="T57" fmla="*/ 83 h 109"/>
                    <a:gd name="T58" fmla="*/ 164 w 196"/>
                    <a:gd name="T59" fmla="*/ 80 h 109"/>
                    <a:gd name="T60" fmla="*/ 175 w 196"/>
                    <a:gd name="T61" fmla="*/ 85 h 109"/>
                    <a:gd name="T62" fmla="*/ 180 w 196"/>
                    <a:gd name="T63" fmla="*/ 79 h 109"/>
                    <a:gd name="T64" fmla="*/ 176 w 196"/>
                    <a:gd name="T65" fmla="*/ 66 h 109"/>
                    <a:gd name="T66" fmla="*/ 189 w 196"/>
                    <a:gd name="T67" fmla="*/ 68 h 109"/>
                    <a:gd name="T68" fmla="*/ 191 w 196"/>
                    <a:gd name="T69" fmla="*/ 55 h 109"/>
                    <a:gd name="T70" fmla="*/ 196 w 196"/>
                    <a:gd name="T71" fmla="*/ 54 h 109"/>
                    <a:gd name="T72" fmla="*/ 187 w 196"/>
                    <a:gd name="T73" fmla="*/ 43 h 109"/>
                    <a:gd name="T74" fmla="*/ 171 w 196"/>
                    <a:gd name="T75" fmla="*/ 55 h 109"/>
                    <a:gd name="T76" fmla="*/ 166 w 196"/>
                    <a:gd name="T77" fmla="*/ 43 h 109"/>
                    <a:gd name="T78" fmla="*/ 154 w 196"/>
                    <a:gd name="T79" fmla="*/ 44 h 109"/>
                    <a:gd name="T80" fmla="*/ 146 w 196"/>
                    <a:gd name="T81" fmla="*/ 42 h 109"/>
                    <a:gd name="T82" fmla="*/ 153 w 196"/>
                    <a:gd name="T83" fmla="*/ 29 h 109"/>
                    <a:gd name="T84" fmla="*/ 154 w 196"/>
                    <a:gd name="T85" fmla="*/ 19 h 109"/>
                    <a:gd name="T86" fmla="*/ 150 w 196"/>
                    <a:gd name="T87" fmla="*/ 19 h 109"/>
                    <a:gd name="T88" fmla="*/ 144 w 196"/>
                    <a:gd name="T89" fmla="*/ 11 h 109"/>
                    <a:gd name="T90" fmla="*/ 134 w 196"/>
                    <a:gd name="T91" fmla="*/ 8 h 109"/>
                    <a:gd name="T92" fmla="*/ 125 w 196"/>
                    <a:gd name="T93" fmla="*/ 8 h 109"/>
                    <a:gd name="T94" fmla="*/ 109 w 196"/>
                    <a:gd name="T95" fmla="*/ 1 h 109"/>
                    <a:gd name="T96" fmla="*/ 107 w 196"/>
                    <a:gd name="T97" fmla="*/ 14 h 109"/>
                    <a:gd name="T98" fmla="*/ 103 w 196"/>
                    <a:gd name="T99" fmla="*/ 10 h 109"/>
                    <a:gd name="T100" fmla="*/ 93 w 196"/>
                    <a:gd name="T101" fmla="*/ 1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6" h="109">
                      <a:moveTo>
                        <a:pt x="93" y="17"/>
                      </a:moveTo>
                      <a:cubicBezTo>
                        <a:pt x="81" y="17"/>
                        <a:pt x="81" y="17"/>
                        <a:pt x="81" y="17"/>
                      </a:cubicBezTo>
                      <a:cubicBezTo>
                        <a:pt x="70" y="15"/>
                        <a:pt x="70" y="15"/>
                        <a:pt x="70" y="15"/>
                      </a:cubicBezTo>
                      <a:cubicBezTo>
                        <a:pt x="70" y="16"/>
                        <a:pt x="70" y="16"/>
                        <a:pt x="70" y="1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52" y="19"/>
                        <a:pt x="52" y="19"/>
                        <a:pt x="52" y="1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1" y="37"/>
                        <a:pt x="36" y="43"/>
                      </a:cubicBezTo>
                      <a:cubicBezTo>
                        <a:pt x="31" y="49"/>
                        <a:pt x="25" y="43"/>
                        <a:pt x="25" y="43"/>
                      </a:cubicBezTo>
                      <a:cubicBezTo>
                        <a:pt x="25" y="43"/>
                        <a:pt x="28" y="49"/>
                        <a:pt x="22" y="56"/>
                      </a:cubicBezTo>
                      <a:cubicBezTo>
                        <a:pt x="16" y="63"/>
                        <a:pt x="4" y="72"/>
                        <a:pt x="4" y="72"/>
                      </a:cubicBezTo>
                      <a:cubicBezTo>
                        <a:pt x="10" y="80"/>
                        <a:pt x="10" y="80"/>
                        <a:pt x="10" y="80"/>
                      </a:cubicBezTo>
                      <a:cubicBezTo>
                        <a:pt x="10" y="80"/>
                        <a:pt x="0" y="88"/>
                        <a:pt x="6" y="89"/>
                      </a:cubicBezTo>
                      <a:cubicBezTo>
                        <a:pt x="12" y="90"/>
                        <a:pt x="17" y="77"/>
                        <a:pt x="24" y="73"/>
                      </a:cubicBezTo>
                      <a:cubicBezTo>
                        <a:pt x="31" y="69"/>
                        <a:pt x="39" y="75"/>
                        <a:pt x="39" y="75"/>
                      </a:cubicBezTo>
                      <a:cubicBezTo>
                        <a:pt x="38" y="93"/>
                        <a:pt x="38" y="93"/>
                        <a:pt x="38" y="93"/>
                      </a:cubicBezTo>
                      <a:cubicBezTo>
                        <a:pt x="38" y="93"/>
                        <a:pt x="45" y="99"/>
                        <a:pt x="45" y="103"/>
                      </a:cubicBezTo>
                      <a:cubicBezTo>
                        <a:pt x="52" y="103"/>
                        <a:pt x="52" y="103"/>
                        <a:pt x="52" y="103"/>
                      </a:cubicBezTo>
                      <a:cubicBezTo>
                        <a:pt x="52" y="103"/>
                        <a:pt x="61" y="96"/>
                        <a:pt x="66" y="96"/>
                      </a:cubicBezTo>
                      <a:cubicBezTo>
                        <a:pt x="71" y="96"/>
                        <a:pt x="76" y="109"/>
                        <a:pt x="86" y="101"/>
                      </a:cubicBezTo>
                      <a:cubicBezTo>
                        <a:pt x="96" y="92"/>
                        <a:pt x="92" y="81"/>
                        <a:pt x="92" y="81"/>
                      </a:cubicBezTo>
                      <a:cubicBezTo>
                        <a:pt x="92" y="81"/>
                        <a:pt x="99" y="75"/>
                        <a:pt x="103" y="75"/>
                      </a:cubicBezTo>
                      <a:cubicBezTo>
                        <a:pt x="107" y="75"/>
                        <a:pt x="111" y="90"/>
                        <a:pt x="111" y="90"/>
                      </a:cubicBezTo>
                      <a:cubicBezTo>
                        <a:pt x="116" y="91"/>
                        <a:pt x="116" y="91"/>
                        <a:pt x="116" y="91"/>
                      </a:cubicBezTo>
                      <a:cubicBezTo>
                        <a:pt x="132" y="108"/>
                        <a:pt x="132" y="108"/>
                        <a:pt x="132" y="108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9" y="87"/>
                        <a:pt x="139" y="87"/>
                        <a:pt x="139" y="87"/>
                      </a:cubicBezTo>
                      <a:cubicBezTo>
                        <a:pt x="144" y="71"/>
                        <a:pt x="144" y="71"/>
                        <a:pt x="144" y="71"/>
                      </a:cubicBezTo>
                      <a:cubicBezTo>
                        <a:pt x="150" y="83"/>
                        <a:pt x="150" y="83"/>
                        <a:pt x="150" y="83"/>
                      </a:cubicBezTo>
                      <a:cubicBezTo>
                        <a:pt x="164" y="80"/>
                        <a:pt x="164" y="80"/>
                        <a:pt x="164" y="80"/>
                      </a:cubicBezTo>
                      <a:cubicBezTo>
                        <a:pt x="175" y="85"/>
                        <a:pt x="175" y="85"/>
                        <a:pt x="175" y="85"/>
                      </a:cubicBezTo>
                      <a:cubicBezTo>
                        <a:pt x="180" y="79"/>
                        <a:pt x="180" y="79"/>
                        <a:pt x="180" y="79"/>
                      </a:cubicBezTo>
                      <a:cubicBezTo>
                        <a:pt x="180" y="79"/>
                        <a:pt x="165" y="68"/>
                        <a:pt x="176" y="66"/>
                      </a:cubicBezTo>
                      <a:cubicBezTo>
                        <a:pt x="187" y="64"/>
                        <a:pt x="189" y="68"/>
                        <a:pt x="189" y="68"/>
                      </a:cubicBezTo>
                      <a:cubicBezTo>
                        <a:pt x="191" y="55"/>
                        <a:pt x="191" y="55"/>
                        <a:pt x="191" y="55"/>
                      </a:cubicBezTo>
                      <a:cubicBezTo>
                        <a:pt x="196" y="54"/>
                        <a:pt x="196" y="54"/>
                        <a:pt x="196" y="54"/>
                      </a:cubicBezTo>
                      <a:cubicBezTo>
                        <a:pt x="195" y="50"/>
                        <a:pt x="192" y="44"/>
                        <a:pt x="187" y="43"/>
                      </a:cubicBezTo>
                      <a:cubicBezTo>
                        <a:pt x="176" y="43"/>
                        <a:pt x="178" y="52"/>
                        <a:pt x="171" y="55"/>
                      </a:cubicBezTo>
                      <a:cubicBezTo>
                        <a:pt x="163" y="57"/>
                        <a:pt x="166" y="43"/>
                        <a:pt x="166" y="43"/>
                      </a:cubicBezTo>
                      <a:cubicBezTo>
                        <a:pt x="154" y="44"/>
                        <a:pt x="154" y="44"/>
                        <a:pt x="154" y="44"/>
                      </a:cubicBezTo>
                      <a:cubicBezTo>
                        <a:pt x="154" y="44"/>
                        <a:pt x="150" y="44"/>
                        <a:pt x="146" y="42"/>
                      </a:cubicBezTo>
                      <a:cubicBezTo>
                        <a:pt x="142" y="39"/>
                        <a:pt x="148" y="31"/>
                        <a:pt x="153" y="29"/>
                      </a:cubicBezTo>
                      <a:cubicBezTo>
                        <a:pt x="159" y="27"/>
                        <a:pt x="154" y="19"/>
                        <a:pt x="154" y="19"/>
                      </a:cubicBezTo>
                      <a:cubicBezTo>
                        <a:pt x="150" y="19"/>
                        <a:pt x="150" y="19"/>
                        <a:pt x="150" y="19"/>
                      </a:cubicBezTo>
                      <a:cubicBezTo>
                        <a:pt x="144" y="11"/>
                        <a:pt x="144" y="11"/>
                        <a:pt x="144" y="11"/>
                      </a:cubicBezTo>
                      <a:cubicBezTo>
                        <a:pt x="134" y="8"/>
                        <a:pt x="134" y="8"/>
                        <a:pt x="134" y="8"/>
                      </a:cubicBezTo>
                      <a:cubicBezTo>
                        <a:pt x="125" y="8"/>
                        <a:pt x="125" y="8"/>
                        <a:pt x="125" y="8"/>
                      </a:cubicBezTo>
                      <a:cubicBezTo>
                        <a:pt x="125" y="8"/>
                        <a:pt x="116" y="0"/>
                        <a:pt x="109" y="1"/>
                      </a:cubicBezTo>
                      <a:cubicBezTo>
                        <a:pt x="102" y="2"/>
                        <a:pt x="107" y="14"/>
                        <a:pt x="107" y="14"/>
                      </a:cubicBezTo>
                      <a:cubicBezTo>
                        <a:pt x="103" y="10"/>
                        <a:pt x="103" y="10"/>
                        <a:pt x="103" y="10"/>
                      </a:cubicBezTo>
                      <a:lnTo>
                        <a:pt x="93" y="1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1" name="Freeform 257"/>
                <p:cNvSpPr>
                  <a:spLocks noEditPoints="1"/>
                </p:cNvSpPr>
                <p:nvPr/>
              </p:nvSpPr>
              <p:spPr bwMode="gray">
                <a:xfrm>
                  <a:off x="-5686" y="-15949"/>
                  <a:ext cx="1235" cy="1309"/>
                </a:xfrm>
                <a:custGeom>
                  <a:avLst/>
                  <a:gdLst>
                    <a:gd name="T0" fmla="*/ 341 w 523"/>
                    <a:gd name="T1" fmla="*/ 483 h 554"/>
                    <a:gd name="T2" fmla="*/ 278 w 523"/>
                    <a:gd name="T3" fmla="*/ 485 h 554"/>
                    <a:gd name="T4" fmla="*/ 281 w 523"/>
                    <a:gd name="T5" fmla="*/ 507 h 554"/>
                    <a:gd name="T6" fmla="*/ 330 w 523"/>
                    <a:gd name="T7" fmla="*/ 531 h 554"/>
                    <a:gd name="T8" fmla="*/ 372 w 523"/>
                    <a:gd name="T9" fmla="*/ 513 h 554"/>
                    <a:gd name="T10" fmla="*/ 378 w 523"/>
                    <a:gd name="T11" fmla="*/ 479 h 554"/>
                    <a:gd name="T12" fmla="*/ 68 w 523"/>
                    <a:gd name="T13" fmla="*/ 320 h 554"/>
                    <a:gd name="T14" fmla="*/ 75 w 523"/>
                    <a:gd name="T15" fmla="*/ 381 h 554"/>
                    <a:gd name="T16" fmla="*/ 78 w 523"/>
                    <a:gd name="T17" fmla="*/ 424 h 554"/>
                    <a:gd name="T18" fmla="*/ 103 w 523"/>
                    <a:gd name="T19" fmla="*/ 414 h 554"/>
                    <a:gd name="T20" fmla="*/ 133 w 523"/>
                    <a:gd name="T21" fmla="*/ 388 h 554"/>
                    <a:gd name="T22" fmla="*/ 140 w 523"/>
                    <a:gd name="T23" fmla="*/ 352 h 554"/>
                    <a:gd name="T24" fmla="*/ 481 w 523"/>
                    <a:gd name="T25" fmla="*/ 337 h 554"/>
                    <a:gd name="T26" fmla="*/ 414 w 523"/>
                    <a:gd name="T27" fmla="*/ 281 h 554"/>
                    <a:gd name="T28" fmla="*/ 311 w 523"/>
                    <a:gd name="T29" fmla="*/ 216 h 554"/>
                    <a:gd name="T30" fmla="*/ 249 w 523"/>
                    <a:gd name="T31" fmla="*/ 148 h 554"/>
                    <a:gd name="T32" fmla="*/ 244 w 523"/>
                    <a:gd name="T33" fmla="*/ 92 h 554"/>
                    <a:gd name="T34" fmla="*/ 294 w 523"/>
                    <a:gd name="T35" fmla="*/ 46 h 554"/>
                    <a:gd name="T36" fmla="*/ 265 w 523"/>
                    <a:gd name="T37" fmla="*/ 29 h 554"/>
                    <a:gd name="T38" fmla="*/ 243 w 523"/>
                    <a:gd name="T39" fmla="*/ 16 h 554"/>
                    <a:gd name="T40" fmla="*/ 195 w 523"/>
                    <a:gd name="T41" fmla="*/ 7 h 554"/>
                    <a:gd name="T42" fmla="*/ 165 w 523"/>
                    <a:gd name="T43" fmla="*/ 16 h 554"/>
                    <a:gd name="T44" fmla="*/ 154 w 523"/>
                    <a:gd name="T45" fmla="*/ 40 h 554"/>
                    <a:gd name="T46" fmla="*/ 124 w 523"/>
                    <a:gd name="T47" fmla="*/ 44 h 554"/>
                    <a:gd name="T48" fmla="*/ 107 w 523"/>
                    <a:gd name="T49" fmla="*/ 54 h 554"/>
                    <a:gd name="T50" fmla="*/ 85 w 523"/>
                    <a:gd name="T51" fmla="*/ 51 h 554"/>
                    <a:gd name="T52" fmla="*/ 60 w 523"/>
                    <a:gd name="T53" fmla="*/ 62 h 554"/>
                    <a:gd name="T54" fmla="*/ 19 w 523"/>
                    <a:gd name="T55" fmla="*/ 64 h 554"/>
                    <a:gd name="T56" fmla="*/ 28 w 523"/>
                    <a:gd name="T57" fmla="*/ 93 h 554"/>
                    <a:gd name="T58" fmla="*/ 6 w 523"/>
                    <a:gd name="T59" fmla="*/ 118 h 554"/>
                    <a:gd name="T60" fmla="*/ 12 w 523"/>
                    <a:gd name="T61" fmla="*/ 141 h 554"/>
                    <a:gd name="T62" fmla="*/ 45 w 523"/>
                    <a:gd name="T63" fmla="*/ 160 h 554"/>
                    <a:gd name="T64" fmla="*/ 58 w 523"/>
                    <a:gd name="T65" fmla="*/ 173 h 554"/>
                    <a:gd name="T66" fmla="*/ 160 w 523"/>
                    <a:gd name="T67" fmla="*/ 192 h 554"/>
                    <a:gd name="T68" fmla="*/ 193 w 523"/>
                    <a:gd name="T69" fmla="*/ 236 h 554"/>
                    <a:gd name="T70" fmla="*/ 259 w 523"/>
                    <a:gd name="T71" fmla="*/ 294 h 554"/>
                    <a:gd name="T72" fmla="*/ 325 w 523"/>
                    <a:gd name="T73" fmla="*/ 334 h 554"/>
                    <a:gd name="T74" fmla="*/ 397 w 523"/>
                    <a:gd name="T75" fmla="*/ 373 h 554"/>
                    <a:gd name="T76" fmla="*/ 418 w 523"/>
                    <a:gd name="T77" fmla="*/ 446 h 554"/>
                    <a:gd name="T78" fmla="*/ 395 w 523"/>
                    <a:gd name="T79" fmla="*/ 489 h 554"/>
                    <a:gd name="T80" fmla="*/ 435 w 523"/>
                    <a:gd name="T81" fmla="*/ 466 h 554"/>
                    <a:gd name="T82" fmla="*/ 452 w 523"/>
                    <a:gd name="T83" fmla="*/ 408 h 554"/>
                    <a:gd name="T84" fmla="*/ 468 w 523"/>
                    <a:gd name="T85" fmla="*/ 361 h 554"/>
                    <a:gd name="T86" fmla="*/ 515 w 523"/>
                    <a:gd name="T87" fmla="*/ 363 h 5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3" h="554">
                      <a:moveTo>
                        <a:pt x="378" y="479"/>
                      </a:moveTo>
                      <a:cubicBezTo>
                        <a:pt x="378" y="479"/>
                        <a:pt x="365" y="472"/>
                        <a:pt x="358" y="474"/>
                      </a:cubicBezTo>
                      <a:cubicBezTo>
                        <a:pt x="351" y="476"/>
                        <a:pt x="341" y="483"/>
                        <a:pt x="341" y="483"/>
                      </a:cubicBezTo>
                      <a:cubicBezTo>
                        <a:pt x="341" y="483"/>
                        <a:pt x="322" y="486"/>
                        <a:pt x="314" y="486"/>
                      </a:cubicBezTo>
                      <a:cubicBezTo>
                        <a:pt x="306" y="486"/>
                        <a:pt x="292" y="470"/>
                        <a:pt x="289" y="473"/>
                      </a:cubicBezTo>
                      <a:cubicBezTo>
                        <a:pt x="286" y="476"/>
                        <a:pt x="278" y="485"/>
                        <a:pt x="278" y="485"/>
                      </a:cubicBezTo>
                      <a:cubicBezTo>
                        <a:pt x="265" y="477"/>
                        <a:pt x="265" y="477"/>
                        <a:pt x="265" y="477"/>
                      </a:cubicBezTo>
                      <a:cubicBezTo>
                        <a:pt x="265" y="477"/>
                        <a:pt x="245" y="482"/>
                        <a:pt x="253" y="494"/>
                      </a:cubicBezTo>
                      <a:cubicBezTo>
                        <a:pt x="264" y="510"/>
                        <a:pt x="276" y="505"/>
                        <a:pt x="281" y="507"/>
                      </a:cubicBezTo>
                      <a:cubicBezTo>
                        <a:pt x="286" y="509"/>
                        <a:pt x="291" y="517"/>
                        <a:pt x="293" y="521"/>
                      </a:cubicBezTo>
                      <a:cubicBezTo>
                        <a:pt x="295" y="525"/>
                        <a:pt x="317" y="535"/>
                        <a:pt x="317" y="535"/>
                      </a:cubicBezTo>
                      <a:cubicBezTo>
                        <a:pt x="330" y="531"/>
                        <a:pt x="330" y="531"/>
                        <a:pt x="330" y="531"/>
                      </a:cubicBezTo>
                      <a:cubicBezTo>
                        <a:pt x="330" y="531"/>
                        <a:pt x="344" y="552"/>
                        <a:pt x="363" y="553"/>
                      </a:cubicBezTo>
                      <a:cubicBezTo>
                        <a:pt x="382" y="554"/>
                        <a:pt x="377" y="537"/>
                        <a:pt x="377" y="537"/>
                      </a:cubicBezTo>
                      <a:cubicBezTo>
                        <a:pt x="377" y="537"/>
                        <a:pt x="372" y="520"/>
                        <a:pt x="372" y="513"/>
                      </a:cubicBezTo>
                      <a:cubicBezTo>
                        <a:pt x="372" y="506"/>
                        <a:pt x="377" y="496"/>
                        <a:pt x="383" y="491"/>
                      </a:cubicBezTo>
                      <a:cubicBezTo>
                        <a:pt x="389" y="486"/>
                        <a:pt x="383" y="469"/>
                        <a:pt x="383" y="469"/>
                      </a:cubicBezTo>
                      <a:lnTo>
                        <a:pt x="378" y="479"/>
                      </a:lnTo>
                      <a:close/>
                      <a:moveTo>
                        <a:pt x="119" y="312"/>
                      </a:moveTo>
                      <a:cubicBezTo>
                        <a:pt x="107" y="311"/>
                        <a:pt x="95" y="332"/>
                        <a:pt x="87" y="332"/>
                      </a:cubicBezTo>
                      <a:cubicBezTo>
                        <a:pt x="79" y="332"/>
                        <a:pt x="68" y="320"/>
                        <a:pt x="68" y="320"/>
                      </a:cubicBezTo>
                      <a:cubicBezTo>
                        <a:pt x="64" y="331"/>
                        <a:pt x="64" y="331"/>
                        <a:pt x="64" y="331"/>
                      </a:cubicBezTo>
                      <a:cubicBezTo>
                        <a:pt x="64" y="331"/>
                        <a:pt x="79" y="344"/>
                        <a:pt x="79" y="354"/>
                      </a:cubicBezTo>
                      <a:cubicBezTo>
                        <a:pt x="79" y="364"/>
                        <a:pt x="75" y="381"/>
                        <a:pt x="75" y="381"/>
                      </a:cubicBezTo>
                      <a:cubicBezTo>
                        <a:pt x="81" y="388"/>
                        <a:pt x="81" y="388"/>
                        <a:pt x="81" y="388"/>
                      </a:cubicBezTo>
                      <a:cubicBezTo>
                        <a:pt x="73" y="393"/>
                        <a:pt x="73" y="393"/>
                        <a:pt x="73" y="393"/>
                      </a:cubicBezTo>
                      <a:cubicBezTo>
                        <a:pt x="78" y="424"/>
                        <a:pt x="78" y="424"/>
                        <a:pt x="78" y="424"/>
                      </a:cubicBezTo>
                      <a:cubicBezTo>
                        <a:pt x="69" y="424"/>
                        <a:pt x="69" y="424"/>
                        <a:pt x="69" y="424"/>
                      </a:cubicBezTo>
                      <a:cubicBezTo>
                        <a:pt x="82" y="435"/>
                        <a:pt x="82" y="435"/>
                        <a:pt x="82" y="435"/>
                      </a:cubicBezTo>
                      <a:cubicBezTo>
                        <a:pt x="98" y="435"/>
                        <a:pt x="103" y="414"/>
                        <a:pt x="103" y="414"/>
                      </a:cubicBezTo>
                      <a:cubicBezTo>
                        <a:pt x="103" y="414"/>
                        <a:pt x="115" y="430"/>
                        <a:pt x="124" y="423"/>
                      </a:cubicBezTo>
                      <a:cubicBezTo>
                        <a:pt x="133" y="416"/>
                        <a:pt x="129" y="398"/>
                        <a:pt x="129" y="398"/>
                      </a:cubicBezTo>
                      <a:cubicBezTo>
                        <a:pt x="133" y="388"/>
                        <a:pt x="133" y="388"/>
                        <a:pt x="133" y="388"/>
                      </a:cubicBezTo>
                      <a:cubicBezTo>
                        <a:pt x="133" y="371"/>
                        <a:pt x="133" y="371"/>
                        <a:pt x="133" y="371"/>
                      </a:cubicBezTo>
                      <a:cubicBezTo>
                        <a:pt x="133" y="371"/>
                        <a:pt x="127" y="369"/>
                        <a:pt x="128" y="364"/>
                      </a:cubicBezTo>
                      <a:cubicBezTo>
                        <a:pt x="129" y="359"/>
                        <a:pt x="140" y="359"/>
                        <a:pt x="140" y="352"/>
                      </a:cubicBezTo>
                      <a:cubicBezTo>
                        <a:pt x="140" y="345"/>
                        <a:pt x="131" y="313"/>
                        <a:pt x="119" y="312"/>
                      </a:cubicBezTo>
                      <a:close/>
                      <a:moveTo>
                        <a:pt x="515" y="363"/>
                      </a:moveTo>
                      <a:cubicBezTo>
                        <a:pt x="507" y="354"/>
                        <a:pt x="481" y="337"/>
                        <a:pt x="481" y="337"/>
                      </a:cubicBezTo>
                      <a:cubicBezTo>
                        <a:pt x="451" y="321"/>
                        <a:pt x="451" y="321"/>
                        <a:pt x="451" y="321"/>
                      </a:cubicBezTo>
                      <a:cubicBezTo>
                        <a:pt x="451" y="321"/>
                        <a:pt x="398" y="308"/>
                        <a:pt x="402" y="299"/>
                      </a:cubicBezTo>
                      <a:cubicBezTo>
                        <a:pt x="406" y="290"/>
                        <a:pt x="415" y="289"/>
                        <a:pt x="414" y="281"/>
                      </a:cubicBezTo>
                      <a:cubicBezTo>
                        <a:pt x="413" y="273"/>
                        <a:pt x="365" y="271"/>
                        <a:pt x="365" y="271"/>
                      </a:cubicBezTo>
                      <a:cubicBezTo>
                        <a:pt x="365" y="271"/>
                        <a:pt x="351" y="266"/>
                        <a:pt x="334" y="249"/>
                      </a:cubicBezTo>
                      <a:cubicBezTo>
                        <a:pt x="317" y="232"/>
                        <a:pt x="311" y="216"/>
                        <a:pt x="311" y="216"/>
                      </a:cubicBezTo>
                      <a:cubicBezTo>
                        <a:pt x="311" y="216"/>
                        <a:pt x="306" y="192"/>
                        <a:pt x="296" y="186"/>
                      </a:cubicBezTo>
                      <a:cubicBezTo>
                        <a:pt x="286" y="180"/>
                        <a:pt x="275" y="170"/>
                        <a:pt x="275" y="170"/>
                      </a:cubicBezTo>
                      <a:cubicBezTo>
                        <a:pt x="249" y="148"/>
                        <a:pt x="249" y="148"/>
                        <a:pt x="249" y="148"/>
                      </a:cubicBezTo>
                      <a:cubicBezTo>
                        <a:pt x="249" y="148"/>
                        <a:pt x="235" y="126"/>
                        <a:pt x="240" y="124"/>
                      </a:cubicBezTo>
                      <a:cubicBezTo>
                        <a:pt x="245" y="122"/>
                        <a:pt x="253" y="120"/>
                        <a:pt x="253" y="115"/>
                      </a:cubicBezTo>
                      <a:cubicBezTo>
                        <a:pt x="253" y="110"/>
                        <a:pt x="236" y="101"/>
                        <a:pt x="244" y="92"/>
                      </a:cubicBezTo>
                      <a:cubicBezTo>
                        <a:pt x="252" y="83"/>
                        <a:pt x="275" y="77"/>
                        <a:pt x="275" y="77"/>
                      </a:cubicBezTo>
                      <a:cubicBezTo>
                        <a:pt x="289" y="71"/>
                        <a:pt x="289" y="71"/>
                        <a:pt x="289" y="71"/>
                      </a:cubicBezTo>
                      <a:cubicBezTo>
                        <a:pt x="294" y="46"/>
                        <a:pt x="294" y="46"/>
                        <a:pt x="294" y="46"/>
                      </a:cubicBezTo>
                      <a:cubicBezTo>
                        <a:pt x="286" y="43"/>
                        <a:pt x="286" y="43"/>
                        <a:pt x="286" y="43"/>
                      </a:cubicBezTo>
                      <a:cubicBezTo>
                        <a:pt x="286" y="43"/>
                        <a:pt x="294" y="36"/>
                        <a:pt x="291" y="30"/>
                      </a:cubicBezTo>
                      <a:cubicBezTo>
                        <a:pt x="288" y="25"/>
                        <a:pt x="265" y="29"/>
                        <a:pt x="265" y="29"/>
                      </a:cubicBezTo>
                      <a:cubicBezTo>
                        <a:pt x="253" y="29"/>
                        <a:pt x="253" y="29"/>
                        <a:pt x="253" y="29"/>
                      </a:cubicBezTo>
                      <a:cubicBezTo>
                        <a:pt x="248" y="16"/>
                        <a:pt x="248" y="16"/>
                        <a:pt x="248" y="16"/>
                      </a:cubicBezTo>
                      <a:cubicBezTo>
                        <a:pt x="243" y="16"/>
                        <a:pt x="243" y="16"/>
                        <a:pt x="243" y="16"/>
                      </a:cubicBezTo>
                      <a:cubicBezTo>
                        <a:pt x="243" y="16"/>
                        <a:pt x="242" y="2"/>
                        <a:pt x="233" y="1"/>
                      </a:cubicBezTo>
                      <a:cubicBezTo>
                        <a:pt x="223" y="0"/>
                        <a:pt x="221" y="9"/>
                        <a:pt x="221" y="9"/>
                      </a:cubicBezTo>
                      <a:cubicBezTo>
                        <a:pt x="195" y="7"/>
                        <a:pt x="195" y="7"/>
                        <a:pt x="195" y="7"/>
                      </a:cubicBezTo>
                      <a:cubicBezTo>
                        <a:pt x="185" y="19"/>
                        <a:pt x="185" y="19"/>
                        <a:pt x="185" y="19"/>
                      </a:cubicBezTo>
                      <a:cubicBezTo>
                        <a:pt x="179" y="15"/>
                        <a:pt x="179" y="15"/>
                        <a:pt x="179" y="15"/>
                      </a:cubicBezTo>
                      <a:cubicBezTo>
                        <a:pt x="165" y="16"/>
                        <a:pt x="165" y="16"/>
                        <a:pt x="165" y="16"/>
                      </a:cubicBezTo>
                      <a:cubicBezTo>
                        <a:pt x="163" y="29"/>
                        <a:pt x="163" y="29"/>
                        <a:pt x="163" y="29"/>
                      </a:cubicBezTo>
                      <a:cubicBezTo>
                        <a:pt x="163" y="29"/>
                        <a:pt x="161" y="25"/>
                        <a:pt x="150" y="27"/>
                      </a:cubicBezTo>
                      <a:cubicBezTo>
                        <a:pt x="139" y="29"/>
                        <a:pt x="154" y="40"/>
                        <a:pt x="154" y="40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38" y="41"/>
                        <a:pt x="138" y="41"/>
                        <a:pt x="138" y="41"/>
                      </a:cubicBezTo>
                      <a:cubicBezTo>
                        <a:pt x="124" y="44"/>
                        <a:pt x="124" y="44"/>
                        <a:pt x="124" y="44"/>
                      </a:cubicBezTo>
                      <a:cubicBezTo>
                        <a:pt x="118" y="32"/>
                        <a:pt x="118" y="32"/>
                        <a:pt x="118" y="32"/>
                      </a:cubicBezTo>
                      <a:cubicBezTo>
                        <a:pt x="113" y="48"/>
                        <a:pt x="113" y="48"/>
                        <a:pt x="113" y="48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6" y="69"/>
                        <a:pt x="106" y="69"/>
                        <a:pt x="106" y="69"/>
                      </a:cubicBezTo>
                      <a:cubicBezTo>
                        <a:pt x="90" y="52"/>
                        <a:pt x="90" y="52"/>
                        <a:pt x="90" y="52"/>
                      </a:cubicBezTo>
                      <a:cubicBezTo>
                        <a:pt x="85" y="51"/>
                        <a:pt x="85" y="51"/>
                        <a:pt x="85" y="51"/>
                      </a:cubicBezTo>
                      <a:cubicBezTo>
                        <a:pt x="85" y="51"/>
                        <a:pt x="81" y="36"/>
                        <a:pt x="77" y="36"/>
                      </a:cubicBezTo>
                      <a:cubicBezTo>
                        <a:pt x="73" y="36"/>
                        <a:pt x="66" y="42"/>
                        <a:pt x="66" y="42"/>
                      </a:cubicBezTo>
                      <a:cubicBezTo>
                        <a:pt x="66" y="42"/>
                        <a:pt x="70" y="53"/>
                        <a:pt x="60" y="62"/>
                      </a:cubicBezTo>
                      <a:cubicBezTo>
                        <a:pt x="50" y="70"/>
                        <a:pt x="45" y="57"/>
                        <a:pt x="40" y="57"/>
                      </a:cubicBezTo>
                      <a:cubicBezTo>
                        <a:pt x="35" y="57"/>
                        <a:pt x="26" y="64"/>
                        <a:pt x="26" y="64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9" y="68"/>
                        <a:pt x="9" y="72"/>
                        <a:pt x="9" y="72"/>
                      </a:cubicBezTo>
                      <a:cubicBezTo>
                        <a:pt x="17" y="80"/>
                        <a:pt x="17" y="80"/>
                        <a:pt x="17" y="80"/>
                      </a:cubicBezTo>
                      <a:cubicBezTo>
                        <a:pt x="17" y="80"/>
                        <a:pt x="28" y="84"/>
                        <a:pt x="28" y="93"/>
                      </a:cubicBezTo>
                      <a:cubicBezTo>
                        <a:pt x="28" y="102"/>
                        <a:pt x="9" y="103"/>
                        <a:pt x="9" y="103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6" y="118"/>
                        <a:pt x="6" y="118"/>
                        <a:pt x="6" y="118"/>
                      </a:cubicBezTo>
                      <a:cubicBezTo>
                        <a:pt x="13" y="118"/>
                        <a:pt x="13" y="118"/>
                        <a:pt x="13" y="118"/>
                      </a:cubicBezTo>
                      <a:cubicBezTo>
                        <a:pt x="13" y="118"/>
                        <a:pt x="17" y="121"/>
                        <a:pt x="18" y="126"/>
                      </a:cubicBezTo>
                      <a:cubicBezTo>
                        <a:pt x="19" y="131"/>
                        <a:pt x="13" y="131"/>
                        <a:pt x="12" y="141"/>
                      </a:cubicBezTo>
                      <a:cubicBezTo>
                        <a:pt x="11" y="151"/>
                        <a:pt x="25" y="152"/>
                        <a:pt x="25" y="152"/>
                      </a:cubicBezTo>
                      <a:cubicBezTo>
                        <a:pt x="28" y="158"/>
                        <a:pt x="28" y="158"/>
                        <a:pt x="28" y="158"/>
                      </a:cubicBezTo>
                      <a:cubicBezTo>
                        <a:pt x="28" y="158"/>
                        <a:pt x="42" y="156"/>
                        <a:pt x="45" y="160"/>
                      </a:cubicBezTo>
                      <a:cubicBezTo>
                        <a:pt x="48" y="164"/>
                        <a:pt x="42" y="174"/>
                        <a:pt x="38" y="174"/>
                      </a:cubicBezTo>
                      <a:cubicBezTo>
                        <a:pt x="36" y="174"/>
                        <a:pt x="35" y="176"/>
                        <a:pt x="35" y="179"/>
                      </a:cubicBezTo>
                      <a:cubicBezTo>
                        <a:pt x="44" y="178"/>
                        <a:pt x="54" y="177"/>
                        <a:pt x="58" y="173"/>
                      </a:cubicBezTo>
                      <a:cubicBezTo>
                        <a:pt x="65" y="166"/>
                        <a:pt x="83" y="145"/>
                        <a:pt x="93" y="145"/>
                      </a:cubicBezTo>
                      <a:cubicBezTo>
                        <a:pt x="103" y="145"/>
                        <a:pt x="132" y="152"/>
                        <a:pt x="144" y="162"/>
                      </a:cubicBezTo>
                      <a:cubicBezTo>
                        <a:pt x="156" y="172"/>
                        <a:pt x="160" y="192"/>
                        <a:pt x="160" y="192"/>
                      </a:cubicBezTo>
                      <a:cubicBezTo>
                        <a:pt x="168" y="200"/>
                        <a:pt x="168" y="200"/>
                        <a:pt x="168" y="200"/>
                      </a:cubicBezTo>
                      <a:cubicBezTo>
                        <a:pt x="168" y="200"/>
                        <a:pt x="160" y="221"/>
                        <a:pt x="169" y="226"/>
                      </a:cubicBezTo>
                      <a:cubicBezTo>
                        <a:pt x="178" y="231"/>
                        <a:pt x="193" y="236"/>
                        <a:pt x="193" y="236"/>
                      </a:cubicBezTo>
                      <a:cubicBezTo>
                        <a:pt x="197" y="249"/>
                        <a:pt x="197" y="249"/>
                        <a:pt x="197" y="249"/>
                      </a:cubicBezTo>
                      <a:cubicBezTo>
                        <a:pt x="217" y="250"/>
                        <a:pt x="217" y="250"/>
                        <a:pt x="217" y="250"/>
                      </a:cubicBezTo>
                      <a:cubicBezTo>
                        <a:pt x="217" y="250"/>
                        <a:pt x="250" y="284"/>
                        <a:pt x="259" y="294"/>
                      </a:cubicBezTo>
                      <a:cubicBezTo>
                        <a:pt x="268" y="304"/>
                        <a:pt x="276" y="313"/>
                        <a:pt x="276" y="313"/>
                      </a:cubicBezTo>
                      <a:cubicBezTo>
                        <a:pt x="303" y="314"/>
                        <a:pt x="303" y="314"/>
                        <a:pt x="303" y="314"/>
                      </a:cubicBezTo>
                      <a:cubicBezTo>
                        <a:pt x="303" y="314"/>
                        <a:pt x="310" y="329"/>
                        <a:pt x="325" y="334"/>
                      </a:cubicBezTo>
                      <a:cubicBezTo>
                        <a:pt x="340" y="339"/>
                        <a:pt x="359" y="335"/>
                        <a:pt x="362" y="342"/>
                      </a:cubicBezTo>
                      <a:cubicBezTo>
                        <a:pt x="365" y="349"/>
                        <a:pt x="366" y="372"/>
                        <a:pt x="379" y="375"/>
                      </a:cubicBezTo>
                      <a:cubicBezTo>
                        <a:pt x="392" y="378"/>
                        <a:pt x="397" y="373"/>
                        <a:pt x="397" y="373"/>
                      </a:cubicBezTo>
                      <a:cubicBezTo>
                        <a:pt x="397" y="373"/>
                        <a:pt x="400" y="392"/>
                        <a:pt x="402" y="406"/>
                      </a:cubicBezTo>
                      <a:cubicBezTo>
                        <a:pt x="404" y="420"/>
                        <a:pt x="417" y="419"/>
                        <a:pt x="417" y="429"/>
                      </a:cubicBezTo>
                      <a:cubicBezTo>
                        <a:pt x="417" y="439"/>
                        <a:pt x="418" y="446"/>
                        <a:pt x="418" y="446"/>
                      </a:cubicBezTo>
                      <a:cubicBezTo>
                        <a:pt x="405" y="445"/>
                        <a:pt x="405" y="445"/>
                        <a:pt x="405" y="445"/>
                      </a:cubicBezTo>
                      <a:cubicBezTo>
                        <a:pt x="404" y="460"/>
                        <a:pt x="404" y="460"/>
                        <a:pt x="404" y="460"/>
                      </a:cubicBezTo>
                      <a:cubicBezTo>
                        <a:pt x="404" y="460"/>
                        <a:pt x="384" y="489"/>
                        <a:pt x="395" y="489"/>
                      </a:cubicBezTo>
                      <a:cubicBezTo>
                        <a:pt x="406" y="489"/>
                        <a:pt x="414" y="483"/>
                        <a:pt x="414" y="483"/>
                      </a:cubicBezTo>
                      <a:cubicBezTo>
                        <a:pt x="422" y="468"/>
                        <a:pt x="422" y="468"/>
                        <a:pt x="422" y="468"/>
                      </a:cubicBezTo>
                      <a:cubicBezTo>
                        <a:pt x="435" y="466"/>
                        <a:pt x="435" y="466"/>
                        <a:pt x="435" y="466"/>
                      </a:cubicBezTo>
                      <a:cubicBezTo>
                        <a:pt x="435" y="466"/>
                        <a:pt x="432" y="444"/>
                        <a:pt x="436" y="441"/>
                      </a:cubicBezTo>
                      <a:cubicBezTo>
                        <a:pt x="440" y="438"/>
                        <a:pt x="461" y="432"/>
                        <a:pt x="461" y="432"/>
                      </a:cubicBezTo>
                      <a:cubicBezTo>
                        <a:pt x="461" y="432"/>
                        <a:pt x="456" y="412"/>
                        <a:pt x="452" y="408"/>
                      </a:cubicBezTo>
                      <a:cubicBezTo>
                        <a:pt x="448" y="404"/>
                        <a:pt x="430" y="399"/>
                        <a:pt x="431" y="392"/>
                      </a:cubicBezTo>
                      <a:cubicBezTo>
                        <a:pt x="432" y="385"/>
                        <a:pt x="445" y="351"/>
                        <a:pt x="453" y="354"/>
                      </a:cubicBezTo>
                      <a:cubicBezTo>
                        <a:pt x="461" y="357"/>
                        <a:pt x="468" y="361"/>
                        <a:pt x="468" y="361"/>
                      </a:cubicBezTo>
                      <a:cubicBezTo>
                        <a:pt x="488" y="361"/>
                        <a:pt x="488" y="361"/>
                        <a:pt x="488" y="361"/>
                      </a:cubicBezTo>
                      <a:cubicBezTo>
                        <a:pt x="488" y="361"/>
                        <a:pt x="491" y="384"/>
                        <a:pt x="505" y="385"/>
                      </a:cubicBezTo>
                      <a:cubicBezTo>
                        <a:pt x="519" y="386"/>
                        <a:pt x="523" y="372"/>
                        <a:pt x="515" y="36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2" name="Freeform 258"/>
                <p:cNvSpPr>
                  <a:spLocks/>
                </p:cNvSpPr>
                <p:nvPr/>
              </p:nvSpPr>
              <p:spPr bwMode="gray">
                <a:xfrm>
                  <a:off x="-5138" y="-16436"/>
                  <a:ext cx="661" cy="312"/>
                </a:xfrm>
                <a:custGeom>
                  <a:avLst/>
                  <a:gdLst>
                    <a:gd name="T0" fmla="*/ 268 w 280"/>
                    <a:gd name="T1" fmla="*/ 67 h 132"/>
                    <a:gd name="T2" fmla="*/ 255 w 280"/>
                    <a:gd name="T3" fmla="*/ 60 h 132"/>
                    <a:gd name="T4" fmla="*/ 240 w 280"/>
                    <a:gd name="T5" fmla="*/ 57 h 132"/>
                    <a:gd name="T6" fmla="*/ 219 w 280"/>
                    <a:gd name="T7" fmla="*/ 42 h 132"/>
                    <a:gd name="T8" fmla="*/ 196 w 280"/>
                    <a:gd name="T9" fmla="*/ 47 h 132"/>
                    <a:gd name="T10" fmla="*/ 177 w 280"/>
                    <a:gd name="T11" fmla="*/ 35 h 132"/>
                    <a:gd name="T12" fmla="*/ 178 w 280"/>
                    <a:gd name="T13" fmla="*/ 28 h 132"/>
                    <a:gd name="T14" fmla="*/ 159 w 280"/>
                    <a:gd name="T15" fmla="*/ 24 h 132"/>
                    <a:gd name="T16" fmla="*/ 132 w 280"/>
                    <a:gd name="T17" fmla="*/ 13 h 132"/>
                    <a:gd name="T18" fmla="*/ 116 w 280"/>
                    <a:gd name="T19" fmla="*/ 2 h 132"/>
                    <a:gd name="T20" fmla="*/ 108 w 280"/>
                    <a:gd name="T21" fmla="*/ 11 h 132"/>
                    <a:gd name="T22" fmla="*/ 87 w 280"/>
                    <a:gd name="T23" fmla="*/ 11 h 132"/>
                    <a:gd name="T24" fmla="*/ 72 w 280"/>
                    <a:gd name="T25" fmla="*/ 19 h 132"/>
                    <a:gd name="T26" fmla="*/ 56 w 280"/>
                    <a:gd name="T27" fmla="*/ 24 h 132"/>
                    <a:gd name="T28" fmla="*/ 38 w 280"/>
                    <a:gd name="T29" fmla="*/ 36 h 132"/>
                    <a:gd name="T30" fmla="*/ 21 w 280"/>
                    <a:gd name="T31" fmla="*/ 36 h 132"/>
                    <a:gd name="T32" fmla="*/ 11 w 280"/>
                    <a:gd name="T33" fmla="*/ 42 h 132"/>
                    <a:gd name="T34" fmla="*/ 5 w 280"/>
                    <a:gd name="T35" fmla="*/ 50 h 132"/>
                    <a:gd name="T36" fmla="*/ 17 w 280"/>
                    <a:gd name="T37" fmla="*/ 60 h 132"/>
                    <a:gd name="T38" fmla="*/ 19 w 280"/>
                    <a:gd name="T39" fmla="*/ 74 h 132"/>
                    <a:gd name="T40" fmla="*/ 27 w 280"/>
                    <a:gd name="T41" fmla="*/ 82 h 132"/>
                    <a:gd name="T42" fmla="*/ 42 w 280"/>
                    <a:gd name="T43" fmla="*/ 90 h 132"/>
                    <a:gd name="T44" fmla="*/ 49 w 280"/>
                    <a:gd name="T45" fmla="*/ 98 h 132"/>
                    <a:gd name="T46" fmla="*/ 65 w 280"/>
                    <a:gd name="T47" fmla="*/ 108 h 132"/>
                    <a:gd name="T48" fmla="*/ 87 w 280"/>
                    <a:gd name="T49" fmla="*/ 131 h 132"/>
                    <a:gd name="T50" fmla="*/ 110 w 280"/>
                    <a:gd name="T51" fmla="*/ 132 h 132"/>
                    <a:gd name="T52" fmla="*/ 115 w 280"/>
                    <a:gd name="T53" fmla="*/ 119 h 132"/>
                    <a:gd name="T54" fmla="*/ 142 w 280"/>
                    <a:gd name="T55" fmla="*/ 112 h 132"/>
                    <a:gd name="T56" fmla="*/ 158 w 280"/>
                    <a:gd name="T57" fmla="*/ 113 h 132"/>
                    <a:gd name="T58" fmla="*/ 173 w 280"/>
                    <a:gd name="T59" fmla="*/ 120 h 132"/>
                    <a:gd name="T60" fmla="*/ 200 w 280"/>
                    <a:gd name="T61" fmla="*/ 123 h 132"/>
                    <a:gd name="T62" fmla="*/ 221 w 280"/>
                    <a:gd name="T63" fmla="*/ 116 h 132"/>
                    <a:gd name="T64" fmla="*/ 255 w 280"/>
                    <a:gd name="T65" fmla="*/ 105 h 132"/>
                    <a:gd name="T66" fmla="*/ 269 w 280"/>
                    <a:gd name="T67" fmla="*/ 86 h 132"/>
                    <a:gd name="T68" fmla="*/ 275 w 280"/>
                    <a:gd name="T69" fmla="*/ 73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80" h="132">
                      <a:moveTo>
                        <a:pt x="275" y="73"/>
                      </a:moveTo>
                      <a:cubicBezTo>
                        <a:pt x="268" y="67"/>
                        <a:pt x="268" y="67"/>
                        <a:pt x="268" y="67"/>
                      </a:cubicBezTo>
                      <a:cubicBezTo>
                        <a:pt x="269" y="62"/>
                        <a:pt x="269" y="62"/>
                        <a:pt x="269" y="62"/>
                      </a:cubicBezTo>
                      <a:cubicBezTo>
                        <a:pt x="269" y="62"/>
                        <a:pt x="259" y="60"/>
                        <a:pt x="255" y="60"/>
                      </a:cubicBezTo>
                      <a:cubicBezTo>
                        <a:pt x="251" y="60"/>
                        <a:pt x="247" y="51"/>
                        <a:pt x="247" y="51"/>
                      </a:cubicBezTo>
                      <a:cubicBezTo>
                        <a:pt x="240" y="57"/>
                        <a:pt x="240" y="57"/>
                        <a:pt x="240" y="57"/>
                      </a:cubicBezTo>
                      <a:cubicBezTo>
                        <a:pt x="240" y="57"/>
                        <a:pt x="235" y="44"/>
                        <a:pt x="227" y="43"/>
                      </a:cubicBezTo>
                      <a:cubicBezTo>
                        <a:pt x="219" y="42"/>
                        <a:pt x="219" y="42"/>
                        <a:pt x="219" y="42"/>
                      </a:cubicBezTo>
                      <a:cubicBezTo>
                        <a:pt x="219" y="42"/>
                        <a:pt x="224" y="35"/>
                        <a:pt x="211" y="39"/>
                      </a:cubicBezTo>
                      <a:cubicBezTo>
                        <a:pt x="198" y="43"/>
                        <a:pt x="196" y="47"/>
                        <a:pt x="196" y="47"/>
                      </a:cubicBezTo>
                      <a:cubicBezTo>
                        <a:pt x="196" y="47"/>
                        <a:pt x="185" y="45"/>
                        <a:pt x="181" y="43"/>
                      </a:cubicBezTo>
                      <a:cubicBezTo>
                        <a:pt x="177" y="41"/>
                        <a:pt x="177" y="35"/>
                        <a:pt x="177" y="35"/>
                      </a:cubicBezTo>
                      <a:cubicBezTo>
                        <a:pt x="171" y="32"/>
                        <a:pt x="171" y="32"/>
                        <a:pt x="171" y="32"/>
                      </a:cubicBezTo>
                      <a:cubicBezTo>
                        <a:pt x="178" y="28"/>
                        <a:pt x="178" y="28"/>
                        <a:pt x="178" y="28"/>
                      </a:cubicBezTo>
                      <a:cubicBezTo>
                        <a:pt x="175" y="23"/>
                        <a:pt x="175" y="23"/>
                        <a:pt x="175" y="23"/>
                      </a:cubicBezTo>
                      <a:cubicBezTo>
                        <a:pt x="175" y="23"/>
                        <a:pt x="162" y="24"/>
                        <a:pt x="159" y="24"/>
                      </a:cubicBezTo>
                      <a:cubicBezTo>
                        <a:pt x="156" y="24"/>
                        <a:pt x="158" y="18"/>
                        <a:pt x="146" y="14"/>
                      </a:cubicBezTo>
                      <a:cubicBezTo>
                        <a:pt x="134" y="10"/>
                        <a:pt x="132" y="13"/>
                        <a:pt x="132" y="13"/>
                      </a:cubicBezTo>
                      <a:cubicBezTo>
                        <a:pt x="129" y="4"/>
                        <a:pt x="129" y="4"/>
                        <a:pt x="129" y="4"/>
                      </a:cubicBezTo>
                      <a:cubicBezTo>
                        <a:pt x="116" y="2"/>
                        <a:pt x="116" y="2"/>
                        <a:pt x="116" y="2"/>
                      </a:cubicBezTo>
                      <a:cubicBezTo>
                        <a:pt x="116" y="2"/>
                        <a:pt x="116" y="2"/>
                        <a:pt x="116" y="2"/>
                      </a:cubicBezTo>
                      <a:cubicBezTo>
                        <a:pt x="114" y="6"/>
                        <a:pt x="111" y="11"/>
                        <a:pt x="108" y="11"/>
                      </a:cubicBezTo>
                      <a:cubicBezTo>
                        <a:pt x="103" y="12"/>
                        <a:pt x="98" y="0"/>
                        <a:pt x="96" y="1"/>
                      </a:cubicBezTo>
                      <a:cubicBezTo>
                        <a:pt x="94" y="2"/>
                        <a:pt x="89" y="8"/>
                        <a:pt x="87" y="11"/>
                      </a:cubicBezTo>
                      <a:cubicBezTo>
                        <a:pt x="84" y="14"/>
                        <a:pt x="73" y="13"/>
                        <a:pt x="73" y="13"/>
                      </a:cubicBezTo>
                      <a:cubicBezTo>
                        <a:pt x="73" y="13"/>
                        <a:pt x="75" y="18"/>
                        <a:pt x="72" y="19"/>
                      </a:cubicBezTo>
                      <a:cubicBezTo>
                        <a:pt x="69" y="20"/>
                        <a:pt x="58" y="20"/>
                        <a:pt x="58" y="20"/>
                      </a:cubicBezTo>
                      <a:cubicBezTo>
                        <a:pt x="56" y="24"/>
                        <a:pt x="56" y="24"/>
                        <a:pt x="56" y="24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38" y="36"/>
                        <a:pt x="38" y="36"/>
                        <a:pt x="38" y="36"/>
                      </a:cubicBezTo>
                      <a:cubicBezTo>
                        <a:pt x="38" y="36"/>
                        <a:pt x="40" y="32"/>
                        <a:pt x="31" y="30"/>
                      </a:cubicBezTo>
                      <a:cubicBezTo>
                        <a:pt x="23" y="28"/>
                        <a:pt x="21" y="36"/>
                        <a:pt x="21" y="36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4" y="36"/>
                        <a:pt x="15" y="41"/>
                        <a:pt x="11" y="42"/>
                      </a:cubicBezTo>
                      <a:cubicBezTo>
                        <a:pt x="7" y="42"/>
                        <a:pt x="7" y="36"/>
                        <a:pt x="3" y="38"/>
                      </a:cubicBezTo>
                      <a:cubicBezTo>
                        <a:pt x="0" y="41"/>
                        <a:pt x="5" y="50"/>
                        <a:pt x="5" y="50"/>
                      </a:cubicBezTo>
                      <a:cubicBezTo>
                        <a:pt x="11" y="51"/>
                        <a:pt x="11" y="51"/>
                        <a:pt x="11" y="51"/>
                      </a:cubicBezTo>
                      <a:cubicBezTo>
                        <a:pt x="17" y="60"/>
                        <a:pt x="17" y="60"/>
                        <a:pt x="17" y="60"/>
                      </a:cubicBezTo>
                      <a:cubicBezTo>
                        <a:pt x="17" y="60"/>
                        <a:pt x="9" y="64"/>
                        <a:pt x="10" y="66"/>
                      </a:cubicBezTo>
                      <a:cubicBezTo>
                        <a:pt x="11" y="68"/>
                        <a:pt x="19" y="74"/>
                        <a:pt x="19" y="74"/>
                      </a:cubicBezTo>
                      <a:cubicBezTo>
                        <a:pt x="21" y="80"/>
                        <a:pt x="21" y="80"/>
                        <a:pt x="21" y="80"/>
                      </a:cubicBezTo>
                      <a:cubicBezTo>
                        <a:pt x="27" y="82"/>
                        <a:pt x="27" y="82"/>
                        <a:pt x="27" y="82"/>
                      </a:cubicBezTo>
                      <a:cubicBezTo>
                        <a:pt x="27" y="82"/>
                        <a:pt x="21" y="87"/>
                        <a:pt x="29" y="88"/>
                      </a:cubicBezTo>
                      <a:cubicBezTo>
                        <a:pt x="36" y="88"/>
                        <a:pt x="42" y="90"/>
                        <a:pt x="42" y="90"/>
                      </a:cubicBezTo>
                      <a:cubicBezTo>
                        <a:pt x="45" y="98"/>
                        <a:pt x="45" y="98"/>
                        <a:pt x="45" y="98"/>
                      </a:cubicBezTo>
                      <a:cubicBezTo>
                        <a:pt x="49" y="98"/>
                        <a:pt x="49" y="98"/>
                        <a:pt x="49" y="98"/>
                      </a:cubicBezTo>
                      <a:cubicBezTo>
                        <a:pt x="55" y="107"/>
                        <a:pt x="55" y="107"/>
                        <a:pt x="55" y="107"/>
                      </a:cubicBezTo>
                      <a:cubicBezTo>
                        <a:pt x="55" y="107"/>
                        <a:pt x="60" y="105"/>
                        <a:pt x="65" y="108"/>
                      </a:cubicBezTo>
                      <a:cubicBezTo>
                        <a:pt x="71" y="112"/>
                        <a:pt x="72" y="119"/>
                        <a:pt x="72" y="119"/>
                      </a:cubicBezTo>
                      <a:cubicBezTo>
                        <a:pt x="72" y="119"/>
                        <a:pt x="80" y="131"/>
                        <a:pt x="87" y="131"/>
                      </a:cubicBezTo>
                      <a:cubicBezTo>
                        <a:pt x="95" y="131"/>
                        <a:pt x="101" y="127"/>
                        <a:pt x="101" y="127"/>
                      </a:cubicBezTo>
                      <a:cubicBezTo>
                        <a:pt x="110" y="132"/>
                        <a:pt x="110" y="132"/>
                        <a:pt x="110" y="132"/>
                      </a:cubicBezTo>
                      <a:cubicBezTo>
                        <a:pt x="111" y="120"/>
                        <a:pt x="111" y="120"/>
                        <a:pt x="111" y="120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22" y="106"/>
                        <a:pt x="125" y="105"/>
                      </a:cubicBezTo>
                      <a:cubicBezTo>
                        <a:pt x="129" y="104"/>
                        <a:pt x="142" y="112"/>
                        <a:pt x="142" y="112"/>
                      </a:cubicBezTo>
                      <a:cubicBezTo>
                        <a:pt x="151" y="118"/>
                        <a:pt x="151" y="118"/>
                        <a:pt x="151" y="118"/>
                      </a:cubicBezTo>
                      <a:cubicBezTo>
                        <a:pt x="158" y="113"/>
                        <a:pt x="158" y="113"/>
                        <a:pt x="158" y="113"/>
                      </a:cubicBezTo>
                      <a:cubicBezTo>
                        <a:pt x="165" y="121"/>
                        <a:pt x="165" y="121"/>
                        <a:pt x="165" y="121"/>
                      </a:cubicBezTo>
                      <a:cubicBezTo>
                        <a:pt x="173" y="120"/>
                        <a:pt x="173" y="120"/>
                        <a:pt x="173" y="120"/>
                      </a:cubicBezTo>
                      <a:cubicBezTo>
                        <a:pt x="173" y="120"/>
                        <a:pt x="177" y="113"/>
                        <a:pt x="184" y="115"/>
                      </a:cubicBezTo>
                      <a:cubicBezTo>
                        <a:pt x="192" y="118"/>
                        <a:pt x="200" y="123"/>
                        <a:pt x="200" y="123"/>
                      </a:cubicBezTo>
                      <a:cubicBezTo>
                        <a:pt x="200" y="123"/>
                        <a:pt x="205" y="119"/>
                        <a:pt x="209" y="118"/>
                      </a:cubicBezTo>
                      <a:cubicBezTo>
                        <a:pt x="212" y="117"/>
                        <a:pt x="218" y="117"/>
                        <a:pt x="221" y="116"/>
                      </a:cubicBezTo>
                      <a:cubicBezTo>
                        <a:pt x="222" y="118"/>
                        <a:pt x="228" y="120"/>
                        <a:pt x="233" y="117"/>
                      </a:cubicBezTo>
                      <a:cubicBezTo>
                        <a:pt x="240" y="112"/>
                        <a:pt x="255" y="105"/>
                        <a:pt x="255" y="105"/>
                      </a:cubicBezTo>
                      <a:cubicBezTo>
                        <a:pt x="255" y="92"/>
                        <a:pt x="255" y="92"/>
                        <a:pt x="255" y="92"/>
                      </a:cubicBezTo>
                      <a:cubicBezTo>
                        <a:pt x="269" y="86"/>
                        <a:pt x="269" y="86"/>
                        <a:pt x="269" y="86"/>
                      </a:cubicBezTo>
                      <a:cubicBezTo>
                        <a:pt x="280" y="79"/>
                        <a:pt x="280" y="79"/>
                        <a:pt x="280" y="79"/>
                      </a:cubicBezTo>
                      <a:cubicBezTo>
                        <a:pt x="277" y="76"/>
                        <a:pt x="275" y="73"/>
                        <a:pt x="275" y="7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3" name="Freeform 259"/>
                <p:cNvSpPr>
                  <a:spLocks/>
                </p:cNvSpPr>
                <p:nvPr/>
              </p:nvSpPr>
              <p:spPr bwMode="gray">
                <a:xfrm>
                  <a:off x="-4952" y="-16892"/>
                  <a:ext cx="990" cy="711"/>
                </a:xfrm>
                <a:custGeom>
                  <a:avLst/>
                  <a:gdLst>
                    <a:gd name="T0" fmla="*/ 312 w 419"/>
                    <a:gd name="T1" fmla="*/ 276 h 301"/>
                    <a:gd name="T2" fmla="*/ 351 w 419"/>
                    <a:gd name="T3" fmla="*/ 293 h 301"/>
                    <a:gd name="T4" fmla="*/ 371 w 419"/>
                    <a:gd name="T5" fmla="*/ 301 h 301"/>
                    <a:gd name="T6" fmla="*/ 364 w 419"/>
                    <a:gd name="T7" fmla="*/ 265 h 301"/>
                    <a:gd name="T8" fmla="*/ 417 w 419"/>
                    <a:gd name="T9" fmla="*/ 224 h 301"/>
                    <a:gd name="T10" fmla="*/ 416 w 419"/>
                    <a:gd name="T11" fmla="*/ 203 h 301"/>
                    <a:gd name="T12" fmla="*/ 390 w 419"/>
                    <a:gd name="T13" fmla="*/ 180 h 301"/>
                    <a:gd name="T14" fmla="*/ 389 w 419"/>
                    <a:gd name="T15" fmla="*/ 167 h 301"/>
                    <a:gd name="T16" fmla="*/ 387 w 419"/>
                    <a:gd name="T17" fmla="*/ 140 h 301"/>
                    <a:gd name="T18" fmla="*/ 379 w 419"/>
                    <a:gd name="T19" fmla="*/ 123 h 301"/>
                    <a:gd name="T20" fmla="*/ 394 w 419"/>
                    <a:gd name="T21" fmla="*/ 106 h 301"/>
                    <a:gd name="T22" fmla="*/ 392 w 419"/>
                    <a:gd name="T23" fmla="*/ 78 h 301"/>
                    <a:gd name="T24" fmla="*/ 373 w 419"/>
                    <a:gd name="T25" fmla="*/ 46 h 301"/>
                    <a:gd name="T26" fmla="*/ 344 w 419"/>
                    <a:gd name="T27" fmla="*/ 22 h 301"/>
                    <a:gd name="T28" fmla="*/ 313 w 419"/>
                    <a:gd name="T29" fmla="*/ 26 h 301"/>
                    <a:gd name="T30" fmla="*/ 257 w 419"/>
                    <a:gd name="T31" fmla="*/ 20 h 301"/>
                    <a:gd name="T32" fmla="*/ 231 w 419"/>
                    <a:gd name="T33" fmla="*/ 18 h 301"/>
                    <a:gd name="T34" fmla="*/ 189 w 419"/>
                    <a:gd name="T35" fmla="*/ 22 h 301"/>
                    <a:gd name="T36" fmla="*/ 149 w 419"/>
                    <a:gd name="T37" fmla="*/ 0 h 301"/>
                    <a:gd name="T38" fmla="*/ 81 w 419"/>
                    <a:gd name="T39" fmla="*/ 28 h 301"/>
                    <a:gd name="T40" fmla="*/ 12 w 419"/>
                    <a:gd name="T41" fmla="*/ 48 h 301"/>
                    <a:gd name="T42" fmla="*/ 7 w 419"/>
                    <a:gd name="T43" fmla="*/ 58 h 301"/>
                    <a:gd name="T44" fmla="*/ 14 w 419"/>
                    <a:gd name="T45" fmla="*/ 75 h 301"/>
                    <a:gd name="T46" fmla="*/ 3 w 419"/>
                    <a:gd name="T47" fmla="*/ 102 h 301"/>
                    <a:gd name="T48" fmla="*/ 14 w 419"/>
                    <a:gd name="T49" fmla="*/ 111 h 301"/>
                    <a:gd name="T50" fmla="*/ 24 w 419"/>
                    <a:gd name="T51" fmla="*/ 122 h 301"/>
                    <a:gd name="T52" fmla="*/ 25 w 419"/>
                    <a:gd name="T53" fmla="*/ 132 h 301"/>
                    <a:gd name="T54" fmla="*/ 29 w 419"/>
                    <a:gd name="T55" fmla="*/ 142 h 301"/>
                    <a:gd name="T56" fmla="*/ 30 w 419"/>
                    <a:gd name="T57" fmla="*/ 161 h 301"/>
                    <a:gd name="T58" fmla="*/ 38 w 419"/>
                    <a:gd name="T59" fmla="*/ 173 h 301"/>
                    <a:gd name="T60" fmla="*/ 41 w 419"/>
                    <a:gd name="T61" fmla="*/ 187 h 301"/>
                    <a:gd name="T62" fmla="*/ 50 w 419"/>
                    <a:gd name="T63" fmla="*/ 197 h 301"/>
                    <a:gd name="T64" fmla="*/ 67 w 419"/>
                    <a:gd name="T65" fmla="*/ 207 h 301"/>
                    <a:gd name="T66" fmla="*/ 96 w 419"/>
                    <a:gd name="T67" fmla="*/ 216 h 301"/>
                    <a:gd name="T68" fmla="*/ 92 w 419"/>
                    <a:gd name="T69" fmla="*/ 225 h 301"/>
                    <a:gd name="T70" fmla="*/ 102 w 419"/>
                    <a:gd name="T71" fmla="*/ 236 h 301"/>
                    <a:gd name="T72" fmla="*/ 132 w 419"/>
                    <a:gd name="T73" fmla="*/ 232 h 301"/>
                    <a:gd name="T74" fmla="*/ 148 w 419"/>
                    <a:gd name="T75" fmla="*/ 236 h 301"/>
                    <a:gd name="T76" fmla="*/ 168 w 419"/>
                    <a:gd name="T77" fmla="*/ 244 h 301"/>
                    <a:gd name="T78" fmla="*/ 190 w 419"/>
                    <a:gd name="T79" fmla="*/ 255 h 301"/>
                    <a:gd name="T80" fmla="*/ 196 w 419"/>
                    <a:gd name="T81" fmla="*/ 266 h 301"/>
                    <a:gd name="T82" fmla="*/ 229 w 419"/>
                    <a:gd name="T83" fmla="*/ 272 h 301"/>
                    <a:gd name="T84" fmla="*/ 244 w 419"/>
                    <a:gd name="T85" fmla="*/ 281 h 301"/>
                    <a:gd name="T86" fmla="*/ 258 w 419"/>
                    <a:gd name="T87" fmla="*/ 279 h 301"/>
                    <a:gd name="T88" fmla="*/ 288 w 419"/>
                    <a:gd name="T89" fmla="*/ 284 h 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19" h="301">
                      <a:moveTo>
                        <a:pt x="288" y="284"/>
                      </a:moveTo>
                      <a:cubicBezTo>
                        <a:pt x="293" y="284"/>
                        <a:pt x="298" y="276"/>
                        <a:pt x="312" y="276"/>
                      </a:cubicBezTo>
                      <a:cubicBezTo>
                        <a:pt x="326" y="276"/>
                        <a:pt x="325" y="283"/>
                        <a:pt x="332" y="289"/>
                      </a:cubicBezTo>
                      <a:cubicBezTo>
                        <a:pt x="339" y="295"/>
                        <a:pt x="345" y="293"/>
                        <a:pt x="351" y="293"/>
                      </a:cubicBezTo>
                      <a:cubicBezTo>
                        <a:pt x="357" y="293"/>
                        <a:pt x="355" y="300"/>
                        <a:pt x="355" y="300"/>
                      </a:cubicBezTo>
                      <a:cubicBezTo>
                        <a:pt x="371" y="301"/>
                        <a:pt x="371" y="301"/>
                        <a:pt x="371" y="301"/>
                      </a:cubicBezTo>
                      <a:cubicBezTo>
                        <a:pt x="371" y="301"/>
                        <a:pt x="362" y="295"/>
                        <a:pt x="363" y="285"/>
                      </a:cubicBezTo>
                      <a:cubicBezTo>
                        <a:pt x="364" y="275"/>
                        <a:pt x="364" y="265"/>
                        <a:pt x="364" y="265"/>
                      </a:cubicBezTo>
                      <a:cubicBezTo>
                        <a:pt x="399" y="230"/>
                        <a:pt x="399" y="230"/>
                        <a:pt x="399" y="230"/>
                      </a:cubicBezTo>
                      <a:cubicBezTo>
                        <a:pt x="399" y="230"/>
                        <a:pt x="419" y="229"/>
                        <a:pt x="417" y="224"/>
                      </a:cubicBezTo>
                      <a:cubicBezTo>
                        <a:pt x="415" y="219"/>
                        <a:pt x="409" y="211"/>
                        <a:pt x="409" y="211"/>
                      </a:cubicBezTo>
                      <a:cubicBezTo>
                        <a:pt x="416" y="203"/>
                        <a:pt x="416" y="203"/>
                        <a:pt x="416" y="203"/>
                      </a:cubicBezTo>
                      <a:cubicBezTo>
                        <a:pt x="416" y="203"/>
                        <a:pt x="404" y="200"/>
                        <a:pt x="401" y="191"/>
                      </a:cubicBezTo>
                      <a:cubicBezTo>
                        <a:pt x="398" y="182"/>
                        <a:pt x="390" y="180"/>
                        <a:pt x="390" y="180"/>
                      </a:cubicBezTo>
                      <a:cubicBezTo>
                        <a:pt x="388" y="167"/>
                        <a:pt x="388" y="167"/>
                        <a:pt x="388" y="167"/>
                      </a:cubicBezTo>
                      <a:cubicBezTo>
                        <a:pt x="388" y="167"/>
                        <a:pt x="388" y="167"/>
                        <a:pt x="389" y="167"/>
                      </a:cubicBezTo>
                      <a:cubicBezTo>
                        <a:pt x="386" y="158"/>
                        <a:pt x="386" y="158"/>
                        <a:pt x="386" y="158"/>
                      </a:cubicBezTo>
                      <a:cubicBezTo>
                        <a:pt x="386" y="158"/>
                        <a:pt x="389" y="144"/>
                        <a:pt x="387" y="140"/>
                      </a:cubicBezTo>
                      <a:cubicBezTo>
                        <a:pt x="385" y="136"/>
                        <a:pt x="371" y="133"/>
                        <a:pt x="369" y="127"/>
                      </a:cubicBezTo>
                      <a:cubicBezTo>
                        <a:pt x="367" y="121"/>
                        <a:pt x="376" y="123"/>
                        <a:pt x="379" y="123"/>
                      </a:cubicBezTo>
                      <a:cubicBezTo>
                        <a:pt x="382" y="123"/>
                        <a:pt x="380" y="111"/>
                        <a:pt x="380" y="111"/>
                      </a:cubicBezTo>
                      <a:cubicBezTo>
                        <a:pt x="394" y="106"/>
                        <a:pt x="394" y="106"/>
                        <a:pt x="394" y="106"/>
                      </a:cubicBezTo>
                      <a:cubicBezTo>
                        <a:pt x="394" y="106"/>
                        <a:pt x="396" y="98"/>
                        <a:pt x="398" y="94"/>
                      </a:cubicBezTo>
                      <a:cubicBezTo>
                        <a:pt x="400" y="90"/>
                        <a:pt x="392" y="78"/>
                        <a:pt x="392" y="78"/>
                      </a:cubicBezTo>
                      <a:cubicBezTo>
                        <a:pt x="392" y="78"/>
                        <a:pt x="381" y="69"/>
                        <a:pt x="381" y="64"/>
                      </a:cubicBezTo>
                      <a:cubicBezTo>
                        <a:pt x="381" y="59"/>
                        <a:pt x="373" y="46"/>
                        <a:pt x="373" y="46"/>
                      </a:cubicBezTo>
                      <a:cubicBezTo>
                        <a:pt x="373" y="33"/>
                        <a:pt x="373" y="33"/>
                        <a:pt x="373" y="33"/>
                      </a:cubicBezTo>
                      <a:cubicBezTo>
                        <a:pt x="373" y="33"/>
                        <a:pt x="357" y="24"/>
                        <a:pt x="344" y="22"/>
                      </a:cubicBezTo>
                      <a:cubicBezTo>
                        <a:pt x="331" y="20"/>
                        <a:pt x="336" y="27"/>
                        <a:pt x="336" y="27"/>
                      </a:cubicBezTo>
                      <a:cubicBezTo>
                        <a:pt x="336" y="27"/>
                        <a:pt x="321" y="27"/>
                        <a:pt x="313" y="26"/>
                      </a:cubicBezTo>
                      <a:cubicBezTo>
                        <a:pt x="305" y="25"/>
                        <a:pt x="274" y="27"/>
                        <a:pt x="274" y="27"/>
                      </a:cubicBezTo>
                      <a:cubicBezTo>
                        <a:pt x="274" y="27"/>
                        <a:pt x="266" y="22"/>
                        <a:pt x="257" y="20"/>
                      </a:cubicBezTo>
                      <a:cubicBezTo>
                        <a:pt x="248" y="18"/>
                        <a:pt x="236" y="23"/>
                        <a:pt x="236" y="23"/>
                      </a:cubicBezTo>
                      <a:cubicBezTo>
                        <a:pt x="231" y="18"/>
                        <a:pt x="231" y="18"/>
                        <a:pt x="231" y="18"/>
                      </a:cubicBezTo>
                      <a:cubicBezTo>
                        <a:pt x="231" y="19"/>
                        <a:pt x="231" y="19"/>
                        <a:pt x="231" y="19"/>
                      </a:cubicBezTo>
                      <a:cubicBezTo>
                        <a:pt x="231" y="19"/>
                        <a:pt x="195" y="23"/>
                        <a:pt x="189" y="22"/>
                      </a:cubicBezTo>
                      <a:cubicBezTo>
                        <a:pt x="183" y="21"/>
                        <a:pt x="178" y="4"/>
                        <a:pt x="178" y="4"/>
                      </a:cubicBezTo>
                      <a:cubicBezTo>
                        <a:pt x="178" y="4"/>
                        <a:pt x="164" y="0"/>
                        <a:pt x="149" y="0"/>
                      </a:cubicBezTo>
                      <a:cubicBezTo>
                        <a:pt x="134" y="0"/>
                        <a:pt x="94" y="17"/>
                        <a:pt x="94" y="17"/>
                      </a:cubicBezTo>
                      <a:cubicBezTo>
                        <a:pt x="81" y="28"/>
                        <a:pt x="81" y="28"/>
                        <a:pt x="81" y="28"/>
                      </a:cubicBez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41" y="33"/>
                        <a:pt x="10" y="44"/>
                        <a:pt x="12" y="48"/>
                      </a:cubicBezTo>
                      <a:cubicBezTo>
                        <a:pt x="14" y="52"/>
                        <a:pt x="14" y="62"/>
                        <a:pt x="14" y="62"/>
                      </a:cubicBezTo>
                      <a:cubicBezTo>
                        <a:pt x="7" y="58"/>
                        <a:pt x="7" y="58"/>
                        <a:pt x="7" y="58"/>
                      </a:cubicBezTo>
                      <a:cubicBezTo>
                        <a:pt x="8" y="61"/>
                        <a:pt x="9" y="65"/>
                        <a:pt x="8" y="68"/>
                      </a:cubicBezTo>
                      <a:cubicBezTo>
                        <a:pt x="6" y="74"/>
                        <a:pt x="11" y="66"/>
                        <a:pt x="14" y="75"/>
                      </a:cubicBezTo>
                      <a:cubicBezTo>
                        <a:pt x="16" y="83"/>
                        <a:pt x="18" y="85"/>
                        <a:pt x="12" y="89"/>
                      </a:cubicBezTo>
                      <a:cubicBezTo>
                        <a:pt x="6" y="94"/>
                        <a:pt x="0" y="95"/>
                        <a:pt x="3" y="102"/>
                      </a:cubicBezTo>
                      <a:cubicBezTo>
                        <a:pt x="6" y="109"/>
                        <a:pt x="10" y="105"/>
                        <a:pt x="10" y="105"/>
                      </a:cubicBezTo>
                      <a:cubicBezTo>
                        <a:pt x="14" y="111"/>
                        <a:pt x="14" y="111"/>
                        <a:pt x="14" y="111"/>
                      </a:cubicBezTo>
                      <a:cubicBezTo>
                        <a:pt x="14" y="111"/>
                        <a:pt x="18" y="107"/>
                        <a:pt x="21" y="111"/>
                      </a:cubicBezTo>
                      <a:cubicBezTo>
                        <a:pt x="24" y="116"/>
                        <a:pt x="24" y="122"/>
                        <a:pt x="24" y="122"/>
                      </a:cubicBezTo>
                      <a:cubicBezTo>
                        <a:pt x="24" y="122"/>
                        <a:pt x="18" y="125"/>
                        <a:pt x="19" y="128"/>
                      </a:cubicBezTo>
                      <a:cubicBezTo>
                        <a:pt x="20" y="131"/>
                        <a:pt x="25" y="132"/>
                        <a:pt x="25" y="132"/>
                      </a:cubicBezTo>
                      <a:cubicBezTo>
                        <a:pt x="25" y="132"/>
                        <a:pt x="22" y="139"/>
                        <a:pt x="24" y="139"/>
                      </a:cubicBezTo>
                      <a:cubicBezTo>
                        <a:pt x="26" y="140"/>
                        <a:pt x="29" y="142"/>
                        <a:pt x="29" y="142"/>
                      </a:cubicBezTo>
                      <a:cubicBezTo>
                        <a:pt x="29" y="142"/>
                        <a:pt x="20" y="148"/>
                        <a:pt x="20" y="153"/>
                      </a:cubicBezTo>
                      <a:cubicBezTo>
                        <a:pt x="21" y="159"/>
                        <a:pt x="30" y="161"/>
                        <a:pt x="30" y="161"/>
                      </a:cubicBezTo>
                      <a:cubicBezTo>
                        <a:pt x="29" y="173"/>
                        <a:pt x="29" y="173"/>
                        <a:pt x="29" y="173"/>
                      </a:cubicBezTo>
                      <a:cubicBezTo>
                        <a:pt x="29" y="173"/>
                        <a:pt x="37" y="167"/>
                        <a:pt x="38" y="173"/>
                      </a:cubicBezTo>
                      <a:cubicBezTo>
                        <a:pt x="40" y="178"/>
                        <a:pt x="36" y="183"/>
                        <a:pt x="36" y="183"/>
                      </a:cubicBezTo>
                      <a:cubicBezTo>
                        <a:pt x="36" y="183"/>
                        <a:pt x="42" y="184"/>
                        <a:pt x="41" y="187"/>
                      </a:cubicBezTo>
                      <a:cubicBezTo>
                        <a:pt x="40" y="189"/>
                        <a:pt x="39" y="192"/>
                        <a:pt x="37" y="195"/>
                      </a:cubicBezTo>
                      <a:cubicBezTo>
                        <a:pt x="50" y="197"/>
                        <a:pt x="50" y="197"/>
                        <a:pt x="50" y="197"/>
                      </a:cubicBezTo>
                      <a:cubicBezTo>
                        <a:pt x="53" y="206"/>
                        <a:pt x="53" y="206"/>
                        <a:pt x="53" y="206"/>
                      </a:cubicBezTo>
                      <a:cubicBezTo>
                        <a:pt x="53" y="206"/>
                        <a:pt x="55" y="203"/>
                        <a:pt x="67" y="207"/>
                      </a:cubicBezTo>
                      <a:cubicBezTo>
                        <a:pt x="79" y="211"/>
                        <a:pt x="77" y="217"/>
                        <a:pt x="80" y="217"/>
                      </a:cubicBezTo>
                      <a:cubicBezTo>
                        <a:pt x="83" y="217"/>
                        <a:pt x="96" y="216"/>
                        <a:pt x="96" y="216"/>
                      </a:cubicBezTo>
                      <a:cubicBezTo>
                        <a:pt x="99" y="221"/>
                        <a:pt x="99" y="221"/>
                        <a:pt x="99" y="221"/>
                      </a:cubicBezTo>
                      <a:cubicBezTo>
                        <a:pt x="92" y="225"/>
                        <a:pt x="92" y="225"/>
                        <a:pt x="92" y="225"/>
                      </a:cubicBezTo>
                      <a:cubicBezTo>
                        <a:pt x="98" y="228"/>
                        <a:pt x="98" y="228"/>
                        <a:pt x="98" y="228"/>
                      </a:cubicBezTo>
                      <a:cubicBezTo>
                        <a:pt x="98" y="228"/>
                        <a:pt x="98" y="234"/>
                        <a:pt x="102" y="236"/>
                      </a:cubicBezTo>
                      <a:cubicBezTo>
                        <a:pt x="106" y="238"/>
                        <a:pt x="117" y="240"/>
                        <a:pt x="117" y="240"/>
                      </a:cubicBezTo>
                      <a:cubicBezTo>
                        <a:pt x="117" y="240"/>
                        <a:pt x="119" y="236"/>
                        <a:pt x="132" y="232"/>
                      </a:cubicBezTo>
                      <a:cubicBezTo>
                        <a:pt x="145" y="228"/>
                        <a:pt x="140" y="235"/>
                        <a:pt x="140" y="235"/>
                      </a:cubicBezTo>
                      <a:cubicBezTo>
                        <a:pt x="140" y="235"/>
                        <a:pt x="140" y="235"/>
                        <a:pt x="148" y="236"/>
                      </a:cubicBezTo>
                      <a:cubicBezTo>
                        <a:pt x="156" y="237"/>
                        <a:pt x="161" y="250"/>
                        <a:pt x="161" y="250"/>
                      </a:cubicBezTo>
                      <a:cubicBezTo>
                        <a:pt x="168" y="244"/>
                        <a:pt x="168" y="244"/>
                        <a:pt x="168" y="244"/>
                      </a:cubicBezTo>
                      <a:cubicBezTo>
                        <a:pt x="168" y="244"/>
                        <a:pt x="172" y="253"/>
                        <a:pt x="176" y="253"/>
                      </a:cubicBezTo>
                      <a:cubicBezTo>
                        <a:pt x="180" y="253"/>
                        <a:pt x="190" y="255"/>
                        <a:pt x="190" y="255"/>
                      </a:cubicBezTo>
                      <a:cubicBezTo>
                        <a:pt x="189" y="260"/>
                        <a:pt x="189" y="260"/>
                        <a:pt x="189" y="260"/>
                      </a:cubicBezTo>
                      <a:cubicBezTo>
                        <a:pt x="196" y="266"/>
                        <a:pt x="196" y="266"/>
                        <a:pt x="196" y="266"/>
                      </a:cubicBezTo>
                      <a:cubicBezTo>
                        <a:pt x="196" y="266"/>
                        <a:pt x="206" y="278"/>
                        <a:pt x="209" y="278"/>
                      </a:cubicBezTo>
                      <a:cubicBezTo>
                        <a:pt x="212" y="278"/>
                        <a:pt x="222" y="270"/>
                        <a:pt x="229" y="272"/>
                      </a:cubicBezTo>
                      <a:cubicBezTo>
                        <a:pt x="236" y="274"/>
                        <a:pt x="237" y="281"/>
                        <a:pt x="237" y="281"/>
                      </a:cubicBezTo>
                      <a:cubicBezTo>
                        <a:pt x="244" y="281"/>
                        <a:pt x="244" y="281"/>
                        <a:pt x="244" y="281"/>
                      </a:cubicBezTo>
                      <a:cubicBezTo>
                        <a:pt x="244" y="281"/>
                        <a:pt x="241" y="288"/>
                        <a:pt x="250" y="288"/>
                      </a:cubicBezTo>
                      <a:cubicBezTo>
                        <a:pt x="259" y="288"/>
                        <a:pt x="258" y="279"/>
                        <a:pt x="258" y="279"/>
                      </a:cubicBezTo>
                      <a:cubicBezTo>
                        <a:pt x="277" y="280"/>
                        <a:pt x="277" y="280"/>
                        <a:pt x="277" y="280"/>
                      </a:cubicBezTo>
                      <a:cubicBezTo>
                        <a:pt x="277" y="280"/>
                        <a:pt x="283" y="284"/>
                        <a:pt x="288" y="2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4" name="Freeform 260"/>
                <p:cNvSpPr>
                  <a:spLocks/>
                </p:cNvSpPr>
                <p:nvPr/>
              </p:nvSpPr>
              <p:spPr bwMode="gray">
                <a:xfrm>
                  <a:off x="-5764" y="-16322"/>
                  <a:ext cx="85" cy="75"/>
                </a:xfrm>
                <a:custGeom>
                  <a:avLst/>
                  <a:gdLst>
                    <a:gd name="T0" fmla="*/ 13 w 36"/>
                    <a:gd name="T1" fmla="*/ 32 h 32"/>
                    <a:gd name="T2" fmla="*/ 19 w 36"/>
                    <a:gd name="T3" fmla="*/ 27 h 32"/>
                    <a:gd name="T4" fmla="*/ 30 w 36"/>
                    <a:gd name="T5" fmla="*/ 29 h 32"/>
                    <a:gd name="T6" fmla="*/ 35 w 36"/>
                    <a:gd name="T7" fmla="*/ 20 h 32"/>
                    <a:gd name="T8" fmla="*/ 20 w 36"/>
                    <a:gd name="T9" fmla="*/ 8 h 32"/>
                    <a:gd name="T10" fmla="*/ 20 w 36"/>
                    <a:gd name="T11" fmla="*/ 0 h 32"/>
                    <a:gd name="T12" fmla="*/ 12 w 36"/>
                    <a:gd name="T13" fmla="*/ 4 h 32"/>
                    <a:gd name="T14" fmla="*/ 2 w 36"/>
                    <a:gd name="T15" fmla="*/ 18 h 32"/>
                    <a:gd name="T16" fmla="*/ 13 w 36"/>
                    <a:gd name="T1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6" h="32">
                      <a:moveTo>
                        <a:pt x="13" y="32"/>
                      </a:moveTo>
                      <a:cubicBezTo>
                        <a:pt x="19" y="27"/>
                        <a:pt x="19" y="27"/>
                        <a:pt x="19" y="27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29"/>
                        <a:pt x="36" y="25"/>
                        <a:pt x="35" y="20"/>
                      </a:cubicBezTo>
                      <a:cubicBezTo>
                        <a:pt x="34" y="16"/>
                        <a:pt x="24" y="14"/>
                        <a:pt x="20" y="8"/>
                      </a:cubicBezTo>
                      <a:cubicBezTo>
                        <a:pt x="19" y="6"/>
                        <a:pt x="19" y="3"/>
                        <a:pt x="20" y="0"/>
                      </a:cubicBezTo>
                      <a:cubicBezTo>
                        <a:pt x="19" y="1"/>
                        <a:pt x="16" y="2"/>
                        <a:pt x="12" y="4"/>
                      </a:cubicBezTo>
                      <a:cubicBezTo>
                        <a:pt x="1" y="10"/>
                        <a:pt x="0" y="16"/>
                        <a:pt x="2" y="18"/>
                      </a:cubicBezTo>
                      <a:cubicBezTo>
                        <a:pt x="3" y="20"/>
                        <a:pt x="9" y="27"/>
                        <a:pt x="13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5" name="Freeform 261"/>
                <p:cNvSpPr>
                  <a:spLocks/>
                </p:cNvSpPr>
                <p:nvPr/>
              </p:nvSpPr>
              <p:spPr bwMode="gray">
                <a:xfrm>
                  <a:off x="-5382" y="-16190"/>
                  <a:ext cx="728" cy="326"/>
                </a:xfrm>
                <a:custGeom>
                  <a:avLst/>
                  <a:gdLst>
                    <a:gd name="T0" fmla="*/ 307 w 308"/>
                    <a:gd name="T1" fmla="*/ 48 h 138"/>
                    <a:gd name="T2" fmla="*/ 301 w 308"/>
                    <a:gd name="T3" fmla="*/ 33 h 138"/>
                    <a:gd name="T4" fmla="*/ 287 w 308"/>
                    <a:gd name="T5" fmla="*/ 11 h 138"/>
                    <a:gd name="T6" fmla="*/ 268 w 308"/>
                    <a:gd name="T7" fmla="*/ 17 h 138"/>
                    <a:gd name="T8" fmla="*/ 254 w 308"/>
                    <a:gd name="T9" fmla="*/ 14 h 138"/>
                    <a:gd name="T10" fmla="*/ 228 w 308"/>
                    <a:gd name="T11" fmla="*/ 1 h 138"/>
                    <a:gd name="T12" fmla="*/ 214 w 308"/>
                    <a:gd name="T13" fmla="*/ 16 h 138"/>
                    <a:gd name="T14" fmla="*/ 204 w 308"/>
                    <a:gd name="T15" fmla="*/ 23 h 138"/>
                    <a:gd name="T16" fmla="*/ 175 w 308"/>
                    <a:gd name="T17" fmla="*/ 15 h 138"/>
                    <a:gd name="T18" fmla="*/ 156 w 308"/>
                    <a:gd name="T19" fmla="*/ 27 h 138"/>
                    <a:gd name="T20" fmla="*/ 160 w 308"/>
                    <a:gd name="T21" fmla="*/ 45 h 138"/>
                    <a:gd name="T22" fmla="*/ 133 w 308"/>
                    <a:gd name="T23" fmla="*/ 57 h 138"/>
                    <a:gd name="T24" fmla="*/ 141 w 308"/>
                    <a:gd name="T25" fmla="*/ 68 h 138"/>
                    <a:gd name="T26" fmla="*/ 131 w 308"/>
                    <a:gd name="T27" fmla="*/ 77 h 138"/>
                    <a:gd name="T28" fmla="*/ 109 w 308"/>
                    <a:gd name="T29" fmla="*/ 71 h 138"/>
                    <a:gd name="T30" fmla="*/ 84 w 308"/>
                    <a:gd name="T31" fmla="*/ 78 h 138"/>
                    <a:gd name="T32" fmla="*/ 63 w 308"/>
                    <a:gd name="T33" fmla="*/ 88 h 138"/>
                    <a:gd name="T34" fmla="*/ 33 w 308"/>
                    <a:gd name="T35" fmla="*/ 76 h 138"/>
                    <a:gd name="T36" fmla="*/ 26 w 308"/>
                    <a:gd name="T37" fmla="*/ 91 h 138"/>
                    <a:gd name="T38" fmla="*/ 0 w 308"/>
                    <a:gd name="T39" fmla="*/ 84 h 138"/>
                    <a:gd name="T40" fmla="*/ 2 w 308"/>
                    <a:gd name="T41" fmla="*/ 97 h 138"/>
                    <a:gd name="T42" fmla="*/ 11 w 308"/>
                    <a:gd name="T43" fmla="*/ 106 h 138"/>
                    <a:gd name="T44" fmla="*/ 32 w 308"/>
                    <a:gd name="T45" fmla="*/ 106 h 138"/>
                    <a:gd name="T46" fmla="*/ 50 w 308"/>
                    <a:gd name="T47" fmla="*/ 117 h 138"/>
                    <a:gd name="T48" fmla="*/ 66 w 308"/>
                    <a:gd name="T49" fmla="*/ 109 h 138"/>
                    <a:gd name="T50" fmla="*/ 104 w 308"/>
                    <a:gd name="T51" fmla="*/ 103 h 138"/>
                    <a:gd name="T52" fmla="*/ 119 w 308"/>
                    <a:gd name="T53" fmla="*/ 118 h 138"/>
                    <a:gd name="T54" fmla="*/ 136 w 308"/>
                    <a:gd name="T55" fmla="*/ 131 h 138"/>
                    <a:gd name="T56" fmla="*/ 162 w 308"/>
                    <a:gd name="T57" fmla="*/ 136 h 138"/>
                    <a:gd name="T58" fmla="*/ 183 w 308"/>
                    <a:gd name="T59" fmla="*/ 132 h 138"/>
                    <a:gd name="T60" fmla="*/ 207 w 308"/>
                    <a:gd name="T61" fmla="*/ 138 h 138"/>
                    <a:gd name="T62" fmla="*/ 247 w 308"/>
                    <a:gd name="T63" fmla="*/ 130 h 138"/>
                    <a:gd name="T64" fmla="*/ 270 w 308"/>
                    <a:gd name="T65" fmla="*/ 131 h 138"/>
                    <a:gd name="T66" fmla="*/ 277 w 308"/>
                    <a:gd name="T67" fmla="*/ 107 h 138"/>
                    <a:gd name="T68" fmla="*/ 290 w 308"/>
                    <a:gd name="T69" fmla="*/ 91 h 138"/>
                    <a:gd name="T70" fmla="*/ 290 w 308"/>
                    <a:gd name="T71" fmla="*/ 78 h 138"/>
                    <a:gd name="T72" fmla="*/ 306 w 308"/>
                    <a:gd name="T73" fmla="*/ 69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08" h="138">
                      <a:moveTo>
                        <a:pt x="306" y="69"/>
                      </a:moveTo>
                      <a:cubicBezTo>
                        <a:pt x="306" y="69"/>
                        <a:pt x="308" y="55"/>
                        <a:pt x="307" y="48"/>
                      </a:cubicBezTo>
                      <a:cubicBezTo>
                        <a:pt x="306" y="42"/>
                        <a:pt x="300" y="43"/>
                        <a:pt x="300" y="43"/>
                      </a:cubicBezTo>
                      <a:cubicBezTo>
                        <a:pt x="301" y="33"/>
                        <a:pt x="301" y="33"/>
                        <a:pt x="301" y="33"/>
                      </a:cubicBezTo>
                      <a:cubicBezTo>
                        <a:pt x="303" y="19"/>
                        <a:pt x="303" y="19"/>
                        <a:pt x="303" y="19"/>
                      </a:cubicBezTo>
                      <a:cubicBezTo>
                        <a:pt x="303" y="19"/>
                        <a:pt x="295" y="14"/>
                        <a:pt x="287" y="11"/>
                      </a:cubicBezTo>
                      <a:cubicBezTo>
                        <a:pt x="280" y="9"/>
                        <a:pt x="276" y="16"/>
                        <a:pt x="276" y="16"/>
                      </a:cubicBezTo>
                      <a:cubicBezTo>
                        <a:pt x="268" y="17"/>
                        <a:pt x="268" y="17"/>
                        <a:pt x="268" y="17"/>
                      </a:cubicBezTo>
                      <a:cubicBezTo>
                        <a:pt x="261" y="9"/>
                        <a:pt x="261" y="9"/>
                        <a:pt x="261" y="9"/>
                      </a:cubicBezTo>
                      <a:cubicBezTo>
                        <a:pt x="254" y="14"/>
                        <a:pt x="254" y="14"/>
                        <a:pt x="254" y="14"/>
                      </a:cubicBezTo>
                      <a:cubicBezTo>
                        <a:pt x="245" y="8"/>
                        <a:pt x="245" y="8"/>
                        <a:pt x="245" y="8"/>
                      </a:cubicBezTo>
                      <a:cubicBezTo>
                        <a:pt x="245" y="8"/>
                        <a:pt x="232" y="0"/>
                        <a:pt x="228" y="1"/>
                      </a:cubicBezTo>
                      <a:cubicBezTo>
                        <a:pt x="225" y="2"/>
                        <a:pt x="218" y="15"/>
                        <a:pt x="218" y="15"/>
                      </a:cubicBezTo>
                      <a:cubicBezTo>
                        <a:pt x="214" y="16"/>
                        <a:pt x="214" y="16"/>
                        <a:pt x="214" y="16"/>
                      </a:cubicBezTo>
                      <a:cubicBezTo>
                        <a:pt x="213" y="28"/>
                        <a:pt x="213" y="28"/>
                        <a:pt x="213" y="28"/>
                      </a:cubicBezTo>
                      <a:cubicBezTo>
                        <a:pt x="204" y="23"/>
                        <a:pt x="204" y="23"/>
                        <a:pt x="204" y="23"/>
                      </a:cubicBezTo>
                      <a:cubicBezTo>
                        <a:pt x="204" y="23"/>
                        <a:pt x="198" y="27"/>
                        <a:pt x="190" y="27"/>
                      </a:cubicBezTo>
                      <a:cubicBezTo>
                        <a:pt x="183" y="27"/>
                        <a:pt x="175" y="15"/>
                        <a:pt x="175" y="15"/>
                      </a:cubicBezTo>
                      <a:cubicBezTo>
                        <a:pt x="168" y="26"/>
                        <a:pt x="168" y="26"/>
                        <a:pt x="168" y="26"/>
                      </a:cubicBezTo>
                      <a:cubicBezTo>
                        <a:pt x="156" y="27"/>
                        <a:pt x="156" y="27"/>
                        <a:pt x="156" y="27"/>
                      </a:cubicBezTo>
                      <a:cubicBezTo>
                        <a:pt x="160" y="34"/>
                        <a:pt x="160" y="34"/>
                        <a:pt x="160" y="34"/>
                      </a:cubicBezTo>
                      <a:cubicBezTo>
                        <a:pt x="160" y="45"/>
                        <a:pt x="160" y="45"/>
                        <a:pt x="160" y="45"/>
                      </a:cubicBezTo>
                      <a:cubicBezTo>
                        <a:pt x="160" y="45"/>
                        <a:pt x="147" y="42"/>
                        <a:pt x="142" y="43"/>
                      </a:cubicBezTo>
                      <a:cubicBezTo>
                        <a:pt x="138" y="44"/>
                        <a:pt x="133" y="57"/>
                        <a:pt x="133" y="57"/>
                      </a:cubicBezTo>
                      <a:cubicBezTo>
                        <a:pt x="141" y="59"/>
                        <a:pt x="141" y="59"/>
                        <a:pt x="141" y="59"/>
                      </a:cubicBezTo>
                      <a:cubicBezTo>
                        <a:pt x="141" y="68"/>
                        <a:pt x="141" y="68"/>
                        <a:pt x="141" y="68"/>
                      </a:cubicBezTo>
                      <a:cubicBezTo>
                        <a:pt x="141" y="68"/>
                        <a:pt x="142" y="78"/>
                        <a:pt x="141" y="84"/>
                      </a:cubicBezTo>
                      <a:cubicBezTo>
                        <a:pt x="139" y="91"/>
                        <a:pt x="131" y="77"/>
                        <a:pt x="131" y="77"/>
                      </a:cubicBezTo>
                      <a:cubicBezTo>
                        <a:pt x="118" y="72"/>
                        <a:pt x="118" y="72"/>
                        <a:pt x="118" y="72"/>
                      </a:cubicBezTo>
                      <a:cubicBezTo>
                        <a:pt x="109" y="71"/>
                        <a:pt x="109" y="71"/>
                        <a:pt x="109" y="71"/>
                      </a:cubicBezTo>
                      <a:cubicBezTo>
                        <a:pt x="98" y="77"/>
                        <a:pt x="98" y="77"/>
                        <a:pt x="98" y="77"/>
                      </a:cubicBezTo>
                      <a:cubicBezTo>
                        <a:pt x="84" y="78"/>
                        <a:pt x="84" y="78"/>
                        <a:pt x="84" y="78"/>
                      </a:cubicBezTo>
                      <a:cubicBezTo>
                        <a:pt x="75" y="86"/>
                        <a:pt x="75" y="86"/>
                        <a:pt x="75" y="86"/>
                      </a:cubicBezTo>
                      <a:cubicBezTo>
                        <a:pt x="75" y="86"/>
                        <a:pt x="69" y="88"/>
                        <a:pt x="63" y="88"/>
                      </a:cubicBezTo>
                      <a:cubicBezTo>
                        <a:pt x="56" y="88"/>
                        <a:pt x="46" y="77"/>
                        <a:pt x="46" y="77"/>
                      </a:cubicBezTo>
                      <a:cubicBezTo>
                        <a:pt x="33" y="76"/>
                        <a:pt x="33" y="76"/>
                        <a:pt x="33" y="76"/>
                      </a:cubicBezTo>
                      <a:cubicBezTo>
                        <a:pt x="33" y="85"/>
                        <a:pt x="33" y="85"/>
                        <a:pt x="33" y="85"/>
                      </a:cubicBezTo>
                      <a:cubicBezTo>
                        <a:pt x="33" y="85"/>
                        <a:pt x="30" y="90"/>
                        <a:pt x="26" y="91"/>
                      </a:cubicBezTo>
                      <a:cubicBezTo>
                        <a:pt x="22" y="92"/>
                        <a:pt x="21" y="82"/>
                        <a:pt x="12" y="81"/>
                      </a:cubicBezTo>
                      <a:cubicBezTo>
                        <a:pt x="6" y="79"/>
                        <a:pt x="2" y="82"/>
                        <a:pt x="0" y="84"/>
                      </a:cubicBezTo>
                      <a:cubicBezTo>
                        <a:pt x="1" y="86"/>
                        <a:pt x="2" y="89"/>
                        <a:pt x="0" y="91"/>
                      </a:cubicBezTo>
                      <a:cubicBezTo>
                        <a:pt x="1" y="93"/>
                        <a:pt x="2" y="95"/>
                        <a:pt x="2" y="97"/>
                      </a:cubicBezTo>
                      <a:cubicBezTo>
                        <a:pt x="2" y="100"/>
                        <a:pt x="2" y="105"/>
                        <a:pt x="2" y="107"/>
                      </a:cubicBezTo>
                      <a:cubicBezTo>
                        <a:pt x="11" y="106"/>
                        <a:pt x="11" y="106"/>
                        <a:pt x="11" y="106"/>
                      </a:cubicBezTo>
                      <a:cubicBezTo>
                        <a:pt x="11" y="106"/>
                        <a:pt x="8" y="120"/>
                        <a:pt x="16" y="118"/>
                      </a:cubicBezTo>
                      <a:cubicBezTo>
                        <a:pt x="23" y="115"/>
                        <a:pt x="21" y="106"/>
                        <a:pt x="32" y="106"/>
                      </a:cubicBezTo>
                      <a:cubicBezTo>
                        <a:pt x="37" y="107"/>
                        <a:pt x="40" y="113"/>
                        <a:pt x="41" y="117"/>
                      </a:cubicBezTo>
                      <a:cubicBezTo>
                        <a:pt x="50" y="117"/>
                        <a:pt x="50" y="117"/>
                        <a:pt x="50" y="117"/>
                      </a:cubicBezTo>
                      <a:cubicBezTo>
                        <a:pt x="56" y="121"/>
                        <a:pt x="56" y="121"/>
                        <a:pt x="56" y="121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92" y="111"/>
                        <a:pt x="92" y="111"/>
                        <a:pt x="92" y="111"/>
                      </a:cubicBezTo>
                      <a:cubicBezTo>
                        <a:pt x="92" y="111"/>
                        <a:pt x="94" y="102"/>
                        <a:pt x="104" y="103"/>
                      </a:cubicBezTo>
                      <a:cubicBezTo>
                        <a:pt x="113" y="104"/>
                        <a:pt x="114" y="118"/>
                        <a:pt x="114" y="118"/>
                      </a:cubicBezTo>
                      <a:cubicBezTo>
                        <a:pt x="119" y="118"/>
                        <a:pt x="119" y="118"/>
                        <a:pt x="119" y="118"/>
                      </a:cubicBezTo>
                      <a:cubicBezTo>
                        <a:pt x="124" y="131"/>
                        <a:pt x="124" y="131"/>
                        <a:pt x="124" y="131"/>
                      </a:cubicBezTo>
                      <a:cubicBezTo>
                        <a:pt x="136" y="131"/>
                        <a:pt x="136" y="131"/>
                        <a:pt x="136" y="131"/>
                      </a:cubicBezTo>
                      <a:cubicBezTo>
                        <a:pt x="136" y="131"/>
                        <a:pt x="159" y="127"/>
                        <a:pt x="162" y="132"/>
                      </a:cubicBezTo>
                      <a:cubicBezTo>
                        <a:pt x="162" y="134"/>
                        <a:pt x="162" y="135"/>
                        <a:pt x="162" y="136"/>
                      </a:cubicBezTo>
                      <a:cubicBezTo>
                        <a:pt x="171" y="136"/>
                        <a:pt x="171" y="136"/>
                        <a:pt x="171" y="136"/>
                      </a:cubicBezTo>
                      <a:cubicBezTo>
                        <a:pt x="171" y="136"/>
                        <a:pt x="180" y="132"/>
                        <a:pt x="183" y="132"/>
                      </a:cubicBezTo>
                      <a:cubicBezTo>
                        <a:pt x="186" y="132"/>
                        <a:pt x="192" y="136"/>
                        <a:pt x="192" y="136"/>
                      </a:cubicBezTo>
                      <a:cubicBezTo>
                        <a:pt x="192" y="136"/>
                        <a:pt x="200" y="138"/>
                        <a:pt x="207" y="138"/>
                      </a:cubicBezTo>
                      <a:cubicBezTo>
                        <a:pt x="214" y="138"/>
                        <a:pt x="214" y="129"/>
                        <a:pt x="214" y="129"/>
                      </a:cubicBezTo>
                      <a:cubicBezTo>
                        <a:pt x="247" y="130"/>
                        <a:pt x="247" y="130"/>
                        <a:pt x="247" y="130"/>
                      </a:cubicBezTo>
                      <a:cubicBezTo>
                        <a:pt x="254" y="126"/>
                        <a:pt x="254" y="126"/>
                        <a:pt x="254" y="126"/>
                      </a:cubicBezTo>
                      <a:cubicBezTo>
                        <a:pt x="270" y="131"/>
                        <a:pt x="270" y="131"/>
                        <a:pt x="270" y="131"/>
                      </a:cubicBezTo>
                      <a:cubicBezTo>
                        <a:pt x="272" y="119"/>
                        <a:pt x="272" y="119"/>
                        <a:pt x="272" y="119"/>
                      </a:cubicBezTo>
                      <a:cubicBezTo>
                        <a:pt x="277" y="107"/>
                        <a:pt x="277" y="107"/>
                        <a:pt x="277" y="107"/>
                      </a:cubicBezTo>
                      <a:cubicBezTo>
                        <a:pt x="290" y="105"/>
                        <a:pt x="290" y="105"/>
                        <a:pt x="290" y="105"/>
                      </a:cubicBezTo>
                      <a:cubicBezTo>
                        <a:pt x="290" y="91"/>
                        <a:pt x="290" y="91"/>
                        <a:pt x="290" y="91"/>
                      </a:cubicBezTo>
                      <a:cubicBezTo>
                        <a:pt x="298" y="79"/>
                        <a:pt x="298" y="79"/>
                        <a:pt x="298" y="79"/>
                      </a:cubicBezTo>
                      <a:cubicBezTo>
                        <a:pt x="290" y="78"/>
                        <a:pt x="290" y="78"/>
                        <a:pt x="290" y="78"/>
                      </a:cubicBezTo>
                      <a:cubicBezTo>
                        <a:pt x="291" y="69"/>
                        <a:pt x="291" y="69"/>
                        <a:pt x="291" y="69"/>
                      </a:cubicBezTo>
                      <a:lnTo>
                        <a:pt x="306" y="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6" name="Freeform 262"/>
                <p:cNvSpPr>
                  <a:spLocks/>
                </p:cNvSpPr>
                <p:nvPr/>
              </p:nvSpPr>
              <p:spPr bwMode="gray">
                <a:xfrm>
                  <a:off x="-6024" y="-16724"/>
                  <a:ext cx="430" cy="343"/>
                </a:xfrm>
                <a:custGeom>
                  <a:avLst/>
                  <a:gdLst>
                    <a:gd name="T0" fmla="*/ 14 w 182"/>
                    <a:gd name="T1" fmla="*/ 104 h 145"/>
                    <a:gd name="T2" fmla="*/ 0 w 182"/>
                    <a:gd name="T3" fmla="*/ 116 h 145"/>
                    <a:gd name="T4" fmla="*/ 0 w 182"/>
                    <a:gd name="T5" fmla="*/ 116 h 145"/>
                    <a:gd name="T6" fmla="*/ 9 w 182"/>
                    <a:gd name="T7" fmla="*/ 108 h 145"/>
                    <a:gd name="T8" fmla="*/ 10 w 182"/>
                    <a:gd name="T9" fmla="*/ 110 h 145"/>
                    <a:gd name="T10" fmla="*/ 18 w 182"/>
                    <a:gd name="T11" fmla="*/ 108 h 145"/>
                    <a:gd name="T12" fmla="*/ 22 w 182"/>
                    <a:gd name="T13" fmla="*/ 114 h 145"/>
                    <a:gd name="T14" fmla="*/ 34 w 182"/>
                    <a:gd name="T15" fmla="*/ 112 h 145"/>
                    <a:gd name="T16" fmla="*/ 43 w 182"/>
                    <a:gd name="T17" fmla="*/ 117 h 145"/>
                    <a:gd name="T18" fmla="*/ 46 w 182"/>
                    <a:gd name="T19" fmla="*/ 110 h 145"/>
                    <a:gd name="T20" fmla="*/ 56 w 182"/>
                    <a:gd name="T21" fmla="*/ 112 h 145"/>
                    <a:gd name="T22" fmla="*/ 56 w 182"/>
                    <a:gd name="T23" fmla="*/ 106 h 145"/>
                    <a:gd name="T24" fmla="*/ 65 w 182"/>
                    <a:gd name="T25" fmla="*/ 108 h 145"/>
                    <a:gd name="T26" fmla="*/ 71 w 182"/>
                    <a:gd name="T27" fmla="*/ 104 h 145"/>
                    <a:gd name="T28" fmla="*/ 90 w 182"/>
                    <a:gd name="T29" fmla="*/ 104 h 145"/>
                    <a:gd name="T30" fmla="*/ 94 w 182"/>
                    <a:gd name="T31" fmla="*/ 114 h 145"/>
                    <a:gd name="T32" fmla="*/ 108 w 182"/>
                    <a:gd name="T33" fmla="*/ 114 h 145"/>
                    <a:gd name="T34" fmla="*/ 119 w 182"/>
                    <a:gd name="T35" fmla="*/ 121 h 145"/>
                    <a:gd name="T36" fmla="*/ 114 w 182"/>
                    <a:gd name="T37" fmla="*/ 130 h 145"/>
                    <a:gd name="T38" fmla="*/ 112 w 182"/>
                    <a:gd name="T39" fmla="*/ 140 h 145"/>
                    <a:gd name="T40" fmla="*/ 123 w 182"/>
                    <a:gd name="T41" fmla="*/ 140 h 145"/>
                    <a:gd name="T42" fmla="*/ 127 w 182"/>
                    <a:gd name="T43" fmla="*/ 124 h 145"/>
                    <a:gd name="T44" fmla="*/ 123 w 182"/>
                    <a:gd name="T45" fmla="*/ 116 h 145"/>
                    <a:gd name="T46" fmla="*/ 134 w 182"/>
                    <a:gd name="T47" fmla="*/ 106 h 145"/>
                    <a:gd name="T48" fmla="*/ 130 w 182"/>
                    <a:gd name="T49" fmla="*/ 95 h 145"/>
                    <a:gd name="T50" fmla="*/ 124 w 182"/>
                    <a:gd name="T51" fmla="*/ 80 h 145"/>
                    <a:gd name="T52" fmla="*/ 148 w 182"/>
                    <a:gd name="T53" fmla="*/ 85 h 145"/>
                    <a:gd name="T54" fmla="*/ 152 w 182"/>
                    <a:gd name="T55" fmla="*/ 77 h 145"/>
                    <a:gd name="T56" fmla="*/ 158 w 182"/>
                    <a:gd name="T57" fmla="*/ 78 h 145"/>
                    <a:gd name="T58" fmla="*/ 160 w 182"/>
                    <a:gd name="T59" fmla="*/ 67 h 145"/>
                    <a:gd name="T60" fmla="*/ 168 w 182"/>
                    <a:gd name="T61" fmla="*/ 59 h 145"/>
                    <a:gd name="T62" fmla="*/ 153 w 182"/>
                    <a:gd name="T63" fmla="*/ 47 h 145"/>
                    <a:gd name="T64" fmla="*/ 164 w 182"/>
                    <a:gd name="T65" fmla="*/ 40 h 145"/>
                    <a:gd name="T66" fmla="*/ 172 w 182"/>
                    <a:gd name="T67" fmla="*/ 40 h 145"/>
                    <a:gd name="T68" fmla="*/ 170 w 182"/>
                    <a:gd name="T69" fmla="*/ 28 h 145"/>
                    <a:gd name="T70" fmla="*/ 182 w 182"/>
                    <a:gd name="T71" fmla="*/ 20 h 145"/>
                    <a:gd name="T72" fmla="*/ 177 w 182"/>
                    <a:gd name="T73" fmla="*/ 12 h 145"/>
                    <a:gd name="T74" fmla="*/ 180 w 182"/>
                    <a:gd name="T75" fmla="*/ 10 h 145"/>
                    <a:gd name="T76" fmla="*/ 176 w 182"/>
                    <a:gd name="T77" fmla="*/ 7 h 145"/>
                    <a:gd name="T78" fmla="*/ 154 w 182"/>
                    <a:gd name="T79" fmla="*/ 1 h 145"/>
                    <a:gd name="T80" fmla="*/ 125 w 182"/>
                    <a:gd name="T81" fmla="*/ 0 h 145"/>
                    <a:gd name="T82" fmla="*/ 103 w 182"/>
                    <a:gd name="T83" fmla="*/ 10 h 145"/>
                    <a:gd name="T84" fmla="*/ 107 w 182"/>
                    <a:gd name="T85" fmla="*/ 21 h 145"/>
                    <a:gd name="T86" fmla="*/ 111 w 182"/>
                    <a:gd name="T87" fmla="*/ 34 h 145"/>
                    <a:gd name="T88" fmla="*/ 116 w 182"/>
                    <a:gd name="T89" fmla="*/ 40 h 145"/>
                    <a:gd name="T90" fmla="*/ 122 w 182"/>
                    <a:gd name="T91" fmla="*/ 48 h 145"/>
                    <a:gd name="T92" fmla="*/ 104 w 182"/>
                    <a:gd name="T93" fmla="*/ 60 h 145"/>
                    <a:gd name="T94" fmla="*/ 92 w 182"/>
                    <a:gd name="T95" fmla="*/ 52 h 145"/>
                    <a:gd name="T96" fmla="*/ 100 w 182"/>
                    <a:gd name="T97" fmla="*/ 37 h 145"/>
                    <a:gd name="T98" fmla="*/ 102 w 182"/>
                    <a:gd name="T99" fmla="*/ 24 h 145"/>
                    <a:gd name="T100" fmla="*/ 97 w 182"/>
                    <a:gd name="T101" fmla="*/ 16 h 145"/>
                    <a:gd name="T102" fmla="*/ 81 w 182"/>
                    <a:gd name="T103" fmla="*/ 30 h 145"/>
                    <a:gd name="T104" fmla="*/ 64 w 182"/>
                    <a:gd name="T105" fmla="*/ 49 h 145"/>
                    <a:gd name="T106" fmla="*/ 60 w 182"/>
                    <a:gd name="T107" fmla="*/ 69 h 145"/>
                    <a:gd name="T108" fmla="*/ 42 w 182"/>
                    <a:gd name="T109" fmla="*/ 89 h 145"/>
                    <a:gd name="T110" fmla="*/ 48 w 182"/>
                    <a:gd name="T111" fmla="*/ 97 h 145"/>
                    <a:gd name="T112" fmla="*/ 31 w 182"/>
                    <a:gd name="T113" fmla="*/ 98 h 145"/>
                    <a:gd name="T114" fmla="*/ 14 w 182"/>
                    <a:gd name="T115" fmla="*/ 104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82" h="145">
                      <a:moveTo>
                        <a:pt x="14" y="104"/>
                      </a:moveTo>
                      <a:cubicBezTo>
                        <a:pt x="0" y="116"/>
                        <a:pt x="0" y="116"/>
                        <a:pt x="0" y="116"/>
                      </a:cubicBezTo>
                      <a:cubicBezTo>
                        <a:pt x="0" y="116"/>
                        <a:pt x="0" y="116"/>
                        <a:pt x="0" y="116"/>
                      </a:cubicBezTo>
                      <a:cubicBezTo>
                        <a:pt x="9" y="108"/>
                        <a:pt x="9" y="108"/>
                        <a:pt x="9" y="108"/>
                      </a:cubicBezTo>
                      <a:cubicBezTo>
                        <a:pt x="10" y="110"/>
                        <a:pt x="10" y="110"/>
                        <a:pt x="10" y="110"/>
                      </a:cubicBezTo>
                      <a:cubicBezTo>
                        <a:pt x="18" y="108"/>
                        <a:pt x="18" y="108"/>
                        <a:pt x="18" y="108"/>
                      </a:cubicBezTo>
                      <a:cubicBezTo>
                        <a:pt x="22" y="114"/>
                        <a:pt x="22" y="114"/>
                        <a:pt x="22" y="114"/>
                      </a:cubicBezTo>
                      <a:cubicBezTo>
                        <a:pt x="22" y="114"/>
                        <a:pt x="30" y="113"/>
                        <a:pt x="34" y="112"/>
                      </a:cubicBezTo>
                      <a:cubicBezTo>
                        <a:pt x="39" y="112"/>
                        <a:pt x="43" y="117"/>
                        <a:pt x="43" y="117"/>
                      </a:cubicBezTo>
                      <a:cubicBezTo>
                        <a:pt x="46" y="110"/>
                        <a:pt x="46" y="110"/>
                        <a:pt x="46" y="110"/>
                      </a:cubicBezTo>
                      <a:cubicBezTo>
                        <a:pt x="56" y="112"/>
                        <a:pt x="56" y="112"/>
                        <a:pt x="56" y="112"/>
                      </a:cubicBezTo>
                      <a:cubicBezTo>
                        <a:pt x="56" y="106"/>
                        <a:pt x="56" y="106"/>
                        <a:pt x="56" y="106"/>
                      </a:cubicBezTo>
                      <a:cubicBezTo>
                        <a:pt x="65" y="108"/>
                        <a:pt x="65" y="108"/>
                        <a:pt x="65" y="108"/>
                      </a:cubicBezTo>
                      <a:cubicBezTo>
                        <a:pt x="65" y="108"/>
                        <a:pt x="66" y="105"/>
                        <a:pt x="71" y="104"/>
                      </a:cubicBezTo>
                      <a:cubicBezTo>
                        <a:pt x="76" y="102"/>
                        <a:pt x="90" y="104"/>
                        <a:pt x="90" y="104"/>
                      </a:cubicBezTo>
                      <a:cubicBezTo>
                        <a:pt x="90" y="104"/>
                        <a:pt x="91" y="110"/>
                        <a:pt x="94" y="114"/>
                      </a:cubicBezTo>
                      <a:cubicBezTo>
                        <a:pt x="96" y="118"/>
                        <a:pt x="108" y="114"/>
                        <a:pt x="108" y="114"/>
                      </a:cubicBezTo>
                      <a:cubicBezTo>
                        <a:pt x="108" y="114"/>
                        <a:pt x="118" y="112"/>
                        <a:pt x="119" y="121"/>
                      </a:cubicBezTo>
                      <a:cubicBezTo>
                        <a:pt x="120" y="130"/>
                        <a:pt x="114" y="130"/>
                        <a:pt x="114" y="130"/>
                      </a:cubicBezTo>
                      <a:cubicBezTo>
                        <a:pt x="114" y="130"/>
                        <a:pt x="110" y="134"/>
                        <a:pt x="112" y="140"/>
                      </a:cubicBezTo>
                      <a:cubicBezTo>
                        <a:pt x="114" y="145"/>
                        <a:pt x="123" y="140"/>
                        <a:pt x="123" y="140"/>
                      </a:cubicBezTo>
                      <a:cubicBezTo>
                        <a:pt x="123" y="140"/>
                        <a:pt x="126" y="126"/>
                        <a:pt x="127" y="124"/>
                      </a:cubicBezTo>
                      <a:cubicBezTo>
                        <a:pt x="128" y="122"/>
                        <a:pt x="123" y="116"/>
                        <a:pt x="123" y="116"/>
                      </a:cubicBezTo>
                      <a:cubicBezTo>
                        <a:pt x="123" y="116"/>
                        <a:pt x="134" y="110"/>
                        <a:pt x="134" y="106"/>
                      </a:cubicBezTo>
                      <a:cubicBezTo>
                        <a:pt x="135" y="103"/>
                        <a:pt x="130" y="95"/>
                        <a:pt x="130" y="95"/>
                      </a:cubicBezTo>
                      <a:cubicBezTo>
                        <a:pt x="124" y="80"/>
                        <a:pt x="124" y="80"/>
                        <a:pt x="124" y="80"/>
                      </a:cubicBezTo>
                      <a:cubicBezTo>
                        <a:pt x="124" y="80"/>
                        <a:pt x="146" y="88"/>
                        <a:pt x="148" y="85"/>
                      </a:cubicBezTo>
                      <a:cubicBezTo>
                        <a:pt x="150" y="82"/>
                        <a:pt x="152" y="77"/>
                        <a:pt x="152" y="77"/>
                      </a:cubicBezTo>
                      <a:cubicBezTo>
                        <a:pt x="158" y="78"/>
                        <a:pt x="158" y="78"/>
                        <a:pt x="158" y="78"/>
                      </a:cubicBezTo>
                      <a:cubicBezTo>
                        <a:pt x="160" y="67"/>
                        <a:pt x="160" y="67"/>
                        <a:pt x="160" y="67"/>
                      </a:cubicBezTo>
                      <a:cubicBezTo>
                        <a:pt x="160" y="67"/>
                        <a:pt x="168" y="63"/>
                        <a:pt x="168" y="59"/>
                      </a:cubicBezTo>
                      <a:cubicBezTo>
                        <a:pt x="168" y="55"/>
                        <a:pt x="154" y="50"/>
                        <a:pt x="153" y="47"/>
                      </a:cubicBezTo>
                      <a:cubicBezTo>
                        <a:pt x="152" y="44"/>
                        <a:pt x="164" y="40"/>
                        <a:pt x="164" y="40"/>
                      </a:cubicBezTo>
                      <a:cubicBezTo>
                        <a:pt x="172" y="40"/>
                        <a:pt x="172" y="40"/>
                        <a:pt x="172" y="40"/>
                      </a:cubicBezTo>
                      <a:cubicBezTo>
                        <a:pt x="172" y="40"/>
                        <a:pt x="168" y="32"/>
                        <a:pt x="170" y="28"/>
                      </a:cubicBezTo>
                      <a:cubicBezTo>
                        <a:pt x="171" y="24"/>
                        <a:pt x="182" y="20"/>
                        <a:pt x="182" y="20"/>
                      </a:cubicBezTo>
                      <a:cubicBezTo>
                        <a:pt x="177" y="12"/>
                        <a:pt x="177" y="12"/>
                        <a:pt x="177" y="12"/>
                      </a:cubicBezTo>
                      <a:cubicBezTo>
                        <a:pt x="180" y="10"/>
                        <a:pt x="180" y="10"/>
                        <a:pt x="180" y="10"/>
                      </a:cubicBezTo>
                      <a:cubicBezTo>
                        <a:pt x="176" y="7"/>
                        <a:pt x="176" y="7"/>
                        <a:pt x="176" y="7"/>
                      </a:cubicBezTo>
                      <a:cubicBezTo>
                        <a:pt x="176" y="7"/>
                        <a:pt x="160" y="1"/>
                        <a:pt x="154" y="1"/>
                      </a:cubicBezTo>
                      <a:cubicBezTo>
                        <a:pt x="148" y="1"/>
                        <a:pt x="125" y="0"/>
                        <a:pt x="125" y="0"/>
                      </a:cubicBezTo>
                      <a:cubicBezTo>
                        <a:pt x="125" y="0"/>
                        <a:pt x="111" y="5"/>
                        <a:pt x="103" y="10"/>
                      </a:cubicBezTo>
                      <a:cubicBezTo>
                        <a:pt x="104" y="14"/>
                        <a:pt x="107" y="19"/>
                        <a:pt x="107" y="21"/>
                      </a:cubicBezTo>
                      <a:cubicBezTo>
                        <a:pt x="108" y="24"/>
                        <a:pt x="111" y="34"/>
                        <a:pt x="111" y="34"/>
                      </a:cubicBezTo>
                      <a:cubicBezTo>
                        <a:pt x="111" y="34"/>
                        <a:pt x="114" y="40"/>
                        <a:pt x="116" y="40"/>
                      </a:cubicBezTo>
                      <a:cubicBezTo>
                        <a:pt x="119" y="40"/>
                        <a:pt x="122" y="43"/>
                        <a:pt x="122" y="48"/>
                      </a:cubicBezTo>
                      <a:cubicBezTo>
                        <a:pt x="123" y="52"/>
                        <a:pt x="111" y="59"/>
                        <a:pt x="104" y="60"/>
                      </a:cubicBezTo>
                      <a:cubicBezTo>
                        <a:pt x="98" y="60"/>
                        <a:pt x="95" y="55"/>
                        <a:pt x="92" y="52"/>
                      </a:cubicBezTo>
                      <a:cubicBezTo>
                        <a:pt x="88" y="48"/>
                        <a:pt x="94" y="45"/>
                        <a:pt x="100" y="37"/>
                      </a:cubicBezTo>
                      <a:cubicBezTo>
                        <a:pt x="106" y="29"/>
                        <a:pt x="102" y="24"/>
                        <a:pt x="102" y="24"/>
                      </a:cubicBezTo>
                      <a:cubicBezTo>
                        <a:pt x="102" y="24"/>
                        <a:pt x="99" y="21"/>
                        <a:pt x="97" y="16"/>
                      </a:cubicBezTo>
                      <a:cubicBezTo>
                        <a:pt x="92" y="23"/>
                        <a:pt x="81" y="30"/>
                        <a:pt x="81" y="30"/>
                      </a:cubicBezTo>
                      <a:cubicBezTo>
                        <a:pt x="81" y="30"/>
                        <a:pt x="64" y="42"/>
                        <a:pt x="64" y="49"/>
                      </a:cubicBezTo>
                      <a:cubicBezTo>
                        <a:pt x="64" y="56"/>
                        <a:pt x="60" y="69"/>
                        <a:pt x="60" y="69"/>
                      </a:cubicBezTo>
                      <a:cubicBezTo>
                        <a:pt x="42" y="89"/>
                        <a:pt x="42" y="89"/>
                        <a:pt x="42" y="89"/>
                      </a:cubicBezTo>
                      <a:cubicBezTo>
                        <a:pt x="48" y="97"/>
                        <a:pt x="48" y="97"/>
                        <a:pt x="48" y="97"/>
                      </a:cubicBezTo>
                      <a:cubicBezTo>
                        <a:pt x="31" y="98"/>
                        <a:pt x="31" y="98"/>
                        <a:pt x="31" y="98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8" name="Freeform 263"/>
                <p:cNvSpPr>
                  <a:spLocks/>
                </p:cNvSpPr>
                <p:nvPr/>
              </p:nvSpPr>
              <p:spPr bwMode="gray">
                <a:xfrm>
                  <a:off x="-6043" y="-16483"/>
                  <a:ext cx="352" cy="241"/>
                </a:xfrm>
                <a:custGeom>
                  <a:avLst/>
                  <a:gdLst>
                    <a:gd name="T0" fmla="*/ 0 w 149"/>
                    <a:gd name="T1" fmla="*/ 29 h 102"/>
                    <a:gd name="T2" fmla="*/ 6 w 149"/>
                    <a:gd name="T3" fmla="*/ 43 h 102"/>
                    <a:gd name="T4" fmla="*/ 22 w 149"/>
                    <a:gd name="T5" fmla="*/ 47 h 102"/>
                    <a:gd name="T6" fmla="*/ 29 w 149"/>
                    <a:gd name="T7" fmla="*/ 54 h 102"/>
                    <a:gd name="T8" fmla="*/ 52 w 149"/>
                    <a:gd name="T9" fmla="*/ 59 h 102"/>
                    <a:gd name="T10" fmla="*/ 57 w 149"/>
                    <a:gd name="T11" fmla="*/ 78 h 102"/>
                    <a:gd name="T12" fmla="*/ 72 w 149"/>
                    <a:gd name="T13" fmla="*/ 78 h 102"/>
                    <a:gd name="T14" fmla="*/ 82 w 149"/>
                    <a:gd name="T15" fmla="*/ 71 h 102"/>
                    <a:gd name="T16" fmla="*/ 82 w 149"/>
                    <a:gd name="T17" fmla="*/ 87 h 102"/>
                    <a:gd name="T18" fmla="*/ 106 w 149"/>
                    <a:gd name="T19" fmla="*/ 94 h 102"/>
                    <a:gd name="T20" fmla="*/ 109 w 149"/>
                    <a:gd name="T21" fmla="*/ 98 h 102"/>
                    <a:gd name="T22" fmla="*/ 123 w 149"/>
                    <a:gd name="T23" fmla="*/ 98 h 102"/>
                    <a:gd name="T24" fmla="*/ 128 w 149"/>
                    <a:gd name="T25" fmla="*/ 102 h 102"/>
                    <a:gd name="T26" fmla="*/ 131 w 149"/>
                    <a:gd name="T27" fmla="*/ 100 h 102"/>
                    <a:gd name="T28" fmla="*/ 120 w 149"/>
                    <a:gd name="T29" fmla="*/ 86 h 102"/>
                    <a:gd name="T30" fmla="*/ 130 w 149"/>
                    <a:gd name="T31" fmla="*/ 72 h 102"/>
                    <a:gd name="T32" fmla="*/ 138 w 149"/>
                    <a:gd name="T33" fmla="*/ 68 h 102"/>
                    <a:gd name="T34" fmla="*/ 138 w 149"/>
                    <a:gd name="T35" fmla="*/ 68 h 102"/>
                    <a:gd name="T36" fmla="*/ 140 w 149"/>
                    <a:gd name="T37" fmla="*/ 62 h 102"/>
                    <a:gd name="T38" fmla="*/ 149 w 149"/>
                    <a:gd name="T39" fmla="*/ 61 h 102"/>
                    <a:gd name="T40" fmla="*/ 146 w 149"/>
                    <a:gd name="T41" fmla="*/ 48 h 102"/>
                    <a:gd name="T42" fmla="*/ 136 w 149"/>
                    <a:gd name="T43" fmla="*/ 39 h 102"/>
                    <a:gd name="T44" fmla="*/ 131 w 149"/>
                    <a:gd name="T45" fmla="*/ 38 h 102"/>
                    <a:gd name="T46" fmla="*/ 120 w 149"/>
                    <a:gd name="T47" fmla="*/ 38 h 102"/>
                    <a:gd name="T48" fmla="*/ 122 w 149"/>
                    <a:gd name="T49" fmla="*/ 28 h 102"/>
                    <a:gd name="T50" fmla="*/ 127 w 149"/>
                    <a:gd name="T51" fmla="*/ 19 h 102"/>
                    <a:gd name="T52" fmla="*/ 116 w 149"/>
                    <a:gd name="T53" fmla="*/ 12 h 102"/>
                    <a:gd name="T54" fmla="*/ 102 w 149"/>
                    <a:gd name="T55" fmla="*/ 12 h 102"/>
                    <a:gd name="T56" fmla="*/ 98 w 149"/>
                    <a:gd name="T57" fmla="*/ 2 h 102"/>
                    <a:gd name="T58" fmla="*/ 79 w 149"/>
                    <a:gd name="T59" fmla="*/ 2 h 102"/>
                    <a:gd name="T60" fmla="*/ 73 w 149"/>
                    <a:gd name="T61" fmla="*/ 6 h 102"/>
                    <a:gd name="T62" fmla="*/ 64 w 149"/>
                    <a:gd name="T63" fmla="*/ 4 h 102"/>
                    <a:gd name="T64" fmla="*/ 64 w 149"/>
                    <a:gd name="T65" fmla="*/ 10 h 102"/>
                    <a:gd name="T66" fmla="*/ 54 w 149"/>
                    <a:gd name="T67" fmla="*/ 8 h 102"/>
                    <a:gd name="T68" fmla="*/ 51 w 149"/>
                    <a:gd name="T69" fmla="*/ 15 h 102"/>
                    <a:gd name="T70" fmla="*/ 42 w 149"/>
                    <a:gd name="T71" fmla="*/ 10 h 102"/>
                    <a:gd name="T72" fmla="*/ 30 w 149"/>
                    <a:gd name="T73" fmla="*/ 12 h 102"/>
                    <a:gd name="T74" fmla="*/ 26 w 149"/>
                    <a:gd name="T75" fmla="*/ 6 h 102"/>
                    <a:gd name="T76" fmla="*/ 18 w 149"/>
                    <a:gd name="T77" fmla="*/ 8 h 102"/>
                    <a:gd name="T78" fmla="*/ 17 w 149"/>
                    <a:gd name="T79" fmla="*/ 6 h 102"/>
                    <a:gd name="T80" fmla="*/ 1 w 149"/>
                    <a:gd name="T81" fmla="*/ 20 h 102"/>
                    <a:gd name="T82" fmla="*/ 0 w 149"/>
                    <a:gd name="T83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49" h="102">
                      <a:moveTo>
                        <a:pt x="0" y="29"/>
                      </a:moveTo>
                      <a:cubicBezTo>
                        <a:pt x="6" y="43"/>
                        <a:pt x="6" y="43"/>
                        <a:pt x="6" y="43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9" y="54"/>
                        <a:pt x="29" y="54"/>
                        <a:pt x="29" y="54"/>
                      </a:cubicBezTo>
                      <a:cubicBezTo>
                        <a:pt x="29" y="54"/>
                        <a:pt x="47" y="56"/>
                        <a:pt x="52" y="59"/>
                      </a:cubicBezTo>
                      <a:cubicBezTo>
                        <a:pt x="57" y="62"/>
                        <a:pt x="57" y="78"/>
                        <a:pt x="57" y="78"/>
                      </a:cubicBezTo>
                      <a:cubicBezTo>
                        <a:pt x="72" y="78"/>
                        <a:pt x="72" y="78"/>
                        <a:pt x="72" y="78"/>
                      </a:cubicBezTo>
                      <a:cubicBezTo>
                        <a:pt x="82" y="71"/>
                        <a:pt x="82" y="71"/>
                        <a:pt x="82" y="71"/>
                      </a:cubicBezTo>
                      <a:cubicBezTo>
                        <a:pt x="82" y="87"/>
                        <a:pt x="82" y="87"/>
                        <a:pt x="82" y="87"/>
                      </a:cubicBezTo>
                      <a:cubicBezTo>
                        <a:pt x="82" y="87"/>
                        <a:pt x="104" y="91"/>
                        <a:pt x="106" y="94"/>
                      </a:cubicBezTo>
                      <a:cubicBezTo>
                        <a:pt x="108" y="97"/>
                        <a:pt x="109" y="98"/>
                        <a:pt x="109" y="98"/>
                      </a:cubicBezTo>
                      <a:cubicBezTo>
                        <a:pt x="123" y="98"/>
                        <a:pt x="123" y="98"/>
                        <a:pt x="123" y="98"/>
                      </a:cubicBezTo>
                      <a:cubicBezTo>
                        <a:pt x="128" y="102"/>
                        <a:pt x="128" y="102"/>
                        <a:pt x="128" y="102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27" y="95"/>
                        <a:pt x="121" y="88"/>
                        <a:pt x="120" y="86"/>
                      </a:cubicBezTo>
                      <a:cubicBezTo>
                        <a:pt x="118" y="84"/>
                        <a:pt x="119" y="78"/>
                        <a:pt x="130" y="72"/>
                      </a:cubicBezTo>
                      <a:cubicBezTo>
                        <a:pt x="134" y="70"/>
                        <a:pt x="137" y="69"/>
                        <a:pt x="138" y="68"/>
                      </a:cubicBezTo>
                      <a:cubicBezTo>
                        <a:pt x="138" y="68"/>
                        <a:pt x="138" y="68"/>
                        <a:pt x="138" y="68"/>
                      </a:cubicBezTo>
                      <a:cubicBezTo>
                        <a:pt x="139" y="65"/>
                        <a:pt x="140" y="62"/>
                        <a:pt x="140" y="62"/>
                      </a:cubicBezTo>
                      <a:cubicBezTo>
                        <a:pt x="149" y="61"/>
                        <a:pt x="149" y="61"/>
                        <a:pt x="149" y="61"/>
                      </a:cubicBezTo>
                      <a:cubicBezTo>
                        <a:pt x="149" y="61"/>
                        <a:pt x="146" y="54"/>
                        <a:pt x="146" y="48"/>
                      </a:cubicBezTo>
                      <a:cubicBezTo>
                        <a:pt x="145" y="42"/>
                        <a:pt x="136" y="39"/>
                        <a:pt x="136" y="39"/>
                      </a:cubicBezTo>
                      <a:cubicBezTo>
                        <a:pt x="131" y="38"/>
                        <a:pt x="131" y="38"/>
                        <a:pt x="131" y="38"/>
                      </a:cubicBezTo>
                      <a:cubicBezTo>
                        <a:pt x="131" y="38"/>
                        <a:pt x="122" y="43"/>
                        <a:pt x="120" y="38"/>
                      </a:cubicBezTo>
                      <a:cubicBezTo>
                        <a:pt x="118" y="32"/>
                        <a:pt x="122" y="28"/>
                        <a:pt x="122" y="28"/>
                      </a:cubicBezTo>
                      <a:cubicBezTo>
                        <a:pt x="122" y="28"/>
                        <a:pt x="128" y="28"/>
                        <a:pt x="127" y="19"/>
                      </a:cubicBezTo>
                      <a:cubicBezTo>
                        <a:pt x="126" y="10"/>
                        <a:pt x="116" y="12"/>
                        <a:pt x="116" y="12"/>
                      </a:cubicBezTo>
                      <a:cubicBezTo>
                        <a:pt x="116" y="12"/>
                        <a:pt x="104" y="16"/>
                        <a:pt x="102" y="12"/>
                      </a:cubicBezTo>
                      <a:cubicBezTo>
                        <a:pt x="99" y="8"/>
                        <a:pt x="98" y="2"/>
                        <a:pt x="98" y="2"/>
                      </a:cubicBezTo>
                      <a:cubicBezTo>
                        <a:pt x="98" y="2"/>
                        <a:pt x="84" y="0"/>
                        <a:pt x="79" y="2"/>
                      </a:cubicBezTo>
                      <a:cubicBezTo>
                        <a:pt x="74" y="3"/>
                        <a:pt x="73" y="6"/>
                        <a:pt x="73" y="6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54" y="8"/>
                        <a:pt x="54" y="8"/>
                        <a:pt x="54" y="8"/>
                      </a:cubicBezTo>
                      <a:cubicBezTo>
                        <a:pt x="51" y="15"/>
                        <a:pt x="51" y="15"/>
                        <a:pt x="51" y="15"/>
                      </a:cubicBezTo>
                      <a:cubicBezTo>
                        <a:pt x="51" y="15"/>
                        <a:pt x="47" y="10"/>
                        <a:pt x="42" y="10"/>
                      </a:cubicBezTo>
                      <a:cubicBezTo>
                        <a:pt x="38" y="11"/>
                        <a:pt x="30" y="12"/>
                        <a:pt x="30" y="12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" y="20"/>
                        <a:pt x="1" y="20"/>
                        <a:pt x="1" y="20"/>
                      </a:cubicBezTo>
                      <a:lnTo>
                        <a:pt x="0" y="2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9" name="Freeform 264"/>
                <p:cNvSpPr>
                  <a:spLocks/>
                </p:cNvSpPr>
                <p:nvPr/>
              </p:nvSpPr>
              <p:spPr bwMode="gray">
                <a:xfrm>
                  <a:off x="-5734" y="-16901"/>
                  <a:ext cx="882" cy="928"/>
                </a:xfrm>
                <a:custGeom>
                  <a:avLst/>
                  <a:gdLst>
                    <a:gd name="T0" fmla="*/ 21 w 373"/>
                    <a:gd name="T1" fmla="*/ 294 h 393"/>
                    <a:gd name="T2" fmla="*/ 62 w 373"/>
                    <a:gd name="T3" fmla="*/ 297 h 393"/>
                    <a:gd name="T4" fmla="*/ 90 w 373"/>
                    <a:gd name="T5" fmla="*/ 305 h 393"/>
                    <a:gd name="T6" fmla="*/ 74 w 373"/>
                    <a:gd name="T7" fmla="*/ 330 h 393"/>
                    <a:gd name="T8" fmla="*/ 75 w 373"/>
                    <a:gd name="T9" fmla="*/ 381 h 393"/>
                    <a:gd name="T10" fmla="*/ 101 w 373"/>
                    <a:gd name="T11" fmla="*/ 378 h 393"/>
                    <a:gd name="T12" fmla="*/ 128 w 373"/>
                    <a:gd name="T13" fmla="*/ 372 h 393"/>
                    <a:gd name="T14" fmla="*/ 148 w 373"/>
                    <a:gd name="T15" fmla="*/ 383 h 393"/>
                    <a:gd name="T16" fmla="*/ 161 w 373"/>
                    <a:gd name="T17" fmla="*/ 382 h 393"/>
                    <a:gd name="T18" fmla="*/ 182 w 373"/>
                    <a:gd name="T19" fmla="*/ 377 h 393"/>
                    <a:gd name="T20" fmla="*/ 224 w 373"/>
                    <a:gd name="T21" fmla="*/ 387 h 393"/>
                    <a:gd name="T22" fmla="*/ 258 w 373"/>
                    <a:gd name="T23" fmla="*/ 372 h 393"/>
                    <a:gd name="T24" fmla="*/ 290 w 373"/>
                    <a:gd name="T25" fmla="*/ 385 h 393"/>
                    <a:gd name="T26" fmla="*/ 282 w 373"/>
                    <a:gd name="T27" fmla="*/ 358 h 393"/>
                    <a:gd name="T28" fmla="*/ 309 w 373"/>
                    <a:gd name="T29" fmla="*/ 335 h 393"/>
                    <a:gd name="T30" fmla="*/ 324 w 373"/>
                    <a:gd name="T31" fmla="*/ 316 h 393"/>
                    <a:gd name="T32" fmla="*/ 301 w 373"/>
                    <a:gd name="T33" fmla="*/ 295 h 393"/>
                    <a:gd name="T34" fmla="*/ 281 w 373"/>
                    <a:gd name="T35" fmla="*/ 285 h 393"/>
                    <a:gd name="T36" fmla="*/ 271 w 373"/>
                    <a:gd name="T37" fmla="*/ 271 h 393"/>
                    <a:gd name="T38" fmla="*/ 263 w 373"/>
                    <a:gd name="T39" fmla="*/ 248 h 393"/>
                    <a:gd name="T40" fmla="*/ 263 w 373"/>
                    <a:gd name="T41" fmla="*/ 239 h 393"/>
                    <a:gd name="T42" fmla="*/ 283 w 373"/>
                    <a:gd name="T43" fmla="*/ 227 h 393"/>
                    <a:gd name="T44" fmla="*/ 308 w 373"/>
                    <a:gd name="T45" fmla="*/ 221 h 393"/>
                    <a:gd name="T46" fmla="*/ 325 w 373"/>
                    <a:gd name="T47" fmla="*/ 210 h 393"/>
                    <a:gd name="T48" fmla="*/ 360 w 373"/>
                    <a:gd name="T49" fmla="*/ 208 h 393"/>
                    <a:gd name="T50" fmla="*/ 369 w 373"/>
                    <a:gd name="T51" fmla="*/ 177 h 393"/>
                    <a:gd name="T52" fmla="*/ 351 w 373"/>
                    <a:gd name="T53" fmla="*/ 157 h 393"/>
                    <a:gd name="T54" fmla="*/ 356 w 373"/>
                    <a:gd name="T55" fmla="*/ 136 h 393"/>
                    <a:gd name="T56" fmla="*/ 352 w 373"/>
                    <a:gd name="T57" fmla="*/ 115 h 393"/>
                    <a:gd name="T58" fmla="*/ 334 w 373"/>
                    <a:gd name="T59" fmla="*/ 106 h 393"/>
                    <a:gd name="T60" fmla="*/ 339 w 373"/>
                    <a:gd name="T61" fmla="*/ 72 h 393"/>
                    <a:gd name="T62" fmla="*/ 321 w 373"/>
                    <a:gd name="T63" fmla="*/ 55 h 393"/>
                    <a:gd name="T64" fmla="*/ 296 w 373"/>
                    <a:gd name="T65" fmla="*/ 35 h 393"/>
                    <a:gd name="T66" fmla="*/ 226 w 373"/>
                    <a:gd name="T67" fmla="*/ 35 h 393"/>
                    <a:gd name="T68" fmla="*/ 202 w 373"/>
                    <a:gd name="T69" fmla="*/ 35 h 393"/>
                    <a:gd name="T70" fmla="*/ 168 w 373"/>
                    <a:gd name="T71" fmla="*/ 22 h 393"/>
                    <a:gd name="T72" fmla="*/ 145 w 373"/>
                    <a:gd name="T73" fmla="*/ 3 h 393"/>
                    <a:gd name="T74" fmla="*/ 112 w 373"/>
                    <a:gd name="T75" fmla="*/ 0 h 393"/>
                    <a:gd name="T76" fmla="*/ 130 w 373"/>
                    <a:gd name="T77" fmla="*/ 49 h 393"/>
                    <a:gd name="T78" fmla="*/ 105 w 373"/>
                    <a:gd name="T79" fmla="*/ 55 h 393"/>
                    <a:gd name="T80" fmla="*/ 82 w 373"/>
                    <a:gd name="T81" fmla="*/ 62 h 393"/>
                    <a:gd name="T82" fmla="*/ 57 w 373"/>
                    <a:gd name="T83" fmla="*/ 85 h 393"/>
                    <a:gd name="T84" fmla="*/ 47 w 373"/>
                    <a:gd name="T85" fmla="*/ 103 h 393"/>
                    <a:gd name="T86" fmla="*/ 30 w 373"/>
                    <a:gd name="T87" fmla="*/ 122 h 393"/>
                    <a:gd name="T88" fmla="*/ 35 w 373"/>
                    <a:gd name="T89" fmla="*/ 153 h 393"/>
                    <a:gd name="T90" fmla="*/ 1 w 373"/>
                    <a:gd name="T91" fmla="*/ 155 h 393"/>
                    <a:gd name="T92" fmla="*/ 0 w 373"/>
                    <a:gd name="T93" fmla="*/ 191 h 393"/>
                    <a:gd name="T94" fmla="*/ 5 w 373"/>
                    <a:gd name="T95" fmla="*/ 216 h 393"/>
                    <a:gd name="T96" fmla="*/ 9 w 373"/>
                    <a:gd name="T97" fmla="*/ 239 h 393"/>
                    <a:gd name="T98" fmla="*/ 17 w 373"/>
                    <a:gd name="T99" fmla="*/ 274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373" h="393">
                      <a:moveTo>
                        <a:pt x="17" y="274"/>
                      </a:moveTo>
                      <a:cubicBezTo>
                        <a:pt x="17" y="274"/>
                        <a:pt x="19" y="278"/>
                        <a:pt x="22" y="281"/>
                      </a:cubicBezTo>
                      <a:cubicBezTo>
                        <a:pt x="25" y="284"/>
                        <a:pt x="21" y="294"/>
                        <a:pt x="21" y="294"/>
                      </a:cubicBezTo>
                      <a:cubicBezTo>
                        <a:pt x="38" y="294"/>
                        <a:pt x="38" y="294"/>
                        <a:pt x="38" y="294"/>
                      </a:cubicBezTo>
                      <a:cubicBezTo>
                        <a:pt x="38" y="294"/>
                        <a:pt x="36" y="299"/>
                        <a:pt x="42" y="300"/>
                      </a:cubicBezTo>
                      <a:cubicBezTo>
                        <a:pt x="48" y="301"/>
                        <a:pt x="62" y="297"/>
                        <a:pt x="62" y="297"/>
                      </a:cubicBezTo>
                      <a:cubicBezTo>
                        <a:pt x="62" y="301"/>
                        <a:pt x="62" y="301"/>
                        <a:pt x="62" y="301"/>
                      </a:cubicBezTo>
                      <a:cubicBezTo>
                        <a:pt x="80" y="300"/>
                        <a:pt x="80" y="300"/>
                        <a:pt x="80" y="300"/>
                      </a:cubicBezTo>
                      <a:cubicBezTo>
                        <a:pt x="90" y="305"/>
                        <a:pt x="90" y="305"/>
                        <a:pt x="90" y="305"/>
                      </a:cubicBezTo>
                      <a:cubicBezTo>
                        <a:pt x="88" y="311"/>
                        <a:pt x="88" y="311"/>
                        <a:pt x="88" y="311"/>
                      </a:cubicBezTo>
                      <a:cubicBezTo>
                        <a:pt x="74" y="322"/>
                        <a:pt x="74" y="322"/>
                        <a:pt x="74" y="322"/>
                      </a:cubicBezTo>
                      <a:cubicBezTo>
                        <a:pt x="74" y="330"/>
                        <a:pt x="74" y="330"/>
                        <a:pt x="74" y="330"/>
                      </a:cubicBezTo>
                      <a:cubicBezTo>
                        <a:pt x="74" y="330"/>
                        <a:pt x="64" y="349"/>
                        <a:pt x="62" y="360"/>
                      </a:cubicBezTo>
                      <a:cubicBezTo>
                        <a:pt x="60" y="369"/>
                        <a:pt x="63" y="377"/>
                        <a:pt x="64" y="379"/>
                      </a:cubicBezTo>
                      <a:cubicBezTo>
                        <a:pt x="75" y="381"/>
                        <a:pt x="75" y="381"/>
                        <a:pt x="75" y="381"/>
                      </a:cubicBezTo>
                      <a:cubicBezTo>
                        <a:pt x="87" y="381"/>
                        <a:pt x="87" y="381"/>
                        <a:pt x="87" y="381"/>
                      </a:cubicBezTo>
                      <a:cubicBezTo>
                        <a:pt x="97" y="374"/>
                        <a:pt x="97" y="374"/>
                        <a:pt x="97" y="374"/>
                      </a:cubicBezTo>
                      <a:cubicBezTo>
                        <a:pt x="101" y="378"/>
                        <a:pt x="101" y="378"/>
                        <a:pt x="101" y="378"/>
                      </a:cubicBezTo>
                      <a:cubicBezTo>
                        <a:pt x="101" y="378"/>
                        <a:pt x="96" y="366"/>
                        <a:pt x="103" y="365"/>
                      </a:cubicBezTo>
                      <a:cubicBezTo>
                        <a:pt x="110" y="364"/>
                        <a:pt x="119" y="372"/>
                        <a:pt x="119" y="372"/>
                      </a:cubicBezTo>
                      <a:cubicBezTo>
                        <a:pt x="128" y="372"/>
                        <a:pt x="128" y="372"/>
                        <a:pt x="128" y="372"/>
                      </a:cubicBezTo>
                      <a:cubicBezTo>
                        <a:pt x="138" y="375"/>
                        <a:pt x="138" y="375"/>
                        <a:pt x="138" y="375"/>
                      </a:cubicBezTo>
                      <a:cubicBezTo>
                        <a:pt x="144" y="383"/>
                        <a:pt x="144" y="383"/>
                        <a:pt x="144" y="383"/>
                      </a:cubicBezTo>
                      <a:cubicBezTo>
                        <a:pt x="148" y="383"/>
                        <a:pt x="148" y="383"/>
                        <a:pt x="148" y="383"/>
                      </a:cubicBezTo>
                      <a:cubicBezTo>
                        <a:pt x="148" y="383"/>
                        <a:pt x="149" y="384"/>
                        <a:pt x="149" y="385"/>
                      </a:cubicBezTo>
                      <a:cubicBezTo>
                        <a:pt x="149" y="385"/>
                        <a:pt x="149" y="385"/>
                        <a:pt x="149" y="385"/>
                      </a:cubicBezTo>
                      <a:cubicBezTo>
                        <a:pt x="151" y="383"/>
                        <a:pt x="155" y="380"/>
                        <a:pt x="161" y="382"/>
                      </a:cubicBezTo>
                      <a:cubicBezTo>
                        <a:pt x="170" y="383"/>
                        <a:pt x="171" y="393"/>
                        <a:pt x="175" y="392"/>
                      </a:cubicBezTo>
                      <a:cubicBezTo>
                        <a:pt x="179" y="391"/>
                        <a:pt x="182" y="386"/>
                        <a:pt x="182" y="386"/>
                      </a:cubicBezTo>
                      <a:cubicBezTo>
                        <a:pt x="182" y="377"/>
                        <a:pt x="182" y="377"/>
                        <a:pt x="182" y="377"/>
                      </a:cubicBezTo>
                      <a:cubicBezTo>
                        <a:pt x="195" y="378"/>
                        <a:pt x="195" y="378"/>
                        <a:pt x="195" y="378"/>
                      </a:cubicBezTo>
                      <a:cubicBezTo>
                        <a:pt x="195" y="378"/>
                        <a:pt x="205" y="389"/>
                        <a:pt x="212" y="389"/>
                      </a:cubicBezTo>
                      <a:cubicBezTo>
                        <a:pt x="218" y="389"/>
                        <a:pt x="224" y="387"/>
                        <a:pt x="224" y="387"/>
                      </a:cubicBezTo>
                      <a:cubicBezTo>
                        <a:pt x="233" y="379"/>
                        <a:pt x="233" y="379"/>
                        <a:pt x="233" y="379"/>
                      </a:cubicBezTo>
                      <a:cubicBezTo>
                        <a:pt x="247" y="378"/>
                        <a:pt x="247" y="378"/>
                        <a:pt x="247" y="378"/>
                      </a:cubicBezTo>
                      <a:cubicBezTo>
                        <a:pt x="258" y="372"/>
                        <a:pt x="258" y="372"/>
                        <a:pt x="258" y="372"/>
                      </a:cubicBezTo>
                      <a:cubicBezTo>
                        <a:pt x="267" y="373"/>
                        <a:pt x="267" y="373"/>
                        <a:pt x="267" y="373"/>
                      </a:cubicBezTo>
                      <a:cubicBezTo>
                        <a:pt x="280" y="378"/>
                        <a:pt x="280" y="378"/>
                        <a:pt x="280" y="378"/>
                      </a:cubicBezTo>
                      <a:cubicBezTo>
                        <a:pt x="280" y="378"/>
                        <a:pt x="288" y="392"/>
                        <a:pt x="290" y="385"/>
                      </a:cubicBezTo>
                      <a:cubicBezTo>
                        <a:pt x="291" y="379"/>
                        <a:pt x="290" y="369"/>
                        <a:pt x="290" y="369"/>
                      </a:cubicBezTo>
                      <a:cubicBezTo>
                        <a:pt x="290" y="360"/>
                        <a:pt x="290" y="360"/>
                        <a:pt x="290" y="360"/>
                      </a:cubicBezTo>
                      <a:cubicBezTo>
                        <a:pt x="282" y="358"/>
                        <a:pt x="282" y="358"/>
                        <a:pt x="282" y="358"/>
                      </a:cubicBezTo>
                      <a:cubicBezTo>
                        <a:pt x="282" y="358"/>
                        <a:pt x="287" y="345"/>
                        <a:pt x="291" y="344"/>
                      </a:cubicBezTo>
                      <a:cubicBezTo>
                        <a:pt x="296" y="343"/>
                        <a:pt x="309" y="346"/>
                        <a:pt x="309" y="346"/>
                      </a:cubicBezTo>
                      <a:cubicBezTo>
                        <a:pt x="309" y="335"/>
                        <a:pt x="309" y="335"/>
                        <a:pt x="309" y="335"/>
                      </a:cubicBezTo>
                      <a:cubicBezTo>
                        <a:pt x="305" y="328"/>
                        <a:pt x="305" y="328"/>
                        <a:pt x="305" y="328"/>
                      </a:cubicBezTo>
                      <a:cubicBezTo>
                        <a:pt x="317" y="327"/>
                        <a:pt x="317" y="327"/>
                        <a:pt x="317" y="327"/>
                      </a:cubicBezTo>
                      <a:cubicBezTo>
                        <a:pt x="324" y="316"/>
                        <a:pt x="324" y="316"/>
                        <a:pt x="324" y="316"/>
                      </a:cubicBezTo>
                      <a:cubicBezTo>
                        <a:pt x="324" y="316"/>
                        <a:pt x="323" y="309"/>
                        <a:pt x="317" y="305"/>
                      </a:cubicBezTo>
                      <a:cubicBezTo>
                        <a:pt x="312" y="302"/>
                        <a:pt x="307" y="304"/>
                        <a:pt x="307" y="304"/>
                      </a:cubicBezTo>
                      <a:cubicBezTo>
                        <a:pt x="301" y="295"/>
                        <a:pt x="301" y="295"/>
                        <a:pt x="301" y="295"/>
                      </a:cubicBezTo>
                      <a:cubicBezTo>
                        <a:pt x="297" y="295"/>
                        <a:pt x="297" y="295"/>
                        <a:pt x="297" y="295"/>
                      </a:cubicBezTo>
                      <a:cubicBezTo>
                        <a:pt x="294" y="287"/>
                        <a:pt x="294" y="287"/>
                        <a:pt x="294" y="287"/>
                      </a:cubicBezTo>
                      <a:cubicBezTo>
                        <a:pt x="294" y="287"/>
                        <a:pt x="288" y="285"/>
                        <a:pt x="281" y="285"/>
                      </a:cubicBezTo>
                      <a:cubicBezTo>
                        <a:pt x="273" y="284"/>
                        <a:pt x="279" y="279"/>
                        <a:pt x="279" y="279"/>
                      </a:cubicBezTo>
                      <a:cubicBezTo>
                        <a:pt x="273" y="277"/>
                        <a:pt x="273" y="277"/>
                        <a:pt x="273" y="277"/>
                      </a:cubicBezTo>
                      <a:cubicBezTo>
                        <a:pt x="271" y="271"/>
                        <a:pt x="271" y="271"/>
                        <a:pt x="271" y="271"/>
                      </a:cubicBezTo>
                      <a:cubicBezTo>
                        <a:pt x="271" y="271"/>
                        <a:pt x="263" y="265"/>
                        <a:pt x="262" y="263"/>
                      </a:cubicBezTo>
                      <a:cubicBezTo>
                        <a:pt x="261" y="261"/>
                        <a:pt x="269" y="257"/>
                        <a:pt x="269" y="257"/>
                      </a:cubicBezTo>
                      <a:cubicBezTo>
                        <a:pt x="263" y="248"/>
                        <a:pt x="263" y="248"/>
                        <a:pt x="263" y="248"/>
                      </a:cubicBezTo>
                      <a:cubicBezTo>
                        <a:pt x="257" y="247"/>
                        <a:pt x="257" y="247"/>
                        <a:pt x="257" y="247"/>
                      </a:cubicBezTo>
                      <a:cubicBezTo>
                        <a:pt x="257" y="247"/>
                        <a:pt x="252" y="238"/>
                        <a:pt x="255" y="235"/>
                      </a:cubicBezTo>
                      <a:cubicBezTo>
                        <a:pt x="259" y="233"/>
                        <a:pt x="259" y="239"/>
                        <a:pt x="263" y="239"/>
                      </a:cubicBezTo>
                      <a:cubicBezTo>
                        <a:pt x="267" y="238"/>
                        <a:pt x="266" y="233"/>
                        <a:pt x="266" y="233"/>
                      </a:cubicBezTo>
                      <a:cubicBezTo>
                        <a:pt x="273" y="233"/>
                        <a:pt x="273" y="233"/>
                        <a:pt x="273" y="233"/>
                      </a:cubicBezTo>
                      <a:cubicBezTo>
                        <a:pt x="273" y="233"/>
                        <a:pt x="275" y="225"/>
                        <a:pt x="283" y="227"/>
                      </a:cubicBezTo>
                      <a:cubicBezTo>
                        <a:pt x="292" y="229"/>
                        <a:pt x="290" y="233"/>
                        <a:pt x="290" y="233"/>
                      </a:cubicBezTo>
                      <a:cubicBezTo>
                        <a:pt x="297" y="224"/>
                        <a:pt x="297" y="224"/>
                        <a:pt x="297" y="224"/>
                      </a:cubicBezTo>
                      <a:cubicBezTo>
                        <a:pt x="308" y="221"/>
                        <a:pt x="308" y="221"/>
                        <a:pt x="308" y="221"/>
                      </a:cubicBezTo>
                      <a:cubicBezTo>
                        <a:pt x="310" y="217"/>
                        <a:pt x="310" y="217"/>
                        <a:pt x="310" y="217"/>
                      </a:cubicBezTo>
                      <a:cubicBezTo>
                        <a:pt x="310" y="217"/>
                        <a:pt x="321" y="217"/>
                        <a:pt x="324" y="216"/>
                      </a:cubicBezTo>
                      <a:cubicBezTo>
                        <a:pt x="327" y="215"/>
                        <a:pt x="325" y="210"/>
                        <a:pt x="325" y="210"/>
                      </a:cubicBezTo>
                      <a:cubicBezTo>
                        <a:pt x="325" y="210"/>
                        <a:pt x="336" y="211"/>
                        <a:pt x="339" y="208"/>
                      </a:cubicBezTo>
                      <a:cubicBezTo>
                        <a:pt x="341" y="205"/>
                        <a:pt x="346" y="199"/>
                        <a:pt x="348" y="198"/>
                      </a:cubicBezTo>
                      <a:cubicBezTo>
                        <a:pt x="350" y="197"/>
                        <a:pt x="355" y="209"/>
                        <a:pt x="360" y="208"/>
                      </a:cubicBezTo>
                      <a:cubicBezTo>
                        <a:pt x="365" y="207"/>
                        <a:pt x="371" y="195"/>
                        <a:pt x="372" y="191"/>
                      </a:cubicBezTo>
                      <a:cubicBezTo>
                        <a:pt x="373" y="188"/>
                        <a:pt x="367" y="187"/>
                        <a:pt x="367" y="187"/>
                      </a:cubicBezTo>
                      <a:cubicBezTo>
                        <a:pt x="367" y="187"/>
                        <a:pt x="371" y="182"/>
                        <a:pt x="369" y="177"/>
                      </a:cubicBezTo>
                      <a:cubicBezTo>
                        <a:pt x="368" y="171"/>
                        <a:pt x="360" y="177"/>
                        <a:pt x="360" y="177"/>
                      </a:cubicBezTo>
                      <a:cubicBezTo>
                        <a:pt x="361" y="165"/>
                        <a:pt x="361" y="165"/>
                        <a:pt x="361" y="165"/>
                      </a:cubicBezTo>
                      <a:cubicBezTo>
                        <a:pt x="361" y="165"/>
                        <a:pt x="352" y="163"/>
                        <a:pt x="351" y="157"/>
                      </a:cubicBezTo>
                      <a:cubicBezTo>
                        <a:pt x="351" y="152"/>
                        <a:pt x="360" y="146"/>
                        <a:pt x="360" y="146"/>
                      </a:cubicBezTo>
                      <a:cubicBezTo>
                        <a:pt x="360" y="146"/>
                        <a:pt x="357" y="144"/>
                        <a:pt x="355" y="143"/>
                      </a:cubicBezTo>
                      <a:cubicBezTo>
                        <a:pt x="353" y="143"/>
                        <a:pt x="356" y="136"/>
                        <a:pt x="356" y="136"/>
                      </a:cubicBezTo>
                      <a:cubicBezTo>
                        <a:pt x="356" y="136"/>
                        <a:pt x="351" y="135"/>
                        <a:pt x="350" y="132"/>
                      </a:cubicBezTo>
                      <a:cubicBezTo>
                        <a:pt x="349" y="129"/>
                        <a:pt x="355" y="126"/>
                        <a:pt x="355" y="126"/>
                      </a:cubicBezTo>
                      <a:cubicBezTo>
                        <a:pt x="355" y="126"/>
                        <a:pt x="355" y="120"/>
                        <a:pt x="352" y="115"/>
                      </a:cubicBezTo>
                      <a:cubicBezTo>
                        <a:pt x="349" y="111"/>
                        <a:pt x="345" y="115"/>
                        <a:pt x="345" y="115"/>
                      </a:cubicBezTo>
                      <a:cubicBezTo>
                        <a:pt x="341" y="109"/>
                        <a:pt x="341" y="109"/>
                        <a:pt x="341" y="109"/>
                      </a:cubicBezTo>
                      <a:cubicBezTo>
                        <a:pt x="341" y="109"/>
                        <a:pt x="337" y="113"/>
                        <a:pt x="334" y="106"/>
                      </a:cubicBezTo>
                      <a:cubicBezTo>
                        <a:pt x="331" y="99"/>
                        <a:pt x="337" y="98"/>
                        <a:pt x="343" y="93"/>
                      </a:cubicBezTo>
                      <a:cubicBezTo>
                        <a:pt x="349" y="89"/>
                        <a:pt x="347" y="87"/>
                        <a:pt x="345" y="79"/>
                      </a:cubicBezTo>
                      <a:cubicBezTo>
                        <a:pt x="342" y="70"/>
                        <a:pt x="337" y="78"/>
                        <a:pt x="339" y="72"/>
                      </a:cubicBezTo>
                      <a:cubicBezTo>
                        <a:pt x="340" y="69"/>
                        <a:pt x="339" y="65"/>
                        <a:pt x="338" y="62"/>
                      </a:cubicBezTo>
                      <a:cubicBezTo>
                        <a:pt x="334" y="60"/>
                        <a:pt x="334" y="60"/>
                        <a:pt x="334" y="60"/>
                      </a:cubicBezTo>
                      <a:cubicBezTo>
                        <a:pt x="321" y="55"/>
                        <a:pt x="321" y="55"/>
                        <a:pt x="321" y="55"/>
                      </a:cubicBezTo>
                      <a:cubicBezTo>
                        <a:pt x="321" y="55"/>
                        <a:pt x="323" y="50"/>
                        <a:pt x="318" y="44"/>
                      </a:cubicBezTo>
                      <a:cubicBezTo>
                        <a:pt x="313" y="38"/>
                        <a:pt x="301" y="41"/>
                        <a:pt x="301" y="41"/>
                      </a:cubicBezTo>
                      <a:cubicBezTo>
                        <a:pt x="296" y="35"/>
                        <a:pt x="296" y="35"/>
                        <a:pt x="296" y="35"/>
                      </a:cubicBezTo>
                      <a:cubicBezTo>
                        <a:pt x="296" y="35"/>
                        <a:pt x="270" y="23"/>
                        <a:pt x="265" y="26"/>
                      </a:cubicBezTo>
                      <a:cubicBezTo>
                        <a:pt x="260" y="29"/>
                        <a:pt x="253" y="36"/>
                        <a:pt x="253" y="36"/>
                      </a:cubicBezTo>
                      <a:cubicBezTo>
                        <a:pt x="226" y="35"/>
                        <a:pt x="226" y="35"/>
                        <a:pt x="226" y="35"/>
                      </a:cubicBezTo>
                      <a:cubicBezTo>
                        <a:pt x="226" y="47"/>
                        <a:pt x="226" y="47"/>
                        <a:pt x="226" y="47"/>
                      </a:cubicBezTo>
                      <a:cubicBezTo>
                        <a:pt x="200" y="46"/>
                        <a:pt x="200" y="46"/>
                        <a:pt x="200" y="46"/>
                      </a:cubicBezTo>
                      <a:cubicBezTo>
                        <a:pt x="200" y="46"/>
                        <a:pt x="198" y="38"/>
                        <a:pt x="202" y="35"/>
                      </a:cubicBezTo>
                      <a:cubicBezTo>
                        <a:pt x="206" y="32"/>
                        <a:pt x="209" y="20"/>
                        <a:pt x="209" y="20"/>
                      </a:cubicBezTo>
                      <a:cubicBezTo>
                        <a:pt x="196" y="27"/>
                        <a:pt x="196" y="27"/>
                        <a:pt x="196" y="27"/>
                      </a:cubicBezTo>
                      <a:cubicBezTo>
                        <a:pt x="168" y="22"/>
                        <a:pt x="168" y="22"/>
                        <a:pt x="168" y="22"/>
                      </a:cubicBezTo>
                      <a:cubicBezTo>
                        <a:pt x="168" y="22"/>
                        <a:pt x="160" y="14"/>
                        <a:pt x="156" y="4"/>
                      </a:cubicBezTo>
                      <a:cubicBezTo>
                        <a:pt x="154" y="5"/>
                        <a:pt x="153" y="6"/>
                        <a:pt x="153" y="6"/>
                      </a:cubicBezTo>
                      <a:cubicBezTo>
                        <a:pt x="153" y="6"/>
                        <a:pt x="152" y="2"/>
                        <a:pt x="145" y="3"/>
                      </a:cubicBezTo>
                      <a:cubicBezTo>
                        <a:pt x="137" y="3"/>
                        <a:pt x="135" y="5"/>
                        <a:pt x="135" y="5"/>
                      </a:cubicBezTo>
                      <a:cubicBezTo>
                        <a:pt x="135" y="5"/>
                        <a:pt x="127" y="0"/>
                        <a:pt x="123" y="0"/>
                      </a:cubicBezTo>
                      <a:cubicBezTo>
                        <a:pt x="119" y="0"/>
                        <a:pt x="112" y="0"/>
                        <a:pt x="112" y="0"/>
                      </a:cubicBezTo>
                      <a:cubicBezTo>
                        <a:pt x="126" y="23"/>
                        <a:pt x="126" y="23"/>
                        <a:pt x="126" y="23"/>
                      </a:cubicBezTo>
                      <a:cubicBezTo>
                        <a:pt x="117" y="31"/>
                        <a:pt x="117" y="31"/>
                        <a:pt x="117" y="31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42" y="58"/>
                        <a:pt x="142" y="58"/>
                        <a:pt x="142" y="58"/>
                      </a:cubicBezTo>
                      <a:cubicBezTo>
                        <a:pt x="123" y="51"/>
                        <a:pt x="123" y="51"/>
                        <a:pt x="123" y="51"/>
                      </a:cubicBezTo>
                      <a:cubicBezTo>
                        <a:pt x="105" y="55"/>
                        <a:pt x="105" y="55"/>
                        <a:pt x="105" y="55"/>
                      </a:cubicBezTo>
                      <a:cubicBezTo>
                        <a:pt x="105" y="55"/>
                        <a:pt x="110" y="70"/>
                        <a:pt x="104" y="72"/>
                      </a:cubicBezTo>
                      <a:cubicBezTo>
                        <a:pt x="98" y="74"/>
                        <a:pt x="88" y="72"/>
                        <a:pt x="88" y="7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55" y="59"/>
                        <a:pt x="54" y="64"/>
                      </a:cubicBezTo>
                      <a:cubicBezTo>
                        <a:pt x="53" y="69"/>
                        <a:pt x="53" y="82"/>
                        <a:pt x="53" y="82"/>
                      </a:cubicBezTo>
                      <a:cubicBezTo>
                        <a:pt x="57" y="85"/>
                        <a:pt x="57" y="85"/>
                        <a:pt x="57" y="85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9" y="95"/>
                        <a:pt x="59" y="95"/>
                        <a:pt x="59" y="95"/>
                      </a:cubicBezTo>
                      <a:cubicBezTo>
                        <a:pt x="59" y="95"/>
                        <a:pt x="48" y="99"/>
                        <a:pt x="47" y="103"/>
                      </a:cubicBezTo>
                      <a:cubicBezTo>
                        <a:pt x="45" y="107"/>
                        <a:pt x="49" y="115"/>
                        <a:pt x="49" y="115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1" y="115"/>
                        <a:pt x="29" y="119"/>
                        <a:pt x="30" y="122"/>
                      </a:cubicBezTo>
                      <a:cubicBezTo>
                        <a:pt x="31" y="125"/>
                        <a:pt x="45" y="130"/>
                        <a:pt x="45" y="134"/>
                      </a:cubicBezTo>
                      <a:cubicBezTo>
                        <a:pt x="45" y="138"/>
                        <a:pt x="37" y="142"/>
                        <a:pt x="37" y="142"/>
                      </a:cubicBezTo>
                      <a:cubicBezTo>
                        <a:pt x="35" y="153"/>
                        <a:pt x="35" y="153"/>
                        <a:pt x="35" y="153"/>
                      </a:cubicBezTo>
                      <a:cubicBezTo>
                        <a:pt x="29" y="152"/>
                        <a:pt x="29" y="152"/>
                        <a:pt x="29" y="152"/>
                      </a:cubicBezTo>
                      <a:cubicBezTo>
                        <a:pt x="29" y="152"/>
                        <a:pt x="27" y="157"/>
                        <a:pt x="25" y="160"/>
                      </a:cubicBezTo>
                      <a:cubicBezTo>
                        <a:pt x="23" y="163"/>
                        <a:pt x="1" y="155"/>
                        <a:pt x="1" y="155"/>
                      </a:cubicBezTo>
                      <a:cubicBezTo>
                        <a:pt x="7" y="170"/>
                        <a:pt x="7" y="170"/>
                        <a:pt x="7" y="170"/>
                      </a:cubicBezTo>
                      <a:cubicBezTo>
                        <a:pt x="7" y="170"/>
                        <a:pt x="12" y="178"/>
                        <a:pt x="11" y="181"/>
                      </a:cubicBezTo>
                      <a:cubicBezTo>
                        <a:pt x="11" y="185"/>
                        <a:pt x="0" y="191"/>
                        <a:pt x="0" y="191"/>
                      </a:cubicBezTo>
                      <a:cubicBezTo>
                        <a:pt x="0" y="191"/>
                        <a:pt x="5" y="197"/>
                        <a:pt x="4" y="199"/>
                      </a:cubicBezTo>
                      <a:cubicBezTo>
                        <a:pt x="3" y="201"/>
                        <a:pt x="0" y="215"/>
                        <a:pt x="0" y="215"/>
                      </a:cubicBezTo>
                      <a:cubicBezTo>
                        <a:pt x="5" y="216"/>
                        <a:pt x="5" y="216"/>
                        <a:pt x="5" y="216"/>
                      </a:cubicBezTo>
                      <a:cubicBezTo>
                        <a:pt x="5" y="216"/>
                        <a:pt x="14" y="219"/>
                        <a:pt x="15" y="225"/>
                      </a:cubicBezTo>
                      <a:cubicBezTo>
                        <a:pt x="15" y="231"/>
                        <a:pt x="18" y="238"/>
                        <a:pt x="18" y="238"/>
                      </a:cubicBezTo>
                      <a:cubicBezTo>
                        <a:pt x="9" y="239"/>
                        <a:pt x="9" y="239"/>
                        <a:pt x="9" y="239"/>
                      </a:cubicBezTo>
                      <a:cubicBezTo>
                        <a:pt x="9" y="239"/>
                        <a:pt x="4" y="247"/>
                        <a:pt x="7" y="253"/>
                      </a:cubicBezTo>
                      <a:cubicBezTo>
                        <a:pt x="11" y="259"/>
                        <a:pt x="21" y="261"/>
                        <a:pt x="22" y="265"/>
                      </a:cubicBezTo>
                      <a:cubicBezTo>
                        <a:pt x="23" y="270"/>
                        <a:pt x="17" y="274"/>
                        <a:pt x="17" y="274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0" name="Freeform 265"/>
                <p:cNvSpPr>
                  <a:spLocks/>
                </p:cNvSpPr>
                <p:nvPr/>
              </p:nvSpPr>
              <p:spPr bwMode="gray">
                <a:xfrm>
                  <a:off x="-6218" y="-15394"/>
                  <a:ext cx="47" cy="31"/>
                </a:xfrm>
                <a:custGeom>
                  <a:avLst/>
                  <a:gdLst>
                    <a:gd name="T0" fmla="*/ 5 w 20"/>
                    <a:gd name="T1" fmla="*/ 13 h 13"/>
                    <a:gd name="T2" fmla="*/ 18 w 20"/>
                    <a:gd name="T3" fmla="*/ 10 h 13"/>
                    <a:gd name="T4" fmla="*/ 20 w 20"/>
                    <a:gd name="T5" fmla="*/ 10 h 13"/>
                    <a:gd name="T6" fmla="*/ 19 w 20"/>
                    <a:gd name="T7" fmla="*/ 1 h 13"/>
                    <a:gd name="T8" fmla="*/ 5 w 20"/>
                    <a:gd name="T9" fmla="*/ 1 h 13"/>
                    <a:gd name="T10" fmla="*/ 0 w 20"/>
                    <a:gd name="T11" fmla="*/ 2 h 13"/>
                    <a:gd name="T12" fmla="*/ 5 w 20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13">
                      <a:moveTo>
                        <a:pt x="5" y="13"/>
                      </a:moveTo>
                      <a:cubicBezTo>
                        <a:pt x="5" y="13"/>
                        <a:pt x="14" y="11"/>
                        <a:pt x="18" y="10"/>
                      </a:cubicBezTo>
                      <a:cubicBezTo>
                        <a:pt x="19" y="10"/>
                        <a:pt x="20" y="10"/>
                        <a:pt x="20" y="10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5" y="0"/>
                        <a:pt x="5" y="1"/>
                      </a:cubicBezTo>
                      <a:cubicBezTo>
                        <a:pt x="3" y="1"/>
                        <a:pt x="1" y="1"/>
                        <a:pt x="0" y="2"/>
                      </a:cubicBezTo>
                      <a:lnTo>
                        <a:pt x="5" y="1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1" name="Freeform 266"/>
                <p:cNvSpPr>
                  <a:spLocks/>
                </p:cNvSpPr>
                <p:nvPr/>
              </p:nvSpPr>
              <p:spPr bwMode="gray">
                <a:xfrm>
                  <a:off x="2279" y="-16570"/>
                  <a:ext cx="3321" cy="1318"/>
                </a:xfrm>
                <a:custGeom>
                  <a:avLst/>
                  <a:gdLst>
                    <a:gd name="T0" fmla="*/ 1353 w 1406"/>
                    <a:gd name="T1" fmla="*/ 245 h 558"/>
                    <a:gd name="T2" fmla="*/ 1312 w 1406"/>
                    <a:gd name="T3" fmla="*/ 214 h 558"/>
                    <a:gd name="T4" fmla="*/ 1247 w 1406"/>
                    <a:gd name="T5" fmla="*/ 225 h 558"/>
                    <a:gd name="T6" fmla="*/ 1182 w 1406"/>
                    <a:gd name="T7" fmla="*/ 215 h 558"/>
                    <a:gd name="T8" fmla="*/ 1179 w 1406"/>
                    <a:gd name="T9" fmla="*/ 178 h 558"/>
                    <a:gd name="T10" fmla="*/ 1162 w 1406"/>
                    <a:gd name="T11" fmla="*/ 114 h 558"/>
                    <a:gd name="T12" fmla="*/ 1091 w 1406"/>
                    <a:gd name="T13" fmla="*/ 102 h 558"/>
                    <a:gd name="T14" fmla="*/ 1025 w 1406"/>
                    <a:gd name="T15" fmla="*/ 136 h 558"/>
                    <a:gd name="T16" fmla="*/ 967 w 1406"/>
                    <a:gd name="T17" fmla="*/ 143 h 558"/>
                    <a:gd name="T18" fmla="*/ 922 w 1406"/>
                    <a:gd name="T19" fmla="*/ 156 h 558"/>
                    <a:gd name="T20" fmla="*/ 855 w 1406"/>
                    <a:gd name="T21" fmla="*/ 148 h 558"/>
                    <a:gd name="T22" fmla="*/ 812 w 1406"/>
                    <a:gd name="T23" fmla="*/ 114 h 558"/>
                    <a:gd name="T24" fmla="*/ 728 w 1406"/>
                    <a:gd name="T25" fmla="*/ 97 h 558"/>
                    <a:gd name="T26" fmla="*/ 607 w 1406"/>
                    <a:gd name="T27" fmla="*/ 95 h 558"/>
                    <a:gd name="T28" fmla="*/ 563 w 1406"/>
                    <a:gd name="T29" fmla="*/ 83 h 558"/>
                    <a:gd name="T30" fmla="*/ 472 w 1406"/>
                    <a:gd name="T31" fmla="*/ 22 h 558"/>
                    <a:gd name="T32" fmla="*/ 384 w 1406"/>
                    <a:gd name="T33" fmla="*/ 0 h 558"/>
                    <a:gd name="T34" fmla="*/ 373 w 1406"/>
                    <a:gd name="T35" fmla="*/ 33 h 558"/>
                    <a:gd name="T36" fmla="*/ 372 w 1406"/>
                    <a:gd name="T37" fmla="*/ 60 h 558"/>
                    <a:gd name="T38" fmla="*/ 391 w 1406"/>
                    <a:gd name="T39" fmla="*/ 110 h 558"/>
                    <a:gd name="T40" fmla="*/ 335 w 1406"/>
                    <a:gd name="T41" fmla="*/ 119 h 558"/>
                    <a:gd name="T42" fmla="*/ 301 w 1406"/>
                    <a:gd name="T43" fmla="*/ 118 h 558"/>
                    <a:gd name="T44" fmla="*/ 278 w 1406"/>
                    <a:gd name="T45" fmla="*/ 107 h 558"/>
                    <a:gd name="T46" fmla="*/ 182 w 1406"/>
                    <a:gd name="T47" fmla="*/ 86 h 558"/>
                    <a:gd name="T48" fmla="*/ 155 w 1406"/>
                    <a:gd name="T49" fmla="*/ 70 h 558"/>
                    <a:gd name="T50" fmla="*/ 119 w 1406"/>
                    <a:gd name="T51" fmla="*/ 88 h 558"/>
                    <a:gd name="T52" fmla="*/ 83 w 1406"/>
                    <a:gd name="T53" fmla="*/ 100 h 558"/>
                    <a:gd name="T54" fmla="*/ 47 w 1406"/>
                    <a:gd name="T55" fmla="*/ 130 h 558"/>
                    <a:gd name="T56" fmla="*/ 9 w 1406"/>
                    <a:gd name="T57" fmla="*/ 151 h 558"/>
                    <a:gd name="T58" fmla="*/ 18 w 1406"/>
                    <a:gd name="T59" fmla="*/ 174 h 558"/>
                    <a:gd name="T60" fmla="*/ 54 w 1406"/>
                    <a:gd name="T61" fmla="*/ 203 h 558"/>
                    <a:gd name="T62" fmla="*/ 107 w 1406"/>
                    <a:gd name="T63" fmla="*/ 221 h 558"/>
                    <a:gd name="T64" fmla="*/ 179 w 1406"/>
                    <a:gd name="T65" fmla="*/ 276 h 558"/>
                    <a:gd name="T66" fmla="*/ 192 w 1406"/>
                    <a:gd name="T67" fmla="*/ 326 h 558"/>
                    <a:gd name="T68" fmla="*/ 274 w 1406"/>
                    <a:gd name="T69" fmla="*/ 374 h 558"/>
                    <a:gd name="T70" fmla="*/ 361 w 1406"/>
                    <a:gd name="T71" fmla="*/ 397 h 558"/>
                    <a:gd name="T72" fmla="*/ 430 w 1406"/>
                    <a:gd name="T73" fmla="*/ 429 h 558"/>
                    <a:gd name="T74" fmla="*/ 502 w 1406"/>
                    <a:gd name="T75" fmla="*/ 498 h 558"/>
                    <a:gd name="T76" fmla="*/ 610 w 1406"/>
                    <a:gd name="T77" fmla="*/ 499 h 558"/>
                    <a:gd name="T78" fmla="*/ 679 w 1406"/>
                    <a:gd name="T79" fmla="*/ 501 h 558"/>
                    <a:gd name="T80" fmla="*/ 795 w 1406"/>
                    <a:gd name="T81" fmla="*/ 531 h 558"/>
                    <a:gd name="T82" fmla="*/ 873 w 1406"/>
                    <a:gd name="T83" fmla="*/ 550 h 558"/>
                    <a:gd name="T84" fmla="*/ 1066 w 1406"/>
                    <a:gd name="T85" fmla="*/ 510 h 558"/>
                    <a:gd name="T86" fmla="*/ 1112 w 1406"/>
                    <a:gd name="T87" fmla="*/ 463 h 558"/>
                    <a:gd name="T88" fmla="*/ 1108 w 1406"/>
                    <a:gd name="T89" fmla="*/ 407 h 558"/>
                    <a:gd name="T90" fmla="*/ 1160 w 1406"/>
                    <a:gd name="T91" fmla="*/ 388 h 558"/>
                    <a:gd name="T92" fmla="*/ 1213 w 1406"/>
                    <a:gd name="T93" fmla="*/ 350 h 558"/>
                    <a:gd name="T94" fmla="*/ 1270 w 1406"/>
                    <a:gd name="T95" fmla="*/ 314 h 558"/>
                    <a:gd name="T96" fmla="*/ 1320 w 1406"/>
                    <a:gd name="T97" fmla="*/ 294 h 558"/>
                    <a:gd name="T98" fmla="*/ 1355 w 1406"/>
                    <a:gd name="T99" fmla="*/ 279 h 558"/>
                    <a:gd name="T100" fmla="*/ 1394 w 1406"/>
                    <a:gd name="T101" fmla="*/ 273 h 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06" h="558">
                      <a:moveTo>
                        <a:pt x="1394" y="273"/>
                      </a:moveTo>
                      <a:cubicBezTo>
                        <a:pt x="1385" y="267"/>
                        <a:pt x="1380" y="256"/>
                        <a:pt x="1380" y="256"/>
                      </a:cubicBezTo>
                      <a:cubicBezTo>
                        <a:pt x="1380" y="256"/>
                        <a:pt x="1362" y="252"/>
                        <a:pt x="1353" y="245"/>
                      </a:cubicBezTo>
                      <a:cubicBezTo>
                        <a:pt x="1344" y="238"/>
                        <a:pt x="1336" y="231"/>
                        <a:pt x="1336" y="231"/>
                      </a:cubicBezTo>
                      <a:cubicBezTo>
                        <a:pt x="1336" y="231"/>
                        <a:pt x="1333" y="231"/>
                        <a:pt x="1324" y="230"/>
                      </a:cubicBezTo>
                      <a:cubicBezTo>
                        <a:pt x="1315" y="229"/>
                        <a:pt x="1312" y="214"/>
                        <a:pt x="1312" y="214"/>
                      </a:cubicBezTo>
                      <a:cubicBezTo>
                        <a:pt x="1271" y="214"/>
                        <a:pt x="1271" y="214"/>
                        <a:pt x="1271" y="214"/>
                      </a:cubicBezTo>
                      <a:cubicBezTo>
                        <a:pt x="1271" y="214"/>
                        <a:pt x="1270" y="232"/>
                        <a:pt x="1264" y="234"/>
                      </a:cubicBezTo>
                      <a:cubicBezTo>
                        <a:pt x="1258" y="236"/>
                        <a:pt x="1247" y="225"/>
                        <a:pt x="1247" y="225"/>
                      </a:cubicBezTo>
                      <a:cubicBezTo>
                        <a:pt x="1247" y="225"/>
                        <a:pt x="1237" y="221"/>
                        <a:pt x="1218" y="222"/>
                      </a:cubicBezTo>
                      <a:cubicBezTo>
                        <a:pt x="1199" y="223"/>
                        <a:pt x="1215" y="230"/>
                        <a:pt x="1206" y="233"/>
                      </a:cubicBezTo>
                      <a:cubicBezTo>
                        <a:pt x="1197" y="236"/>
                        <a:pt x="1185" y="225"/>
                        <a:pt x="1182" y="215"/>
                      </a:cubicBezTo>
                      <a:cubicBezTo>
                        <a:pt x="1179" y="205"/>
                        <a:pt x="1184" y="202"/>
                        <a:pt x="1184" y="202"/>
                      </a:cubicBezTo>
                      <a:cubicBezTo>
                        <a:pt x="1180" y="196"/>
                        <a:pt x="1180" y="196"/>
                        <a:pt x="1180" y="196"/>
                      </a:cubicBezTo>
                      <a:cubicBezTo>
                        <a:pt x="1179" y="178"/>
                        <a:pt x="1179" y="178"/>
                        <a:pt x="1179" y="178"/>
                      </a:cubicBezTo>
                      <a:cubicBezTo>
                        <a:pt x="1174" y="172"/>
                        <a:pt x="1174" y="172"/>
                        <a:pt x="1174" y="172"/>
                      </a:cubicBezTo>
                      <a:cubicBezTo>
                        <a:pt x="1173" y="117"/>
                        <a:pt x="1173" y="117"/>
                        <a:pt x="1173" y="117"/>
                      </a:cubicBezTo>
                      <a:cubicBezTo>
                        <a:pt x="1162" y="114"/>
                        <a:pt x="1162" y="114"/>
                        <a:pt x="1162" y="114"/>
                      </a:cubicBezTo>
                      <a:cubicBezTo>
                        <a:pt x="1144" y="111"/>
                        <a:pt x="1144" y="111"/>
                        <a:pt x="1144" y="111"/>
                      </a:cubicBezTo>
                      <a:cubicBezTo>
                        <a:pt x="1144" y="111"/>
                        <a:pt x="1138" y="118"/>
                        <a:pt x="1124" y="118"/>
                      </a:cubicBezTo>
                      <a:cubicBezTo>
                        <a:pt x="1110" y="118"/>
                        <a:pt x="1100" y="102"/>
                        <a:pt x="1091" y="102"/>
                      </a:cubicBezTo>
                      <a:cubicBezTo>
                        <a:pt x="1082" y="102"/>
                        <a:pt x="1055" y="98"/>
                        <a:pt x="1055" y="98"/>
                      </a:cubicBezTo>
                      <a:cubicBezTo>
                        <a:pt x="1032" y="121"/>
                        <a:pt x="1032" y="121"/>
                        <a:pt x="1032" y="121"/>
                      </a:cubicBezTo>
                      <a:cubicBezTo>
                        <a:pt x="1032" y="121"/>
                        <a:pt x="1035" y="132"/>
                        <a:pt x="1025" y="136"/>
                      </a:cubicBezTo>
                      <a:cubicBezTo>
                        <a:pt x="1015" y="140"/>
                        <a:pt x="1003" y="137"/>
                        <a:pt x="1003" y="137"/>
                      </a:cubicBezTo>
                      <a:cubicBezTo>
                        <a:pt x="993" y="142"/>
                        <a:pt x="993" y="142"/>
                        <a:pt x="993" y="142"/>
                      </a:cubicBezTo>
                      <a:cubicBezTo>
                        <a:pt x="993" y="142"/>
                        <a:pt x="976" y="141"/>
                        <a:pt x="967" y="143"/>
                      </a:cubicBezTo>
                      <a:cubicBezTo>
                        <a:pt x="958" y="145"/>
                        <a:pt x="960" y="150"/>
                        <a:pt x="955" y="156"/>
                      </a:cubicBezTo>
                      <a:cubicBezTo>
                        <a:pt x="950" y="162"/>
                        <a:pt x="942" y="153"/>
                        <a:pt x="938" y="151"/>
                      </a:cubicBezTo>
                      <a:cubicBezTo>
                        <a:pt x="934" y="149"/>
                        <a:pt x="922" y="156"/>
                        <a:pt x="922" y="156"/>
                      </a:cubicBezTo>
                      <a:cubicBezTo>
                        <a:pt x="922" y="156"/>
                        <a:pt x="898" y="156"/>
                        <a:pt x="895" y="153"/>
                      </a:cubicBezTo>
                      <a:cubicBezTo>
                        <a:pt x="892" y="150"/>
                        <a:pt x="885" y="147"/>
                        <a:pt x="885" y="147"/>
                      </a:cubicBezTo>
                      <a:cubicBezTo>
                        <a:pt x="885" y="147"/>
                        <a:pt x="875" y="150"/>
                        <a:pt x="855" y="148"/>
                      </a:cubicBezTo>
                      <a:cubicBezTo>
                        <a:pt x="835" y="146"/>
                        <a:pt x="840" y="135"/>
                        <a:pt x="840" y="135"/>
                      </a:cubicBezTo>
                      <a:cubicBezTo>
                        <a:pt x="840" y="135"/>
                        <a:pt x="829" y="132"/>
                        <a:pt x="826" y="133"/>
                      </a:cubicBezTo>
                      <a:cubicBezTo>
                        <a:pt x="823" y="134"/>
                        <a:pt x="815" y="115"/>
                        <a:pt x="812" y="114"/>
                      </a:cubicBezTo>
                      <a:cubicBezTo>
                        <a:pt x="809" y="113"/>
                        <a:pt x="790" y="113"/>
                        <a:pt x="778" y="113"/>
                      </a:cubicBezTo>
                      <a:cubicBezTo>
                        <a:pt x="766" y="113"/>
                        <a:pt x="755" y="94"/>
                        <a:pt x="755" y="94"/>
                      </a:cubicBezTo>
                      <a:cubicBezTo>
                        <a:pt x="728" y="97"/>
                        <a:pt x="728" y="97"/>
                        <a:pt x="728" y="97"/>
                      </a:cubicBezTo>
                      <a:cubicBezTo>
                        <a:pt x="728" y="97"/>
                        <a:pt x="726" y="89"/>
                        <a:pt x="697" y="87"/>
                      </a:cubicBezTo>
                      <a:cubicBezTo>
                        <a:pt x="668" y="85"/>
                        <a:pt x="650" y="103"/>
                        <a:pt x="637" y="104"/>
                      </a:cubicBezTo>
                      <a:cubicBezTo>
                        <a:pt x="624" y="105"/>
                        <a:pt x="607" y="95"/>
                        <a:pt x="607" y="95"/>
                      </a:cubicBezTo>
                      <a:cubicBezTo>
                        <a:pt x="607" y="95"/>
                        <a:pt x="600" y="96"/>
                        <a:pt x="590" y="96"/>
                      </a:cubicBezTo>
                      <a:cubicBezTo>
                        <a:pt x="580" y="96"/>
                        <a:pt x="578" y="80"/>
                        <a:pt x="578" y="80"/>
                      </a:cubicBezTo>
                      <a:cubicBezTo>
                        <a:pt x="563" y="83"/>
                        <a:pt x="563" y="83"/>
                        <a:pt x="563" y="83"/>
                      </a:cubicBezTo>
                      <a:cubicBezTo>
                        <a:pt x="563" y="83"/>
                        <a:pt x="541" y="49"/>
                        <a:pt x="532" y="38"/>
                      </a:cubicBezTo>
                      <a:cubicBezTo>
                        <a:pt x="523" y="27"/>
                        <a:pt x="511" y="40"/>
                        <a:pt x="501" y="38"/>
                      </a:cubicBezTo>
                      <a:cubicBezTo>
                        <a:pt x="491" y="36"/>
                        <a:pt x="472" y="22"/>
                        <a:pt x="472" y="22"/>
                      </a:cubicBezTo>
                      <a:cubicBezTo>
                        <a:pt x="472" y="22"/>
                        <a:pt x="452" y="23"/>
                        <a:pt x="434" y="21"/>
                      </a:cubicBezTo>
                      <a:cubicBezTo>
                        <a:pt x="416" y="19"/>
                        <a:pt x="393" y="2"/>
                        <a:pt x="393" y="2"/>
                      </a:cubicBezTo>
                      <a:cubicBezTo>
                        <a:pt x="384" y="0"/>
                        <a:pt x="384" y="0"/>
                        <a:pt x="384" y="0"/>
                      </a:cubicBezTo>
                      <a:cubicBezTo>
                        <a:pt x="384" y="0"/>
                        <a:pt x="385" y="12"/>
                        <a:pt x="380" y="18"/>
                      </a:cubicBezTo>
                      <a:cubicBezTo>
                        <a:pt x="375" y="24"/>
                        <a:pt x="371" y="22"/>
                        <a:pt x="371" y="22"/>
                      </a:cubicBezTo>
                      <a:cubicBezTo>
                        <a:pt x="373" y="33"/>
                        <a:pt x="373" y="33"/>
                        <a:pt x="373" y="33"/>
                      </a:cubicBezTo>
                      <a:cubicBezTo>
                        <a:pt x="373" y="33"/>
                        <a:pt x="362" y="31"/>
                        <a:pt x="362" y="37"/>
                      </a:cubicBezTo>
                      <a:cubicBezTo>
                        <a:pt x="362" y="43"/>
                        <a:pt x="368" y="46"/>
                        <a:pt x="368" y="46"/>
                      </a:cubicBezTo>
                      <a:cubicBezTo>
                        <a:pt x="372" y="60"/>
                        <a:pt x="372" y="60"/>
                        <a:pt x="372" y="60"/>
                      </a:cubicBezTo>
                      <a:cubicBezTo>
                        <a:pt x="388" y="84"/>
                        <a:pt x="388" y="84"/>
                        <a:pt x="388" y="84"/>
                      </a:cubicBezTo>
                      <a:cubicBezTo>
                        <a:pt x="388" y="84"/>
                        <a:pt x="403" y="84"/>
                        <a:pt x="403" y="102"/>
                      </a:cubicBezTo>
                      <a:cubicBezTo>
                        <a:pt x="403" y="120"/>
                        <a:pt x="391" y="110"/>
                        <a:pt x="391" y="110"/>
                      </a:cubicBezTo>
                      <a:cubicBezTo>
                        <a:pt x="391" y="110"/>
                        <a:pt x="393" y="117"/>
                        <a:pt x="376" y="125"/>
                      </a:cubicBezTo>
                      <a:cubicBezTo>
                        <a:pt x="359" y="133"/>
                        <a:pt x="365" y="117"/>
                        <a:pt x="365" y="117"/>
                      </a:cubicBezTo>
                      <a:cubicBezTo>
                        <a:pt x="335" y="119"/>
                        <a:pt x="335" y="119"/>
                        <a:pt x="335" y="119"/>
                      </a:cubicBezTo>
                      <a:cubicBezTo>
                        <a:pt x="334" y="111"/>
                        <a:pt x="334" y="111"/>
                        <a:pt x="334" y="111"/>
                      </a:cubicBezTo>
                      <a:cubicBezTo>
                        <a:pt x="334" y="111"/>
                        <a:pt x="325" y="110"/>
                        <a:pt x="314" y="111"/>
                      </a:cubicBezTo>
                      <a:cubicBezTo>
                        <a:pt x="303" y="112"/>
                        <a:pt x="301" y="118"/>
                        <a:pt x="301" y="118"/>
                      </a:cubicBezTo>
                      <a:cubicBezTo>
                        <a:pt x="299" y="113"/>
                        <a:pt x="299" y="113"/>
                        <a:pt x="299" y="113"/>
                      </a:cubicBezTo>
                      <a:cubicBezTo>
                        <a:pt x="280" y="116"/>
                        <a:pt x="280" y="116"/>
                        <a:pt x="280" y="116"/>
                      </a:cubicBezTo>
                      <a:cubicBezTo>
                        <a:pt x="278" y="107"/>
                        <a:pt x="278" y="107"/>
                        <a:pt x="278" y="107"/>
                      </a:cubicBezTo>
                      <a:cubicBezTo>
                        <a:pt x="278" y="107"/>
                        <a:pt x="256" y="109"/>
                        <a:pt x="247" y="102"/>
                      </a:cubicBezTo>
                      <a:cubicBezTo>
                        <a:pt x="238" y="95"/>
                        <a:pt x="240" y="82"/>
                        <a:pt x="233" y="82"/>
                      </a:cubicBezTo>
                      <a:cubicBezTo>
                        <a:pt x="226" y="82"/>
                        <a:pt x="182" y="86"/>
                        <a:pt x="182" y="86"/>
                      </a:cubicBezTo>
                      <a:cubicBezTo>
                        <a:pt x="177" y="75"/>
                        <a:pt x="177" y="75"/>
                        <a:pt x="177" y="75"/>
                      </a:cubicBezTo>
                      <a:cubicBezTo>
                        <a:pt x="177" y="75"/>
                        <a:pt x="161" y="75"/>
                        <a:pt x="158" y="75"/>
                      </a:cubicBezTo>
                      <a:cubicBezTo>
                        <a:pt x="155" y="75"/>
                        <a:pt x="155" y="70"/>
                        <a:pt x="155" y="70"/>
                      </a:cubicBezTo>
                      <a:cubicBezTo>
                        <a:pt x="143" y="77"/>
                        <a:pt x="143" y="77"/>
                        <a:pt x="143" y="77"/>
                      </a:cubicBezTo>
                      <a:cubicBezTo>
                        <a:pt x="143" y="77"/>
                        <a:pt x="134" y="71"/>
                        <a:pt x="127" y="71"/>
                      </a:cubicBezTo>
                      <a:cubicBezTo>
                        <a:pt x="120" y="71"/>
                        <a:pt x="119" y="88"/>
                        <a:pt x="119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92" y="101"/>
                        <a:pt x="92" y="101"/>
                        <a:pt x="92" y="101"/>
                      </a:cubicBezTo>
                      <a:cubicBezTo>
                        <a:pt x="83" y="100"/>
                        <a:pt x="83" y="100"/>
                        <a:pt x="83" y="100"/>
                      </a:cubicBezTo>
                      <a:cubicBezTo>
                        <a:pt x="83" y="100"/>
                        <a:pt x="72" y="108"/>
                        <a:pt x="63" y="118"/>
                      </a:cubicBezTo>
                      <a:cubicBezTo>
                        <a:pt x="54" y="128"/>
                        <a:pt x="63" y="130"/>
                        <a:pt x="63" y="130"/>
                      </a:cubicBezTo>
                      <a:cubicBezTo>
                        <a:pt x="47" y="130"/>
                        <a:pt x="47" y="130"/>
                        <a:pt x="47" y="130"/>
                      </a:cubicBezTo>
                      <a:cubicBezTo>
                        <a:pt x="49" y="139"/>
                        <a:pt x="49" y="139"/>
                        <a:pt x="49" y="139"/>
                      </a:cubicBezTo>
                      <a:cubicBezTo>
                        <a:pt x="8" y="139"/>
                        <a:pt x="8" y="139"/>
                        <a:pt x="8" y="139"/>
                      </a:cubicBezTo>
                      <a:cubicBezTo>
                        <a:pt x="9" y="151"/>
                        <a:pt x="9" y="151"/>
                        <a:pt x="9" y="151"/>
                      </a:cubicBezTo>
                      <a:cubicBezTo>
                        <a:pt x="2" y="158"/>
                        <a:pt x="2" y="158"/>
                        <a:pt x="2" y="158"/>
                      </a:cubicBezTo>
                      <a:cubicBezTo>
                        <a:pt x="10" y="162"/>
                        <a:pt x="0" y="174"/>
                        <a:pt x="0" y="174"/>
                      </a:cubicBezTo>
                      <a:cubicBezTo>
                        <a:pt x="18" y="174"/>
                        <a:pt x="18" y="174"/>
                        <a:pt x="18" y="174"/>
                      </a:cubicBezTo>
                      <a:cubicBezTo>
                        <a:pt x="18" y="174"/>
                        <a:pt x="14" y="182"/>
                        <a:pt x="19" y="187"/>
                      </a:cubicBezTo>
                      <a:cubicBezTo>
                        <a:pt x="24" y="192"/>
                        <a:pt x="48" y="195"/>
                        <a:pt x="48" y="195"/>
                      </a:cubicBezTo>
                      <a:cubicBezTo>
                        <a:pt x="54" y="203"/>
                        <a:pt x="54" y="203"/>
                        <a:pt x="54" y="203"/>
                      </a:cubicBezTo>
                      <a:cubicBezTo>
                        <a:pt x="71" y="219"/>
                        <a:pt x="71" y="219"/>
                        <a:pt x="71" y="219"/>
                      </a:cubicBezTo>
                      <a:cubicBezTo>
                        <a:pt x="92" y="213"/>
                        <a:pt x="92" y="213"/>
                        <a:pt x="92" y="213"/>
                      </a:cubicBezTo>
                      <a:cubicBezTo>
                        <a:pt x="107" y="221"/>
                        <a:pt x="107" y="221"/>
                        <a:pt x="107" y="221"/>
                      </a:cubicBezTo>
                      <a:cubicBezTo>
                        <a:pt x="107" y="221"/>
                        <a:pt x="113" y="223"/>
                        <a:pt x="127" y="227"/>
                      </a:cubicBezTo>
                      <a:cubicBezTo>
                        <a:pt x="141" y="231"/>
                        <a:pt x="148" y="245"/>
                        <a:pt x="153" y="252"/>
                      </a:cubicBezTo>
                      <a:cubicBezTo>
                        <a:pt x="158" y="259"/>
                        <a:pt x="167" y="268"/>
                        <a:pt x="179" y="276"/>
                      </a:cubicBezTo>
                      <a:cubicBezTo>
                        <a:pt x="191" y="284"/>
                        <a:pt x="188" y="300"/>
                        <a:pt x="188" y="300"/>
                      </a:cubicBezTo>
                      <a:cubicBezTo>
                        <a:pt x="188" y="300"/>
                        <a:pt x="198" y="308"/>
                        <a:pt x="200" y="315"/>
                      </a:cubicBezTo>
                      <a:cubicBezTo>
                        <a:pt x="202" y="322"/>
                        <a:pt x="192" y="326"/>
                        <a:pt x="192" y="326"/>
                      </a:cubicBezTo>
                      <a:cubicBezTo>
                        <a:pt x="192" y="326"/>
                        <a:pt x="193" y="336"/>
                        <a:pt x="198" y="349"/>
                      </a:cubicBezTo>
                      <a:cubicBezTo>
                        <a:pt x="203" y="362"/>
                        <a:pt x="224" y="364"/>
                        <a:pt x="235" y="368"/>
                      </a:cubicBezTo>
                      <a:cubicBezTo>
                        <a:pt x="246" y="372"/>
                        <a:pt x="260" y="375"/>
                        <a:pt x="274" y="374"/>
                      </a:cubicBezTo>
                      <a:cubicBezTo>
                        <a:pt x="288" y="373"/>
                        <a:pt x="322" y="375"/>
                        <a:pt x="322" y="375"/>
                      </a:cubicBezTo>
                      <a:cubicBezTo>
                        <a:pt x="322" y="375"/>
                        <a:pt x="333" y="380"/>
                        <a:pt x="342" y="382"/>
                      </a:cubicBezTo>
                      <a:cubicBezTo>
                        <a:pt x="351" y="384"/>
                        <a:pt x="358" y="396"/>
                        <a:pt x="361" y="397"/>
                      </a:cubicBezTo>
                      <a:cubicBezTo>
                        <a:pt x="364" y="398"/>
                        <a:pt x="401" y="410"/>
                        <a:pt x="401" y="410"/>
                      </a:cubicBezTo>
                      <a:cubicBezTo>
                        <a:pt x="423" y="413"/>
                        <a:pt x="423" y="413"/>
                        <a:pt x="423" y="413"/>
                      </a:cubicBezTo>
                      <a:cubicBezTo>
                        <a:pt x="430" y="429"/>
                        <a:pt x="430" y="429"/>
                        <a:pt x="430" y="429"/>
                      </a:cubicBezTo>
                      <a:cubicBezTo>
                        <a:pt x="430" y="429"/>
                        <a:pt x="439" y="434"/>
                        <a:pt x="443" y="438"/>
                      </a:cubicBezTo>
                      <a:cubicBezTo>
                        <a:pt x="447" y="442"/>
                        <a:pt x="461" y="461"/>
                        <a:pt x="465" y="467"/>
                      </a:cubicBezTo>
                      <a:cubicBezTo>
                        <a:pt x="469" y="473"/>
                        <a:pt x="502" y="498"/>
                        <a:pt x="502" y="498"/>
                      </a:cubicBezTo>
                      <a:cubicBezTo>
                        <a:pt x="540" y="494"/>
                        <a:pt x="540" y="494"/>
                        <a:pt x="540" y="494"/>
                      </a:cubicBezTo>
                      <a:cubicBezTo>
                        <a:pt x="579" y="499"/>
                        <a:pt x="579" y="499"/>
                        <a:pt x="579" y="499"/>
                      </a:cubicBezTo>
                      <a:cubicBezTo>
                        <a:pt x="610" y="499"/>
                        <a:pt x="610" y="499"/>
                        <a:pt x="610" y="499"/>
                      </a:cubicBezTo>
                      <a:cubicBezTo>
                        <a:pt x="635" y="504"/>
                        <a:pt x="635" y="504"/>
                        <a:pt x="635" y="504"/>
                      </a:cubicBezTo>
                      <a:cubicBezTo>
                        <a:pt x="635" y="504"/>
                        <a:pt x="649" y="493"/>
                        <a:pt x="654" y="493"/>
                      </a:cubicBezTo>
                      <a:cubicBezTo>
                        <a:pt x="659" y="493"/>
                        <a:pt x="679" y="501"/>
                        <a:pt x="679" y="501"/>
                      </a:cubicBezTo>
                      <a:cubicBezTo>
                        <a:pt x="679" y="501"/>
                        <a:pt x="718" y="501"/>
                        <a:pt x="728" y="504"/>
                      </a:cubicBezTo>
                      <a:cubicBezTo>
                        <a:pt x="738" y="507"/>
                        <a:pt x="740" y="522"/>
                        <a:pt x="755" y="527"/>
                      </a:cubicBezTo>
                      <a:cubicBezTo>
                        <a:pt x="770" y="532"/>
                        <a:pt x="781" y="530"/>
                        <a:pt x="795" y="531"/>
                      </a:cubicBezTo>
                      <a:cubicBezTo>
                        <a:pt x="809" y="532"/>
                        <a:pt x="837" y="547"/>
                        <a:pt x="837" y="547"/>
                      </a:cubicBezTo>
                      <a:cubicBezTo>
                        <a:pt x="837" y="547"/>
                        <a:pt x="858" y="538"/>
                        <a:pt x="864" y="538"/>
                      </a:cubicBezTo>
                      <a:cubicBezTo>
                        <a:pt x="870" y="538"/>
                        <a:pt x="873" y="550"/>
                        <a:pt x="873" y="550"/>
                      </a:cubicBezTo>
                      <a:cubicBezTo>
                        <a:pt x="873" y="550"/>
                        <a:pt x="893" y="558"/>
                        <a:pt x="899" y="553"/>
                      </a:cubicBezTo>
                      <a:cubicBezTo>
                        <a:pt x="905" y="548"/>
                        <a:pt x="948" y="519"/>
                        <a:pt x="962" y="513"/>
                      </a:cubicBezTo>
                      <a:cubicBezTo>
                        <a:pt x="976" y="507"/>
                        <a:pt x="1066" y="510"/>
                        <a:pt x="1066" y="510"/>
                      </a:cubicBezTo>
                      <a:cubicBezTo>
                        <a:pt x="1078" y="497"/>
                        <a:pt x="1078" y="497"/>
                        <a:pt x="1078" y="497"/>
                      </a:cubicBezTo>
                      <a:cubicBezTo>
                        <a:pt x="1078" y="497"/>
                        <a:pt x="1095" y="499"/>
                        <a:pt x="1103" y="492"/>
                      </a:cubicBezTo>
                      <a:cubicBezTo>
                        <a:pt x="1111" y="485"/>
                        <a:pt x="1109" y="470"/>
                        <a:pt x="1112" y="463"/>
                      </a:cubicBezTo>
                      <a:cubicBezTo>
                        <a:pt x="1115" y="456"/>
                        <a:pt x="1125" y="459"/>
                        <a:pt x="1129" y="459"/>
                      </a:cubicBezTo>
                      <a:cubicBezTo>
                        <a:pt x="1133" y="459"/>
                        <a:pt x="1143" y="444"/>
                        <a:pt x="1144" y="439"/>
                      </a:cubicBezTo>
                      <a:cubicBezTo>
                        <a:pt x="1145" y="434"/>
                        <a:pt x="1114" y="411"/>
                        <a:pt x="1108" y="407"/>
                      </a:cubicBezTo>
                      <a:cubicBezTo>
                        <a:pt x="1102" y="403"/>
                        <a:pt x="1100" y="383"/>
                        <a:pt x="1106" y="373"/>
                      </a:cubicBezTo>
                      <a:cubicBezTo>
                        <a:pt x="1112" y="363"/>
                        <a:pt x="1130" y="369"/>
                        <a:pt x="1134" y="370"/>
                      </a:cubicBezTo>
                      <a:cubicBezTo>
                        <a:pt x="1138" y="371"/>
                        <a:pt x="1160" y="388"/>
                        <a:pt x="1160" y="388"/>
                      </a:cubicBezTo>
                      <a:cubicBezTo>
                        <a:pt x="1160" y="388"/>
                        <a:pt x="1187" y="387"/>
                        <a:pt x="1194" y="385"/>
                      </a:cubicBezTo>
                      <a:cubicBezTo>
                        <a:pt x="1201" y="383"/>
                        <a:pt x="1212" y="369"/>
                        <a:pt x="1212" y="369"/>
                      </a:cubicBezTo>
                      <a:cubicBezTo>
                        <a:pt x="1212" y="369"/>
                        <a:pt x="1210" y="353"/>
                        <a:pt x="1213" y="350"/>
                      </a:cubicBezTo>
                      <a:cubicBezTo>
                        <a:pt x="1216" y="347"/>
                        <a:pt x="1262" y="350"/>
                        <a:pt x="1262" y="350"/>
                      </a:cubicBezTo>
                      <a:cubicBezTo>
                        <a:pt x="1278" y="336"/>
                        <a:pt x="1278" y="336"/>
                        <a:pt x="1278" y="336"/>
                      </a:cubicBezTo>
                      <a:cubicBezTo>
                        <a:pt x="1278" y="336"/>
                        <a:pt x="1263" y="325"/>
                        <a:pt x="1270" y="314"/>
                      </a:cubicBezTo>
                      <a:cubicBezTo>
                        <a:pt x="1277" y="303"/>
                        <a:pt x="1302" y="302"/>
                        <a:pt x="1302" y="302"/>
                      </a:cubicBezTo>
                      <a:cubicBezTo>
                        <a:pt x="1302" y="291"/>
                        <a:pt x="1302" y="291"/>
                        <a:pt x="1302" y="291"/>
                      </a:cubicBezTo>
                      <a:cubicBezTo>
                        <a:pt x="1320" y="294"/>
                        <a:pt x="1320" y="294"/>
                        <a:pt x="1320" y="294"/>
                      </a:cubicBezTo>
                      <a:cubicBezTo>
                        <a:pt x="1326" y="291"/>
                        <a:pt x="1326" y="291"/>
                        <a:pt x="1326" y="291"/>
                      </a:cubicBezTo>
                      <a:cubicBezTo>
                        <a:pt x="1335" y="282"/>
                        <a:pt x="1335" y="282"/>
                        <a:pt x="1335" y="282"/>
                      </a:cubicBezTo>
                      <a:cubicBezTo>
                        <a:pt x="1335" y="282"/>
                        <a:pt x="1346" y="279"/>
                        <a:pt x="1355" y="279"/>
                      </a:cubicBezTo>
                      <a:cubicBezTo>
                        <a:pt x="1364" y="279"/>
                        <a:pt x="1372" y="288"/>
                        <a:pt x="1372" y="288"/>
                      </a:cubicBezTo>
                      <a:cubicBezTo>
                        <a:pt x="1372" y="288"/>
                        <a:pt x="1390" y="287"/>
                        <a:pt x="1398" y="286"/>
                      </a:cubicBezTo>
                      <a:cubicBezTo>
                        <a:pt x="1406" y="285"/>
                        <a:pt x="1403" y="279"/>
                        <a:pt x="1394" y="27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2" name="Freeform 267"/>
                <p:cNvSpPr>
                  <a:spLocks/>
                </p:cNvSpPr>
                <p:nvPr/>
              </p:nvSpPr>
              <p:spPr bwMode="gray">
                <a:xfrm>
                  <a:off x="-2297" y="-15512"/>
                  <a:ext cx="728" cy="340"/>
                </a:xfrm>
                <a:custGeom>
                  <a:avLst/>
                  <a:gdLst>
                    <a:gd name="T0" fmla="*/ 4 w 308"/>
                    <a:gd name="T1" fmla="*/ 12 h 144"/>
                    <a:gd name="T2" fmla="*/ 52 w 308"/>
                    <a:gd name="T3" fmla="*/ 37 h 144"/>
                    <a:gd name="T4" fmla="*/ 75 w 308"/>
                    <a:gd name="T5" fmla="*/ 54 h 144"/>
                    <a:gd name="T6" fmla="*/ 79 w 308"/>
                    <a:gd name="T7" fmla="*/ 85 h 144"/>
                    <a:gd name="T8" fmla="*/ 92 w 308"/>
                    <a:gd name="T9" fmla="*/ 103 h 144"/>
                    <a:gd name="T10" fmla="*/ 85 w 308"/>
                    <a:gd name="T11" fmla="*/ 110 h 144"/>
                    <a:gd name="T12" fmla="*/ 111 w 308"/>
                    <a:gd name="T13" fmla="*/ 115 h 144"/>
                    <a:gd name="T14" fmla="*/ 131 w 308"/>
                    <a:gd name="T15" fmla="*/ 108 h 144"/>
                    <a:gd name="T16" fmla="*/ 147 w 308"/>
                    <a:gd name="T17" fmla="*/ 126 h 144"/>
                    <a:gd name="T18" fmla="*/ 164 w 308"/>
                    <a:gd name="T19" fmla="*/ 126 h 144"/>
                    <a:gd name="T20" fmla="*/ 166 w 308"/>
                    <a:gd name="T21" fmla="*/ 134 h 144"/>
                    <a:gd name="T22" fmla="*/ 183 w 308"/>
                    <a:gd name="T23" fmla="*/ 133 h 144"/>
                    <a:gd name="T24" fmla="*/ 188 w 308"/>
                    <a:gd name="T25" fmla="*/ 126 h 144"/>
                    <a:gd name="T26" fmla="*/ 221 w 308"/>
                    <a:gd name="T27" fmla="*/ 130 h 144"/>
                    <a:gd name="T28" fmla="*/ 227 w 308"/>
                    <a:gd name="T29" fmla="*/ 120 h 144"/>
                    <a:gd name="T30" fmla="*/ 235 w 308"/>
                    <a:gd name="T31" fmla="*/ 123 h 144"/>
                    <a:gd name="T32" fmla="*/ 235 w 308"/>
                    <a:gd name="T33" fmla="*/ 123 h 144"/>
                    <a:gd name="T34" fmla="*/ 250 w 308"/>
                    <a:gd name="T35" fmla="*/ 112 h 144"/>
                    <a:gd name="T36" fmla="*/ 261 w 308"/>
                    <a:gd name="T37" fmla="*/ 120 h 144"/>
                    <a:gd name="T38" fmla="*/ 275 w 308"/>
                    <a:gd name="T39" fmla="*/ 130 h 144"/>
                    <a:gd name="T40" fmla="*/ 289 w 308"/>
                    <a:gd name="T41" fmla="*/ 127 h 144"/>
                    <a:gd name="T42" fmla="*/ 306 w 308"/>
                    <a:gd name="T43" fmla="*/ 134 h 144"/>
                    <a:gd name="T44" fmla="*/ 287 w 308"/>
                    <a:gd name="T45" fmla="*/ 113 h 144"/>
                    <a:gd name="T46" fmla="*/ 278 w 308"/>
                    <a:gd name="T47" fmla="*/ 97 h 144"/>
                    <a:gd name="T48" fmla="*/ 286 w 308"/>
                    <a:gd name="T49" fmla="*/ 93 h 144"/>
                    <a:gd name="T50" fmla="*/ 251 w 308"/>
                    <a:gd name="T51" fmla="*/ 75 h 144"/>
                    <a:gd name="T52" fmla="*/ 256 w 308"/>
                    <a:gd name="T53" fmla="*/ 58 h 144"/>
                    <a:gd name="T54" fmla="*/ 236 w 308"/>
                    <a:gd name="T55" fmla="*/ 55 h 144"/>
                    <a:gd name="T56" fmla="*/ 208 w 308"/>
                    <a:gd name="T57" fmla="*/ 42 h 144"/>
                    <a:gd name="T58" fmla="*/ 179 w 308"/>
                    <a:gd name="T59" fmla="*/ 53 h 144"/>
                    <a:gd name="T60" fmla="*/ 160 w 308"/>
                    <a:gd name="T61" fmla="*/ 42 h 144"/>
                    <a:gd name="T62" fmla="*/ 128 w 308"/>
                    <a:gd name="T63" fmla="*/ 22 h 144"/>
                    <a:gd name="T64" fmla="*/ 95 w 308"/>
                    <a:gd name="T65" fmla="*/ 18 h 144"/>
                    <a:gd name="T66" fmla="*/ 54 w 308"/>
                    <a:gd name="T67" fmla="*/ 10 h 144"/>
                    <a:gd name="T68" fmla="*/ 13 w 308"/>
                    <a:gd name="T69" fmla="*/ 0 h 144"/>
                    <a:gd name="T70" fmla="*/ 0 w 308"/>
                    <a:gd name="T71" fmla="*/ 11 h 144"/>
                    <a:gd name="T72" fmla="*/ 4 w 308"/>
                    <a:gd name="T73" fmla="*/ 12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08" h="144">
                      <a:moveTo>
                        <a:pt x="4" y="12"/>
                      </a:moveTo>
                      <a:cubicBezTo>
                        <a:pt x="4" y="12"/>
                        <a:pt x="44" y="34"/>
                        <a:pt x="52" y="37"/>
                      </a:cubicBezTo>
                      <a:cubicBezTo>
                        <a:pt x="60" y="40"/>
                        <a:pt x="75" y="54"/>
                        <a:pt x="75" y="54"/>
                      </a:cubicBezTo>
                      <a:cubicBezTo>
                        <a:pt x="75" y="54"/>
                        <a:pt x="79" y="82"/>
                        <a:pt x="79" y="85"/>
                      </a:cubicBezTo>
                      <a:cubicBezTo>
                        <a:pt x="79" y="88"/>
                        <a:pt x="92" y="103"/>
                        <a:pt x="92" y="103"/>
                      </a:cubicBezTo>
                      <a:cubicBezTo>
                        <a:pt x="92" y="103"/>
                        <a:pt x="90" y="105"/>
                        <a:pt x="85" y="110"/>
                      </a:cubicBezTo>
                      <a:cubicBezTo>
                        <a:pt x="111" y="115"/>
                        <a:pt x="111" y="115"/>
                        <a:pt x="111" y="115"/>
                      </a:cubicBezTo>
                      <a:cubicBezTo>
                        <a:pt x="111" y="115"/>
                        <a:pt x="117" y="105"/>
                        <a:pt x="131" y="108"/>
                      </a:cubicBezTo>
                      <a:cubicBezTo>
                        <a:pt x="145" y="111"/>
                        <a:pt x="147" y="126"/>
                        <a:pt x="147" y="126"/>
                      </a:cubicBezTo>
                      <a:cubicBezTo>
                        <a:pt x="164" y="126"/>
                        <a:pt x="164" y="126"/>
                        <a:pt x="164" y="126"/>
                      </a:cubicBezTo>
                      <a:cubicBezTo>
                        <a:pt x="164" y="126"/>
                        <a:pt x="165" y="129"/>
                        <a:pt x="166" y="134"/>
                      </a:cubicBezTo>
                      <a:cubicBezTo>
                        <a:pt x="183" y="133"/>
                        <a:pt x="183" y="133"/>
                        <a:pt x="183" y="133"/>
                      </a:cubicBezTo>
                      <a:cubicBezTo>
                        <a:pt x="188" y="126"/>
                        <a:pt x="188" y="126"/>
                        <a:pt x="188" y="126"/>
                      </a:cubicBezTo>
                      <a:cubicBezTo>
                        <a:pt x="221" y="130"/>
                        <a:pt x="221" y="130"/>
                        <a:pt x="221" y="130"/>
                      </a:cubicBezTo>
                      <a:cubicBezTo>
                        <a:pt x="221" y="130"/>
                        <a:pt x="224" y="120"/>
                        <a:pt x="227" y="120"/>
                      </a:cubicBezTo>
                      <a:cubicBezTo>
                        <a:pt x="228" y="120"/>
                        <a:pt x="232" y="121"/>
                        <a:pt x="235" y="123"/>
                      </a:cubicBezTo>
                      <a:cubicBezTo>
                        <a:pt x="235" y="123"/>
                        <a:pt x="235" y="123"/>
                        <a:pt x="235" y="123"/>
                      </a:cubicBezTo>
                      <a:cubicBezTo>
                        <a:pt x="236" y="119"/>
                        <a:pt x="240" y="111"/>
                        <a:pt x="250" y="112"/>
                      </a:cubicBezTo>
                      <a:cubicBezTo>
                        <a:pt x="263" y="113"/>
                        <a:pt x="261" y="120"/>
                        <a:pt x="261" y="120"/>
                      </a:cubicBezTo>
                      <a:cubicBezTo>
                        <a:pt x="275" y="130"/>
                        <a:pt x="275" y="130"/>
                        <a:pt x="275" y="130"/>
                      </a:cubicBezTo>
                      <a:cubicBezTo>
                        <a:pt x="275" y="130"/>
                        <a:pt x="286" y="127"/>
                        <a:pt x="289" y="127"/>
                      </a:cubicBezTo>
                      <a:cubicBezTo>
                        <a:pt x="292" y="127"/>
                        <a:pt x="304" y="144"/>
                        <a:pt x="306" y="134"/>
                      </a:cubicBezTo>
                      <a:cubicBezTo>
                        <a:pt x="308" y="124"/>
                        <a:pt x="287" y="113"/>
                        <a:pt x="287" y="113"/>
                      </a:cubicBezTo>
                      <a:cubicBezTo>
                        <a:pt x="287" y="113"/>
                        <a:pt x="272" y="102"/>
                        <a:pt x="278" y="97"/>
                      </a:cubicBezTo>
                      <a:cubicBezTo>
                        <a:pt x="280" y="95"/>
                        <a:pt x="283" y="94"/>
                        <a:pt x="286" y="93"/>
                      </a:cubicBezTo>
                      <a:cubicBezTo>
                        <a:pt x="279" y="86"/>
                        <a:pt x="268" y="76"/>
                        <a:pt x="251" y="75"/>
                      </a:cubicBezTo>
                      <a:cubicBezTo>
                        <a:pt x="251" y="76"/>
                        <a:pt x="256" y="58"/>
                        <a:pt x="256" y="58"/>
                      </a:cubicBezTo>
                      <a:cubicBezTo>
                        <a:pt x="236" y="55"/>
                        <a:pt x="236" y="55"/>
                        <a:pt x="236" y="55"/>
                      </a:cubicBezTo>
                      <a:cubicBezTo>
                        <a:pt x="236" y="55"/>
                        <a:pt x="226" y="40"/>
                        <a:pt x="208" y="42"/>
                      </a:cubicBezTo>
                      <a:cubicBezTo>
                        <a:pt x="190" y="44"/>
                        <a:pt x="198" y="53"/>
                        <a:pt x="179" y="53"/>
                      </a:cubicBezTo>
                      <a:cubicBezTo>
                        <a:pt x="160" y="53"/>
                        <a:pt x="160" y="42"/>
                        <a:pt x="160" y="42"/>
                      </a:cubicBezTo>
                      <a:cubicBezTo>
                        <a:pt x="128" y="22"/>
                        <a:pt x="128" y="22"/>
                        <a:pt x="128" y="22"/>
                      </a:cubicBezTo>
                      <a:cubicBezTo>
                        <a:pt x="128" y="22"/>
                        <a:pt x="108" y="17"/>
                        <a:pt x="95" y="18"/>
                      </a:cubicBezTo>
                      <a:cubicBezTo>
                        <a:pt x="82" y="19"/>
                        <a:pt x="70" y="17"/>
                        <a:pt x="54" y="10"/>
                      </a:cubicBezTo>
                      <a:cubicBezTo>
                        <a:pt x="38" y="3"/>
                        <a:pt x="13" y="0"/>
                        <a:pt x="13" y="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3" y="12"/>
                        <a:pt x="4" y="12"/>
                        <a:pt x="4" y="1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3" name="Freeform 268"/>
                <p:cNvSpPr>
                  <a:spLocks noEditPoints="1"/>
                </p:cNvSpPr>
                <p:nvPr/>
              </p:nvSpPr>
              <p:spPr bwMode="gray">
                <a:xfrm>
                  <a:off x="-1741" y="-15300"/>
                  <a:ext cx="567" cy="459"/>
                </a:xfrm>
                <a:custGeom>
                  <a:avLst/>
                  <a:gdLst>
                    <a:gd name="T0" fmla="*/ 42 w 240"/>
                    <a:gd name="T1" fmla="*/ 125 h 194"/>
                    <a:gd name="T2" fmla="*/ 31 w 240"/>
                    <a:gd name="T3" fmla="*/ 127 h 194"/>
                    <a:gd name="T4" fmla="*/ 14 w 240"/>
                    <a:gd name="T5" fmla="*/ 116 h 194"/>
                    <a:gd name="T6" fmla="*/ 4 w 240"/>
                    <a:gd name="T7" fmla="*/ 119 h 194"/>
                    <a:gd name="T8" fmla="*/ 14 w 240"/>
                    <a:gd name="T9" fmla="*/ 141 h 194"/>
                    <a:gd name="T10" fmla="*/ 56 w 240"/>
                    <a:gd name="T11" fmla="*/ 163 h 194"/>
                    <a:gd name="T12" fmla="*/ 59 w 240"/>
                    <a:gd name="T13" fmla="*/ 163 h 194"/>
                    <a:gd name="T14" fmla="*/ 50 w 240"/>
                    <a:gd name="T15" fmla="*/ 141 h 194"/>
                    <a:gd name="T16" fmla="*/ 42 w 240"/>
                    <a:gd name="T17" fmla="*/ 125 h 194"/>
                    <a:gd name="T18" fmla="*/ 235 w 240"/>
                    <a:gd name="T19" fmla="*/ 75 h 194"/>
                    <a:gd name="T20" fmla="*/ 205 w 240"/>
                    <a:gd name="T21" fmla="*/ 74 h 194"/>
                    <a:gd name="T22" fmla="*/ 193 w 240"/>
                    <a:gd name="T23" fmla="*/ 56 h 194"/>
                    <a:gd name="T24" fmla="*/ 176 w 240"/>
                    <a:gd name="T25" fmla="*/ 38 h 194"/>
                    <a:gd name="T26" fmla="*/ 177 w 240"/>
                    <a:gd name="T27" fmla="*/ 29 h 194"/>
                    <a:gd name="T28" fmla="*/ 145 w 240"/>
                    <a:gd name="T29" fmla="*/ 2 h 194"/>
                    <a:gd name="T30" fmla="*/ 143 w 240"/>
                    <a:gd name="T31" fmla="*/ 20 h 194"/>
                    <a:gd name="T32" fmla="*/ 126 w 240"/>
                    <a:gd name="T33" fmla="*/ 24 h 194"/>
                    <a:gd name="T34" fmla="*/ 116 w 240"/>
                    <a:gd name="T35" fmla="*/ 38 h 194"/>
                    <a:gd name="T36" fmla="*/ 78 w 240"/>
                    <a:gd name="T37" fmla="*/ 9 h 194"/>
                    <a:gd name="T38" fmla="*/ 43 w 240"/>
                    <a:gd name="T39" fmla="*/ 7 h 194"/>
                    <a:gd name="T40" fmla="*/ 52 w 240"/>
                    <a:gd name="T41" fmla="*/ 23 h 194"/>
                    <a:gd name="T42" fmla="*/ 71 w 240"/>
                    <a:gd name="T43" fmla="*/ 44 h 194"/>
                    <a:gd name="T44" fmla="*/ 54 w 240"/>
                    <a:gd name="T45" fmla="*/ 37 h 194"/>
                    <a:gd name="T46" fmla="*/ 40 w 240"/>
                    <a:gd name="T47" fmla="*/ 40 h 194"/>
                    <a:gd name="T48" fmla="*/ 26 w 240"/>
                    <a:gd name="T49" fmla="*/ 30 h 194"/>
                    <a:gd name="T50" fmla="*/ 15 w 240"/>
                    <a:gd name="T51" fmla="*/ 22 h 194"/>
                    <a:gd name="T52" fmla="*/ 0 w 240"/>
                    <a:gd name="T53" fmla="*/ 33 h 194"/>
                    <a:gd name="T54" fmla="*/ 7 w 240"/>
                    <a:gd name="T55" fmla="*/ 37 h 194"/>
                    <a:gd name="T56" fmla="*/ 6 w 240"/>
                    <a:gd name="T57" fmla="*/ 46 h 194"/>
                    <a:gd name="T58" fmla="*/ 25 w 240"/>
                    <a:gd name="T59" fmla="*/ 54 h 194"/>
                    <a:gd name="T60" fmla="*/ 19 w 240"/>
                    <a:gd name="T61" fmla="*/ 69 h 194"/>
                    <a:gd name="T62" fmla="*/ 49 w 240"/>
                    <a:gd name="T63" fmla="*/ 91 h 194"/>
                    <a:gd name="T64" fmla="*/ 28 w 240"/>
                    <a:gd name="T65" fmla="*/ 100 h 194"/>
                    <a:gd name="T66" fmla="*/ 46 w 240"/>
                    <a:gd name="T67" fmla="*/ 108 h 194"/>
                    <a:gd name="T68" fmla="*/ 56 w 240"/>
                    <a:gd name="T69" fmla="*/ 122 h 194"/>
                    <a:gd name="T70" fmla="*/ 76 w 240"/>
                    <a:gd name="T71" fmla="*/ 124 h 194"/>
                    <a:gd name="T72" fmla="*/ 74 w 240"/>
                    <a:gd name="T73" fmla="*/ 134 h 194"/>
                    <a:gd name="T74" fmla="*/ 78 w 240"/>
                    <a:gd name="T75" fmla="*/ 141 h 194"/>
                    <a:gd name="T76" fmla="*/ 81 w 240"/>
                    <a:gd name="T77" fmla="*/ 162 h 194"/>
                    <a:gd name="T78" fmla="*/ 83 w 240"/>
                    <a:gd name="T79" fmla="*/ 162 h 194"/>
                    <a:gd name="T80" fmla="*/ 97 w 240"/>
                    <a:gd name="T81" fmla="*/ 146 h 194"/>
                    <a:gd name="T82" fmla="*/ 142 w 240"/>
                    <a:gd name="T83" fmla="*/ 115 h 194"/>
                    <a:gd name="T84" fmla="*/ 157 w 240"/>
                    <a:gd name="T85" fmla="*/ 133 h 194"/>
                    <a:gd name="T86" fmla="*/ 150 w 240"/>
                    <a:gd name="T87" fmla="*/ 144 h 194"/>
                    <a:gd name="T88" fmla="*/ 159 w 240"/>
                    <a:gd name="T89" fmla="*/ 157 h 194"/>
                    <a:gd name="T90" fmla="*/ 149 w 240"/>
                    <a:gd name="T91" fmla="*/ 164 h 194"/>
                    <a:gd name="T92" fmla="*/ 168 w 240"/>
                    <a:gd name="T93" fmla="*/ 180 h 194"/>
                    <a:gd name="T94" fmla="*/ 177 w 240"/>
                    <a:gd name="T95" fmla="*/ 189 h 194"/>
                    <a:gd name="T96" fmla="*/ 187 w 240"/>
                    <a:gd name="T97" fmla="*/ 191 h 194"/>
                    <a:gd name="T98" fmla="*/ 188 w 240"/>
                    <a:gd name="T99" fmla="*/ 194 h 194"/>
                    <a:gd name="T100" fmla="*/ 191 w 240"/>
                    <a:gd name="T101" fmla="*/ 174 h 194"/>
                    <a:gd name="T102" fmla="*/ 179 w 240"/>
                    <a:gd name="T103" fmla="*/ 165 h 194"/>
                    <a:gd name="T104" fmla="*/ 190 w 240"/>
                    <a:gd name="T105" fmla="*/ 161 h 194"/>
                    <a:gd name="T106" fmla="*/ 190 w 240"/>
                    <a:gd name="T107" fmla="*/ 142 h 194"/>
                    <a:gd name="T108" fmla="*/ 208 w 240"/>
                    <a:gd name="T109" fmla="*/ 147 h 194"/>
                    <a:gd name="T110" fmla="*/ 198 w 240"/>
                    <a:gd name="T111" fmla="*/ 129 h 194"/>
                    <a:gd name="T112" fmla="*/ 201 w 240"/>
                    <a:gd name="T113" fmla="*/ 116 h 194"/>
                    <a:gd name="T114" fmla="*/ 200 w 240"/>
                    <a:gd name="T115" fmla="*/ 93 h 194"/>
                    <a:gd name="T116" fmla="*/ 210 w 240"/>
                    <a:gd name="T117" fmla="*/ 95 h 194"/>
                    <a:gd name="T118" fmla="*/ 218 w 240"/>
                    <a:gd name="T119" fmla="*/ 86 h 194"/>
                    <a:gd name="T120" fmla="*/ 240 w 240"/>
                    <a:gd name="T121" fmla="*/ 88 h 194"/>
                    <a:gd name="T122" fmla="*/ 235 w 240"/>
                    <a:gd name="T12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40" h="194">
                      <a:moveTo>
                        <a:pt x="42" y="125"/>
                      </a:moveTo>
                      <a:cubicBezTo>
                        <a:pt x="33" y="124"/>
                        <a:pt x="31" y="127"/>
                        <a:pt x="31" y="127"/>
                      </a:cubicBezTo>
                      <a:cubicBezTo>
                        <a:pt x="31" y="127"/>
                        <a:pt x="21" y="126"/>
                        <a:pt x="14" y="116"/>
                      </a:cubicBezTo>
                      <a:cubicBezTo>
                        <a:pt x="13" y="116"/>
                        <a:pt x="6" y="118"/>
                        <a:pt x="4" y="119"/>
                      </a:cubicBezTo>
                      <a:cubicBezTo>
                        <a:pt x="6" y="125"/>
                        <a:pt x="7" y="135"/>
                        <a:pt x="14" y="141"/>
                      </a:cubicBezTo>
                      <a:cubicBezTo>
                        <a:pt x="24" y="149"/>
                        <a:pt x="41" y="163"/>
                        <a:pt x="56" y="163"/>
                      </a:cubicBezTo>
                      <a:cubicBezTo>
                        <a:pt x="57" y="163"/>
                        <a:pt x="58" y="163"/>
                        <a:pt x="59" y="163"/>
                      </a:cubicBezTo>
                      <a:cubicBezTo>
                        <a:pt x="57" y="156"/>
                        <a:pt x="52" y="144"/>
                        <a:pt x="50" y="141"/>
                      </a:cubicBezTo>
                      <a:cubicBezTo>
                        <a:pt x="47" y="137"/>
                        <a:pt x="51" y="126"/>
                        <a:pt x="42" y="125"/>
                      </a:cubicBezTo>
                      <a:close/>
                      <a:moveTo>
                        <a:pt x="235" y="75"/>
                      </a:moveTo>
                      <a:cubicBezTo>
                        <a:pt x="231" y="67"/>
                        <a:pt x="215" y="74"/>
                        <a:pt x="205" y="74"/>
                      </a:cubicBezTo>
                      <a:cubicBezTo>
                        <a:pt x="195" y="74"/>
                        <a:pt x="193" y="56"/>
                        <a:pt x="193" y="56"/>
                      </a:cubicBezTo>
                      <a:cubicBezTo>
                        <a:pt x="176" y="38"/>
                        <a:pt x="176" y="38"/>
                        <a:pt x="176" y="38"/>
                      </a:cubicBezTo>
                      <a:cubicBezTo>
                        <a:pt x="177" y="29"/>
                        <a:pt x="177" y="29"/>
                        <a:pt x="177" y="29"/>
                      </a:cubicBezTo>
                      <a:cubicBezTo>
                        <a:pt x="145" y="2"/>
                        <a:pt x="145" y="2"/>
                        <a:pt x="145" y="2"/>
                      </a:cubicBezTo>
                      <a:cubicBezTo>
                        <a:pt x="145" y="2"/>
                        <a:pt x="144" y="13"/>
                        <a:pt x="143" y="20"/>
                      </a:cubicBezTo>
                      <a:cubicBezTo>
                        <a:pt x="142" y="27"/>
                        <a:pt x="126" y="24"/>
                        <a:pt x="126" y="24"/>
                      </a:cubicBezTo>
                      <a:cubicBezTo>
                        <a:pt x="126" y="24"/>
                        <a:pt x="132" y="36"/>
                        <a:pt x="116" y="38"/>
                      </a:cubicBezTo>
                      <a:cubicBezTo>
                        <a:pt x="100" y="40"/>
                        <a:pt x="91" y="18"/>
                        <a:pt x="78" y="9"/>
                      </a:cubicBezTo>
                      <a:cubicBezTo>
                        <a:pt x="65" y="0"/>
                        <a:pt x="49" y="2"/>
                        <a:pt x="43" y="7"/>
                      </a:cubicBezTo>
                      <a:cubicBezTo>
                        <a:pt x="37" y="12"/>
                        <a:pt x="52" y="23"/>
                        <a:pt x="52" y="23"/>
                      </a:cubicBezTo>
                      <a:cubicBezTo>
                        <a:pt x="52" y="23"/>
                        <a:pt x="73" y="34"/>
                        <a:pt x="71" y="44"/>
                      </a:cubicBezTo>
                      <a:cubicBezTo>
                        <a:pt x="69" y="54"/>
                        <a:pt x="57" y="37"/>
                        <a:pt x="54" y="37"/>
                      </a:cubicBezTo>
                      <a:cubicBezTo>
                        <a:pt x="51" y="37"/>
                        <a:pt x="40" y="40"/>
                        <a:pt x="40" y="4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6" y="30"/>
                        <a:pt x="28" y="23"/>
                        <a:pt x="15" y="22"/>
                      </a:cubicBezTo>
                      <a:cubicBezTo>
                        <a:pt x="5" y="21"/>
                        <a:pt x="1" y="29"/>
                        <a:pt x="0" y="33"/>
                      </a:cubicBezTo>
                      <a:cubicBezTo>
                        <a:pt x="3" y="35"/>
                        <a:pt x="7" y="37"/>
                        <a:pt x="7" y="37"/>
                      </a:cubicBezTo>
                      <a:cubicBezTo>
                        <a:pt x="6" y="46"/>
                        <a:pt x="6" y="46"/>
                        <a:pt x="6" y="46"/>
                      </a:cubicBezTo>
                      <a:cubicBezTo>
                        <a:pt x="6" y="46"/>
                        <a:pt x="25" y="47"/>
                        <a:pt x="25" y="54"/>
                      </a:cubicBezTo>
                      <a:cubicBezTo>
                        <a:pt x="25" y="61"/>
                        <a:pt x="19" y="69"/>
                        <a:pt x="19" y="69"/>
                      </a:cubicBezTo>
                      <a:cubicBezTo>
                        <a:pt x="19" y="69"/>
                        <a:pt x="50" y="82"/>
                        <a:pt x="49" y="91"/>
                      </a:cubicBezTo>
                      <a:cubicBezTo>
                        <a:pt x="48" y="100"/>
                        <a:pt x="28" y="100"/>
                        <a:pt x="28" y="100"/>
                      </a:cubicBezTo>
                      <a:cubicBezTo>
                        <a:pt x="46" y="108"/>
                        <a:pt x="46" y="108"/>
                        <a:pt x="46" y="108"/>
                      </a:cubicBezTo>
                      <a:cubicBezTo>
                        <a:pt x="56" y="122"/>
                        <a:pt x="56" y="122"/>
                        <a:pt x="56" y="122"/>
                      </a:cubicBezTo>
                      <a:cubicBezTo>
                        <a:pt x="76" y="124"/>
                        <a:pt x="76" y="124"/>
                        <a:pt x="76" y="124"/>
                      </a:cubicBezTo>
                      <a:cubicBezTo>
                        <a:pt x="74" y="134"/>
                        <a:pt x="74" y="134"/>
                        <a:pt x="74" y="134"/>
                      </a:cubicBezTo>
                      <a:cubicBezTo>
                        <a:pt x="78" y="141"/>
                        <a:pt x="78" y="141"/>
                        <a:pt x="78" y="141"/>
                      </a:cubicBezTo>
                      <a:cubicBezTo>
                        <a:pt x="78" y="141"/>
                        <a:pt x="80" y="154"/>
                        <a:pt x="81" y="162"/>
                      </a:cubicBezTo>
                      <a:cubicBezTo>
                        <a:pt x="82" y="162"/>
                        <a:pt x="82" y="162"/>
                        <a:pt x="83" y="162"/>
                      </a:cubicBezTo>
                      <a:cubicBezTo>
                        <a:pt x="86" y="161"/>
                        <a:pt x="94" y="150"/>
                        <a:pt x="97" y="146"/>
                      </a:cubicBezTo>
                      <a:cubicBezTo>
                        <a:pt x="100" y="142"/>
                        <a:pt x="136" y="115"/>
                        <a:pt x="142" y="115"/>
                      </a:cubicBezTo>
                      <a:cubicBezTo>
                        <a:pt x="148" y="115"/>
                        <a:pt x="155" y="127"/>
                        <a:pt x="157" y="133"/>
                      </a:cubicBezTo>
                      <a:cubicBezTo>
                        <a:pt x="159" y="139"/>
                        <a:pt x="150" y="139"/>
                        <a:pt x="150" y="144"/>
                      </a:cubicBezTo>
                      <a:cubicBezTo>
                        <a:pt x="150" y="149"/>
                        <a:pt x="159" y="151"/>
                        <a:pt x="159" y="157"/>
                      </a:cubicBezTo>
                      <a:cubicBezTo>
                        <a:pt x="159" y="163"/>
                        <a:pt x="149" y="159"/>
                        <a:pt x="149" y="164"/>
                      </a:cubicBezTo>
                      <a:cubicBezTo>
                        <a:pt x="149" y="169"/>
                        <a:pt x="162" y="177"/>
                        <a:pt x="168" y="180"/>
                      </a:cubicBezTo>
                      <a:cubicBezTo>
                        <a:pt x="174" y="183"/>
                        <a:pt x="177" y="189"/>
                        <a:pt x="177" y="189"/>
                      </a:cubicBezTo>
                      <a:cubicBezTo>
                        <a:pt x="187" y="191"/>
                        <a:pt x="187" y="191"/>
                        <a:pt x="187" y="191"/>
                      </a:cubicBezTo>
                      <a:cubicBezTo>
                        <a:pt x="187" y="191"/>
                        <a:pt x="187" y="192"/>
                        <a:pt x="188" y="194"/>
                      </a:cubicBezTo>
                      <a:cubicBezTo>
                        <a:pt x="190" y="187"/>
                        <a:pt x="192" y="178"/>
                        <a:pt x="191" y="174"/>
                      </a:cubicBezTo>
                      <a:cubicBezTo>
                        <a:pt x="189" y="168"/>
                        <a:pt x="179" y="165"/>
                        <a:pt x="179" y="165"/>
                      </a:cubicBezTo>
                      <a:cubicBezTo>
                        <a:pt x="190" y="161"/>
                        <a:pt x="190" y="161"/>
                        <a:pt x="190" y="161"/>
                      </a:cubicBezTo>
                      <a:cubicBezTo>
                        <a:pt x="190" y="142"/>
                        <a:pt x="190" y="142"/>
                        <a:pt x="190" y="142"/>
                      </a:cubicBezTo>
                      <a:cubicBezTo>
                        <a:pt x="190" y="142"/>
                        <a:pt x="202" y="155"/>
                        <a:pt x="208" y="147"/>
                      </a:cubicBezTo>
                      <a:cubicBezTo>
                        <a:pt x="214" y="139"/>
                        <a:pt x="198" y="129"/>
                        <a:pt x="198" y="129"/>
                      </a:cubicBezTo>
                      <a:cubicBezTo>
                        <a:pt x="201" y="116"/>
                        <a:pt x="201" y="116"/>
                        <a:pt x="201" y="116"/>
                      </a:cubicBezTo>
                      <a:cubicBezTo>
                        <a:pt x="200" y="93"/>
                        <a:pt x="200" y="93"/>
                        <a:pt x="200" y="93"/>
                      </a:cubicBezTo>
                      <a:cubicBezTo>
                        <a:pt x="210" y="95"/>
                        <a:pt x="210" y="95"/>
                        <a:pt x="210" y="95"/>
                      </a:cubicBezTo>
                      <a:cubicBezTo>
                        <a:pt x="218" y="86"/>
                        <a:pt x="218" y="86"/>
                        <a:pt x="218" y="86"/>
                      </a:cubicBezTo>
                      <a:cubicBezTo>
                        <a:pt x="240" y="88"/>
                        <a:pt x="240" y="88"/>
                        <a:pt x="240" y="88"/>
                      </a:cubicBezTo>
                      <a:cubicBezTo>
                        <a:pt x="240" y="88"/>
                        <a:pt x="239" y="83"/>
                        <a:pt x="235" y="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8" name="Freeform 269"/>
                <p:cNvSpPr>
                  <a:spLocks/>
                </p:cNvSpPr>
                <p:nvPr/>
              </p:nvSpPr>
              <p:spPr bwMode="gray">
                <a:xfrm>
                  <a:off x="-4146" y="-16592"/>
                  <a:ext cx="1772" cy="981"/>
                </a:xfrm>
                <a:custGeom>
                  <a:avLst/>
                  <a:gdLst>
                    <a:gd name="T0" fmla="*/ 51 w 750"/>
                    <a:gd name="T1" fmla="*/ 223 h 415"/>
                    <a:gd name="T2" fmla="*/ 79 w 750"/>
                    <a:gd name="T3" fmla="*/ 232 h 415"/>
                    <a:gd name="T4" fmla="*/ 132 w 750"/>
                    <a:gd name="T5" fmla="*/ 230 h 415"/>
                    <a:gd name="T6" fmla="*/ 166 w 750"/>
                    <a:gd name="T7" fmla="*/ 227 h 415"/>
                    <a:gd name="T8" fmla="*/ 209 w 750"/>
                    <a:gd name="T9" fmla="*/ 209 h 415"/>
                    <a:gd name="T10" fmla="*/ 243 w 750"/>
                    <a:gd name="T11" fmla="*/ 208 h 415"/>
                    <a:gd name="T12" fmla="*/ 274 w 750"/>
                    <a:gd name="T13" fmla="*/ 225 h 415"/>
                    <a:gd name="T14" fmla="*/ 296 w 750"/>
                    <a:gd name="T15" fmla="*/ 259 h 415"/>
                    <a:gd name="T16" fmla="*/ 311 w 750"/>
                    <a:gd name="T17" fmla="*/ 278 h 415"/>
                    <a:gd name="T18" fmla="*/ 317 w 750"/>
                    <a:gd name="T19" fmla="*/ 310 h 415"/>
                    <a:gd name="T20" fmla="*/ 304 w 750"/>
                    <a:gd name="T21" fmla="*/ 321 h 415"/>
                    <a:gd name="T22" fmla="*/ 283 w 750"/>
                    <a:gd name="T23" fmla="*/ 356 h 415"/>
                    <a:gd name="T24" fmla="*/ 281 w 750"/>
                    <a:gd name="T25" fmla="*/ 370 h 415"/>
                    <a:gd name="T26" fmla="*/ 323 w 750"/>
                    <a:gd name="T27" fmla="*/ 353 h 415"/>
                    <a:gd name="T28" fmla="*/ 391 w 750"/>
                    <a:gd name="T29" fmla="*/ 301 h 415"/>
                    <a:gd name="T30" fmla="*/ 436 w 750"/>
                    <a:gd name="T31" fmla="*/ 299 h 415"/>
                    <a:gd name="T32" fmla="*/ 420 w 750"/>
                    <a:gd name="T33" fmla="*/ 310 h 415"/>
                    <a:gd name="T34" fmla="*/ 488 w 750"/>
                    <a:gd name="T35" fmla="*/ 324 h 415"/>
                    <a:gd name="T36" fmla="*/ 499 w 750"/>
                    <a:gd name="T37" fmla="*/ 381 h 415"/>
                    <a:gd name="T38" fmla="*/ 542 w 750"/>
                    <a:gd name="T39" fmla="*/ 396 h 415"/>
                    <a:gd name="T40" fmla="*/ 591 w 750"/>
                    <a:gd name="T41" fmla="*/ 385 h 415"/>
                    <a:gd name="T42" fmla="*/ 622 w 750"/>
                    <a:gd name="T43" fmla="*/ 361 h 415"/>
                    <a:gd name="T44" fmla="*/ 553 w 750"/>
                    <a:gd name="T45" fmla="*/ 352 h 415"/>
                    <a:gd name="T46" fmla="*/ 503 w 750"/>
                    <a:gd name="T47" fmla="*/ 328 h 415"/>
                    <a:gd name="T48" fmla="*/ 537 w 750"/>
                    <a:gd name="T49" fmla="*/ 322 h 415"/>
                    <a:gd name="T50" fmla="*/ 588 w 750"/>
                    <a:gd name="T51" fmla="*/ 297 h 415"/>
                    <a:gd name="T52" fmla="*/ 679 w 750"/>
                    <a:gd name="T53" fmla="*/ 273 h 415"/>
                    <a:gd name="T54" fmla="*/ 703 w 750"/>
                    <a:gd name="T55" fmla="*/ 231 h 415"/>
                    <a:gd name="T56" fmla="*/ 727 w 750"/>
                    <a:gd name="T57" fmla="*/ 189 h 415"/>
                    <a:gd name="T58" fmla="*/ 742 w 750"/>
                    <a:gd name="T59" fmla="*/ 166 h 415"/>
                    <a:gd name="T60" fmla="*/ 709 w 750"/>
                    <a:gd name="T61" fmla="*/ 136 h 415"/>
                    <a:gd name="T62" fmla="*/ 662 w 750"/>
                    <a:gd name="T63" fmla="*/ 119 h 415"/>
                    <a:gd name="T64" fmla="*/ 620 w 750"/>
                    <a:gd name="T65" fmla="*/ 100 h 415"/>
                    <a:gd name="T66" fmla="*/ 578 w 750"/>
                    <a:gd name="T67" fmla="*/ 106 h 415"/>
                    <a:gd name="T68" fmla="*/ 540 w 750"/>
                    <a:gd name="T69" fmla="*/ 99 h 415"/>
                    <a:gd name="T70" fmla="*/ 482 w 750"/>
                    <a:gd name="T71" fmla="*/ 56 h 415"/>
                    <a:gd name="T72" fmla="*/ 486 w 750"/>
                    <a:gd name="T73" fmla="*/ 26 h 415"/>
                    <a:gd name="T74" fmla="*/ 431 w 750"/>
                    <a:gd name="T75" fmla="*/ 1 h 415"/>
                    <a:gd name="T76" fmla="*/ 398 w 750"/>
                    <a:gd name="T77" fmla="*/ 16 h 415"/>
                    <a:gd name="T78" fmla="*/ 327 w 750"/>
                    <a:gd name="T79" fmla="*/ 53 h 415"/>
                    <a:gd name="T80" fmla="*/ 273 w 750"/>
                    <a:gd name="T81" fmla="*/ 39 h 415"/>
                    <a:gd name="T82" fmla="*/ 247 w 750"/>
                    <a:gd name="T83" fmla="*/ 46 h 415"/>
                    <a:gd name="T84" fmla="*/ 224 w 750"/>
                    <a:gd name="T85" fmla="*/ 38 h 415"/>
                    <a:gd name="T86" fmla="*/ 202 w 750"/>
                    <a:gd name="T87" fmla="*/ 40 h 415"/>
                    <a:gd name="T88" fmla="*/ 157 w 750"/>
                    <a:gd name="T89" fmla="*/ 28 h 415"/>
                    <a:gd name="T90" fmla="*/ 103 w 750"/>
                    <a:gd name="T91" fmla="*/ 27 h 415"/>
                    <a:gd name="T92" fmla="*/ 47 w 750"/>
                    <a:gd name="T93" fmla="*/ 40 h 415"/>
                    <a:gd name="T94" fmla="*/ 75 w 750"/>
                    <a:gd name="T95" fmla="*/ 76 h 415"/>
                    <a:gd name="T96" fmla="*/ 58 w 750"/>
                    <a:gd name="T97" fmla="*/ 103 h 415"/>
                    <a:gd name="T98" fmla="*/ 30 w 750"/>
                    <a:gd name="T99" fmla="*/ 174 h 415"/>
                    <a:gd name="T100" fmla="*/ 1 w 750"/>
                    <a:gd name="T101" fmla="*/ 19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50" h="415">
                      <a:moveTo>
                        <a:pt x="16" y="215"/>
                      </a:moveTo>
                      <a:cubicBezTo>
                        <a:pt x="22" y="216"/>
                        <a:pt x="38" y="223"/>
                        <a:pt x="38" y="223"/>
                      </a:cubicBezTo>
                      <a:cubicBezTo>
                        <a:pt x="38" y="223"/>
                        <a:pt x="47" y="223"/>
                        <a:pt x="51" y="223"/>
                      </a:cubicBezTo>
                      <a:cubicBezTo>
                        <a:pt x="55" y="223"/>
                        <a:pt x="57" y="230"/>
                        <a:pt x="57" y="230"/>
                      </a:cubicBezTo>
                      <a:cubicBezTo>
                        <a:pt x="73" y="227"/>
                        <a:pt x="73" y="227"/>
                        <a:pt x="73" y="227"/>
                      </a:cubicBezTo>
                      <a:cubicBezTo>
                        <a:pt x="79" y="232"/>
                        <a:pt x="79" y="232"/>
                        <a:pt x="79" y="232"/>
                      </a:cubicBezTo>
                      <a:cubicBezTo>
                        <a:pt x="79" y="232"/>
                        <a:pt x="94" y="224"/>
                        <a:pt x="100" y="225"/>
                      </a:cubicBezTo>
                      <a:cubicBezTo>
                        <a:pt x="106" y="226"/>
                        <a:pt x="112" y="245"/>
                        <a:pt x="122" y="242"/>
                      </a:cubicBezTo>
                      <a:cubicBezTo>
                        <a:pt x="132" y="239"/>
                        <a:pt x="132" y="230"/>
                        <a:pt x="132" y="230"/>
                      </a:cubicBezTo>
                      <a:cubicBezTo>
                        <a:pt x="149" y="233"/>
                        <a:pt x="149" y="233"/>
                        <a:pt x="149" y="233"/>
                      </a:cubicBezTo>
                      <a:cubicBezTo>
                        <a:pt x="153" y="226"/>
                        <a:pt x="153" y="226"/>
                        <a:pt x="153" y="226"/>
                      </a:cubicBezTo>
                      <a:cubicBezTo>
                        <a:pt x="153" y="226"/>
                        <a:pt x="156" y="227"/>
                        <a:pt x="166" y="227"/>
                      </a:cubicBezTo>
                      <a:cubicBezTo>
                        <a:pt x="176" y="227"/>
                        <a:pt x="174" y="209"/>
                        <a:pt x="191" y="212"/>
                      </a:cubicBezTo>
                      <a:cubicBezTo>
                        <a:pt x="193" y="204"/>
                        <a:pt x="193" y="204"/>
                        <a:pt x="193" y="204"/>
                      </a:cubicBezTo>
                      <a:cubicBezTo>
                        <a:pt x="193" y="204"/>
                        <a:pt x="203" y="210"/>
                        <a:pt x="209" y="209"/>
                      </a:cubicBezTo>
                      <a:cubicBezTo>
                        <a:pt x="215" y="208"/>
                        <a:pt x="215" y="203"/>
                        <a:pt x="224" y="202"/>
                      </a:cubicBezTo>
                      <a:cubicBezTo>
                        <a:pt x="233" y="201"/>
                        <a:pt x="239" y="210"/>
                        <a:pt x="239" y="210"/>
                      </a:cubicBezTo>
                      <a:cubicBezTo>
                        <a:pt x="243" y="208"/>
                        <a:pt x="243" y="208"/>
                        <a:pt x="243" y="208"/>
                      </a:cubicBezTo>
                      <a:cubicBezTo>
                        <a:pt x="243" y="208"/>
                        <a:pt x="239" y="213"/>
                        <a:pt x="248" y="213"/>
                      </a:cubicBezTo>
                      <a:cubicBezTo>
                        <a:pt x="257" y="213"/>
                        <a:pt x="264" y="210"/>
                        <a:pt x="269" y="214"/>
                      </a:cubicBezTo>
                      <a:cubicBezTo>
                        <a:pt x="274" y="218"/>
                        <a:pt x="274" y="225"/>
                        <a:pt x="274" y="225"/>
                      </a:cubicBezTo>
                      <a:cubicBezTo>
                        <a:pt x="274" y="225"/>
                        <a:pt x="283" y="219"/>
                        <a:pt x="294" y="227"/>
                      </a:cubicBezTo>
                      <a:cubicBezTo>
                        <a:pt x="305" y="235"/>
                        <a:pt x="296" y="244"/>
                        <a:pt x="296" y="244"/>
                      </a:cubicBezTo>
                      <a:cubicBezTo>
                        <a:pt x="296" y="244"/>
                        <a:pt x="293" y="259"/>
                        <a:pt x="296" y="259"/>
                      </a:cubicBezTo>
                      <a:cubicBezTo>
                        <a:pt x="299" y="259"/>
                        <a:pt x="308" y="257"/>
                        <a:pt x="308" y="257"/>
                      </a:cubicBezTo>
                      <a:cubicBezTo>
                        <a:pt x="313" y="262"/>
                        <a:pt x="313" y="262"/>
                        <a:pt x="313" y="262"/>
                      </a:cubicBezTo>
                      <a:cubicBezTo>
                        <a:pt x="313" y="262"/>
                        <a:pt x="304" y="276"/>
                        <a:pt x="311" y="278"/>
                      </a:cubicBezTo>
                      <a:cubicBezTo>
                        <a:pt x="318" y="280"/>
                        <a:pt x="331" y="277"/>
                        <a:pt x="332" y="284"/>
                      </a:cubicBezTo>
                      <a:cubicBezTo>
                        <a:pt x="333" y="291"/>
                        <a:pt x="334" y="305"/>
                        <a:pt x="334" y="305"/>
                      </a:cubicBezTo>
                      <a:cubicBezTo>
                        <a:pt x="334" y="305"/>
                        <a:pt x="324" y="309"/>
                        <a:pt x="317" y="310"/>
                      </a:cubicBezTo>
                      <a:cubicBezTo>
                        <a:pt x="310" y="311"/>
                        <a:pt x="304" y="303"/>
                        <a:pt x="304" y="303"/>
                      </a:cubicBezTo>
                      <a:cubicBezTo>
                        <a:pt x="304" y="303"/>
                        <a:pt x="287" y="303"/>
                        <a:pt x="288" y="307"/>
                      </a:cubicBezTo>
                      <a:cubicBezTo>
                        <a:pt x="289" y="311"/>
                        <a:pt x="304" y="321"/>
                        <a:pt x="304" y="321"/>
                      </a:cubicBezTo>
                      <a:cubicBezTo>
                        <a:pt x="295" y="330"/>
                        <a:pt x="295" y="330"/>
                        <a:pt x="295" y="330"/>
                      </a:cubicBezTo>
                      <a:cubicBezTo>
                        <a:pt x="295" y="330"/>
                        <a:pt x="279" y="338"/>
                        <a:pt x="279" y="342"/>
                      </a:cubicBezTo>
                      <a:cubicBezTo>
                        <a:pt x="279" y="346"/>
                        <a:pt x="283" y="356"/>
                        <a:pt x="283" y="356"/>
                      </a:cubicBezTo>
                      <a:cubicBezTo>
                        <a:pt x="266" y="359"/>
                        <a:pt x="266" y="359"/>
                        <a:pt x="266" y="359"/>
                      </a:cubicBezTo>
                      <a:cubicBezTo>
                        <a:pt x="263" y="353"/>
                        <a:pt x="264" y="348"/>
                        <a:pt x="264" y="345"/>
                      </a:cubicBezTo>
                      <a:cubicBezTo>
                        <a:pt x="263" y="350"/>
                        <a:pt x="263" y="367"/>
                        <a:pt x="281" y="370"/>
                      </a:cubicBezTo>
                      <a:cubicBezTo>
                        <a:pt x="302" y="373"/>
                        <a:pt x="298" y="359"/>
                        <a:pt x="310" y="360"/>
                      </a:cubicBezTo>
                      <a:cubicBezTo>
                        <a:pt x="319" y="361"/>
                        <a:pt x="323" y="357"/>
                        <a:pt x="324" y="355"/>
                      </a:cubicBezTo>
                      <a:cubicBezTo>
                        <a:pt x="324" y="353"/>
                        <a:pt x="323" y="353"/>
                        <a:pt x="323" y="353"/>
                      </a:cubicBezTo>
                      <a:cubicBezTo>
                        <a:pt x="323" y="353"/>
                        <a:pt x="340" y="346"/>
                        <a:pt x="348" y="340"/>
                      </a:cubicBezTo>
                      <a:cubicBezTo>
                        <a:pt x="357" y="334"/>
                        <a:pt x="370" y="310"/>
                        <a:pt x="370" y="310"/>
                      </a:cubicBezTo>
                      <a:cubicBezTo>
                        <a:pt x="391" y="301"/>
                        <a:pt x="391" y="301"/>
                        <a:pt x="391" y="301"/>
                      </a:cubicBezTo>
                      <a:cubicBezTo>
                        <a:pt x="400" y="290"/>
                        <a:pt x="400" y="290"/>
                        <a:pt x="400" y="290"/>
                      </a:cubicBezTo>
                      <a:cubicBezTo>
                        <a:pt x="411" y="295"/>
                        <a:pt x="411" y="295"/>
                        <a:pt x="411" y="295"/>
                      </a:cubicBezTo>
                      <a:cubicBezTo>
                        <a:pt x="411" y="295"/>
                        <a:pt x="433" y="299"/>
                        <a:pt x="436" y="299"/>
                      </a:cubicBezTo>
                      <a:cubicBezTo>
                        <a:pt x="439" y="299"/>
                        <a:pt x="447" y="293"/>
                        <a:pt x="447" y="293"/>
                      </a:cubicBezTo>
                      <a:cubicBezTo>
                        <a:pt x="435" y="309"/>
                        <a:pt x="435" y="309"/>
                        <a:pt x="435" y="309"/>
                      </a:cubicBezTo>
                      <a:cubicBezTo>
                        <a:pt x="435" y="309"/>
                        <a:pt x="417" y="303"/>
                        <a:pt x="420" y="310"/>
                      </a:cubicBezTo>
                      <a:cubicBezTo>
                        <a:pt x="423" y="317"/>
                        <a:pt x="443" y="322"/>
                        <a:pt x="443" y="322"/>
                      </a:cubicBezTo>
                      <a:cubicBezTo>
                        <a:pt x="475" y="323"/>
                        <a:pt x="475" y="323"/>
                        <a:pt x="475" y="323"/>
                      </a:cubicBezTo>
                      <a:cubicBezTo>
                        <a:pt x="488" y="324"/>
                        <a:pt x="488" y="324"/>
                        <a:pt x="488" y="324"/>
                      </a:cubicBezTo>
                      <a:cubicBezTo>
                        <a:pt x="495" y="335"/>
                        <a:pt x="495" y="335"/>
                        <a:pt x="495" y="335"/>
                      </a:cubicBezTo>
                      <a:cubicBezTo>
                        <a:pt x="495" y="335"/>
                        <a:pt x="449" y="361"/>
                        <a:pt x="452" y="364"/>
                      </a:cubicBezTo>
                      <a:cubicBezTo>
                        <a:pt x="455" y="367"/>
                        <a:pt x="497" y="368"/>
                        <a:pt x="499" y="381"/>
                      </a:cubicBezTo>
                      <a:cubicBezTo>
                        <a:pt x="501" y="395"/>
                        <a:pt x="489" y="409"/>
                        <a:pt x="494" y="411"/>
                      </a:cubicBezTo>
                      <a:cubicBezTo>
                        <a:pt x="500" y="413"/>
                        <a:pt x="521" y="415"/>
                        <a:pt x="521" y="415"/>
                      </a:cubicBezTo>
                      <a:cubicBezTo>
                        <a:pt x="521" y="415"/>
                        <a:pt x="535" y="396"/>
                        <a:pt x="542" y="396"/>
                      </a:cubicBezTo>
                      <a:cubicBezTo>
                        <a:pt x="550" y="396"/>
                        <a:pt x="553" y="402"/>
                        <a:pt x="563" y="396"/>
                      </a:cubicBezTo>
                      <a:cubicBezTo>
                        <a:pt x="573" y="390"/>
                        <a:pt x="571" y="378"/>
                        <a:pt x="578" y="377"/>
                      </a:cubicBezTo>
                      <a:cubicBezTo>
                        <a:pt x="585" y="376"/>
                        <a:pt x="591" y="385"/>
                        <a:pt x="591" y="385"/>
                      </a:cubicBezTo>
                      <a:cubicBezTo>
                        <a:pt x="614" y="381"/>
                        <a:pt x="614" y="381"/>
                        <a:pt x="614" y="381"/>
                      </a:cubicBezTo>
                      <a:cubicBezTo>
                        <a:pt x="616" y="370"/>
                        <a:pt x="616" y="370"/>
                        <a:pt x="616" y="370"/>
                      </a:cubicBezTo>
                      <a:cubicBezTo>
                        <a:pt x="622" y="361"/>
                        <a:pt x="622" y="361"/>
                        <a:pt x="622" y="361"/>
                      </a:cubicBezTo>
                      <a:cubicBezTo>
                        <a:pt x="622" y="361"/>
                        <a:pt x="608" y="355"/>
                        <a:pt x="602" y="361"/>
                      </a:cubicBezTo>
                      <a:cubicBezTo>
                        <a:pt x="596" y="367"/>
                        <a:pt x="572" y="368"/>
                        <a:pt x="572" y="368"/>
                      </a:cubicBezTo>
                      <a:cubicBezTo>
                        <a:pt x="572" y="368"/>
                        <a:pt x="554" y="362"/>
                        <a:pt x="553" y="352"/>
                      </a:cubicBezTo>
                      <a:cubicBezTo>
                        <a:pt x="552" y="342"/>
                        <a:pt x="540" y="343"/>
                        <a:pt x="540" y="343"/>
                      </a:cubicBezTo>
                      <a:cubicBezTo>
                        <a:pt x="528" y="330"/>
                        <a:pt x="528" y="330"/>
                        <a:pt x="528" y="330"/>
                      </a:cubicBezTo>
                      <a:cubicBezTo>
                        <a:pt x="503" y="328"/>
                        <a:pt x="503" y="328"/>
                        <a:pt x="503" y="328"/>
                      </a:cubicBezTo>
                      <a:cubicBezTo>
                        <a:pt x="496" y="320"/>
                        <a:pt x="496" y="320"/>
                        <a:pt x="496" y="320"/>
                      </a:cubicBezTo>
                      <a:cubicBezTo>
                        <a:pt x="512" y="319"/>
                        <a:pt x="512" y="319"/>
                        <a:pt x="512" y="319"/>
                      </a:cubicBezTo>
                      <a:cubicBezTo>
                        <a:pt x="512" y="319"/>
                        <a:pt x="531" y="323"/>
                        <a:pt x="537" y="322"/>
                      </a:cubicBezTo>
                      <a:cubicBezTo>
                        <a:pt x="544" y="320"/>
                        <a:pt x="559" y="308"/>
                        <a:pt x="559" y="308"/>
                      </a:cubicBezTo>
                      <a:cubicBezTo>
                        <a:pt x="565" y="313"/>
                        <a:pt x="565" y="313"/>
                        <a:pt x="565" y="313"/>
                      </a:cubicBezTo>
                      <a:cubicBezTo>
                        <a:pt x="565" y="313"/>
                        <a:pt x="579" y="300"/>
                        <a:pt x="588" y="297"/>
                      </a:cubicBezTo>
                      <a:cubicBezTo>
                        <a:pt x="598" y="294"/>
                        <a:pt x="624" y="293"/>
                        <a:pt x="624" y="293"/>
                      </a:cubicBezTo>
                      <a:cubicBezTo>
                        <a:pt x="652" y="271"/>
                        <a:pt x="652" y="271"/>
                        <a:pt x="652" y="271"/>
                      </a:cubicBezTo>
                      <a:cubicBezTo>
                        <a:pt x="652" y="271"/>
                        <a:pt x="667" y="278"/>
                        <a:pt x="679" y="273"/>
                      </a:cubicBezTo>
                      <a:cubicBezTo>
                        <a:pt x="676" y="248"/>
                        <a:pt x="676" y="248"/>
                        <a:pt x="676" y="248"/>
                      </a:cubicBezTo>
                      <a:cubicBezTo>
                        <a:pt x="676" y="248"/>
                        <a:pt x="689" y="248"/>
                        <a:pt x="692" y="244"/>
                      </a:cubicBezTo>
                      <a:cubicBezTo>
                        <a:pt x="695" y="240"/>
                        <a:pt x="703" y="231"/>
                        <a:pt x="703" y="231"/>
                      </a:cubicBezTo>
                      <a:cubicBezTo>
                        <a:pt x="703" y="231"/>
                        <a:pt x="726" y="233"/>
                        <a:pt x="738" y="229"/>
                      </a:cubicBezTo>
                      <a:cubicBezTo>
                        <a:pt x="750" y="225"/>
                        <a:pt x="742" y="212"/>
                        <a:pt x="741" y="206"/>
                      </a:cubicBezTo>
                      <a:cubicBezTo>
                        <a:pt x="740" y="200"/>
                        <a:pt x="728" y="192"/>
                        <a:pt x="727" y="189"/>
                      </a:cubicBezTo>
                      <a:cubicBezTo>
                        <a:pt x="726" y="186"/>
                        <a:pt x="743" y="188"/>
                        <a:pt x="744" y="182"/>
                      </a:cubicBezTo>
                      <a:cubicBezTo>
                        <a:pt x="745" y="176"/>
                        <a:pt x="728" y="173"/>
                        <a:pt x="728" y="173"/>
                      </a:cubicBezTo>
                      <a:cubicBezTo>
                        <a:pt x="742" y="166"/>
                        <a:pt x="742" y="166"/>
                        <a:pt x="742" y="166"/>
                      </a:cubicBezTo>
                      <a:cubicBezTo>
                        <a:pt x="742" y="166"/>
                        <a:pt x="741" y="159"/>
                        <a:pt x="740" y="149"/>
                      </a:cubicBezTo>
                      <a:cubicBezTo>
                        <a:pt x="739" y="139"/>
                        <a:pt x="722" y="145"/>
                        <a:pt x="722" y="145"/>
                      </a:cubicBezTo>
                      <a:cubicBezTo>
                        <a:pt x="709" y="136"/>
                        <a:pt x="709" y="136"/>
                        <a:pt x="709" y="136"/>
                      </a:cubicBezTo>
                      <a:cubicBezTo>
                        <a:pt x="709" y="136"/>
                        <a:pt x="707" y="130"/>
                        <a:pt x="700" y="128"/>
                      </a:cubicBezTo>
                      <a:cubicBezTo>
                        <a:pt x="693" y="126"/>
                        <a:pt x="679" y="128"/>
                        <a:pt x="679" y="128"/>
                      </a:cubicBezTo>
                      <a:cubicBezTo>
                        <a:pt x="679" y="128"/>
                        <a:pt x="666" y="119"/>
                        <a:pt x="662" y="119"/>
                      </a:cubicBezTo>
                      <a:cubicBezTo>
                        <a:pt x="658" y="119"/>
                        <a:pt x="646" y="125"/>
                        <a:pt x="646" y="125"/>
                      </a:cubicBezTo>
                      <a:cubicBezTo>
                        <a:pt x="646" y="125"/>
                        <a:pt x="643" y="120"/>
                        <a:pt x="637" y="116"/>
                      </a:cubicBezTo>
                      <a:cubicBezTo>
                        <a:pt x="631" y="112"/>
                        <a:pt x="629" y="101"/>
                        <a:pt x="620" y="100"/>
                      </a:cubicBezTo>
                      <a:cubicBezTo>
                        <a:pt x="611" y="99"/>
                        <a:pt x="615" y="109"/>
                        <a:pt x="615" y="109"/>
                      </a:cubicBezTo>
                      <a:cubicBezTo>
                        <a:pt x="615" y="109"/>
                        <a:pt x="606" y="103"/>
                        <a:pt x="595" y="104"/>
                      </a:cubicBezTo>
                      <a:cubicBezTo>
                        <a:pt x="584" y="105"/>
                        <a:pt x="586" y="110"/>
                        <a:pt x="578" y="106"/>
                      </a:cubicBezTo>
                      <a:cubicBezTo>
                        <a:pt x="570" y="102"/>
                        <a:pt x="562" y="98"/>
                        <a:pt x="562" y="98"/>
                      </a:cubicBezTo>
                      <a:cubicBezTo>
                        <a:pt x="544" y="102"/>
                        <a:pt x="544" y="102"/>
                        <a:pt x="544" y="102"/>
                      </a:cubicBezTo>
                      <a:cubicBezTo>
                        <a:pt x="540" y="99"/>
                        <a:pt x="540" y="99"/>
                        <a:pt x="540" y="99"/>
                      </a:cubicBezTo>
                      <a:cubicBezTo>
                        <a:pt x="533" y="70"/>
                        <a:pt x="533" y="70"/>
                        <a:pt x="533" y="70"/>
                      </a:cubicBezTo>
                      <a:cubicBezTo>
                        <a:pt x="505" y="58"/>
                        <a:pt x="505" y="58"/>
                        <a:pt x="505" y="58"/>
                      </a:cubicBezTo>
                      <a:cubicBezTo>
                        <a:pt x="482" y="56"/>
                        <a:pt x="482" y="56"/>
                        <a:pt x="482" y="56"/>
                      </a:cubicBezTo>
                      <a:cubicBezTo>
                        <a:pt x="481" y="45"/>
                        <a:pt x="481" y="45"/>
                        <a:pt x="481" y="45"/>
                      </a:cubicBezTo>
                      <a:cubicBezTo>
                        <a:pt x="476" y="33"/>
                        <a:pt x="476" y="33"/>
                        <a:pt x="476" y="33"/>
                      </a:cubicBezTo>
                      <a:cubicBezTo>
                        <a:pt x="476" y="33"/>
                        <a:pt x="484" y="32"/>
                        <a:pt x="486" y="26"/>
                      </a:cubicBezTo>
                      <a:cubicBezTo>
                        <a:pt x="488" y="20"/>
                        <a:pt x="467" y="14"/>
                        <a:pt x="467" y="14"/>
                      </a:cubicBezTo>
                      <a:cubicBezTo>
                        <a:pt x="461" y="0"/>
                        <a:pt x="461" y="0"/>
                        <a:pt x="461" y="0"/>
                      </a:cubicBezTo>
                      <a:cubicBezTo>
                        <a:pt x="431" y="1"/>
                        <a:pt x="431" y="1"/>
                        <a:pt x="431" y="1"/>
                      </a:cubicBezTo>
                      <a:cubicBezTo>
                        <a:pt x="420" y="6"/>
                        <a:pt x="420" y="6"/>
                        <a:pt x="420" y="6"/>
                      </a:cubicBezTo>
                      <a:cubicBezTo>
                        <a:pt x="402" y="3"/>
                        <a:pt x="402" y="3"/>
                        <a:pt x="402" y="3"/>
                      </a:cubicBezTo>
                      <a:cubicBezTo>
                        <a:pt x="402" y="3"/>
                        <a:pt x="406" y="12"/>
                        <a:pt x="398" y="16"/>
                      </a:cubicBezTo>
                      <a:cubicBezTo>
                        <a:pt x="390" y="20"/>
                        <a:pt x="356" y="12"/>
                        <a:pt x="349" y="12"/>
                      </a:cubicBezTo>
                      <a:cubicBezTo>
                        <a:pt x="342" y="12"/>
                        <a:pt x="326" y="37"/>
                        <a:pt x="326" y="37"/>
                      </a:cubicBezTo>
                      <a:cubicBezTo>
                        <a:pt x="326" y="37"/>
                        <a:pt x="336" y="50"/>
                        <a:pt x="327" y="53"/>
                      </a:cubicBezTo>
                      <a:cubicBezTo>
                        <a:pt x="318" y="56"/>
                        <a:pt x="304" y="47"/>
                        <a:pt x="304" y="47"/>
                      </a:cubicBezTo>
                      <a:cubicBezTo>
                        <a:pt x="304" y="47"/>
                        <a:pt x="293" y="50"/>
                        <a:pt x="285" y="51"/>
                      </a:cubicBezTo>
                      <a:cubicBezTo>
                        <a:pt x="277" y="52"/>
                        <a:pt x="285" y="40"/>
                        <a:pt x="273" y="39"/>
                      </a:cubicBezTo>
                      <a:cubicBezTo>
                        <a:pt x="261" y="38"/>
                        <a:pt x="262" y="48"/>
                        <a:pt x="262" y="48"/>
                      </a:cubicBezTo>
                      <a:cubicBezTo>
                        <a:pt x="252" y="40"/>
                        <a:pt x="252" y="40"/>
                        <a:pt x="252" y="40"/>
                      </a:cubicBezTo>
                      <a:cubicBezTo>
                        <a:pt x="247" y="46"/>
                        <a:pt x="247" y="46"/>
                        <a:pt x="247" y="46"/>
                      </a:cubicBezTo>
                      <a:cubicBezTo>
                        <a:pt x="241" y="41"/>
                        <a:pt x="241" y="41"/>
                        <a:pt x="241" y="41"/>
                      </a:cubicBezTo>
                      <a:cubicBezTo>
                        <a:pt x="231" y="43"/>
                        <a:pt x="231" y="43"/>
                        <a:pt x="231" y="43"/>
                      </a:cubicBezTo>
                      <a:cubicBezTo>
                        <a:pt x="224" y="38"/>
                        <a:pt x="224" y="38"/>
                        <a:pt x="224" y="38"/>
                      </a:cubicBezTo>
                      <a:cubicBezTo>
                        <a:pt x="219" y="45"/>
                        <a:pt x="219" y="45"/>
                        <a:pt x="219" y="45"/>
                      </a:cubicBezTo>
                      <a:cubicBezTo>
                        <a:pt x="207" y="37"/>
                        <a:pt x="207" y="37"/>
                        <a:pt x="207" y="37"/>
                      </a:cubicBezTo>
                      <a:cubicBezTo>
                        <a:pt x="202" y="40"/>
                        <a:pt x="202" y="40"/>
                        <a:pt x="202" y="40"/>
                      </a:cubicBezTo>
                      <a:cubicBezTo>
                        <a:pt x="191" y="31"/>
                        <a:pt x="191" y="31"/>
                        <a:pt x="191" y="31"/>
                      </a:cubicBezTo>
                      <a:cubicBezTo>
                        <a:pt x="172" y="28"/>
                        <a:pt x="172" y="28"/>
                        <a:pt x="172" y="28"/>
                      </a:cubicBezTo>
                      <a:cubicBezTo>
                        <a:pt x="172" y="28"/>
                        <a:pt x="167" y="28"/>
                        <a:pt x="157" y="28"/>
                      </a:cubicBezTo>
                      <a:cubicBezTo>
                        <a:pt x="147" y="28"/>
                        <a:pt x="147" y="20"/>
                        <a:pt x="147" y="20"/>
                      </a:cubicBezTo>
                      <a:cubicBezTo>
                        <a:pt x="147" y="20"/>
                        <a:pt x="120" y="19"/>
                        <a:pt x="117" y="20"/>
                      </a:cubicBezTo>
                      <a:cubicBezTo>
                        <a:pt x="114" y="21"/>
                        <a:pt x="103" y="27"/>
                        <a:pt x="103" y="27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77" y="27"/>
                        <a:pt x="76" y="37"/>
                        <a:pt x="68" y="42"/>
                      </a:cubicBezTo>
                      <a:cubicBezTo>
                        <a:pt x="60" y="47"/>
                        <a:pt x="47" y="40"/>
                        <a:pt x="47" y="40"/>
                      </a:cubicBezTo>
                      <a:cubicBezTo>
                        <a:pt x="49" y="53"/>
                        <a:pt x="49" y="53"/>
                        <a:pt x="49" y="53"/>
                      </a:cubicBezTo>
                      <a:cubicBezTo>
                        <a:pt x="49" y="53"/>
                        <a:pt x="57" y="55"/>
                        <a:pt x="60" y="64"/>
                      </a:cubicBezTo>
                      <a:cubicBezTo>
                        <a:pt x="63" y="73"/>
                        <a:pt x="75" y="76"/>
                        <a:pt x="75" y="76"/>
                      </a:cubicBezTo>
                      <a:cubicBezTo>
                        <a:pt x="68" y="84"/>
                        <a:pt x="68" y="84"/>
                        <a:pt x="68" y="84"/>
                      </a:cubicBezTo>
                      <a:cubicBezTo>
                        <a:pt x="68" y="84"/>
                        <a:pt x="74" y="92"/>
                        <a:pt x="76" y="97"/>
                      </a:cubicBezTo>
                      <a:cubicBezTo>
                        <a:pt x="78" y="102"/>
                        <a:pt x="58" y="103"/>
                        <a:pt x="58" y="103"/>
                      </a:cubicBezTo>
                      <a:cubicBezTo>
                        <a:pt x="23" y="138"/>
                        <a:pt x="23" y="138"/>
                        <a:pt x="23" y="138"/>
                      </a:cubicBezTo>
                      <a:cubicBezTo>
                        <a:pt x="23" y="138"/>
                        <a:pt x="23" y="148"/>
                        <a:pt x="22" y="158"/>
                      </a:cubicBezTo>
                      <a:cubicBezTo>
                        <a:pt x="21" y="168"/>
                        <a:pt x="30" y="174"/>
                        <a:pt x="30" y="174"/>
                      </a:cubicBezTo>
                      <a:cubicBezTo>
                        <a:pt x="14" y="173"/>
                        <a:pt x="14" y="173"/>
                        <a:pt x="14" y="173"/>
                      </a:cubicBezTo>
                      <a:cubicBezTo>
                        <a:pt x="14" y="173"/>
                        <a:pt x="13" y="180"/>
                        <a:pt x="11" y="186"/>
                      </a:cubicBezTo>
                      <a:cubicBezTo>
                        <a:pt x="9" y="192"/>
                        <a:pt x="1" y="194"/>
                        <a:pt x="1" y="194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8" y="204"/>
                        <a:pt x="10" y="214"/>
                        <a:pt x="16" y="2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0" name="Freeform 270"/>
                <p:cNvSpPr>
                  <a:spLocks/>
                </p:cNvSpPr>
                <p:nvPr/>
              </p:nvSpPr>
              <p:spPr bwMode="gray">
                <a:xfrm>
                  <a:off x="-4085" y="-17050"/>
                  <a:ext cx="903" cy="591"/>
                </a:xfrm>
                <a:custGeom>
                  <a:avLst/>
                  <a:gdLst>
                    <a:gd name="T0" fmla="*/ 19 w 382"/>
                    <a:gd name="T1" fmla="*/ 225 h 250"/>
                    <a:gd name="T2" fmla="*/ 42 w 382"/>
                    <a:gd name="T3" fmla="*/ 236 h 250"/>
                    <a:gd name="T4" fmla="*/ 77 w 382"/>
                    <a:gd name="T5" fmla="*/ 221 h 250"/>
                    <a:gd name="T6" fmla="*/ 121 w 382"/>
                    <a:gd name="T7" fmla="*/ 214 h 250"/>
                    <a:gd name="T8" fmla="*/ 146 w 382"/>
                    <a:gd name="T9" fmla="*/ 222 h 250"/>
                    <a:gd name="T10" fmla="*/ 176 w 382"/>
                    <a:gd name="T11" fmla="*/ 234 h 250"/>
                    <a:gd name="T12" fmla="*/ 193 w 382"/>
                    <a:gd name="T13" fmla="*/ 239 h 250"/>
                    <a:gd name="T14" fmla="*/ 205 w 382"/>
                    <a:gd name="T15" fmla="*/ 237 h 250"/>
                    <a:gd name="T16" fmla="*/ 221 w 382"/>
                    <a:gd name="T17" fmla="*/ 240 h 250"/>
                    <a:gd name="T18" fmla="*/ 236 w 382"/>
                    <a:gd name="T19" fmla="*/ 242 h 250"/>
                    <a:gd name="T20" fmla="*/ 259 w 382"/>
                    <a:gd name="T21" fmla="*/ 245 h 250"/>
                    <a:gd name="T22" fmla="*/ 301 w 382"/>
                    <a:gd name="T23" fmla="*/ 247 h 250"/>
                    <a:gd name="T24" fmla="*/ 323 w 382"/>
                    <a:gd name="T25" fmla="*/ 206 h 250"/>
                    <a:gd name="T26" fmla="*/ 344 w 382"/>
                    <a:gd name="T27" fmla="*/ 191 h 250"/>
                    <a:gd name="T28" fmla="*/ 328 w 382"/>
                    <a:gd name="T29" fmla="*/ 151 h 250"/>
                    <a:gd name="T30" fmla="*/ 365 w 382"/>
                    <a:gd name="T31" fmla="*/ 155 h 250"/>
                    <a:gd name="T32" fmla="*/ 368 w 382"/>
                    <a:gd name="T33" fmla="*/ 131 h 250"/>
                    <a:gd name="T34" fmla="*/ 340 w 382"/>
                    <a:gd name="T35" fmla="*/ 118 h 250"/>
                    <a:gd name="T36" fmla="*/ 318 w 382"/>
                    <a:gd name="T37" fmla="*/ 96 h 250"/>
                    <a:gd name="T38" fmla="*/ 294 w 382"/>
                    <a:gd name="T39" fmla="*/ 66 h 250"/>
                    <a:gd name="T40" fmla="*/ 290 w 382"/>
                    <a:gd name="T41" fmla="*/ 44 h 250"/>
                    <a:gd name="T42" fmla="*/ 260 w 382"/>
                    <a:gd name="T43" fmla="*/ 9 h 250"/>
                    <a:gd name="T44" fmla="*/ 236 w 382"/>
                    <a:gd name="T45" fmla="*/ 11 h 250"/>
                    <a:gd name="T46" fmla="*/ 204 w 382"/>
                    <a:gd name="T47" fmla="*/ 11 h 250"/>
                    <a:gd name="T48" fmla="*/ 176 w 382"/>
                    <a:gd name="T49" fmla="*/ 0 h 250"/>
                    <a:gd name="T50" fmla="*/ 157 w 382"/>
                    <a:gd name="T51" fmla="*/ 19 h 250"/>
                    <a:gd name="T52" fmla="*/ 119 w 382"/>
                    <a:gd name="T53" fmla="*/ 31 h 250"/>
                    <a:gd name="T54" fmla="*/ 120 w 382"/>
                    <a:gd name="T55" fmla="*/ 52 h 250"/>
                    <a:gd name="T56" fmla="*/ 111 w 382"/>
                    <a:gd name="T57" fmla="*/ 60 h 250"/>
                    <a:gd name="T58" fmla="*/ 98 w 382"/>
                    <a:gd name="T59" fmla="*/ 77 h 250"/>
                    <a:gd name="T60" fmla="*/ 96 w 382"/>
                    <a:gd name="T61" fmla="*/ 104 h 250"/>
                    <a:gd name="T62" fmla="*/ 72 w 382"/>
                    <a:gd name="T63" fmla="*/ 103 h 250"/>
                    <a:gd name="T64" fmla="*/ 60 w 382"/>
                    <a:gd name="T65" fmla="*/ 103 h 250"/>
                    <a:gd name="T66" fmla="*/ 40 w 382"/>
                    <a:gd name="T67" fmla="*/ 113 h 250"/>
                    <a:gd name="T68" fmla="*/ 6 w 382"/>
                    <a:gd name="T69" fmla="*/ 113 h 250"/>
                    <a:gd name="T70" fmla="*/ 25 w 382"/>
                    <a:gd name="T71" fmla="*/ 145 h 250"/>
                    <a:gd name="T72" fmla="*/ 27 w 382"/>
                    <a:gd name="T73" fmla="*/ 173 h 250"/>
                    <a:gd name="T74" fmla="*/ 12 w 382"/>
                    <a:gd name="T75" fmla="*/ 190 h 250"/>
                    <a:gd name="T76" fmla="*/ 20 w 382"/>
                    <a:gd name="T77" fmla="*/ 207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82" h="250">
                      <a:moveTo>
                        <a:pt x="20" y="207"/>
                      </a:moveTo>
                      <a:cubicBezTo>
                        <a:pt x="22" y="211"/>
                        <a:pt x="19" y="225"/>
                        <a:pt x="19" y="225"/>
                      </a:cubicBezTo>
                      <a:cubicBezTo>
                        <a:pt x="22" y="234"/>
                        <a:pt x="22" y="234"/>
                        <a:pt x="22" y="234"/>
                      </a:cubicBezTo>
                      <a:cubicBezTo>
                        <a:pt x="26" y="236"/>
                        <a:pt x="35" y="240"/>
                        <a:pt x="42" y="236"/>
                      </a:cubicBezTo>
                      <a:cubicBezTo>
                        <a:pt x="50" y="231"/>
                        <a:pt x="51" y="221"/>
                        <a:pt x="51" y="221"/>
                      </a:cubicBezTo>
                      <a:cubicBezTo>
                        <a:pt x="77" y="221"/>
                        <a:pt x="77" y="221"/>
                        <a:pt x="77" y="221"/>
                      </a:cubicBezTo>
                      <a:cubicBezTo>
                        <a:pt x="77" y="221"/>
                        <a:pt x="88" y="215"/>
                        <a:pt x="91" y="214"/>
                      </a:cubicBezTo>
                      <a:cubicBezTo>
                        <a:pt x="94" y="213"/>
                        <a:pt x="121" y="214"/>
                        <a:pt x="121" y="214"/>
                      </a:cubicBezTo>
                      <a:cubicBezTo>
                        <a:pt x="121" y="214"/>
                        <a:pt x="121" y="222"/>
                        <a:pt x="131" y="222"/>
                      </a:cubicBezTo>
                      <a:cubicBezTo>
                        <a:pt x="141" y="222"/>
                        <a:pt x="146" y="222"/>
                        <a:pt x="146" y="222"/>
                      </a:cubicBezTo>
                      <a:cubicBezTo>
                        <a:pt x="165" y="225"/>
                        <a:pt x="165" y="225"/>
                        <a:pt x="165" y="225"/>
                      </a:cubicBezTo>
                      <a:cubicBezTo>
                        <a:pt x="176" y="234"/>
                        <a:pt x="176" y="234"/>
                        <a:pt x="176" y="234"/>
                      </a:cubicBezTo>
                      <a:cubicBezTo>
                        <a:pt x="181" y="231"/>
                        <a:pt x="181" y="231"/>
                        <a:pt x="181" y="231"/>
                      </a:cubicBezTo>
                      <a:cubicBezTo>
                        <a:pt x="193" y="239"/>
                        <a:pt x="193" y="239"/>
                        <a:pt x="193" y="239"/>
                      </a:cubicBezTo>
                      <a:cubicBezTo>
                        <a:pt x="198" y="232"/>
                        <a:pt x="198" y="232"/>
                        <a:pt x="198" y="232"/>
                      </a:cubicBezTo>
                      <a:cubicBezTo>
                        <a:pt x="205" y="237"/>
                        <a:pt x="205" y="237"/>
                        <a:pt x="205" y="237"/>
                      </a:cubicBezTo>
                      <a:cubicBezTo>
                        <a:pt x="215" y="235"/>
                        <a:pt x="215" y="235"/>
                        <a:pt x="215" y="235"/>
                      </a:cubicBezTo>
                      <a:cubicBezTo>
                        <a:pt x="221" y="240"/>
                        <a:pt x="221" y="240"/>
                        <a:pt x="221" y="240"/>
                      </a:cubicBezTo>
                      <a:cubicBezTo>
                        <a:pt x="226" y="234"/>
                        <a:pt x="226" y="234"/>
                        <a:pt x="226" y="234"/>
                      </a:cubicBezTo>
                      <a:cubicBezTo>
                        <a:pt x="236" y="242"/>
                        <a:pt x="236" y="242"/>
                        <a:pt x="236" y="242"/>
                      </a:cubicBezTo>
                      <a:cubicBezTo>
                        <a:pt x="236" y="242"/>
                        <a:pt x="235" y="232"/>
                        <a:pt x="247" y="233"/>
                      </a:cubicBezTo>
                      <a:cubicBezTo>
                        <a:pt x="259" y="234"/>
                        <a:pt x="251" y="246"/>
                        <a:pt x="259" y="245"/>
                      </a:cubicBezTo>
                      <a:cubicBezTo>
                        <a:pt x="267" y="244"/>
                        <a:pt x="278" y="241"/>
                        <a:pt x="278" y="241"/>
                      </a:cubicBezTo>
                      <a:cubicBezTo>
                        <a:pt x="278" y="241"/>
                        <a:pt x="292" y="250"/>
                        <a:pt x="301" y="247"/>
                      </a:cubicBezTo>
                      <a:cubicBezTo>
                        <a:pt x="310" y="244"/>
                        <a:pt x="300" y="231"/>
                        <a:pt x="300" y="231"/>
                      </a:cubicBezTo>
                      <a:cubicBezTo>
                        <a:pt x="300" y="231"/>
                        <a:pt x="316" y="206"/>
                        <a:pt x="323" y="206"/>
                      </a:cubicBezTo>
                      <a:cubicBezTo>
                        <a:pt x="326" y="206"/>
                        <a:pt x="336" y="208"/>
                        <a:pt x="347" y="209"/>
                      </a:cubicBezTo>
                      <a:cubicBezTo>
                        <a:pt x="346" y="201"/>
                        <a:pt x="346" y="191"/>
                        <a:pt x="344" y="191"/>
                      </a:cubicBezTo>
                      <a:cubicBezTo>
                        <a:pt x="341" y="190"/>
                        <a:pt x="341" y="176"/>
                        <a:pt x="341" y="176"/>
                      </a:cubicBezTo>
                      <a:cubicBezTo>
                        <a:pt x="341" y="176"/>
                        <a:pt x="314" y="154"/>
                        <a:pt x="328" y="151"/>
                      </a:cubicBezTo>
                      <a:cubicBezTo>
                        <a:pt x="342" y="148"/>
                        <a:pt x="344" y="154"/>
                        <a:pt x="344" y="154"/>
                      </a:cubicBezTo>
                      <a:cubicBezTo>
                        <a:pt x="344" y="154"/>
                        <a:pt x="357" y="162"/>
                        <a:pt x="365" y="155"/>
                      </a:cubicBezTo>
                      <a:cubicBezTo>
                        <a:pt x="373" y="148"/>
                        <a:pt x="382" y="139"/>
                        <a:pt x="382" y="139"/>
                      </a:cubicBezTo>
                      <a:cubicBezTo>
                        <a:pt x="368" y="131"/>
                        <a:pt x="368" y="131"/>
                        <a:pt x="368" y="131"/>
                      </a:cubicBezTo>
                      <a:cubicBezTo>
                        <a:pt x="368" y="131"/>
                        <a:pt x="376" y="122"/>
                        <a:pt x="363" y="119"/>
                      </a:cubicBezTo>
                      <a:cubicBezTo>
                        <a:pt x="350" y="116"/>
                        <a:pt x="340" y="118"/>
                        <a:pt x="340" y="118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18" y="96"/>
                        <a:pt x="318" y="96"/>
                        <a:pt x="318" y="96"/>
                      </a:cubicBezTo>
                      <a:cubicBezTo>
                        <a:pt x="318" y="96"/>
                        <a:pt x="315" y="75"/>
                        <a:pt x="307" y="73"/>
                      </a:cubicBezTo>
                      <a:cubicBezTo>
                        <a:pt x="299" y="71"/>
                        <a:pt x="294" y="66"/>
                        <a:pt x="294" y="66"/>
                      </a:cubicBezTo>
                      <a:cubicBezTo>
                        <a:pt x="298" y="54"/>
                        <a:pt x="298" y="54"/>
                        <a:pt x="298" y="54"/>
                      </a:cubicBezTo>
                      <a:cubicBezTo>
                        <a:pt x="290" y="44"/>
                        <a:pt x="290" y="44"/>
                        <a:pt x="290" y="44"/>
                      </a:cubicBezTo>
                      <a:cubicBezTo>
                        <a:pt x="290" y="44"/>
                        <a:pt x="304" y="30"/>
                        <a:pt x="293" y="25"/>
                      </a:cubicBezTo>
                      <a:cubicBezTo>
                        <a:pt x="282" y="20"/>
                        <a:pt x="260" y="9"/>
                        <a:pt x="260" y="9"/>
                      </a:cubicBezTo>
                      <a:cubicBezTo>
                        <a:pt x="238" y="21"/>
                        <a:pt x="238" y="21"/>
                        <a:pt x="238" y="21"/>
                      </a:cubicBezTo>
                      <a:cubicBezTo>
                        <a:pt x="236" y="11"/>
                        <a:pt x="236" y="11"/>
                        <a:pt x="236" y="11"/>
                      </a:cubicBezTo>
                      <a:cubicBezTo>
                        <a:pt x="210" y="5"/>
                        <a:pt x="210" y="5"/>
                        <a:pt x="210" y="5"/>
                      </a:cubicBezTo>
                      <a:cubicBezTo>
                        <a:pt x="204" y="11"/>
                        <a:pt x="204" y="11"/>
                        <a:pt x="204" y="11"/>
                      </a:cubicBezTo>
                      <a:cubicBezTo>
                        <a:pt x="204" y="11"/>
                        <a:pt x="203" y="4"/>
                        <a:pt x="195" y="3"/>
                      </a:cubicBezTo>
                      <a:cubicBezTo>
                        <a:pt x="187" y="2"/>
                        <a:pt x="176" y="0"/>
                        <a:pt x="176" y="0"/>
                      </a:cubicBezTo>
                      <a:cubicBezTo>
                        <a:pt x="176" y="0"/>
                        <a:pt x="162" y="16"/>
                        <a:pt x="162" y="13"/>
                      </a:cubicBezTo>
                      <a:cubicBezTo>
                        <a:pt x="162" y="10"/>
                        <a:pt x="157" y="19"/>
                        <a:pt x="157" y="19"/>
                      </a:cubicBezTo>
                      <a:cubicBezTo>
                        <a:pt x="157" y="19"/>
                        <a:pt x="146" y="13"/>
                        <a:pt x="141" y="13"/>
                      </a:cubicBezTo>
                      <a:cubicBezTo>
                        <a:pt x="136" y="13"/>
                        <a:pt x="121" y="26"/>
                        <a:pt x="119" y="31"/>
                      </a:cubicBezTo>
                      <a:cubicBezTo>
                        <a:pt x="117" y="36"/>
                        <a:pt x="133" y="46"/>
                        <a:pt x="133" y="46"/>
                      </a:cubicBezTo>
                      <a:cubicBezTo>
                        <a:pt x="133" y="46"/>
                        <a:pt x="126" y="52"/>
                        <a:pt x="120" y="52"/>
                      </a:cubicBezTo>
                      <a:cubicBezTo>
                        <a:pt x="114" y="52"/>
                        <a:pt x="107" y="47"/>
                        <a:pt x="107" y="47"/>
                      </a:cubicBezTo>
                      <a:cubicBezTo>
                        <a:pt x="111" y="60"/>
                        <a:pt x="111" y="60"/>
                        <a:pt x="111" y="60"/>
                      </a:cubicBezTo>
                      <a:cubicBezTo>
                        <a:pt x="111" y="60"/>
                        <a:pt x="98" y="55"/>
                        <a:pt x="96" y="62"/>
                      </a:cubicBezTo>
                      <a:cubicBezTo>
                        <a:pt x="94" y="69"/>
                        <a:pt x="98" y="77"/>
                        <a:pt x="98" y="77"/>
                      </a:cubicBezTo>
                      <a:cubicBezTo>
                        <a:pt x="98" y="77"/>
                        <a:pt x="86" y="76"/>
                        <a:pt x="91" y="84"/>
                      </a:cubicBezTo>
                      <a:cubicBezTo>
                        <a:pt x="96" y="92"/>
                        <a:pt x="103" y="103"/>
                        <a:pt x="96" y="104"/>
                      </a:cubicBezTo>
                      <a:cubicBezTo>
                        <a:pt x="89" y="105"/>
                        <a:pt x="100" y="96"/>
                        <a:pt x="90" y="96"/>
                      </a:cubicBezTo>
                      <a:cubicBezTo>
                        <a:pt x="80" y="96"/>
                        <a:pt x="72" y="103"/>
                        <a:pt x="72" y="103"/>
                      </a:cubicBezTo>
                      <a:cubicBezTo>
                        <a:pt x="68" y="111"/>
                        <a:pt x="68" y="111"/>
                        <a:pt x="68" y="111"/>
                      </a:cubicBezTo>
                      <a:cubicBezTo>
                        <a:pt x="60" y="103"/>
                        <a:pt x="60" y="103"/>
                        <a:pt x="60" y="103"/>
                      </a:cubicBezTo>
                      <a:cubicBezTo>
                        <a:pt x="58" y="113"/>
                        <a:pt x="58" y="113"/>
                        <a:pt x="58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38" y="107"/>
                        <a:pt x="30" y="108"/>
                      </a:cubicBezTo>
                      <a:cubicBezTo>
                        <a:pt x="22" y="109"/>
                        <a:pt x="6" y="113"/>
                        <a:pt x="6" y="113"/>
                      </a:cubicBezTo>
                      <a:cubicBezTo>
                        <a:pt x="6" y="113"/>
                        <a:pt x="14" y="126"/>
                        <a:pt x="14" y="131"/>
                      </a:cubicBezTo>
                      <a:cubicBezTo>
                        <a:pt x="14" y="136"/>
                        <a:pt x="25" y="145"/>
                        <a:pt x="25" y="145"/>
                      </a:cubicBezTo>
                      <a:cubicBezTo>
                        <a:pt x="25" y="145"/>
                        <a:pt x="33" y="157"/>
                        <a:pt x="31" y="161"/>
                      </a:cubicBezTo>
                      <a:cubicBezTo>
                        <a:pt x="29" y="165"/>
                        <a:pt x="27" y="173"/>
                        <a:pt x="27" y="173"/>
                      </a:cubicBezTo>
                      <a:cubicBezTo>
                        <a:pt x="13" y="178"/>
                        <a:pt x="13" y="178"/>
                        <a:pt x="13" y="178"/>
                      </a:cubicBezTo>
                      <a:cubicBezTo>
                        <a:pt x="13" y="178"/>
                        <a:pt x="15" y="190"/>
                        <a:pt x="12" y="190"/>
                      </a:cubicBezTo>
                      <a:cubicBezTo>
                        <a:pt x="9" y="190"/>
                        <a:pt x="0" y="188"/>
                        <a:pt x="2" y="194"/>
                      </a:cubicBezTo>
                      <a:cubicBezTo>
                        <a:pt x="4" y="200"/>
                        <a:pt x="18" y="203"/>
                        <a:pt x="20" y="20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4" name="Freeform 271"/>
                <p:cNvSpPr>
                  <a:spLocks/>
                </p:cNvSpPr>
                <p:nvPr/>
              </p:nvSpPr>
              <p:spPr bwMode="gray">
                <a:xfrm>
                  <a:off x="-4326" y="-17286"/>
                  <a:ext cx="676" cy="290"/>
                </a:xfrm>
                <a:custGeom>
                  <a:avLst/>
                  <a:gdLst>
                    <a:gd name="T0" fmla="*/ 5 w 286"/>
                    <a:gd name="T1" fmla="*/ 97 h 123"/>
                    <a:gd name="T2" fmla="*/ 18 w 286"/>
                    <a:gd name="T3" fmla="*/ 92 h 123"/>
                    <a:gd name="T4" fmla="*/ 51 w 286"/>
                    <a:gd name="T5" fmla="*/ 86 h 123"/>
                    <a:gd name="T6" fmla="*/ 65 w 286"/>
                    <a:gd name="T7" fmla="*/ 83 h 123"/>
                    <a:gd name="T8" fmla="*/ 78 w 286"/>
                    <a:gd name="T9" fmla="*/ 90 h 123"/>
                    <a:gd name="T10" fmla="*/ 86 w 286"/>
                    <a:gd name="T11" fmla="*/ 88 h 123"/>
                    <a:gd name="T12" fmla="*/ 109 w 286"/>
                    <a:gd name="T13" fmla="*/ 94 h 123"/>
                    <a:gd name="T14" fmla="*/ 118 w 286"/>
                    <a:gd name="T15" fmla="*/ 89 h 123"/>
                    <a:gd name="T16" fmla="*/ 133 w 286"/>
                    <a:gd name="T17" fmla="*/ 93 h 123"/>
                    <a:gd name="T18" fmla="*/ 150 w 286"/>
                    <a:gd name="T19" fmla="*/ 85 h 123"/>
                    <a:gd name="T20" fmla="*/ 162 w 286"/>
                    <a:gd name="T21" fmla="*/ 98 h 123"/>
                    <a:gd name="T22" fmla="*/ 189 w 286"/>
                    <a:gd name="T23" fmla="*/ 101 h 123"/>
                    <a:gd name="T24" fmla="*/ 200 w 286"/>
                    <a:gd name="T25" fmla="*/ 111 h 123"/>
                    <a:gd name="T26" fmla="*/ 215 w 286"/>
                    <a:gd name="T27" fmla="*/ 119 h 123"/>
                    <a:gd name="T28" fmla="*/ 227 w 286"/>
                    <a:gd name="T29" fmla="*/ 123 h 123"/>
                    <a:gd name="T30" fmla="*/ 243 w 286"/>
                    <a:gd name="T31" fmla="*/ 113 h 123"/>
                    <a:gd name="T32" fmla="*/ 259 w 286"/>
                    <a:gd name="T33" fmla="*/ 119 h 123"/>
                    <a:gd name="T34" fmla="*/ 264 w 286"/>
                    <a:gd name="T35" fmla="*/ 113 h 123"/>
                    <a:gd name="T36" fmla="*/ 278 w 286"/>
                    <a:gd name="T37" fmla="*/ 100 h 123"/>
                    <a:gd name="T38" fmla="*/ 286 w 286"/>
                    <a:gd name="T39" fmla="*/ 101 h 123"/>
                    <a:gd name="T40" fmla="*/ 280 w 286"/>
                    <a:gd name="T41" fmla="*/ 82 h 123"/>
                    <a:gd name="T42" fmla="*/ 268 w 286"/>
                    <a:gd name="T43" fmla="*/ 65 h 123"/>
                    <a:gd name="T44" fmla="*/ 255 w 286"/>
                    <a:gd name="T45" fmla="*/ 61 h 123"/>
                    <a:gd name="T46" fmla="*/ 256 w 286"/>
                    <a:gd name="T47" fmla="*/ 52 h 123"/>
                    <a:gd name="T48" fmla="*/ 268 w 286"/>
                    <a:gd name="T49" fmla="*/ 45 h 123"/>
                    <a:gd name="T50" fmla="*/ 246 w 286"/>
                    <a:gd name="T51" fmla="*/ 30 h 123"/>
                    <a:gd name="T52" fmla="*/ 238 w 286"/>
                    <a:gd name="T53" fmla="*/ 31 h 123"/>
                    <a:gd name="T54" fmla="*/ 225 w 286"/>
                    <a:gd name="T55" fmla="*/ 26 h 123"/>
                    <a:gd name="T56" fmla="*/ 214 w 286"/>
                    <a:gd name="T57" fmla="*/ 32 h 123"/>
                    <a:gd name="T58" fmla="*/ 194 w 286"/>
                    <a:gd name="T59" fmla="*/ 20 h 123"/>
                    <a:gd name="T60" fmla="*/ 166 w 286"/>
                    <a:gd name="T61" fmla="*/ 3 h 123"/>
                    <a:gd name="T62" fmla="*/ 145 w 286"/>
                    <a:gd name="T63" fmla="*/ 4 h 123"/>
                    <a:gd name="T64" fmla="*/ 124 w 286"/>
                    <a:gd name="T65" fmla="*/ 10 h 123"/>
                    <a:gd name="T66" fmla="*/ 120 w 286"/>
                    <a:gd name="T67" fmla="*/ 10 h 123"/>
                    <a:gd name="T68" fmla="*/ 119 w 286"/>
                    <a:gd name="T69" fmla="*/ 12 h 123"/>
                    <a:gd name="T70" fmla="*/ 123 w 286"/>
                    <a:gd name="T71" fmla="*/ 55 h 123"/>
                    <a:gd name="T72" fmla="*/ 86 w 286"/>
                    <a:gd name="T73" fmla="*/ 52 h 123"/>
                    <a:gd name="T74" fmla="*/ 79 w 286"/>
                    <a:gd name="T75" fmla="*/ 37 h 123"/>
                    <a:gd name="T76" fmla="*/ 56 w 286"/>
                    <a:gd name="T77" fmla="*/ 18 h 123"/>
                    <a:gd name="T78" fmla="*/ 21 w 286"/>
                    <a:gd name="T79" fmla="*/ 30 h 123"/>
                    <a:gd name="T80" fmla="*/ 16 w 286"/>
                    <a:gd name="T81" fmla="*/ 46 h 123"/>
                    <a:gd name="T82" fmla="*/ 0 w 286"/>
                    <a:gd name="T83" fmla="*/ 69 h 123"/>
                    <a:gd name="T84" fmla="*/ 6 w 286"/>
                    <a:gd name="T85" fmla="*/ 104 h 123"/>
                    <a:gd name="T86" fmla="*/ 5 w 286"/>
                    <a:gd name="T87" fmla="*/ 97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86" h="123">
                      <a:moveTo>
                        <a:pt x="5" y="97"/>
                      </a:moveTo>
                      <a:cubicBezTo>
                        <a:pt x="8" y="95"/>
                        <a:pt x="12" y="93"/>
                        <a:pt x="18" y="92"/>
                      </a:cubicBezTo>
                      <a:cubicBezTo>
                        <a:pt x="38" y="89"/>
                        <a:pt x="45" y="89"/>
                        <a:pt x="51" y="86"/>
                      </a:cubicBezTo>
                      <a:cubicBezTo>
                        <a:pt x="57" y="83"/>
                        <a:pt x="59" y="81"/>
                        <a:pt x="65" y="83"/>
                      </a:cubicBezTo>
                      <a:cubicBezTo>
                        <a:pt x="71" y="85"/>
                        <a:pt x="78" y="90"/>
                        <a:pt x="78" y="90"/>
                      </a:cubicBezTo>
                      <a:cubicBezTo>
                        <a:pt x="78" y="90"/>
                        <a:pt x="83" y="89"/>
                        <a:pt x="86" y="88"/>
                      </a:cubicBezTo>
                      <a:cubicBezTo>
                        <a:pt x="89" y="87"/>
                        <a:pt x="109" y="94"/>
                        <a:pt x="109" y="94"/>
                      </a:cubicBezTo>
                      <a:cubicBezTo>
                        <a:pt x="109" y="94"/>
                        <a:pt x="113" y="89"/>
                        <a:pt x="118" y="89"/>
                      </a:cubicBezTo>
                      <a:cubicBezTo>
                        <a:pt x="123" y="89"/>
                        <a:pt x="125" y="93"/>
                        <a:pt x="133" y="93"/>
                      </a:cubicBezTo>
                      <a:cubicBezTo>
                        <a:pt x="141" y="93"/>
                        <a:pt x="144" y="85"/>
                        <a:pt x="150" y="85"/>
                      </a:cubicBezTo>
                      <a:cubicBezTo>
                        <a:pt x="156" y="85"/>
                        <a:pt x="162" y="98"/>
                        <a:pt x="162" y="98"/>
                      </a:cubicBezTo>
                      <a:cubicBezTo>
                        <a:pt x="162" y="98"/>
                        <a:pt x="183" y="99"/>
                        <a:pt x="189" y="101"/>
                      </a:cubicBezTo>
                      <a:cubicBezTo>
                        <a:pt x="195" y="103"/>
                        <a:pt x="200" y="111"/>
                        <a:pt x="200" y="111"/>
                      </a:cubicBezTo>
                      <a:cubicBezTo>
                        <a:pt x="215" y="119"/>
                        <a:pt x="215" y="119"/>
                        <a:pt x="215" y="119"/>
                      </a:cubicBezTo>
                      <a:cubicBezTo>
                        <a:pt x="227" y="123"/>
                        <a:pt x="227" y="123"/>
                        <a:pt x="227" y="123"/>
                      </a:cubicBezTo>
                      <a:cubicBezTo>
                        <a:pt x="233" y="118"/>
                        <a:pt x="240" y="113"/>
                        <a:pt x="243" y="113"/>
                      </a:cubicBezTo>
                      <a:cubicBezTo>
                        <a:pt x="248" y="113"/>
                        <a:pt x="259" y="119"/>
                        <a:pt x="259" y="119"/>
                      </a:cubicBezTo>
                      <a:cubicBezTo>
                        <a:pt x="259" y="119"/>
                        <a:pt x="264" y="110"/>
                        <a:pt x="264" y="113"/>
                      </a:cubicBezTo>
                      <a:cubicBezTo>
                        <a:pt x="264" y="116"/>
                        <a:pt x="278" y="100"/>
                        <a:pt x="278" y="100"/>
                      </a:cubicBezTo>
                      <a:cubicBezTo>
                        <a:pt x="278" y="100"/>
                        <a:pt x="282" y="101"/>
                        <a:pt x="286" y="101"/>
                      </a:cubicBezTo>
                      <a:cubicBezTo>
                        <a:pt x="286" y="97"/>
                        <a:pt x="286" y="87"/>
                        <a:pt x="280" y="82"/>
                      </a:cubicBezTo>
                      <a:cubicBezTo>
                        <a:pt x="273" y="76"/>
                        <a:pt x="268" y="65"/>
                        <a:pt x="268" y="65"/>
                      </a:cubicBezTo>
                      <a:cubicBezTo>
                        <a:pt x="255" y="61"/>
                        <a:pt x="255" y="61"/>
                        <a:pt x="255" y="61"/>
                      </a:cubicBezTo>
                      <a:cubicBezTo>
                        <a:pt x="256" y="52"/>
                        <a:pt x="256" y="52"/>
                        <a:pt x="256" y="52"/>
                      </a:cubicBezTo>
                      <a:cubicBezTo>
                        <a:pt x="256" y="52"/>
                        <a:pt x="269" y="50"/>
                        <a:pt x="268" y="45"/>
                      </a:cubicBezTo>
                      <a:cubicBezTo>
                        <a:pt x="267" y="40"/>
                        <a:pt x="246" y="30"/>
                        <a:pt x="246" y="30"/>
                      </a:cubicBezTo>
                      <a:cubicBezTo>
                        <a:pt x="238" y="31"/>
                        <a:pt x="238" y="31"/>
                        <a:pt x="238" y="31"/>
                      </a:cubicBezTo>
                      <a:cubicBezTo>
                        <a:pt x="238" y="31"/>
                        <a:pt x="228" y="27"/>
                        <a:pt x="225" y="26"/>
                      </a:cubicBezTo>
                      <a:cubicBezTo>
                        <a:pt x="222" y="25"/>
                        <a:pt x="220" y="32"/>
                        <a:pt x="214" y="32"/>
                      </a:cubicBezTo>
                      <a:cubicBezTo>
                        <a:pt x="208" y="32"/>
                        <a:pt x="205" y="29"/>
                        <a:pt x="194" y="20"/>
                      </a:cubicBezTo>
                      <a:cubicBezTo>
                        <a:pt x="183" y="11"/>
                        <a:pt x="181" y="6"/>
                        <a:pt x="166" y="3"/>
                      </a:cubicBezTo>
                      <a:cubicBezTo>
                        <a:pt x="151" y="0"/>
                        <a:pt x="145" y="4"/>
                        <a:pt x="145" y="4"/>
                      </a:cubicBezTo>
                      <a:cubicBezTo>
                        <a:pt x="124" y="10"/>
                        <a:pt x="124" y="10"/>
                        <a:pt x="124" y="10"/>
                      </a:cubicBezTo>
                      <a:cubicBezTo>
                        <a:pt x="120" y="10"/>
                        <a:pt x="120" y="10"/>
                        <a:pt x="120" y="10"/>
                      </a:cubicBezTo>
                      <a:cubicBezTo>
                        <a:pt x="119" y="12"/>
                        <a:pt x="119" y="12"/>
                        <a:pt x="119" y="12"/>
                      </a:cubicBezTo>
                      <a:cubicBezTo>
                        <a:pt x="119" y="12"/>
                        <a:pt x="136" y="55"/>
                        <a:pt x="123" y="55"/>
                      </a:cubicBezTo>
                      <a:cubicBezTo>
                        <a:pt x="110" y="55"/>
                        <a:pt x="86" y="52"/>
                        <a:pt x="86" y="52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56" y="18"/>
                        <a:pt x="56" y="18"/>
                        <a:pt x="56" y="18"/>
                      </a:cubicBezTo>
                      <a:cubicBezTo>
                        <a:pt x="56" y="18"/>
                        <a:pt x="24" y="23"/>
                        <a:pt x="21" y="30"/>
                      </a:cubicBezTo>
                      <a:cubicBezTo>
                        <a:pt x="18" y="37"/>
                        <a:pt x="16" y="46"/>
                        <a:pt x="16" y="46"/>
                      </a:cubicBezTo>
                      <a:cubicBezTo>
                        <a:pt x="16" y="46"/>
                        <a:pt x="0" y="64"/>
                        <a:pt x="0" y="69"/>
                      </a:cubicBezTo>
                      <a:cubicBezTo>
                        <a:pt x="0" y="74"/>
                        <a:pt x="6" y="104"/>
                        <a:pt x="6" y="104"/>
                      </a:cubicBezTo>
                      <a:cubicBezTo>
                        <a:pt x="6" y="104"/>
                        <a:pt x="5" y="101"/>
                        <a:pt x="5" y="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5" name="Freeform 272"/>
                <p:cNvSpPr>
                  <a:spLocks/>
                </p:cNvSpPr>
                <p:nvPr/>
              </p:nvSpPr>
              <p:spPr bwMode="gray">
                <a:xfrm>
                  <a:off x="-4463" y="-18626"/>
                  <a:ext cx="997" cy="1134"/>
                </a:xfrm>
                <a:custGeom>
                  <a:avLst/>
                  <a:gdLst>
                    <a:gd name="T0" fmla="*/ 88 w 422"/>
                    <a:gd name="T1" fmla="*/ 64 h 480"/>
                    <a:gd name="T2" fmla="*/ 64 w 422"/>
                    <a:gd name="T3" fmla="*/ 59 h 480"/>
                    <a:gd name="T4" fmla="*/ 40 w 422"/>
                    <a:gd name="T5" fmla="*/ 47 h 480"/>
                    <a:gd name="T6" fmla="*/ 16 w 422"/>
                    <a:gd name="T7" fmla="*/ 36 h 480"/>
                    <a:gd name="T8" fmla="*/ 2 w 422"/>
                    <a:gd name="T9" fmla="*/ 40 h 480"/>
                    <a:gd name="T10" fmla="*/ 17 w 422"/>
                    <a:gd name="T11" fmla="*/ 56 h 480"/>
                    <a:gd name="T12" fmla="*/ 48 w 422"/>
                    <a:gd name="T13" fmla="*/ 72 h 480"/>
                    <a:gd name="T14" fmla="*/ 92 w 422"/>
                    <a:gd name="T15" fmla="*/ 85 h 480"/>
                    <a:gd name="T16" fmla="*/ 103 w 422"/>
                    <a:gd name="T17" fmla="*/ 114 h 480"/>
                    <a:gd name="T18" fmla="*/ 107 w 422"/>
                    <a:gd name="T19" fmla="*/ 132 h 480"/>
                    <a:gd name="T20" fmla="*/ 113 w 422"/>
                    <a:gd name="T21" fmla="*/ 165 h 480"/>
                    <a:gd name="T22" fmla="*/ 138 w 422"/>
                    <a:gd name="T23" fmla="*/ 204 h 480"/>
                    <a:gd name="T24" fmla="*/ 179 w 422"/>
                    <a:gd name="T25" fmla="*/ 217 h 480"/>
                    <a:gd name="T26" fmla="*/ 167 w 422"/>
                    <a:gd name="T27" fmla="*/ 234 h 480"/>
                    <a:gd name="T28" fmla="*/ 119 w 422"/>
                    <a:gd name="T29" fmla="*/ 283 h 480"/>
                    <a:gd name="T30" fmla="*/ 81 w 422"/>
                    <a:gd name="T31" fmla="*/ 309 h 480"/>
                    <a:gd name="T32" fmla="*/ 45 w 422"/>
                    <a:gd name="T33" fmla="*/ 336 h 480"/>
                    <a:gd name="T34" fmla="*/ 49 w 422"/>
                    <a:gd name="T35" fmla="*/ 364 h 480"/>
                    <a:gd name="T36" fmla="*/ 62 w 422"/>
                    <a:gd name="T37" fmla="*/ 393 h 480"/>
                    <a:gd name="T38" fmla="*/ 71 w 422"/>
                    <a:gd name="T39" fmla="*/ 452 h 480"/>
                    <a:gd name="T40" fmla="*/ 114 w 422"/>
                    <a:gd name="T41" fmla="*/ 460 h 480"/>
                    <a:gd name="T42" fmla="*/ 180 w 422"/>
                    <a:gd name="T43" fmla="*/ 475 h 480"/>
                    <a:gd name="T44" fmla="*/ 222 w 422"/>
                    <a:gd name="T45" fmla="*/ 465 h 480"/>
                    <a:gd name="T46" fmla="*/ 304 w 422"/>
                    <a:gd name="T47" fmla="*/ 451 h 480"/>
                    <a:gd name="T48" fmla="*/ 305 w 422"/>
                    <a:gd name="T49" fmla="*/ 441 h 480"/>
                    <a:gd name="T50" fmla="*/ 382 w 422"/>
                    <a:gd name="T51" fmla="*/ 381 h 480"/>
                    <a:gd name="T52" fmla="*/ 421 w 422"/>
                    <a:gd name="T53" fmla="*/ 340 h 480"/>
                    <a:gd name="T54" fmla="*/ 360 w 422"/>
                    <a:gd name="T55" fmla="*/ 295 h 480"/>
                    <a:gd name="T56" fmla="*/ 368 w 422"/>
                    <a:gd name="T57" fmla="*/ 265 h 480"/>
                    <a:gd name="T58" fmla="*/ 359 w 422"/>
                    <a:gd name="T59" fmla="*/ 247 h 480"/>
                    <a:gd name="T60" fmla="*/ 339 w 422"/>
                    <a:gd name="T61" fmla="*/ 228 h 480"/>
                    <a:gd name="T62" fmla="*/ 337 w 422"/>
                    <a:gd name="T63" fmla="*/ 202 h 480"/>
                    <a:gd name="T64" fmla="*/ 312 w 422"/>
                    <a:gd name="T65" fmla="*/ 156 h 480"/>
                    <a:gd name="T66" fmla="*/ 316 w 422"/>
                    <a:gd name="T67" fmla="*/ 133 h 480"/>
                    <a:gd name="T68" fmla="*/ 312 w 422"/>
                    <a:gd name="T69" fmla="*/ 98 h 480"/>
                    <a:gd name="T70" fmla="*/ 275 w 422"/>
                    <a:gd name="T71" fmla="*/ 82 h 480"/>
                    <a:gd name="T72" fmla="*/ 282 w 422"/>
                    <a:gd name="T73" fmla="*/ 62 h 480"/>
                    <a:gd name="T74" fmla="*/ 280 w 422"/>
                    <a:gd name="T75" fmla="*/ 36 h 480"/>
                    <a:gd name="T76" fmla="*/ 271 w 422"/>
                    <a:gd name="T77" fmla="*/ 13 h 480"/>
                    <a:gd name="T78" fmla="*/ 240 w 422"/>
                    <a:gd name="T79" fmla="*/ 1 h 480"/>
                    <a:gd name="T80" fmla="*/ 198 w 422"/>
                    <a:gd name="T81" fmla="*/ 5 h 480"/>
                    <a:gd name="T82" fmla="*/ 173 w 422"/>
                    <a:gd name="T83" fmla="*/ 30 h 480"/>
                    <a:gd name="T84" fmla="*/ 157 w 422"/>
                    <a:gd name="T85" fmla="*/ 50 h 480"/>
                    <a:gd name="T86" fmla="*/ 123 w 422"/>
                    <a:gd name="T87" fmla="*/ 56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22" h="480">
                      <a:moveTo>
                        <a:pt x="107" y="59"/>
                      </a:moveTo>
                      <a:cubicBezTo>
                        <a:pt x="107" y="59"/>
                        <a:pt x="98" y="67"/>
                        <a:pt x="88" y="64"/>
                      </a:cubicBezTo>
                      <a:cubicBezTo>
                        <a:pt x="78" y="61"/>
                        <a:pt x="78" y="61"/>
                        <a:pt x="78" y="61"/>
                      </a:cubicBezTo>
                      <a:cubicBezTo>
                        <a:pt x="78" y="61"/>
                        <a:pt x="78" y="60"/>
                        <a:pt x="64" y="59"/>
                      </a:cubicBezTo>
                      <a:cubicBezTo>
                        <a:pt x="50" y="58"/>
                        <a:pt x="49" y="48"/>
                        <a:pt x="49" y="48"/>
                      </a:cubicBezTo>
                      <a:cubicBezTo>
                        <a:pt x="40" y="47"/>
                        <a:pt x="40" y="47"/>
                        <a:pt x="40" y="47"/>
                      </a:cubicBezTo>
                      <a:cubicBezTo>
                        <a:pt x="40" y="47"/>
                        <a:pt x="31" y="33"/>
                        <a:pt x="27" y="33"/>
                      </a:cubicBezTo>
                      <a:cubicBezTo>
                        <a:pt x="23" y="33"/>
                        <a:pt x="16" y="36"/>
                        <a:pt x="16" y="36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2" y="40"/>
                        <a:pt x="2" y="40"/>
                        <a:pt x="2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7" y="52"/>
                        <a:pt x="17" y="56"/>
                      </a:cubicBezTo>
                      <a:cubicBezTo>
                        <a:pt x="27" y="60"/>
                        <a:pt x="40" y="64"/>
                        <a:pt x="40" y="64"/>
                      </a:cubicBezTo>
                      <a:cubicBezTo>
                        <a:pt x="48" y="72"/>
                        <a:pt x="48" y="72"/>
                        <a:pt x="48" y="72"/>
                      </a:cubicBezTo>
                      <a:cubicBezTo>
                        <a:pt x="70" y="73"/>
                        <a:pt x="70" y="73"/>
                        <a:pt x="70" y="73"/>
                      </a:cubicBezTo>
                      <a:cubicBezTo>
                        <a:pt x="92" y="85"/>
                        <a:pt x="92" y="85"/>
                        <a:pt x="92" y="85"/>
                      </a:cubicBezTo>
                      <a:cubicBezTo>
                        <a:pt x="92" y="85"/>
                        <a:pt x="110" y="90"/>
                        <a:pt x="109" y="95"/>
                      </a:cubicBezTo>
                      <a:cubicBezTo>
                        <a:pt x="108" y="100"/>
                        <a:pt x="103" y="114"/>
                        <a:pt x="103" y="114"/>
                      </a:cubicBezTo>
                      <a:cubicBezTo>
                        <a:pt x="111" y="119"/>
                        <a:pt x="111" y="119"/>
                        <a:pt x="111" y="119"/>
                      </a:cubicBezTo>
                      <a:cubicBezTo>
                        <a:pt x="107" y="132"/>
                        <a:pt x="107" y="132"/>
                        <a:pt x="107" y="132"/>
                      </a:cubicBezTo>
                      <a:cubicBezTo>
                        <a:pt x="124" y="142"/>
                        <a:pt x="124" y="142"/>
                        <a:pt x="124" y="142"/>
                      </a:cubicBezTo>
                      <a:cubicBezTo>
                        <a:pt x="124" y="142"/>
                        <a:pt x="111" y="157"/>
                        <a:pt x="113" y="165"/>
                      </a:cubicBezTo>
                      <a:cubicBezTo>
                        <a:pt x="115" y="173"/>
                        <a:pt x="130" y="183"/>
                        <a:pt x="130" y="183"/>
                      </a:cubicBezTo>
                      <a:cubicBezTo>
                        <a:pt x="138" y="204"/>
                        <a:pt x="138" y="204"/>
                        <a:pt x="138" y="204"/>
                      </a:cubicBezTo>
                      <a:cubicBezTo>
                        <a:pt x="148" y="198"/>
                        <a:pt x="148" y="198"/>
                        <a:pt x="148" y="198"/>
                      </a:cubicBezTo>
                      <a:cubicBezTo>
                        <a:pt x="148" y="198"/>
                        <a:pt x="177" y="205"/>
                        <a:pt x="179" y="217"/>
                      </a:cubicBezTo>
                      <a:cubicBezTo>
                        <a:pt x="181" y="229"/>
                        <a:pt x="182" y="239"/>
                        <a:pt x="182" y="239"/>
                      </a:cubicBezTo>
                      <a:cubicBezTo>
                        <a:pt x="182" y="239"/>
                        <a:pt x="170" y="233"/>
                        <a:pt x="167" y="234"/>
                      </a:cubicBezTo>
                      <a:cubicBezTo>
                        <a:pt x="164" y="235"/>
                        <a:pt x="142" y="260"/>
                        <a:pt x="142" y="260"/>
                      </a:cubicBezTo>
                      <a:cubicBezTo>
                        <a:pt x="119" y="283"/>
                        <a:pt x="119" y="283"/>
                        <a:pt x="119" y="283"/>
                      </a:cubicBezTo>
                      <a:cubicBezTo>
                        <a:pt x="96" y="288"/>
                        <a:pt x="96" y="288"/>
                        <a:pt x="96" y="288"/>
                      </a:cubicBezTo>
                      <a:cubicBezTo>
                        <a:pt x="96" y="288"/>
                        <a:pt x="81" y="300"/>
                        <a:pt x="81" y="309"/>
                      </a:cubicBezTo>
                      <a:cubicBezTo>
                        <a:pt x="81" y="318"/>
                        <a:pt x="61" y="318"/>
                        <a:pt x="61" y="318"/>
                      </a:cubicBezTo>
                      <a:cubicBezTo>
                        <a:pt x="45" y="336"/>
                        <a:pt x="45" y="336"/>
                        <a:pt x="45" y="336"/>
                      </a:cubicBezTo>
                      <a:cubicBezTo>
                        <a:pt x="45" y="336"/>
                        <a:pt x="41" y="348"/>
                        <a:pt x="43" y="352"/>
                      </a:cubicBezTo>
                      <a:cubicBezTo>
                        <a:pt x="45" y="356"/>
                        <a:pt x="49" y="364"/>
                        <a:pt x="49" y="364"/>
                      </a:cubicBezTo>
                      <a:cubicBezTo>
                        <a:pt x="47" y="380"/>
                        <a:pt x="47" y="380"/>
                        <a:pt x="47" y="380"/>
                      </a:cubicBezTo>
                      <a:cubicBezTo>
                        <a:pt x="62" y="393"/>
                        <a:pt x="62" y="393"/>
                        <a:pt x="62" y="393"/>
                      </a:cubicBezTo>
                      <a:cubicBezTo>
                        <a:pt x="62" y="393"/>
                        <a:pt x="52" y="425"/>
                        <a:pt x="56" y="434"/>
                      </a:cubicBezTo>
                      <a:cubicBezTo>
                        <a:pt x="60" y="443"/>
                        <a:pt x="71" y="452"/>
                        <a:pt x="71" y="452"/>
                      </a:cubicBezTo>
                      <a:cubicBezTo>
                        <a:pt x="86" y="463"/>
                        <a:pt x="86" y="463"/>
                        <a:pt x="86" y="463"/>
                      </a:cubicBezTo>
                      <a:cubicBezTo>
                        <a:pt x="114" y="460"/>
                        <a:pt x="114" y="460"/>
                        <a:pt x="114" y="460"/>
                      </a:cubicBezTo>
                      <a:cubicBezTo>
                        <a:pt x="114" y="460"/>
                        <a:pt x="105" y="476"/>
                        <a:pt x="125" y="478"/>
                      </a:cubicBezTo>
                      <a:cubicBezTo>
                        <a:pt x="145" y="480"/>
                        <a:pt x="180" y="475"/>
                        <a:pt x="180" y="475"/>
                      </a:cubicBezTo>
                      <a:cubicBezTo>
                        <a:pt x="199" y="465"/>
                        <a:pt x="199" y="465"/>
                        <a:pt x="199" y="465"/>
                      </a:cubicBezTo>
                      <a:cubicBezTo>
                        <a:pt x="222" y="465"/>
                        <a:pt x="222" y="465"/>
                        <a:pt x="222" y="465"/>
                      </a:cubicBezTo>
                      <a:cubicBezTo>
                        <a:pt x="255" y="448"/>
                        <a:pt x="255" y="448"/>
                        <a:pt x="255" y="448"/>
                      </a:cubicBezTo>
                      <a:cubicBezTo>
                        <a:pt x="304" y="451"/>
                        <a:pt x="304" y="451"/>
                        <a:pt x="304" y="451"/>
                      </a:cubicBezTo>
                      <a:cubicBezTo>
                        <a:pt x="309" y="448"/>
                        <a:pt x="309" y="448"/>
                        <a:pt x="309" y="448"/>
                      </a:cubicBezTo>
                      <a:cubicBezTo>
                        <a:pt x="305" y="441"/>
                        <a:pt x="305" y="441"/>
                        <a:pt x="305" y="441"/>
                      </a:cubicBezTo>
                      <a:cubicBezTo>
                        <a:pt x="305" y="441"/>
                        <a:pt x="346" y="417"/>
                        <a:pt x="350" y="412"/>
                      </a:cubicBezTo>
                      <a:cubicBezTo>
                        <a:pt x="354" y="407"/>
                        <a:pt x="382" y="381"/>
                        <a:pt x="382" y="381"/>
                      </a:cubicBezTo>
                      <a:cubicBezTo>
                        <a:pt x="382" y="381"/>
                        <a:pt x="403" y="369"/>
                        <a:pt x="407" y="362"/>
                      </a:cubicBezTo>
                      <a:cubicBezTo>
                        <a:pt x="411" y="355"/>
                        <a:pt x="420" y="348"/>
                        <a:pt x="421" y="340"/>
                      </a:cubicBezTo>
                      <a:cubicBezTo>
                        <a:pt x="422" y="332"/>
                        <a:pt x="399" y="313"/>
                        <a:pt x="399" y="313"/>
                      </a:cubicBezTo>
                      <a:cubicBezTo>
                        <a:pt x="360" y="295"/>
                        <a:pt x="360" y="295"/>
                        <a:pt x="360" y="295"/>
                      </a:cubicBezTo>
                      <a:cubicBezTo>
                        <a:pt x="360" y="295"/>
                        <a:pt x="381" y="281"/>
                        <a:pt x="380" y="277"/>
                      </a:cubicBezTo>
                      <a:cubicBezTo>
                        <a:pt x="379" y="273"/>
                        <a:pt x="368" y="265"/>
                        <a:pt x="368" y="265"/>
                      </a:cubicBezTo>
                      <a:cubicBezTo>
                        <a:pt x="353" y="262"/>
                        <a:pt x="353" y="262"/>
                        <a:pt x="353" y="262"/>
                      </a:cubicBezTo>
                      <a:cubicBezTo>
                        <a:pt x="353" y="262"/>
                        <a:pt x="360" y="251"/>
                        <a:pt x="359" y="247"/>
                      </a:cubicBezTo>
                      <a:cubicBezTo>
                        <a:pt x="358" y="243"/>
                        <a:pt x="339" y="238"/>
                        <a:pt x="339" y="238"/>
                      </a:cubicBezTo>
                      <a:cubicBezTo>
                        <a:pt x="339" y="228"/>
                        <a:pt x="339" y="228"/>
                        <a:pt x="339" y="228"/>
                      </a:cubicBezTo>
                      <a:cubicBezTo>
                        <a:pt x="332" y="222"/>
                        <a:pt x="332" y="222"/>
                        <a:pt x="332" y="222"/>
                      </a:cubicBezTo>
                      <a:cubicBezTo>
                        <a:pt x="337" y="202"/>
                        <a:pt x="337" y="202"/>
                        <a:pt x="337" y="202"/>
                      </a:cubicBezTo>
                      <a:cubicBezTo>
                        <a:pt x="337" y="202"/>
                        <a:pt x="365" y="208"/>
                        <a:pt x="359" y="198"/>
                      </a:cubicBezTo>
                      <a:cubicBezTo>
                        <a:pt x="353" y="188"/>
                        <a:pt x="312" y="156"/>
                        <a:pt x="312" y="156"/>
                      </a:cubicBezTo>
                      <a:cubicBezTo>
                        <a:pt x="299" y="145"/>
                        <a:pt x="299" y="145"/>
                        <a:pt x="299" y="145"/>
                      </a:cubicBezTo>
                      <a:cubicBezTo>
                        <a:pt x="299" y="145"/>
                        <a:pt x="316" y="138"/>
                        <a:pt x="316" y="133"/>
                      </a:cubicBezTo>
                      <a:cubicBezTo>
                        <a:pt x="316" y="128"/>
                        <a:pt x="340" y="126"/>
                        <a:pt x="331" y="116"/>
                      </a:cubicBezTo>
                      <a:cubicBezTo>
                        <a:pt x="322" y="106"/>
                        <a:pt x="316" y="103"/>
                        <a:pt x="312" y="98"/>
                      </a:cubicBezTo>
                      <a:cubicBezTo>
                        <a:pt x="308" y="93"/>
                        <a:pt x="303" y="86"/>
                        <a:pt x="297" y="86"/>
                      </a:cubicBezTo>
                      <a:cubicBezTo>
                        <a:pt x="291" y="86"/>
                        <a:pt x="277" y="94"/>
                        <a:pt x="275" y="82"/>
                      </a:cubicBezTo>
                      <a:cubicBezTo>
                        <a:pt x="273" y="70"/>
                        <a:pt x="270" y="67"/>
                        <a:pt x="270" y="67"/>
                      </a:cubicBezTo>
                      <a:cubicBezTo>
                        <a:pt x="270" y="67"/>
                        <a:pt x="283" y="65"/>
                        <a:pt x="282" y="62"/>
                      </a:cubicBezTo>
                      <a:cubicBezTo>
                        <a:pt x="281" y="59"/>
                        <a:pt x="277" y="53"/>
                        <a:pt x="277" y="53"/>
                      </a:cubicBezTo>
                      <a:cubicBezTo>
                        <a:pt x="280" y="36"/>
                        <a:pt x="280" y="36"/>
                        <a:pt x="280" y="36"/>
                      </a:cubicBezTo>
                      <a:cubicBezTo>
                        <a:pt x="280" y="36"/>
                        <a:pt x="293" y="48"/>
                        <a:pt x="289" y="31"/>
                      </a:cubicBezTo>
                      <a:cubicBezTo>
                        <a:pt x="285" y="14"/>
                        <a:pt x="271" y="13"/>
                        <a:pt x="271" y="13"/>
                      </a:cubicBezTo>
                      <a:cubicBezTo>
                        <a:pt x="248" y="8"/>
                        <a:pt x="248" y="8"/>
                        <a:pt x="248" y="8"/>
                      </a:cubicBezTo>
                      <a:cubicBezTo>
                        <a:pt x="248" y="8"/>
                        <a:pt x="255" y="2"/>
                        <a:pt x="240" y="1"/>
                      </a:cubicBezTo>
                      <a:cubicBezTo>
                        <a:pt x="225" y="0"/>
                        <a:pt x="214" y="7"/>
                        <a:pt x="214" y="7"/>
                      </a:cubicBezTo>
                      <a:cubicBezTo>
                        <a:pt x="214" y="7"/>
                        <a:pt x="203" y="6"/>
                        <a:pt x="198" y="5"/>
                      </a:cubicBezTo>
                      <a:cubicBezTo>
                        <a:pt x="193" y="4"/>
                        <a:pt x="176" y="13"/>
                        <a:pt x="176" y="13"/>
                      </a:cubicBezTo>
                      <a:cubicBezTo>
                        <a:pt x="176" y="13"/>
                        <a:pt x="172" y="26"/>
                        <a:pt x="173" y="30"/>
                      </a:cubicBezTo>
                      <a:cubicBezTo>
                        <a:pt x="174" y="34"/>
                        <a:pt x="173" y="50"/>
                        <a:pt x="173" y="50"/>
                      </a:cubicBezTo>
                      <a:cubicBezTo>
                        <a:pt x="173" y="50"/>
                        <a:pt x="164" y="45"/>
                        <a:pt x="157" y="50"/>
                      </a:cubicBezTo>
                      <a:cubicBezTo>
                        <a:pt x="150" y="55"/>
                        <a:pt x="156" y="65"/>
                        <a:pt x="148" y="65"/>
                      </a:cubicBezTo>
                      <a:cubicBezTo>
                        <a:pt x="140" y="65"/>
                        <a:pt x="128" y="57"/>
                        <a:pt x="123" y="56"/>
                      </a:cubicBezTo>
                      <a:cubicBezTo>
                        <a:pt x="118" y="55"/>
                        <a:pt x="107" y="59"/>
                        <a:pt x="107" y="5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6" name="Freeform 273"/>
                <p:cNvSpPr>
                  <a:spLocks/>
                </p:cNvSpPr>
                <p:nvPr/>
              </p:nvSpPr>
              <p:spPr bwMode="gray">
                <a:xfrm>
                  <a:off x="-2682" y="-14107"/>
                  <a:ext cx="76" cy="166"/>
                </a:xfrm>
                <a:custGeom>
                  <a:avLst/>
                  <a:gdLst>
                    <a:gd name="T0" fmla="*/ 21 w 32"/>
                    <a:gd name="T1" fmla="*/ 54 h 70"/>
                    <a:gd name="T2" fmla="*/ 27 w 32"/>
                    <a:gd name="T3" fmla="*/ 56 h 70"/>
                    <a:gd name="T4" fmla="*/ 32 w 32"/>
                    <a:gd name="T5" fmla="*/ 47 h 70"/>
                    <a:gd name="T6" fmla="*/ 31 w 32"/>
                    <a:gd name="T7" fmla="*/ 1 h 70"/>
                    <a:gd name="T8" fmla="*/ 13 w 32"/>
                    <a:gd name="T9" fmla="*/ 2 h 70"/>
                    <a:gd name="T10" fmla="*/ 6 w 32"/>
                    <a:gd name="T11" fmla="*/ 21 h 70"/>
                    <a:gd name="T12" fmla="*/ 6 w 32"/>
                    <a:gd name="T13" fmla="*/ 40 h 70"/>
                    <a:gd name="T14" fmla="*/ 7 w 32"/>
                    <a:gd name="T15" fmla="*/ 62 h 70"/>
                    <a:gd name="T16" fmla="*/ 21 w 32"/>
                    <a:gd name="T17" fmla="*/ 54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" h="70">
                      <a:moveTo>
                        <a:pt x="21" y="54"/>
                      </a:moveTo>
                      <a:cubicBezTo>
                        <a:pt x="22" y="53"/>
                        <a:pt x="24" y="54"/>
                        <a:pt x="27" y="56"/>
                      </a:cubicBezTo>
                      <a:cubicBezTo>
                        <a:pt x="29" y="51"/>
                        <a:pt x="32" y="47"/>
                        <a:pt x="32" y="47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26" y="0"/>
                        <a:pt x="17" y="0"/>
                        <a:pt x="13" y="2"/>
                      </a:cubicBezTo>
                      <a:cubicBezTo>
                        <a:pt x="7" y="6"/>
                        <a:pt x="6" y="21"/>
                        <a:pt x="6" y="21"/>
                      </a:cubicBezTo>
                      <a:cubicBezTo>
                        <a:pt x="6" y="21"/>
                        <a:pt x="7" y="34"/>
                        <a:pt x="6" y="40"/>
                      </a:cubicBezTo>
                      <a:cubicBezTo>
                        <a:pt x="5" y="46"/>
                        <a:pt x="0" y="54"/>
                        <a:pt x="7" y="62"/>
                      </a:cubicBezTo>
                      <a:cubicBezTo>
                        <a:pt x="13" y="70"/>
                        <a:pt x="18" y="55"/>
                        <a:pt x="21" y="5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7" name="Freeform 274"/>
                <p:cNvSpPr>
                  <a:spLocks/>
                </p:cNvSpPr>
                <p:nvPr/>
              </p:nvSpPr>
              <p:spPr bwMode="gray">
                <a:xfrm>
                  <a:off x="-2646" y="-14215"/>
                  <a:ext cx="439" cy="557"/>
                </a:xfrm>
                <a:custGeom>
                  <a:avLst/>
                  <a:gdLst>
                    <a:gd name="T0" fmla="*/ 169 w 186"/>
                    <a:gd name="T1" fmla="*/ 44 h 236"/>
                    <a:gd name="T2" fmla="*/ 169 w 186"/>
                    <a:gd name="T3" fmla="*/ 30 h 236"/>
                    <a:gd name="T4" fmla="*/ 157 w 186"/>
                    <a:gd name="T5" fmla="*/ 0 h 236"/>
                    <a:gd name="T6" fmla="*/ 73 w 186"/>
                    <a:gd name="T7" fmla="*/ 57 h 236"/>
                    <a:gd name="T8" fmla="*/ 45 w 186"/>
                    <a:gd name="T9" fmla="*/ 45 h 236"/>
                    <a:gd name="T10" fmla="*/ 23 w 186"/>
                    <a:gd name="T11" fmla="*/ 33 h 236"/>
                    <a:gd name="T12" fmla="*/ 19 w 186"/>
                    <a:gd name="T13" fmla="*/ 36 h 236"/>
                    <a:gd name="T14" fmla="*/ 16 w 186"/>
                    <a:gd name="T15" fmla="*/ 45 h 236"/>
                    <a:gd name="T16" fmla="*/ 17 w 186"/>
                    <a:gd name="T17" fmla="*/ 93 h 236"/>
                    <a:gd name="T18" fmla="*/ 10 w 186"/>
                    <a:gd name="T19" fmla="*/ 107 h 236"/>
                    <a:gd name="T20" fmla="*/ 16 w 186"/>
                    <a:gd name="T21" fmla="*/ 115 h 236"/>
                    <a:gd name="T22" fmla="*/ 15 w 186"/>
                    <a:gd name="T23" fmla="*/ 134 h 236"/>
                    <a:gd name="T24" fmla="*/ 4 w 186"/>
                    <a:gd name="T25" fmla="*/ 158 h 236"/>
                    <a:gd name="T26" fmla="*/ 0 w 186"/>
                    <a:gd name="T27" fmla="*/ 211 h 236"/>
                    <a:gd name="T28" fmla="*/ 2 w 186"/>
                    <a:gd name="T29" fmla="*/ 217 h 236"/>
                    <a:gd name="T30" fmla="*/ 3 w 186"/>
                    <a:gd name="T31" fmla="*/ 217 h 236"/>
                    <a:gd name="T32" fmla="*/ 55 w 186"/>
                    <a:gd name="T33" fmla="*/ 225 h 236"/>
                    <a:gd name="T34" fmla="*/ 77 w 186"/>
                    <a:gd name="T35" fmla="*/ 185 h 236"/>
                    <a:gd name="T36" fmla="*/ 108 w 186"/>
                    <a:gd name="T37" fmla="*/ 180 h 236"/>
                    <a:gd name="T38" fmla="*/ 122 w 186"/>
                    <a:gd name="T39" fmla="*/ 147 h 236"/>
                    <a:gd name="T40" fmla="*/ 96 w 186"/>
                    <a:gd name="T41" fmla="*/ 108 h 236"/>
                    <a:gd name="T42" fmla="*/ 64 w 186"/>
                    <a:gd name="T43" fmla="*/ 100 h 236"/>
                    <a:gd name="T44" fmla="*/ 96 w 186"/>
                    <a:gd name="T45" fmla="*/ 94 h 236"/>
                    <a:gd name="T46" fmla="*/ 124 w 186"/>
                    <a:gd name="T47" fmla="*/ 94 h 236"/>
                    <a:gd name="T48" fmla="*/ 132 w 186"/>
                    <a:gd name="T49" fmla="*/ 80 h 236"/>
                    <a:gd name="T50" fmla="*/ 166 w 186"/>
                    <a:gd name="T51" fmla="*/ 76 h 236"/>
                    <a:gd name="T52" fmla="*/ 185 w 186"/>
                    <a:gd name="T53" fmla="*/ 62 h 236"/>
                    <a:gd name="T54" fmla="*/ 186 w 186"/>
                    <a:gd name="T55" fmla="*/ 53 h 236"/>
                    <a:gd name="T56" fmla="*/ 169 w 186"/>
                    <a:gd name="T57" fmla="*/ 44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6" h="236">
                      <a:moveTo>
                        <a:pt x="169" y="44"/>
                      </a:moveTo>
                      <a:cubicBezTo>
                        <a:pt x="169" y="30"/>
                        <a:pt x="169" y="30"/>
                        <a:pt x="169" y="30"/>
                      </a:cubicBezTo>
                      <a:cubicBezTo>
                        <a:pt x="157" y="0"/>
                        <a:pt x="157" y="0"/>
                        <a:pt x="157" y="0"/>
                      </a:cubicBezTo>
                      <a:cubicBezTo>
                        <a:pt x="154" y="2"/>
                        <a:pt x="94" y="57"/>
                        <a:pt x="73" y="57"/>
                      </a:cubicBezTo>
                      <a:cubicBezTo>
                        <a:pt x="52" y="57"/>
                        <a:pt x="45" y="45"/>
                        <a:pt x="45" y="45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6" y="45"/>
                        <a:pt x="16" y="45"/>
                        <a:pt x="16" y="45"/>
                      </a:cubicBezTo>
                      <a:cubicBezTo>
                        <a:pt x="17" y="93"/>
                        <a:pt x="17" y="93"/>
                        <a:pt x="17" y="93"/>
                      </a:cubicBezTo>
                      <a:cubicBezTo>
                        <a:pt x="17" y="93"/>
                        <a:pt x="10" y="103"/>
                        <a:pt x="10" y="107"/>
                      </a:cubicBezTo>
                      <a:cubicBezTo>
                        <a:pt x="10" y="111"/>
                        <a:pt x="12" y="111"/>
                        <a:pt x="16" y="115"/>
                      </a:cubicBezTo>
                      <a:cubicBezTo>
                        <a:pt x="20" y="119"/>
                        <a:pt x="18" y="127"/>
                        <a:pt x="15" y="134"/>
                      </a:cubicBezTo>
                      <a:cubicBezTo>
                        <a:pt x="12" y="141"/>
                        <a:pt x="4" y="146"/>
                        <a:pt x="4" y="158"/>
                      </a:cubicBezTo>
                      <a:cubicBezTo>
                        <a:pt x="4" y="170"/>
                        <a:pt x="0" y="211"/>
                        <a:pt x="0" y="211"/>
                      </a:cubicBezTo>
                      <a:cubicBezTo>
                        <a:pt x="2" y="217"/>
                        <a:pt x="2" y="217"/>
                        <a:pt x="2" y="217"/>
                      </a:cubicBezTo>
                      <a:cubicBezTo>
                        <a:pt x="2" y="217"/>
                        <a:pt x="3" y="217"/>
                        <a:pt x="3" y="217"/>
                      </a:cubicBezTo>
                      <a:cubicBezTo>
                        <a:pt x="10" y="216"/>
                        <a:pt x="41" y="236"/>
                        <a:pt x="55" y="225"/>
                      </a:cubicBezTo>
                      <a:cubicBezTo>
                        <a:pt x="69" y="214"/>
                        <a:pt x="71" y="187"/>
                        <a:pt x="77" y="185"/>
                      </a:cubicBezTo>
                      <a:cubicBezTo>
                        <a:pt x="83" y="183"/>
                        <a:pt x="100" y="187"/>
                        <a:pt x="108" y="180"/>
                      </a:cubicBezTo>
                      <a:cubicBezTo>
                        <a:pt x="116" y="173"/>
                        <a:pt x="122" y="147"/>
                        <a:pt x="122" y="147"/>
                      </a:cubicBezTo>
                      <a:cubicBezTo>
                        <a:pt x="122" y="147"/>
                        <a:pt x="103" y="112"/>
                        <a:pt x="96" y="108"/>
                      </a:cubicBezTo>
                      <a:cubicBezTo>
                        <a:pt x="89" y="104"/>
                        <a:pt x="57" y="107"/>
                        <a:pt x="64" y="100"/>
                      </a:cubicBezTo>
                      <a:cubicBezTo>
                        <a:pt x="71" y="93"/>
                        <a:pt x="96" y="94"/>
                        <a:pt x="96" y="94"/>
                      </a:cubicBezTo>
                      <a:cubicBezTo>
                        <a:pt x="124" y="94"/>
                        <a:pt x="124" y="94"/>
                        <a:pt x="124" y="94"/>
                      </a:cubicBezTo>
                      <a:cubicBezTo>
                        <a:pt x="132" y="80"/>
                        <a:pt x="132" y="80"/>
                        <a:pt x="132" y="80"/>
                      </a:cubicBezTo>
                      <a:cubicBezTo>
                        <a:pt x="132" y="80"/>
                        <a:pt x="160" y="82"/>
                        <a:pt x="166" y="76"/>
                      </a:cubicBezTo>
                      <a:cubicBezTo>
                        <a:pt x="172" y="70"/>
                        <a:pt x="185" y="62"/>
                        <a:pt x="185" y="62"/>
                      </a:cubicBezTo>
                      <a:cubicBezTo>
                        <a:pt x="186" y="53"/>
                        <a:pt x="186" y="53"/>
                        <a:pt x="186" y="53"/>
                      </a:cubicBezTo>
                      <a:lnTo>
                        <a:pt x="169" y="4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8" name="Freeform 275"/>
                <p:cNvSpPr>
                  <a:spLocks/>
                </p:cNvSpPr>
                <p:nvPr/>
              </p:nvSpPr>
              <p:spPr bwMode="gray">
                <a:xfrm>
                  <a:off x="-2743" y="-14227"/>
                  <a:ext cx="158" cy="510"/>
                </a:xfrm>
                <a:custGeom>
                  <a:avLst/>
                  <a:gdLst>
                    <a:gd name="T0" fmla="*/ 0 w 67"/>
                    <a:gd name="T1" fmla="*/ 113 h 216"/>
                    <a:gd name="T2" fmla="*/ 36 w 67"/>
                    <a:gd name="T3" fmla="*/ 206 h 216"/>
                    <a:gd name="T4" fmla="*/ 41 w 67"/>
                    <a:gd name="T5" fmla="*/ 216 h 216"/>
                    <a:gd name="T6" fmla="*/ 45 w 67"/>
                    <a:gd name="T7" fmla="*/ 163 h 216"/>
                    <a:gd name="T8" fmla="*/ 56 w 67"/>
                    <a:gd name="T9" fmla="*/ 139 h 216"/>
                    <a:gd name="T10" fmla="*/ 57 w 67"/>
                    <a:gd name="T11" fmla="*/ 120 h 216"/>
                    <a:gd name="T12" fmla="*/ 51 w 67"/>
                    <a:gd name="T13" fmla="*/ 112 h 216"/>
                    <a:gd name="T14" fmla="*/ 53 w 67"/>
                    <a:gd name="T15" fmla="*/ 107 h 216"/>
                    <a:gd name="T16" fmla="*/ 47 w 67"/>
                    <a:gd name="T17" fmla="*/ 105 h 216"/>
                    <a:gd name="T18" fmla="*/ 33 w 67"/>
                    <a:gd name="T19" fmla="*/ 113 h 216"/>
                    <a:gd name="T20" fmla="*/ 32 w 67"/>
                    <a:gd name="T21" fmla="*/ 91 h 216"/>
                    <a:gd name="T22" fmla="*/ 32 w 67"/>
                    <a:gd name="T23" fmla="*/ 72 h 216"/>
                    <a:gd name="T24" fmla="*/ 39 w 67"/>
                    <a:gd name="T25" fmla="*/ 53 h 216"/>
                    <a:gd name="T26" fmla="*/ 57 w 67"/>
                    <a:gd name="T27" fmla="*/ 52 h 216"/>
                    <a:gd name="T28" fmla="*/ 57 w 67"/>
                    <a:gd name="T29" fmla="*/ 50 h 216"/>
                    <a:gd name="T30" fmla="*/ 60 w 67"/>
                    <a:gd name="T31" fmla="*/ 41 h 216"/>
                    <a:gd name="T32" fmla="*/ 57 w 67"/>
                    <a:gd name="T33" fmla="*/ 11 h 216"/>
                    <a:gd name="T34" fmla="*/ 67 w 67"/>
                    <a:gd name="T35" fmla="*/ 0 h 216"/>
                    <a:gd name="T36" fmla="*/ 52 w 67"/>
                    <a:gd name="T37" fmla="*/ 3 h 216"/>
                    <a:gd name="T38" fmla="*/ 48 w 67"/>
                    <a:gd name="T39" fmla="*/ 20 h 216"/>
                    <a:gd name="T40" fmla="*/ 34 w 67"/>
                    <a:gd name="T41" fmla="*/ 21 h 216"/>
                    <a:gd name="T42" fmla="*/ 27 w 67"/>
                    <a:gd name="T43" fmla="*/ 34 h 216"/>
                    <a:gd name="T44" fmla="*/ 22 w 67"/>
                    <a:gd name="T45" fmla="*/ 39 h 216"/>
                    <a:gd name="T46" fmla="*/ 27 w 67"/>
                    <a:gd name="T47" fmla="*/ 63 h 216"/>
                    <a:gd name="T48" fmla="*/ 13 w 67"/>
                    <a:gd name="T49" fmla="*/ 89 h 216"/>
                    <a:gd name="T50" fmla="*/ 11 w 67"/>
                    <a:gd name="T51" fmla="*/ 105 h 216"/>
                    <a:gd name="T52" fmla="*/ 0 w 67"/>
                    <a:gd name="T53" fmla="*/ 113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7" h="216">
                      <a:moveTo>
                        <a:pt x="0" y="113"/>
                      </a:moveTo>
                      <a:cubicBezTo>
                        <a:pt x="36" y="206"/>
                        <a:pt x="36" y="206"/>
                        <a:pt x="36" y="206"/>
                      </a:cubicBezTo>
                      <a:cubicBezTo>
                        <a:pt x="41" y="216"/>
                        <a:pt x="41" y="216"/>
                        <a:pt x="41" y="216"/>
                      </a:cubicBezTo>
                      <a:cubicBezTo>
                        <a:pt x="41" y="216"/>
                        <a:pt x="45" y="175"/>
                        <a:pt x="45" y="163"/>
                      </a:cubicBezTo>
                      <a:cubicBezTo>
                        <a:pt x="45" y="151"/>
                        <a:pt x="53" y="146"/>
                        <a:pt x="56" y="139"/>
                      </a:cubicBezTo>
                      <a:cubicBezTo>
                        <a:pt x="59" y="132"/>
                        <a:pt x="61" y="124"/>
                        <a:pt x="57" y="120"/>
                      </a:cubicBezTo>
                      <a:cubicBezTo>
                        <a:pt x="53" y="116"/>
                        <a:pt x="51" y="116"/>
                        <a:pt x="51" y="112"/>
                      </a:cubicBezTo>
                      <a:cubicBezTo>
                        <a:pt x="51" y="111"/>
                        <a:pt x="52" y="109"/>
                        <a:pt x="53" y="107"/>
                      </a:cubicBezTo>
                      <a:cubicBezTo>
                        <a:pt x="50" y="105"/>
                        <a:pt x="48" y="104"/>
                        <a:pt x="47" y="105"/>
                      </a:cubicBezTo>
                      <a:cubicBezTo>
                        <a:pt x="44" y="106"/>
                        <a:pt x="39" y="121"/>
                        <a:pt x="33" y="113"/>
                      </a:cubicBezTo>
                      <a:cubicBezTo>
                        <a:pt x="26" y="105"/>
                        <a:pt x="31" y="97"/>
                        <a:pt x="32" y="91"/>
                      </a:cubicBezTo>
                      <a:cubicBezTo>
                        <a:pt x="33" y="85"/>
                        <a:pt x="32" y="72"/>
                        <a:pt x="32" y="72"/>
                      </a:cubicBezTo>
                      <a:cubicBezTo>
                        <a:pt x="32" y="72"/>
                        <a:pt x="33" y="57"/>
                        <a:pt x="39" y="53"/>
                      </a:cubicBezTo>
                      <a:cubicBezTo>
                        <a:pt x="43" y="51"/>
                        <a:pt x="52" y="51"/>
                        <a:pt x="57" y="52"/>
                      </a:cubicBezTo>
                      <a:cubicBezTo>
                        <a:pt x="57" y="50"/>
                        <a:pt x="57" y="50"/>
                        <a:pt x="57" y="50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57" y="11"/>
                        <a:pt x="57" y="11"/>
                        <a:pt x="57" y="11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3" y="13"/>
                        <a:pt x="48" y="20"/>
                      </a:cubicBezTo>
                      <a:cubicBezTo>
                        <a:pt x="43" y="27"/>
                        <a:pt x="34" y="21"/>
                        <a:pt x="34" y="21"/>
                      </a:cubicBezTo>
                      <a:cubicBezTo>
                        <a:pt x="27" y="34"/>
                        <a:pt x="27" y="34"/>
                        <a:pt x="27" y="34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23" y="52"/>
                        <a:pt x="27" y="63"/>
                        <a:pt x="27" y="63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11" y="105"/>
                        <a:pt x="11" y="105"/>
                        <a:pt x="11" y="105"/>
                      </a:cubicBezTo>
                      <a:lnTo>
                        <a:pt x="0" y="11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9" name="Freeform 276"/>
                <p:cNvSpPr>
                  <a:spLocks/>
                </p:cNvSpPr>
                <p:nvPr/>
              </p:nvSpPr>
              <p:spPr bwMode="gray">
                <a:xfrm>
                  <a:off x="-8308" y="-13495"/>
                  <a:ext cx="947" cy="810"/>
                </a:xfrm>
                <a:custGeom>
                  <a:avLst/>
                  <a:gdLst>
                    <a:gd name="T0" fmla="*/ 364 w 401"/>
                    <a:gd name="T1" fmla="*/ 0 h 343"/>
                    <a:gd name="T2" fmla="*/ 192 w 401"/>
                    <a:gd name="T3" fmla="*/ 0 h 343"/>
                    <a:gd name="T4" fmla="*/ 186 w 401"/>
                    <a:gd name="T5" fmla="*/ 12 h 343"/>
                    <a:gd name="T6" fmla="*/ 176 w 401"/>
                    <a:gd name="T7" fmla="*/ 47 h 343"/>
                    <a:gd name="T8" fmla="*/ 160 w 401"/>
                    <a:gd name="T9" fmla="*/ 61 h 343"/>
                    <a:gd name="T10" fmla="*/ 140 w 401"/>
                    <a:gd name="T11" fmla="*/ 66 h 343"/>
                    <a:gd name="T12" fmla="*/ 125 w 401"/>
                    <a:gd name="T13" fmla="*/ 72 h 343"/>
                    <a:gd name="T14" fmla="*/ 123 w 401"/>
                    <a:gd name="T15" fmla="*/ 97 h 343"/>
                    <a:gd name="T16" fmla="*/ 104 w 401"/>
                    <a:gd name="T17" fmla="*/ 122 h 343"/>
                    <a:gd name="T18" fmla="*/ 108 w 401"/>
                    <a:gd name="T19" fmla="*/ 158 h 343"/>
                    <a:gd name="T20" fmla="*/ 92 w 401"/>
                    <a:gd name="T21" fmla="*/ 171 h 343"/>
                    <a:gd name="T22" fmla="*/ 78 w 401"/>
                    <a:gd name="T23" fmla="*/ 190 h 343"/>
                    <a:gd name="T24" fmla="*/ 58 w 401"/>
                    <a:gd name="T25" fmla="*/ 201 h 343"/>
                    <a:gd name="T26" fmla="*/ 52 w 401"/>
                    <a:gd name="T27" fmla="*/ 212 h 343"/>
                    <a:gd name="T28" fmla="*/ 60 w 401"/>
                    <a:gd name="T29" fmla="*/ 216 h 343"/>
                    <a:gd name="T30" fmla="*/ 45 w 401"/>
                    <a:gd name="T31" fmla="*/ 237 h 343"/>
                    <a:gd name="T32" fmla="*/ 41 w 401"/>
                    <a:gd name="T33" fmla="*/ 259 h 343"/>
                    <a:gd name="T34" fmla="*/ 32 w 401"/>
                    <a:gd name="T35" fmla="*/ 259 h 343"/>
                    <a:gd name="T36" fmla="*/ 31 w 401"/>
                    <a:gd name="T37" fmla="*/ 281 h 343"/>
                    <a:gd name="T38" fmla="*/ 18 w 401"/>
                    <a:gd name="T39" fmla="*/ 286 h 343"/>
                    <a:gd name="T40" fmla="*/ 1 w 401"/>
                    <a:gd name="T41" fmla="*/ 318 h 343"/>
                    <a:gd name="T42" fmla="*/ 0 w 401"/>
                    <a:gd name="T43" fmla="*/ 343 h 343"/>
                    <a:gd name="T44" fmla="*/ 186 w 401"/>
                    <a:gd name="T45" fmla="*/ 341 h 343"/>
                    <a:gd name="T46" fmla="*/ 187 w 401"/>
                    <a:gd name="T47" fmla="*/ 272 h 343"/>
                    <a:gd name="T48" fmla="*/ 189 w 401"/>
                    <a:gd name="T49" fmla="*/ 247 h 343"/>
                    <a:gd name="T50" fmla="*/ 208 w 401"/>
                    <a:gd name="T51" fmla="*/ 236 h 343"/>
                    <a:gd name="T52" fmla="*/ 235 w 401"/>
                    <a:gd name="T53" fmla="*/ 231 h 343"/>
                    <a:gd name="T54" fmla="*/ 238 w 401"/>
                    <a:gd name="T55" fmla="*/ 101 h 343"/>
                    <a:gd name="T56" fmla="*/ 243 w 401"/>
                    <a:gd name="T57" fmla="*/ 98 h 343"/>
                    <a:gd name="T58" fmla="*/ 243 w 401"/>
                    <a:gd name="T59" fmla="*/ 88 h 343"/>
                    <a:gd name="T60" fmla="*/ 391 w 401"/>
                    <a:gd name="T61" fmla="*/ 87 h 343"/>
                    <a:gd name="T62" fmla="*/ 392 w 401"/>
                    <a:gd name="T63" fmla="*/ 62 h 343"/>
                    <a:gd name="T64" fmla="*/ 397 w 401"/>
                    <a:gd name="T65" fmla="*/ 58 h 343"/>
                    <a:gd name="T66" fmla="*/ 401 w 401"/>
                    <a:gd name="T67" fmla="*/ 2 h 343"/>
                    <a:gd name="T68" fmla="*/ 364 w 401"/>
                    <a:gd name="T69" fmla="*/ 0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1" h="343">
                      <a:moveTo>
                        <a:pt x="364" y="0"/>
                      </a:moveTo>
                      <a:cubicBezTo>
                        <a:pt x="192" y="0"/>
                        <a:pt x="192" y="0"/>
                        <a:pt x="192" y="0"/>
                      </a:cubicBezTo>
                      <a:cubicBezTo>
                        <a:pt x="190" y="3"/>
                        <a:pt x="188" y="8"/>
                        <a:pt x="186" y="12"/>
                      </a:cubicBezTo>
                      <a:cubicBezTo>
                        <a:pt x="181" y="25"/>
                        <a:pt x="176" y="47"/>
                        <a:pt x="176" y="47"/>
                      </a:cubicBezTo>
                      <a:cubicBezTo>
                        <a:pt x="176" y="47"/>
                        <a:pt x="164" y="57"/>
                        <a:pt x="160" y="61"/>
                      </a:cubicBezTo>
                      <a:cubicBezTo>
                        <a:pt x="156" y="65"/>
                        <a:pt x="140" y="66"/>
                        <a:pt x="140" y="66"/>
                      </a:cubicBezTo>
                      <a:cubicBezTo>
                        <a:pt x="140" y="66"/>
                        <a:pt x="129" y="63"/>
                        <a:pt x="125" y="72"/>
                      </a:cubicBezTo>
                      <a:cubicBezTo>
                        <a:pt x="121" y="81"/>
                        <a:pt x="123" y="97"/>
                        <a:pt x="123" y="97"/>
                      </a:cubicBezTo>
                      <a:cubicBezTo>
                        <a:pt x="123" y="97"/>
                        <a:pt x="104" y="116"/>
                        <a:pt x="104" y="122"/>
                      </a:cubicBezTo>
                      <a:cubicBezTo>
                        <a:pt x="104" y="128"/>
                        <a:pt x="115" y="145"/>
                        <a:pt x="108" y="158"/>
                      </a:cubicBezTo>
                      <a:cubicBezTo>
                        <a:pt x="101" y="171"/>
                        <a:pt x="92" y="171"/>
                        <a:pt x="92" y="171"/>
                      </a:cubicBezTo>
                      <a:cubicBezTo>
                        <a:pt x="92" y="171"/>
                        <a:pt x="83" y="185"/>
                        <a:pt x="78" y="190"/>
                      </a:cubicBezTo>
                      <a:cubicBezTo>
                        <a:pt x="73" y="195"/>
                        <a:pt x="62" y="197"/>
                        <a:pt x="58" y="201"/>
                      </a:cubicBezTo>
                      <a:cubicBezTo>
                        <a:pt x="54" y="205"/>
                        <a:pt x="52" y="212"/>
                        <a:pt x="52" y="212"/>
                      </a:cubicBezTo>
                      <a:cubicBezTo>
                        <a:pt x="60" y="216"/>
                        <a:pt x="60" y="216"/>
                        <a:pt x="60" y="216"/>
                      </a:cubicBezTo>
                      <a:cubicBezTo>
                        <a:pt x="60" y="216"/>
                        <a:pt x="49" y="227"/>
                        <a:pt x="45" y="237"/>
                      </a:cubicBezTo>
                      <a:cubicBezTo>
                        <a:pt x="41" y="247"/>
                        <a:pt x="41" y="259"/>
                        <a:pt x="41" y="259"/>
                      </a:cubicBezTo>
                      <a:cubicBezTo>
                        <a:pt x="32" y="259"/>
                        <a:pt x="32" y="259"/>
                        <a:pt x="32" y="259"/>
                      </a:cubicBezTo>
                      <a:cubicBezTo>
                        <a:pt x="32" y="259"/>
                        <a:pt x="42" y="271"/>
                        <a:pt x="31" y="281"/>
                      </a:cubicBezTo>
                      <a:cubicBezTo>
                        <a:pt x="20" y="291"/>
                        <a:pt x="18" y="286"/>
                        <a:pt x="18" y="286"/>
                      </a:cubicBezTo>
                      <a:cubicBezTo>
                        <a:pt x="18" y="286"/>
                        <a:pt x="1" y="304"/>
                        <a:pt x="1" y="318"/>
                      </a:cubicBezTo>
                      <a:cubicBezTo>
                        <a:pt x="1" y="325"/>
                        <a:pt x="1" y="335"/>
                        <a:pt x="0" y="343"/>
                      </a:cubicBezTo>
                      <a:cubicBezTo>
                        <a:pt x="186" y="341"/>
                        <a:pt x="186" y="341"/>
                        <a:pt x="186" y="341"/>
                      </a:cubicBezTo>
                      <a:cubicBezTo>
                        <a:pt x="187" y="272"/>
                        <a:pt x="187" y="272"/>
                        <a:pt x="187" y="272"/>
                      </a:cubicBezTo>
                      <a:cubicBezTo>
                        <a:pt x="187" y="272"/>
                        <a:pt x="178" y="257"/>
                        <a:pt x="189" y="247"/>
                      </a:cubicBezTo>
                      <a:cubicBezTo>
                        <a:pt x="200" y="237"/>
                        <a:pt x="208" y="236"/>
                        <a:pt x="208" y="236"/>
                      </a:cubicBezTo>
                      <a:cubicBezTo>
                        <a:pt x="208" y="236"/>
                        <a:pt x="233" y="237"/>
                        <a:pt x="235" y="231"/>
                      </a:cubicBezTo>
                      <a:cubicBezTo>
                        <a:pt x="237" y="225"/>
                        <a:pt x="238" y="101"/>
                        <a:pt x="238" y="101"/>
                      </a:cubicBezTo>
                      <a:cubicBezTo>
                        <a:pt x="243" y="98"/>
                        <a:pt x="243" y="98"/>
                        <a:pt x="243" y="98"/>
                      </a:cubicBezTo>
                      <a:cubicBezTo>
                        <a:pt x="243" y="88"/>
                        <a:pt x="243" y="88"/>
                        <a:pt x="243" y="88"/>
                      </a:cubicBezTo>
                      <a:cubicBezTo>
                        <a:pt x="391" y="87"/>
                        <a:pt x="391" y="87"/>
                        <a:pt x="391" y="87"/>
                      </a:cubicBezTo>
                      <a:cubicBezTo>
                        <a:pt x="392" y="62"/>
                        <a:pt x="392" y="62"/>
                        <a:pt x="392" y="62"/>
                      </a:cubicBezTo>
                      <a:cubicBezTo>
                        <a:pt x="397" y="58"/>
                        <a:pt x="397" y="58"/>
                        <a:pt x="397" y="58"/>
                      </a:cubicBezTo>
                      <a:cubicBezTo>
                        <a:pt x="401" y="2"/>
                        <a:pt x="401" y="2"/>
                        <a:pt x="401" y="2"/>
                      </a:cubicBezTo>
                      <a:lnTo>
                        <a:pt x="364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0" name="Freeform 277"/>
                <p:cNvSpPr>
                  <a:spLocks/>
                </p:cNvSpPr>
                <p:nvPr/>
              </p:nvSpPr>
              <p:spPr bwMode="gray">
                <a:xfrm>
                  <a:off x="-8273" y="-11600"/>
                  <a:ext cx="295" cy="243"/>
                </a:xfrm>
                <a:custGeom>
                  <a:avLst/>
                  <a:gdLst>
                    <a:gd name="T0" fmla="*/ 85 w 125"/>
                    <a:gd name="T1" fmla="*/ 67 h 103"/>
                    <a:gd name="T2" fmla="*/ 102 w 125"/>
                    <a:gd name="T3" fmla="*/ 60 h 103"/>
                    <a:gd name="T4" fmla="*/ 124 w 125"/>
                    <a:gd name="T5" fmla="*/ 49 h 103"/>
                    <a:gd name="T6" fmla="*/ 108 w 125"/>
                    <a:gd name="T7" fmla="*/ 28 h 103"/>
                    <a:gd name="T8" fmla="*/ 124 w 125"/>
                    <a:gd name="T9" fmla="*/ 19 h 103"/>
                    <a:gd name="T10" fmla="*/ 123 w 125"/>
                    <a:gd name="T11" fmla="*/ 2 h 103"/>
                    <a:gd name="T12" fmla="*/ 56 w 125"/>
                    <a:gd name="T13" fmla="*/ 0 h 103"/>
                    <a:gd name="T14" fmla="*/ 39 w 125"/>
                    <a:gd name="T15" fmla="*/ 15 h 103"/>
                    <a:gd name="T16" fmla="*/ 12 w 125"/>
                    <a:gd name="T17" fmla="*/ 15 h 103"/>
                    <a:gd name="T18" fmla="*/ 4 w 125"/>
                    <a:gd name="T19" fmla="*/ 25 h 103"/>
                    <a:gd name="T20" fmla="*/ 0 w 125"/>
                    <a:gd name="T21" fmla="*/ 48 h 103"/>
                    <a:gd name="T22" fmla="*/ 15 w 125"/>
                    <a:gd name="T23" fmla="*/ 50 h 103"/>
                    <a:gd name="T24" fmla="*/ 46 w 125"/>
                    <a:gd name="T25" fmla="*/ 45 h 103"/>
                    <a:gd name="T26" fmla="*/ 63 w 125"/>
                    <a:gd name="T27" fmla="*/ 39 h 103"/>
                    <a:gd name="T28" fmla="*/ 63 w 125"/>
                    <a:gd name="T29" fmla="*/ 54 h 103"/>
                    <a:gd name="T30" fmla="*/ 37 w 125"/>
                    <a:gd name="T31" fmla="*/ 52 h 103"/>
                    <a:gd name="T32" fmla="*/ 42 w 125"/>
                    <a:gd name="T33" fmla="*/ 68 h 103"/>
                    <a:gd name="T34" fmla="*/ 63 w 125"/>
                    <a:gd name="T35" fmla="*/ 63 h 103"/>
                    <a:gd name="T36" fmla="*/ 39 w 125"/>
                    <a:gd name="T37" fmla="*/ 75 h 103"/>
                    <a:gd name="T38" fmla="*/ 58 w 125"/>
                    <a:gd name="T39" fmla="*/ 103 h 103"/>
                    <a:gd name="T40" fmla="*/ 63 w 125"/>
                    <a:gd name="T41" fmla="*/ 88 h 103"/>
                    <a:gd name="T42" fmla="*/ 72 w 125"/>
                    <a:gd name="T43" fmla="*/ 68 h 103"/>
                    <a:gd name="T44" fmla="*/ 85 w 125"/>
                    <a:gd name="T45" fmla="*/ 67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25" h="103">
                      <a:moveTo>
                        <a:pt x="85" y="67"/>
                      </a:moveTo>
                      <a:cubicBezTo>
                        <a:pt x="85" y="67"/>
                        <a:pt x="92" y="60"/>
                        <a:pt x="102" y="60"/>
                      </a:cubicBezTo>
                      <a:cubicBezTo>
                        <a:pt x="112" y="60"/>
                        <a:pt x="123" y="64"/>
                        <a:pt x="124" y="49"/>
                      </a:cubicBezTo>
                      <a:cubicBezTo>
                        <a:pt x="125" y="34"/>
                        <a:pt x="108" y="39"/>
                        <a:pt x="108" y="28"/>
                      </a:cubicBezTo>
                      <a:cubicBezTo>
                        <a:pt x="108" y="17"/>
                        <a:pt x="124" y="19"/>
                        <a:pt x="124" y="19"/>
                      </a:cubicBezTo>
                      <a:cubicBezTo>
                        <a:pt x="123" y="2"/>
                        <a:pt x="123" y="2"/>
                        <a:pt x="123" y="2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8"/>
                        <a:pt x="8" y="56"/>
                        <a:pt x="15" y="50"/>
                      </a:cubicBezTo>
                      <a:cubicBezTo>
                        <a:pt x="22" y="44"/>
                        <a:pt x="46" y="45"/>
                        <a:pt x="46" y="45"/>
                      </a:cubicBezTo>
                      <a:cubicBezTo>
                        <a:pt x="63" y="39"/>
                        <a:pt x="63" y="39"/>
                        <a:pt x="63" y="39"/>
                      </a:cubicBezTo>
                      <a:cubicBezTo>
                        <a:pt x="63" y="54"/>
                        <a:pt x="63" y="54"/>
                        <a:pt x="63" y="54"/>
                      </a:cubicBezTo>
                      <a:cubicBezTo>
                        <a:pt x="63" y="54"/>
                        <a:pt x="39" y="42"/>
                        <a:pt x="37" y="52"/>
                      </a:cubicBezTo>
                      <a:cubicBezTo>
                        <a:pt x="35" y="62"/>
                        <a:pt x="42" y="68"/>
                        <a:pt x="42" y="68"/>
                      </a:cubicBezTo>
                      <a:cubicBezTo>
                        <a:pt x="63" y="63"/>
                        <a:pt x="63" y="63"/>
                        <a:pt x="63" y="63"/>
                      </a:cubicBezTo>
                      <a:cubicBezTo>
                        <a:pt x="39" y="75"/>
                        <a:pt x="39" y="75"/>
                        <a:pt x="39" y="75"/>
                      </a:cubicBezTo>
                      <a:cubicBezTo>
                        <a:pt x="58" y="103"/>
                        <a:pt x="58" y="103"/>
                        <a:pt x="58" y="103"/>
                      </a:cubicBezTo>
                      <a:cubicBezTo>
                        <a:pt x="63" y="88"/>
                        <a:pt x="63" y="88"/>
                        <a:pt x="63" y="88"/>
                      </a:cubicBezTo>
                      <a:cubicBezTo>
                        <a:pt x="72" y="68"/>
                        <a:pt x="72" y="68"/>
                        <a:pt x="72" y="68"/>
                      </a:cubicBezTo>
                      <a:lnTo>
                        <a:pt x="85" y="6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1" name="Freeform 278"/>
                <p:cNvSpPr>
                  <a:spLocks/>
                </p:cNvSpPr>
                <p:nvPr/>
              </p:nvSpPr>
              <p:spPr bwMode="gray">
                <a:xfrm>
                  <a:off x="-8323" y="-11742"/>
                  <a:ext cx="364" cy="92"/>
                </a:xfrm>
                <a:custGeom>
                  <a:avLst/>
                  <a:gdLst>
                    <a:gd name="T0" fmla="*/ 11 w 154"/>
                    <a:gd name="T1" fmla="*/ 15 h 39"/>
                    <a:gd name="T2" fmla="*/ 0 w 154"/>
                    <a:gd name="T3" fmla="*/ 37 h 39"/>
                    <a:gd name="T4" fmla="*/ 0 w 154"/>
                    <a:gd name="T5" fmla="*/ 39 h 39"/>
                    <a:gd name="T6" fmla="*/ 43 w 154"/>
                    <a:gd name="T7" fmla="*/ 39 h 39"/>
                    <a:gd name="T8" fmla="*/ 47 w 154"/>
                    <a:gd name="T9" fmla="*/ 30 h 39"/>
                    <a:gd name="T10" fmla="*/ 72 w 154"/>
                    <a:gd name="T11" fmla="*/ 27 h 39"/>
                    <a:gd name="T12" fmla="*/ 84 w 154"/>
                    <a:gd name="T13" fmla="*/ 15 h 39"/>
                    <a:gd name="T14" fmla="*/ 118 w 154"/>
                    <a:gd name="T15" fmla="*/ 34 h 39"/>
                    <a:gd name="T16" fmla="*/ 137 w 154"/>
                    <a:gd name="T17" fmla="*/ 15 h 39"/>
                    <a:gd name="T18" fmla="*/ 116 w 154"/>
                    <a:gd name="T19" fmla="*/ 20 h 39"/>
                    <a:gd name="T20" fmla="*/ 103 w 154"/>
                    <a:gd name="T21" fmla="*/ 8 h 39"/>
                    <a:gd name="T22" fmla="*/ 95 w 154"/>
                    <a:gd name="T23" fmla="*/ 10 h 39"/>
                    <a:gd name="T24" fmla="*/ 84 w 154"/>
                    <a:gd name="T25" fmla="*/ 2 h 39"/>
                    <a:gd name="T26" fmla="*/ 59 w 154"/>
                    <a:gd name="T27" fmla="*/ 3 h 39"/>
                    <a:gd name="T28" fmla="*/ 59 w 154"/>
                    <a:gd name="T29" fmla="*/ 13 h 39"/>
                    <a:gd name="T30" fmla="*/ 9 w 154"/>
                    <a:gd name="T31" fmla="*/ 13 h 39"/>
                    <a:gd name="T32" fmla="*/ 11 w 154"/>
                    <a:gd name="T33" fmla="*/ 1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4" h="39">
                      <a:moveTo>
                        <a:pt x="11" y="15"/>
                      </a:moveTo>
                      <a:cubicBezTo>
                        <a:pt x="11" y="15"/>
                        <a:pt x="1" y="30"/>
                        <a:pt x="0" y="37"/>
                      </a:cubicBezTo>
                      <a:cubicBezTo>
                        <a:pt x="0" y="38"/>
                        <a:pt x="0" y="38"/>
                        <a:pt x="0" y="39"/>
                      </a:cubicBezTo>
                      <a:cubicBezTo>
                        <a:pt x="11" y="39"/>
                        <a:pt x="41" y="39"/>
                        <a:pt x="43" y="39"/>
                      </a:cubicBezTo>
                      <a:cubicBezTo>
                        <a:pt x="46" y="39"/>
                        <a:pt x="47" y="30"/>
                        <a:pt x="47" y="30"/>
                      </a:cubicBezTo>
                      <a:cubicBezTo>
                        <a:pt x="47" y="30"/>
                        <a:pt x="66" y="28"/>
                        <a:pt x="72" y="27"/>
                      </a:cubicBezTo>
                      <a:cubicBezTo>
                        <a:pt x="78" y="26"/>
                        <a:pt x="84" y="15"/>
                        <a:pt x="84" y="15"/>
                      </a:cubicBezTo>
                      <a:cubicBezTo>
                        <a:pt x="84" y="15"/>
                        <a:pt x="100" y="34"/>
                        <a:pt x="118" y="34"/>
                      </a:cubicBezTo>
                      <a:cubicBezTo>
                        <a:pt x="136" y="34"/>
                        <a:pt x="154" y="19"/>
                        <a:pt x="137" y="15"/>
                      </a:cubicBezTo>
                      <a:cubicBezTo>
                        <a:pt x="120" y="11"/>
                        <a:pt x="121" y="21"/>
                        <a:pt x="116" y="20"/>
                      </a:cubicBezTo>
                      <a:cubicBezTo>
                        <a:pt x="111" y="19"/>
                        <a:pt x="103" y="8"/>
                        <a:pt x="103" y="8"/>
                      </a:cubicBezTo>
                      <a:cubicBezTo>
                        <a:pt x="95" y="10"/>
                        <a:pt x="95" y="10"/>
                        <a:pt x="95" y="10"/>
                      </a:cubicBezTo>
                      <a:cubicBezTo>
                        <a:pt x="95" y="10"/>
                        <a:pt x="97" y="0"/>
                        <a:pt x="84" y="2"/>
                      </a:cubicBezTo>
                      <a:cubicBezTo>
                        <a:pt x="71" y="4"/>
                        <a:pt x="59" y="3"/>
                        <a:pt x="59" y="3"/>
                      </a:cubicBezTo>
                      <a:cubicBezTo>
                        <a:pt x="59" y="13"/>
                        <a:pt x="59" y="13"/>
                        <a:pt x="5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4"/>
                        <a:pt x="11" y="15"/>
                        <a:pt x="11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2" name="Freeform 279"/>
                <p:cNvSpPr>
                  <a:spLocks/>
                </p:cNvSpPr>
                <p:nvPr/>
              </p:nvSpPr>
              <p:spPr bwMode="gray">
                <a:xfrm>
                  <a:off x="-7775" y="-11090"/>
                  <a:ext cx="489" cy="558"/>
                </a:xfrm>
                <a:custGeom>
                  <a:avLst/>
                  <a:gdLst>
                    <a:gd name="T0" fmla="*/ 207 w 207"/>
                    <a:gd name="T1" fmla="*/ 175 h 236"/>
                    <a:gd name="T2" fmla="*/ 186 w 207"/>
                    <a:gd name="T3" fmla="*/ 146 h 236"/>
                    <a:gd name="T4" fmla="*/ 185 w 207"/>
                    <a:gd name="T5" fmla="*/ 129 h 236"/>
                    <a:gd name="T6" fmla="*/ 161 w 207"/>
                    <a:gd name="T7" fmla="*/ 133 h 236"/>
                    <a:gd name="T8" fmla="*/ 161 w 207"/>
                    <a:gd name="T9" fmla="*/ 123 h 236"/>
                    <a:gd name="T10" fmla="*/ 148 w 207"/>
                    <a:gd name="T11" fmla="*/ 121 h 236"/>
                    <a:gd name="T12" fmla="*/ 162 w 207"/>
                    <a:gd name="T13" fmla="*/ 89 h 236"/>
                    <a:gd name="T14" fmla="*/ 149 w 207"/>
                    <a:gd name="T15" fmla="*/ 55 h 236"/>
                    <a:gd name="T16" fmla="*/ 145 w 207"/>
                    <a:gd name="T17" fmla="*/ 56 h 236"/>
                    <a:gd name="T18" fmla="*/ 129 w 207"/>
                    <a:gd name="T19" fmla="*/ 82 h 236"/>
                    <a:gd name="T20" fmla="*/ 117 w 207"/>
                    <a:gd name="T21" fmla="*/ 72 h 236"/>
                    <a:gd name="T22" fmla="*/ 109 w 207"/>
                    <a:gd name="T23" fmla="*/ 72 h 236"/>
                    <a:gd name="T24" fmla="*/ 99 w 207"/>
                    <a:gd name="T25" fmla="*/ 13 h 236"/>
                    <a:gd name="T26" fmla="*/ 83 w 207"/>
                    <a:gd name="T27" fmla="*/ 18 h 236"/>
                    <a:gd name="T28" fmla="*/ 67 w 207"/>
                    <a:gd name="T29" fmla="*/ 14 h 236"/>
                    <a:gd name="T30" fmla="*/ 69 w 207"/>
                    <a:gd name="T31" fmla="*/ 31 h 236"/>
                    <a:gd name="T32" fmla="*/ 55 w 207"/>
                    <a:gd name="T33" fmla="*/ 34 h 236"/>
                    <a:gd name="T34" fmla="*/ 55 w 207"/>
                    <a:gd name="T35" fmla="*/ 48 h 236"/>
                    <a:gd name="T36" fmla="*/ 16 w 207"/>
                    <a:gd name="T37" fmla="*/ 82 h 236"/>
                    <a:gd name="T38" fmla="*/ 14 w 207"/>
                    <a:gd name="T39" fmla="*/ 105 h 236"/>
                    <a:gd name="T40" fmla="*/ 0 w 207"/>
                    <a:gd name="T41" fmla="*/ 89 h 236"/>
                    <a:gd name="T42" fmla="*/ 0 w 207"/>
                    <a:gd name="T43" fmla="*/ 89 h 236"/>
                    <a:gd name="T44" fmla="*/ 23 w 207"/>
                    <a:gd name="T45" fmla="*/ 115 h 236"/>
                    <a:gd name="T46" fmla="*/ 40 w 207"/>
                    <a:gd name="T47" fmla="*/ 117 h 236"/>
                    <a:gd name="T48" fmla="*/ 48 w 207"/>
                    <a:gd name="T49" fmla="*/ 135 h 236"/>
                    <a:gd name="T50" fmla="*/ 70 w 207"/>
                    <a:gd name="T51" fmla="*/ 139 h 236"/>
                    <a:gd name="T52" fmla="*/ 105 w 207"/>
                    <a:gd name="T53" fmla="*/ 187 h 236"/>
                    <a:gd name="T54" fmla="*/ 156 w 207"/>
                    <a:gd name="T55" fmla="*/ 213 h 236"/>
                    <a:gd name="T56" fmla="*/ 195 w 207"/>
                    <a:gd name="T57" fmla="*/ 236 h 236"/>
                    <a:gd name="T58" fmla="*/ 198 w 207"/>
                    <a:gd name="T59" fmla="*/ 236 h 236"/>
                    <a:gd name="T60" fmla="*/ 197 w 207"/>
                    <a:gd name="T61" fmla="*/ 209 h 236"/>
                    <a:gd name="T62" fmla="*/ 207 w 207"/>
                    <a:gd name="T63" fmla="*/ 175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07" h="236">
                      <a:moveTo>
                        <a:pt x="207" y="175"/>
                      </a:moveTo>
                      <a:cubicBezTo>
                        <a:pt x="207" y="162"/>
                        <a:pt x="186" y="146"/>
                        <a:pt x="186" y="146"/>
                      </a:cubicBezTo>
                      <a:cubicBezTo>
                        <a:pt x="185" y="129"/>
                        <a:pt x="185" y="129"/>
                        <a:pt x="185" y="129"/>
                      </a:cubicBezTo>
                      <a:cubicBezTo>
                        <a:pt x="161" y="133"/>
                        <a:pt x="161" y="133"/>
                        <a:pt x="161" y="133"/>
                      </a:cubicBezTo>
                      <a:cubicBezTo>
                        <a:pt x="161" y="123"/>
                        <a:pt x="161" y="123"/>
                        <a:pt x="161" y="123"/>
                      </a:cubicBezTo>
                      <a:cubicBezTo>
                        <a:pt x="161" y="123"/>
                        <a:pt x="149" y="124"/>
                        <a:pt x="148" y="121"/>
                      </a:cubicBezTo>
                      <a:cubicBezTo>
                        <a:pt x="147" y="118"/>
                        <a:pt x="162" y="104"/>
                        <a:pt x="162" y="89"/>
                      </a:cubicBezTo>
                      <a:cubicBezTo>
                        <a:pt x="162" y="79"/>
                        <a:pt x="154" y="64"/>
                        <a:pt x="149" y="55"/>
                      </a:cubicBezTo>
                      <a:cubicBezTo>
                        <a:pt x="147" y="55"/>
                        <a:pt x="146" y="55"/>
                        <a:pt x="145" y="56"/>
                      </a:cubicBezTo>
                      <a:cubicBezTo>
                        <a:pt x="140" y="60"/>
                        <a:pt x="140" y="82"/>
                        <a:pt x="129" y="82"/>
                      </a:cubicBezTo>
                      <a:cubicBezTo>
                        <a:pt x="118" y="82"/>
                        <a:pt x="117" y="72"/>
                        <a:pt x="117" y="72"/>
                      </a:cubicBezTo>
                      <a:cubicBezTo>
                        <a:pt x="109" y="72"/>
                        <a:pt x="109" y="72"/>
                        <a:pt x="109" y="72"/>
                      </a:cubicBezTo>
                      <a:cubicBezTo>
                        <a:pt x="109" y="72"/>
                        <a:pt x="118" y="26"/>
                        <a:pt x="99" y="13"/>
                      </a:cubicBezTo>
                      <a:cubicBezTo>
                        <a:pt x="80" y="0"/>
                        <a:pt x="83" y="18"/>
                        <a:pt x="83" y="18"/>
                      </a:cubicBezTo>
                      <a:cubicBezTo>
                        <a:pt x="67" y="14"/>
                        <a:pt x="67" y="14"/>
                        <a:pt x="67" y="14"/>
                      </a:cubicBezTo>
                      <a:cubicBezTo>
                        <a:pt x="69" y="31"/>
                        <a:pt x="69" y="31"/>
                        <a:pt x="69" y="31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9" y="38"/>
                        <a:pt x="55" y="48"/>
                      </a:cubicBezTo>
                      <a:cubicBezTo>
                        <a:pt x="51" y="58"/>
                        <a:pt x="17" y="75"/>
                        <a:pt x="16" y="82"/>
                      </a:cubicBezTo>
                      <a:cubicBezTo>
                        <a:pt x="15" y="86"/>
                        <a:pt x="15" y="97"/>
                        <a:pt x="14" y="105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23" y="115"/>
                        <a:pt x="23" y="115"/>
                        <a:pt x="23" y="115"/>
                      </a:cubicBezTo>
                      <a:cubicBezTo>
                        <a:pt x="40" y="117"/>
                        <a:pt x="40" y="117"/>
                        <a:pt x="40" y="117"/>
                      </a:cubicBezTo>
                      <a:cubicBezTo>
                        <a:pt x="48" y="135"/>
                        <a:pt x="48" y="135"/>
                        <a:pt x="48" y="135"/>
                      </a:cubicBezTo>
                      <a:cubicBezTo>
                        <a:pt x="48" y="135"/>
                        <a:pt x="66" y="131"/>
                        <a:pt x="70" y="139"/>
                      </a:cubicBezTo>
                      <a:cubicBezTo>
                        <a:pt x="74" y="147"/>
                        <a:pt x="89" y="173"/>
                        <a:pt x="105" y="187"/>
                      </a:cubicBezTo>
                      <a:cubicBezTo>
                        <a:pt x="121" y="201"/>
                        <a:pt x="149" y="208"/>
                        <a:pt x="156" y="213"/>
                      </a:cubicBezTo>
                      <a:cubicBezTo>
                        <a:pt x="163" y="218"/>
                        <a:pt x="180" y="236"/>
                        <a:pt x="195" y="236"/>
                      </a:cubicBezTo>
                      <a:cubicBezTo>
                        <a:pt x="196" y="236"/>
                        <a:pt x="197" y="236"/>
                        <a:pt x="198" y="236"/>
                      </a:cubicBezTo>
                      <a:cubicBezTo>
                        <a:pt x="197" y="209"/>
                        <a:pt x="197" y="209"/>
                        <a:pt x="197" y="209"/>
                      </a:cubicBezTo>
                      <a:cubicBezTo>
                        <a:pt x="197" y="209"/>
                        <a:pt x="207" y="188"/>
                        <a:pt x="207" y="1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3" name="Freeform 280"/>
                <p:cNvSpPr>
                  <a:spLocks/>
                </p:cNvSpPr>
                <p:nvPr/>
              </p:nvSpPr>
              <p:spPr bwMode="gray">
                <a:xfrm>
                  <a:off x="-7942" y="-11265"/>
                  <a:ext cx="330" cy="423"/>
                </a:xfrm>
                <a:custGeom>
                  <a:avLst/>
                  <a:gdLst>
                    <a:gd name="T0" fmla="*/ 126 w 140"/>
                    <a:gd name="T1" fmla="*/ 122 h 179"/>
                    <a:gd name="T2" fmla="*/ 126 w 140"/>
                    <a:gd name="T3" fmla="*/ 108 h 179"/>
                    <a:gd name="T4" fmla="*/ 140 w 140"/>
                    <a:gd name="T5" fmla="*/ 105 h 179"/>
                    <a:gd name="T6" fmla="*/ 138 w 140"/>
                    <a:gd name="T7" fmla="*/ 88 h 179"/>
                    <a:gd name="T8" fmla="*/ 119 w 140"/>
                    <a:gd name="T9" fmla="*/ 99 h 179"/>
                    <a:gd name="T10" fmla="*/ 120 w 140"/>
                    <a:gd name="T11" fmla="*/ 86 h 179"/>
                    <a:gd name="T12" fmla="*/ 131 w 140"/>
                    <a:gd name="T13" fmla="*/ 70 h 179"/>
                    <a:gd name="T14" fmla="*/ 120 w 140"/>
                    <a:gd name="T15" fmla="*/ 50 h 179"/>
                    <a:gd name="T16" fmla="*/ 123 w 140"/>
                    <a:gd name="T17" fmla="*/ 41 h 179"/>
                    <a:gd name="T18" fmla="*/ 95 w 140"/>
                    <a:gd name="T19" fmla="*/ 0 h 179"/>
                    <a:gd name="T20" fmla="*/ 69 w 140"/>
                    <a:gd name="T21" fmla="*/ 0 h 179"/>
                    <a:gd name="T22" fmla="*/ 65 w 140"/>
                    <a:gd name="T23" fmla="*/ 12 h 179"/>
                    <a:gd name="T24" fmla="*/ 40 w 140"/>
                    <a:gd name="T25" fmla="*/ 12 h 179"/>
                    <a:gd name="T26" fmla="*/ 9 w 140"/>
                    <a:gd name="T27" fmla="*/ 54 h 179"/>
                    <a:gd name="T28" fmla="*/ 0 w 140"/>
                    <a:gd name="T29" fmla="*/ 59 h 179"/>
                    <a:gd name="T30" fmla="*/ 9 w 140"/>
                    <a:gd name="T31" fmla="*/ 66 h 179"/>
                    <a:gd name="T32" fmla="*/ 1 w 140"/>
                    <a:gd name="T33" fmla="*/ 84 h 179"/>
                    <a:gd name="T34" fmla="*/ 16 w 140"/>
                    <a:gd name="T35" fmla="*/ 103 h 179"/>
                    <a:gd name="T36" fmla="*/ 15 w 140"/>
                    <a:gd name="T37" fmla="*/ 121 h 179"/>
                    <a:gd name="T38" fmla="*/ 29 w 140"/>
                    <a:gd name="T39" fmla="*/ 132 h 179"/>
                    <a:gd name="T40" fmla="*/ 37 w 140"/>
                    <a:gd name="T41" fmla="*/ 148 h 179"/>
                    <a:gd name="T42" fmla="*/ 65 w 140"/>
                    <a:gd name="T43" fmla="*/ 157 h 179"/>
                    <a:gd name="T44" fmla="*/ 85 w 140"/>
                    <a:gd name="T45" fmla="*/ 179 h 179"/>
                    <a:gd name="T46" fmla="*/ 87 w 140"/>
                    <a:gd name="T47" fmla="*/ 156 h 179"/>
                    <a:gd name="T48" fmla="*/ 126 w 140"/>
                    <a:gd name="T49" fmla="*/ 122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0" h="179">
                      <a:moveTo>
                        <a:pt x="126" y="122"/>
                      </a:moveTo>
                      <a:cubicBezTo>
                        <a:pt x="130" y="112"/>
                        <a:pt x="126" y="108"/>
                        <a:pt x="126" y="108"/>
                      </a:cubicBezTo>
                      <a:cubicBezTo>
                        <a:pt x="140" y="105"/>
                        <a:pt x="140" y="105"/>
                        <a:pt x="140" y="105"/>
                      </a:cubicBezTo>
                      <a:cubicBezTo>
                        <a:pt x="138" y="88"/>
                        <a:pt x="138" y="88"/>
                        <a:pt x="138" y="88"/>
                      </a:cubicBezTo>
                      <a:cubicBezTo>
                        <a:pt x="119" y="99"/>
                        <a:pt x="119" y="99"/>
                        <a:pt x="119" y="99"/>
                      </a:cubicBezTo>
                      <a:cubicBezTo>
                        <a:pt x="120" y="86"/>
                        <a:pt x="120" y="86"/>
                        <a:pt x="120" y="86"/>
                      </a:cubicBezTo>
                      <a:cubicBezTo>
                        <a:pt x="120" y="86"/>
                        <a:pt x="131" y="78"/>
                        <a:pt x="131" y="70"/>
                      </a:cubicBezTo>
                      <a:cubicBezTo>
                        <a:pt x="131" y="62"/>
                        <a:pt x="120" y="50"/>
                        <a:pt x="120" y="50"/>
                      </a:cubicBezTo>
                      <a:cubicBezTo>
                        <a:pt x="123" y="41"/>
                        <a:pt x="123" y="41"/>
                        <a:pt x="123" y="41"/>
                      </a:cubicBezTo>
                      <a:cubicBezTo>
                        <a:pt x="95" y="0"/>
                        <a:pt x="95" y="0"/>
                        <a:pt x="95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5" y="12"/>
                        <a:pt x="65" y="12"/>
                        <a:pt x="65" y="12"/>
                      </a:cubicBez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40" y="12"/>
                        <a:pt x="21" y="54"/>
                        <a:pt x="9" y="54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9" y="66"/>
                        <a:pt x="1" y="75"/>
                        <a:pt x="1" y="84"/>
                      </a:cubicBezTo>
                      <a:cubicBezTo>
                        <a:pt x="1" y="93"/>
                        <a:pt x="16" y="103"/>
                        <a:pt x="16" y="103"/>
                      </a:cubicBezTo>
                      <a:cubicBezTo>
                        <a:pt x="15" y="121"/>
                        <a:pt x="15" y="121"/>
                        <a:pt x="15" y="121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8" y="139"/>
                        <a:pt x="37" y="148"/>
                      </a:cubicBezTo>
                      <a:cubicBezTo>
                        <a:pt x="46" y="157"/>
                        <a:pt x="65" y="157"/>
                        <a:pt x="65" y="157"/>
                      </a:cubicBezTo>
                      <a:cubicBezTo>
                        <a:pt x="85" y="179"/>
                        <a:pt x="85" y="179"/>
                        <a:pt x="85" y="179"/>
                      </a:cubicBezTo>
                      <a:cubicBezTo>
                        <a:pt x="86" y="171"/>
                        <a:pt x="86" y="160"/>
                        <a:pt x="87" y="156"/>
                      </a:cubicBezTo>
                      <a:cubicBezTo>
                        <a:pt x="88" y="149"/>
                        <a:pt x="122" y="132"/>
                        <a:pt x="126" y="1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4" name="Freeform 281"/>
                <p:cNvSpPr>
                  <a:spLocks/>
                </p:cNvSpPr>
                <p:nvPr/>
              </p:nvSpPr>
              <p:spPr bwMode="gray">
                <a:xfrm>
                  <a:off x="-3511" y="-6361"/>
                  <a:ext cx="262" cy="270"/>
                </a:xfrm>
                <a:custGeom>
                  <a:avLst/>
                  <a:gdLst>
                    <a:gd name="T0" fmla="*/ 0 w 111"/>
                    <a:gd name="T1" fmla="*/ 58 h 114"/>
                    <a:gd name="T2" fmla="*/ 17 w 111"/>
                    <a:gd name="T3" fmla="*/ 83 h 114"/>
                    <a:gd name="T4" fmla="*/ 17 w 111"/>
                    <a:gd name="T5" fmla="*/ 94 h 114"/>
                    <a:gd name="T6" fmla="*/ 35 w 111"/>
                    <a:gd name="T7" fmla="*/ 114 h 114"/>
                    <a:gd name="T8" fmla="*/ 50 w 111"/>
                    <a:gd name="T9" fmla="*/ 113 h 114"/>
                    <a:gd name="T10" fmla="*/ 61 w 111"/>
                    <a:gd name="T11" fmla="*/ 89 h 114"/>
                    <a:gd name="T12" fmla="*/ 82 w 111"/>
                    <a:gd name="T13" fmla="*/ 85 h 114"/>
                    <a:gd name="T14" fmla="*/ 99 w 111"/>
                    <a:gd name="T15" fmla="*/ 75 h 114"/>
                    <a:gd name="T16" fmla="*/ 96 w 111"/>
                    <a:gd name="T17" fmla="*/ 63 h 114"/>
                    <a:gd name="T18" fmla="*/ 111 w 111"/>
                    <a:gd name="T19" fmla="*/ 50 h 114"/>
                    <a:gd name="T20" fmla="*/ 110 w 111"/>
                    <a:gd name="T21" fmla="*/ 34 h 114"/>
                    <a:gd name="T22" fmla="*/ 100 w 111"/>
                    <a:gd name="T23" fmla="*/ 31 h 114"/>
                    <a:gd name="T24" fmla="*/ 83 w 111"/>
                    <a:gd name="T25" fmla="*/ 6 h 114"/>
                    <a:gd name="T26" fmla="*/ 62 w 111"/>
                    <a:gd name="T27" fmla="*/ 5 h 114"/>
                    <a:gd name="T28" fmla="*/ 54 w 111"/>
                    <a:gd name="T29" fmla="*/ 8 h 114"/>
                    <a:gd name="T30" fmla="*/ 53 w 111"/>
                    <a:gd name="T31" fmla="*/ 18 h 114"/>
                    <a:gd name="T32" fmla="*/ 38 w 111"/>
                    <a:gd name="T33" fmla="*/ 19 h 114"/>
                    <a:gd name="T34" fmla="*/ 31 w 111"/>
                    <a:gd name="T35" fmla="*/ 33 h 114"/>
                    <a:gd name="T36" fmla="*/ 19 w 111"/>
                    <a:gd name="T37" fmla="*/ 46 h 114"/>
                    <a:gd name="T38" fmla="*/ 17 w 111"/>
                    <a:gd name="T39" fmla="*/ 56 h 114"/>
                    <a:gd name="T40" fmla="*/ 0 w 111"/>
                    <a:gd name="T41" fmla="*/ 5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11" h="114">
                      <a:moveTo>
                        <a:pt x="0" y="58"/>
                      </a:moveTo>
                      <a:cubicBezTo>
                        <a:pt x="17" y="83"/>
                        <a:pt x="17" y="83"/>
                        <a:pt x="17" y="83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35" y="114"/>
                        <a:pt x="35" y="114"/>
                        <a:pt x="35" y="114"/>
                      </a:cubicBezTo>
                      <a:cubicBezTo>
                        <a:pt x="50" y="113"/>
                        <a:pt x="50" y="113"/>
                        <a:pt x="50" y="113"/>
                      </a:cubicBezTo>
                      <a:cubicBezTo>
                        <a:pt x="50" y="113"/>
                        <a:pt x="51" y="93"/>
                        <a:pt x="61" y="89"/>
                      </a:cubicBezTo>
                      <a:cubicBezTo>
                        <a:pt x="71" y="85"/>
                        <a:pt x="74" y="87"/>
                        <a:pt x="82" y="85"/>
                      </a:cubicBezTo>
                      <a:cubicBezTo>
                        <a:pt x="90" y="83"/>
                        <a:pt x="99" y="75"/>
                        <a:pt x="99" y="75"/>
                      </a:cubicBezTo>
                      <a:cubicBezTo>
                        <a:pt x="96" y="63"/>
                        <a:pt x="96" y="63"/>
                        <a:pt x="96" y="63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0" y="34"/>
                        <a:pt x="110" y="34"/>
                        <a:pt x="110" y="34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88" y="12"/>
                        <a:pt x="83" y="6"/>
                      </a:cubicBezTo>
                      <a:cubicBezTo>
                        <a:pt x="78" y="0"/>
                        <a:pt x="62" y="5"/>
                        <a:pt x="62" y="5"/>
                      </a:cubicBezTo>
                      <a:cubicBezTo>
                        <a:pt x="54" y="8"/>
                        <a:pt x="54" y="8"/>
                        <a:pt x="54" y="8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cubicBezTo>
                        <a:pt x="53" y="18"/>
                        <a:pt x="43" y="15"/>
                        <a:pt x="38" y="19"/>
                      </a:cubicBezTo>
                      <a:cubicBezTo>
                        <a:pt x="33" y="23"/>
                        <a:pt x="31" y="33"/>
                        <a:pt x="31" y="33"/>
                      </a:cubicBezTo>
                      <a:cubicBezTo>
                        <a:pt x="19" y="46"/>
                        <a:pt x="19" y="46"/>
                        <a:pt x="19" y="46"/>
                      </a:cubicBezTo>
                      <a:cubicBezTo>
                        <a:pt x="17" y="56"/>
                        <a:pt x="17" y="56"/>
                        <a:pt x="17" y="56"/>
                      </a:cubicBezTo>
                      <a:lnTo>
                        <a:pt x="0" y="5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5" name="Freeform 282"/>
                <p:cNvSpPr>
                  <a:spLocks/>
                </p:cNvSpPr>
                <p:nvPr/>
              </p:nvSpPr>
              <p:spPr bwMode="gray">
                <a:xfrm>
                  <a:off x="-5488" y="-10284"/>
                  <a:ext cx="664" cy="800"/>
                </a:xfrm>
                <a:custGeom>
                  <a:avLst/>
                  <a:gdLst>
                    <a:gd name="T0" fmla="*/ 261 w 281"/>
                    <a:gd name="T1" fmla="*/ 153 h 339"/>
                    <a:gd name="T2" fmla="*/ 244 w 281"/>
                    <a:gd name="T3" fmla="*/ 140 h 339"/>
                    <a:gd name="T4" fmla="*/ 254 w 281"/>
                    <a:gd name="T5" fmla="*/ 100 h 339"/>
                    <a:gd name="T6" fmla="*/ 273 w 281"/>
                    <a:gd name="T7" fmla="*/ 74 h 339"/>
                    <a:gd name="T8" fmla="*/ 263 w 281"/>
                    <a:gd name="T9" fmla="*/ 56 h 339"/>
                    <a:gd name="T10" fmla="*/ 229 w 281"/>
                    <a:gd name="T11" fmla="*/ 62 h 339"/>
                    <a:gd name="T12" fmla="*/ 210 w 281"/>
                    <a:gd name="T13" fmla="*/ 36 h 339"/>
                    <a:gd name="T14" fmla="*/ 220 w 281"/>
                    <a:gd name="T15" fmla="*/ 4 h 339"/>
                    <a:gd name="T16" fmla="*/ 177 w 281"/>
                    <a:gd name="T17" fmla="*/ 1 h 339"/>
                    <a:gd name="T18" fmla="*/ 147 w 281"/>
                    <a:gd name="T19" fmla="*/ 9 h 339"/>
                    <a:gd name="T20" fmla="*/ 125 w 281"/>
                    <a:gd name="T21" fmla="*/ 10 h 339"/>
                    <a:gd name="T22" fmla="*/ 128 w 281"/>
                    <a:gd name="T23" fmla="*/ 37 h 339"/>
                    <a:gd name="T24" fmla="*/ 56 w 281"/>
                    <a:gd name="T25" fmla="*/ 75 h 339"/>
                    <a:gd name="T26" fmla="*/ 46 w 281"/>
                    <a:gd name="T27" fmla="*/ 71 h 339"/>
                    <a:gd name="T28" fmla="*/ 40 w 281"/>
                    <a:gd name="T29" fmla="*/ 77 h 339"/>
                    <a:gd name="T30" fmla="*/ 30 w 281"/>
                    <a:gd name="T31" fmla="*/ 107 h 339"/>
                    <a:gd name="T32" fmla="*/ 0 w 281"/>
                    <a:gd name="T33" fmla="*/ 166 h 339"/>
                    <a:gd name="T34" fmla="*/ 28 w 281"/>
                    <a:gd name="T35" fmla="*/ 195 h 339"/>
                    <a:gd name="T36" fmla="*/ 27 w 281"/>
                    <a:gd name="T37" fmla="*/ 228 h 339"/>
                    <a:gd name="T38" fmla="*/ 46 w 281"/>
                    <a:gd name="T39" fmla="*/ 259 h 339"/>
                    <a:gd name="T40" fmla="*/ 61 w 281"/>
                    <a:gd name="T41" fmla="*/ 271 h 339"/>
                    <a:gd name="T42" fmla="*/ 91 w 281"/>
                    <a:gd name="T43" fmla="*/ 311 h 339"/>
                    <a:gd name="T44" fmla="*/ 114 w 281"/>
                    <a:gd name="T45" fmla="*/ 339 h 339"/>
                    <a:gd name="T46" fmla="*/ 133 w 281"/>
                    <a:gd name="T47" fmla="*/ 317 h 339"/>
                    <a:gd name="T48" fmla="*/ 152 w 281"/>
                    <a:gd name="T49" fmla="*/ 304 h 339"/>
                    <a:gd name="T50" fmla="*/ 149 w 281"/>
                    <a:gd name="T51" fmla="*/ 287 h 339"/>
                    <a:gd name="T52" fmla="*/ 139 w 281"/>
                    <a:gd name="T53" fmla="*/ 274 h 339"/>
                    <a:gd name="T54" fmla="*/ 172 w 281"/>
                    <a:gd name="T55" fmla="*/ 257 h 339"/>
                    <a:gd name="T56" fmla="*/ 178 w 281"/>
                    <a:gd name="T57" fmla="*/ 225 h 339"/>
                    <a:gd name="T58" fmla="*/ 204 w 281"/>
                    <a:gd name="T59" fmla="*/ 255 h 339"/>
                    <a:gd name="T60" fmla="*/ 241 w 281"/>
                    <a:gd name="T61" fmla="*/ 239 h 339"/>
                    <a:gd name="T62" fmla="*/ 260 w 281"/>
                    <a:gd name="T63" fmla="*/ 244 h 339"/>
                    <a:gd name="T64" fmla="*/ 269 w 281"/>
                    <a:gd name="T65" fmla="*/ 212 h 339"/>
                    <a:gd name="T66" fmla="*/ 272 w 281"/>
                    <a:gd name="T67" fmla="*/ 171 h 3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81" h="339">
                      <a:moveTo>
                        <a:pt x="279" y="160"/>
                      </a:moveTo>
                      <a:cubicBezTo>
                        <a:pt x="277" y="154"/>
                        <a:pt x="261" y="153"/>
                        <a:pt x="261" y="153"/>
                      </a:cubicBezTo>
                      <a:cubicBezTo>
                        <a:pt x="256" y="141"/>
                        <a:pt x="256" y="141"/>
                        <a:pt x="256" y="141"/>
                      </a:cubicBezTo>
                      <a:cubicBezTo>
                        <a:pt x="244" y="140"/>
                        <a:pt x="244" y="140"/>
                        <a:pt x="244" y="140"/>
                      </a:cubicBezTo>
                      <a:cubicBezTo>
                        <a:pt x="245" y="116"/>
                        <a:pt x="245" y="116"/>
                        <a:pt x="245" y="116"/>
                      </a:cubicBezTo>
                      <a:cubicBezTo>
                        <a:pt x="254" y="100"/>
                        <a:pt x="254" y="100"/>
                        <a:pt x="254" y="100"/>
                      </a:cubicBezTo>
                      <a:cubicBezTo>
                        <a:pt x="254" y="100"/>
                        <a:pt x="261" y="101"/>
                        <a:pt x="267" y="94"/>
                      </a:cubicBezTo>
                      <a:cubicBezTo>
                        <a:pt x="273" y="87"/>
                        <a:pt x="273" y="74"/>
                        <a:pt x="273" y="74"/>
                      </a:cubicBezTo>
                      <a:cubicBezTo>
                        <a:pt x="267" y="70"/>
                        <a:pt x="267" y="70"/>
                        <a:pt x="267" y="70"/>
                      </a:cubicBezTo>
                      <a:cubicBezTo>
                        <a:pt x="267" y="70"/>
                        <a:pt x="266" y="60"/>
                        <a:pt x="263" y="56"/>
                      </a:cubicBezTo>
                      <a:cubicBezTo>
                        <a:pt x="260" y="52"/>
                        <a:pt x="248" y="47"/>
                        <a:pt x="243" y="47"/>
                      </a:cubicBezTo>
                      <a:cubicBezTo>
                        <a:pt x="238" y="47"/>
                        <a:pt x="238" y="62"/>
                        <a:pt x="229" y="62"/>
                      </a:cubicBezTo>
                      <a:cubicBezTo>
                        <a:pt x="220" y="62"/>
                        <a:pt x="212" y="57"/>
                        <a:pt x="212" y="57"/>
                      </a:cubicBezTo>
                      <a:cubicBezTo>
                        <a:pt x="210" y="36"/>
                        <a:pt x="210" y="36"/>
                        <a:pt x="210" y="36"/>
                      </a:cubicBezTo>
                      <a:cubicBezTo>
                        <a:pt x="220" y="14"/>
                        <a:pt x="220" y="14"/>
                        <a:pt x="220" y="14"/>
                      </a:cubicBezTo>
                      <a:cubicBezTo>
                        <a:pt x="220" y="4"/>
                        <a:pt x="220" y="4"/>
                        <a:pt x="220" y="4"/>
                      </a:cubicBezTo>
                      <a:cubicBezTo>
                        <a:pt x="188" y="5"/>
                        <a:pt x="188" y="5"/>
                        <a:pt x="188" y="5"/>
                      </a:cubicBezTo>
                      <a:cubicBezTo>
                        <a:pt x="188" y="5"/>
                        <a:pt x="181" y="1"/>
                        <a:pt x="177" y="1"/>
                      </a:cubicBezTo>
                      <a:cubicBezTo>
                        <a:pt x="173" y="1"/>
                        <a:pt x="168" y="9"/>
                        <a:pt x="168" y="9"/>
                      </a:cubicBezTo>
                      <a:cubicBezTo>
                        <a:pt x="147" y="9"/>
                        <a:pt x="147" y="9"/>
                        <a:pt x="147" y="9"/>
                      </a:cubicBezTo>
                      <a:cubicBezTo>
                        <a:pt x="137" y="0"/>
                        <a:pt x="137" y="0"/>
                        <a:pt x="137" y="0"/>
                      </a:cubicBezTo>
                      <a:cubicBezTo>
                        <a:pt x="125" y="10"/>
                        <a:pt x="125" y="10"/>
                        <a:pt x="125" y="10"/>
                      </a:cubicBezTo>
                      <a:cubicBezTo>
                        <a:pt x="122" y="33"/>
                        <a:pt x="122" y="33"/>
                        <a:pt x="122" y="33"/>
                      </a:cubicBezTo>
                      <a:cubicBezTo>
                        <a:pt x="128" y="37"/>
                        <a:pt x="128" y="37"/>
                        <a:pt x="128" y="37"/>
                      </a:cubicBezTo>
                      <a:cubicBezTo>
                        <a:pt x="128" y="37"/>
                        <a:pt x="128" y="72"/>
                        <a:pt x="123" y="73"/>
                      </a:cubicBezTo>
                      <a:cubicBezTo>
                        <a:pt x="118" y="74"/>
                        <a:pt x="56" y="75"/>
                        <a:pt x="56" y="75"/>
                      </a:cubicBezTo>
                      <a:cubicBezTo>
                        <a:pt x="54" y="69"/>
                        <a:pt x="54" y="69"/>
                        <a:pt x="54" y="69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7" y="72"/>
                        <a:pt x="48" y="72"/>
                        <a:pt x="48" y="72"/>
                      </a:cubicBezTo>
                      <a:cubicBezTo>
                        <a:pt x="40" y="77"/>
                        <a:pt x="40" y="77"/>
                        <a:pt x="40" y="77"/>
                      </a:cubicBezTo>
                      <a:cubicBezTo>
                        <a:pt x="40" y="77"/>
                        <a:pt x="49" y="105"/>
                        <a:pt x="45" y="107"/>
                      </a:cubicBezTo>
                      <a:cubicBezTo>
                        <a:pt x="41" y="109"/>
                        <a:pt x="30" y="107"/>
                        <a:pt x="30" y="107"/>
                      </a:cubicBezTo>
                      <a:cubicBezTo>
                        <a:pt x="30" y="107"/>
                        <a:pt x="33" y="148"/>
                        <a:pt x="23" y="159"/>
                      </a:cubicBezTo>
                      <a:cubicBezTo>
                        <a:pt x="13" y="170"/>
                        <a:pt x="0" y="166"/>
                        <a:pt x="0" y="166"/>
                      </a:cubicBezTo>
                      <a:cubicBezTo>
                        <a:pt x="17" y="203"/>
                        <a:pt x="17" y="203"/>
                        <a:pt x="17" y="203"/>
                      </a:cubicBezTo>
                      <a:cubicBezTo>
                        <a:pt x="28" y="195"/>
                        <a:pt x="28" y="195"/>
                        <a:pt x="28" y="195"/>
                      </a:cubicBezTo>
                      <a:cubicBezTo>
                        <a:pt x="34" y="208"/>
                        <a:pt x="34" y="208"/>
                        <a:pt x="34" y="208"/>
                      </a:cubicBezTo>
                      <a:cubicBezTo>
                        <a:pt x="34" y="208"/>
                        <a:pt x="25" y="221"/>
                        <a:pt x="27" y="228"/>
                      </a:cubicBezTo>
                      <a:cubicBezTo>
                        <a:pt x="29" y="235"/>
                        <a:pt x="42" y="232"/>
                        <a:pt x="42" y="232"/>
                      </a:cubicBezTo>
                      <a:cubicBezTo>
                        <a:pt x="46" y="259"/>
                        <a:pt x="46" y="259"/>
                        <a:pt x="46" y="259"/>
                      </a:cubicBezTo>
                      <a:cubicBezTo>
                        <a:pt x="66" y="263"/>
                        <a:pt x="66" y="263"/>
                        <a:pt x="66" y="263"/>
                      </a:cubicBezTo>
                      <a:cubicBezTo>
                        <a:pt x="61" y="271"/>
                        <a:pt x="61" y="271"/>
                        <a:pt x="61" y="271"/>
                      </a:cubicBezTo>
                      <a:cubicBezTo>
                        <a:pt x="94" y="306"/>
                        <a:pt x="94" y="306"/>
                        <a:pt x="94" y="306"/>
                      </a:cubicBezTo>
                      <a:cubicBezTo>
                        <a:pt x="91" y="311"/>
                        <a:pt x="91" y="311"/>
                        <a:pt x="91" y="311"/>
                      </a:cubicBezTo>
                      <a:cubicBezTo>
                        <a:pt x="113" y="338"/>
                        <a:pt x="113" y="338"/>
                        <a:pt x="113" y="338"/>
                      </a:cubicBezTo>
                      <a:cubicBezTo>
                        <a:pt x="114" y="339"/>
                        <a:pt x="114" y="339"/>
                        <a:pt x="114" y="339"/>
                      </a:cubicBezTo>
                      <a:cubicBezTo>
                        <a:pt x="119" y="326"/>
                        <a:pt x="119" y="326"/>
                        <a:pt x="119" y="326"/>
                      </a:cubicBezTo>
                      <a:cubicBezTo>
                        <a:pt x="133" y="317"/>
                        <a:pt x="133" y="317"/>
                        <a:pt x="133" y="317"/>
                      </a:cubicBezTo>
                      <a:cubicBezTo>
                        <a:pt x="133" y="317"/>
                        <a:pt x="148" y="335"/>
                        <a:pt x="152" y="326"/>
                      </a:cubicBezTo>
                      <a:cubicBezTo>
                        <a:pt x="156" y="317"/>
                        <a:pt x="152" y="304"/>
                        <a:pt x="152" y="304"/>
                      </a:cubicBezTo>
                      <a:cubicBezTo>
                        <a:pt x="140" y="296"/>
                        <a:pt x="140" y="296"/>
                        <a:pt x="140" y="296"/>
                      </a:cubicBezTo>
                      <a:cubicBezTo>
                        <a:pt x="149" y="287"/>
                        <a:pt x="149" y="287"/>
                        <a:pt x="149" y="287"/>
                      </a:cubicBezTo>
                      <a:cubicBezTo>
                        <a:pt x="132" y="274"/>
                        <a:pt x="132" y="274"/>
                        <a:pt x="132" y="274"/>
                      </a:cubicBezTo>
                      <a:cubicBezTo>
                        <a:pt x="139" y="274"/>
                        <a:pt x="139" y="274"/>
                        <a:pt x="139" y="274"/>
                      </a:cubicBezTo>
                      <a:cubicBezTo>
                        <a:pt x="139" y="274"/>
                        <a:pt x="132" y="249"/>
                        <a:pt x="138" y="251"/>
                      </a:cubicBezTo>
                      <a:cubicBezTo>
                        <a:pt x="144" y="253"/>
                        <a:pt x="168" y="262"/>
                        <a:pt x="172" y="257"/>
                      </a:cubicBezTo>
                      <a:cubicBezTo>
                        <a:pt x="176" y="252"/>
                        <a:pt x="185" y="244"/>
                        <a:pt x="185" y="244"/>
                      </a:cubicBezTo>
                      <a:cubicBezTo>
                        <a:pt x="185" y="244"/>
                        <a:pt x="172" y="226"/>
                        <a:pt x="178" y="225"/>
                      </a:cubicBezTo>
                      <a:cubicBezTo>
                        <a:pt x="184" y="224"/>
                        <a:pt x="195" y="226"/>
                        <a:pt x="195" y="226"/>
                      </a:cubicBezTo>
                      <a:cubicBezTo>
                        <a:pt x="204" y="255"/>
                        <a:pt x="204" y="255"/>
                        <a:pt x="204" y="255"/>
                      </a:cubicBezTo>
                      <a:cubicBezTo>
                        <a:pt x="204" y="255"/>
                        <a:pt x="218" y="256"/>
                        <a:pt x="226" y="254"/>
                      </a:cubicBezTo>
                      <a:cubicBezTo>
                        <a:pt x="234" y="252"/>
                        <a:pt x="237" y="236"/>
                        <a:pt x="241" y="239"/>
                      </a:cubicBezTo>
                      <a:cubicBezTo>
                        <a:pt x="245" y="242"/>
                        <a:pt x="238" y="264"/>
                        <a:pt x="248" y="264"/>
                      </a:cubicBezTo>
                      <a:cubicBezTo>
                        <a:pt x="258" y="264"/>
                        <a:pt x="260" y="258"/>
                        <a:pt x="260" y="244"/>
                      </a:cubicBezTo>
                      <a:cubicBezTo>
                        <a:pt x="260" y="230"/>
                        <a:pt x="273" y="226"/>
                        <a:pt x="273" y="226"/>
                      </a:cubicBezTo>
                      <a:cubicBezTo>
                        <a:pt x="269" y="212"/>
                        <a:pt x="269" y="212"/>
                        <a:pt x="269" y="212"/>
                      </a:cubicBezTo>
                      <a:cubicBezTo>
                        <a:pt x="273" y="201"/>
                        <a:pt x="273" y="201"/>
                        <a:pt x="273" y="201"/>
                      </a:cubicBezTo>
                      <a:cubicBezTo>
                        <a:pt x="272" y="171"/>
                        <a:pt x="272" y="171"/>
                        <a:pt x="272" y="171"/>
                      </a:cubicBezTo>
                      <a:cubicBezTo>
                        <a:pt x="272" y="171"/>
                        <a:pt x="281" y="166"/>
                        <a:pt x="279" y="1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6" name="Freeform 283"/>
                <p:cNvSpPr>
                  <a:spLocks/>
                </p:cNvSpPr>
                <p:nvPr/>
              </p:nvSpPr>
              <p:spPr bwMode="gray">
                <a:xfrm>
                  <a:off x="-3083" y="-6717"/>
                  <a:ext cx="172" cy="205"/>
                </a:xfrm>
                <a:custGeom>
                  <a:avLst/>
                  <a:gdLst>
                    <a:gd name="T0" fmla="*/ 59 w 73"/>
                    <a:gd name="T1" fmla="*/ 35 h 87"/>
                    <a:gd name="T2" fmla="*/ 62 w 73"/>
                    <a:gd name="T3" fmla="*/ 11 h 87"/>
                    <a:gd name="T4" fmla="*/ 46 w 73"/>
                    <a:gd name="T5" fmla="*/ 14 h 87"/>
                    <a:gd name="T6" fmla="*/ 27 w 73"/>
                    <a:gd name="T7" fmla="*/ 0 h 87"/>
                    <a:gd name="T8" fmla="*/ 11 w 73"/>
                    <a:gd name="T9" fmla="*/ 29 h 87"/>
                    <a:gd name="T10" fmla="*/ 2 w 73"/>
                    <a:gd name="T11" fmla="*/ 58 h 87"/>
                    <a:gd name="T12" fmla="*/ 34 w 73"/>
                    <a:gd name="T13" fmla="*/ 86 h 87"/>
                    <a:gd name="T14" fmla="*/ 56 w 73"/>
                    <a:gd name="T15" fmla="*/ 87 h 87"/>
                    <a:gd name="T16" fmla="*/ 63 w 73"/>
                    <a:gd name="T17" fmla="*/ 62 h 87"/>
                    <a:gd name="T18" fmla="*/ 73 w 73"/>
                    <a:gd name="T19" fmla="*/ 58 h 87"/>
                    <a:gd name="T20" fmla="*/ 69 w 73"/>
                    <a:gd name="T21" fmla="*/ 42 h 87"/>
                    <a:gd name="T22" fmla="*/ 59 w 73"/>
                    <a:gd name="T23" fmla="*/ 3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87">
                      <a:moveTo>
                        <a:pt x="59" y="35"/>
                      </a:moveTo>
                      <a:cubicBezTo>
                        <a:pt x="57" y="28"/>
                        <a:pt x="62" y="11"/>
                        <a:pt x="62" y="11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6" y="14"/>
                        <a:pt x="34" y="0"/>
                        <a:pt x="27" y="0"/>
                      </a:cubicBezTo>
                      <a:cubicBezTo>
                        <a:pt x="20" y="0"/>
                        <a:pt x="14" y="25"/>
                        <a:pt x="11" y="29"/>
                      </a:cubicBezTo>
                      <a:cubicBezTo>
                        <a:pt x="8" y="33"/>
                        <a:pt x="0" y="46"/>
                        <a:pt x="2" y="58"/>
                      </a:cubicBezTo>
                      <a:cubicBezTo>
                        <a:pt x="4" y="70"/>
                        <a:pt x="27" y="86"/>
                        <a:pt x="34" y="86"/>
                      </a:cubicBezTo>
                      <a:cubicBezTo>
                        <a:pt x="41" y="86"/>
                        <a:pt x="56" y="87"/>
                        <a:pt x="56" y="87"/>
                      </a:cubicBezTo>
                      <a:cubicBezTo>
                        <a:pt x="63" y="62"/>
                        <a:pt x="63" y="62"/>
                        <a:pt x="63" y="62"/>
                      </a:cubicBezTo>
                      <a:cubicBezTo>
                        <a:pt x="63" y="62"/>
                        <a:pt x="68" y="59"/>
                        <a:pt x="73" y="58"/>
                      </a:cubicBezTo>
                      <a:cubicBezTo>
                        <a:pt x="69" y="42"/>
                        <a:pt x="69" y="42"/>
                        <a:pt x="69" y="42"/>
                      </a:cubicBezTo>
                      <a:cubicBezTo>
                        <a:pt x="69" y="42"/>
                        <a:pt x="62" y="42"/>
                        <a:pt x="59" y="3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7" name="Freeform 284"/>
                <p:cNvSpPr>
                  <a:spLocks/>
                </p:cNvSpPr>
                <p:nvPr/>
              </p:nvSpPr>
              <p:spPr bwMode="gray">
                <a:xfrm>
                  <a:off x="-5157" y="-7830"/>
                  <a:ext cx="1500" cy="1531"/>
                </a:xfrm>
                <a:custGeom>
                  <a:avLst/>
                  <a:gdLst>
                    <a:gd name="T0" fmla="*/ 257 w 635"/>
                    <a:gd name="T1" fmla="*/ 609 h 648"/>
                    <a:gd name="T2" fmla="*/ 281 w 635"/>
                    <a:gd name="T3" fmla="*/ 636 h 648"/>
                    <a:gd name="T4" fmla="*/ 304 w 635"/>
                    <a:gd name="T5" fmla="*/ 648 h 648"/>
                    <a:gd name="T6" fmla="*/ 330 w 635"/>
                    <a:gd name="T7" fmla="*/ 646 h 648"/>
                    <a:gd name="T8" fmla="*/ 345 w 635"/>
                    <a:gd name="T9" fmla="*/ 632 h 648"/>
                    <a:gd name="T10" fmla="*/ 358 w 635"/>
                    <a:gd name="T11" fmla="*/ 622 h 648"/>
                    <a:gd name="T12" fmla="*/ 384 w 635"/>
                    <a:gd name="T13" fmla="*/ 273 h 648"/>
                    <a:gd name="T14" fmla="*/ 431 w 635"/>
                    <a:gd name="T15" fmla="*/ 192 h 648"/>
                    <a:gd name="T16" fmla="*/ 435 w 635"/>
                    <a:gd name="T17" fmla="*/ 71 h 648"/>
                    <a:gd name="T18" fmla="*/ 541 w 635"/>
                    <a:gd name="T19" fmla="*/ 55 h 648"/>
                    <a:gd name="T20" fmla="*/ 554 w 635"/>
                    <a:gd name="T21" fmla="*/ 69 h 648"/>
                    <a:gd name="T22" fmla="*/ 577 w 635"/>
                    <a:gd name="T23" fmla="*/ 63 h 648"/>
                    <a:gd name="T24" fmla="*/ 601 w 635"/>
                    <a:gd name="T25" fmla="*/ 55 h 648"/>
                    <a:gd name="T26" fmla="*/ 635 w 635"/>
                    <a:gd name="T27" fmla="*/ 45 h 648"/>
                    <a:gd name="T28" fmla="*/ 602 w 635"/>
                    <a:gd name="T29" fmla="*/ 34 h 648"/>
                    <a:gd name="T30" fmla="*/ 576 w 635"/>
                    <a:gd name="T31" fmla="*/ 31 h 648"/>
                    <a:gd name="T32" fmla="*/ 548 w 635"/>
                    <a:gd name="T33" fmla="*/ 35 h 648"/>
                    <a:gd name="T34" fmla="*/ 414 w 635"/>
                    <a:gd name="T35" fmla="*/ 55 h 648"/>
                    <a:gd name="T36" fmla="*/ 362 w 635"/>
                    <a:gd name="T37" fmla="*/ 50 h 648"/>
                    <a:gd name="T38" fmla="*/ 335 w 635"/>
                    <a:gd name="T39" fmla="*/ 44 h 648"/>
                    <a:gd name="T40" fmla="*/ 116 w 635"/>
                    <a:gd name="T41" fmla="*/ 25 h 648"/>
                    <a:gd name="T42" fmla="*/ 58 w 635"/>
                    <a:gd name="T43" fmla="*/ 0 h 648"/>
                    <a:gd name="T44" fmla="*/ 28 w 635"/>
                    <a:gd name="T45" fmla="*/ 16 h 648"/>
                    <a:gd name="T46" fmla="*/ 10 w 635"/>
                    <a:gd name="T47" fmla="*/ 15 h 648"/>
                    <a:gd name="T48" fmla="*/ 4 w 635"/>
                    <a:gd name="T49" fmla="*/ 62 h 648"/>
                    <a:gd name="T50" fmla="*/ 65 w 635"/>
                    <a:gd name="T51" fmla="*/ 170 h 648"/>
                    <a:gd name="T52" fmla="*/ 102 w 635"/>
                    <a:gd name="T53" fmla="*/ 245 h 648"/>
                    <a:gd name="T54" fmla="*/ 131 w 635"/>
                    <a:gd name="T55" fmla="*/ 296 h 648"/>
                    <a:gd name="T56" fmla="*/ 146 w 635"/>
                    <a:gd name="T57" fmla="*/ 431 h 648"/>
                    <a:gd name="T58" fmla="*/ 149 w 635"/>
                    <a:gd name="T59" fmla="*/ 484 h 648"/>
                    <a:gd name="T60" fmla="*/ 159 w 635"/>
                    <a:gd name="T61" fmla="*/ 508 h 648"/>
                    <a:gd name="T62" fmla="*/ 168 w 635"/>
                    <a:gd name="T63" fmla="*/ 544 h 648"/>
                    <a:gd name="T64" fmla="*/ 190 w 635"/>
                    <a:gd name="T65" fmla="*/ 606 h 648"/>
                    <a:gd name="T66" fmla="*/ 216 w 635"/>
                    <a:gd name="T67" fmla="*/ 625 h 648"/>
                    <a:gd name="T68" fmla="*/ 243 w 635"/>
                    <a:gd name="T69" fmla="*/ 596 h 6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35" h="648">
                      <a:moveTo>
                        <a:pt x="243" y="596"/>
                      </a:moveTo>
                      <a:cubicBezTo>
                        <a:pt x="247" y="597"/>
                        <a:pt x="257" y="609"/>
                        <a:pt x="257" y="609"/>
                      </a:cubicBezTo>
                      <a:cubicBezTo>
                        <a:pt x="257" y="609"/>
                        <a:pt x="256" y="624"/>
                        <a:pt x="261" y="631"/>
                      </a:cubicBezTo>
                      <a:cubicBezTo>
                        <a:pt x="265" y="638"/>
                        <a:pt x="274" y="632"/>
                        <a:pt x="281" y="636"/>
                      </a:cubicBezTo>
                      <a:cubicBezTo>
                        <a:pt x="288" y="640"/>
                        <a:pt x="292" y="648"/>
                        <a:pt x="292" y="648"/>
                      </a:cubicBezTo>
                      <a:cubicBezTo>
                        <a:pt x="304" y="648"/>
                        <a:pt x="304" y="648"/>
                        <a:pt x="304" y="648"/>
                      </a:cubicBezTo>
                      <a:cubicBezTo>
                        <a:pt x="304" y="648"/>
                        <a:pt x="310" y="640"/>
                        <a:pt x="318" y="640"/>
                      </a:cubicBezTo>
                      <a:cubicBezTo>
                        <a:pt x="326" y="640"/>
                        <a:pt x="330" y="646"/>
                        <a:pt x="330" y="646"/>
                      </a:cubicBezTo>
                      <a:cubicBezTo>
                        <a:pt x="330" y="646"/>
                        <a:pt x="337" y="646"/>
                        <a:pt x="342" y="646"/>
                      </a:cubicBezTo>
                      <a:cubicBezTo>
                        <a:pt x="348" y="646"/>
                        <a:pt x="345" y="632"/>
                        <a:pt x="345" y="632"/>
                      </a:cubicBezTo>
                      <a:cubicBezTo>
                        <a:pt x="353" y="630"/>
                        <a:pt x="353" y="630"/>
                        <a:pt x="353" y="630"/>
                      </a:cubicBezTo>
                      <a:cubicBezTo>
                        <a:pt x="353" y="630"/>
                        <a:pt x="351" y="625"/>
                        <a:pt x="358" y="622"/>
                      </a:cubicBezTo>
                      <a:cubicBezTo>
                        <a:pt x="365" y="619"/>
                        <a:pt x="379" y="618"/>
                        <a:pt x="379" y="618"/>
                      </a:cubicBezTo>
                      <a:cubicBezTo>
                        <a:pt x="384" y="273"/>
                        <a:pt x="384" y="273"/>
                        <a:pt x="384" y="273"/>
                      </a:cubicBezTo>
                      <a:cubicBezTo>
                        <a:pt x="432" y="273"/>
                        <a:pt x="432" y="273"/>
                        <a:pt x="432" y="273"/>
                      </a:cubicBezTo>
                      <a:cubicBezTo>
                        <a:pt x="431" y="192"/>
                        <a:pt x="431" y="192"/>
                        <a:pt x="431" y="192"/>
                      </a:cubicBezTo>
                      <a:cubicBezTo>
                        <a:pt x="435" y="188"/>
                        <a:pt x="435" y="188"/>
                        <a:pt x="435" y="188"/>
                      </a:cubicBezTo>
                      <a:cubicBezTo>
                        <a:pt x="435" y="71"/>
                        <a:pt x="435" y="71"/>
                        <a:pt x="435" y="71"/>
                      </a:cubicBezTo>
                      <a:cubicBezTo>
                        <a:pt x="435" y="71"/>
                        <a:pt x="474" y="68"/>
                        <a:pt x="496" y="65"/>
                      </a:cubicBezTo>
                      <a:cubicBezTo>
                        <a:pt x="517" y="63"/>
                        <a:pt x="533" y="55"/>
                        <a:pt x="541" y="55"/>
                      </a:cubicBezTo>
                      <a:cubicBezTo>
                        <a:pt x="550" y="55"/>
                        <a:pt x="548" y="69"/>
                        <a:pt x="548" y="69"/>
                      </a:cubicBezTo>
                      <a:cubicBezTo>
                        <a:pt x="554" y="69"/>
                        <a:pt x="554" y="69"/>
                        <a:pt x="554" y="69"/>
                      </a:cubicBezTo>
                      <a:cubicBezTo>
                        <a:pt x="554" y="69"/>
                        <a:pt x="556" y="83"/>
                        <a:pt x="559" y="82"/>
                      </a:cubicBezTo>
                      <a:cubicBezTo>
                        <a:pt x="562" y="81"/>
                        <a:pt x="572" y="68"/>
                        <a:pt x="577" y="63"/>
                      </a:cubicBezTo>
                      <a:cubicBezTo>
                        <a:pt x="583" y="57"/>
                        <a:pt x="593" y="55"/>
                        <a:pt x="593" y="55"/>
                      </a:cubicBezTo>
                      <a:cubicBezTo>
                        <a:pt x="601" y="55"/>
                        <a:pt x="601" y="55"/>
                        <a:pt x="601" y="55"/>
                      </a:cubicBezTo>
                      <a:cubicBezTo>
                        <a:pt x="612" y="47"/>
                        <a:pt x="612" y="47"/>
                        <a:pt x="612" y="47"/>
                      </a:cubicBezTo>
                      <a:cubicBezTo>
                        <a:pt x="635" y="45"/>
                        <a:pt x="635" y="45"/>
                        <a:pt x="635" y="45"/>
                      </a:cubicBezTo>
                      <a:cubicBezTo>
                        <a:pt x="622" y="32"/>
                        <a:pt x="622" y="32"/>
                        <a:pt x="622" y="32"/>
                      </a:cubicBezTo>
                      <a:cubicBezTo>
                        <a:pt x="602" y="34"/>
                        <a:pt x="602" y="34"/>
                        <a:pt x="602" y="34"/>
                      </a:cubicBezTo>
                      <a:cubicBezTo>
                        <a:pt x="602" y="34"/>
                        <a:pt x="601" y="26"/>
                        <a:pt x="592" y="26"/>
                      </a:cubicBezTo>
                      <a:cubicBezTo>
                        <a:pt x="583" y="26"/>
                        <a:pt x="576" y="31"/>
                        <a:pt x="576" y="31"/>
                      </a:cubicBezTo>
                      <a:cubicBezTo>
                        <a:pt x="563" y="39"/>
                        <a:pt x="563" y="39"/>
                        <a:pt x="563" y="39"/>
                      </a:cubicBezTo>
                      <a:cubicBezTo>
                        <a:pt x="548" y="35"/>
                        <a:pt x="548" y="35"/>
                        <a:pt x="548" y="35"/>
                      </a:cubicBezTo>
                      <a:cubicBezTo>
                        <a:pt x="548" y="35"/>
                        <a:pt x="488" y="55"/>
                        <a:pt x="460" y="55"/>
                      </a:cubicBezTo>
                      <a:cubicBezTo>
                        <a:pt x="432" y="55"/>
                        <a:pt x="414" y="55"/>
                        <a:pt x="414" y="55"/>
                      </a:cubicBezTo>
                      <a:cubicBezTo>
                        <a:pt x="408" y="49"/>
                        <a:pt x="408" y="49"/>
                        <a:pt x="408" y="49"/>
                      </a:cubicBezTo>
                      <a:cubicBezTo>
                        <a:pt x="362" y="50"/>
                        <a:pt x="362" y="50"/>
                        <a:pt x="362" y="50"/>
                      </a:cubicBezTo>
                      <a:cubicBezTo>
                        <a:pt x="358" y="44"/>
                        <a:pt x="358" y="44"/>
                        <a:pt x="358" y="44"/>
                      </a:cubicBezTo>
                      <a:cubicBezTo>
                        <a:pt x="358" y="44"/>
                        <a:pt x="342" y="46"/>
                        <a:pt x="335" y="44"/>
                      </a:cubicBezTo>
                      <a:cubicBezTo>
                        <a:pt x="328" y="42"/>
                        <a:pt x="319" y="23"/>
                        <a:pt x="319" y="23"/>
                      </a:cubicBezTo>
                      <a:cubicBezTo>
                        <a:pt x="116" y="25"/>
                        <a:pt x="116" y="25"/>
                        <a:pt x="116" y="25"/>
                      </a:cubicBezTo>
                      <a:cubicBezTo>
                        <a:pt x="116" y="25"/>
                        <a:pt x="82" y="12"/>
                        <a:pt x="78" y="1"/>
                      </a:cubicBezTo>
                      <a:cubicBezTo>
                        <a:pt x="79" y="2"/>
                        <a:pt x="58" y="0"/>
                        <a:pt x="58" y="0"/>
                      </a:cubicBezTo>
                      <a:cubicBezTo>
                        <a:pt x="58" y="0"/>
                        <a:pt x="54" y="14"/>
                        <a:pt x="47" y="15"/>
                      </a:cubicBezTo>
                      <a:cubicBezTo>
                        <a:pt x="40" y="16"/>
                        <a:pt x="28" y="16"/>
                        <a:pt x="28" y="16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4" y="62"/>
                        <a:pt x="4" y="62"/>
                        <a:pt x="4" y="62"/>
                      </a:cubicBezTo>
                      <a:cubicBezTo>
                        <a:pt x="4" y="62"/>
                        <a:pt x="13" y="79"/>
                        <a:pt x="22" y="92"/>
                      </a:cubicBezTo>
                      <a:cubicBezTo>
                        <a:pt x="31" y="105"/>
                        <a:pt x="64" y="153"/>
                        <a:pt x="65" y="170"/>
                      </a:cubicBezTo>
                      <a:cubicBezTo>
                        <a:pt x="66" y="187"/>
                        <a:pt x="79" y="204"/>
                        <a:pt x="83" y="217"/>
                      </a:cubicBezTo>
                      <a:cubicBezTo>
                        <a:pt x="87" y="230"/>
                        <a:pt x="102" y="245"/>
                        <a:pt x="102" y="245"/>
                      </a:cubicBezTo>
                      <a:cubicBezTo>
                        <a:pt x="102" y="259"/>
                        <a:pt x="102" y="259"/>
                        <a:pt x="102" y="259"/>
                      </a:cubicBezTo>
                      <a:cubicBezTo>
                        <a:pt x="102" y="259"/>
                        <a:pt x="131" y="280"/>
                        <a:pt x="131" y="296"/>
                      </a:cubicBezTo>
                      <a:cubicBezTo>
                        <a:pt x="131" y="312"/>
                        <a:pt x="129" y="386"/>
                        <a:pt x="129" y="386"/>
                      </a:cubicBezTo>
                      <a:cubicBezTo>
                        <a:pt x="129" y="386"/>
                        <a:pt x="144" y="411"/>
                        <a:pt x="146" y="431"/>
                      </a:cubicBezTo>
                      <a:cubicBezTo>
                        <a:pt x="148" y="451"/>
                        <a:pt x="140" y="451"/>
                        <a:pt x="140" y="451"/>
                      </a:cubicBezTo>
                      <a:cubicBezTo>
                        <a:pt x="149" y="484"/>
                        <a:pt x="149" y="484"/>
                        <a:pt x="149" y="484"/>
                      </a:cubicBezTo>
                      <a:cubicBezTo>
                        <a:pt x="151" y="508"/>
                        <a:pt x="151" y="508"/>
                        <a:pt x="151" y="508"/>
                      </a:cubicBezTo>
                      <a:cubicBezTo>
                        <a:pt x="159" y="508"/>
                        <a:pt x="159" y="508"/>
                        <a:pt x="159" y="508"/>
                      </a:cubicBezTo>
                      <a:cubicBezTo>
                        <a:pt x="159" y="508"/>
                        <a:pt x="156" y="528"/>
                        <a:pt x="157" y="532"/>
                      </a:cubicBezTo>
                      <a:cubicBezTo>
                        <a:pt x="158" y="536"/>
                        <a:pt x="168" y="544"/>
                        <a:pt x="168" y="544"/>
                      </a:cubicBezTo>
                      <a:cubicBezTo>
                        <a:pt x="169" y="563"/>
                        <a:pt x="169" y="563"/>
                        <a:pt x="169" y="563"/>
                      </a:cubicBezTo>
                      <a:cubicBezTo>
                        <a:pt x="169" y="563"/>
                        <a:pt x="184" y="595"/>
                        <a:pt x="190" y="606"/>
                      </a:cubicBezTo>
                      <a:cubicBezTo>
                        <a:pt x="196" y="617"/>
                        <a:pt x="216" y="624"/>
                        <a:pt x="216" y="624"/>
                      </a:cubicBezTo>
                      <a:cubicBezTo>
                        <a:pt x="216" y="624"/>
                        <a:pt x="216" y="624"/>
                        <a:pt x="216" y="625"/>
                      </a:cubicBezTo>
                      <a:cubicBezTo>
                        <a:pt x="228" y="619"/>
                        <a:pt x="228" y="619"/>
                        <a:pt x="228" y="619"/>
                      </a:cubicBezTo>
                      <a:cubicBezTo>
                        <a:pt x="228" y="619"/>
                        <a:pt x="239" y="595"/>
                        <a:pt x="243" y="59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8" name="Freeform 285"/>
                <p:cNvSpPr>
                  <a:spLocks/>
                </p:cNvSpPr>
                <p:nvPr/>
              </p:nvSpPr>
              <p:spPr bwMode="gray">
                <a:xfrm>
                  <a:off x="-3657" y="-8000"/>
                  <a:ext cx="879" cy="864"/>
                </a:xfrm>
                <a:custGeom>
                  <a:avLst/>
                  <a:gdLst>
                    <a:gd name="T0" fmla="*/ 11 w 372"/>
                    <a:gd name="T1" fmla="*/ 136 h 366"/>
                    <a:gd name="T2" fmla="*/ 11 w 372"/>
                    <a:gd name="T3" fmla="*/ 156 h 366"/>
                    <a:gd name="T4" fmla="*/ 23 w 372"/>
                    <a:gd name="T5" fmla="*/ 160 h 366"/>
                    <a:gd name="T6" fmla="*/ 33 w 372"/>
                    <a:gd name="T7" fmla="*/ 181 h 366"/>
                    <a:gd name="T8" fmla="*/ 42 w 372"/>
                    <a:gd name="T9" fmla="*/ 213 h 366"/>
                    <a:gd name="T10" fmla="*/ 70 w 372"/>
                    <a:gd name="T11" fmla="*/ 234 h 366"/>
                    <a:gd name="T12" fmla="*/ 90 w 372"/>
                    <a:gd name="T13" fmla="*/ 238 h 366"/>
                    <a:gd name="T14" fmla="*/ 91 w 372"/>
                    <a:gd name="T15" fmla="*/ 260 h 366"/>
                    <a:gd name="T16" fmla="*/ 112 w 372"/>
                    <a:gd name="T17" fmla="*/ 261 h 366"/>
                    <a:gd name="T18" fmla="*/ 114 w 372"/>
                    <a:gd name="T19" fmla="*/ 276 h 366"/>
                    <a:gd name="T20" fmla="*/ 110 w 372"/>
                    <a:gd name="T21" fmla="*/ 281 h 366"/>
                    <a:gd name="T22" fmla="*/ 110 w 372"/>
                    <a:gd name="T23" fmla="*/ 299 h 366"/>
                    <a:gd name="T24" fmla="*/ 122 w 372"/>
                    <a:gd name="T25" fmla="*/ 304 h 366"/>
                    <a:gd name="T26" fmla="*/ 122 w 372"/>
                    <a:gd name="T27" fmla="*/ 319 h 366"/>
                    <a:gd name="T28" fmla="*/ 161 w 372"/>
                    <a:gd name="T29" fmla="*/ 327 h 366"/>
                    <a:gd name="T30" fmla="*/ 180 w 372"/>
                    <a:gd name="T31" fmla="*/ 352 h 366"/>
                    <a:gd name="T32" fmla="*/ 167 w 372"/>
                    <a:gd name="T33" fmla="*/ 353 h 366"/>
                    <a:gd name="T34" fmla="*/ 206 w 372"/>
                    <a:gd name="T35" fmla="*/ 351 h 366"/>
                    <a:gd name="T36" fmla="*/ 230 w 372"/>
                    <a:gd name="T37" fmla="*/ 359 h 366"/>
                    <a:gd name="T38" fmla="*/ 265 w 372"/>
                    <a:gd name="T39" fmla="*/ 359 h 366"/>
                    <a:gd name="T40" fmla="*/ 277 w 372"/>
                    <a:gd name="T41" fmla="*/ 366 h 366"/>
                    <a:gd name="T42" fmla="*/ 324 w 372"/>
                    <a:gd name="T43" fmla="*/ 310 h 366"/>
                    <a:gd name="T44" fmla="*/ 334 w 372"/>
                    <a:gd name="T45" fmla="*/ 307 h 366"/>
                    <a:gd name="T46" fmla="*/ 325 w 372"/>
                    <a:gd name="T47" fmla="*/ 294 h 366"/>
                    <a:gd name="T48" fmla="*/ 333 w 372"/>
                    <a:gd name="T49" fmla="*/ 289 h 366"/>
                    <a:gd name="T50" fmla="*/ 334 w 372"/>
                    <a:gd name="T51" fmla="*/ 266 h 366"/>
                    <a:gd name="T52" fmla="*/ 350 w 372"/>
                    <a:gd name="T53" fmla="*/ 257 h 366"/>
                    <a:gd name="T54" fmla="*/ 354 w 372"/>
                    <a:gd name="T55" fmla="*/ 242 h 366"/>
                    <a:gd name="T56" fmla="*/ 364 w 372"/>
                    <a:gd name="T57" fmla="*/ 229 h 366"/>
                    <a:gd name="T58" fmla="*/ 346 w 372"/>
                    <a:gd name="T59" fmla="*/ 206 h 366"/>
                    <a:gd name="T60" fmla="*/ 360 w 372"/>
                    <a:gd name="T61" fmla="*/ 190 h 366"/>
                    <a:gd name="T62" fmla="*/ 346 w 372"/>
                    <a:gd name="T63" fmla="*/ 174 h 366"/>
                    <a:gd name="T64" fmla="*/ 360 w 372"/>
                    <a:gd name="T65" fmla="*/ 167 h 366"/>
                    <a:gd name="T66" fmla="*/ 360 w 372"/>
                    <a:gd name="T67" fmla="*/ 158 h 366"/>
                    <a:gd name="T68" fmla="*/ 366 w 372"/>
                    <a:gd name="T69" fmla="*/ 145 h 366"/>
                    <a:gd name="T70" fmla="*/ 358 w 372"/>
                    <a:gd name="T71" fmla="*/ 119 h 366"/>
                    <a:gd name="T72" fmla="*/ 366 w 372"/>
                    <a:gd name="T73" fmla="*/ 107 h 366"/>
                    <a:gd name="T74" fmla="*/ 360 w 372"/>
                    <a:gd name="T75" fmla="*/ 99 h 366"/>
                    <a:gd name="T76" fmla="*/ 366 w 372"/>
                    <a:gd name="T77" fmla="*/ 90 h 366"/>
                    <a:gd name="T78" fmla="*/ 358 w 372"/>
                    <a:gd name="T79" fmla="*/ 81 h 366"/>
                    <a:gd name="T80" fmla="*/ 368 w 372"/>
                    <a:gd name="T81" fmla="*/ 63 h 366"/>
                    <a:gd name="T82" fmla="*/ 349 w 372"/>
                    <a:gd name="T83" fmla="*/ 55 h 366"/>
                    <a:gd name="T84" fmla="*/ 336 w 372"/>
                    <a:gd name="T85" fmla="*/ 43 h 366"/>
                    <a:gd name="T86" fmla="*/ 318 w 372"/>
                    <a:gd name="T87" fmla="*/ 46 h 366"/>
                    <a:gd name="T88" fmla="*/ 308 w 372"/>
                    <a:gd name="T89" fmla="*/ 30 h 366"/>
                    <a:gd name="T90" fmla="*/ 293 w 372"/>
                    <a:gd name="T91" fmla="*/ 33 h 366"/>
                    <a:gd name="T92" fmla="*/ 285 w 372"/>
                    <a:gd name="T93" fmla="*/ 21 h 366"/>
                    <a:gd name="T94" fmla="*/ 246 w 372"/>
                    <a:gd name="T95" fmla="*/ 21 h 366"/>
                    <a:gd name="T96" fmla="*/ 245 w 372"/>
                    <a:gd name="T97" fmla="*/ 1 h 366"/>
                    <a:gd name="T98" fmla="*/ 205 w 372"/>
                    <a:gd name="T99" fmla="*/ 5 h 366"/>
                    <a:gd name="T100" fmla="*/ 170 w 372"/>
                    <a:gd name="T101" fmla="*/ 25 h 366"/>
                    <a:gd name="T102" fmla="*/ 172 w 372"/>
                    <a:gd name="T103" fmla="*/ 49 h 366"/>
                    <a:gd name="T104" fmla="*/ 125 w 372"/>
                    <a:gd name="T105" fmla="*/ 68 h 366"/>
                    <a:gd name="T106" fmla="*/ 116 w 372"/>
                    <a:gd name="T107" fmla="*/ 91 h 366"/>
                    <a:gd name="T108" fmla="*/ 77 w 372"/>
                    <a:gd name="T109" fmla="*/ 127 h 366"/>
                    <a:gd name="T110" fmla="*/ 51 w 372"/>
                    <a:gd name="T111" fmla="*/ 121 h 366"/>
                    <a:gd name="T112" fmla="*/ 38 w 372"/>
                    <a:gd name="T113" fmla="*/ 127 h 366"/>
                    <a:gd name="T114" fmla="*/ 26 w 372"/>
                    <a:gd name="T115" fmla="*/ 117 h 366"/>
                    <a:gd name="T116" fmla="*/ 0 w 372"/>
                    <a:gd name="T117" fmla="*/ 117 h 366"/>
                    <a:gd name="T118" fmla="*/ 2 w 372"/>
                    <a:gd name="T119" fmla="*/ 127 h 366"/>
                    <a:gd name="T120" fmla="*/ 11 w 372"/>
                    <a:gd name="T121" fmla="*/ 136 h 3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72" h="366">
                      <a:moveTo>
                        <a:pt x="11" y="136"/>
                      </a:moveTo>
                      <a:cubicBezTo>
                        <a:pt x="11" y="156"/>
                        <a:pt x="11" y="156"/>
                        <a:pt x="11" y="156"/>
                      </a:cubicBezTo>
                      <a:cubicBezTo>
                        <a:pt x="11" y="156"/>
                        <a:pt x="19" y="150"/>
                        <a:pt x="23" y="160"/>
                      </a:cubicBezTo>
                      <a:cubicBezTo>
                        <a:pt x="27" y="170"/>
                        <a:pt x="33" y="181"/>
                        <a:pt x="33" y="181"/>
                      </a:cubicBezTo>
                      <a:cubicBezTo>
                        <a:pt x="33" y="181"/>
                        <a:pt x="35" y="204"/>
                        <a:pt x="42" y="213"/>
                      </a:cubicBezTo>
                      <a:cubicBezTo>
                        <a:pt x="49" y="222"/>
                        <a:pt x="70" y="234"/>
                        <a:pt x="70" y="234"/>
                      </a:cubicBezTo>
                      <a:cubicBezTo>
                        <a:pt x="70" y="234"/>
                        <a:pt x="88" y="231"/>
                        <a:pt x="90" y="238"/>
                      </a:cubicBezTo>
                      <a:cubicBezTo>
                        <a:pt x="92" y="245"/>
                        <a:pt x="91" y="260"/>
                        <a:pt x="91" y="260"/>
                      </a:cubicBezTo>
                      <a:cubicBezTo>
                        <a:pt x="112" y="261"/>
                        <a:pt x="112" y="261"/>
                        <a:pt x="112" y="261"/>
                      </a:cubicBezTo>
                      <a:cubicBezTo>
                        <a:pt x="114" y="276"/>
                        <a:pt x="114" y="276"/>
                        <a:pt x="114" y="276"/>
                      </a:cubicBezTo>
                      <a:cubicBezTo>
                        <a:pt x="110" y="281"/>
                        <a:pt x="110" y="281"/>
                        <a:pt x="110" y="281"/>
                      </a:cubicBezTo>
                      <a:cubicBezTo>
                        <a:pt x="110" y="299"/>
                        <a:pt x="110" y="299"/>
                        <a:pt x="110" y="299"/>
                      </a:cubicBezTo>
                      <a:cubicBezTo>
                        <a:pt x="110" y="299"/>
                        <a:pt x="122" y="297"/>
                        <a:pt x="122" y="304"/>
                      </a:cubicBezTo>
                      <a:cubicBezTo>
                        <a:pt x="122" y="311"/>
                        <a:pt x="122" y="319"/>
                        <a:pt x="122" y="319"/>
                      </a:cubicBezTo>
                      <a:cubicBezTo>
                        <a:pt x="122" y="319"/>
                        <a:pt x="148" y="322"/>
                        <a:pt x="161" y="327"/>
                      </a:cubicBezTo>
                      <a:cubicBezTo>
                        <a:pt x="171" y="331"/>
                        <a:pt x="177" y="345"/>
                        <a:pt x="180" y="352"/>
                      </a:cubicBezTo>
                      <a:cubicBezTo>
                        <a:pt x="167" y="353"/>
                        <a:pt x="167" y="353"/>
                        <a:pt x="167" y="353"/>
                      </a:cubicBezTo>
                      <a:cubicBezTo>
                        <a:pt x="206" y="351"/>
                        <a:pt x="206" y="351"/>
                        <a:pt x="206" y="351"/>
                      </a:cubicBezTo>
                      <a:cubicBezTo>
                        <a:pt x="206" y="351"/>
                        <a:pt x="222" y="358"/>
                        <a:pt x="230" y="359"/>
                      </a:cubicBezTo>
                      <a:cubicBezTo>
                        <a:pt x="238" y="360"/>
                        <a:pt x="265" y="359"/>
                        <a:pt x="265" y="359"/>
                      </a:cubicBezTo>
                      <a:cubicBezTo>
                        <a:pt x="277" y="366"/>
                        <a:pt x="277" y="366"/>
                        <a:pt x="277" y="366"/>
                      </a:cubicBezTo>
                      <a:cubicBezTo>
                        <a:pt x="324" y="310"/>
                        <a:pt x="324" y="310"/>
                        <a:pt x="324" y="310"/>
                      </a:cubicBezTo>
                      <a:cubicBezTo>
                        <a:pt x="334" y="307"/>
                        <a:pt x="334" y="307"/>
                        <a:pt x="334" y="307"/>
                      </a:cubicBezTo>
                      <a:cubicBezTo>
                        <a:pt x="325" y="294"/>
                        <a:pt x="325" y="294"/>
                        <a:pt x="325" y="294"/>
                      </a:cubicBezTo>
                      <a:cubicBezTo>
                        <a:pt x="333" y="289"/>
                        <a:pt x="333" y="289"/>
                        <a:pt x="333" y="289"/>
                      </a:cubicBezTo>
                      <a:cubicBezTo>
                        <a:pt x="334" y="266"/>
                        <a:pt x="334" y="266"/>
                        <a:pt x="334" y="266"/>
                      </a:cubicBezTo>
                      <a:cubicBezTo>
                        <a:pt x="334" y="266"/>
                        <a:pt x="349" y="265"/>
                        <a:pt x="350" y="257"/>
                      </a:cubicBezTo>
                      <a:cubicBezTo>
                        <a:pt x="352" y="249"/>
                        <a:pt x="354" y="242"/>
                        <a:pt x="354" y="242"/>
                      </a:cubicBezTo>
                      <a:cubicBezTo>
                        <a:pt x="354" y="242"/>
                        <a:pt x="365" y="235"/>
                        <a:pt x="364" y="229"/>
                      </a:cubicBezTo>
                      <a:cubicBezTo>
                        <a:pt x="362" y="222"/>
                        <a:pt x="345" y="211"/>
                        <a:pt x="346" y="206"/>
                      </a:cubicBezTo>
                      <a:cubicBezTo>
                        <a:pt x="348" y="201"/>
                        <a:pt x="360" y="190"/>
                        <a:pt x="360" y="190"/>
                      </a:cubicBezTo>
                      <a:cubicBezTo>
                        <a:pt x="346" y="174"/>
                        <a:pt x="346" y="174"/>
                        <a:pt x="346" y="174"/>
                      </a:cubicBezTo>
                      <a:cubicBezTo>
                        <a:pt x="360" y="167"/>
                        <a:pt x="360" y="167"/>
                        <a:pt x="360" y="167"/>
                      </a:cubicBezTo>
                      <a:cubicBezTo>
                        <a:pt x="360" y="158"/>
                        <a:pt x="360" y="158"/>
                        <a:pt x="360" y="158"/>
                      </a:cubicBezTo>
                      <a:cubicBezTo>
                        <a:pt x="360" y="158"/>
                        <a:pt x="369" y="158"/>
                        <a:pt x="366" y="145"/>
                      </a:cubicBezTo>
                      <a:cubicBezTo>
                        <a:pt x="364" y="131"/>
                        <a:pt x="356" y="125"/>
                        <a:pt x="358" y="119"/>
                      </a:cubicBezTo>
                      <a:cubicBezTo>
                        <a:pt x="361" y="114"/>
                        <a:pt x="366" y="107"/>
                        <a:pt x="366" y="107"/>
                      </a:cubicBezTo>
                      <a:cubicBezTo>
                        <a:pt x="360" y="99"/>
                        <a:pt x="360" y="99"/>
                        <a:pt x="360" y="99"/>
                      </a:cubicBezTo>
                      <a:cubicBezTo>
                        <a:pt x="366" y="90"/>
                        <a:pt x="366" y="90"/>
                        <a:pt x="366" y="90"/>
                      </a:cubicBezTo>
                      <a:cubicBezTo>
                        <a:pt x="358" y="81"/>
                        <a:pt x="358" y="81"/>
                        <a:pt x="358" y="81"/>
                      </a:cubicBezTo>
                      <a:cubicBezTo>
                        <a:pt x="358" y="81"/>
                        <a:pt x="372" y="71"/>
                        <a:pt x="368" y="63"/>
                      </a:cubicBezTo>
                      <a:cubicBezTo>
                        <a:pt x="364" y="55"/>
                        <a:pt x="349" y="55"/>
                        <a:pt x="349" y="55"/>
                      </a:cubicBezTo>
                      <a:cubicBezTo>
                        <a:pt x="349" y="55"/>
                        <a:pt x="344" y="43"/>
                        <a:pt x="336" y="43"/>
                      </a:cubicBezTo>
                      <a:cubicBezTo>
                        <a:pt x="328" y="43"/>
                        <a:pt x="318" y="46"/>
                        <a:pt x="318" y="46"/>
                      </a:cubicBezTo>
                      <a:cubicBezTo>
                        <a:pt x="308" y="30"/>
                        <a:pt x="308" y="30"/>
                        <a:pt x="308" y="30"/>
                      </a:cubicBezTo>
                      <a:cubicBezTo>
                        <a:pt x="293" y="33"/>
                        <a:pt x="293" y="33"/>
                        <a:pt x="293" y="33"/>
                      </a:cubicBezTo>
                      <a:cubicBezTo>
                        <a:pt x="285" y="21"/>
                        <a:pt x="285" y="21"/>
                        <a:pt x="285" y="21"/>
                      </a:cubicBezTo>
                      <a:cubicBezTo>
                        <a:pt x="246" y="21"/>
                        <a:pt x="246" y="21"/>
                        <a:pt x="246" y="21"/>
                      </a:cubicBezTo>
                      <a:cubicBezTo>
                        <a:pt x="245" y="1"/>
                        <a:pt x="245" y="1"/>
                        <a:pt x="245" y="1"/>
                      </a:cubicBezTo>
                      <a:cubicBezTo>
                        <a:pt x="236" y="0"/>
                        <a:pt x="218" y="0"/>
                        <a:pt x="205" y="5"/>
                      </a:cubicBezTo>
                      <a:cubicBezTo>
                        <a:pt x="188" y="11"/>
                        <a:pt x="170" y="25"/>
                        <a:pt x="170" y="25"/>
                      </a:cubicBezTo>
                      <a:cubicBezTo>
                        <a:pt x="170" y="25"/>
                        <a:pt x="173" y="48"/>
                        <a:pt x="172" y="49"/>
                      </a:cubicBezTo>
                      <a:cubicBezTo>
                        <a:pt x="171" y="50"/>
                        <a:pt x="132" y="61"/>
                        <a:pt x="125" y="68"/>
                      </a:cubicBezTo>
                      <a:cubicBezTo>
                        <a:pt x="118" y="75"/>
                        <a:pt x="116" y="91"/>
                        <a:pt x="116" y="91"/>
                      </a:cubicBezTo>
                      <a:cubicBezTo>
                        <a:pt x="116" y="91"/>
                        <a:pt x="95" y="118"/>
                        <a:pt x="77" y="127"/>
                      </a:cubicBezTo>
                      <a:cubicBezTo>
                        <a:pt x="59" y="136"/>
                        <a:pt x="58" y="127"/>
                        <a:pt x="51" y="121"/>
                      </a:cubicBezTo>
                      <a:cubicBezTo>
                        <a:pt x="44" y="115"/>
                        <a:pt x="42" y="127"/>
                        <a:pt x="38" y="127"/>
                      </a:cubicBezTo>
                      <a:cubicBezTo>
                        <a:pt x="34" y="127"/>
                        <a:pt x="28" y="121"/>
                        <a:pt x="26" y="117"/>
                      </a:cubicBezTo>
                      <a:cubicBezTo>
                        <a:pt x="24" y="113"/>
                        <a:pt x="0" y="117"/>
                        <a:pt x="0" y="117"/>
                      </a:cubicBezTo>
                      <a:cubicBezTo>
                        <a:pt x="2" y="127"/>
                        <a:pt x="2" y="127"/>
                        <a:pt x="2" y="127"/>
                      </a:cubicBezTo>
                      <a:lnTo>
                        <a:pt x="11" y="13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9" name="Freeform 286"/>
                <p:cNvSpPr>
                  <a:spLocks/>
                </p:cNvSpPr>
                <p:nvPr/>
              </p:nvSpPr>
              <p:spPr bwMode="gray">
                <a:xfrm>
                  <a:off x="-4255" y="-7724"/>
                  <a:ext cx="1023" cy="1158"/>
                </a:xfrm>
                <a:custGeom>
                  <a:avLst/>
                  <a:gdLst>
                    <a:gd name="T0" fmla="*/ 0 w 433"/>
                    <a:gd name="T1" fmla="*/ 377 h 490"/>
                    <a:gd name="T2" fmla="*/ 22 w 433"/>
                    <a:gd name="T3" fmla="*/ 394 h 490"/>
                    <a:gd name="T4" fmla="*/ 30 w 433"/>
                    <a:gd name="T5" fmla="*/ 423 h 490"/>
                    <a:gd name="T6" fmla="*/ 37 w 433"/>
                    <a:gd name="T7" fmla="*/ 443 h 490"/>
                    <a:gd name="T8" fmla="*/ 27 w 433"/>
                    <a:gd name="T9" fmla="*/ 465 h 490"/>
                    <a:gd name="T10" fmla="*/ 27 w 433"/>
                    <a:gd name="T11" fmla="*/ 487 h 490"/>
                    <a:gd name="T12" fmla="*/ 78 w 433"/>
                    <a:gd name="T13" fmla="*/ 485 h 490"/>
                    <a:gd name="T14" fmla="*/ 83 w 433"/>
                    <a:gd name="T15" fmla="*/ 473 h 490"/>
                    <a:gd name="T16" fmla="*/ 97 w 433"/>
                    <a:gd name="T17" fmla="*/ 474 h 490"/>
                    <a:gd name="T18" fmla="*/ 106 w 433"/>
                    <a:gd name="T19" fmla="*/ 454 h 490"/>
                    <a:gd name="T20" fmla="*/ 124 w 433"/>
                    <a:gd name="T21" fmla="*/ 446 h 490"/>
                    <a:gd name="T22" fmla="*/ 142 w 433"/>
                    <a:gd name="T23" fmla="*/ 401 h 490"/>
                    <a:gd name="T24" fmla="*/ 171 w 433"/>
                    <a:gd name="T25" fmla="*/ 413 h 490"/>
                    <a:gd name="T26" fmla="*/ 181 w 433"/>
                    <a:gd name="T27" fmla="*/ 423 h 490"/>
                    <a:gd name="T28" fmla="*/ 198 w 433"/>
                    <a:gd name="T29" fmla="*/ 424 h 490"/>
                    <a:gd name="T30" fmla="*/ 223 w 433"/>
                    <a:gd name="T31" fmla="*/ 433 h 490"/>
                    <a:gd name="T32" fmla="*/ 236 w 433"/>
                    <a:gd name="T33" fmla="*/ 426 h 490"/>
                    <a:gd name="T34" fmla="*/ 255 w 433"/>
                    <a:gd name="T35" fmla="*/ 426 h 490"/>
                    <a:gd name="T36" fmla="*/ 270 w 433"/>
                    <a:gd name="T37" fmla="*/ 386 h 490"/>
                    <a:gd name="T38" fmla="*/ 284 w 433"/>
                    <a:gd name="T39" fmla="*/ 374 h 490"/>
                    <a:gd name="T40" fmla="*/ 295 w 433"/>
                    <a:gd name="T41" fmla="*/ 371 h 490"/>
                    <a:gd name="T42" fmla="*/ 318 w 433"/>
                    <a:gd name="T43" fmla="*/ 347 h 490"/>
                    <a:gd name="T44" fmla="*/ 329 w 433"/>
                    <a:gd name="T45" fmla="*/ 311 h 490"/>
                    <a:gd name="T46" fmla="*/ 353 w 433"/>
                    <a:gd name="T47" fmla="*/ 298 h 490"/>
                    <a:gd name="T48" fmla="*/ 383 w 433"/>
                    <a:gd name="T49" fmla="*/ 259 h 490"/>
                    <a:gd name="T50" fmla="*/ 412 w 433"/>
                    <a:gd name="T51" fmla="*/ 252 h 490"/>
                    <a:gd name="T52" fmla="*/ 420 w 433"/>
                    <a:gd name="T53" fmla="*/ 236 h 490"/>
                    <a:gd name="T54" fmla="*/ 433 w 433"/>
                    <a:gd name="T55" fmla="*/ 235 h 490"/>
                    <a:gd name="T56" fmla="*/ 414 w 433"/>
                    <a:gd name="T57" fmla="*/ 210 h 490"/>
                    <a:gd name="T58" fmla="*/ 375 w 433"/>
                    <a:gd name="T59" fmla="*/ 202 h 490"/>
                    <a:gd name="T60" fmla="*/ 375 w 433"/>
                    <a:gd name="T61" fmla="*/ 187 h 490"/>
                    <a:gd name="T62" fmla="*/ 363 w 433"/>
                    <a:gd name="T63" fmla="*/ 182 h 490"/>
                    <a:gd name="T64" fmla="*/ 363 w 433"/>
                    <a:gd name="T65" fmla="*/ 164 h 490"/>
                    <a:gd name="T66" fmla="*/ 367 w 433"/>
                    <a:gd name="T67" fmla="*/ 159 h 490"/>
                    <a:gd name="T68" fmla="*/ 365 w 433"/>
                    <a:gd name="T69" fmla="*/ 144 h 490"/>
                    <a:gd name="T70" fmla="*/ 344 w 433"/>
                    <a:gd name="T71" fmla="*/ 143 h 490"/>
                    <a:gd name="T72" fmla="*/ 343 w 433"/>
                    <a:gd name="T73" fmla="*/ 121 h 490"/>
                    <a:gd name="T74" fmla="*/ 323 w 433"/>
                    <a:gd name="T75" fmla="*/ 117 h 490"/>
                    <a:gd name="T76" fmla="*/ 295 w 433"/>
                    <a:gd name="T77" fmla="*/ 96 h 490"/>
                    <a:gd name="T78" fmla="*/ 286 w 433"/>
                    <a:gd name="T79" fmla="*/ 64 h 490"/>
                    <a:gd name="T80" fmla="*/ 276 w 433"/>
                    <a:gd name="T81" fmla="*/ 43 h 490"/>
                    <a:gd name="T82" fmla="*/ 264 w 433"/>
                    <a:gd name="T83" fmla="*/ 39 h 490"/>
                    <a:gd name="T84" fmla="*/ 264 w 433"/>
                    <a:gd name="T85" fmla="*/ 19 h 490"/>
                    <a:gd name="T86" fmla="*/ 255 w 433"/>
                    <a:gd name="T87" fmla="*/ 10 h 490"/>
                    <a:gd name="T88" fmla="*/ 253 w 433"/>
                    <a:gd name="T89" fmla="*/ 0 h 490"/>
                    <a:gd name="T90" fmla="*/ 230 w 433"/>
                    <a:gd name="T91" fmla="*/ 2 h 490"/>
                    <a:gd name="T92" fmla="*/ 219 w 433"/>
                    <a:gd name="T93" fmla="*/ 10 h 490"/>
                    <a:gd name="T94" fmla="*/ 211 w 433"/>
                    <a:gd name="T95" fmla="*/ 10 h 490"/>
                    <a:gd name="T96" fmla="*/ 195 w 433"/>
                    <a:gd name="T97" fmla="*/ 18 h 490"/>
                    <a:gd name="T98" fmla="*/ 177 w 433"/>
                    <a:gd name="T99" fmla="*/ 37 h 490"/>
                    <a:gd name="T100" fmla="*/ 172 w 433"/>
                    <a:gd name="T101" fmla="*/ 24 h 490"/>
                    <a:gd name="T102" fmla="*/ 166 w 433"/>
                    <a:gd name="T103" fmla="*/ 24 h 490"/>
                    <a:gd name="T104" fmla="*/ 159 w 433"/>
                    <a:gd name="T105" fmla="*/ 10 h 490"/>
                    <a:gd name="T106" fmla="*/ 114 w 433"/>
                    <a:gd name="T107" fmla="*/ 20 h 490"/>
                    <a:gd name="T108" fmla="*/ 53 w 433"/>
                    <a:gd name="T109" fmla="*/ 26 h 490"/>
                    <a:gd name="T110" fmla="*/ 53 w 433"/>
                    <a:gd name="T111" fmla="*/ 143 h 490"/>
                    <a:gd name="T112" fmla="*/ 49 w 433"/>
                    <a:gd name="T113" fmla="*/ 147 h 490"/>
                    <a:gd name="T114" fmla="*/ 50 w 433"/>
                    <a:gd name="T115" fmla="*/ 228 h 490"/>
                    <a:gd name="T116" fmla="*/ 2 w 433"/>
                    <a:gd name="T117" fmla="*/ 228 h 490"/>
                    <a:gd name="T118" fmla="*/ 0 w 433"/>
                    <a:gd name="T119" fmla="*/ 377 h 4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33" h="490">
                      <a:moveTo>
                        <a:pt x="0" y="377"/>
                      </a:moveTo>
                      <a:cubicBezTo>
                        <a:pt x="9" y="381"/>
                        <a:pt x="18" y="386"/>
                        <a:pt x="22" y="394"/>
                      </a:cubicBezTo>
                      <a:cubicBezTo>
                        <a:pt x="31" y="413"/>
                        <a:pt x="30" y="423"/>
                        <a:pt x="30" y="423"/>
                      </a:cubicBezTo>
                      <a:cubicBezTo>
                        <a:pt x="30" y="423"/>
                        <a:pt x="39" y="434"/>
                        <a:pt x="37" y="443"/>
                      </a:cubicBezTo>
                      <a:cubicBezTo>
                        <a:pt x="35" y="452"/>
                        <a:pt x="27" y="465"/>
                        <a:pt x="27" y="465"/>
                      </a:cubicBezTo>
                      <a:cubicBezTo>
                        <a:pt x="27" y="465"/>
                        <a:pt x="22" y="484"/>
                        <a:pt x="27" y="487"/>
                      </a:cubicBezTo>
                      <a:cubicBezTo>
                        <a:pt x="32" y="490"/>
                        <a:pt x="78" y="485"/>
                        <a:pt x="78" y="485"/>
                      </a:cubicBezTo>
                      <a:cubicBezTo>
                        <a:pt x="78" y="485"/>
                        <a:pt x="79" y="474"/>
                        <a:pt x="83" y="473"/>
                      </a:cubicBezTo>
                      <a:cubicBezTo>
                        <a:pt x="87" y="472"/>
                        <a:pt x="97" y="474"/>
                        <a:pt x="97" y="474"/>
                      </a:cubicBezTo>
                      <a:cubicBezTo>
                        <a:pt x="97" y="474"/>
                        <a:pt x="99" y="457"/>
                        <a:pt x="106" y="454"/>
                      </a:cubicBezTo>
                      <a:cubicBezTo>
                        <a:pt x="113" y="451"/>
                        <a:pt x="124" y="453"/>
                        <a:pt x="124" y="446"/>
                      </a:cubicBezTo>
                      <a:cubicBezTo>
                        <a:pt x="124" y="439"/>
                        <a:pt x="129" y="401"/>
                        <a:pt x="142" y="401"/>
                      </a:cubicBezTo>
                      <a:cubicBezTo>
                        <a:pt x="155" y="401"/>
                        <a:pt x="171" y="413"/>
                        <a:pt x="171" y="413"/>
                      </a:cubicBezTo>
                      <a:cubicBezTo>
                        <a:pt x="181" y="423"/>
                        <a:pt x="181" y="423"/>
                        <a:pt x="181" y="423"/>
                      </a:cubicBezTo>
                      <a:cubicBezTo>
                        <a:pt x="198" y="424"/>
                        <a:pt x="198" y="424"/>
                        <a:pt x="198" y="424"/>
                      </a:cubicBezTo>
                      <a:cubicBezTo>
                        <a:pt x="198" y="424"/>
                        <a:pt x="213" y="435"/>
                        <a:pt x="223" y="433"/>
                      </a:cubicBezTo>
                      <a:cubicBezTo>
                        <a:pt x="233" y="431"/>
                        <a:pt x="236" y="426"/>
                        <a:pt x="236" y="426"/>
                      </a:cubicBezTo>
                      <a:cubicBezTo>
                        <a:pt x="236" y="426"/>
                        <a:pt x="244" y="433"/>
                        <a:pt x="255" y="426"/>
                      </a:cubicBezTo>
                      <a:cubicBezTo>
                        <a:pt x="266" y="419"/>
                        <a:pt x="270" y="386"/>
                        <a:pt x="270" y="386"/>
                      </a:cubicBezTo>
                      <a:cubicBezTo>
                        <a:pt x="284" y="374"/>
                        <a:pt x="284" y="374"/>
                        <a:pt x="284" y="374"/>
                      </a:cubicBezTo>
                      <a:cubicBezTo>
                        <a:pt x="295" y="371"/>
                        <a:pt x="295" y="371"/>
                        <a:pt x="295" y="371"/>
                      </a:cubicBezTo>
                      <a:cubicBezTo>
                        <a:pt x="295" y="371"/>
                        <a:pt x="318" y="353"/>
                        <a:pt x="318" y="347"/>
                      </a:cubicBezTo>
                      <a:cubicBezTo>
                        <a:pt x="318" y="341"/>
                        <a:pt x="319" y="318"/>
                        <a:pt x="329" y="311"/>
                      </a:cubicBezTo>
                      <a:cubicBezTo>
                        <a:pt x="339" y="304"/>
                        <a:pt x="342" y="305"/>
                        <a:pt x="353" y="298"/>
                      </a:cubicBezTo>
                      <a:cubicBezTo>
                        <a:pt x="364" y="291"/>
                        <a:pt x="378" y="265"/>
                        <a:pt x="383" y="259"/>
                      </a:cubicBezTo>
                      <a:cubicBezTo>
                        <a:pt x="388" y="253"/>
                        <a:pt x="412" y="252"/>
                        <a:pt x="412" y="252"/>
                      </a:cubicBezTo>
                      <a:cubicBezTo>
                        <a:pt x="420" y="236"/>
                        <a:pt x="420" y="236"/>
                        <a:pt x="420" y="236"/>
                      </a:cubicBezTo>
                      <a:cubicBezTo>
                        <a:pt x="433" y="235"/>
                        <a:pt x="433" y="235"/>
                        <a:pt x="433" y="235"/>
                      </a:cubicBezTo>
                      <a:cubicBezTo>
                        <a:pt x="430" y="228"/>
                        <a:pt x="424" y="214"/>
                        <a:pt x="414" y="210"/>
                      </a:cubicBezTo>
                      <a:cubicBezTo>
                        <a:pt x="401" y="205"/>
                        <a:pt x="375" y="202"/>
                        <a:pt x="375" y="202"/>
                      </a:cubicBezTo>
                      <a:cubicBezTo>
                        <a:pt x="375" y="202"/>
                        <a:pt x="375" y="194"/>
                        <a:pt x="375" y="187"/>
                      </a:cubicBezTo>
                      <a:cubicBezTo>
                        <a:pt x="375" y="180"/>
                        <a:pt x="363" y="182"/>
                        <a:pt x="363" y="182"/>
                      </a:cubicBezTo>
                      <a:cubicBezTo>
                        <a:pt x="363" y="164"/>
                        <a:pt x="363" y="164"/>
                        <a:pt x="363" y="164"/>
                      </a:cubicBezTo>
                      <a:cubicBezTo>
                        <a:pt x="367" y="159"/>
                        <a:pt x="367" y="159"/>
                        <a:pt x="367" y="159"/>
                      </a:cubicBezTo>
                      <a:cubicBezTo>
                        <a:pt x="365" y="144"/>
                        <a:pt x="365" y="144"/>
                        <a:pt x="365" y="144"/>
                      </a:cubicBezTo>
                      <a:cubicBezTo>
                        <a:pt x="344" y="143"/>
                        <a:pt x="344" y="143"/>
                        <a:pt x="344" y="143"/>
                      </a:cubicBezTo>
                      <a:cubicBezTo>
                        <a:pt x="344" y="143"/>
                        <a:pt x="345" y="128"/>
                        <a:pt x="343" y="121"/>
                      </a:cubicBezTo>
                      <a:cubicBezTo>
                        <a:pt x="341" y="114"/>
                        <a:pt x="323" y="117"/>
                        <a:pt x="323" y="117"/>
                      </a:cubicBezTo>
                      <a:cubicBezTo>
                        <a:pt x="323" y="117"/>
                        <a:pt x="302" y="105"/>
                        <a:pt x="295" y="96"/>
                      </a:cubicBezTo>
                      <a:cubicBezTo>
                        <a:pt x="288" y="87"/>
                        <a:pt x="286" y="64"/>
                        <a:pt x="286" y="64"/>
                      </a:cubicBezTo>
                      <a:cubicBezTo>
                        <a:pt x="286" y="64"/>
                        <a:pt x="280" y="53"/>
                        <a:pt x="276" y="43"/>
                      </a:cubicBezTo>
                      <a:cubicBezTo>
                        <a:pt x="272" y="33"/>
                        <a:pt x="264" y="39"/>
                        <a:pt x="264" y="39"/>
                      </a:cubicBezTo>
                      <a:cubicBezTo>
                        <a:pt x="264" y="19"/>
                        <a:pt x="264" y="19"/>
                        <a:pt x="264" y="19"/>
                      </a:cubicBezTo>
                      <a:cubicBezTo>
                        <a:pt x="255" y="10"/>
                        <a:pt x="255" y="10"/>
                        <a:pt x="255" y="10"/>
                      </a:cubicBezTo>
                      <a:cubicBezTo>
                        <a:pt x="253" y="0"/>
                        <a:pt x="253" y="0"/>
                        <a:pt x="253" y="0"/>
                      </a:cubicBezTo>
                      <a:cubicBezTo>
                        <a:pt x="230" y="2"/>
                        <a:pt x="230" y="2"/>
                        <a:pt x="230" y="2"/>
                      </a:cubicBezTo>
                      <a:cubicBezTo>
                        <a:pt x="219" y="10"/>
                        <a:pt x="219" y="10"/>
                        <a:pt x="219" y="10"/>
                      </a:cubicBezTo>
                      <a:cubicBezTo>
                        <a:pt x="211" y="10"/>
                        <a:pt x="211" y="10"/>
                        <a:pt x="211" y="10"/>
                      </a:cubicBezTo>
                      <a:cubicBezTo>
                        <a:pt x="211" y="10"/>
                        <a:pt x="201" y="12"/>
                        <a:pt x="195" y="18"/>
                      </a:cubicBezTo>
                      <a:cubicBezTo>
                        <a:pt x="190" y="23"/>
                        <a:pt x="180" y="36"/>
                        <a:pt x="177" y="37"/>
                      </a:cubicBezTo>
                      <a:cubicBezTo>
                        <a:pt x="174" y="38"/>
                        <a:pt x="172" y="24"/>
                        <a:pt x="172" y="24"/>
                      </a:cubicBezTo>
                      <a:cubicBezTo>
                        <a:pt x="166" y="24"/>
                        <a:pt x="166" y="24"/>
                        <a:pt x="166" y="24"/>
                      </a:cubicBezTo>
                      <a:cubicBezTo>
                        <a:pt x="166" y="24"/>
                        <a:pt x="168" y="10"/>
                        <a:pt x="159" y="10"/>
                      </a:cubicBezTo>
                      <a:cubicBezTo>
                        <a:pt x="151" y="10"/>
                        <a:pt x="135" y="18"/>
                        <a:pt x="114" y="20"/>
                      </a:cubicBezTo>
                      <a:cubicBezTo>
                        <a:pt x="92" y="23"/>
                        <a:pt x="53" y="26"/>
                        <a:pt x="53" y="26"/>
                      </a:cubicBezTo>
                      <a:cubicBezTo>
                        <a:pt x="53" y="143"/>
                        <a:pt x="53" y="143"/>
                        <a:pt x="53" y="143"/>
                      </a:cubicBezTo>
                      <a:cubicBezTo>
                        <a:pt x="49" y="147"/>
                        <a:pt x="49" y="147"/>
                        <a:pt x="49" y="147"/>
                      </a:cubicBezTo>
                      <a:cubicBezTo>
                        <a:pt x="50" y="228"/>
                        <a:pt x="50" y="228"/>
                        <a:pt x="50" y="228"/>
                      </a:cubicBezTo>
                      <a:cubicBezTo>
                        <a:pt x="2" y="228"/>
                        <a:pt x="2" y="228"/>
                        <a:pt x="2" y="228"/>
                      </a:cubicBezTo>
                      <a:lnTo>
                        <a:pt x="0" y="37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0" name="Freeform 287"/>
                <p:cNvSpPr>
                  <a:spLocks/>
                </p:cNvSpPr>
                <p:nvPr/>
              </p:nvSpPr>
              <p:spPr bwMode="gray">
                <a:xfrm>
                  <a:off x="-1864" y="-11510"/>
                  <a:ext cx="1134" cy="1745"/>
                </a:xfrm>
                <a:custGeom>
                  <a:avLst/>
                  <a:gdLst>
                    <a:gd name="T0" fmla="*/ 70 w 480"/>
                    <a:gd name="T1" fmla="*/ 77 h 739"/>
                    <a:gd name="T2" fmla="*/ 79 w 480"/>
                    <a:gd name="T3" fmla="*/ 85 h 739"/>
                    <a:gd name="T4" fmla="*/ 78 w 480"/>
                    <a:gd name="T5" fmla="*/ 93 h 739"/>
                    <a:gd name="T6" fmla="*/ 97 w 480"/>
                    <a:gd name="T7" fmla="*/ 117 h 739"/>
                    <a:gd name="T8" fmla="*/ 107 w 480"/>
                    <a:gd name="T9" fmla="*/ 142 h 739"/>
                    <a:gd name="T10" fmla="*/ 122 w 480"/>
                    <a:gd name="T11" fmla="*/ 142 h 739"/>
                    <a:gd name="T12" fmla="*/ 143 w 480"/>
                    <a:gd name="T13" fmla="*/ 167 h 739"/>
                    <a:gd name="T14" fmla="*/ 225 w 480"/>
                    <a:gd name="T15" fmla="*/ 194 h 739"/>
                    <a:gd name="T16" fmla="*/ 277 w 480"/>
                    <a:gd name="T17" fmla="*/ 220 h 739"/>
                    <a:gd name="T18" fmla="*/ 325 w 480"/>
                    <a:gd name="T19" fmla="*/ 217 h 739"/>
                    <a:gd name="T20" fmla="*/ 185 w 480"/>
                    <a:gd name="T21" fmla="*/ 382 h 739"/>
                    <a:gd name="T22" fmla="*/ 129 w 480"/>
                    <a:gd name="T23" fmla="*/ 382 h 739"/>
                    <a:gd name="T24" fmla="*/ 96 w 480"/>
                    <a:gd name="T25" fmla="*/ 396 h 739"/>
                    <a:gd name="T26" fmla="*/ 89 w 480"/>
                    <a:gd name="T27" fmla="*/ 414 h 739"/>
                    <a:gd name="T28" fmla="*/ 50 w 480"/>
                    <a:gd name="T29" fmla="*/ 421 h 739"/>
                    <a:gd name="T30" fmla="*/ 42 w 480"/>
                    <a:gd name="T31" fmla="*/ 435 h 739"/>
                    <a:gd name="T32" fmla="*/ 22 w 480"/>
                    <a:gd name="T33" fmla="*/ 471 h 739"/>
                    <a:gd name="T34" fmla="*/ 1 w 480"/>
                    <a:gd name="T35" fmla="*/ 492 h 739"/>
                    <a:gd name="T36" fmla="*/ 0 w 480"/>
                    <a:gd name="T37" fmla="*/ 695 h 739"/>
                    <a:gd name="T38" fmla="*/ 28 w 480"/>
                    <a:gd name="T39" fmla="*/ 735 h 739"/>
                    <a:gd name="T40" fmla="*/ 26 w 480"/>
                    <a:gd name="T41" fmla="*/ 739 h 739"/>
                    <a:gd name="T42" fmla="*/ 26 w 480"/>
                    <a:gd name="T43" fmla="*/ 739 h 739"/>
                    <a:gd name="T44" fmla="*/ 58 w 480"/>
                    <a:gd name="T45" fmla="*/ 680 h 739"/>
                    <a:gd name="T46" fmla="*/ 100 w 480"/>
                    <a:gd name="T47" fmla="*/ 639 h 739"/>
                    <a:gd name="T48" fmla="*/ 157 w 480"/>
                    <a:gd name="T49" fmla="*/ 573 h 739"/>
                    <a:gd name="T50" fmla="*/ 210 w 480"/>
                    <a:gd name="T51" fmla="*/ 536 h 739"/>
                    <a:gd name="T52" fmla="*/ 281 w 480"/>
                    <a:gd name="T53" fmla="*/ 473 h 739"/>
                    <a:gd name="T54" fmla="*/ 335 w 480"/>
                    <a:gd name="T55" fmla="*/ 399 h 739"/>
                    <a:gd name="T56" fmla="*/ 370 w 480"/>
                    <a:gd name="T57" fmla="*/ 334 h 739"/>
                    <a:gd name="T58" fmla="*/ 384 w 480"/>
                    <a:gd name="T59" fmla="*/ 308 h 739"/>
                    <a:gd name="T60" fmla="*/ 397 w 480"/>
                    <a:gd name="T61" fmla="*/ 262 h 739"/>
                    <a:gd name="T62" fmla="*/ 417 w 480"/>
                    <a:gd name="T63" fmla="*/ 228 h 739"/>
                    <a:gd name="T64" fmla="*/ 427 w 480"/>
                    <a:gd name="T65" fmla="*/ 205 h 739"/>
                    <a:gd name="T66" fmla="*/ 440 w 480"/>
                    <a:gd name="T67" fmla="*/ 169 h 739"/>
                    <a:gd name="T68" fmla="*/ 457 w 480"/>
                    <a:gd name="T69" fmla="*/ 147 h 739"/>
                    <a:gd name="T70" fmla="*/ 457 w 480"/>
                    <a:gd name="T71" fmla="*/ 93 h 739"/>
                    <a:gd name="T72" fmla="*/ 471 w 480"/>
                    <a:gd name="T73" fmla="*/ 84 h 739"/>
                    <a:gd name="T74" fmla="*/ 467 w 480"/>
                    <a:gd name="T75" fmla="*/ 38 h 739"/>
                    <a:gd name="T76" fmla="*/ 474 w 480"/>
                    <a:gd name="T77" fmla="*/ 8 h 739"/>
                    <a:gd name="T78" fmla="*/ 447 w 480"/>
                    <a:gd name="T79" fmla="*/ 0 h 739"/>
                    <a:gd name="T80" fmla="*/ 432 w 480"/>
                    <a:gd name="T81" fmla="*/ 21 h 739"/>
                    <a:gd name="T82" fmla="*/ 382 w 480"/>
                    <a:gd name="T83" fmla="*/ 37 h 739"/>
                    <a:gd name="T84" fmla="*/ 345 w 480"/>
                    <a:gd name="T85" fmla="*/ 35 h 739"/>
                    <a:gd name="T86" fmla="*/ 318 w 480"/>
                    <a:gd name="T87" fmla="*/ 54 h 739"/>
                    <a:gd name="T88" fmla="*/ 296 w 480"/>
                    <a:gd name="T89" fmla="*/ 43 h 739"/>
                    <a:gd name="T90" fmla="*/ 252 w 480"/>
                    <a:gd name="T91" fmla="*/ 73 h 739"/>
                    <a:gd name="T92" fmla="*/ 221 w 480"/>
                    <a:gd name="T93" fmla="*/ 62 h 739"/>
                    <a:gd name="T94" fmla="*/ 181 w 480"/>
                    <a:gd name="T95" fmla="*/ 84 h 739"/>
                    <a:gd name="T96" fmla="*/ 141 w 480"/>
                    <a:gd name="T97" fmla="*/ 85 h 739"/>
                    <a:gd name="T98" fmla="*/ 111 w 480"/>
                    <a:gd name="T99" fmla="*/ 48 h 739"/>
                    <a:gd name="T100" fmla="*/ 99 w 480"/>
                    <a:gd name="T101" fmla="*/ 35 h 739"/>
                    <a:gd name="T102" fmla="*/ 84 w 480"/>
                    <a:gd name="T103" fmla="*/ 55 h 739"/>
                    <a:gd name="T104" fmla="*/ 70 w 480"/>
                    <a:gd name="T105" fmla="*/ 77 h 7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80" h="739">
                      <a:moveTo>
                        <a:pt x="70" y="77"/>
                      </a:moveTo>
                      <a:cubicBezTo>
                        <a:pt x="79" y="85"/>
                        <a:pt x="79" y="85"/>
                        <a:pt x="79" y="85"/>
                      </a:cubicBezTo>
                      <a:cubicBezTo>
                        <a:pt x="78" y="93"/>
                        <a:pt x="78" y="93"/>
                        <a:pt x="78" y="93"/>
                      </a:cubicBezTo>
                      <a:cubicBezTo>
                        <a:pt x="78" y="93"/>
                        <a:pt x="91" y="109"/>
                        <a:pt x="97" y="117"/>
                      </a:cubicBezTo>
                      <a:cubicBezTo>
                        <a:pt x="103" y="125"/>
                        <a:pt x="107" y="142"/>
                        <a:pt x="107" y="142"/>
                      </a:cubicBezTo>
                      <a:cubicBezTo>
                        <a:pt x="122" y="142"/>
                        <a:pt x="122" y="142"/>
                        <a:pt x="122" y="142"/>
                      </a:cubicBezTo>
                      <a:cubicBezTo>
                        <a:pt x="122" y="142"/>
                        <a:pt x="132" y="159"/>
                        <a:pt x="143" y="167"/>
                      </a:cubicBezTo>
                      <a:cubicBezTo>
                        <a:pt x="154" y="175"/>
                        <a:pt x="206" y="188"/>
                        <a:pt x="225" y="194"/>
                      </a:cubicBezTo>
                      <a:cubicBezTo>
                        <a:pt x="244" y="200"/>
                        <a:pt x="277" y="220"/>
                        <a:pt x="277" y="220"/>
                      </a:cubicBezTo>
                      <a:cubicBezTo>
                        <a:pt x="325" y="217"/>
                        <a:pt x="325" y="217"/>
                        <a:pt x="325" y="217"/>
                      </a:cubicBezTo>
                      <a:cubicBezTo>
                        <a:pt x="185" y="382"/>
                        <a:pt x="185" y="382"/>
                        <a:pt x="185" y="382"/>
                      </a:cubicBezTo>
                      <a:cubicBezTo>
                        <a:pt x="185" y="382"/>
                        <a:pt x="137" y="380"/>
                        <a:pt x="129" y="382"/>
                      </a:cubicBezTo>
                      <a:cubicBezTo>
                        <a:pt x="121" y="384"/>
                        <a:pt x="96" y="396"/>
                        <a:pt x="96" y="396"/>
                      </a:cubicBezTo>
                      <a:cubicBezTo>
                        <a:pt x="96" y="396"/>
                        <a:pt x="95" y="408"/>
                        <a:pt x="89" y="414"/>
                      </a:cubicBezTo>
                      <a:cubicBezTo>
                        <a:pt x="83" y="420"/>
                        <a:pt x="58" y="418"/>
                        <a:pt x="50" y="421"/>
                      </a:cubicBezTo>
                      <a:cubicBezTo>
                        <a:pt x="42" y="424"/>
                        <a:pt x="42" y="435"/>
                        <a:pt x="42" y="435"/>
                      </a:cubicBezTo>
                      <a:cubicBezTo>
                        <a:pt x="42" y="435"/>
                        <a:pt x="29" y="463"/>
                        <a:pt x="22" y="471"/>
                      </a:cubicBezTo>
                      <a:cubicBezTo>
                        <a:pt x="15" y="479"/>
                        <a:pt x="1" y="492"/>
                        <a:pt x="1" y="492"/>
                      </a:cubicBezTo>
                      <a:cubicBezTo>
                        <a:pt x="0" y="695"/>
                        <a:pt x="0" y="695"/>
                        <a:pt x="0" y="695"/>
                      </a:cubicBezTo>
                      <a:cubicBezTo>
                        <a:pt x="28" y="735"/>
                        <a:pt x="28" y="735"/>
                        <a:pt x="28" y="735"/>
                      </a:cubicBezTo>
                      <a:cubicBezTo>
                        <a:pt x="27" y="737"/>
                        <a:pt x="27" y="738"/>
                        <a:pt x="26" y="739"/>
                      </a:cubicBezTo>
                      <a:cubicBezTo>
                        <a:pt x="26" y="739"/>
                        <a:pt x="26" y="739"/>
                        <a:pt x="26" y="739"/>
                      </a:cubicBezTo>
                      <a:cubicBezTo>
                        <a:pt x="35" y="722"/>
                        <a:pt x="52" y="690"/>
                        <a:pt x="58" y="680"/>
                      </a:cubicBezTo>
                      <a:cubicBezTo>
                        <a:pt x="65" y="669"/>
                        <a:pt x="97" y="654"/>
                        <a:pt x="100" y="639"/>
                      </a:cubicBezTo>
                      <a:cubicBezTo>
                        <a:pt x="103" y="624"/>
                        <a:pt x="146" y="586"/>
                        <a:pt x="157" y="573"/>
                      </a:cubicBezTo>
                      <a:cubicBezTo>
                        <a:pt x="168" y="560"/>
                        <a:pt x="202" y="541"/>
                        <a:pt x="210" y="536"/>
                      </a:cubicBezTo>
                      <a:cubicBezTo>
                        <a:pt x="218" y="531"/>
                        <a:pt x="275" y="484"/>
                        <a:pt x="281" y="473"/>
                      </a:cubicBezTo>
                      <a:cubicBezTo>
                        <a:pt x="287" y="462"/>
                        <a:pt x="331" y="413"/>
                        <a:pt x="335" y="399"/>
                      </a:cubicBezTo>
                      <a:cubicBezTo>
                        <a:pt x="339" y="385"/>
                        <a:pt x="364" y="339"/>
                        <a:pt x="370" y="334"/>
                      </a:cubicBezTo>
                      <a:cubicBezTo>
                        <a:pt x="376" y="329"/>
                        <a:pt x="384" y="316"/>
                        <a:pt x="384" y="308"/>
                      </a:cubicBezTo>
                      <a:cubicBezTo>
                        <a:pt x="384" y="300"/>
                        <a:pt x="390" y="271"/>
                        <a:pt x="397" y="262"/>
                      </a:cubicBezTo>
                      <a:cubicBezTo>
                        <a:pt x="404" y="253"/>
                        <a:pt x="417" y="241"/>
                        <a:pt x="417" y="228"/>
                      </a:cubicBezTo>
                      <a:cubicBezTo>
                        <a:pt x="417" y="215"/>
                        <a:pt x="427" y="205"/>
                        <a:pt x="427" y="205"/>
                      </a:cubicBezTo>
                      <a:cubicBezTo>
                        <a:pt x="440" y="169"/>
                        <a:pt x="440" y="169"/>
                        <a:pt x="440" y="169"/>
                      </a:cubicBezTo>
                      <a:cubicBezTo>
                        <a:pt x="440" y="169"/>
                        <a:pt x="457" y="173"/>
                        <a:pt x="457" y="147"/>
                      </a:cubicBezTo>
                      <a:cubicBezTo>
                        <a:pt x="457" y="121"/>
                        <a:pt x="457" y="93"/>
                        <a:pt x="457" y="93"/>
                      </a:cubicBezTo>
                      <a:cubicBezTo>
                        <a:pt x="471" y="84"/>
                        <a:pt x="471" y="84"/>
                        <a:pt x="471" y="84"/>
                      </a:cubicBezTo>
                      <a:cubicBezTo>
                        <a:pt x="467" y="38"/>
                        <a:pt x="467" y="38"/>
                        <a:pt x="467" y="38"/>
                      </a:cubicBezTo>
                      <a:cubicBezTo>
                        <a:pt x="467" y="38"/>
                        <a:pt x="480" y="14"/>
                        <a:pt x="474" y="8"/>
                      </a:cubicBezTo>
                      <a:cubicBezTo>
                        <a:pt x="468" y="2"/>
                        <a:pt x="447" y="0"/>
                        <a:pt x="447" y="0"/>
                      </a:cubicBezTo>
                      <a:cubicBezTo>
                        <a:pt x="447" y="0"/>
                        <a:pt x="439" y="14"/>
                        <a:pt x="432" y="21"/>
                      </a:cubicBezTo>
                      <a:cubicBezTo>
                        <a:pt x="425" y="28"/>
                        <a:pt x="388" y="37"/>
                        <a:pt x="382" y="37"/>
                      </a:cubicBezTo>
                      <a:cubicBezTo>
                        <a:pt x="376" y="37"/>
                        <a:pt x="355" y="31"/>
                        <a:pt x="345" y="35"/>
                      </a:cubicBezTo>
                      <a:cubicBezTo>
                        <a:pt x="335" y="39"/>
                        <a:pt x="322" y="54"/>
                        <a:pt x="318" y="54"/>
                      </a:cubicBezTo>
                      <a:cubicBezTo>
                        <a:pt x="314" y="54"/>
                        <a:pt x="304" y="42"/>
                        <a:pt x="296" y="43"/>
                      </a:cubicBezTo>
                      <a:cubicBezTo>
                        <a:pt x="288" y="44"/>
                        <a:pt x="261" y="72"/>
                        <a:pt x="252" y="73"/>
                      </a:cubicBezTo>
                      <a:cubicBezTo>
                        <a:pt x="243" y="74"/>
                        <a:pt x="235" y="58"/>
                        <a:pt x="221" y="62"/>
                      </a:cubicBezTo>
                      <a:cubicBezTo>
                        <a:pt x="207" y="66"/>
                        <a:pt x="189" y="83"/>
                        <a:pt x="181" y="84"/>
                      </a:cubicBezTo>
                      <a:cubicBezTo>
                        <a:pt x="173" y="85"/>
                        <a:pt x="141" y="85"/>
                        <a:pt x="141" y="85"/>
                      </a:cubicBezTo>
                      <a:cubicBezTo>
                        <a:pt x="141" y="85"/>
                        <a:pt x="111" y="58"/>
                        <a:pt x="111" y="48"/>
                      </a:cubicBezTo>
                      <a:cubicBezTo>
                        <a:pt x="111" y="40"/>
                        <a:pt x="102" y="36"/>
                        <a:pt x="99" y="35"/>
                      </a:cubicBezTo>
                      <a:cubicBezTo>
                        <a:pt x="84" y="55"/>
                        <a:pt x="84" y="55"/>
                        <a:pt x="84" y="55"/>
                      </a:cubicBezTo>
                      <a:lnTo>
                        <a:pt x="70" y="7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1" name="Freeform 288"/>
                <p:cNvSpPr>
                  <a:spLocks/>
                </p:cNvSpPr>
                <p:nvPr/>
              </p:nvSpPr>
              <p:spPr bwMode="gray">
                <a:xfrm>
                  <a:off x="-1808" y="-11595"/>
                  <a:ext cx="201" cy="224"/>
                </a:xfrm>
                <a:custGeom>
                  <a:avLst/>
                  <a:gdLst>
                    <a:gd name="T0" fmla="*/ 47 w 85"/>
                    <a:gd name="T1" fmla="*/ 18 h 95"/>
                    <a:gd name="T2" fmla="*/ 31 w 85"/>
                    <a:gd name="T3" fmla="*/ 8 h 95"/>
                    <a:gd name="T4" fmla="*/ 13 w 85"/>
                    <a:gd name="T5" fmla="*/ 47 h 95"/>
                    <a:gd name="T6" fmla="*/ 0 w 85"/>
                    <a:gd name="T7" fmla="*/ 56 h 95"/>
                    <a:gd name="T8" fmla="*/ 11 w 85"/>
                    <a:gd name="T9" fmla="*/ 94 h 95"/>
                    <a:gd name="T10" fmla="*/ 36 w 85"/>
                    <a:gd name="T11" fmla="*/ 91 h 95"/>
                    <a:gd name="T12" fmla="*/ 46 w 85"/>
                    <a:gd name="T13" fmla="*/ 84 h 95"/>
                    <a:gd name="T14" fmla="*/ 59 w 85"/>
                    <a:gd name="T15" fmla="*/ 93 h 95"/>
                    <a:gd name="T16" fmla="*/ 60 w 85"/>
                    <a:gd name="T17" fmla="*/ 91 h 95"/>
                    <a:gd name="T18" fmla="*/ 75 w 85"/>
                    <a:gd name="T19" fmla="*/ 71 h 95"/>
                    <a:gd name="T20" fmla="*/ 74 w 85"/>
                    <a:gd name="T21" fmla="*/ 71 h 95"/>
                    <a:gd name="T22" fmla="*/ 67 w 85"/>
                    <a:gd name="T23" fmla="*/ 61 h 95"/>
                    <a:gd name="T24" fmla="*/ 44 w 85"/>
                    <a:gd name="T25" fmla="*/ 63 h 95"/>
                    <a:gd name="T26" fmla="*/ 76 w 85"/>
                    <a:gd name="T27" fmla="*/ 17 h 95"/>
                    <a:gd name="T28" fmla="*/ 63 w 85"/>
                    <a:gd name="T29" fmla="*/ 0 h 95"/>
                    <a:gd name="T30" fmla="*/ 54 w 85"/>
                    <a:gd name="T31" fmla="*/ 6 h 95"/>
                    <a:gd name="T32" fmla="*/ 47 w 85"/>
                    <a:gd name="T33" fmla="*/ 18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5" h="95">
                      <a:moveTo>
                        <a:pt x="47" y="18"/>
                      </a:move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56"/>
                        <a:pt x="3" y="93"/>
                        <a:pt x="11" y="94"/>
                      </a:cubicBezTo>
                      <a:cubicBezTo>
                        <a:pt x="19" y="95"/>
                        <a:pt x="36" y="91"/>
                        <a:pt x="36" y="91"/>
                      </a:cubicBezTo>
                      <a:cubicBezTo>
                        <a:pt x="36" y="91"/>
                        <a:pt x="39" y="83"/>
                        <a:pt x="46" y="84"/>
                      </a:cubicBezTo>
                      <a:cubicBezTo>
                        <a:pt x="50" y="85"/>
                        <a:pt x="55" y="89"/>
                        <a:pt x="59" y="93"/>
                      </a:cubicBezTo>
                      <a:cubicBezTo>
                        <a:pt x="60" y="91"/>
                        <a:pt x="60" y="91"/>
                        <a:pt x="60" y="91"/>
                      </a:cubicBezTo>
                      <a:cubicBezTo>
                        <a:pt x="75" y="71"/>
                        <a:pt x="75" y="71"/>
                        <a:pt x="75" y="71"/>
                      </a:cubicBezTo>
                      <a:cubicBezTo>
                        <a:pt x="74" y="71"/>
                        <a:pt x="74" y="71"/>
                        <a:pt x="74" y="71"/>
                      </a:cubicBezTo>
                      <a:cubicBezTo>
                        <a:pt x="67" y="61"/>
                        <a:pt x="67" y="61"/>
                        <a:pt x="67" y="61"/>
                      </a:cubicBezTo>
                      <a:cubicBezTo>
                        <a:pt x="44" y="63"/>
                        <a:pt x="44" y="63"/>
                        <a:pt x="44" y="63"/>
                      </a:cubicBezTo>
                      <a:cubicBezTo>
                        <a:pt x="44" y="63"/>
                        <a:pt x="85" y="30"/>
                        <a:pt x="76" y="17"/>
                      </a:cubicBezTo>
                      <a:cubicBezTo>
                        <a:pt x="73" y="12"/>
                        <a:pt x="68" y="6"/>
                        <a:pt x="63" y="0"/>
                      </a:cubicBezTo>
                      <a:cubicBezTo>
                        <a:pt x="54" y="6"/>
                        <a:pt x="54" y="6"/>
                        <a:pt x="54" y="6"/>
                      </a:cubicBezTo>
                      <a:lnTo>
                        <a:pt x="47" y="1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2" name="Freeform 289"/>
                <p:cNvSpPr>
                  <a:spLocks/>
                </p:cNvSpPr>
                <p:nvPr/>
              </p:nvSpPr>
              <p:spPr bwMode="gray">
                <a:xfrm>
                  <a:off x="-2415" y="-12273"/>
                  <a:ext cx="756" cy="720"/>
                </a:xfrm>
                <a:custGeom>
                  <a:avLst/>
                  <a:gdLst>
                    <a:gd name="T0" fmla="*/ 51 w 320"/>
                    <a:gd name="T1" fmla="*/ 35 h 305"/>
                    <a:gd name="T2" fmla="*/ 50 w 320"/>
                    <a:gd name="T3" fmla="*/ 50 h 305"/>
                    <a:gd name="T4" fmla="*/ 31 w 320"/>
                    <a:gd name="T5" fmla="*/ 57 h 305"/>
                    <a:gd name="T6" fmla="*/ 31 w 320"/>
                    <a:gd name="T7" fmla="*/ 67 h 305"/>
                    <a:gd name="T8" fmla="*/ 20 w 320"/>
                    <a:gd name="T9" fmla="*/ 75 h 305"/>
                    <a:gd name="T10" fmla="*/ 26 w 320"/>
                    <a:gd name="T11" fmla="*/ 106 h 305"/>
                    <a:gd name="T12" fmla="*/ 14 w 320"/>
                    <a:gd name="T13" fmla="*/ 126 h 305"/>
                    <a:gd name="T14" fmla="*/ 13 w 320"/>
                    <a:gd name="T15" fmla="*/ 143 h 305"/>
                    <a:gd name="T16" fmla="*/ 1 w 320"/>
                    <a:gd name="T17" fmla="*/ 157 h 305"/>
                    <a:gd name="T18" fmla="*/ 6 w 320"/>
                    <a:gd name="T19" fmla="*/ 167 h 305"/>
                    <a:gd name="T20" fmla="*/ 8 w 320"/>
                    <a:gd name="T21" fmla="*/ 200 h 305"/>
                    <a:gd name="T22" fmla="*/ 31 w 320"/>
                    <a:gd name="T23" fmla="*/ 201 h 305"/>
                    <a:gd name="T24" fmla="*/ 41 w 320"/>
                    <a:gd name="T25" fmla="*/ 191 h 305"/>
                    <a:gd name="T26" fmla="*/ 57 w 320"/>
                    <a:gd name="T27" fmla="*/ 211 h 305"/>
                    <a:gd name="T28" fmla="*/ 73 w 320"/>
                    <a:gd name="T29" fmla="*/ 170 h 305"/>
                    <a:gd name="T30" fmla="*/ 89 w 320"/>
                    <a:gd name="T31" fmla="*/ 179 h 305"/>
                    <a:gd name="T32" fmla="*/ 99 w 320"/>
                    <a:gd name="T33" fmla="*/ 194 h 305"/>
                    <a:gd name="T34" fmla="*/ 116 w 320"/>
                    <a:gd name="T35" fmla="*/ 194 h 305"/>
                    <a:gd name="T36" fmla="*/ 128 w 320"/>
                    <a:gd name="T37" fmla="*/ 181 h 305"/>
                    <a:gd name="T38" fmla="*/ 137 w 320"/>
                    <a:gd name="T39" fmla="*/ 194 h 305"/>
                    <a:gd name="T40" fmla="*/ 155 w 320"/>
                    <a:gd name="T41" fmla="*/ 187 h 305"/>
                    <a:gd name="T42" fmla="*/ 165 w 320"/>
                    <a:gd name="T43" fmla="*/ 192 h 305"/>
                    <a:gd name="T44" fmla="*/ 185 w 320"/>
                    <a:gd name="T45" fmla="*/ 193 h 305"/>
                    <a:gd name="T46" fmla="*/ 196 w 320"/>
                    <a:gd name="T47" fmla="*/ 207 h 305"/>
                    <a:gd name="T48" fmla="*/ 216 w 320"/>
                    <a:gd name="T49" fmla="*/ 216 h 305"/>
                    <a:gd name="T50" fmla="*/ 231 w 320"/>
                    <a:gd name="T51" fmla="*/ 242 h 305"/>
                    <a:gd name="T52" fmla="*/ 257 w 320"/>
                    <a:gd name="T53" fmla="*/ 257 h 305"/>
                    <a:gd name="T54" fmla="*/ 262 w 320"/>
                    <a:gd name="T55" fmla="*/ 277 h 305"/>
                    <a:gd name="T56" fmla="*/ 280 w 320"/>
                    <a:gd name="T57" fmla="*/ 283 h 305"/>
                    <a:gd name="T58" fmla="*/ 288 w 320"/>
                    <a:gd name="T59" fmla="*/ 295 h 305"/>
                    <a:gd name="T60" fmla="*/ 304 w 320"/>
                    <a:gd name="T61" fmla="*/ 305 h 305"/>
                    <a:gd name="T62" fmla="*/ 311 w 320"/>
                    <a:gd name="T63" fmla="*/ 293 h 305"/>
                    <a:gd name="T64" fmla="*/ 320 w 320"/>
                    <a:gd name="T65" fmla="*/ 287 h 305"/>
                    <a:gd name="T66" fmla="*/ 304 w 320"/>
                    <a:gd name="T67" fmla="*/ 268 h 305"/>
                    <a:gd name="T68" fmla="*/ 285 w 320"/>
                    <a:gd name="T69" fmla="*/ 264 h 305"/>
                    <a:gd name="T70" fmla="*/ 283 w 320"/>
                    <a:gd name="T71" fmla="*/ 239 h 305"/>
                    <a:gd name="T72" fmla="*/ 241 w 320"/>
                    <a:gd name="T73" fmla="*/ 216 h 305"/>
                    <a:gd name="T74" fmla="*/ 231 w 320"/>
                    <a:gd name="T75" fmla="*/ 181 h 305"/>
                    <a:gd name="T76" fmla="*/ 204 w 320"/>
                    <a:gd name="T77" fmla="*/ 177 h 305"/>
                    <a:gd name="T78" fmla="*/ 190 w 320"/>
                    <a:gd name="T79" fmla="*/ 159 h 305"/>
                    <a:gd name="T80" fmla="*/ 177 w 320"/>
                    <a:gd name="T81" fmla="*/ 165 h 305"/>
                    <a:gd name="T82" fmla="*/ 169 w 320"/>
                    <a:gd name="T83" fmla="*/ 152 h 305"/>
                    <a:gd name="T84" fmla="*/ 157 w 320"/>
                    <a:gd name="T85" fmla="*/ 149 h 305"/>
                    <a:gd name="T86" fmla="*/ 134 w 320"/>
                    <a:gd name="T87" fmla="*/ 117 h 305"/>
                    <a:gd name="T88" fmla="*/ 128 w 320"/>
                    <a:gd name="T89" fmla="*/ 62 h 305"/>
                    <a:gd name="T90" fmla="*/ 100 w 320"/>
                    <a:gd name="T91" fmla="*/ 1 h 305"/>
                    <a:gd name="T92" fmla="*/ 98 w 320"/>
                    <a:gd name="T93" fmla="*/ 0 h 305"/>
                    <a:gd name="T94" fmla="*/ 87 w 320"/>
                    <a:gd name="T95" fmla="*/ 25 h 305"/>
                    <a:gd name="T96" fmla="*/ 51 w 320"/>
                    <a:gd name="T97" fmla="*/ 35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20" h="305">
                      <a:moveTo>
                        <a:pt x="51" y="35"/>
                      </a:moveTo>
                      <a:cubicBezTo>
                        <a:pt x="51" y="35"/>
                        <a:pt x="51" y="43"/>
                        <a:pt x="50" y="50"/>
                      </a:cubicBezTo>
                      <a:cubicBezTo>
                        <a:pt x="49" y="57"/>
                        <a:pt x="31" y="57"/>
                        <a:pt x="31" y="57"/>
                      </a:cubicBezTo>
                      <a:cubicBezTo>
                        <a:pt x="31" y="67"/>
                        <a:pt x="31" y="67"/>
                        <a:pt x="31" y="67"/>
                      </a:cubicBezTo>
                      <a:cubicBezTo>
                        <a:pt x="31" y="67"/>
                        <a:pt x="20" y="72"/>
                        <a:pt x="20" y="75"/>
                      </a:cubicBezTo>
                      <a:cubicBezTo>
                        <a:pt x="20" y="78"/>
                        <a:pt x="26" y="88"/>
                        <a:pt x="26" y="106"/>
                      </a:cubicBezTo>
                      <a:cubicBezTo>
                        <a:pt x="26" y="124"/>
                        <a:pt x="14" y="126"/>
                        <a:pt x="14" y="126"/>
                      </a:cubicBezTo>
                      <a:cubicBezTo>
                        <a:pt x="14" y="126"/>
                        <a:pt x="13" y="136"/>
                        <a:pt x="13" y="143"/>
                      </a:cubicBezTo>
                      <a:cubicBezTo>
                        <a:pt x="13" y="150"/>
                        <a:pt x="2" y="149"/>
                        <a:pt x="1" y="157"/>
                      </a:cubicBezTo>
                      <a:cubicBezTo>
                        <a:pt x="0" y="165"/>
                        <a:pt x="6" y="167"/>
                        <a:pt x="6" y="167"/>
                      </a:cubicBezTo>
                      <a:cubicBezTo>
                        <a:pt x="8" y="200"/>
                        <a:pt x="8" y="200"/>
                        <a:pt x="8" y="200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6" y="191"/>
                        <a:pt x="41" y="191"/>
                      </a:cubicBezTo>
                      <a:cubicBezTo>
                        <a:pt x="46" y="191"/>
                        <a:pt x="49" y="211"/>
                        <a:pt x="57" y="211"/>
                      </a:cubicBezTo>
                      <a:cubicBezTo>
                        <a:pt x="65" y="211"/>
                        <a:pt x="73" y="170"/>
                        <a:pt x="73" y="170"/>
                      </a:cubicBezTo>
                      <a:cubicBezTo>
                        <a:pt x="73" y="170"/>
                        <a:pt x="85" y="177"/>
                        <a:pt x="89" y="179"/>
                      </a:cubicBezTo>
                      <a:cubicBezTo>
                        <a:pt x="93" y="181"/>
                        <a:pt x="99" y="194"/>
                        <a:pt x="99" y="194"/>
                      </a:cubicBezTo>
                      <a:cubicBezTo>
                        <a:pt x="99" y="194"/>
                        <a:pt x="113" y="194"/>
                        <a:pt x="116" y="194"/>
                      </a:cubicBezTo>
                      <a:cubicBezTo>
                        <a:pt x="119" y="194"/>
                        <a:pt x="128" y="181"/>
                        <a:pt x="128" y="181"/>
                      </a:cubicBezTo>
                      <a:cubicBezTo>
                        <a:pt x="128" y="181"/>
                        <a:pt x="134" y="194"/>
                        <a:pt x="137" y="194"/>
                      </a:cubicBezTo>
                      <a:cubicBezTo>
                        <a:pt x="140" y="194"/>
                        <a:pt x="151" y="187"/>
                        <a:pt x="155" y="187"/>
                      </a:cubicBezTo>
                      <a:cubicBezTo>
                        <a:pt x="159" y="187"/>
                        <a:pt x="165" y="192"/>
                        <a:pt x="165" y="192"/>
                      </a:cubicBezTo>
                      <a:cubicBezTo>
                        <a:pt x="185" y="193"/>
                        <a:pt x="185" y="193"/>
                        <a:pt x="185" y="193"/>
                      </a:cubicBezTo>
                      <a:cubicBezTo>
                        <a:pt x="196" y="207"/>
                        <a:pt x="196" y="207"/>
                        <a:pt x="196" y="207"/>
                      </a:cubicBezTo>
                      <a:cubicBezTo>
                        <a:pt x="196" y="207"/>
                        <a:pt x="208" y="208"/>
                        <a:pt x="216" y="216"/>
                      </a:cubicBezTo>
                      <a:cubicBezTo>
                        <a:pt x="224" y="224"/>
                        <a:pt x="227" y="234"/>
                        <a:pt x="231" y="242"/>
                      </a:cubicBezTo>
                      <a:cubicBezTo>
                        <a:pt x="235" y="250"/>
                        <a:pt x="253" y="252"/>
                        <a:pt x="257" y="257"/>
                      </a:cubicBezTo>
                      <a:cubicBezTo>
                        <a:pt x="261" y="262"/>
                        <a:pt x="261" y="271"/>
                        <a:pt x="262" y="277"/>
                      </a:cubicBezTo>
                      <a:cubicBezTo>
                        <a:pt x="263" y="283"/>
                        <a:pt x="280" y="283"/>
                        <a:pt x="280" y="283"/>
                      </a:cubicBezTo>
                      <a:cubicBezTo>
                        <a:pt x="288" y="295"/>
                        <a:pt x="288" y="295"/>
                        <a:pt x="288" y="295"/>
                      </a:cubicBezTo>
                      <a:cubicBezTo>
                        <a:pt x="304" y="305"/>
                        <a:pt x="304" y="305"/>
                        <a:pt x="304" y="305"/>
                      </a:cubicBezTo>
                      <a:cubicBezTo>
                        <a:pt x="311" y="293"/>
                        <a:pt x="311" y="293"/>
                        <a:pt x="311" y="293"/>
                      </a:cubicBezTo>
                      <a:cubicBezTo>
                        <a:pt x="320" y="287"/>
                        <a:pt x="320" y="287"/>
                        <a:pt x="320" y="287"/>
                      </a:cubicBezTo>
                      <a:cubicBezTo>
                        <a:pt x="312" y="277"/>
                        <a:pt x="304" y="268"/>
                        <a:pt x="304" y="268"/>
                      </a:cubicBezTo>
                      <a:cubicBezTo>
                        <a:pt x="304" y="268"/>
                        <a:pt x="287" y="271"/>
                        <a:pt x="285" y="264"/>
                      </a:cubicBezTo>
                      <a:cubicBezTo>
                        <a:pt x="283" y="257"/>
                        <a:pt x="283" y="239"/>
                        <a:pt x="283" y="239"/>
                      </a:cubicBezTo>
                      <a:cubicBezTo>
                        <a:pt x="283" y="239"/>
                        <a:pt x="244" y="225"/>
                        <a:pt x="241" y="216"/>
                      </a:cubicBezTo>
                      <a:cubicBezTo>
                        <a:pt x="238" y="207"/>
                        <a:pt x="238" y="185"/>
                        <a:pt x="231" y="181"/>
                      </a:cubicBezTo>
                      <a:cubicBezTo>
                        <a:pt x="224" y="177"/>
                        <a:pt x="207" y="181"/>
                        <a:pt x="204" y="177"/>
                      </a:cubicBezTo>
                      <a:cubicBezTo>
                        <a:pt x="201" y="173"/>
                        <a:pt x="190" y="159"/>
                        <a:pt x="190" y="159"/>
                      </a:cubicBezTo>
                      <a:cubicBezTo>
                        <a:pt x="177" y="165"/>
                        <a:pt x="177" y="165"/>
                        <a:pt x="177" y="165"/>
                      </a:cubicBezTo>
                      <a:cubicBezTo>
                        <a:pt x="169" y="152"/>
                        <a:pt x="169" y="152"/>
                        <a:pt x="169" y="152"/>
                      </a:cubicBezTo>
                      <a:cubicBezTo>
                        <a:pt x="157" y="149"/>
                        <a:pt x="157" y="149"/>
                        <a:pt x="157" y="149"/>
                      </a:cubicBezTo>
                      <a:cubicBezTo>
                        <a:pt x="157" y="149"/>
                        <a:pt x="137" y="129"/>
                        <a:pt x="134" y="117"/>
                      </a:cubicBezTo>
                      <a:cubicBezTo>
                        <a:pt x="131" y="105"/>
                        <a:pt x="135" y="85"/>
                        <a:pt x="128" y="62"/>
                      </a:cubicBezTo>
                      <a:cubicBezTo>
                        <a:pt x="121" y="39"/>
                        <a:pt x="100" y="1"/>
                        <a:pt x="100" y="1"/>
                      </a:cubicBezTo>
                      <a:cubicBezTo>
                        <a:pt x="98" y="0"/>
                        <a:pt x="98" y="0"/>
                        <a:pt x="98" y="0"/>
                      </a:cubicBezTo>
                      <a:cubicBezTo>
                        <a:pt x="96" y="9"/>
                        <a:pt x="92" y="21"/>
                        <a:pt x="87" y="25"/>
                      </a:cubicBezTo>
                      <a:cubicBezTo>
                        <a:pt x="78" y="33"/>
                        <a:pt x="51" y="35"/>
                        <a:pt x="51" y="3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3" name="Freeform 290"/>
                <p:cNvSpPr>
                  <a:spLocks/>
                </p:cNvSpPr>
                <p:nvPr/>
              </p:nvSpPr>
              <p:spPr bwMode="gray">
                <a:xfrm>
                  <a:off x="-2771" y="-11872"/>
                  <a:ext cx="1674" cy="1453"/>
                </a:xfrm>
                <a:custGeom>
                  <a:avLst/>
                  <a:gdLst>
                    <a:gd name="T0" fmla="*/ 75 w 709"/>
                    <a:gd name="T1" fmla="*/ 428 h 615"/>
                    <a:gd name="T2" fmla="*/ 87 w 709"/>
                    <a:gd name="T3" fmla="*/ 442 h 615"/>
                    <a:gd name="T4" fmla="*/ 96 w 709"/>
                    <a:gd name="T5" fmla="*/ 471 h 615"/>
                    <a:gd name="T6" fmla="*/ 133 w 709"/>
                    <a:gd name="T7" fmla="*/ 513 h 615"/>
                    <a:gd name="T8" fmla="*/ 138 w 709"/>
                    <a:gd name="T9" fmla="*/ 545 h 615"/>
                    <a:gd name="T10" fmla="*/ 191 w 709"/>
                    <a:gd name="T11" fmla="*/ 562 h 615"/>
                    <a:gd name="T12" fmla="*/ 282 w 709"/>
                    <a:gd name="T13" fmla="*/ 606 h 615"/>
                    <a:gd name="T14" fmla="*/ 326 w 709"/>
                    <a:gd name="T15" fmla="*/ 601 h 615"/>
                    <a:gd name="T16" fmla="*/ 360 w 709"/>
                    <a:gd name="T17" fmla="*/ 577 h 615"/>
                    <a:gd name="T18" fmla="*/ 388 w 709"/>
                    <a:gd name="T19" fmla="*/ 585 h 615"/>
                    <a:gd name="T20" fmla="*/ 410 w 709"/>
                    <a:gd name="T21" fmla="*/ 582 h 615"/>
                    <a:gd name="T22" fmla="*/ 434 w 709"/>
                    <a:gd name="T23" fmla="*/ 574 h 615"/>
                    <a:gd name="T24" fmla="*/ 480 w 709"/>
                    <a:gd name="T25" fmla="*/ 549 h 615"/>
                    <a:gd name="T26" fmla="*/ 569 w 709"/>
                    <a:gd name="T27" fmla="*/ 535 h 615"/>
                    <a:gd name="T28" fmla="*/ 661 w 709"/>
                    <a:gd name="T29" fmla="*/ 373 h 615"/>
                    <a:gd name="T30" fmla="*/ 527 w 709"/>
                    <a:gd name="T31" fmla="*/ 320 h 615"/>
                    <a:gd name="T32" fmla="*/ 491 w 709"/>
                    <a:gd name="T33" fmla="*/ 295 h 615"/>
                    <a:gd name="T34" fmla="*/ 462 w 709"/>
                    <a:gd name="T35" fmla="*/ 246 h 615"/>
                    <a:gd name="T36" fmla="*/ 454 w 709"/>
                    <a:gd name="T37" fmla="*/ 230 h 615"/>
                    <a:gd name="T38" fmla="*/ 454 w 709"/>
                    <a:gd name="T39" fmla="*/ 201 h 615"/>
                    <a:gd name="T40" fmla="*/ 419 w 709"/>
                    <a:gd name="T41" fmla="*/ 211 h 615"/>
                    <a:gd name="T42" fmla="*/ 421 w 709"/>
                    <a:gd name="T43" fmla="*/ 164 h 615"/>
                    <a:gd name="T44" fmla="*/ 431 w 709"/>
                    <a:gd name="T45" fmla="*/ 113 h 615"/>
                    <a:gd name="T46" fmla="*/ 408 w 709"/>
                    <a:gd name="T47" fmla="*/ 87 h 615"/>
                    <a:gd name="T48" fmla="*/ 367 w 709"/>
                    <a:gd name="T49" fmla="*/ 46 h 615"/>
                    <a:gd name="T50" fmla="*/ 336 w 709"/>
                    <a:gd name="T51" fmla="*/ 23 h 615"/>
                    <a:gd name="T52" fmla="*/ 306 w 709"/>
                    <a:gd name="T53" fmla="*/ 17 h 615"/>
                    <a:gd name="T54" fmla="*/ 279 w 709"/>
                    <a:gd name="T55" fmla="*/ 11 h 615"/>
                    <a:gd name="T56" fmla="*/ 250 w 709"/>
                    <a:gd name="T57" fmla="*/ 24 h 615"/>
                    <a:gd name="T58" fmla="*/ 224 w 709"/>
                    <a:gd name="T59" fmla="*/ 0 h 615"/>
                    <a:gd name="T60" fmla="*/ 192 w 709"/>
                    <a:gd name="T61" fmla="*/ 21 h 615"/>
                    <a:gd name="T62" fmla="*/ 159 w 709"/>
                    <a:gd name="T63" fmla="*/ 30 h 615"/>
                    <a:gd name="T64" fmla="*/ 143 w 709"/>
                    <a:gd name="T65" fmla="*/ 88 h 615"/>
                    <a:gd name="T66" fmla="*/ 123 w 709"/>
                    <a:gd name="T67" fmla="*/ 116 h 615"/>
                    <a:gd name="T68" fmla="*/ 110 w 709"/>
                    <a:gd name="T69" fmla="*/ 155 h 615"/>
                    <a:gd name="T70" fmla="*/ 96 w 709"/>
                    <a:gd name="T71" fmla="*/ 179 h 615"/>
                    <a:gd name="T72" fmla="*/ 90 w 709"/>
                    <a:gd name="T73" fmla="*/ 221 h 615"/>
                    <a:gd name="T74" fmla="*/ 71 w 709"/>
                    <a:gd name="T75" fmla="*/ 215 h 615"/>
                    <a:gd name="T76" fmla="*/ 65 w 709"/>
                    <a:gd name="T77" fmla="*/ 256 h 615"/>
                    <a:gd name="T78" fmla="*/ 54 w 709"/>
                    <a:gd name="T79" fmla="*/ 305 h 615"/>
                    <a:gd name="T80" fmla="*/ 36 w 709"/>
                    <a:gd name="T81" fmla="*/ 351 h 615"/>
                    <a:gd name="T82" fmla="*/ 8 w 709"/>
                    <a:gd name="T83" fmla="*/ 345 h 615"/>
                    <a:gd name="T84" fmla="*/ 3 w 709"/>
                    <a:gd name="T85" fmla="*/ 383 h 615"/>
                    <a:gd name="T86" fmla="*/ 55 w 709"/>
                    <a:gd name="T87" fmla="*/ 405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09" h="615">
                      <a:moveTo>
                        <a:pt x="60" y="425"/>
                      </a:moveTo>
                      <a:cubicBezTo>
                        <a:pt x="64" y="430"/>
                        <a:pt x="75" y="428"/>
                        <a:pt x="75" y="428"/>
                      </a:cubicBezTo>
                      <a:cubicBezTo>
                        <a:pt x="78" y="441"/>
                        <a:pt x="78" y="441"/>
                        <a:pt x="78" y="441"/>
                      </a:cubicBezTo>
                      <a:cubicBezTo>
                        <a:pt x="87" y="442"/>
                        <a:pt x="87" y="442"/>
                        <a:pt x="87" y="442"/>
                      </a:cubicBezTo>
                      <a:cubicBezTo>
                        <a:pt x="89" y="467"/>
                        <a:pt x="89" y="467"/>
                        <a:pt x="89" y="467"/>
                      </a:cubicBezTo>
                      <a:cubicBezTo>
                        <a:pt x="96" y="471"/>
                        <a:pt x="96" y="471"/>
                        <a:pt x="96" y="471"/>
                      </a:cubicBezTo>
                      <a:cubicBezTo>
                        <a:pt x="96" y="471"/>
                        <a:pt x="98" y="498"/>
                        <a:pt x="108" y="506"/>
                      </a:cubicBezTo>
                      <a:cubicBezTo>
                        <a:pt x="118" y="514"/>
                        <a:pt x="128" y="505"/>
                        <a:pt x="133" y="513"/>
                      </a:cubicBezTo>
                      <a:cubicBezTo>
                        <a:pt x="138" y="521"/>
                        <a:pt x="137" y="535"/>
                        <a:pt x="137" y="535"/>
                      </a:cubicBezTo>
                      <a:cubicBezTo>
                        <a:pt x="138" y="545"/>
                        <a:pt x="138" y="545"/>
                        <a:pt x="138" y="545"/>
                      </a:cubicBezTo>
                      <a:cubicBezTo>
                        <a:pt x="144" y="560"/>
                        <a:pt x="144" y="560"/>
                        <a:pt x="144" y="560"/>
                      </a:cubicBezTo>
                      <a:cubicBezTo>
                        <a:pt x="191" y="562"/>
                        <a:pt x="191" y="562"/>
                        <a:pt x="191" y="562"/>
                      </a:cubicBezTo>
                      <a:cubicBezTo>
                        <a:pt x="242" y="602"/>
                        <a:pt x="242" y="602"/>
                        <a:pt x="242" y="602"/>
                      </a:cubicBezTo>
                      <a:cubicBezTo>
                        <a:pt x="242" y="602"/>
                        <a:pt x="269" y="604"/>
                        <a:pt x="282" y="606"/>
                      </a:cubicBezTo>
                      <a:cubicBezTo>
                        <a:pt x="295" y="608"/>
                        <a:pt x="313" y="615"/>
                        <a:pt x="313" y="615"/>
                      </a:cubicBezTo>
                      <a:cubicBezTo>
                        <a:pt x="326" y="601"/>
                        <a:pt x="326" y="601"/>
                        <a:pt x="326" y="601"/>
                      </a:cubicBezTo>
                      <a:cubicBezTo>
                        <a:pt x="326" y="601"/>
                        <a:pt x="324" y="597"/>
                        <a:pt x="331" y="591"/>
                      </a:cubicBezTo>
                      <a:cubicBezTo>
                        <a:pt x="338" y="585"/>
                        <a:pt x="360" y="577"/>
                        <a:pt x="360" y="577"/>
                      </a:cubicBezTo>
                      <a:cubicBezTo>
                        <a:pt x="372" y="568"/>
                        <a:pt x="372" y="568"/>
                        <a:pt x="372" y="568"/>
                      </a:cubicBezTo>
                      <a:cubicBezTo>
                        <a:pt x="388" y="585"/>
                        <a:pt x="388" y="585"/>
                        <a:pt x="388" y="585"/>
                      </a:cubicBezTo>
                      <a:cubicBezTo>
                        <a:pt x="406" y="586"/>
                        <a:pt x="406" y="586"/>
                        <a:pt x="406" y="586"/>
                      </a:cubicBezTo>
                      <a:cubicBezTo>
                        <a:pt x="410" y="582"/>
                        <a:pt x="410" y="582"/>
                        <a:pt x="410" y="582"/>
                      </a:cubicBezTo>
                      <a:cubicBezTo>
                        <a:pt x="426" y="588"/>
                        <a:pt x="426" y="588"/>
                        <a:pt x="426" y="588"/>
                      </a:cubicBezTo>
                      <a:cubicBezTo>
                        <a:pt x="426" y="588"/>
                        <a:pt x="426" y="577"/>
                        <a:pt x="434" y="574"/>
                      </a:cubicBezTo>
                      <a:cubicBezTo>
                        <a:pt x="442" y="571"/>
                        <a:pt x="467" y="573"/>
                        <a:pt x="473" y="567"/>
                      </a:cubicBezTo>
                      <a:cubicBezTo>
                        <a:pt x="479" y="561"/>
                        <a:pt x="480" y="549"/>
                        <a:pt x="480" y="549"/>
                      </a:cubicBezTo>
                      <a:cubicBezTo>
                        <a:pt x="480" y="549"/>
                        <a:pt x="505" y="537"/>
                        <a:pt x="513" y="535"/>
                      </a:cubicBezTo>
                      <a:cubicBezTo>
                        <a:pt x="521" y="533"/>
                        <a:pt x="569" y="535"/>
                        <a:pt x="569" y="535"/>
                      </a:cubicBezTo>
                      <a:cubicBezTo>
                        <a:pt x="709" y="370"/>
                        <a:pt x="709" y="370"/>
                        <a:pt x="709" y="370"/>
                      </a:cubicBezTo>
                      <a:cubicBezTo>
                        <a:pt x="661" y="373"/>
                        <a:pt x="661" y="373"/>
                        <a:pt x="661" y="373"/>
                      </a:cubicBezTo>
                      <a:cubicBezTo>
                        <a:pt x="661" y="373"/>
                        <a:pt x="628" y="353"/>
                        <a:pt x="609" y="347"/>
                      </a:cubicBezTo>
                      <a:cubicBezTo>
                        <a:pt x="590" y="341"/>
                        <a:pt x="538" y="328"/>
                        <a:pt x="527" y="320"/>
                      </a:cubicBezTo>
                      <a:cubicBezTo>
                        <a:pt x="516" y="312"/>
                        <a:pt x="506" y="295"/>
                        <a:pt x="506" y="295"/>
                      </a:cubicBezTo>
                      <a:cubicBezTo>
                        <a:pt x="491" y="295"/>
                        <a:pt x="491" y="295"/>
                        <a:pt x="491" y="295"/>
                      </a:cubicBezTo>
                      <a:cubicBezTo>
                        <a:pt x="491" y="295"/>
                        <a:pt x="487" y="278"/>
                        <a:pt x="481" y="270"/>
                      </a:cubicBezTo>
                      <a:cubicBezTo>
                        <a:pt x="475" y="262"/>
                        <a:pt x="462" y="246"/>
                        <a:pt x="462" y="246"/>
                      </a:cubicBezTo>
                      <a:cubicBezTo>
                        <a:pt x="463" y="238"/>
                        <a:pt x="463" y="238"/>
                        <a:pt x="463" y="238"/>
                      </a:cubicBezTo>
                      <a:cubicBezTo>
                        <a:pt x="454" y="230"/>
                        <a:pt x="454" y="230"/>
                        <a:pt x="454" y="230"/>
                      </a:cubicBezTo>
                      <a:cubicBezTo>
                        <a:pt x="467" y="210"/>
                        <a:pt x="467" y="210"/>
                        <a:pt x="467" y="210"/>
                      </a:cubicBezTo>
                      <a:cubicBezTo>
                        <a:pt x="463" y="206"/>
                        <a:pt x="458" y="202"/>
                        <a:pt x="454" y="201"/>
                      </a:cubicBezTo>
                      <a:cubicBezTo>
                        <a:pt x="447" y="200"/>
                        <a:pt x="444" y="208"/>
                        <a:pt x="444" y="208"/>
                      </a:cubicBezTo>
                      <a:cubicBezTo>
                        <a:pt x="444" y="208"/>
                        <a:pt x="427" y="212"/>
                        <a:pt x="419" y="211"/>
                      </a:cubicBezTo>
                      <a:cubicBezTo>
                        <a:pt x="411" y="210"/>
                        <a:pt x="408" y="173"/>
                        <a:pt x="408" y="173"/>
                      </a:cubicBezTo>
                      <a:cubicBezTo>
                        <a:pt x="421" y="164"/>
                        <a:pt x="421" y="164"/>
                        <a:pt x="421" y="164"/>
                      </a:cubicBezTo>
                      <a:cubicBezTo>
                        <a:pt x="439" y="125"/>
                        <a:pt x="439" y="125"/>
                        <a:pt x="439" y="125"/>
                      </a:cubicBezTo>
                      <a:cubicBezTo>
                        <a:pt x="431" y="113"/>
                        <a:pt x="431" y="113"/>
                        <a:pt x="431" y="113"/>
                      </a:cubicBezTo>
                      <a:cubicBezTo>
                        <a:pt x="431" y="113"/>
                        <a:pt x="414" y="113"/>
                        <a:pt x="413" y="107"/>
                      </a:cubicBezTo>
                      <a:cubicBezTo>
                        <a:pt x="412" y="101"/>
                        <a:pt x="412" y="92"/>
                        <a:pt x="408" y="87"/>
                      </a:cubicBezTo>
                      <a:cubicBezTo>
                        <a:pt x="404" y="82"/>
                        <a:pt x="386" y="80"/>
                        <a:pt x="382" y="72"/>
                      </a:cubicBezTo>
                      <a:cubicBezTo>
                        <a:pt x="378" y="64"/>
                        <a:pt x="375" y="54"/>
                        <a:pt x="367" y="46"/>
                      </a:cubicBezTo>
                      <a:cubicBezTo>
                        <a:pt x="359" y="38"/>
                        <a:pt x="347" y="37"/>
                        <a:pt x="347" y="37"/>
                      </a:cubicBezTo>
                      <a:cubicBezTo>
                        <a:pt x="336" y="23"/>
                        <a:pt x="336" y="23"/>
                        <a:pt x="336" y="23"/>
                      </a:cubicBezTo>
                      <a:cubicBezTo>
                        <a:pt x="316" y="22"/>
                        <a:pt x="316" y="22"/>
                        <a:pt x="316" y="22"/>
                      </a:cubicBezTo>
                      <a:cubicBezTo>
                        <a:pt x="316" y="22"/>
                        <a:pt x="310" y="17"/>
                        <a:pt x="306" y="17"/>
                      </a:cubicBezTo>
                      <a:cubicBezTo>
                        <a:pt x="302" y="17"/>
                        <a:pt x="291" y="24"/>
                        <a:pt x="288" y="24"/>
                      </a:cubicBezTo>
                      <a:cubicBezTo>
                        <a:pt x="285" y="24"/>
                        <a:pt x="279" y="11"/>
                        <a:pt x="279" y="11"/>
                      </a:cubicBezTo>
                      <a:cubicBezTo>
                        <a:pt x="279" y="11"/>
                        <a:pt x="270" y="24"/>
                        <a:pt x="267" y="24"/>
                      </a:cubicBezTo>
                      <a:cubicBezTo>
                        <a:pt x="264" y="24"/>
                        <a:pt x="250" y="24"/>
                        <a:pt x="250" y="24"/>
                      </a:cubicBezTo>
                      <a:cubicBezTo>
                        <a:pt x="250" y="24"/>
                        <a:pt x="244" y="11"/>
                        <a:pt x="240" y="9"/>
                      </a:cubicBezTo>
                      <a:cubicBezTo>
                        <a:pt x="236" y="7"/>
                        <a:pt x="224" y="0"/>
                        <a:pt x="224" y="0"/>
                      </a:cubicBezTo>
                      <a:cubicBezTo>
                        <a:pt x="224" y="0"/>
                        <a:pt x="216" y="41"/>
                        <a:pt x="208" y="41"/>
                      </a:cubicBezTo>
                      <a:cubicBezTo>
                        <a:pt x="200" y="41"/>
                        <a:pt x="197" y="21"/>
                        <a:pt x="192" y="21"/>
                      </a:cubicBezTo>
                      <a:cubicBezTo>
                        <a:pt x="187" y="21"/>
                        <a:pt x="182" y="31"/>
                        <a:pt x="182" y="31"/>
                      </a:cubicBezTo>
                      <a:cubicBezTo>
                        <a:pt x="159" y="30"/>
                        <a:pt x="159" y="30"/>
                        <a:pt x="159" y="30"/>
                      </a:cubicBezTo>
                      <a:cubicBezTo>
                        <a:pt x="159" y="60"/>
                        <a:pt x="159" y="60"/>
                        <a:pt x="159" y="60"/>
                      </a:cubicBezTo>
                      <a:cubicBezTo>
                        <a:pt x="159" y="60"/>
                        <a:pt x="143" y="80"/>
                        <a:pt x="143" y="88"/>
                      </a:cubicBezTo>
                      <a:cubicBezTo>
                        <a:pt x="143" y="96"/>
                        <a:pt x="145" y="114"/>
                        <a:pt x="145" y="114"/>
                      </a:cubicBezTo>
                      <a:cubicBezTo>
                        <a:pt x="123" y="116"/>
                        <a:pt x="123" y="116"/>
                        <a:pt x="123" y="116"/>
                      </a:cubicBezTo>
                      <a:cubicBezTo>
                        <a:pt x="123" y="116"/>
                        <a:pt x="112" y="130"/>
                        <a:pt x="111" y="135"/>
                      </a:cubicBezTo>
                      <a:cubicBezTo>
                        <a:pt x="110" y="140"/>
                        <a:pt x="115" y="150"/>
                        <a:pt x="110" y="155"/>
                      </a:cubicBezTo>
                      <a:cubicBezTo>
                        <a:pt x="105" y="160"/>
                        <a:pt x="94" y="164"/>
                        <a:pt x="94" y="164"/>
                      </a:cubicBezTo>
                      <a:cubicBezTo>
                        <a:pt x="96" y="179"/>
                        <a:pt x="96" y="179"/>
                        <a:pt x="96" y="179"/>
                      </a:cubicBezTo>
                      <a:cubicBezTo>
                        <a:pt x="89" y="190"/>
                        <a:pt x="89" y="190"/>
                        <a:pt x="89" y="190"/>
                      </a:cubicBezTo>
                      <a:cubicBezTo>
                        <a:pt x="89" y="190"/>
                        <a:pt x="96" y="213"/>
                        <a:pt x="90" y="221"/>
                      </a:cubicBezTo>
                      <a:cubicBezTo>
                        <a:pt x="84" y="229"/>
                        <a:pt x="78" y="226"/>
                        <a:pt x="78" y="226"/>
                      </a:cubicBezTo>
                      <a:cubicBezTo>
                        <a:pt x="78" y="226"/>
                        <a:pt x="76" y="215"/>
                        <a:pt x="71" y="215"/>
                      </a:cubicBezTo>
                      <a:cubicBezTo>
                        <a:pt x="66" y="215"/>
                        <a:pt x="60" y="228"/>
                        <a:pt x="60" y="235"/>
                      </a:cubicBezTo>
                      <a:cubicBezTo>
                        <a:pt x="60" y="242"/>
                        <a:pt x="66" y="253"/>
                        <a:pt x="65" y="256"/>
                      </a:cubicBezTo>
                      <a:cubicBezTo>
                        <a:pt x="64" y="259"/>
                        <a:pt x="49" y="270"/>
                        <a:pt x="48" y="278"/>
                      </a:cubicBezTo>
                      <a:cubicBezTo>
                        <a:pt x="47" y="286"/>
                        <a:pt x="54" y="305"/>
                        <a:pt x="54" y="305"/>
                      </a:cubicBezTo>
                      <a:cubicBezTo>
                        <a:pt x="54" y="305"/>
                        <a:pt x="57" y="336"/>
                        <a:pt x="50" y="341"/>
                      </a:cubicBezTo>
                      <a:cubicBezTo>
                        <a:pt x="43" y="346"/>
                        <a:pt x="36" y="351"/>
                        <a:pt x="36" y="351"/>
                      </a:cubicBezTo>
                      <a:cubicBezTo>
                        <a:pt x="31" y="346"/>
                        <a:pt x="31" y="346"/>
                        <a:pt x="31" y="346"/>
                      </a:cubicBezTo>
                      <a:cubicBezTo>
                        <a:pt x="8" y="345"/>
                        <a:pt x="8" y="345"/>
                        <a:pt x="8" y="345"/>
                      </a:cubicBezTo>
                      <a:cubicBezTo>
                        <a:pt x="10" y="361"/>
                        <a:pt x="10" y="361"/>
                        <a:pt x="10" y="361"/>
                      </a:cubicBezTo>
                      <a:cubicBezTo>
                        <a:pt x="10" y="361"/>
                        <a:pt x="0" y="378"/>
                        <a:pt x="3" y="383"/>
                      </a:cubicBezTo>
                      <a:cubicBezTo>
                        <a:pt x="6" y="388"/>
                        <a:pt x="22" y="382"/>
                        <a:pt x="30" y="386"/>
                      </a:cubicBezTo>
                      <a:cubicBezTo>
                        <a:pt x="38" y="390"/>
                        <a:pt x="55" y="405"/>
                        <a:pt x="55" y="405"/>
                      </a:cubicBezTo>
                      <a:cubicBezTo>
                        <a:pt x="55" y="405"/>
                        <a:pt x="56" y="420"/>
                        <a:pt x="60" y="42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4" name="Freeform 291"/>
                <p:cNvSpPr>
                  <a:spLocks/>
                </p:cNvSpPr>
                <p:nvPr/>
              </p:nvSpPr>
              <p:spPr bwMode="gray">
                <a:xfrm>
                  <a:off x="-3771" y="-14005"/>
                  <a:ext cx="1252" cy="1290"/>
                </a:xfrm>
                <a:custGeom>
                  <a:avLst/>
                  <a:gdLst>
                    <a:gd name="T0" fmla="*/ 11 w 530"/>
                    <a:gd name="T1" fmla="*/ 13 h 546"/>
                    <a:gd name="T2" fmla="*/ 7 w 530"/>
                    <a:gd name="T3" fmla="*/ 34 h 546"/>
                    <a:gd name="T4" fmla="*/ 17 w 530"/>
                    <a:gd name="T5" fmla="*/ 54 h 546"/>
                    <a:gd name="T6" fmla="*/ 3 w 530"/>
                    <a:gd name="T7" fmla="*/ 82 h 546"/>
                    <a:gd name="T8" fmla="*/ 21 w 530"/>
                    <a:gd name="T9" fmla="*/ 120 h 546"/>
                    <a:gd name="T10" fmla="*/ 34 w 530"/>
                    <a:gd name="T11" fmla="*/ 518 h 546"/>
                    <a:gd name="T12" fmla="*/ 320 w 530"/>
                    <a:gd name="T13" fmla="*/ 522 h 546"/>
                    <a:gd name="T14" fmla="*/ 329 w 530"/>
                    <a:gd name="T15" fmla="*/ 510 h 546"/>
                    <a:gd name="T16" fmla="*/ 334 w 530"/>
                    <a:gd name="T17" fmla="*/ 518 h 546"/>
                    <a:gd name="T18" fmla="*/ 413 w 530"/>
                    <a:gd name="T19" fmla="*/ 521 h 546"/>
                    <a:gd name="T20" fmla="*/ 438 w 530"/>
                    <a:gd name="T21" fmla="*/ 539 h 546"/>
                    <a:gd name="T22" fmla="*/ 460 w 530"/>
                    <a:gd name="T23" fmla="*/ 508 h 546"/>
                    <a:gd name="T24" fmla="*/ 482 w 530"/>
                    <a:gd name="T25" fmla="*/ 505 h 546"/>
                    <a:gd name="T26" fmla="*/ 492 w 530"/>
                    <a:gd name="T27" fmla="*/ 478 h 546"/>
                    <a:gd name="T28" fmla="*/ 509 w 530"/>
                    <a:gd name="T29" fmla="*/ 477 h 546"/>
                    <a:gd name="T30" fmla="*/ 525 w 530"/>
                    <a:gd name="T31" fmla="*/ 462 h 546"/>
                    <a:gd name="T32" fmla="*/ 520 w 530"/>
                    <a:gd name="T33" fmla="*/ 445 h 546"/>
                    <a:gd name="T34" fmla="*/ 518 w 530"/>
                    <a:gd name="T35" fmla="*/ 416 h 546"/>
                    <a:gd name="T36" fmla="*/ 530 w 530"/>
                    <a:gd name="T37" fmla="*/ 415 h 546"/>
                    <a:gd name="T38" fmla="*/ 490 w 530"/>
                    <a:gd name="T39" fmla="*/ 369 h 546"/>
                    <a:gd name="T40" fmla="*/ 469 w 530"/>
                    <a:gd name="T41" fmla="*/ 315 h 546"/>
                    <a:gd name="T42" fmla="*/ 448 w 530"/>
                    <a:gd name="T43" fmla="*/ 288 h 546"/>
                    <a:gd name="T44" fmla="*/ 440 w 530"/>
                    <a:gd name="T45" fmla="*/ 252 h 546"/>
                    <a:gd name="T46" fmla="*/ 415 w 530"/>
                    <a:gd name="T47" fmla="*/ 225 h 546"/>
                    <a:gd name="T48" fmla="*/ 412 w 530"/>
                    <a:gd name="T49" fmla="*/ 204 h 546"/>
                    <a:gd name="T50" fmla="*/ 378 w 530"/>
                    <a:gd name="T51" fmla="*/ 161 h 546"/>
                    <a:gd name="T52" fmla="*/ 368 w 530"/>
                    <a:gd name="T53" fmla="*/ 147 h 546"/>
                    <a:gd name="T54" fmla="*/ 368 w 530"/>
                    <a:gd name="T55" fmla="*/ 126 h 546"/>
                    <a:gd name="T56" fmla="*/ 350 w 530"/>
                    <a:gd name="T57" fmla="*/ 112 h 546"/>
                    <a:gd name="T58" fmla="*/ 361 w 530"/>
                    <a:gd name="T59" fmla="*/ 99 h 546"/>
                    <a:gd name="T60" fmla="*/ 373 w 530"/>
                    <a:gd name="T61" fmla="*/ 107 h 546"/>
                    <a:gd name="T62" fmla="*/ 381 w 530"/>
                    <a:gd name="T63" fmla="*/ 130 h 546"/>
                    <a:gd name="T64" fmla="*/ 395 w 530"/>
                    <a:gd name="T65" fmla="*/ 145 h 546"/>
                    <a:gd name="T66" fmla="*/ 394 w 530"/>
                    <a:gd name="T67" fmla="*/ 162 h 546"/>
                    <a:gd name="T68" fmla="*/ 438 w 530"/>
                    <a:gd name="T69" fmla="*/ 207 h 546"/>
                    <a:gd name="T70" fmla="*/ 456 w 530"/>
                    <a:gd name="T71" fmla="*/ 195 h 546"/>
                    <a:gd name="T72" fmla="*/ 449 w 530"/>
                    <a:gd name="T73" fmla="*/ 183 h 546"/>
                    <a:gd name="T74" fmla="*/ 462 w 530"/>
                    <a:gd name="T75" fmla="*/ 143 h 546"/>
                    <a:gd name="T76" fmla="*/ 471 w 530"/>
                    <a:gd name="T77" fmla="*/ 112 h 546"/>
                    <a:gd name="T78" fmla="*/ 435 w 530"/>
                    <a:gd name="T79" fmla="*/ 19 h 546"/>
                    <a:gd name="T80" fmla="*/ 388 w 530"/>
                    <a:gd name="T81" fmla="*/ 30 h 546"/>
                    <a:gd name="T82" fmla="*/ 373 w 530"/>
                    <a:gd name="T83" fmla="*/ 22 h 546"/>
                    <a:gd name="T84" fmla="*/ 350 w 530"/>
                    <a:gd name="T85" fmla="*/ 26 h 546"/>
                    <a:gd name="T86" fmla="*/ 325 w 530"/>
                    <a:gd name="T87" fmla="*/ 7 h 546"/>
                    <a:gd name="T88" fmla="*/ 288 w 530"/>
                    <a:gd name="T89" fmla="*/ 14 h 546"/>
                    <a:gd name="T90" fmla="*/ 262 w 530"/>
                    <a:gd name="T91" fmla="*/ 11 h 546"/>
                    <a:gd name="T92" fmla="*/ 243 w 530"/>
                    <a:gd name="T93" fmla="*/ 30 h 546"/>
                    <a:gd name="T94" fmla="*/ 227 w 530"/>
                    <a:gd name="T95" fmla="*/ 30 h 546"/>
                    <a:gd name="T96" fmla="*/ 210 w 530"/>
                    <a:gd name="T97" fmla="*/ 43 h 546"/>
                    <a:gd name="T98" fmla="*/ 170 w 530"/>
                    <a:gd name="T99" fmla="*/ 29 h 546"/>
                    <a:gd name="T100" fmla="*/ 140 w 530"/>
                    <a:gd name="T101" fmla="*/ 29 h 546"/>
                    <a:gd name="T102" fmla="*/ 112 w 530"/>
                    <a:gd name="T103" fmla="*/ 13 h 546"/>
                    <a:gd name="T104" fmla="*/ 89 w 530"/>
                    <a:gd name="T105" fmla="*/ 12 h 546"/>
                    <a:gd name="T106" fmla="*/ 60 w 530"/>
                    <a:gd name="T107" fmla="*/ 1 h 546"/>
                    <a:gd name="T108" fmla="*/ 31 w 530"/>
                    <a:gd name="T109" fmla="*/ 6 h 546"/>
                    <a:gd name="T110" fmla="*/ 24 w 530"/>
                    <a:gd name="T111" fmla="*/ 0 h 546"/>
                    <a:gd name="T112" fmla="*/ 11 w 530"/>
                    <a:gd name="T113" fmla="*/ 13 h 5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0" h="546">
                      <a:moveTo>
                        <a:pt x="11" y="13"/>
                      </a:moveTo>
                      <a:cubicBezTo>
                        <a:pt x="6" y="16"/>
                        <a:pt x="6" y="30"/>
                        <a:pt x="7" y="34"/>
                      </a:cubicBezTo>
                      <a:cubicBezTo>
                        <a:pt x="8" y="38"/>
                        <a:pt x="20" y="45"/>
                        <a:pt x="17" y="54"/>
                      </a:cubicBezTo>
                      <a:cubicBezTo>
                        <a:pt x="14" y="63"/>
                        <a:pt x="0" y="75"/>
                        <a:pt x="3" y="82"/>
                      </a:cubicBezTo>
                      <a:cubicBezTo>
                        <a:pt x="6" y="89"/>
                        <a:pt x="21" y="107"/>
                        <a:pt x="21" y="120"/>
                      </a:cubicBezTo>
                      <a:cubicBezTo>
                        <a:pt x="21" y="133"/>
                        <a:pt x="34" y="518"/>
                        <a:pt x="34" y="518"/>
                      </a:cubicBezTo>
                      <a:cubicBezTo>
                        <a:pt x="320" y="522"/>
                        <a:pt x="320" y="522"/>
                        <a:pt x="320" y="522"/>
                      </a:cubicBezTo>
                      <a:cubicBezTo>
                        <a:pt x="320" y="522"/>
                        <a:pt x="322" y="512"/>
                        <a:pt x="329" y="510"/>
                      </a:cubicBezTo>
                      <a:cubicBezTo>
                        <a:pt x="336" y="508"/>
                        <a:pt x="334" y="518"/>
                        <a:pt x="334" y="518"/>
                      </a:cubicBezTo>
                      <a:cubicBezTo>
                        <a:pt x="413" y="521"/>
                        <a:pt x="413" y="521"/>
                        <a:pt x="413" y="521"/>
                      </a:cubicBezTo>
                      <a:cubicBezTo>
                        <a:pt x="413" y="521"/>
                        <a:pt x="425" y="546"/>
                        <a:pt x="438" y="539"/>
                      </a:cubicBezTo>
                      <a:cubicBezTo>
                        <a:pt x="451" y="532"/>
                        <a:pt x="450" y="511"/>
                        <a:pt x="460" y="508"/>
                      </a:cubicBezTo>
                      <a:cubicBezTo>
                        <a:pt x="470" y="505"/>
                        <a:pt x="472" y="509"/>
                        <a:pt x="482" y="505"/>
                      </a:cubicBezTo>
                      <a:cubicBezTo>
                        <a:pt x="492" y="501"/>
                        <a:pt x="492" y="478"/>
                        <a:pt x="492" y="478"/>
                      </a:cubicBezTo>
                      <a:cubicBezTo>
                        <a:pt x="509" y="477"/>
                        <a:pt x="509" y="477"/>
                        <a:pt x="509" y="477"/>
                      </a:cubicBezTo>
                      <a:cubicBezTo>
                        <a:pt x="525" y="462"/>
                        <a:pt x="525" y="462"/>
                        <a:pt x="525" y="462"/>
                      </a:cubicBezTo>
                      <a:cubicBezTo>
                        <a:pt x="522" y="456"/>
                        <a:pt x="520" y="450"/>
                        <a:pt x="520" y="445"/>
                      </a:cubicBezTo>
                      <a:cubicBezTo>
                        <a:pt x="519" y="430"/>
                        <a:pt x="518" y="416"/>
                        <a:pt x="518" y="416"/>
                      </a:cubicBezTo>
                      <a:cubicBezTo>
                        <a:pt x="530" y="415"/>
                        <a:pt x="530" y="415"/>
                        <a:pt x="530" y="415"/>
                      </a:cubicBezTo>
                      <a:cubicBezTo>
                        <a:pt x="530" y="415"/>
                        <a:pt x="503" y="397"/>
                        <a:pt x="490" y="369"/>
                      </a:cubicBezTo>
                      <a:cubicBezTo>
                        <a:pt x="477" y="341"/>
                        <a:pt x="478" y="326"/>
                        <a:pt x="469" y="315"/>
                      </a:cubicBezTo>
                      <a:cubicBezTo>
                        <a:pt x="460" y="304"/>
                        <a:pt x="456" y="302"/>
                        <a:pt x="448" y="288"/>
                      </a:cubicBezTo>
                      <a:cubicBezTo>
                        <a:pt x="440" y="274"/>
                        <a:pt x="440" y="252"/>
                        <a:pt x="440" y="252"/>
                      </a:cubicBezTo>
                      <a:cubicBezTo>
                        <a:pt x="415" y="225"/>
                        <a:pt x="415" y="225"/>
                        <a:pt x="415" y="225"/>
                      </a:cubicBezTo>
                      <a:cubicBezTo>
                        <a:pt x="415" y="225"/>
                        <a:pt x="418" y="216"/>
                        <a:pt x="412" y="204"/>
                      </a:cubicBezTo>
                      <a:cubicBezTo>
                        <a:pt x="406" y="192"/>
                        <a:pt x="380" y="170"/>
                        <a:pt x="378" y="161"/>
                      </a:cubicBezTo>
                      <a:cubicBezTo>
                        <a:pt x="376" y="152"/>
                        <a:pt x="368" y="147"/>
                        <a:pt x="368" y="147"/>
                      </a:cubicBezTo>
                      <a:cubicBezTo>
                        <a:pt x="368" y="147"/>
                        <a:pt x="376" y="137"/>
                        <a:pt x="368" y="126"/>
                      </a:cubicBezTo>
                      <a:cubicBezTo>
                        <a:pt x="360" y="115"/>
                        <a:pt x="350" y="112"/>
                        <a:pt x="350" y="112"/>
                      </a:cubicBezTo>
                      <a:cubicBezTo>
                        <a:pt x="361" y="99"/>
                        <a:pt x="361" y="99"/>
                        <a:pt x="361" y="99"/>
                      </a:cubicBezTo>
                      <a:cubicBezTo>
                        <a:pt x="373" y="107"/>
                        <a:pt x="373" y="107"/>
                        <a:pt x="373" y="107"/>
                      </a:cubicBezTo>
                      <a:cubicBezTo>
                        <a:pt x="373" y="107"/>
                        <a:pt x="372" y="124"/>
                        <a:pt x="381" y="130"/>
                      </a:cubicBezTo>
                      <a:cubicBezTo>
                        <a:pt x="390" y="136"/>
                        <a:pt x="395" y="145"/>
                        <a:pt x="395" y="145"/>
                      </a:cubicBezTo>
                      <a:cubicBezTo>
                        <a:pt x="394" y="162"/>
                        <a:pt x="394" y="162"/>
                        <a:pt x="394" y="162"/>
                      </a:cubicBezTo>
                      <a:cubicBezTo>
                        <a:pt x="394" y="162"/>
                        <a:pt x="426" y="214"/>
                        <a:pt x="438" y="207"/>
                      </a:cubicBezTo>
                      <a:cubicBezTo>
                        <a:pt x="450" y="200"/>
                        <a:pt x="456" y="195"/>
                        <a:pt x="456" y="195"/>
                      </a:cubicBezTo>
                      <a:cubicBezTo>
                        <a:pt x="449" y="183"/>
                        <a:pt x="449" y="183"/>
                        <a:pt x="449" y="183"/>
                      </a:cubicBezTo>
                      <a:cubicBezTo>
                        <a:pt x="449" y="183"/>
                        <a:pt x="462" y="157"/>
                        <a:pt x="462" y="143"/>
                      </a:cubicBezTo>
                      <a:cubicBezTo>
                        <a:pt x="462" y="129"/>
                        <a:pt x="471" y="112"/>
                        <a:pt x="471" y="112"/>
                      </a:cubicBezTo>
                      <a:cubicBezTo>
                        <a:pt x="435" y="19"/>
                        <a:pt x="435" y="19"/>
                        <a:pt x="435" y="19"/>
                      </a:cubicBezTo>
                      <a:cubicBezTo>
                        <a:pt x="435" y="19"/>
                        <a:pt x="397" y="34"/>
                        <a:pt x="388" y="30"/>
                      </a:cubicBezTo>
                      <a:cubicBezTo>
                        <a:pt x="379" y="26"/>
                        <a:pt x="373" y="22"/>
                        <a:pt x="373" y="22"/>
                      </a:cubicBezTo>
                      <a:cubicBezTo>
                        <a:pt x="373" y="22"/>
                        <a:pt x="364" y="33"/>
                        <a:pt x="350" y="26"/>
                      </a:cubicBezTo>
                      <a:cubicBezTo>
                        <a:pt x="336" y="19"/>
                        <a:pt x="341" y="10"/>
                        <a:pt x="325" y="7"/>
                      </a:cubicBezTo>
                      <a:cubicBezTo>
                        <a:pt x="309" y="4"/>
                        <a:pt x="288" y="14"/>
                        <a:pt x="288" y="14"/>
                      </a:cubicBezTo>
                      <a:cubicBezTo>
                        <a:pt x="288" y="14"/>
                        <a:pt x="273" y="7"/>
                        <a:pt x="262" y="11"/>
                      </a:cubicBezTo>
                      <a:cubicBezTo>
                        <a:pt x="251" y="15"/>
                        <a:pt x="243" y="30"/>
                        <a:pt x="243" y="30"/>
                      </a:cubicBezTo>
                      <a:cubicBezTo>
                        <a:pt x="243" y="30"/>
                        <a:pt x="231" y="28"/>
                        <a:pt x="227" y="30"/>
                      </a:cubicBezTo>
                      <a:cubicBezTo>
                        <a:pt x="223" y="32"/>
                        <a:pt x="210" y="43"/>
                        <a:pt x="210" y="43"/>
                      </a:cubicBezTo>
                      <a:cubicBezTo>
                        <a:pt x="210" y="43"/>
                        <a:pt x="176" y="29"/>
                        <a:pt x="170" y="29"/>
                      </a:cubicBezTo>
                      <a:cubicBezTo>
                        <a:pt x="164" y="29"/>
                        <a:pt x="153" y="32"/>
                        <a:pt x="140" y="29"/>
                      </a:cubicBezTo>
                      <a:cubicBezTo>
                        <a:pt x="127" y="26"/>
                        <a:pt x="125" y="14"/>
                        <a:pt x="112" y="13"/>
                      </a:cubicBezTo>
                      <a:cubicBezTo>
                        <a:pt x="99" y="12"/>
                        <a:pt x="89" y="12"/>
                        <a:pt x="89" y="12"/>
                      </a:cubicBezTo>
                      <a:cubicBezTo>
                        <a:pt x="89" y="12"/>
                        <a:pt x="69" y="1"/>
                        <a:pt x="60" y="1"/>
                      </a:cubicBezTo>
                      <a:cubicBezTo>
                        <a:pt x="51" y="1"/>
                        <a:pt x="46" y="15"/>
                        <a:pt x="31" y="6"/>
                      </a:cubicBezTo>
                      <a:cubicBezTo>
                        <a:pt x="28" y="4"/>
                        <a:pt x="26" y="2"/>
                        <a:pt x="24" y="0"/>
                      </a:cubicBezTo>
                      <a:cubicBezTo>
                        <a:pt x="21" y="4"/>
                        <a:pt x="15" y="11"/>
                        <a:pt x="11" y="1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5" name="Freeform 292"/>
                <p:cNvSpPr>
                  <a:spLocks/>
                </p:cNvSpPr>
                <p:nvPr/>
              </p:nvSpPr>
              <p:spPr bwMode="gray">
                <a:xfrm>
                  <a:off x="-5504" y="-11645"/>
                  <a:ext cx="857" cy="1450"/>
                </a:xfrm>
                <a:custGeom>
                  <a:avLst/>
                  <a:gdLst>
                    <a:gd name="T0" fmla="*/ 275 w 363"/>
                    <a:gd name="T1" fmla="*/ 0 h 614"/>
                    <a:gd name="T2" fmla="*/ 263 w 363"/>
                    <a:gd name="T3" fmla="*/ 43 h 614"/>
                    <a:gd name="T4" fmla="*/ 282 w 363"/>
                    <a:gd name="T5" fmla="*/ 70 h 614"/>
                    <a:gd name="T6" fmla="*/ 256 w 363"/>
                    <a:gd name="T7" fmla="*/ 100 h 614"/>
                    <a:gd name="T8" fmla="*/ 236 w 363"/>
                    <a:gd name="T9" fmla="*/ 136 h 614"/>
                    <a:gd name="T10" fmla="*/ 227 w 363"/>
                    <a:gd name="T11" fmla="*/ 159 h 614"/>
                    <a:gd name="T12" fmla="*/ 207 w 363"/>
                    <a:gd name="T13" fmla="*/ 198 h 614"/>
                    <a:gd name="T14" fmla="*/ 181 w 363"/>
                    <a:gd name="T15" fmla="*/ 250 h 614"/>
                    <a:gd name="T16" fmla="*/ 157 w 363"/>
                    <a:gd name="T17" fmla="*/ 302 h 614"/>
                    <a:gd name="T18" fmla="*/ 140 w 363"/>
                    <a:gd name="T19" fmla="*/ 337 h 614"/>
                    <a:gd name="T20" fmla="*/ 119 w 363"/>
                    <a:gd name="T21" fmla="*/ 342 h 614"/>
                    <a:gd name="T22" fmla="*/ 95 w 363"/>
                    <a:gd name="T23" fmla="*/ 334 h 614"/>
                    <a:gd name="T24" fmla="*/ 56 w 363"/>
                    <a:gd name="T25" fmla="*/ 353 h 614"/>
                    <a:gd name="T26" fmla="*/ 13 w 363"/>
                    <a:gd name="T27" fmla="*/ 428 h 614"/>
                    <a:gd name="T28" fmla="*/ 4 w 363"/>
                    <a:gd name="T29" fmla="*/ 449 h 614"/>
                    <a:gd name="T30" fmla="*/ 18 w 363"/>
                    <a:gd name="T31" fmla="*/ 455 h 614"/>
                    <a:gd name="T32" fmla="*/ 44 w 363"/>
                    <a:gd name="T33" fmla="*/ 497 h 614"/>
                    <a:gd name="T34" fmla="*/ 45 w 363"/>
                    <a:gd name="T35" fmla="*/ 504 h 614"/>
                    <a:gd name="T36" fmla="*/ 70 w 363"/>
                    <a:gd name="T37" fmla="*/ 527 h 614"/>
                    <a:gd name="T38" fmla="*/ 61 w 363"/>
                    <a:gd name="T39" fmla="*/ 559 h 614"/>
                    <a:gd name="T40" fmla="*/ 68 w 363"/>
                    <a:gd name="T41" fmla="*/ 586 h 614"/>
                    <a:gd name="T42" fmla="*/ 144 w 363"/>
                    <a:gd name="T43" fmla="*/ 576 h 614"/>
                    <a:gd name="T44" fmla="*/ 175 w 363"/>
                    <a:gd name="T45" fmla="*/ 585 h 614"/>
                    <a:gd name="T46" fmla="*/ 195 w 363"/>
                    <a:gd name="T47" fmla="*/ 581 h 614"/>
                    <a:gd name="T48" fmla="*/ 227 w 363"/>
                    <a:gd name="T49" fmla="*/ 590 h 614"/>
                    <a:gd name="T50" fmla="*/ 320 w 363"/>
                    <a:gd name="T51" fmla="*/ 600 h 614"/>
                    <a:gd name="T52" fmla="*/ 358 w 363"/>
                    <a:gd name="T53" fmla="*/ 614 h 614"/>
                    <a:gd name="T54" fmla="*/ 363 w 363"/>
                    <a:gd name="T55" fmla="*/ 581 h 614"/>
                    <a:gd name="T56" fmla="*/ 358 w 363"/>
                    <a:gd name="T57" fmla="*/ 556 h 614"/>
                    <a:gd name="T58" fmla="*/ 332 w 363"/>
                    <a:gd name="T59" fmla="*/ 526 h 614"/>
                    <a:gd name="T60" fmla="*/ 313 w 363"/>
                    <a:gd name="T61" fmla="*/ 472 h 614"/>
                    <a:gd name="T62" fmla="*/ 294 w 363"/>
                    <a:gd name="T63" fmla="*/ 427 h 614"/>
                    <a:gd name="T64" fmla="*/ 289 w 363"/>
                    <a:gd name="T65" fmla="*/ 412 h 614"/>
                    <a:gd name="T66" fmla="*/ 276 w 363"/>
                    <a:gd name="T67" fmla="*/ 378 h 614"/>
                    <a:gd name="T68" fmla="*/ 304 w 363"/>
                    <a:gd name="T69" fmla="*/ 338 h 614"/>
                    <a:gd name="T70" fmla="*/ 312 w 363"/>
                    <a:gd name="T71" fmla="*/ 318 h 614"/>
                    <a:gd name="T72" fmla="*/ 317 w 363"/>
                    <a:gd name="T73" fmla="*/ 243 h 614"/>
                    <a:gd name="T74" fmla="*/ 261 w 363"/>
                    <a:gd name="T75" fmla="*/ 174 h 614"/>
                    <a:gd name="T76" fmla="*/ 336 w 363"/>
                    <a:gd name="T77" fmla="*/ 165 h 614"/>
                    <a:gd name="T78" fmla="*/ 304 w 363"/>
                    <a:gd name="T79" fmla="*/ 91 h 614"/>
                    <a:gd name="T80" fmla="*/ 296 w 363"/>
                    <a:gd name="T81" fmla="*/ 52 h 614"/>
                    <a:gd name="T82" fmla="*/ 280 w 363"/>
                    <a:gd name="T83" fmla="*/ 17 h 6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63" h="614">
                      <a:moveTo>
                        <a:pt x="280" y="17"/>
                      </a:moveTo>
                      <a:cubicBezTo>
                        <a:pt x="276" y="12"/>
                        <a:pt x="275" y="0"/>
                        <a:pt x="275" y="0"/>
                      </a:cubicBezTo>
                      <a:cubicBezTo>
                        <a:pt x="259" y="2"/>
                        <a:pt x="259" y="2"/>
                        <a:pt x="259" y="2"/>
                      </a:cubicBezTo>
                      <a:cubicBezTo>
                        <a:pt x="260" y="11"/>
                        <a:pt x="261" y="40"/>
                        <a:pt x="263" y="43"/>
                      </a:cubicBezTo>
                      <a:cubicBezTo>
                        <a:pt x="265" y="46"/>
                        <a:pt x="284" y="35"/>
                        <a:pt x="285" y="46"/>
                      </a:cubicBezTo>
                      <a:cubicBezTo>
                        <a:pt x="286" y="57"/>
                        <a:pt x="282" y="70"/>
                        <a:pt x="282" y="70"/>
                      </a:cubicBezTo>
                      <a:cubicBezTo>
                        <a:pt x="282" y="70"/>
                        <a:pt x="290" y="79"/>
                        <a:pt x="280" y="88"/>
                      </a:cubicBezTo>
                      <a:cubicBezTo>
                        <a:pt x="270" y="97"/>
                        <a:pt x="256" y="100"/>
                        <a:pt x="256" y="100"/>
                      </a:cubicBezTo>
                      <a:cubicBezTo>
                        <a:pt x="256" y="100"/>
                        <a:pt x="248" y="117"/>
                        <a:pt x="247" y="120"/>
                      </a:cubicBezTo>
                      <a:cubicBezTo>
                        <a:pt x="246" y="123"/>
                        <a:pt x="236" y="136"/>
                        <a:pt x="236" y="136"/>
                      </a:cubicBezTo>
                      <a:cubicBezTo>
                        <a:pt x="234" y="155"/>
                        <a:pt x="234" y="155"/>
                        <a:pt x="234" y="155"/>
                      </a:cubicBezTo>
                      <a:cubicBezTo>
                        <a:pt x="227" y="159"/>
                        <a:pt x="227" y="159"/>
                        <a:pt x="227" y="159"/>
                      </a:cubicBezTo>
                      <a:cubicBezTo>
                        <a:pt x="227" y="159"/>
                        <a:pt x="229" y="180"/>
                        <a:pt x="224" y="189"/>
                      </a:cubicBezTo>
                      <a:cubicBezTo>
                        <a:pt x="219" y="198"/>
                        <a:pt x="209" y="191"/>
                        <a:pt x="207" y="198"/>
                      </a:cubicBezTo>
                      <a:cubicBezTo>
                        <a:pt x="205" y="205"/>
                        <a:pt x="210" y="223"/>
                        <a:pt x="205" y="233"/>
                      </a:cubicBezTo>
                      <a:cubicBezTo>
                        <a:pt x="200" y="243"/>
                        <a:pt x="181" y="250"/>
                        <a:pt x="181" y="250"/>
                      </a:cubicBezTo>
                      <a:cubicBezTo>
                        <a:pt x="173" y="282"/>
                        <a:pt x="173" y="282"/>
                        <a:pt x="173" y="282"/>
                      </a:cubicBezTo>
                      <a:cubicBezTo>
                        <a:pt x="157" y="302"/>
                        <a:pt x="157" y="302"/>
                        <a:pt x="157" y="302"/>
                      </a:cubicBezTo>
                      <a:cubicBezTo>
                        <a:pt x="157" y="302"/>
                        <a:pt x="161" y="316"/>
                        <a:pt x="156" y="322"/>
                      </a:cubicBezTo>
                      <a:cubicBezTo>
                        <a:pt x="151" y="328"/>
                        <a:pt x="140" y="337"/>
                        <a:pt x="140" y="337"/>
                      </a:cubicBezTo>
                      <a:cubicBezTo>
                        <a:pt x="140" y="337"/>
                        <a:pt x="140" y="358"/>
                        <a:pt x="128" y="358"/>
                      </a:cubicBezTo>
                      <a:cubicBezTo>
                        <a:pt x="116" y="358"/>
                        <a:pt x="119" y="342"/>
                        <a:pt x="119" y="342"/>
                      </a:cubicBezTo>
                      <a:cubicBezTo>
                        <a:pt x="119" y="342"/>
                        <a:pt x="105" y="318"/>
                        <a:pt x="98" y="318"/>
                      </a:cubicBezTo>
                      <a:cubicBezTo>
                        <a:pt x="91" y="318"/>
                        <a:pt x="104" y="332"/>
                        <a:pt x="95" y="334"/>
                      </a:cubicBezTo>
                      <a:cubicBezTo>
                        <a:pt x="86" y="336"/>
                        <a:pt x="78" y="323"/>
                        <a:pt x="72" y="328"/>
                      </a:cubicBezTo>
                      <a:cubicBezTo>
                        <a:pt x="66" y="333"/>
                        <a:pt x="56" y="353"/>
                        <a:pt x="56" y="353"/>
                      </a:cubicBezTo>
                      <a:cubicBezTo>
                        <a:pt x="13" y="390"/>
                        <a:pt x="13" y="390"/>
                        <a:pt x="13" y="390"/>
                      </a:cubicBezTo>
                      <a:cubicBezTo>
                        <a:pt x="13" y="390"/>
                        <a:pt x="15" y="422"/>
                        <a:pt x="13" y="428"/>
                      </a:cubicBezTo>
                      <a:cubicBezTo>
                        <a:pt x="11" y="434"/>
                        <a:pt x="4" y="449"/>
                        <a:pt x="4" y="449"/>
                      </a:cubicBezTo>
                      <a:cubicBezTo>
                        <a:pt x="4" y="449"/>
                        <a:pt x="4" y="449"/>
                        <a:pt x="4" y="449"/>
                      </a:cubicBezTo>
                      <a:cubicBezTo>
                        <a:pt x="0" y="458"/>
                        <a:pt x="0" y="458"/>
                        <a:pt x="0" y="458"/>
                      </a:cubicBezTo>
                      <a:cubicBezTo>
                        <a:pt x="18" y="455"/>
                        <a:pt x="18" y="455"/>
                        <a:pt x="18" y="455"/>
                      </a:cubicBezTo>
                      <a:cubicBezTo>
                        <a:pt x="18" y="455"/>
                        <a:pt x="17" y="477"/>
                        <a:pt x="27" y="486"/>
                      </a:cubicBezTo>
                      <a:cubicBezTo>
                        <a:pt x="37" y="495"/>
                        <a:pt x="44" y="497"/>
                        <a:pt x="44" y="497"/>
                      </a:cubicBezTo>
                      <a:cubicBezTo>
                        <a:pt x="58" y="484"/>
                        <a:pt x="58" y="484"/>
                        <a:pt x="58" y="484"/>
                      </a:cubicBezTo>
                      <a:cubicBezTo>
                        <a:pt x="45" y="504"/>
                        <a:pt x="45" y="504"/>
                        <a:pt x="45" y="504"/>
                      </a:cubicBezTo>
                      <a:cubicBezTo>
                        <a:pt x="57" y="522"/>
                        <a:pt x="57" y="522"/>
                        <a:pt x="57" y="522"/>
                      </a:cubicBezTo>
                      <a:cubicBezTo>
                        <a:pt x="70" y="527"/>
                        <a:pt x="70" y="527"/>
                        <a:pt x="70" y="527"/>
                      </a:cubicBezTo>
                      <a:cubicBezTo>
                        <a:pt x="68" y="557"/>
                        <a:pt x="68" y="557"/>
                        <a:pt x="68" y="557"/>
                      </a:cubicBezTo>
                      <a:cubicBezTo>
                        <a:pt x="61" y="559"/>
                        <a:pt x="61" y="559"/>
                        <a:pt x="61" y="559"/>
                      </a:cubicBezTo>
                      <a:cubicBezTo>
                        <a:pt x="62" y="580"/>
                        <a:pt x="62" y="580"/>
                        <a:pt x="62" y="580"/>
                      </a:cubicBezTo>
                      <a:cubicBezTo>
                        <a:pt x="68" y="586"/>
                        <a:pt x="68" y="586"/>
                        <a:pt x="68" y="586"/>
                      </a:cubicBezTo>
                      <a:cubicBezTo>
                        <a:pt x="132" y="586"/>
                        <a:pt x="132" y="586"/>
                        <a:pt x="132" y="586"/>
                      </a:cubicBezTo>
                      <a:cubicBezTo>
                        <a:pt x="144" y="576"/>
                        <a:pt x="144" y="576"/>
                        <a:pt x="144" y="576"/>
                      </a:cubicBezTo>
                      <a:cubicBezTo>
                        <a:pt x="154" y="585"/>
                        <a:pt x="154" y="585"/>
                        <a:pt x="154" y="585"/>
                      </a:cubicBezTo>
                      <a:cubicBezTo>
                        <a:pt x="175" y="585"/>
                        <a:pt x="175" y="585"/>
                        <a:pt x="175" y="585"/>
                      </a:cubicBezTo>
                      <a:cubicBezTo>
                        <a:pt x="175" y="585"/>
                        <a:pt x="180" y="577"/>
                        <a:pt x="184" y="577"/>
                      </a:cubicBezTo>
                      <a:cubicBezTo>
                        <a:pt x="188" y="577"/>
                        <a:pt x="195" y="581"/>
                        <a:pt x="195" y="581"/>
                      </a:cubicBezTo>
                      <a:cubicBezTo>
                        <a:pt x="227" y="580"/>
                        <a:pt x="227" y="580"/>
                        <a:pt x="227" y="580"/>
                      </a:cubicBezTo>
                      <a:cubicBezTo>
                        <a:pt x="227" y="590"/>
                        <a:pt x="227" y="590"/>
                        <a:pt x="227" y="590"/>
                      </a:cubicBezTo>
                      <a:cubicBezTo>
                        <a:pt x="227" y="590"/>
                        <a:pt x="282" y="587"/>
                        <a:pt x="287" y="587"/>
                      </a:cubicBezTo>
                      <a:cubicBezTo>
                        <a:pt x="292" y="587"/>
                        <a:pt x="320" y="600"/>
                        <a:pt x="320" y="600"/>
                      </a:cubicBezTo>
                      <a:cubicBezTo>
                        <a:pt x="340" y="599"/>
                        <a:pt x="340" y="599"/>
                        <a:pt x="340" y="599"/>
                      </a:cubicBezTo>
                      <a:cubicBezTo>
                        <a:pt x="358" y="614"/>
                        <a:pt x="358" y="614"/>
                        <a:pt x="358" y="614"/>
                      </a:cubicBezTo>
                      <a:cubicBezTo>
                        <a:pt x="359" y="587"/>
                        <a:pt x="359" y="587"/>
                        <a:pt x="359" y="587"/>
                      </a:cubicBezTo>
                      <a:cubicBezTo>
                        <a:pt x="363" y="581"/>
                        <a:pt x="363" y="581"/>
                        <a:pt x="363" y="581"/>
                      </a:cubicBezTo>
                      <a:cubicBezTo>
                        <a:pt x="358" y="575"/>
                        <a:pt x="358" y="575"/>
                        <a:pt x="358" y="575"/>
                      </a:cubicBezTo>
                      <a:cubicBezTo>
                        <a:pt x="358" y="556"/>
                        <a:pt x="358" y="556"/>
                        <a:pt x="358" y="556"/>
                      </a:cubicBezTo>
                      <a:cubicBezTo>
                        <a:pt x="354" y="542"/>
                        <a:pt x="354" y="542"/>
                        <a:pt x="354" y="542"/>
                      </a:cubicBezTo>
                      <a:cubicBezTo>
                        <a:pt x="354" y="542"/>
                        <a:pt x="342" y="534"/>
                        <a:pt x="332" y="526"/>
                      </a:cubicBezTo>
                      <a:cubicBezTo>
                        <a:pt x="322" y="518"/>
                        <a:pt x="311" y="495"/>
                        <a:pt x="311" y="495"/>
                      </a:cubicBezTo>
                      <a:cubicBezTo>
                        <a:pt x="311" y="495"/>
                        <a:pt x="315" y="475"/>
                        <a:pt x="313" y="472"/>
                      </a:cubicBezTo>
                      <a:cubicBezTo>
                        <a:pt x="311" y="469"/>
                        <a:pt x="294" y="458"/>
                        <a:pt x="294" y="458"/>
                      </a:cubicBezTo>
                      <a:cubicBezTo>
                        <a:pt x="294" y="427"/>
                        <a:pt x="294" y="427"/>
                        <a:pt x="294" y="427"/>
                      </a:cubicBezTo>
                      <a:cubicBezTo>
                        <a:pt x="282" y="420"/>
                        <a:pt x="282" y="420"/>
                        <a:pt x="282" y="420"/>
                      </a:cubicBezTo>
                      <a:cubicBezTo>
                        <a:pt x="289" y="412"/>
                        <a:pt x="289" y="412"/>
                        <a:pt x="289" y="412"/>
                      </a:cubicBezTo>
                      <a:cubicBezTo>
                        <a:pt x="290" y="387"/>
                        <a:pt x="290" y="387"/>
                        <a:pt x="290" y="387"/>
                      </a:cubicBezTo>
                      <a:cubicBezTo>
                        <a:pt x="290" y="387"/>
                        <a:pt x="275" y="386"/>
                        <a:pt x="276" y="378"/>
                      </a:cubicBezTo>
                      <a:cubicBezTo>
                        <a:pt x="277" y="370"/>
                        <a:pt x="299" y="363"/>
                        <a:pt x="299" y="363"/>
                      </a:cubicBezTo>
                      <a:cubicBezTo>
                        <a:pt x="304" y="338"/>
                        <a:pt x="304" y="338"/>
                        <a:pt x="304" y="338"/>
                      </a:cubicBezTo>
                      <a:cubicBezTo>
                        <a:pt x="310" y="338"/>
                        <a:pt x="310" y="338"/>
                        <a:pt x="310" y="338"/>
                      </a:cubicBezTo>
                      <a:cubicBezTo>
                        <a:pt x="310" y="338"/>
                        <a:pt x="311" y="326"/>
                        <a:pt x="312" y="318"/>
                      </a:cubicBezTo>
                      <a:cubicBezTo>
                        <a:pt x="313" y="310"/>
                        <a:pt x="331" y="300"/>
                        <a:pt x="331" y="300"/>
                      </a:cubicBezTo>
                      <a:cubicBezTo>
                        <a:pt x="331" y="300"/>
                        <a:pt x="326" y="253"/>
                        <a:pt x="317" y="243"/>
                      </a:cubicBezTo>
                      <a:cubicBezTo>
                        <a:pt x="308" y="233"/>
                        <a:pt x="287" y="224"/>
                        <a:pt x="279" y="216"/>
                      </a:cubicBezTo>
                      <a:cubicBezTo>
                        <a:pt x="271" y="208"/>
                        <a:pt x="256" y="187"/>
                        <a:pt x="261" y="174"/>
                      </a:cubicBezTo>
                      <a:cubicBezTo>
                        <a:pt x="266" y="161"/>
                        <a:pt x="306" y="168"/>
                        <a:pt x="314" y="167"/>
                      </a:cubicBezTo>
                      <a:cubicBezTo>
                        <a:pt x="322" y="166"/>
                        <a:pt x="336" y="165"/>
                        <a:pt x="336" y="165"/>
                      </a:cubicBezTo>
                      <a:cubicBezTo>
                        <a:pt x="336" y="165"/>
                        <a:pt x="315" y="147"/>
                        <a:pt x="310" y="133"/>
                      </a:cubicBezTo>
                      <a:cubicBezTo>
                        <a:pt x="305" y="119"/>
                        <a:pt x="304" y="91"/>
                        <a:pt x="304" y="91"/>
                      </a:cubicBezTo>
                      <a:cubicBezTo>
                        <a:pt x="304" y="91"/>
                        <a:pt x="310" y="81"/>
                        <a:pt x="310" y="70"/>
                      </a:cubicBezTo>
                      <a:cubicBezTo>
                        <a:pt x="310" y="59"/>
                        <a:pt x="296" y="52"/>
                        <a:pt x="296" y="52"/>
                      </a:cubicBezTo>
                      <a:cubicBezTo>
                        <a:pt x="300" y="25"/>
                        <a:pt x="300" y="25"/>
                        <a:pt x="300" y="25"/>
                      </a:cubicBezTo>
                      <a:cubicBezTo>
                        <a:pt x="300" y="25"/>
                        <a:pt x="284" y="22"/>
                        <a:pt x="280" y="1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6" name="Freeform 293"/>
                <p:cNvSpPr>
                  <a:spLocks/>
                </p:cNvSpPr>
                <p:nvPr/>
              </p:nvSpPr>
              <p:spPr bwMode="gray">
                <a:xfrm>
                  <a:off x="-7855" y="-14529"/>
                  <a:ext cx="1335" cy="1034"/>
                </a:xfrm>
                <a:custGeom>
                  <a:avLst/>
                  <a:gdLst>
                    <a:gd name="T0" fmla="*/ 547 w 565"/>
                    <a:gd name="T1" fmla="*/ 165 h 438"/>
                    <a:gd name="T2" fmla="*/ 550 w 565"/>
                    <a:gd name="T3" fmla="*/ 145 h 438"/>
                    <a:gd name="T4" fmla="*/ 536 w 565"/>
                    <a:gd name="T5" fmla="*/ 145 h 438"/>
                    <a:gd name="T6" fmla="*/ 543 w 565"/>
                    <a:gd name="T7" fmla="*/ 124 h 438"/>
                    <a:gd name="T8" fmla="*/ 537 w 565"/>
                    <a:gd name="T9" fmla="*/ 113 h 438"/>
                    <a:gd name="T10" fmla="*/ 540 w 565"/>
                    <a:gd name="T11" fmla="*/ 68 h 438"/>
                    <a:gd name="T12" fmla="*/ 532 w 565"/>
                    <a:gd name="T13" fmla="*/ 68 h 438"/>
                    <a:gd name="T14" fmla="*/ 536 w 565"/>
                    <a:gd name="T15" fmla="*/ 56 h 438"/>
                    <a:gd name="T16" fmla="*/ 521 w 565"/>
                    <a:gd name="T17" fmla="*/ 39 h 438"/>
                    <a:gd name="T18" fmla="*/ 487 w 565"/>
                    <a:gd name="T19" fmla="*/ 26 h 438"/>
                    <a:gd name="T20" fmla="*/ 470 w 565"/>
                    <a:gd name="T21" fmla="*/ 34 h 438"/>
                    <a:gd name="T22" fmla="*/ 439 w 565"/>
                    <a:gd name="T23" fmla="*/ 29 h 438"/>
                    <a:gd name="T24" fmla="*/ 408 w 565"/>
                    <a:gd name="T25" fmla="*/ 33 h 438"/>
                    <a:gd name="T26" fmla="*/ 374 w 565"/>
                    <a:gd name="T27" fmla="*/ 2 h 438"/>
                    <a:gd name="T28" fmla="*/ 354 w 565"/>
                    <a:gd name="T29" fmla="*/ 0 h 438"/>
                    <a:gd name="T30" fmla="*/ 337 w 565"/>
                    <a:gd name="T31" fmla="*/ 48 h 438"/>
                    <a:gd name="T32" fmla="*/ 300 w 565"/>
                    <a:gd name="T33" fmla="*/ 107 h 438"/>
                    <a:gd name="T34" fmla="*/ 267 w 565"/>
                    <a:gd name="T35" fmla="*/ 116 h 438"/>
                    <a:gd name="T36" fmla="*/ 251 w 565"/>
                    <a:gd name="T37" fmla="*/ 131 h 438"/>
                    <a:gd name="T38" fmla="*/ 239 w 565"/>
                    <a:gd name="T39" fmla="*/ 128 h 438"/>
                    <a:gd name="T40" fmla="*/ 222 w 565"/>
                    <a:gd name="T41" fmla="*/ 137 h 438"/>
                    <a:gd name="T42" fmla="*/ 211 w 565"/>
                    <a:gd name="T43" fmla="*/ 158 h 438"/>
                    <a:gd name="T44" fmla="*/ 191 w 565"/>
                    <a:gd name="T45" fmla="*/ 174 h 438"/>
                    <a:gd name="T46" fmla="*/ 188 w 565"/>
                    <a:gd name="T47" fmla="*/ 199 h 438"/>
                    <a:gd name="T48" fmla="*/ 165 w 565"/>
                    <a:gd name="T49" fmla="*/ 244 h 438"/>
                    <a:gd name="T50" fmla="*/ 166 w 565"/>
                    <a:gd name="T51" fmla="*/ 269 h 438"/>
                    <a:gd name="T52" fmla="*/ 158 w 565"/>
                    <a:gd name="T53" fmla="*/ 276 h 438"/>
                    <a:gd name="T54" fmla="*/ 170 w 565"/>
                    <a:gd name="T55" fmla="*/ 292 h 438"/>
                    <a:gd name="T56" fmla="*/ 169 w 565"/>
                    <a:gd name="T57" fmla="*/ 316 h 438"/>
                    <a:gd name="T58" fmla="*/ 154 w 565"/>
                    <a:gd name="T59" fmla="*/ 321 h 438"/>
                    <a:gd name="T60" fmla="*/ 130 w 565"/>
                    <a:gd name="T61" fmla="*/ 359 h 438"/>
                    <a:gd name="T62" fmla="*/ 101 w 565"/>
                    <a:gd name="T63" fmla="*/ 376 h 438"/>
                    <a:gd name="T64" fmla="*/ 80 w 565"/>
                    <a:gd name="T65" fmla="*/ 404 h 438"/>
                    <a:gd name="T66" fmla="*/ 32 w 565"/>
                    <a:gd name="T67" fmla="*/ 421 h 438"/>
                    <a:gd name="T68" fmla="*/ 9 w 565"/>
                    <a:gd name="T69" fmla="*/ 423 h 438"/>
                    <a:gd name="T70" fmla="*/ 0 w 565"/>
                    <a:gd name="T71" fmla="*/ 438 h 438"/>
                    <a:gd name="T72" fmla="*/ 207 w 565"/>
                    <a:gd name="T73" fmla="*/ 438 h 438"/>
                    <a:gd name="T74" fmla="*/ 209 w 565"/>
                    <a:gd name="T75" fmla="*/ 399 h 438"/>
                    <a:gd name="T76" fmla="*/ 212 w 565"/>
                    <a:gd name="T77" fmla="*/ 381 h 438"/>
                    <a:gd name="T78" fmla="*/ 232 w 565"/>
                    <a:gd name="T79" fmla="*/ 369 h 438"/>
                    <a:gd name="T80" fmla="*/ 253 w 565"/>
                    <a:gd name="T81" fmla="*/ 344 h 438"/>
                    <a:gd name="T82" fmla="*/ 265 w 565"/>
                    <a:gd name="T83" fmla="*/ 345 h 438"/>
                    <a:gd name="T84" fmla="*/ 283 w 565"/>
                    <a:gd name="T85" fmla="*/ 331 h 438"/>
                    <a:gd name="T86" fmla="*/ 302 w 565"/>
                    <a:gd name="T87" fmla="*/ 339 h 438"/>
                    <a:gd name="T88" fmla="*/ 308 w 565"/>
                    <a:gd name="T89" fmla="*/ 326 h 438"/>
                    <a:gd name="T90" fmla="*/ 326 w 565"/>
                    <a:gd name="T91" fmla="*/ 325 h 438"/>
                    <a:gd name="T92" fmla="*/ 327 w 565"/>
                    <a:gd name="T93" fmla="*/ 317 h 438"/>
                    <a:gd name="T94" fmla="*/ 361 w 565"/>
                    <a:gd name="T95" fmla="*/ 318 h 438"/>
                    <a:gd name="T96" fmla="*/ 384 w 565"/>
                    <a:gd name="T97" fmla="*/ 284 h 438"/>
                    <a:gd name="T98" fmla="*/ 414 w 565"/>
                    <a:gd name="T99" fmla="*/ 283 h 438"/>
                    <a:gd name="T100" fmla="*/ 432 w 565"/>
                    <a:gd name="T101" fmla="*/ 264 h 438"/>
                    <a:gd name="T102" fmla="*/ 449 w 565"/>
                    <a:gd name="T103" fmla="*/ 257 h 438"/>
                    <a:gd name="T104" fmla="*/ 439 w 565"/>
                    <a:gd name="T105" fmla="*/ 245 h 438"/>
                    <a:gd name="T106" fmla="*/ 438 w 565"/>
                    <a:gd name="T107" fmla="*/ 221 h 438"/>
                    <a:gd name="T108" fmla="*/ 475 w 565"/>
                    <a:gd name="T109" fmla="*/ 215 h 438"/>
                    <a:gd name="T110" fmla="*/ 480 w 565"/>
                    <a:gd name="T111" fmla="*/ 200 h 438"/>
                    <a:gd name="T112" fmla="*/ 493 w 565"/>
                    <a:gd name="T113" fmla="*/ 202 h 438"/>
                    <a:gd name="T114" fmla="*/ 501 w 565"/>
                    <a:gd name="T115" fmla="*/ 195 h 438"/>
                    <a:gd name="T116" fmla="*/ 515 w 565"/>
                    <a:gd name="T117" fmla="*/ 201 h 438"/>
                    <a:gd name="T118" fmla="*/ 553 w 565"/>
                    <a:gd name="T119" fmla="*/ 196 h 438"/>
                    <a:gd name="T120" fmla="*/ 554 w 565"/>
                    <a:gd name="T121" fmla="*/ 186 h 438"/>
                    <a:gd name="T122" fmla="*/ 565 w 565"/>
                    <a:gd name="T123" fmla="*/ 177 h 438"/>
                    <a:gd name="T124" fmla="*/ 547 w 565"/>
                    <a:gd name="T125" fmla="*/ 165 h 4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65" h="438">
                      <a:moveTo>
                        <a:pt x="547" y="165"/>
                      </a:moveTo>
                      <a:cubicBezTo>
                        <a:pt x="550" y="145"/>
                        <a:pt x="550" y="145"/>
                        <a:pt x="550" y="145"/>
                      </a:cubicBezTo>
                      <a:cubicBezTo>
                        <a:pt x="536" y="145"/>
                        <a:pt x="536" y="145"/>
                        <a:pt x="536" y="145"/>
                      </a:cubicBezTo>
                      <a:cubicBezTo>
                        <a:pt x="543" y="124"/>
                        <a:pt x="543" y="124"/>
                        <a:pt x="543" y="124"/>
                      </a:cubicBezTo>
                      <a:cubicBezTo>
                        <a:pt x="537" y="113"/>
                        <a:pt x="537" y="113"/>
                        <a:pt x="537" y="113"/>
                      </a:cubicBezTo>
                      <a:cubicBezTo>
                        <a:pt x="540" y="68"/>
                        <a:pt x="540" y="68"/>
                        <a:pt x="540" y="68"/>
                      </a:cubicBezTo>
                      <a:cubicBezTo>
                        <a:pt x="532" y="68"/>
                        <a:pt x="532" y="68"/>
                        <a:pt x="532" y="68"/>
                      </a:cubicBezTo>
                      <a:cubicBezTo>
                        <a:pt x="532" y="68"/>
                        <a:pt x="536" y="57"/>
                        <a:pt x="536" y="56"/>
                      </a:cubicBezTo>
                      <a:cubicBezTo>
                        <a:pt x="526" y="52"/>
                        <a:pt x="522" y="43"/>
                        <a:pt x="521" y="39"/>
                      </a:cubicBezTo>
                      <a:cubicBezTo>
                        <a:pt x="508" y="36"/>
                        <a:pt x="496" y="26"/>
                        <a:pt x="487" y="26"/>
                      </a:cubicBezTo>
                      <a:cubicBezTo>
                        <a:pt x="477" y="26"/>
                        <a:pt x="470" y="34"/>
                        <a:pt x="470" y="34"/>
                      </a:cubicBezTo>
                      <a:cubicBezTo>
                        <a:pt x="470" y="34"/>
                        <a:pt x="447" y="29"/>
                        <a:pt x="439" y="29"/>
                      </a:cubicBezTo>
                      <a:cubicBezTo>
                        <a:pt x="431" y="29"/>
                        <a:pt x="423" y="38"/>
                        <a:pt x="408" y="33"/>
                      </a:cubicBezTo>
                      <a:cubicBezTo>
                        <a:pt x="393" y="28"/>
                        <a:pt x="378" y="4"/>
                        <a:pt x="374" y="2"/>
                      </a:cubicBezTo>
                      <a:cubicBezTo>
                        <a:pt x="370" y="0"/>
                        <a:pt x="354" y="0"/>
                        <a:pt x="354" y="0"/>
                      </a:cubicBezTo>
                      <a:cubicBezTo>
                        <a:pt x="354" y="0"/>
                        <a:pt x="343" y="35"/>
                        <a:pt x="337" y="48"/>
                      </a:cubicBezTo>
                      <a:cubicBezTo>
                        <a:pt x="331" y="61"/>
                        <a:pt x="312" y="98"/>
                        <a:pt x="300" y="107"/>
                      </a:cubicBezTo>
                      <a:cubicBezTo>
                        <a:pt x="288" y="116"/>
                        <a:pt x="272" y="112"/>
                        <a:pt x="267" y="116"/>
                      </a:cubicBezTo>
                      <a:cubicBezTo>
                        <a:pt x="262" y="120"/>
                        <a:pt x="251" y="131"/>
                        <a:pt x="251" y="131"/>
                      </a:cubicBezTo>
                      <a:cubicBezTo>
                        <a:pt x="239" y="128"/>
                        <a:pt x="239" y="128"/>
                        <a:pt x="239" y="128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17" y="150"/>
                        <a:pt x="211" y="158"/>
                      </a:cubicBezTo>
                      <a:cubicBezTo>
                        <a:pt x="211" y="158"/>
                        <a:pt x="191" y="170"/>
                        <a:pt x="191" y="174"/>
                      </a:cubicBezTo>
                      <a:cubicBezTo>
                        <a:pt x="191" y="178"/>
                        <a:pt x="195" y="192"/>
                        <a:pt x="188" y="199"/>
                      </a:cubicBezTo>
                      <a:cubicBezTo>
                        <a:pt x="181" y="206"/>
                        <a:pt x="164" y="230"/>
                        <a:pt x="165" y="244"/>
                      </a:cubicBezTo>
                      <a:cubicBezTo>
                        <a:pt x="166" y="258"/>
                        <a:pt x="166" y="269"/>
                        <a:pt x="166" y="269"/>
                      </a:cubicBezTo>
                      <a:cubicBezTo>
                        <a:pt x="166" y="269"/>
                        <a:pt x="158" y="273"/>
                        <a:pt x="158" y="276"/>
                      </a:cubicBezTo>
                      <a:cubicBezTo>
                        <a:pt x="158" y="279"/>
                        <a:pt x="173" y="277"/>
                        <a:pt x="170" y="292"/>
                      </a:cubicBezTo>
                      <a:cubicBezTo>
                        <a:pt x="167" y="307"/>
                        <a:pt x="169" y="316"/>
                        <a:pt x="169" y="316"/>
                      </a:cubicBezTo>
                      <a:cubicBezTo>
                        <a:pt x="169" y="316"/>
                        <a:pt x="163" y="310"/>
                        <a:pt x="154" y="321"/>
                      </a:cubicBezTo>
                      <a:cubicBezTo>
                        <a:pt x="145" y="332"/>
                        <a:pt x="138" y="348"/>
                        <a:pt x="130" y="359"/>
                      </a:cubicBezTo>
                      <a:cubicBezTo>
                        <a:pt x="122" y="370"/>
                        <a:pt x="108" y="366"/>
                        <a:pt x="101" y="376"/>
                      </a:cubicBezTo>
                      <a:cubicBezTo>
                        <a:pt x="94" y="386"/>
                        <a:pt x="86" y="398"/>
                        <a:pt x="80" y="404"/>
                      </a:cubicBezTo>
                      <a:cubicBezTo>
                        <a:pt x="74" y="410"/>
                        <a:pt x="36" y="420"/>
                        <a:pt x="32" y="421"/>
                      </a:cubicBezTo>
                      <a:cubicBezTo>
                        <a:pt x="28" y="422"/>
                        <a:pt x="9" y="423"/>
                        <a:pt x="9" y="423"/>
                      </a:cubicBezTo>
                      <a:cubicBezTo>
                        <a:pt x="9" y="423"/>
                        <a:pt x="4" y="429"/>
                        <a:pt x="0" y="438"/>
                      </a:cubicBezTo>
                      <a:cubicBezTo>
                        <a:pt x="207" y="438"/>
                        <a:pt x="207" y="438"/>
                        <a:pt x="207" y="438"/>
                      </a:cubicBezTo>
                      <a:cubicBezTo>
                        <a:pt x="209" y="399"/>
                        <a:pt x="209" y="399"/>
                        <a:pt x="209" y="399"/>
                      </a:cubicBezTo>
                      <a:cubicBezTo>
                        <a:pt x="212" y="381"/>
                        <a:pt x="212" y="381"/>
                        <a:pt x="212" y="381"/>
                      </a:cubicBezTo>
                      <a:cubicBezTo>
                        <a:pt x="212" y="381"/>
                        <a:pt x="225" y="374"/>
                        <a:pt x="232" y="369"/>
                      </a:cubicBezTo>
                      <a:cubicBezTo>
                        <a:pt x="239" y="364"/>
                        <a:pt x="253" y="344"/>
                        <a:pt x="253" y="344"/>
                      </a:cubicBezTo>
                      <a:cubicBezTo>
                        <a:pt x="265" y="345"/>
                        <a:pt x="265" y="345"/>
                        <a:pt x="265" y="345"/>
                      </a:cubicBezTo>
                      <a:cubicBezTo>
                        <a:pt x="283" y="331"/>
                        <a:pt x="283" y="331"/>
                        <a:pt x="283" y="331"/>
                      </a:cubicBezTo>
                      <a:cubicBezTo>
                        <a:pt x="283" y="331"/>
                        <a:pt x="296" y="340"/>
                        <a:pt x="302" y="339"/>
                      </a:cubicBezTo>
                      <a:cubicBezTo>
                        <a:pt x="308" y="338"/>
                        <a:pt x="308" y="326"/>
                        <a:pt x="308" y="326"/>
                      </a:cubicBezTo>
                      <a:cubicBezTo>
                        <a:pt x="326" y="325"/>
                        <a:pt x="326" y="325"/>
                        <a:pt x="326" y="325"/>
                      </a:cubicBezTo>
                      <a:cubicBezTo>
                        <a:pt x="327" y="317"/>
                        <a:pt x="327" y="317"/>
                        <a:pt x="327" y="317"/>
                      </a:cubicBezTo>
                      <a:cubicBezTo>
                        <a:pt x="327" y="317"/>
                        <a:pt x="353" y="321"/>
                        <a:pt x="361" y="318"/>
                      </a:cubicBezTo>
                      <a:cubicBezTo>
                        <a:pt x="369" y="315"/>
                        <a:pt x="384" y="284"/>
                        <a:pt x="384" y="284"/>
                      </a:cubicBezTo>
                      <a:cubicBezTo>
                        <a:pt x="384" y="284"/>
                        <a:pt x="408" y="283"/>
                        <a:pt x="414" y="283"/>
                      </a:cubicBezTo>
                      <a:cubicBezTo>
                        <a:pt x="420" y="283"/>
                        <a:pt x="432" y="264"/>
                        <a:pt x="432" y="264"/>
                      </a:cubicBezTo>
                      <a:cubicBezTo>
                        <a:pt x="449" y="257"/>
                        <a:pt x="449" y="257"/>
                        <a:pt x="449" y="257"/>
                      </a:cubicBezTo>
                      <a:cubicBezTo>
                        <a:pt x="439" y="245"/>
                        <a:pt x="439" y="245"/>
                        <a:pt x="439" y="245"/>
                      </a:cubicBezTo>
                      <a:cubicBezTo>
                        <a:pt x="439" y="245"/>
                        <a:pt x="430" y="228"/>
                        <a:pt x="438" y="221"/>
                      </a:cubicBezTo>
                      <a:cubicBezTo>
                        <a:pt x="446" y="214"/>
                        <a:pt x="468" y="220"/>
                        <a:pt x="475" y="215"/>
                      </a:cubicBezTo>
                      <a:cubicBezTo>
                        <a:pt x="482" y="210"/>
                        <a:pt x="475" y="203"/>
                        <a:pt x="480" y="200"/>
                      </a:cubicBezTo>
                      <a:cubicBezTo>
                        <a:pt x="485" y="197"/>
                        <a:pt x="493" y="202"/>
                        <a:pt x="493" y="202"/>
                      </a:cubicBezTo>
                      <a:cubicBezTo>
                        <a:pt x="493" y="202"/>
                        <a:pt x="497" y="195"/>
                        <a:pt x="501" y="195"/>
                      </a:cubicBezTo>
                      <a:cubicBezTo>
                        <a:pt x="505" y="195"/>
                        <a:pt x="515" y="201"/>
                        <a:pt x="515" y="201"/>
                      </a:cubicBezTo>
                      <a:cubicBezTo>
                        <a:pt x="553" y="196"/>
                        <a:pt x="553" y="196"/>
                        <a:pt x="553" y="196"/>
                      </a:cubicBezTo>
                      <a:cubicBezTo>
                        <a:pt x="553" y="196"/>
                        <a:pt x="552" y="189"/>
                        <a:pt x="554" y="186"/>
                      </a:cubicBezTo>
                      <a:cubicBezTo>
                        <a:pt x="556" y="183"/>
                        <a:pt x="565" y="177"/>
                        <a:pt x="565" y="177"/>
                      </a:cubicBezTo>
                      <a:lnTo>
                        <a:pt x="547" y="16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7" name="Freeform 294"/>
                <p:cNvSpPr>
                  <a:spLocks/>
                </p:cNvSpPr>
                <p:nvPr/>
              </p:nvSpPr>
              <p:spPr bwMode="gray">
                <a:xfrm>
                  <a:off x="-5601" y="-14735"/>
                  <a:ext cx="441" cy="914"/>
                </a:xfrm>
                <a:custGeom>
                  <a:avLst/>
                  <a:gdLst>
                    <a:gd name="T0" fmla="*/ 25 w 187"/>
                    <a:gd name="T1" fmla="*/ 48 h 387"/>
                    <a:gd name="T2" fmla="*/ 38 w 187"/>
                    <a:gd name="T3" fmla="*/ 52 h 387"/>
                    <a:gd name="T4" fmla="*/ 33 w 187"/>
                    <a:gd name="T5" fmla="*/ 90 h 387"/>
                    <a:gd name="T6" fmla="*/ 38 w 187"/>
                    <a:gd name="T7" fmla="*/ 119 h 387"/>
                    <a:gd name="T8" fmla="*/ 30 w 187"/>
                    <a:gd name="T9" fmla="*/ 151 h 387"/>
                    <a:gd name="T10" fmla="*/ 16 w 187"/>
                    <a:gd name="T11" fmla="*/ 162 h 387"/>
                    <a:gd name="T12" fmla="*/ 0 w 187"/>
                    <a:gd name="T13" fmla="*/ 185 h 387"/>
                    <a:gd name="T14" fmla="*/ 0 w 187"/>
                    <a:gd name="T15" fmla="*/ 208 h 387"/>
                    <a:gd name="T16" fmla="*/ 7 w 187"/>
                    <a:gd name="T17" fmla="*/ 208 h 387"/>
                    <a:gd name="T18" fmla="*/ 7 w 187"/>
                    <a:gd name="T19" fmla="*/ 227 h 387"/>
                    <a:gd name="T20" fmla="*/ 34 w 187"/>
                    <a:gd name="T21" fmla="*/ 240 h 387"/>
                    <a:gd name="T22" fmla="*/ 35 w 187"/>
                    <a:gd name="T23" fmla="*/ 266 h 387"/>
                    <a:gd name="T24" fmla="*/ 67 w 187"/>
                    <a:gd name="T25" fmla="*/ 291 h 387"/>
                    <a:gd name="T26" fmla="*/ 88 w 187"/>
                    <a:gd name="T27" fmla="*/ 387 h 387"/>
                    <a:gd name="T28" fmla="*/ 104 w 187"/>
                    <a:gd name="T29" fmla="*/ 381 h 387"/>
                    <a:gd name="T30" fmla="*/ 123 w 187"/>
                    <a:gd name="T31" fmla="*/ 355 h 387"/>
                    <a:gd name="T32" fmla="*/ 114 w 187"/>
                    <a:gd name="T33" fmla="*/ 317 h 387"/>
                    <a:gd name="T34" fmla="*/ 129 w 187"/>
                    <a:gd name="T35" fmla="*/ 306 h 387"/>
                    <a:gd name="T36" fmla="*/ 148 w 187"/>
                    <a:gd name="T37" fmla="*/ 283 h 387"/>
                    <a:gd name="T38" fmla="*/ 183 w 187"/>
                    <a:gd name="T39" fmla="*/ 265 h 387"/>
                    <a:gd name="T40" fmla="*/ 172 w 187"/>
                    <a:gd name="T41" fmla="*/ 255 h 387"/>
                    <a:gd name="T42" fmla="*/ 175 w 187"/>
                    <a:gd name="T43" fmla="*/ 228 h 387"/>
                    <a:gd name="T44" fmla="*/ 167 w 187"/>
                    <a:gd name="T45" fmla="*/ 226 h 387"/>
                    <a:gd name="T46" fmla="*/ 160 w 187"/>
                    <a:gd name="T47" fmla="*/ 207 h 387"/>
                    <a:gd name="T48" fmla="*/ 150 w 187"/>
                    <a:gd name="T49" fmla="*/ 201 h 387"/>
                    <a:gd name="T50" fmla="*/ 148 w 187"/>
                    <a:gd name="T51" fmla="*/ 212 h 387"/>
                    <a:gd name="T52" fmla="*/ 142 w 187"/>
                    <a:gd name="T53" fmla="*/ 203 h 387"/>
                    <a:gd name="T54" fmla="*/ 111 w 187"/>
                    <a:gd name="T55" fmla="*/ 183 h 387"/>
                    <a:gd name="T56" fmla="*/ 132 w 187"/>
                    <a:gd name="T57" fmla="*/ 154 h 387"/>
                    <a:gd name="T58" fmla="*/ 156 w 187"/>
                    <a:gd name="T59" fmla="*/ 102 h 387"/>
                    <a:gd name="T60" fmla="*/ 132 w 187"/>
                    <a:gd name="T61" fmla="*/ 73 h 387"/>
                    <a:gd name="T62" fmla="*/ 145 w 187"/>
                    <a:gd name="T63" fmla="*/ 50 h 387"/>
                    <a:gd name="T64" fmla="*/ 156 w 187"/>
                    <a:gd name="T65" fmla="*/ 18 h 387"/>
                    <a:gd name="T66" fmla="*/ 125 w 187"/>
                    <a:gd name="T67" fmla="*/ 45 h 387"/>
                    <a:gd name="T68" fmla="*/ 108 w 187"/>
                    <a:gd name="T69" fmla="*/ 33 h 387"/>
                    <a:gd name="T70" fmla="*/ 110 w 187"/>
                    <a:gd name="T71" fmla="*/ 8 h 387"/>
                    <a:gd name="T72" fmla="*/ 60 w 187"/>
                    <a:gd name="T73" fmla="*/ 23 h 387"/>
                    <a:gd name="T74" fmla="*/ 53 w 187"/>
                    <a:gd name="T75" fmla="*/ 25 h 387"/>
                    <a:gd name="T76" fmla="*/ 53 w 187"/>
                    <a:gd name="T77" fmla="*/ 35 h 387"/>
                    <a:gd name="T78" fmla="*/ 25 w 187"/>
                    <a:gd name="T79" fmla="*/ 48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87" h="387">
                      <a:moveTo>
                        <a:pt x="25" y="48"/>
                      </a:moveTo>
                      <a:cubicBezTo>
                        <a:pt x="38" y="52"/>
                        <a:pt x="38" y="52"/>
                        <a:pt x="38" y="52"/>
                      </a:cubicBezTo>
                      <a:cubicBezTo>
                        <a:pt x="38" y="52"/>
                        <a:pt x="29" y="83"/>
                        <a:pt x="33" y="90"/>
                      </a:cubicBezTo>
                      <a:cubicBezTo>
                        <a:pt x="37" y="97"/>
                        <a:pt x="39" y="109"/>
                        <a:pt x="38" y="119"/>
                      </a:cubicBezTo>
                      <a:cubicBezTo>
                        <a:pt x="37" y="129"/>
                        <a:pt x="30" y="151"/>
                        <a:pt x="30" y="151"/>
                      </a:cubicBezTo>
                      <a:cubicBezTo>
                        <a:pt x="16" y="162"/>
                        <a:pt x="16" y="162"/>
                        <a:pt x="16" y="162"/>
                      </a:cubicBezTo>
                      <a:cubicBezTo>
                        <a:pt x="16" y="162"/>
                        <a:pt x="0" y="175"/>
                        <a:pt x="0" y="185"/>
                      </a:cubicBezTo>
                      <a:cubicBezTo>
                        <a:pt x="0" y="195"/>
                        <a:pt x="0" y="208"/>
                        <a:pt x="0" y="208"/>
                      </a:cubicBezTo>
                      <a:cubicBezTo>
                        <a:pt x="7" y="208"/>
                        <a:pt x="7" y="208"/>
                        <a:pt x="7" y="208"/>
                      </a:cubicBezTo>
                      <a:cubicBezTo>
                        <a:pt x="7" y="227"/>
                        <a:pt x="7" y="227"/>
                        <a:pt x="7" y="227"/>
                      </a:cubicBezTo>
                      <a:cubicBezTo>
                        <a:pt x="7" y="227"/>
                        <a:pt x="33" y="232"/>
                        <a:pt x="34" y="240"/>
                      </a:cubicBezTo>
                      <a:cubicBezTo>
                        <a:pt x="35" y="248"/>
                        <a:pt x="35" y="266"/>
                        <a:pt x="35" y="266"/>
                      </a:cubicBezTo>
                      <a:cubicBezTo>
                        <a:pt x="35" y="266"/>
                        <a:pt x="67" y="278"/>
                        <a:pt x="67" y="291"/>
                      </a:cubicBezTo>
                      <a:cubicBezTo>
                        <a:pt x="67" y="302"/>
                        <a:pt x="82" y="364"/>
                        <a:pt x="88" y="387"/>
                      </a:cubicBezTo>
                      <a:cubicBezTo>
                        <a:pt x="95" y="384"/>
                        <a:pt x="104" y="381"/>
                        <a:pt x="104" y="381"/>
                      </a:cubicBezTo>
                      <a:cubicBezTo>
                        <a:pt x="104" y="381"/>
                        <a:pt x="124" y="367"/>
                        <a:pt x="123" y="355"/>
                      </a:cubicBezTo>
                      <a:cubicBezTo>
                        <a:pt x="122" y="343"/>
                        <a:pt x="112" y="323"/>
                        <a:pt x="114" y="317"/>
                      </a:cubicBezTo>
                      <a:cubicBezTo>
                        <a:pt x="116" y="311"/>
                        <a:pt x="129" y="306"/>
                        <a:pt x="129" y="306"/>
                      </a:cubicBezTo>
                      <a:cubicBezTo>
                        <a:pt x="129" y="306"/>
                        <a:pt x="142" y="289"/>
                        <a:pt x="148" y="283"/>
                      </a:cubicBezTo>
                      <a:cubicBezTo>
                        <a:pt x="154" y="277"/>
                        <a:pt x="179" y="273"/>
                        <a:pt x="183" y="265"/>
                      </a:cubicBezTo>
                      <a:cubicBezTo>
                        <a:pt x="187" y="257"/>
                        <a:pt x="172" y="255"/>
                        <a:pt x="172" y="255"/>
                      </a:cubicBezTo>
                      <a:cubicBezTo>
                        <a:pt x="175" y="228"/>
                        <a:pt x="175" y="228"/>
                        <a:pt x="175" y="228"/>
                      </a:cubicBezTo>
                      <a:cubicBezTo>
                        <a:pt x="170" y="227"/>
                        <a:pt x="167" y="226"/>
                        <a:pt x="167" y="226"/>
                      </a:cubicBezTo>
                      <a:cubicBezTo>
                        <a:pt x="160" y="207"/>
                        <a:pt x="160" y="207"/>
                        <a:pt x="160" y="207"/>
                      </a:cubicBezTo>
                      <a:cubicBezTo>
                        <a:pt x="150" y="201"/>
                        <a:pt x="150" y="201"/>
                        <a:pt x="150" y="201"/>
                      </a:cubicBezTo>
                      <a:cubicBezTo>
                        <a:pt x="148" y="212"/>
                        <a:pt x="148" y="212"/>
                        <a:pt x="148" y="212"/>
                      </a:cubicBezTo>
                      <a:cubicBezTo>
                        <a:pt x="142" y="203"/>
                        <a:pt x="142" y="203"/>
                        <a:pt x="142" y="203"/>
                      </a:cubicBezTo>
                      <a:cubicBezTo>
                        <a:pt x="142" y="203"/>
                        <a:pt x="111" y="202"/>
                        <a:pt x="111" y="183"/>
                      </a:cubicBezTo>
                      <a:cubicBezTo>
                        <a:pt x="111" y="164"/>
                        <a:pt x="109" y="174"/>
                        <a:pt x="132" y="154"/>
                      </a:cubicBezTo>
                      <a:cubicBezTo>
                        <a:pt x="155" y="134"/>
                        <a:pt x="169" y="118"/>
                        <a:pt x="156" y="102"/>
                      </a:cubicBezTo>
                      <a:cubicBezTo>
                        <a:pt x="143" y="86"/>
                        <a:pt x="128" y="89"/>
                        <a:pt x="132" y="73"/>
                      </a:cubicBezTo>
                      <a:cubicBezTo>
                        <a:pt x="136" y="57"/>
                        <a:pt x="135" y="59"/>
                        <a:pt x="145" y="50"/>
                      </a:cubicBezTo>
                      <a:cubicBezTo>
                        <a:pt x="155" y="41"/>
                        <a:pt x="163" y="19"/>
                        <a:pt x="156" y="18"/>
                      </a:cubicBezTo>
                      <a:cubicBezTo>
                        <a:pt x="149" y="17"/>
                        <a:pt x="130" y="43"/>
                        <a:pt x="125" y="45"/>
                      </a:cubicBezTo>
                      <a:cubicBezTo>
                        <a:pt x="120" y="47"/>
                        <a:pt x="108" y="33"/>
                        <a:pt x="108" y="33"/>
                      </a:cubicBezTo>
                      <a:cubicBezTo>
                        <a:pt x="108" y="33"/>
                        <a:pt x="127" y="16"/>
                        <a:pt x="110" y="8"/>
                      </a:cubicBezTo>
                      <a:cubicBezTo>
                        <a:pt x="93" y="0"/>
                        <a:pt x="66" y="19"/>
                        <a:pt x="60" y="23"/>
                      </a:cubicBezTo>
                      <a:cubicBezTo>
                        <a:pt x="58" y="24"/>
                        <a:pt x="56" y="25"/>
                        <a:pt x="53" y="25"/>
                      </a:cubicBezTo>
                      <a:cubicBezTo>
                        <a:pt x="53" y="35"/>
                        <a:pt x="53" y="35"/>
                        <a:pt x="53" y="35"/>
                      </a:cubicBezTo>
                      <a:lnTo>
                        <a:pt x="25" y="4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8" name="Freeform 295"/>
                <p:cNvSpPr>
                  <a:spLocks/>
                </p:cNvSpPr>
                <p:nvPr/>
              </p:nvSpPr>
              <p:spPr bwMode="gray">
                <a:xfrm>
                  <a:off x="-6830" y="-11395"/>
                  <a:ext cx="504" cy="825"/>
                </a:xfrm>
                <a:custGeom>
                  <a:avLst/>
                  <a:gdLst>
                    <a:gd name="T0" fmla="*/ 185 w 213"/>
                    <a:gd name="T1" fmla="*/ 228 h 349"/>
                    <a:gd name="T2" fmla="*/ 190 w 213"/>
                    <a:gd name="T3" fmla="*/ 205 h 349"/>
                    <a:gd name="T4" fmla="*/ 182 w 213"/>
                    <a:gd name="T5" fmla="*/ 198 h 349"/>
                    <a:gd name="T6" fmla="*/ 185 w 213"/>
                    <a:gd name="T7" fmla="*/ 186 h 349"/>
                    <a:gd name="T8" fmla="*/ 187 w 213"/>
                    <a:gd name="T9" fmla="*/ 157 h 349"/>
                    <a:gd name="T10" fmla="*/ 191 w 213"/>
                    <a:gd name="T11" fmla="*/ 148 h 349"/>
                    <a:gd name="T12" fmla="*/ 173 w 213"/>
                    <a:gd name="T13" fmla="*/ 134 h 349"/>
                    <a:gd name="T14" fmla="*/ 185 w 213"/>
                    <a:gd name="T15" fmla="*/ 123 h 349"/>
                    <a:gd name="T16" fmla="*/ 178 w 213"/>
                    <a:gd name="T17" fmla="*/ 113 h 349"/>
                    <a:gd name="T18" fmla="*/ 182 w 213"/>
                    <a:gd name="T19" fmla="*/ 88 h 349"/>
                    <a:gd name="T20" fmla="*/ 166 w 213"/>
                    <a:gd name="T21" fmla="*/ 91 h 349"/>
                    <a:gd name="T22" fmla="*/ 174 w 213"/>
                    <a:gd name="T23" fmla="*/ 42 h 349"/>
                    <a:gd name="T24" fmla="*/ 152 w 213"/>
                    <a:gd name="T25" fmla="*/ 24 h 349"/>
                    <a:gd name="T26" fmla="*/ 159 w 213"/>
                    <a:gd name="T27" fmla="*/ 15 h 349"/>
                    <a:gd name="T28" fmla="*/ 159 w 213"/>
                    <a:gd name="T29" fmla="*/ 4 h 349"/>
                    <a:gd name="T30" fmla="*/ 145 w 213"/>
                    <a:gd name="T31" fmla="*/ 0 h 349"/>
                    <a:gd name="T32" fmla="*/ 129 w 213"/>
                    <a:gd name="T33" fmla="*/ 10 h 349"/>
                    <a:gd name="T34" fmla="*/ 109 w 213"/>
                    <a:gd name="T35" fmla="*/ 7 h 349"/>
                    <a:gd name="T36" fmla="*/ 98 w 213"/>
                    <a:gd name="T37" fmla="*/ 10 h 349"/>
                    <a:gd name="T38" fmla="*/ 86 w 213"/>
                    <a:gd name="T39" fmla="*/ 7 h 349"/>
                    <a:gd name="T40" fmla="*/ 81 w 213"/>
                    <a:gd name="T41" fmla="*/ 10 h 349"/>
                    <a:gd name="T42" fmla="*/ 26 w 213"/>
                    <a:gd name="T43" fmla="*/ 7 h 349"/>
                    <a:gd name="T44" fmla="*/ 18 w 213"/>
                    <a:gd name="T45" fmla="*/ 24 h 349"/>
                    <a:gd name="T46" fmla="*/ 24 w 213"/>
                    <a:gd name="T47" fmla="*/ 33 h 349"/>
                    <a:gd name="T48" fmla="*/ 25 w 213"/>
                    <a:gd name="T49" fmla="*/ 51 h 349"/>
                    <a:gd name="T50" fmla="*/ 26 w 213"/>
                    <a:gd name="T51" fmla="*/ 87 h 349"/>
                    <a:gd name="T52" fmla="*/ 30 w 213"/>
                    <a:gd name="T53" fmla="*/ 86 h 349"/>
                    <a:gd name="T54" fmla="*/ 34 w 213"/>
                    <a:gd name="T55" fmla="*/ 105 h 349"/>
                    <a:gd name="T56" fmla="*/ 26 w 213"/>
                    <a:gd name="T57" fmla="*/ 106 h 349"/>
                    <a:gd name="T58" fmla="*/ 38 w 213"/>
                    <a:gd name="T59" fmla="*/ 152 h 349"/>
                    <a:gd name="T60" fmla="*/ 21 w 213"/>
                    <a:gd name="T61" fmla="*/ 179 h 349"/>
                    <a:gd name="T62" fmla="*/ 20 w 213"/>
                    <a:gd name="T63" fmla="*/ 209 h 349"/>
                    <a:gd name="T64" fmla="*/ 0 w 213"/>
                    <a:gd name="T65" fmla="*/ 241 h 349"/>
                    <a:gd name="T66" fmla="*/ 13 w 213"/>
                    <a:gd name="T67" fmla="*/ 291 h 349"/>
                    <a:gd name="T68" fmla="*/ 31 w 213"/>
                    <a:gd name="T69" fmla="*/ 297 h 349"/>
                    <a:gd name="T70" fmla="*/ 32 w 213"/>
                    <a:gd name="T71" fmla="*/ 332 h 349"/>
                    <a:gd name="T72" fmla="*/ 47 w 213"/>
                    <a:gd name="T73" fmla="*/ 334 h 349"/>
                    <a:gd name="T74" fmla="*/ 61 w 213"/>
                    <a:gd name="T75" fmla="*/ 345 h 349"/>
                    <a:gd name="T76" fmla="*/ 99 w 213"/>
                    <a:gd name="T77" fmla="*/ 321 h 349"/>
                    <a:gd name="T78" fmla="*/ 117 w 213"/>
                    <a:gd name="T79" fmla="*/ 321 h 349"/>
                    <a:gd name="T80" fmla="*/ 141 w 213"/>
                    <a:gd name="T81" fmla="*/ 302 h 349"/>
                    <a:gd name="T82" fmla="*/ 159 w 213"/>
                    <a:gd name="T83" fmla="*/ 298 h 349"/>
                    <a:gd name="T84" fmla="*/ 173 w 213"/>
                    <a:gd name="T85" fmla="*/ 283 h 349"/>
                    <a:gd name="T86" fmla="*/ 196 w 213"/>
                    <a:gd name="T87" fmla="*/ 287 h 349"/>
                    <a:gd name="T88" fmla="*/ 213 w 213"/>
                    <a:gd name="T89" fmla="*/ 273 h 349"/>
                    <a:gd name="T90" fmla="*/ 193 w 213"/>
                    <a:gd name="T91" fmla="*/ 256 h 349"/>
                    <a:gd name="T92" fmla="*/ 185 w 213"/>
                    <a:gd name="T93" fmla="*/ 228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13" h="349">
                      <a:moveTo>
                        <a:pt x="185" y="228"/>
                      </a:moveTo>
                      <a:cubicBezTo>
                        <a:pt x="185" y="228"/>
                        <a:pt x="191" y="211"/>
                        <a:pt x="190" y="205"/>
                      </a:cubicBezTo>
                      <a:cubicBezTo>
                        <a:pt x="189" y="199"/>
                        <a:pt x="182" y="203"/>
                        <a:pt x="182" y="198"/>
                      </a:cubicBezTo>
                      <a:cubicBezTo>
                        <a:pt x="182" y="193"/>
                        <a:pt x="185" y="186"/>
                        <a:pt x="185" y="186"/>
                      </a:cubicBezTo>
                      <a:cubicBezTo>
                        <a:pt x="187" y="157"/>
                        <a:pt x="187" y="157"/>
                        <a:pt x="187" y="157"/>
                      </a:cubicBezTo>
                      <a:cubicBezTo>
                        <a:pt x="187" y="157"/>
                        <a:pt x="192" y="154"/>
                        <a:pt x="191" y="148"/>
                      </a:cubicBezTo>
                      <a:cubicBezTo>
                        <a:pt x="190" y="142"/>
                        <a:pt x="173" y="134"/>
                        <a:pt x="173" y="134"/>
                      </a:cubicBezTo>
                      <a:cubicBezTo>
                        <a:pt x="173" y="134"/>
                        <a:pt x="184" y="126"/>
                        <a:pt x="185" y="123"/>
                      </a:cubicBezTo>
                      <a:cubicBezTo>
                        <a:pt x="186" y="120"/>
                        <a:pt x="178" y="113"/>
                        <a:pt x="178" y="113"/>
                      </a:cubicBezTo>
                      <a:cubicBezTo>
                        <a:pt x="178" y="113"/>
                        <a:pt x="186" y="95"/>
                        <a:pt x="182" y="88"/>
                      </a:cubicBezTo>
                      <a:cubicBezTo>
                        <a:pt x="178" y="81"/>
                        <a:pt x="166" y="91"/>
                        <a:pt x="166" y="91"/>
                      </a:cubicBezTo>
                      <a:cubicBezTo>
                        <a:pt x="174" y="42"/>
                        <a:pt x="174" y="42"/>
                        <a:pt x="174" y="42"/>
                      </a:cubicBezTo>
                      <a:cubicBezTo>
                        <a:pt x="152" y="24"/>
                        <a:pt x="152" y="24"/>
                        <a:pt x="152" y="24"/>
                      </a:cubicBezTo>
                      <a:cubicBezTo>
                        <a:pt x="159" y="15"/>
                        <a:pt x="159" y="15"/>
                        <a:pt x="159" y="15"/>
                      </a:cubicBezTo>
                      <a:cubicBezTo>
                        <a:pt x="159" y="4"/>
                        <a:pt x="159" y="4"/>
                        <a:pt x="159" y="4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29" y="10"/>
                        <a:pt x="129" y="10"/>
                        <a:pt x="129" y="10"/>
                      </a:cubicBezTo>
                      <a:cubicBezTo>
                        <a:pt x="109" y="7"/>
                        <a:pt x="109" y="7"/>
                        <a:pt x="109" y="7"/>
                      </a:cubicBezTo>
                      <a:cubicBezTo>
                        <a:pt x="98" y="10"/>
                        <a:pt x="98" y="10"/>
                        <a:pt x="98" y="10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1" y="10"/>
                        <a:pt x="81" y="10"/>
                        <a:pt x="81" y="10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6" y="7"/>
                        <a:pt x="18" y="16"/>
                        <a:pt x="18" y="24"/>
                      </a:cubicBezTo>
                      <a:cubicBezTo>
                        <a:pt x="18" y="32"/>
                        <a:pt x="24" y="33"/>
                        <a:pt x="24" y="33"/>
                      </a:cubicBezTo>
                      <a:cubicBezTo>
                        <a:pt x="25" y="51"/>
                        <a:pt x="25" y="51"/>
                        <a:pt x="25" y="51"/>
                      </a:cubicBezTo>
                      <a:cubicBezTo>
                        <a:pt x="26" y="87"/>
                        <a:pt x="26" y="87"/>
                        <a:pt x="26" y="87"/>
                      </a:cubicBezTo>
                      <a:cubicBezTo>
                        <a:pt x="30" y="86"/>
                        <a:pt x="30" y="86"/>
                        <a:pt x="30" y="86"/>
                      </a:cubicBezTo>
                      <a:cubicBezTo>
                        <a:pt x="34" y="105"/>
                        <a:pt x="34" y="105"/>
                        <a:pt x="34" y="105"/>
                      </a:cubicBezTo>
                      <a:cubicBezTo>
                        <a:pt x="26" y="106"/>
                        <a:pt x="26" y="106"/>
                        <a:pt x="26" y="106"/>
                      </a:cubicBezTo>
                      <a:cubicBezTo>
                        <a:pt x="26" y="106"/>
                        <a:pt x="38" y="140"/>
                        <a:pt x="38" y="152"/>
                      </a:cubicBezTo>
                      <a:cubicBezTo>
                        <a:pt x="38" y="164"/>
                        <a:pt x="21" y="171"/>
                        <a:pt x="21" y="179"/>
                      </a:cubicBezTo>
                      <a:cubicBezTo>
                        <a:pt x="21" y="187"/>
                        <a:pt x="20" y="209"/>
                        <a:pt x="20" y="209"/>
                      </a:cubicBezTo>
                      <a:cubicBezTo>
                        <a:pt x="20" y="209"/>
                        <a:pt x="0" y="227"/>
                        <a:pt x="0" y="241"/>
                      </a:cubicBezTo>
                      <a:cubicBezTo>
                        <a:pt x="0" y="255"/>
                        <a:pt x="13" y="291"/>
                        <a:pt x="13" y="291"/>
                      </a:cubicBezTo>
                      <a:cubicBezTo>
                        <a:pt x="31" y="297"/>
                        <a:pt x="31" y="297"/>
                        <a:pt x="31" y="297"/>
                      </a:cubicBezTo>
                      <a:cubicBezTo>
                        <a:pt x="32" y="332"/>
                        <a:pt x="32" y="332"/>
                        <a:pt x="32" y="332"/>
                      </a:cubicBezTo>
                      <a:cubicBezTo>
                        <a:pt x="41" y="334"/>
                        <a:pt x="47" y="334"/>
                        <a:pt x="47" y="334"/>
                      </a:cubicBezTo>
                      <a:cubicBezTo>
                        <a:pt x="47" y="334"/>
                        <a:pt x="51" y="349"/>
                        <a:pt x="61" y="345"/>
                      </a:cubicBezTo>
                      <a:cubicBezTo>
                        <a:pt x="71" y="341"/>
                        <a:pt x="92" y="323"/>
                        <a:pt x="99" y="321"/>
                      </a:cubicBezTo>
                      <a:cubicBezTo>
                        <a:pt x="106" y="319"/>
                        <a:pt x="117" y="321"/>
                        <a:pt x="117" y="321"/>
                      </a:cubicBezTo>
                      <a:cubicBezTo>
                        <a:pt x="117" y="321"/>
                        <a:pt x="138" y="303"/>
                        <a:pt x="141" y="302"/>
                      </a:cubicBezTo>
                      <a:cubicBezTo>
                        <a:pt x="144" y="301"/>
                        <a:pt x="159" y="298"/>
                        <a:pt x="159" y="298"/>
                      </a:cubicBezTo>
                      <a:cubicBezTo>
                        <a:pt x="159" y="298"/>
                        <a:pt x="165" y="282"/>
                        <a:pt x="173" y="283"/>
                      </a:cubicBezTo>
                      <a:cubicBezTo>
                        <a:pt x="181" y="284"/>
                        <a:pt x="187" y="292"/>
                        <a:pt x="196" y="287"/>
                      </a:cubicBezTo>
                      <a:cubicBezTo>
                        <a:pt x="201" y="284"/>
                        <a:pt x="207" y="278"/>
                        <a:pt x="213" y="273"/>
                      </a:cubicBezTo>
                      <a:cubicBezTo>
                        <a:pt x="193" y="256"/>
                        <a:pt x="193" y="256"/>
                        <a:pt x="193" y="256"/>
                      </a:cubicBezTo>
                      <a:lnTo>
                        <a:pt x="185" y="22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9" name="Freeform 296"/>
                <p:cNvSpPr>
                  <a:spLocks/>
                </p:cNvSpPr>
                <p:nvPr/>
              </p:nvSpPr>
              <p:spPr bwMode="gray">
                <a:xfrm>
                  <a:off x="-6471" y="-11388"/>
                  <a:ext cx="215" cy="638"/>
                </a:xfrm>
                <a:custGeom>
                  <a:avLst/>
                  <a:gdLst>
                    <a:gd name="T0" fmla="*/ 82 w 91"/>
                    <a:gd name="T1" fmla="*/ 239 h 270"/>
                    <a:gd name="T2" fmla="*/ 80 w 91"/>
                    <a:gd name="T3" fmla="*/ 195 h 270"/>
                    <a:gd name="T4" fmla="*/ 85 w 91"/>
                    <a:gd name="T5" fmla="*/ 188 h 270"/>
                    <a:gd name="T6" fmla="*/ 79 w 91"/>
                    <a:gd name="T7" fmla="*/ 182 h 270"/>
                    <a:gd name="T8" fmla="*/ 80 w 91"/>
                    <a:gd name="T9" fmla="*/ 143 h 270"/>
                    <a:gd name="T10" fmla="*/ 85 w 91"/>
                    <a:gd name="T11" fmla="*/ 135 h 270"/>
                    <a:gd name="T12" fmla="*/ 81 w 91"/>
                    <a:gd name="T13" fmla="*/ 108 h 270"/>
                    <a:gd name="T14" fmla="*/ 69 w 91"/>
                    <a:gd name="T15" fmla="*/ 91 h 270"/>
                    <a:gd name="T16" fmla="*/ 69 w 91"/>
                    <a:gd name="T17" fmla="*/ 60 h 270"/>
                    <a:gd name="T18" fmla="*/ 42 w 91"/>
                    <a:gd name="T19" fmla="*/ 37 h 270"/>
                    <a:gd name="T20" fmla="*/ 41 w 91"/>
                    <a:gd name="T21" fmla="*/ 18 h 270"/>
                    <a:gd name="T22" fmla="*/ 47 w 91"/>
                    <a:gd name="T23" fmla="*/ 6 h 270"/>
                    <a:gd name="T24" fmla="*/ 33 w 91"/>
                    <a:gd name="T25" fmla="*/ 7 h 270"/>
                    <a:gd name="T26" fmla="*/ 18 w 91"/>
                    <a:gd name="T27" fmla="*/ 0 h 270"/>
                    <a:gd name="T28" fmla="*/ 7 w 91"/>
                    <a:gd name="T29" fmla="*/ 1 h 270"/>
                    <a:gd name="T30" fmla="*/ 7 w 91"/>
                    <a:gd name="T31" fmla="*/ 12 h 270"/>
                    <a:gd name="T32" fmla="*/ 0 w 91"/>
                    <a:gd name="T33" fmla="*/ 21 h 270"/>
                    <a:gd name="T34" fmla="*/ 22 w 91"/>
                    <a:gd name="T35" fmla="*/ 39 h 270"/>
                    <a:gd name="T36" fmla="*/ 14 w 91"/>
                    <a:gd name="T37" fmla="*/ 88 h 270"/>
                    <a:gd name="T38" fmla="*/ 30 w 91"/>
                    <a:gd name="T39" fmla="*/ 85 h 270"/>
                    <a:gd name="T40" fmla="*/ 26 w 91"/>
                    <a:gd name="T41" fmla="*/ 110 h 270"/>
                    <a:gd name="T42" fmla="*/ 33 w 91"/>
                    <a:gd name="T43" fmla="*/ 120 h 270"/>
                    <a:gd name="T44" fmla="*/ 21 w 91"/>
                    <a:gd name="T45" fmla="*/ 131 h 270"/>
                    <a:gd name="T46" fmla="*/ 39 w 91"/>
                    <a:gd name="T47" fmla="*/ 145 h 270"/>
                    <a:gd name="T48" fmla="*/ 35 w 91"/>
                    <a:gd name="T49" fmla="*/ 154 h 270"/>
                    <a:gd name="T50" fmla="*/ 33 w 91"/>
                    <a:gd name="T51" fmla="*/ 183 h 270"/>
                    <a:gd name="T52" fmla="*/ 30 w 91"/>
                    <a:gd name="T53" fmla="*/ 195 h 270"/>
                    <a:gd name="T54" fmla="*/ 38 w 91"/>
                    <a:gd name="T55" fmla="*/ 202 h 270"/>
                    <a:gd name="T56" fmla="*/ 33 w 91"/>
                    <a:gd name="T57" fmla="*/ 225 h 270"/>
                    <a:gd name="T58" fmla="*/ 41 w 91"/>
                    <a:gd name="T59" fmla="*/ 253 h 270"/>
                    <a:gd name="T60" fmla="*/ 61 w 91"/>
                    <a:gd name="T61" fmla="*/ 270 h 270"/>
                    <a:gd name="T62" fmla="*/ 78 w 91"/>
                    <a:gd name="T63" fmla="*/ 259 h 270"/>
                    <a:gd name="T64" fmla="*/ 91 w 91"/>
                    <a:gd name="T65" fmla="*/ 258 h 270"/>
                    <a:gd name="T66" fmla="*/ 82 w 91"/>
                    <a:gd name="T67" fmla="*/ 239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1" h="270">
                      <a:moveTo>
                        <a:pt x="82" y="239"/>
                      </a:moveTo>
                      <a:cubicBezTo>
                        <a:pt x="80" y="195"/>
                        <a:pt x="80" y="195"/>
                        <a:pt x="80" y="195"/>
                      </a:cubicBezTo>
                      <a:cubicBezTo>
                        <a:pt x="85" y="188"/>
                        <a:pt x="85" y="188"/>
                        <a:pt x="85" y="188"/>
                      </a:cubicBezTo>
                      <a:cubicBezTo>
                        <a:pt x="79" y="182"/>
                        <a:pt x="79" y="182"/>
                        <a:pt x="79" y="182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5" y="135"/>
                        <a:pt x="85" y="135"/>
                        <a:pt x="85" y="135"/>
                      </a:cubicBezTo>
                      <a:cubicBezTo>
                        <a:pt x="85" y="135"/>
                        <a:pt x="80" y="116"/>
                        <a:pt x="81" y="108"/>
                      </a:cubicBezTo>
                      <a:cubicBezTo>
                        <a:pt x="82" y="100"/>
                        <a:pt x="69" y="91"/>
                        <a:pt x="69" y="91"/>
                      </a:cubicBezTo>
                      <a:cubicBezTo>
                        <a:pt x="69" y="91"/>
                        <a:pt x="71" y="68"/>
                        <a:pt x="69" y="60"/>
                      </a:cubicBezTo>
                      <a:cubicBezTo>
                        <a:pt x="67" y="52"/>
                        <a:pt x="42" y="37"/>
                        <a:pt x="42" y="37"/>
                      </a:cubicBez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33" y="7"/>
                        <a:pt x="33" y="7"/>
                        <a:pt x="33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14" y="88"/>
                        <a:pt x="14" y="88"/>
                        <a:pt x="14" y="88"/>
                      </a:cubicBezTo>
                      <a:cubicBezTo>
                        <a:pt x="14" y="88"/>
                        <a:pt x="26" y="78"/>
                        <a:pt x="30" y="85"/>
                      </a:cubicBezTo>
                      <a:cubicBezTo>
                        <a:pt x="34" y="92"/>
                        <a:pt x="26" y="110"/>
                        <a:pt x="26" y="110"/>
                      </a:cubicBezTo>
                      <a:cubicBezTo>
                        <a:pt x="26" y="110"/>
                        <a:pt x="34" y="117"/>
                        <a:pt x="33" y="120"/>
                      </a:cubicBezTo>
                      <a:cubicBezTo>
                        <a:pt x="32" y="123"/>
                        <a:pt x="21" y="131"/>
                        <a:pt x="21" y="131"/>
                      </a:cubicBezTo>
                      <a:cubicBezTo>
                        <a:pt x="21" y="131"/>
                        <a:pt x="38" y="139"/>
                        <a:pt x="39" y="145"/>
                      </a:cubicBezTo>
                      <a:cubicBezTo>
                        <a:pt x="40" y="151"/>
                        <a:pt x="35" y="154"/>
                        <a:pt x="35" y="154"/>
                      </a:cubicBezTo>
                      <a:cubicBezTo>
                        <a:pt x="33" y="183"/>
                        <a:pt x="33" y="183"/>
                        <a:pt x="33" y="183"/>
                      </a:cubicBezTo>
                      <a:cubicBezTo>
                        <a:pt x="33" y="183"/>
                        <a:pt x="30" y="190"/>
                        <a:pt x="30" y="195"/>
                      </a:cubicBezTo>
                      <a:cubicBezTo>
                        <a:pt x="30" y="200"/>
                        <a:pt x="37" y="196"/>
                        <a:pt x="38" y="202"/>
                      </a:cubicBezTo>
                      <a:cubicBezTo>
                        <a:pt x="39" y="208"/>
                        <a:pt x="33" y="225"/>
                        <a:pt x="33" y="225"/>
                      </a:cubicBezTo>
                      <a:cubicBezTo>
                        <a:pt x="41" y="253"/>
                        <a:pt x="41" y="253"/>
                        <a:pt x="41" y="253"/>
                      </a:cubicBezTo>
                      <a:cubicBezTo>
                        <a:pt x="61" y="270"/>
                        <a:pt x="61" y="270"/>
                        <a:pt x="61" y="270"/>
                      </a:cubicBezTo>
                      <a:cubicBezTo>
                        <a:pt x="66" y="264"/>
                        <a:pt x="72" y="260"/>
                        <a:pt x="78" y="259"/>
                      </a:cubicBezTo>
                      <a:cubicBezTo>
                        <a:pt x="82" y="258"/>
                        <a:pt x="86" y="258"/>
                        <a:pt x="91" y="258"/>
                      </a:cubicBezTo>
                      <a:cubicBezTo>
                        <a:pt x="91" y="248"/>
                        <a:pt x="82" y="239"/>
                        <a:pt x="82" y="23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0" name="Freeform 297"/>
                <p:cNvSpPr>
                  <a:spLocks/>
                </p:cNvSpPr>
                <p:nvPr/>
              </p:nvSpPr>
              <p:spPr bwMode="gray">
                <a:xfrm>
                  <a:off x="-6374" y="-11555"/>
                  <a:ext cx="355" cy="784"/>
                </a:xfrm>
                <a:custGeom>
                  <a:avLst/>
                  <a:gdLst>
                    <a:gd name="T0" fmla="*/ 94 w 150"/>
                    <a:gd name="T1" fmla="*/ 247 h 332"/>
                    <a:gd name="T2" fmla="*/ 97 w 150"/>
                    <a:gd name="T3" fmla="*/ 228 h 332"/>
                    <a:gd name="T4" fmla="*/ 94 w 150"/>
                    <a:gd name="T5" fmla="*/ 206 h 332"/>
                    <a:gd name="T6" fmla="*/ 96 w 150"/>
                    <a:gd name="T7" fmla="*/ 183 h 332"/>
                    <a:gd name="T8" fmla="*/ 112 w 150"/>
                    <a:gd name="T9" fmla="*/ 177 h 332"/>
                    <a:gd name="T10" fmla="*/ 118 w 150"/>
                    <a:gd name="T11" fmla="*/ 148 h 332"/>
                    <a:gd name="T12" fmla="*/ 133 w 150"/>
                    <a:gd name="T13" fmla="*/ 132 h 332"/>
                    <a:gd name="T14" fmla="*/ 135 w 150"/>
                    <a:gd name="T15" fmla="*/ 105 h 332"/>
                    <a:gd name="T16" fmla="*/ 148 w 150"/>
                    <a:gd name="T17" fmla="*/ 95 h 332"/>
                    <a:gd name="T18" fmla="*/ 144 w 150"/>
                    <a:gd name="T19" fmla="*/ 85 h 332"/>
                    <a:gd name="T20" fmla="*/ 145 w 150"/>
                    <a:gd name="T21" fmla="*/ 76 h 332"/>
                    <a:gd name="T22" fmla="*/ 131 w 150"/>
                    <a:gd name="T23" fmla="*/ 51 h 332"/>
                    <a:gd name="T24" fmla="*/ 139 w 150"/>
                    <a:gd name="T25" fmla="*/ 31 h 332"/>
                    <a:gd name="T26" fmla="*/ 118 w 150"/>
                    <a:gd name="T27" fmla="*/ 22 h 332"/>
                    <a:gd name="T28" fmla="*/ 96 w 150"/>
                    <a:gd name="T29" fmla="*/ 0 h 332"/>
                    <a:gd name="T30" fmla="*/ 79 w 150"/>
                    <a:gd name="T31" fmla="*/ 7 h 332"/>
                    <a:gd name="T32" fmla="*/ 76 w 150"/>
                    <a:gd name="T33" fmla="*/ 23 h 332"/>
                    <a:gd name="T34" fmla="*/ 83 w 150"/>
                    <a:gd name="T35" fmla="*/ 26 h 332"/>
                    <a:gd name="T36" fmla="*/ 77 w 150"/>
                    <a:gd name="T37" fmla="*/ 28 h 332"/>
                    <a:gd name="T38" fmla="*/ 74 w 150"/>
                    <a:gd name="T39" fmla="*/ 39 h 332"/>
                    <a:gd name="T40" fmla="*/ 63 w 150"/>
                    <a:gd name="T41" fmla="*/ 43 h 332"/>
                    <a:gd name="T42" fmla="*/ 58 w 150"/>
                    <a:gd name="T43" fmla="*/ 53 h 332"/>
                    <a:gd name="T44" fmla="*/ 32 w 150"/>
                    <a:gd name="T45" fmla="*/ 51 h 332"/>
                    <a:gd name="T46" fmla="*/ 19 w 150"/>
                    <a:gd name="T47" fmla="*/ 70 h 332"/>
                    <a:gd name="T48" fmla="*/ 11 w 150"/>
                    <a:gd name="T49" fmla="*/ 70 h 332"/>
                    <a:gd name="T50" fmla="*/ 6 w 150"/>
                    <a:gd name="T51" fmla="*/ 77 h 332"/>
                    <a:gd name="T52" fmla="*/ 0 w 150"/>
                    <a:gd name="T53" fmla="*/ 89 h 332"/>
                    <a:gd name="T54" fmla="*/ 1 w 150"/>
                    <a:gd name="T55" fmla="*/ 108 h 332"/>
                    <a:gd name="T56" fmla="*/ 28 w 150"/>
                    <a:gd name="T57" fmla="*/ 131 h 332"/>
                    <a:gd name="T58" fmla="*/ 28 w 150"/>
                    <a:gd name="T59" fmla="*/ 162 h 332"/>
                    <a:gd name="T60" fmla="*/ 40 w 150"/>
                    <a:gd name="T61" fmla="*/ 179 h 332"/>
                    <a:gd name="T62" fmla="*/ 44 w 150"/>
                    <a:gd name="T63" fmla="*/ 206 h 332"/>
                    <a:gd name="T64" fmla="*/ 39 w 150"/>
                    <a:gd name="T65" fmla="*/ 214 h 332"/>
                    <a:gd name="T66" fmla="*/ 38 w 150"/>
                    <a:gd name="T67" fmla="*/ 253 h 332"/>
                    <a:gd name="T68" fmla="*/ 44 w 150"/>
                    <a:gd name="T69" fmla="*/ 259 h 332"/>
                    <a:gd name="T70" fmla="*/ 39 w 150"/>
                    <a:gd name="T71" fmla="*/ 266 h 332"/>
                    <a:gd name="T72" fmla="*/ 41 w 150"/>
                    <a:gd name="T73" fmla="*/ 310 h 332"/>
                    <a:gd name="T74" fmla="*/ 50 w 150"/>
                    <a:gd name="T75" fmla="*/ 329 h 332"/>
                    <a:gd name="T76" fmla="*/ 50 w 150"/>
                    <a:gd name="T77" fmla="*/ 329 h 332"/>
                    <a:gd name="T78" fmla="*/ 73 w 150"/>
                    <a:gd name="T79" fmla="*/ 332 h 332"/>
                    <a:gd name="T80" fmla="*/ 81 w 150"/>
                    <a:gd name="T81" fmla="*/ 318 h 332"/>
                    <a:gd name="T82" fmla="*/ 91 w 150"/>
                    <a:gd name="T83" fmla="*/ 323 h 332"/>
                    <a:gd name="T84" fmla="*/ 95 w 150"/>
                    <a:gd name="T85" fmla="*/ 306 h 332"/>
                    <a:gd name="T86" fmla="*/ 94 w 150"/>
                    <a:gd name="T87" fmla="*/ 247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0" h="332">
                      <a:moveTo>
                        <a:pt x="94" y="247"/>
                      </a:moveTo>
                      <a:cubicBezTo>
                        <a:pt x="97" y="228"/>
                        <a:pt x="97" y="228"/>
                        <a:pt x="97" y="228"/>
                      </a:cubicBezTo>
                      <a:cubicBezTo>
                        <a:pt x="94" y="206"/>
                        <a:pt x="94" y="206"/>
                        <a:pt x="94" y="206"/>
                      </a:cubicBezTo>
                      <a:cubicBezTo>
                        <a:pt x="96" y="183"/>
                        <a:pt x="96" y="183"/>
                        <a:pt x="96" y="183"/>
                      </a:cubicBezTo>
                      <a:cubicBezTo>
                        <a:pt x="96" y="183"/>
                        <a:pt x="104" y="187"/>
                        <a:pt x="112" y="177"/>
                      </a:cubicBezTo>
                      <a:cubicBezTo>
                        <a:pt x="120" y="167"/>
                        <a:pt x="115" y="155"/>
                        <a:pt x="118" y="148"/>
                      </a:cubicBezTo>
                      <a:cubicBezTo>
                        <a:pt x="121" y="141"/>
                        <a:pt x="133" y="132"/>
                        <a:pt x="133" y="132"/>
                      </a:cubicBezTo>
                      <a:cubicBezTo>
                        <a:pt x="135" y="105"/>
                        <a:pt x="135" y="105"/>
                        <a:pt x="135" y="105"/>
                      </a:cubicBezTo>
                      <a:cubicBezTo>
                        <a:pt x="135" y="105"/>
                        <a:pt x="146" y="102"/>
                        <a:pt x="148" y="95"/>
                      </a:cubicBezTo>
                      <a:cubicBezTo>
                        <a:pt x="150" y="88"/>
                        <a:pt x="144" y="85"/>
                        <a:pt x="144" y="85"/>
                      </a:cubicBezTo>
                      <a:cubicBezTo>
                        <a:pt x="144" y="85"/>
                        <a:pt x="145" y="82"/>
                        <a:pt x="145" y="76"/>
                      </a:cubicBezTo>
                      <a:cubicBezTo>
                        <a:pt x="145" y="70"/>
                        <a:pt x="130" y="58"/>
                        <a:pt x="131" y="51"/>
                      </a:cubicBezTo>
                      <a:cubicBezTo>
                        <a:pt x="132" y="44"/>
                        <a:pt x="139" y="31"/>
                        <a:pt x="139" y="31"/>
                      </a:cubicBezTo>
                      <a:cubicBezTo>
                        <a:pt x="139" y="31"/>
                        <a:pt x="123" y="25"/>
                        <a:pt x="118" y="22"/>
                      </a:cubicBezTo>
                      <a:cubicBezTo>
                        <a:pt x="113" y="19"/>
                        <a:pt x="96" y="0"/>
                        <a:pt x="96" y="0"/>
                      </a:cubicBezTo>
                      <a:cubicBezTo>
                        <a:pt x="79" y="7"/>
                        <a:pt x="79" y="7"/>
                        <a:pt x="79" y="7"/>
                      </a:cubicBezTo>
                      <a:cubicBezTo>
                        <a:pt x="76" y="23"/>
                        <a:pt x="76" y="23"/>
                        <a:pt x="76" y="23"/>
                      </a:cubicBezTo>
                      <a:cubicBezTo>
                        <a:pt x="83" y="26"/>
                        <a:pt x="83" y="26"/>
                        <a:pt x="83" y="26"/>
                      </a:cubicBez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67" y="40"/>
                        <a:pt x="63" y="43"/>
                      </a:cubicBezTo>
                      <a:cubicBezTo>
                        <a:pt x="59" y="46"/>
                        <a:pt x="58" y="53"/>
                        <a:pt x="58" y="53"/>
                      </a:cubicBezTo>
                      <a:cubicBezTo>
                        <a:pt x="58" y="53"/>
                        <a:pt x="32" y="52"/>
                        <a:pt x="32" y="51"/>
                      </a:cubicBezTo>
                      <a:cubicBezTo>
                        <a:pt x="21" y="56"/>
                        <a:pt x="19" y="70"/>
                        <a:pt x="19" y="70"/>
                      </a:cubicBezTo>
                      <a:cubicBezTo>
                        <a:pt x="11" y="70"/>
                        <a:pt x="11" y="70"/>
                        <a:pt x="11" y="70"/>
                      </a:cubicBezTo>
                      <a:cubicBezTo>
                        <a:pt x="6" y="77"/>
                        <a:pt x="6" y="77"/>
                        <a:pt x="6" y="77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" y="108"/>
                        <a:pt x="1" y="108"/>
                        <a:pt x="1" y="108"/>
                      </a:cubicBezTo>
                      <a:cubicBezTo>
                        <a:pt x="1" y="108"/>
                        <a:pt x="26" y="123"/>
                        <a:pt x="28" y="131"/>
                      </a:cubicBezTo>
                      <a:cubicBezTo>
                        <a:pt x="30" y="139"/>
                        <a:pt x="28" y="162"/>
                        <a:pt x="28" y="162"/>
                      </a:cubicBezTo>
                      <a:cubicBezTo>
                        <a:pt x="28" y="162"/>
                        <a:pt x="41" y="171"/>
                        <a:pt x="40" y="179"/>
                      </a:cubicBezTo>
                      <a:cubicBezTo>
                        <a:pt x="39" y="187"/>
                        <a:pt x="44" y="206"/>
                        <a:pt x="44" y="206"/>
                      </a:cubicBezTo>
                      <a:cubicBezTo>
                        <a:pt x="39" y="214"/>
                        <a:pt x="39" y="214"/>
                        <a:pt x="39" y="214"/>
                      </a:cubicBezTo>
                      <a:cubicBezTo>
                        <a:pt x="38" y="253"/>
                        <a:pt x="38" y="253"/>
                        <a:pt x="38" y="253"/>
                      </a:cubicBezTo>
                      <a:cubicBezTo>
                        <a:pt x="44" y="259"/>
                        <a:pt x="44" y="259"/>
                        <a:pt x="44" y="259"/>
                      </a:cubicBezTo>
                      <a:cubicBezTo>
                        <a:pt x="39" y="266"/>
                        <a:pt x="39" y="266"/>
                        <a:pt x="39" y="266"/>
                      </a:cubicBezTo>
                      <a:cubicBezTo>
                        <a:pt x="41" y="310"/>
                        <a:pt x="41" y="310"/>
                        <a:pt x="41" y="310"/>
                      </a:cubicBezTo>
                      <a:cubicBezTo>
                        <a:pt x="41" y="310"/>
                        <a:pt x="50" y="319"/>
                        <a:pt x="50" y="329"/>
                      </a:cubicBezTo>
                      <a:cubicBezTo>
                        <a:pt x="50" y="329"/>
                        <a:pt x="50" y="329"/>
                        <a:pt x="50" y="329"/>
                      </a:cubicBezTo>
                      <a:cubicBezTo>
                        <a:pt x="61" y="330"/>
                        <a:pt x="73" y="332"/>
                        <a:pt x="73" y="332"/>
                      </a:cubicBezTo>
                      <a:cubicBezTo>
                        <a:pt x="81" y="318"/>
                        <a:pt x="81" y="318"/>
                        <a:pt x="81" y="318"/>
                      </a:cubicBezTo>
                      <a:cubicBezTo>
                        <a:pt x="81" y="318"/>
                        <a:pt x="85" y="320"/>
                        <a:pt x="91" y="323"/>
                      </a:cubicBezTo>
                      <a:cubicBezTo>
                        <a:pt x="95" y="306"/>
                        <a:pt x="95" y="306"/>
                        <a:pt x="95" y="306"/>
                      </a:cubicBezTo>
                      <a:lnTo>
                        <a:pt x="94" y="24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1" name="Freeform 298"/>
                <p:cNvSpPr>
                  <a:spLocks/>
                </p:cNvSpPr>
                <p:nvPr/>
              </p:nvSpPr>
              <p:spPr bwMode="gray">
                <a:xfrm>
                  <a:off x="-6159" y="-11742"/>
                  <a:ext cx="1340" cy="1207"/>
                </a:xfrm>
                <a:custGeom>
                  <a:avLst/>
                  <a:gdLst>
                    <a:gd name="T0" fmla="*/ 290 w 567"/>
                    <a:gd name="T1" fmla="*/ 469 h 511"/>
                    <a:gd name="T2" fmla="*/ 333 w 567"/>
                    <a:gd name="T3" fmla="*/ 394 h 511"/>
                    <a:gd name="T4" fmla="*/ 372 w 567"/>
                    <a:gd name="T5" fmla="*/ 375 h 511"/>
                    <a:gd name="T6" fmla="*/ 396 w 567"/>
                    <a:gd name="T7" fmla="*/ 383 h 511"/>
                    <a:gd name="T8" fmla="*/ 417 w 567"/>
                    <a:gd name="T9" fmla="*/ 378 h 511"/>
                    <a:gd name="T10" fmla="*/ 434 w 567"/>
                    <a:gd name="T11" fmla="*/ 343 h 511"/>
                    <a:gd name="T12" fmla="*/ 458 w 567"/>
                    <a:gd name="T13" fmla="*/ 291 h 511"/>
                    <a:gd name="T14" fmla="*/ 484 w 567"/>
                    <a:gd name="T15" fmla="*/ 239 h 511"/>
                    <a:gd name="T16" fmla="*/ 504 w 567"/>
                    <a:gd name="T17" fmla="*/ 200 h 511"/>
                    <a:gd name="T18" fmla="*/ 513 w 567"/>
                    <a:gd name="T19" fmla="*/ 177 h 511"/>
                    <a:gd name="T20" fmla="*/ 533 w 567"/>
                    <a:gd name="T21" fmla="*/ 141 h 511"/>
                    <a:gd name="T22" fmla="*/ 559 w 567"/>
                    <a:gd name="T23" fmla="*/ 111 h 511"/>
                    <a:gd name="T24" fmla="*/ 540 w 567"/>
                    <a:gd name="T25" fmla="*/ 84 h 511"/>
                    <a:gd name="T26" fmla="*/ 517 w 567"/>
                    <a:gd name="T27" fmla="*/ 8 h 511"/>
                    <a:gd name="T28" fmla="*/ 499 w 567"/>
                    <a:gd name="T29" fmla="*/ 22 h 511"/>
                    <a:gd name="T30" fmla="*/ 458 w 567"/>
                    <a:gd name="T31" fmla="*/ 40 h 511"/>
                    <a:gd name="T32" fmla="*/ 382 w 567"/>
                    <a:gd name="T33" fmla="*/ 25 h 511"/>
                    <a:gd name="T34" fmla="*/ 293 w 567"/>
                    <a:gd name="T35" fmla="*/ 55 h 511"/>
                    <a:gd name="T36" fmla="*/ 205 w 567"/>
                    <a:gd name="T37" fmla="*/ 47 h 511"/>
                    <a:gd name="T38" fmla="*/ 174 w 567"/>
                    <a:gd name="T39" fmla="*/ 12 h 511"/>
                    <a:gd name="T40" fmla="*/ 135 w 567"/>
                    <a:gd name="T41" fmla="*/ 1 h 511"/>
                    <a:gd name="T42" fmla="*/ 88 w 567"/>
                    <a:gd name="T43" fmla="*/ 7 h 511"/>
                    <a:gd name="T44" fmla="*/ 68 w 567"/>
                    <a:gd name="T45" fmla="*/ 50 h 511"/>
                    <a:gd name="T46" fmla="*/ 48 w 567"/>
                    <a:gd name="T47" fmla="*/ 110 h 511"/>
                    <a:gd name="T48" fmla="*/ 54 w 567"/>
                    <a:gd name="T49" fmla="*/ 155 h 511"/>
                    <a:gd name="T50" fmla="*/ 57 w 567"/>
                    <a:gd name="T51" fmla="*/ 174 h 511"/>
                    <a:gd name="T52" fmla="*/ 42 w 567"/>
                    <a:gd name="T53" fmla="*/ 211 h 511"/>
                    <a:gd name="T54" fmla="*/ 21 w 567"/>
                    <a:gd name="T55" fmla="*/ 256 h 511"/>
                    <a:gd name="T56" fmla="*/ 3 w 567"/>
                    <a:gd name="T57" fmla="*/ 285 h 511"/>
                    <a:gd name="T58" fmla="*/ 3 w 567"/>
                    <a:gd name="T59" fmla="*/ 326 h 511"/>
                    <a:gd name="T60" fmla="*/ 0 w 567"/>
                    <a:gd name="T61" fmla="*/ 402 h 511"/>
                    <a:gd name="T62" fmla="*/ 44 w 567"/>
                    <a:gd name="T63" fmla="*/ 394 h 511"/>
                    <a:gd name="T64" fmla="*/ 96 w 567"/>
                    <a:gd name="T65" fmla="*/ 413 h 511"/>
                    <a:gd name="T66" fmla="*/ 127 w 567"/>
                    <a:gd name="T67" fmla="*/ 440 h 511"/>
                    <a:gd name="T68" fmla="*/ 133 w 567"/>
                    <a:gd name="T69" fmla="*/ 453 h 511"/>
                    <a:gd name="T70" fmla="*/ 157 w 567"/>
                    <a:gd name="T71" fmla="*/ 510 h 511"/>
                    <a:gd name="T72" fmla="*/ 194 w 567"/>
                    <a:gd name="T73" fmla="*/ 491 h 511"/>
                    <a:gd name="T74" fmla="*/ 228 w 567"/>
                    <a:gd name="T75" fmla="*/ 496 h 511"/>
                    <a:gd name="T76" fmla="*/ 265 w 567"/>
                    <a:gd name="T77" fmla="*/ 504 h 511"/>
                    <a:gd name="T78" fmla="*/ 282 w 567"/>
                    <a:gd name="T79" fmla="*/ 487 h 5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567" h="511">
                      <a:moveTo>
                        <a:pt x="281" y="490"/>
                      </a:moveTo>
                      <a:cubicBezTo>
                        <a:pt x="281" y="490"/>
                        <a:pt x="288" y="475"/>
                        <a:pt x="290" y="469"/>
                      </a:cubicBezTo>
                      <a:cubicBezTo>
                        <a:pt x="292" y="463"/>
                        <a:pt x="290" y="431"/>
                        <a:pt x="290" y="431"/>
                      </a:cubicBezTo>
                      <a:cubicBezTo>
                        <a:pt x="333" y="394"/>
                        <a:pt x="333" y="394"/>
                        <a:pt x="333" y="394"/>
                      </a:cubicBezTo>
                      <a:cubicBezTo>
                        <a:pt x="333" y="394"/>
                        <a:pt x="343" y="374"/>
                        <a:pt x="349" y="369"/>
                      </a:cubicBezTo>
                      <a:cubicBezTo>
                        <a:pt x="355" y="364"/>
                        <a:pt x="363" y="377"/>
                        <a:pt x="372" y="375"/>
                      </a:cubicBezTo>
                      <a:cubicBezTo>
                        <a:pt x="381" y="373"/>
                        <a:pt x="368" y="359"/>
                        <a:pt x="375" y="359"/>
                      </a:cubicBezTo>
                      <a:cubicBezTo>
                        <a:pt x="382" y="359"/>
                        <a:pt x="396" y="383"/>
                        <a:pt x="396" y="383"/>
                      </a:cubicBezTo>
                      <a:cubicBezTo>
                        <a:pt x="396" y="383"/>
                        <a:pt x="393" y="399"/>
                        <a:pt x="405" y="399"/>
                      </a:cubicBezTo>
                      <a:cubicBezTo>
                        <a:pt x="417" y="399"/>
                        <a:pt x="417" y="378"/>
                        <a:pt x="417" y="378"/>
                      </a:cubicBezTo>
                      <a:cubicBezTo>
                        <a:pt x="417" y="378"/>
                        <a:pt x="428" y="369"/>
                        <a:pt x="433" y="363"/>
                      </a:cubicBezTo>
                      <a:cubicBezTo>
                        <a:pt x="438" y="357"/>
                        <a:pt x="434" y="343"/>
                        <a:pt x="434" y="343"/>
                      </a:cubicBezTo>
                      <a:cubicBezTo>
                        <a:pt x="450" y="323"/>
                        <a:pt x="450" y="323"/>
                        <a:pt x="450" y="323"/>
                      </a:cubicBezTo>
                      <a:cubicBezTo>
                        <a:pt x="458" y="291"/>
                        <a:pt x="458" y="291"/>
                        <a:pt x="458" y="291"/>
                      </a:cubicBezTo>
                      <a:cubicBezTo>
                        <a:pt x="458" y="291"/>
                        <a:pt x="477" y="284"/>
                        <a:pt x="482" y="274"/>
                      </a:cubicBezTo>
                      <a:cubicBezTo>
                        <a:pt x="487" y="264"/>
                        <a:pt x="482" y="246"/>
                        <a:pt x="484" y="239"/>
                      </a:cubicBezTo>
                      <a:cubicBezTo>
                        <a:pt x="486" y="232"/>
                        <a:pt x="496" y="239"/>
                        <a:pt x="501" y="230"/>
                      </a:cubicBezTo>
                      <a:cubicBezTo>
                        <a:pt x="506" y="221"/>
                        <a:pt x="504" y="200"/>
                        <a:pt x="504" y="200"/>
                      </a:cubicBezTo>
                      <a:cubicBezTo>
                        <a:pt x="511" y="196"/>
                        <a:pt x="511" y="196"/>
                        <a:pt x="511" y="196"/>
                      </a:cubicBezTo>
                      <a:cubicBezTo>
                        <a:pt x="513" y="177"/>
                        <a:pt x="513" y="177"/>
                        <a:pt x="513" y="177"/>
                      </a:cubicBezTo>
                      <a:cubicBezTo>
                        <a:pt x="513" y="177"/>
                        <a:pt x="523" y="164"/>
                        <a:pt x="524" y="161"/>
                      </a:cubicBezTo>
                      <a:cubicBezTo>
                        <a:pt x="525" y="158"/>
                        <a:pt x="533" y="141"/>
                        <a:pt x="533" y="141"/>
                      </a:cubicBezTo>
                      <a:cubicBezTo>
                        <a:pt x="533" y="141"/>
                        <a:pt x="547" y="138"/>
                        <a:pt x="557" y="129"/>
                      </a:cubicBezTo>
                      <a:cubicBezTo>
                        <a:pt x="567" y="120"/>
                        <a:pt x="559" y="111"/>
                        <a:pt x="559" y="111"/>
                      </a:cubicBezTo>
                      <a:cubicBezTo>
                        <a:pt x="559" y="111"/>
                        <a:pt x="563" y="98"/>
                        <a:pt x="562" y="87"/>
                      </a:cubicBezTo>
                      <a:cubicBezTo>
                        <a:pt x="561" y="76"/>
                        <a:pt x="542" y="87"/>
                        <a:pt x="540" y="84"/>
                      </a:cubicBezTo>
                      <a:cubicBezTo>
                        <a:pt x="538" y="81"/>
                        <a:pt x="536" y="40"/>
                        <a:pt x="536" y="40"/>
                      </a:cubicBezTo>
                      <a:cubicBezTo>
                        <a:pt x="517" y="8"/>
                        <a:pt x="517" y="8"/>
                        <a:pt x="517" y="8"/>
                      </a:cubicBezTo>
                      <a:cubicBezTo>
                        <a:pt x="517" y="8"/>
                        <a:pt x="511" y="8"/>
                        <a:pt x="507" y="8"/>
                      </a:cubicBezTo>
                      <a:cubicBezTo>
                        <a:pt x="503" y="8"/>
                        <a:pt x="499" y="22"/>
                        <a:pt x="499" y="22"/>
                      </a:cubicBezTo>
                      <a:cubicBezTo>
                        <a:pt x="499" y="22"/>
                        <a:pt x="490" y="19"/>
                        <a:pt x="483" y="23"/>
                      </a:cubicBezTo>
                      <a:cubicBezTo>
                        <a:pt x="476" y="27"/>
                        <a:pt x="458" y="40"/>
                        <a:pt x="458" y="40"/>
                      </a:cubicBezTo>
                      <a:cubicBezTo>
                        <a:pt x="440" y="39"/>
                        <a:pt x="440" y="39"/>
                        <a:pt x="440" y="39"/>
                      </a:cubicBezTo>
                      <a:cubicBezTo>
                        <a:pt x="440" y="39"/>
                        <a:pt x="424" y="25"/>
                        <a:pt x="382" y="25"/>
                      </a:cubicBezTo>
                      <a:cubicBezTo>
                        <a:pt x="340" y="25"/>
                        <a:pt x="328" y="60"/>
                        <a:pt x="328" y="60"/>
                      </a:cubicBezTo>
                      <a:cubicBezTo>
                        <a:pt x="328" y="60"/>
                        <a:pt x="312" y="56"/>
                        <a:pt x="293" y="55"/>
                      </a:cubicBezTo>
                      <a:cubicBezTo>
                        <a:pt x="274" y="54"/>
                        <a:pt x="262" y="26"/>
                        <a:pt x="250" y="26"/>
                      </a:cubicBezTo>
                      <a:cubicBezTo>
                        <a:pt x="238" y="26"/>
                        <a:pt x="214" y="46"/>
                        <a:pt x="205" y="47"/>
                      </a:cubicBezTo>
                      <a:cubicBezTo>
                        <a:pt x="196" y="48"/>
                        <a:pt x="191" y="26"/>
                        <a:pt x="191" y="26"/>
                      </a:cubicBezTo>
                      <a:cubicBezTo>
                        <a:pt x="174" y="12"/>
                        <a:pt x="174" y="12"/>
                        <a:pt x="174" y="12"/>
                      </a:cubicBezTo>
                      <a:cubicBezTo>
                        <a:pt x="174" y="12"/>
                        <a:pt x="162" y="12"/>
                        <a:pt x="155" y="11"/>
                      </a:cubicBezTo>
                      <a:cubicBezTo>
                        <a:pt x="148" y="10"/>
                        <a:pt x="149" y="0"/>
                        <a:pt x="135" y="1"/>
                      </a:cubicBezTo>
                      <a:cubicBezTo>
                        <a:pt x="121" y="2"/>
                        <a:pt x="122" y="8"/>
                        <a:pt x="122" y="8"/>
                      </a:cubicBezTo>
                      <a:cubicBezTo>
                        <a:pt x="88" y="7"/>
                        <a:pt x="88" y="7"/>
                        <a:pt x="88" y="7"/>
                      </a:cubicBezTo>
                      <a:cubicBezTo>
                        <a:pt x="69" y="24"/>
                        <a:pt x="69" y="24"/>
                        <a:pt x="69" y="24"/>
                      </a:cubicBezTo>
                      <a:cubicBezTo>
                        <a:pt x="69" y="24"/>
                        <a:pt x="69" y="35"/>
                        <a:pt x="68" y="50"/>
                      </a:cubicBezTo>
                      <a:cubicBezTo>
                        <a:pt x="67" y="65"/>
                        <a:pt x="45" y="76"/>
                        <a:pt x="45" y="76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0"/>
                        <a:pt x="41" y="123"/>
                        <a:pt x="40" y="130"/>
                      </a:cubicBezTo>
                      <a:cubicBezTo>
                        <a:pt x="39" y="137"/>
                        <a:pt x="54" y="149"/>
                        <a:pt x="54" y="155"/>
                      </a:cubicBezTo>
                      <a:cubicBezTo>
                        <a:pt x="54" y="161"/>
                        <a:pt x="53" y="164"/>
                        <a:pt x="53" y="164"/>
                      </a:cubicBezTo>
                      <a:cubicBezTo>
                        <a:pt x="53" y="164"/>
                        <a:pt x="59" y="167"/>
                        <a:pt x="57" y="174"/>
                      </a:cubicBezTo>
                      <a:cubicBezTo>
                        <a:pt x="55" y="181"/>
                        <a:pt x="44" y="184"/>
                        <a:pt x="44" y="184"/>
                      </a:cubicBez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42" y="211"/>
                        <a:pt x="30" y="220"/>
                        <a:pt x="27" y="227"/>
                      </a:cubicBezTo>
                      <a:cubicBezTo>
                        <a:pt x="24" y="234"/>
                        <a:pt x="29" y="246"/>
                        <a:pt x="21" y="256"/>
                      </a:cubicBezTo>
                      <a:cubicBezTo>
                        <a:pt x="13" y="266"/>
                        <a:pt x="5" y="262"/>
                        <a:pt x="5" y="262"/>
                      </a:cubicBezTo>
                      <a:cubicBezTo>
                        <a:pt x="3" y="285"/>
                        <a:pt x="3" y="285"/>
                        <a:pt x="3" y="285"/>
                      </a:cubicBezTo>
                      <a:cubicBezTo>
                        <a:pt x="6" y="307"/>
                        <a:pt x="6" y="307"/>
                        <a:pt x="6" y="307"/>
                      </a:cubicBezTo>
                      <a:cubicBezTo>
                        <a:pt x="3" y="326"/>
                        <a:pt x="3" y="326"/>
                        <a:pt x="3" y="326"/>
                      </a:cubicBezTo>
                      <a:cubicBezTo>
                        <a:pt x="4" y="385"/>
                        <a:pt x="4" y="385"/>
                        <a:pt x="4" y="385"/>
                      </a:cubicBezTo>
                      <a:cubicBezTo>
                        <a:pt x="0" y="402"/>
                        <a:pt x="0" y="402"/>
                        <a:pt x="0" y="402"/>
                      </a:cubicBezTo>
                      <a:cubicBezTo>
                        <a:pt x="7" y="405"/>
                        <a:pt x="17" y="408"/>
                        <a:pt x="23" y="406"/>
                      </a:cubicBezTo>
                      <a:cubicBezTo>
                        <a:pt x="34" y="402"/>
                        <a:pt x="44" y="394"/>
                        <a:pt x="44" y="394"/>
                      </a:cubicBezTo>
                      <a:cubicBezTo>
                        <a:pt x="47" y="401"/>
                        <a:pt x="47" y="401"/>
                        <a:pt x="47" y="401"/>
                      </a:cubicBezTo>
                      <a:cubicBezTo>
                        <a:pt x="47" y="401"/>
                        <a:pt x="80" y="394"/>
                        <a:pt x="96" y="413"/>
                      </a:cubicBezTo>
                      <a:cubicBezTo>
                        <a:pt x="112" y="432"/>
                        <a:pt x="113" y="441"/>
                        <a:pt x="113" y="441"/>
                      </a:cubicBezTo>
                      <a:cubicBezTo>
                        <a:pt x="127" y="440"/>
                        <a:pt x="127" y="440"/>
                        <a:pt x="127" y="440"/>
                      </a:cubicBezTo>
                      <a:cubicBezTo>
                        <a:pt x="127" y="440"/>
                        <a:pt x="117" y="455"/>
                        <a:pt x="120" y="456"/>
                      </a:cubicBezTo>
                      <a:cubicBezTo>
                        <a:pt x="123" y="457"/>
                        <a:pt x="133" y="450"/>
                        <a:pt x="133" y="453"/>
                      </a:cubicBezTo>
                      <a:cubicBezTo>
                        <a:pt x="133" y="456"/>
                        <a:pt x="128" y="464"/>
                        <a:pt x="128" y="472"/>
                      </a:cubicBezTo>
                      <a:cubicBezTo>
                        <a:pt x="128" y="480"/>
                        <a:pt x="136" y="509"/>
                        <a:pt x="157" y="510"/>
                      </a:cubicBezTo>
                      <a:cubicBezTo>
                        <a:pt x="178" y="511"/>
                        <a:pt x="191" y="509"/>
                        <a:pt x="191" y="509"/>
                      </a:cubicBezTo>
                      <a:cubicBezTo>
                        <a:pt x="194" y="491"/>
                        <a:pt x="194" y="491"/>
                        <a:pt x="194" y="491"/>
                      </a:cubicBezTo>
                      <a:cubicBezTo>
                        <a:pt x="212" y="501"/>
                        <a:pt x="212" y="501"/>
                        <a:pt x="212" y="501"/>
                      </a:cubicBezTo>
                      <a:cubicBezTo>
                        <a:pt x="228" y="496"/>
                        <a:pt x="228" y="496"/>
                        <a:pt x="228" y="496"/>
                      </a:cubicBezTo>
                      <a:cubicBezTo>
                        <a:pt x="237" y="505"/>
                        <a:pt x="237" y="505"/>
                        <a:pt x="237" y="505"/>
                      </a:cubicBezTo>
                      <a:cubicBezTo>
                        <a:pt x="265" y="504"/>
                        <a:pt x="265" y="504"/>
                        <a:pt x="265" y="504"/>
                      </a:cubicBezTo>
                      <a:cubicBezTo>
                        <a:pt x="265" y="488"/>
                        <a:pt x="265" y="488"/>
                        <a:pt x="265" y="488"/>
                      </a:cubicBezTo>
                      <a:cubicBezTo>
                        <a:pt x="282" y="487"/>
                        <a:pt x="282" y="487"/>
                        <a:pt x="282" y="487"/>
                      </a:cubicBezTo>
                      <a:cubicBezTo>
                        <a:pt x="281" y="490"/>
                        <a:pt x="281" y="490"/>
                        <a:pt x="281" y="49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2" name="Freeform 299"/>
                <p:cNvSpPr>
                  <a:spLocks/>
                </p:cNvSpPr>
                <p:nvPr/>
              </p:nvSpPr>
              <p:spPr bwMode="gray">
                <a:xfrm>
                  <a:off x="-4961" y="-12966"/>
                  <a:ext cx="1172" cy="2046"/>
                </a:xfrm>
                <a:custGeom>
                  <a:avLst/>
                  <a:gdLst>
                    <a:gd name="T0" fmla="*/ 496 w 496"/>
                    <a:gd name="T1" fmla="*/ 420 h 866"/>
                    <a:gd name="T2" fmla="*/ 119 w 496"/>
                    <a:gd name="T3" fmla="*/ 0 h 866"/>
                    <a:gd name="T4" fmla="*/ 83 w 496"/>
                    <a:gd name="T5" fmla="*/ 72 h 866"/>
                    <a:gd name="T6" fmla="*/ 95 w 496"/>
                    <a:gd name="T7" fmla="*/ 129 h 866"/>
                    <a:gd name="T8" fmla="*/ 120 w 496"/>
                    <a:gd name="T9" fmla="*/ 169 h 866"/>
                    <a:gd name="T10" fmla="*/ 96 w 496"/>
                    <a:gd name="T11" fmla="*/ 356 h 866"/>
                    <a:gd name="T12" fmla="*/ 13 w 496"/>
                    <a:gd name="T13" fmla="*/ 479 h 866"/>
                    <a:gd name="T14" fmla="*/ 3 w 496"/>
                    <a:gd name="T15" fmla="*/ 526 h 866"/>
                    <a:gd name="T16" fmla="*/ 29 w 496"/>
                    <a:gd name="T17" fmla="*/ 558 h 866"/>
                    <a:gd name="T18" fmla="*/ 29 w 496"/>
                    <a:gd name="T19" fmla="*/ 561 h 866"/>
                    <a:gd name="T20" fmla="*/ 50 w 496"/>
                    <a:gd name="T21" fmla="*/ 576 h 866"/>
                    <a:gd name="T22" fmla="*/ 66 w 496"/>
                    <a:gd name="T23" fmla="*/ 611 h 866"/>
                    <a:gd name="T24" fmla="*/ 74 w 496"/>
                    <a:gd name="T25" fmla="*/ 650 h 866"/>
                    <a:gd name="T26" fmla="*/ 106 w 496"/>
                    <a:gd name="T27" fmla="*/ 724 h 866"/>
                    <a:gd name="T28" fmla="*/ 31 w 496"/>
                    <a:gd name="T29" fmla="*/ 733 h 866"/>
                    <a:gd name="T30" fmla="*/ 87 w 496"/>
                    <a:gd name="T31" fmla="*/ 802 h 866"/>
                    <a:gd name="T32" fmla="*/ 123 w 496"/>
                    <a:gd name="T33" fmla="*/ 860 h 866"/>
                    <a:gd name="T34" fmla="*/ 165 w 496"/>
                    <a:gd name="T35" fmla="*/ 858 h 866"/>
                    <a:gd name="T36" fmla="*/ 248 w 496"/>
                    <a:gd name="T37" fmla="*/ 833 h 866"/>
                    <a:gd name="T38" fmla="*/ 253 w 496"/>
                    <a:gd name="T39" fmla="*/ 788 h 866"/>
                    <a:gd name="T40" fmla="*/ 338 w 496"/>
                    <a:gd name="T41" fmla="*/ 765 h 866"/>
                    <a:gd name="T42" fmla="*/ 378 w 496"/>
                    <a:gd name="T43" fmla="*/ 723 h 866"/>
                    <a:gd name="T44" fmla="*/ 393 w 496"/>
                    <a:gd name="T45" fmla="*/ 691 h 866"/>
                    <a:gd name="T46" fmla="*/ 446 w 496"/>
                    <a:gd name="T47" fmla="*/ 674 h 866"/>
                    <a:gd name="T48" fmla="*/ 451 w 496"/>
                    <a:gd name="T49" fmla="*/ 656 h 866"/>
                    <a:gd name="T50" fmla="*/ 426 w 496"/>
                    <a:gd name="T51" fmla="*/ 625 h 866"/>
                    <a:gd name="T52" fmla="*/ 428 w 496"/>
                    <a:gd name="T53" fmla="*/ 612 h 866"/>
                    <a:gd name="T54" fmla="*/ 406 w 496"/>
                    <a:gd name="T55" fmla="*/ 587 h 866"/>
                    <a:gd name="T56" fmla="*/ 417 w 496"/>
                    <a:gd name="T57" fmla="*/ 549 h 866"/>
                    <a:gd name="T58" fmla="*/ 419 w 496"/>
                    <a:gd name="T59" fmla="*/ 508 h 866"/>
                    <a:gd name="T60" fmla="*/ 425 w 496"/>
                    <a:gd name="T61" fmla="*/ 490 h 866"/>
                    <a:gd name="T62" fmla="*/ 432 w 496"/>
                    <a:gd name="T63" fmla="*/ 474 h 866"/>
                    <a:gd name="T64" fmla="*/ 449 w 496"/>
                    <a:gd name="T65" fmla="*/ 442 h 8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96" h="866">
                      <a:moveTo>
                        <a:pt x="451" y="419"/>
                      </a:moveTo>
                      <a:cubicBezTo>
                        <a:pt x="464" y="415"/>
                        <a:pt x="496" y="420"/>
                        <a:pt x="496" y="420"/>
                      </a:cubicBezTo>
                      <a:cubicBezTo>
                        <a:pt x="492" y="216"/>
                        <a:pt x="492" y="216"/>
                        <a:pt x="492" y="216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9" y="0"/>
                        <a:pt x="94" y="15"/>
                        <a:pt x="71" y="28"/>
                      </a:cubicBezTo>
                      <a:cubicBezTo>
                        <a:pt x="83" y="72"/>
                        <a:pt x="83" y="72"/>
                        <a:pt x="83" y="72"/>
                      </a:cubicBezTo>
                      <a:cubicBezTo>
                        <a:pt x="76" y="105"/>
                        <a:pt x="76" y="105"/>
                        <a:pt x="76" y="105"/>
                      </a:cubicBezTo>
                      <a:cubicBezTo>
                        <a:pt x="95" y="129"/>
                        <a:pt x="95" y="129"/>
                        <a:pt x="95" y="129"/>
                      </a:cubicBezTo>
                      <a:cubicBezTo>
                        <a:pt x="100" y="145"/>
                        <a:pt x="100" y="145"/>
                        <a:pt x="100" y="145"/>
                      </a:cubicBezTo>
                      <a:cubicBezTo>
                        <a:pt x="120" y="169"/>
                        <a:pt x="120" y="169"/>
                        <a:pt x="120" y="169"/>
                      </a:cubicBezTo>
                      <a:cubicBezTo>
                        <a:pt x="106" y="194"/>
                        <a:pt x="106" y="194"/>
                        <a:pt x="106" y="194"/>
                      </a:cubicBezTo>
                      <a:cubicBezTo>
                        <a:pt x="96" y="356"/>
                        <a:pt x="96" y="356"/>
                        <a:pt x="96" y="356"/>
                      </a:cubicBezTo>
                      <a:cubicBezTo>
                        <a:pt x="96" y="356"/>
                        <a:pt x="46" y="409"/>
                        <a:pt x="35" y="426"/>
                      </a:cubicBezTo>
                      <a:cubicBezTo>
                        <a:pt x="23" y="442"/>
                        <a:pt x="13" y="479"/>
                        <a:pt x="13" y="479"/>
                      </a:cubicBezTo>
                      <a:cubicBezTo>
                        <a:pt x="0" y="484"/>
                        <a:pt x="0" y="484"/>
                        <a:pt x="0" y="484"/>
                      </a:cubicBezTo>
                      <a:cubicBezTo>
                        <a:pt x="3" y="526"/>
                        <a:pt x="3" y="526"/>
                        <a:pt x="3" y="526"/>
                      </a:cubicBezTo>
                      <a:cubicBezTo>
                        <a:pt x="7" y="526"/>
                        <a:pt x="10" y="526"/>
                        <a:pt x="10" y="526"/>
                      </a:cubicBezTo>
                      <a:cubicBezTo>
                        <a:pt x="29" y="558"/>
                        <a:pt x="29" y="558"/>
                        <a:pt x="29" y="558"/>
                      </a:cubicBezTo>
                      <a:cubicBezTo>
                        <a:pt x="29" y="558"/>
                        <a:pt x="29" y="560"/>
                        <a:pt x="29" y="563"/>
                      </a:cubicBezTo>
                      <a:cubicBezTo>
                        <a:pt x="29" y="562"/>
                        <a:pt x="29" y="561"/>
                        <a:pt x="29" y="561"/>
                      </a:cubicBezTo>
                      <a:cubicBezTo>
                        <a:pt x="45" y="559"/>
                        <a:pt x="45" y="559"/>
                        <a:pt x="45" y="559"/>
                      </a:cubicBezTo>
                      <a:cubicBezTo>
                        <a:pt x="45" y="559"/>
                        <a:pt x="46" y="571"/>
                        <a:pt x="50" y="576"/>
                      </a:cubicBezTo>
                      <a:cubicBezTo>
                        <a:pt x="54" y="581"/>
                        <a:pt x="70" y="584"/>
                        <a:pt x="70" y="584"/>
                      </a:cubicBezTo>
                      <a:cubicBezTo>
                        <a:pt x="66" y="611"/>
                        <a:pt x="66" y="611"/>
                        <a:pt x="66" y="611"/>
                      </a:cubicBezTo>
                      <a:cubicBezTo>
                        <a:pt x="66" y="611"/>
                        <a:pt x="80" y="618"/>
                        <a:pt x="80" y="629"/>
                      </a:cubicBezTo>
                      <a:cubicBezTo>
                        <a:pt x="80" y="640"/>
                        <a:pt x="74" y="650"/>
                        <a:pt x="74" y="650"/>
                      </a:cubicBezTo>
                      <a:cubicBezTo>
                        <a:pt x="74" y="650"/>
                        <a:pt x="75" y="678"/>
                        <a:pt x="80" y="692"/>
                      </a:cubicBezTo>
                      <a:cubicBezTo>
                        <a:pt x="85" y="706"/>
                        <a:pt x="106" y="724"/>
                        <a:pt x="106" y="724"/>
                      </a:cubicBezTo>
                      <a:cubicBezTo>
                        <a:pt x="106" y="724"/>
                        <a:pt x="92" y="725"/>
                        <a:pt x="84" y="726"/>
                      </a:cubicBezTo>
                      <a:cubicBezTo>
                        <a:pt x="76" y="727"/>
                        <a:pt x="36" y="720"/>
                        <a:pt x="31" y="733"/>
                      </a:cubicBezTo>
                      <a:cubicBezTo>
                        <a:pt x="26" y="746"/>
                        <a:pt x="41" y="767"/>
                        <a:pt x="49" y="775"/>
                      </a:cubicBezTo>
                      <a:cubicBezTo>
                        <a:pt x="57" y="783"/>
                        <a:pt x="78" y="792"/>
                        <a:pt x="87" y="802"/>
                      </a:cubicBezTo>
                      <a:cubicBezTo>
                        <a:pt x="96" y="812"/>
                        <a:pt x="101" y="859"/>
                        <a:pt x="101" y="859"/>
                      </a:cubicBezTo>
                      <a:cubicBezTo>
                        <a:pt x="101" y="859"/>
                        <a:pt x="113" y="866"/>
                        <a:pt x="123" y="860"/>
                      </a:cubicBezTo>
                      <a:cubicBezTo>
                        <a:pt x="133" y="853"/>
                        <a:pt x="153" y="838"/>
                        <a:pt x="153" y="838"/>
                      </a:cubicBezTo>
                      <a:cubicBezTo>
                        <a:pt x="153" y="838"/>
                        <a:pt x="146" y="863"/>
                        <a:pt x="165" y="858"/>
                      </a:cubicBezTo>
                      <a:cubicBezTo>
                        <a:pt x="183" y="853"/>
                        <a:pt x="178" y="833"/>
                        <a:pt x="196" y="833"/>
                      </a:cubicBezTo>
                      <a:cubicBezTo>
                        <a:pt x="215" y="833"/>
                        <a:pt x="248" y="833"/>
                        <a:pt x="248" y="833"/>
                      </a:cubicBezTo>
                      <a:cubicBezTo>
                        <a:pt x="248" y="833"/>
                        <a:pt x="263" y="811"/>
                        <a:pt x="268" y="805"/>
                      </a:cubicBezTo>
                      <a:cubicBezTo>
                        <a:pt x="273" y="798"/>
                        <a:pt x="253" y="788"/>
                        <a:pt x="253" y="788"/>
                      </a:cubicBezTo>
                      <a:cubicBezTo>
                        <a:pt x="267" y="780"/>
                        <a:pt x="267" y="780"/>
                        <a:pt x="267" y="780"/>
                      </a:cubicBezTo>
                      <a:cubicBezTo>
                        <a:pt x="267" y="780"/>
                        <a:pt x="307" y="780"/>
                        <a:pt x="338" y="765"/>
                      </a:cubicBezTo>
                      <a:cubicBezTo>
                        <a:pt x="370" y="750"/>
                        <a:pt x="365" y="728"/>
                        <a:pt x="365" y="728"/>
                      </a:cubicBezTo>
                      <a:cubicBezTo>
                        <a:pt x="378" y="723"/>
                        <a:pt x="378" y="723"/>
                        <a:pt x="378" y="723"/>
                      </a:cubicBezTo>
                      <a:cubicBezTo>
                        <a:pt x="390" y="711"/>
                        <a:pt x="390" y="711"/>
                        <a:pt x="390" y="711"/>
                      </a:cubicBezTo>
                      <a:cubicBezTo>
                        <a:pt x="393" y="691"/>
                        <a:pt x="393" y="691"/>
                        <a:pt x="393" y="691"/>
                      </a:cubicBezTo>
                      <a:cubicBezTo>
                        <a:pt x="430" y="673"/>
                        <a:pt x="430" y="673"/>
                        <a:pt x="430" y="673"/>
                      </a:cubicBezTo>
                      <a:cubicBezTo>
                        <a:pt x="446" y="674"/>
                        <a:pt x="446" y="674"/>
                        <a:pt x="446" y="674"/>
                      </a:cubicBezTo>
                      <a:cubicBezTo>
                        <a:pt x="445" y="665"/>
                        <a:pt x="445" y="665"/>
                        <a:pt x="445" y="665"/>
                      </a:cubicBezTo>
                      <a:cubicBezTo>
                        <a:pt x="445" y="665"/>
                        <a:pt x="463" y="669"/>
                        <a:pt x="451" y="656"/>
                      </a:cubicBezTo>
                      <a:cubicBezTo>
                        <a:pt x="439" y="643"/>
                        <a:pt x="430" y="642"/>
                        <a:pt x="430" y="642"/>
                      </a:cubicBezTo>
                      <a:cubicBezTo>
                        <a:pt x="426" y="625"/>
                        <a:pt x="426" y="625"/>
                        <a:pt x="426" y="625"/>
                      </a:cubicBezTo>
                      <a:cubicBezTo>
                        <a:pt x="437" y="620"/>
                        <a:pt x="437" y="620"/>
                        <a:pt x="437" y="620"/>
                      </a:cubicBezTo>
                      <a:cubicBezTo>
                        <a:pt x="428" y="612"/>
                        <a:pt x="428" y="612"/>
                        <a:pt x="428" y="612"/>
                      </a:cubicBezTo>
                      <a:cubicBezTo>
                        <a:pt x="428" y="612"/>
                        <a:pt x="430" y="585"/>
                        <a:pt x="423" y="582"/>
                      </a:cubicBezTo>
                      <a:cubicBezTo>
                        <a:pt x="416" y="579"/>
                        <a:pt x="411" y="589"/>
                        <a:pt x="406" y="587"/>
                      </a:cubicBezTo>
                      <a:cubicBezTo>
                        <a:pt x="401" y="585"/>
                        <a:pt x="395" y="580"/>
                        <a:pt x="398" y="569"/>
                      </a:cubicBezTo>
                      <a:cubicBezTo>
                        <a:pt x="401" y="558"/>
                        <a:pt x="415" y="558"/>
                        <a:pt x="417" y="549"/>
                      </a:cubicBezTo>
                      <a:cubicBezTo>
                        <a:pt x="419" y="540"/>
                        <a:pt x="416" y="536"/>
                        <a:pt x="410" y="526"/>
                      </a:cubicBezTo>
                      <a:cubicBezTo>
                        <a:pt x="404" y="516"/>
                        <a:pt x="419" y="508"/>
                        <a:pt x="419" y="508"/>
                      </a:cubicBezTo>
                      <a:cubicBezTo>
                        <a:pt x="430" y="501"/>
                        <a:pt x="430" y="501"/>
                        <a:pt x="430" y="501"/>
                      </a:cubicBezTo>
                      <a:cubicBezTo>
                        <a:pt x="425" y="490"/>
                        <a:pt x="425" y="490"/>
                        <a:pt x="425" y="490"/>
                      </a:cubicBezTo>
                      <a:cubicBezTo>
                        <a:pt x="422" y="474"/>
                        <a:pt x="422" y="474"/>
                        <a:pt x="422" y="474"/>
                      </a:cubicBezTo>
                      <a:cubicBezTo>
                        <a:pt x="432" y="474"/>
                        <a:pt x="432" y="474"/>
                        <a:pt x="432" y="474"/>
                      </a:cubicBezTo>
                      <a:cubicBezTo>
                        <a:pt x="432" y="474"/>
                        <a:pt x="430" y="462"/>
                        <a:pt x="436" y="456"/>
                      </a:cubicBezTo>
                      <a:cubicBezTo>
                        <a:pt x="442" y="450"/>
                        <a:pt x="451" y="450"/>
                        <a:pt x="449" y="442"/>
                      </a:cubicBezTo>
                      <a:cubicBezTo>
                        <a:pt x="447" y="434"/>
                        <a:pt x="438" y="423"/>
                        <a:pt x="451" y="41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3" name="Freeform 300"/>
                <p:cNvSpPr>
                  <a:spLocks/>
                </p:cNvSpPr>
                <p:nvPr/>
              </p:nvSpPr>
              <p:spPr bwMode="gray">
                <a:xfrm>
                  <a:off x="-7817" y="-13159"/>
                  <a:ext cx="1838" cy="1889"/>
                </a:xfrm>
                <a:custGeom>
                  <a:avLst/>
                  <a:gdLst>
                    <a:gd name="T0" fmla="*/ 424 w 778"/>
                    <a:gd name="T1" fmla="*/ 631 h 800"/>
                    <a:gd name="T2" fmla="*/ 437 w 778"/>
                    <a:gd name="T3" fmla="*/ 607 h 800"/>
                    <a:gd name="T4" fmla="*/ 481 w 778"/>
                    <a:gd name="T5" fmla="*/ 585 h 800"/>
                    <a:gd name="T6" fmla="*/ 502 w 778"/>
                    <a:gd name="T7" fmla="*/ 563 h 800"/>
                    <a:gd name="T8" fmla="*/ 527 w 778"/>
                    <a:gd name="T9" fmla="*/ 547 h 800"/>
                    <a:gd name="T10" fmla="*/ 572 w 778"/>
                    <a:gd name="T11" fmla="*/ 537 h 800"/>
                    <a:gd name="T12" fmla="*/ 620 w 778"/>
                    <a:gd name="T13" fmla="*/ 537 h 800"/>
                    <a:gd name="T14" fmla="*/ 680 w 778"/>
                    <a:gd name="T15" fmla="*/ 526 h 800"/>
                    <a:gd name="T16" fmla="*/ 712 w 778"/>
                    <a:gd name="T17" fmla="*/ 519 h 800"/>
                    <a:gd name="T18" fmla="*/ 748 w 778"/>
                    <a:gd name="T19" fmla="*/ 509 h 800"/>
                    <a:gd name="T20" fmla="*/ 778 w 778"/>
                    <a:gd name="T21" fmla="*/ 454 h 800"/>
                    <a:gd name="T22" fmla="*/ 766 w 778"/>
                    <a:gd name="T23" fmla="*/ 320 h 800"/>
                    <a:gd name="T24" fmla="*/ 738 w 778"/>
                    <a:gd name="T25" fmla="*/ 300 h 800"/>
                    <a:gd name="T26" fmla="*/ 694 w 778"/>
                    <a:gd name="T27" fmla="*/ 270 h 800"/>
                    <a:gd name="T28" fmla="*/ 666 w 778"/>
                    <a:gd name="T29" fmla="*/ 251 h 800"/>
                    <a:gd name="T30" fmla="*/ 637 w 778"/>
                    <a:gd name="T31" fmla="*/ 229 h 800"/>
                    <a:gd name="T32" fmla="*/ 364 w 778"/>
                    <a:gd name="T33" fmla="*/ 3 h 800"/>
                    <a:gd name="T34" fmla="*/ 314 w 778"/>
                    <a:gd name="T35" fmla="*/ 459 h 800"/>
                    <a:gd name="T36" fmla="*/ 323 w 778"/>
                    <a:gd name="T37" fmla="*/ 483 h 800"/>
                    <a:gd name="T38" fmla="*/ 141 w 778"/>
                    <a:gd name="T39" fmla="*/ 513 h 800"/>
                    <a:gd name="T40" fmla="*/ 127 w 778"/>
                    <a:gd name="T41" fmla="*/ 517 h 800"/>
                    <a:gd name="T42" fmla="*/ 96 w 778"/>
                    <a:gd name="T43" fmla="*/ 515 h 800"/>
                    <a:gd name="T44" fmla="*/ 64 w 778"/>
                    <a:gd name="T45" fmla="*/ 532 h 800"/>
                    <a:gd name="T46" fmla="*/ 24 w 778"/>
                    <a:gd name="T47" fmla="*/ 535 h 800"/>
                    <a:gd name="T48" fmla="*/ 0 w 778"/>
                    <a:gd name="T49" fmla="*/ 550 h 800"/>
                    <a:gd name="T50" fmla="*/ 9 w 778"/>
                    <a:gd name="T51" fmla="*/ 578 h 800"/>
                    <a:gd name="T52" fmla="*/ 14 w 778"/>
                    <a:gd name="T53" fmla="*/ 623 h 800"/>
                    <a:gd name="T54" fmla="*/ 37 w 778"/>
                    <a:gd name="T55" fmla="*/ 644 h 800"/>
                    <a:gd name="T56" fmla="*/ 44 w 778"/>
                    <a:gd name="T57" fmla="*/ 703 h 800"/>
                    <a:gd name="T58" fmla="*/ 73 w 778"/>
                    <a:gd name="T59" fmla="*/ 706 h 800"/>
                    <a:gd name="T60" fmla="*/ 119 w 778"/>
                    <a:gd name="T61" fmla="*/ 698 h 800"/>
                    <a:gd name="T62" fmla="*/ 145 w 778"/>
                    <a:gd name="T63" fmla="*/ 673 h 800"/>
                    <a:gd name="T64" fmla="*/ 163 w 778"/>
                    <a:gd name="T65" fmla="*/ 697 h 800"/>
                    <a:gd name="T66" fmla="*/ 180 w 778"/>
                    <a:gd name="T67" fmla="*/ 730 h 800"/>
                    <a:gd name="T68" fmla="*/ 182 w 778"/>
                    <a:gd name="T69" fmla="*/ 752 h 800"/>
                    <a:gd name="T70" fmla="*/ 201 w 778"/>
                    <a:gd name="T71" fmla="*/ 796 h 800"/>
                    <a:gd name="T72" fmla="*/ 220 w 778"/>
                    <a:gd name="T73" fmla="*/ 784 h 800"/>
                    <a:gd name="T74" fmla="*/ 250 w 778"/>
                    <a:gd name="T75" fmla="*/ 788 h 800"/>
                    <a:gd name="T76" fmla="*/ 264 w 778"/>
                    <a:gd name="T77" fmla="*/ 770 h 800"/>
                    <a:gd name="T78" fmla="*/ 281 w 778"/>
                    <a:gd name="T79" fmla="*/ 769 h 800"/>
                    <a:gd name="T80" fmla="*/ 296 w 778"/>
                    <a:gd name="T81" fmla="*/ 795 h 800"/>
                    <a:gd name="T82" fmla="*/ 312 w 778"/>
                    <a:gd name="T83" fmla="*/ 744 h 800"/>
                    <a:gd name="T84" fmla="*/ 335 w 778"/>
                    <a:gd name="T85" fmla="*/ 729 h 800"/>
                    <a:gd name="T86" fmla="*/ 333 w 778"/>
                    <a:gd name="T87" fmla="*/ 700 h 800"/>
                    <a:gd name="T88" fmla="*/ 359 w 778"/>
                    <a:gd name="T89" fmla="*/ 685 h 800"/>
                    <a:gd name="T90" fmla="*/ 367 w 778"/>
                    <a:gd name="T91" fmla="*/ 659 h 800"/>
                    <a:gd name="T92" fmla="*/ 375 w 778"/>
                    <a:gd name="T93" fmla="*/ 637 h 800"/>
                    <a:gd name="T94" fmla="*/ 409 w 778"/>
                    <a:gd name="T95" fmla="*/ 636 h 8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78" h="800">
                      <a:moveTo>
                        <a:pt x="409" y="636"/>
                      </a:moveTo>
                      <a:cubicBezTo>
                        <a:pt x="424" y="631"/>
                        <a:pt x="424" y="631"/>
                        <a:pt x="424" y="631"/>
                      </a:cubicBezTo>
                      <a:cubicBezTo>
                        <a:pt x="424" y="607"/>
                        <a:pt x="424" y="607"/>
                        <a:pt x="424" y="607"/>
                      </a:cubicBezTo>
                      <a:cubicBezTo>
                        <a:pt x="437" y="607"/>
                        <a:pt x="437" y="607"/>
                        <a:pt x="437" y="607"/>
                      </a:cubicBezTo>
                      <a:cubicBezTo>
                        <a:pt x="437" y="607"/>
                        <a:pt x="454" y="578"/>
                        <a:pt x="460" y="576"/>
                      </a:cubicBezTo>
                      <a:cubicBezTo>
                        <a:pt x="466" y="574"/>
                        <a:pt x="478" y="586"/>
                        <a:pt x="481" y="585"/>
                      </a:cubicBezTo>
                      <a:cubicBezTo>
                        <a:pt x="484" y="584"/>
                        <a:pt x="485" y="563"/>
                        <a:pt x="485" y="563"/>
                      </a:cubicBezTo>
                      <a:cubicBezTo>
                        <a:pt x="502" y="563"/>
                        <a:pt x="502" y="563"/>
                        <a:pt x="502" y="563"/>
                      </a:cubicBezTo>
                      <a:cubicBezTo>
                        <a:pt x="513" y="549"/>
                        <a:pt x="513" y="549"/>
                        <a:pt x="513" y="549"/>
                      </a:cubicBezTo>
                      <a:cubicBezTo>
                        <a:pt x="513" y="549"/>
                        <a:pt x="517" y="551"/>
                        <a:pt x="527" y="547"/>
                      </a:cubicBezTo>
                      <a:cubicBezTo>
                        <a:pt x="537" y="543"/>
                        <a:pt x="539" y="535"/>
                        <a:pt x="539" y="535"/>
                      </a:cubicBezTo>
                      <a:cubicBezTo>
                        <a:pt x="572" y="537"/>
                        <a:pt x="572" y="537"/>
                        <a:pt x="572" y="537"/>
                      </a:cubicBezTo>
                      <a:cubicBezTo>
                        <a:pt x="588" y="544"/>
                        <a:pt x="588" y="544"/>
                        <a:pt x="588" y="544"/>
                      </a:cubicBezTo>
                      <a:cubicBezTo>
                        <a:pt x="620" y="537"/>
                        <a:pt x="620" y="537"/>
                        <a:pt x="620" y="537"/>
                      </a:cubicBezTo>
                      <a:cubicBezTo>
                        <a:pt x="638" y="525"/>
                        <a:pt x="638" y="525"/>
                        <a:pt x="638" y="525"/>
                      </a:cubicBezTo>
                      <a:cubicBezTo>
                        <a:pt x="680" y="526"/>
                        <a:pt x="680" y="526"/>
                        <a:pt x="680" y="526"/>
                      </a:cubicBezTo>
                      <a:cubicBezTo>
                        <a:pt x="681" y="517"/>
                        <a:pt x="681" y="517"/>
                        <a:pt x="681" y="517"/>
                      </a:cubicBezTo>
                      <a:cubicBezTo>
                        <a:pt x="712" y="519"/>
                        <a:pt x="712" y="519"/>
                        <a:pt x="712" y="519"/>
                      </a:cubicBezTo>
                      <a:cubicBezTo>
                        <a:pt x="719" y="514"/>
                        <a:pt x="719" y="514"/>
                        <a:pt x="719" y="514"/>
                      </a:cubicBezTo>
                      <a:cubicBezTo>
                        <a:pt x="719" y="514"/>
                        <a:pt x="726" y="520"/>
                        <a:pt x="748" y="509"/>
                      </a:cubicBezTo>
                      <a:cubicBezTo>
                        <a:pt x="763" y="502"/>
                        <a:pt x="763" y="469"/>
                        <a:pt x="763" y="469"/>
                      </a:cubicBezTo>
                      <a:cubicBezTo>
                        <a:pt x="778" y="454"/>
                        <a:pt x="778" y="454"/>
                        <a:pt x="778" y="454"/>
                      </a:cubicBezTo>
                      <a:cubicBezTo>
                        <a:pt x="778" y="317"/>
                        <a:pt x="778" y="317"/>
                        <a:pt x="778" y="317"/>
                      </a:cubicBezTo>
                      <a:cubicBezTo>
                        <a:pt x="771" y="319"/>
                        <a:pt x="766" y="320"/>
                        <a:pt x="766" y="320"/>
                      </a:cubicBezTo>
                      <a:cubicBezTo>
                        <a:pt x="766" y="320"/>
                        <a:pt x="744" y="328"/>
                        <a:pt x="729" y="321"/>
                      </a:cubicBezTo>
                      <a:cubicBezTo>
                        <a:pt x="714" y="314"/>
                        <a:pt x="738" y="300"/>
                        <a:pt x="738" y="300"/>
                      </a:cubicBezTo>
                      <a:cubicBezTo>
                        <a:pt x="738" y="300"/>
                        <a:pt x="737" y="280"/>
                        <a:pt x="727" y="272"/>
                      </a:cubicBezTo>
                      <a:cubicBezTo>
                        <a:pt x="717" y="264"/>
                        <a:pt x="694" y="270"/>
                        <a:pt x="694" y="270"/>
                      </a:cubicBezTo>
                      <a:cubicBezTo>
                        <a:pt x="689" y="252"/>
                        <a:pt x="689" y="252"/>
                        <a:pt x="689" y="252"/>
                      </a:cubicBezTo>
                      <a:cubicBezTo>
                        <a:pt x="689" y="252"/>
                        <a:pt x="676" y="254"/>
                        <a:pt x="666" y="251"/>
                      </a:cubicBezTo>
                      <a:cubicBezTo>
                        <a:pt x="656" y="248"/>
                        <a:pt x="658" y="241"/>
                        <a:pt x="656" y="233"/>
                      </a:cubicBezTo>
                      <a:cubicBezTo>
                        <a:pt x="654" y="225"/>
                        <a:pt x="637" y="229"/>
                        <a:pt x="637" y="229"/>
                      </a:cubicBezTo>
                      <a:cubicBezTo>
                        <a:pt x="638" y="212"/>
                        <a:pt x="638" y="212"/>
                        <a:pt x="638" y="212"/>
                      </a:cubicBezTo>
                      <a:cubicBezTo>
                        <a:pt x="364" y="3"/>
                        <a:pt x="364" y="3"/>
                        <a:pt x="364" y="3"/>
                      </a:cubicBezTo>
                      <a:cubicBezTo>
                        <a:pt x="283" y="0"/>
                        <a:pt x="283" y="0"/>
                        <a:pt x="283" y="0"/>
                      </a:cubicBezTo>
                      <a:cubicBezTo>
                        <a:pt x="314" y="459"/>
                        <a:pt x="314" y="459"/>
                        <a:pt x="314" y="459"/>
                      </a:cubicBezTo>
                      <a:cubicBezTo>
                        <a:pt x="314" y="459"/>
                        <a:pt x="327" y="465"/>
                        <a:pt x="328" y="472"/>
                      </a:cubicBezTo>
                      <a:cubicBezTo>
                        <a:pt x="329" y="479"/>
                        <a:pt x="323" y="483"/>
                        <a:pt x="323" y="483"/>
                      </a:cubicBezTo>
                      <a:cubicBezTo>
                        <a:pt x="318" y="510"/>
                        <a:pt x="318" y="510"/>
                        <a:pt x="318" y="510"/>
                      </a:cubicBezTo>
                      <a:cubicBezTo>
                        <a:pt x="141" y="513"/>
                        <a:pt x="141" y="513"/>
                        <a:pt x="141" y="513"/>
                      </a:cubicBezTo>
                      <a:cubicBezTo>
                        <a:pt x="141" y="513"/>
                        <a:pt x="141" y="502"/>
                        <a:pt x="137" y="503"/>
                      </a:cubicBezTo>
                      <a:cubicBezTo>
                        <a:pt x="133" y="504"/>
                        <a:pt x="135" y="516"/>
                        <a:pt x="127" y="517"/>
                      </a:cubicBezTo>
                      <a:cubicBezTo>
                        <a:pt x="119" y="518"/>
                        <a:pt x="102" y="521"/>
                        <a:pt x="102" y="521"/>
                      </a:cubicBezTo>
                      <a:cubicBezTo>
                        <a:pt x="96" y="515"/>
                        <a:pt x="96" y="515"/>
                        <a:pt x="96" y="515"/>
                      </a:cubicBezTo>
                      <a:cubicBezTo>
                        <a:pt x="74" y="515"/>
                        <a:pt x="74" y="515"/>
                        <a:pt x="74" y="515"/>
                      </a:cubicBezTo>
                      <a:cubicBezTo>
                        <a:pt x="64" y="532"/>
                        <a:pt x="64" y="532"/>
                        <a:pt x="64" y="532"/>
                      </a:cubicBezTo>
                      <a:cubicBezTo>
                        <a:pt x="64" y="532"/>
                        <a:pt x="52" y="507"/>
                        <a:pt x="39" y="507"/>
                      </a:cubicBezTo>
                      <a:cubicBezTo>
                        <a:pt x="26" y="507"/>
                        <a:pt x="24" y="516"/>
                        <a:pt x="24" y="535"/>
                      </a:cubicBezTo>
                      <a:cubicBezTo>
                        <a:pt x="25" y="536"/>
                        <a:pt x="28" y="546"/>
                        <a:pt x="20" y="549"/>
                      </a:cubicBezTo>
                      <a:cubicBezTo>
                        <a:pt x="12" y="552"/>
                        <a:pt x="0" y="550"/>
                        <a:pt x="0" y="550"/>
                      </a:cubicBezTo>
                      <a:cubicBezTo>
                        <a:pt x="1" y="568"/>
                        <a:pt x="1" y="568"/>
                        <a:pt x="1" y="568"/>
                      </a:cubicBezTo>
                      <a:cubicBezTo>
                        <a:pt x="9" y="578"/>
                        <a:pt x="9" y="578"/>
                        <a:pt x="9" y="578"/>
                      </a:cubicBezTo>
                      <a:cubicBezTo>
                        <a:pt x="9" y="578"/>
                        <a:pt x="21" y="600"/>
                        <a:pt x="16" y="604"/>
                      </a:cubicBezTo>
                      <a:cubicBezTo>
                        <a:pt x="11" y="608"/>
                        <a:pt x="7" y="612"/>
                        <a:pt x="14" y="623"/>
                      </a:cubicBezTo>
                      <a:cubicBezTo>
                        <a:pt x="21" y="634"/>
                        <a:pt x="25" y="622"/>
                        <a:pt x="30" y="625"/>
                      </a:cubicBezTo>
                      <a:cubicBezTo>
                        <a:pt x="35" y="628"/>
                        <a:pt x="37" y="644"/>
                        <a:pt x="37" y="644"/>
                      </a:cubicBezTo>
                      <a:cubicBezTo>
                        <a:pt x="36" y="678"/>
                        <a:pt x="36" y="678"/>
                        <a:pt x="36" y="678"/>
                      </a:cubicBezTo>
                      <a:cubicBezTo>
                        <a:pt x="36" y="678"/>
                        <a:pt x="40" y="705"/>
                        <a:pt x="44" y="703"/>
                      </a:cubicBezTo>
                      <a:cubicBezTo>
                        <a:pt x="48" y="701"/>
                        <a:pt x="52" y="685"/>
                        <a:pt x="61" y="685"/>
                      </a:cubicBezTo>
                      <a:cubicBezTo>
                        <a:pt x="70" y="685"/>
                        <a:pt x="73" y="706"/>
                        <a:pt x="73" y="706"/>
                      </a:cubicBezTo>
                      <a:cubicBezTo>
                        <a:pt x="73" y="706"/>
                        <a:pt x="87" y="683"/>
                        <a:pt x="92" y="685"/>
                      </a:cubicBezTo>
                      <a:cubicBezTo>
                        <a:pt x="97" y="687"/>
                        <a:pt x="119" y="698"/>
                        <a:pt x="119" y="698"/>
                      </a:cubicBezTo>
                      <a:cubicBezTo>
                        <a:pt x="131" y="689"/>
                        <a:pt x="131" y="689"/>
                        <a:pt x="131" y="689"/>
                      </a:cubicBezTo>
                      <a:cubicBezTo>
                        <a:pt x="131" y="689"/>
                        <a:pt x="129" y="665"/>
                        <a:pt x="145" y="673"/>
                      </a:cubicBezTo>
                      <a:cubicBezTo>
                        <a:pt x="161" y="681"/>
                        <a:pt x="154" y="688"/>
                        <a:pt x="154" y="688"/>
                      </a:cubicBezTo>
                      <a:cubicBezTo>
                        <a:pt x="163" y="697"/>
                        <a:pt x="163" y="697"/>
                        <a:pt x="163" y="697"/>
                      </a:cubicBezTo>
                      <a:cubicBezTo>
                        <a:pt x="157" y="714"/>
                        <a:pt x="157" y="714"/>
                        <a:pt x="157" y="714"/>
                      </a:cubicBezTo>
                      <a:cubicBezTo>
                        <a:pt x="180" y="730"/>
                        <a:pt x="180" y="730"/>
                        <a:pt x="180" y="730"/>
                      </a:cubicBezTo>
                      <a:cubicBezTo>
                        <a:pt x="163" y="753"/>
                        <a:pt x="163" y="753"/>
                        <a:pt x="163" y="753"/>
                      </a:cubicBezTo>
                      <a:cubicBezTo>
                        <a:pt x="182" y="752"/>
                        <a:pt x="182" y="752"/>
                        <a:pt x="182" y="752"/>
                      </a:cubicBezTo>
                      <a:cubicBezTo>
                        <a:pt x="182" y="777"/>
                        <a:pt x="182" y="777"/>
                        <a:pt x="182" y="777"/>
                      </a:cubicBezTo>
                      <a:cubicBezTo>
                        <a:pt x="201" y="796"/>
                        <a:pt x="201" y="796"/>
                        <a:pt x="201" y="796"/>
                      </a:cubicBezTo>
                      <a:cubicBezTo>
                        <a:pt x="207" y="799"/>
                        <a:pt x="207" y="799"/>
                        <a:pt x="207" y="799"/>
                      </a:cubicBezTo>
                      <a:cubicBezTo>
                        <a:pt x="207" y="799"/>
                        <a:pt x="204" y="782"/>
                        <a:pt x="220" y="784"/>
                      </a:cubicBezTo>
                      <a:cubicBezTo>
                        <a:pt x="236" y="786"/>
                        <a:pt x="246" y="800"/>
                        <a:pt x="246" y="800"/>
                      </a:cubicBezTo>
                      <a:cubicBezTo>
                        <a:pt x="250" y="788"/>
                        <a:pt x="250" y="788"/>
                        <a:pt x="250" y="788"/>
                      </a:cubicBezTo>
                      <a:cubicBezTo>
                        <a:pt x="260" y="788"/>
                        <a:pt x="260" y="788"/>
                        <a:pt x="260" y="788"/>
                      </a:cubicBezTo>
                      <a:cubicBezTo>
                        <a:pt x="264" y="770"/>
                        <a:pt x="264" y="770"/>
                        <a:pt x="264" y="770"/>
                      </a:cubicBezTo>
                      <a:cubicBezTo>
                        <a:pt x="273" y="782"/>
                        <a:pt x="273" y="782"/>
                        <a:pt x="273" y="782"/>
                      </a:cubicBezTo>
                      <a:cubicBezTo>
                        <a:pt x="281" y="769"/>
                        <a:pt x="281" y="769"/>
                        <a:pt x="281" y="769"/>
                      </a:cubicBezTo>
                      <a:cubicBezTo>
                        <a:pt x="281" y="793"/>
                        <a:pt x="281" y="793"/>
                        <a:pt x="281" y="793"/>
                      </a:cubicBezTo>
                      <a:cubicBezTo>
                        <a:pt x="296" y="795"/>
                        <a:pt x="296" y="795"/>
                        <a:pt x="296" y="795"/>
                      </a:cubicBezTo>
                      <a:cubicBezTo>
                        <a:pt x="296" y="795"/>
                        <a:pt x="300" y="781"/>
                        <a:pt x="315" y="781"/>
                      </a:cubicBezTo>
                      <a:cubicBezTo>
                        <a:pt x="312" y="744"/>
                        <a:pt x="312" y="744"/>
                        <a:pt x="312" y="744"/>
                      </a:cubicBezTo>
                      <a:cubicBezTo>
                        <a:pt x="327" y="744"/>
                        <a:pt x="327" y="744"/>
                        <a:pt x="327" y="744"/>
                      </a:cubicBezTo>
                      <a:cubicBezTo>
                        <a:pt x="335" y="729"/>
                        <a:pt x="335" y="729"/>
                        <a:pt x="335" y="729"/>
                      </a:cubicBezTo>
                      <a:cubicBezTo>
                        <a:pt x="320" y="708"/>
                        <a:pt x="320" y="708"/>
                        <a:pt x="320" y="708"/>
                      </a:cubicBezTo>
                      <a:cubicBezTo>
                        <a:pt x="333" y="700"/>
                        <a:pt x="333" y="700"/>
                        <a:pt x="333" y="700"/>
                      </a:cubicBezTo>
                      <a:cubicBezTo>
                        <a:pt x="333" y="700"/>
                        <a:pt x="348" y="697"/>
                        <a:pt x="360" y="696"/>
                      </a:cubicBezTo>
                      <a:cubicBezTo>
                        <a:pt x="372" y="695"/>
                        <a:pt x="359" y="685"/>
                        <a:pt x="359" y="685"/>
                      </a:cubicBezTo>
                      <a:cubicBezTo>
                        <a:pt x="359" y="685"/>
                        <a:pt x="366" y="684"/>
                        <a:pt x="369" y="680"/>
                      </a:cubicBezTo>
                      <a:cubicBezTo>
                        <a:pt x="372" y="676"/>
                        <a:pt x="367" y="659"/>
                        <a:pt x="367" y="659"/>
                      </a:cubicBezTo>
                      <a:cubicBezTo>
                        <a:pt x="367" y="659"/>
                        <a:pt x="379" y="661"/>
                        <a:pt x="381" y="656"/>
                      </a:cubicBezTo>
                      <a:cubicBezTo>
                        <a:pt x="383" y="651"/>
                        <a:pt x="375" y="637"/>
                        <a:pt x="375" y="637"/>
                      </a:cubicBezTo>
                      <a:cubicBezTo>
                        <a:pt x="388" y="617"/>
                        <a:pt x="388" y="617"/>
                        <a:pt x="388" y="617"/>
                      </a:cubicBezTo>
                      <a:lnTo>
                        <a:pt x="409" y="63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4" name="Freeform 301"/>
                <p:cNvSpPr>
                  <a:spLocks/>
                </p:cNvSpPr>
                <p:nvPr/>
              </p:nvSpPr>
              <p:spPr bwMode="gray">
                <a:xfrm>
                  <a:off x="-8382" y="-12110"/>
                  <a:ext cx="652" cy="581"/>
                </a:xfrm>
                <a:custGeom>
                  <a:avLst/>
                  <a:gdLst>
                    <a:gd name="T0" fmla="*/ 269 w 276"/>
                    <a:gd name="T1" fmla="*/ 181 h 246"/>
                    <a:gd name="T2" fmla="*/ 253 w 276"/>
                    <a:gd name="T3" fmla="*/ 179 h 246"/>
                    <a:gd name="T4" fmla="*/ 255 w 276"/>
                    <a:gd name="T5" fmla="*/ 160 h 246"/>
                    <a:gd name="T6" fmla="*/ 248 w 276"/>
                    <a:gd name="T7" fmla="*/ 134 h 246"/>
                    <a:gd name="T8" fmla="*/ 240 w 276"/>
                    <a:gd name="T9" fmla="*/ 124 h 246"/>
                    <a:gd name="T10" fmla="*/ 239 w 276"/>
                    <a:gd name="T11" fmla="*/ 106 h 246"/>
                    <a:gd name="T12" fmla="*/ 230 w 276"/>
                    <a:gd name="T13" fmla="*/ 92 h 246"/>
                    <a:gd name="T14" fmla="*/ 213 w 276"/>
                    <a:gd name="T15" fmla="*/ 86 h 246"/>
                    <a:gd name="T16" fmla="*/ 210 w 276"/>
                    <a:gd name="T17" fmla="*/ 70 h 246"/>
                    <a:gd name="T18" fmla="*/ 196 w 276"/>
                    <a:gd name="T19" fmla="*/ 68 h 246"/>
                    <a:gd name="T20" fmla="*/ 188 w 276"/>
                    <a:gd name="T21" fmla="*/ 31 h 246"/>
                    <a:gd name="T22" fmla="*/ 167 w 276"/>
                    <a:gd name="T23" fmla="*/ 34 h 246"/>
                    <a:gd name="T24" fmla="*/ 146 w 276"/>
                    <a:gd name="T25" fmla="*/ 10 h 246"/>
                    <a:gd name="T26" fmla="*/ 122 w 276"/>
                    <a:gd name="T27" fmla="*/ 7 h 246"/>
                    <a:gd name="T28" fmla="*/ 109 w 276"/>
                    <a:gd name="T29" fmla="*/ 0 h 246"/>
                    <a:gd name="T30" fmla="*/ 109 w 276"/>
                    <a:gd name="T31" fmla="*/ 10 h 246"/>
                    <a:gd name="T32" fmla="*/ 86 w 276"/>
                    <a:gd name="T33" fmla="*/ 9 h 246"/>
                    <a:gd name="T34" fmla="*/ 78 w 276"/>
                    <a:gd name="T35" fmla="*/ 13 h 246"/>
                    <a:gd name="T36" fmla="*/ 59 w 276"/>
                    <a:gd name="T37" fmla="*/ 11 h 246"/>
                    <a:gd name="T38" fmla="*/ 41 w 276"/>
                    <a:gd name="T39" fmla="*/ 43 h 246"/>
                    <a:gd name="T40" fmla="*/ 40 w 276"/>
                    <a:gd name="T41" fmla="*/ 57 h 246"/>
                    <a:gd name="T42" fmla="*/ 22 w 276"/>
                    <a:gd name="T43" fmla="*/ 80 h 246"/>
                    <a:gd name="T44" fmla="*/ 0 w 276"/>
                    <a:gd name="T45" fmla="*/ 106 h 246"/>
                    <a:gd name="T46" fmla="*/ 2 w 276"/>
                    <a:gd name="T47" fmla="*/ 113 h 246"/>
                    <a:gd name="T48" fmla="*/ 8 w 276"/>
                    <a:gd name="T49" fmla="*/ 112 h 246"/>
                    <a:gd name="T50" fmla="*/ 17 w 276"/>
                    <a:gd name="T51" fmla="*/ 128 h 246"/>
                    <a:gd name="T52" fmla="*/ 20 w 276"/>
                    <a:gd name="T53" fmla="*/ 141 h 246"/>
                    <a:gd name="T54" fmla="*/ 29 w 276"/>
                    <a:gd name="T55" fmla="*/ 149 h 246"/>
                    <a:gd name="T56" fmla="*/ 28 w 276"/>
                    <a:gd name="T57" fmla="*/ 157 h 246"/>
                    <a:gd name="T58" fmla="*/ 34 w 276"/>
                    <a:gd name="T59" fmla="*/ 169 h 246"/>
                    <a:gd name="T60" fmla="*/ 84 w 276"/>
                    <a:gd name="T61" fmla="*/ 169 h 246"/>
                    <a:gd name="T62" fmla="*/ 84 w 276"/>
                    <a:gd name="T63" fmla="*/ 159 h 246"/>
                    <a:gd name="T64" fmla="*/ 109 w 276"/>
                    <a:gd name="T65" fmla="*/ 158 h 246"/>
                    <a:gd name="T66" fmla="*/ 120 w 276"/>
                    <a:gd name="T67" fmla="*/ 166 h 246"/>
                    <a:gd name="T68" fmla="*/ 128 w 276"/>
                    <a:gd name="T69" fmla="*/ 164 h 246"/>
                    <a:gd name="T70" fmla="*/ 141 w 276"/>
                    <a:gd name="T71" fmla="*/ 176 h 246"/>
                    <a:gd name="T72" fmla="*/ 162 w 276"/>
                    <a:gd name="T73" fmla="*/ 171 h 246"/>
                    <a:gd name="T74" fmla="*/ 143 w 276"/>
                    <a:gd name="T75" fmla="*/ 190 h 246"/>
                    <a:gd name="T76" fmla="*/ 109 w 276"/>
                    <a:gd name="T77" fmla="*/ 171 h 246"/>
                    <a:gd name="T78" fmla="*/ 97 w 276"/>
                    <a:gd name="T79" fmla="*/ 183 h 246"/>
                    <a:gd name="T80" fmla="*/ 72 w 276"/>
                    <a:gd name="T81" fmla="*/ 186 h 246"/>
                    <a:gd name="T82" fmla="*/ 68 w 276"/>
                    <a:gd name="T83" fmla="*/ 195 h 246"/>
                    <a:gd name="T84" fmla="*/ 25 w 276"/>
                    <a:gd name="T85" fmla="*/ 195 h 246"/>
                    <a:gd name="T86" fmla="*/ 24 w 276"/>
                    <a:gd name="T87" fmla="*/ 212 h 246"/>
                    <a:gd name="T88" fmla="*/ 18 w 276"/>
                    <a:gd name="T89" fmla="*/ 215 h 246"/>
                    <a:gd name="T90" fmla="*/ 31 w 276"/>
                    <a:gd name="T91" fmla="*/ 241 h 246"/>
                    <a:gd name="T92" fmla="*/ 50 w 276"/>
                    <a:gd name="T93" fmla="*/ 241 h 246"/>
                    <a:gd name="T94" fmla="*/ 58 w 276"/>
                    <a:gd name="T95" fmla="*/ 231 h 246"/>
                    <a:gd name="T96" fmla="*/ 85 w 276"/>
                    <a:gd name="T97" fmla="*/ 231 h 246"/>
                    <a:gd name="T98" fmla="*/ 102 w 276"/>
                    <a:gd name="T99" fmla="*/ 216 h 246"/>
                    <a:gd name="T100" fmla="*/ 196 w 276"/>
                    <a:gd name="T101" fmla="*/ 219 h 246"/>
                    <a:gd name="T102" fmla="*/ 204 w 276"/>
                    <a:gd name="T103" fmla="*/ 232 h 246"/>
                    <a:gd name="T104" fmla="*/ 215 w 276"/>
                    <a:gd name="T105" fmla="*/ 226 h 246"/>
                    <a:gd name="T106" fmla="*/ 231 w 276"/>
                    <a:gd name="T107" fmla="*/ 242 h 246"/>
                    <a:gd name="T108" fmla="*/ 247 w 276"/>
                    <a:gd name="T109" fmla="*/ 235 h 246"/>
                    <a:gd name="T110" fmla="*/ 275 w 276"/>
                    <a:gd name="T111" fmla="*/ 234 h 246"/>
                    <a:gd name="T112" fmla="*/ 276 w 276"/>
                    <a:gd name="T113" fmla="*/ 200 h 246"/>
                    <a:gd name="T114" fmla="*/ 269 w 276"/>
                    <a:gd name="T115" fmla="*/ 181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6" h="246">
                      <a:moveTo>
                        <a:pt x="269" y="181"/>
                      </a:moveTo>
                      <a:cubicBezTo>
                        <a:pt x="264" y="178"/>
                        <a:pt x="260" y="190"/>
                        <a:pt x="253" y="179"/>
                      </a:cubicBezTo>
                      <a:cubicBezTo>
                        <a:pt x="246" y="168"/>
                        <a:pt x="250" y="164"/>
                        <a:pt x="255" y="160"/>
                      </a:cubicBezTo>
                      <a:cubicBezTo>
                        <a:pt x="260" y="156"/>
                        <a:pt x="248" y="134"/>
                        <a:pt x="248" y="134"/>
                      </a:cubicBezTo>
                      <a:cubicBezTo>
                        <a:pt x="240" y="124"/>
                        <a:pt x="240" y="124"/>
                        <a:pt x="240" y="124"/>
                      </a:cubicBezTo>
                      <a:cubicBezTo>
                        <a:pt x="239" y="106"/>
                        <a:pt x="239" y="106"/>
                        <a:pt x="239" y="106"/>
                      </a:cubicBezTo>
                      <a:cubicBezTo>
                        <a:pt x="230" y="92"/>
                        <a:pt x="230" y="92"/>
                        <a:pt x="230" y="92"/>
                      </a:cubicBezTo>
                      <a:cubicBezTo>
                        <a:pt x="213" y="86"/>
                        <a:pt x="213" y="86"/>
                        <a:pt x="213" y="86"/>
                      </a:cubicBezTo>
                      <a:cubicBezTo>
                        <a:pt x="213" y="86"/>
                        <a:pt x="213" y="71"/>
                        <a:pt x="210" y="70"/>
                      </a:cubicBezTo>
                      <a:cubicBezTo>
                        <a:pt x="207" y="69"/>
                        <a:pt x="196" y="68"/>
                        <a:pt x="196" y="68"/>
                      </a:cubicBezTo>
                      <a:cubicBezTo>
                        <a:pt x="196" y="68"/>
                        <a:pt x="195" y="32"/>
                        <a:pt x="188" y="31"/>
                      </a:cubicBezTo>
                      <a:cubicBezTo>
                        <a:pt x="181" y="30"/>
                        <a:pt x="167" y="34"/>
                        <a:pt x="167" y="34"/>
                      </a:cubicBezTo>
                      <a:cubicBezTo>
                        <a:pt x="167" y="34"/>
                        <a:pt x="156" y="12"/>
                        <a:pt x="146" y="10"/>
                      </a:cubicBezTo>
                      <a:cubicBezTo>
                        <a:pt x="136" y="8"/>
                        <a:pt x="122" y="7"/>
                        <a:pt x="122" y="7"/>
                      </a:cubicBezTo>
                      <a:cubicBezTo>
                        <a:pt x="109" y="0"/>
                        <a:pt x="109" y="0"/>
                        <a:pt x="109" y="0"/>
                      </a:cubicBezTo>
                      <a:cubicBezTo>
                        <a:pt x="109" y="10"/>
                        <a:pt x="109" y="10"/>
                        <a:pt x="109" y="10"/>
                      </a:cubicBez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78" y="13"/>
                        <a:pt x="78" y="13"/>
                        <a:pt x="78" y="13"/>
                      </a:cubicBezTo>
                      <a:cubicBezTo>
                        <a:pt x="78" y="13"/>
                        <a:pt x="68" y="5"/>
                        <a:pt x="59" y="11"/>
                      </a:cubicBezTo>
                      <a:cubicBezTo>
                        <a:pt x="50" y="17"/>
                        <a:pt x="53" y="41"/>
                        <a:pt x="41" y="43"/>
                      </a:cubicBezTo>
                      <a:cubicBezTo>
                        <a:pt x="40" y="50"/>
                        <a:pt x="40" y="56"/>
                        <a:pt x="40" y="57"/>
                      </a:cubicBezTo>
                      <a:cubicBezTo>
                        <a:pt x="39" y="60"/>
                        <a:pt x="29" y="67"/>
                        <a:pt x="22" y="80"/>
                      </a:cubicBezTo>
                      <a:cubicBezTo>
                        <a:pt x="15" y="93"/>
                        <a:pt x="0" y="106"/>
                        <a:pt x="0" y="106"/>
                      </a:cubicBezTo>
                      <a:cubicBezTo>
                        <a:pt x="2" y="113"/>
                        <a:pt x="2" y="113"/>
                        <a:pt x="2" y="113"/>
                      </a:cubicBezTo>
                      <a:cubicBezTo>
                        <a:pt x="8" y="112"/>
                        <a:pt x="8" y="112"/>
                        <a:pt x="8" y="112"/>
                      </a:cubicBezTo>
                      <a:cubicBezTo>
                        <a:pt x="8" y="112"/>
                        <a:pt x="17" y="121"/>
                        <a:pt x="17" y="128"/>
                      </a:cubicBezTo>
                      <a:cubicBezTo>
                        <a:pt x="17" y="135"/>
                        <a:pt x="20" y="141"/>
                        <a:pt x="20" y="141"/>
                      </a:cubicBezTo>
                      <a:cubicBezTo>
                        <a:pt x="29" y="149"/>
                        <a:pt x="29" y="149"/>
                        <a:pt x="29" y="149"/>
                      </a:cubicBezTo>
                      <a:cubicBezTo>
                        <a:pt x="29" y="149"/>
                        <a:pt x="28" y="150"/>
                        <a:pt x="28" y="157"/>
                      </a:cubicBezTo>
                      <a:cubicBezTo>
                        <a:pt x="28" y="162"/>
                        <a:pt x="32" y="166"/>
                        <a:pt x="34" y="169"/>
                      </a:cubicBezTo>
                      <a:cubicBezTo>
                        <a:pt x="84" y="169"/>
                        <a:pt x="84" y="169"/>
                        <a:pt x="84" y="169"/>
                      </a:cubicBezTo>
                      <a:cubicBezTo>
                        <a:pt x="84" y="159"/>
                        <a:pt x="84" y="159"/>
                        <a:pt x="84" y="159"/>
                      </a:cubicBezTo>
                      <a:cubicBezTo>
                        <a:pt x="84" y="159"/>
                        <a:pt x="96" y="160"/>
                        <a:pt x="109" y="158"/>
                      </a:cubicBezTo>
                      <a:cubicBezTo>
                        <a:pt x="122" y="156"/>
                        <a:pt x="120" y="166"/>
                        <a:pt x="120" y="166"/>
                      </a:cubicBezTo>
                      <a:cubicBezTo>
                        <a:pt x="128" y="164"/>
                        <a:pt x="128" y="164"/>
                        <a:pt x="128" y="164"/>
                      </a:cubicBezTo>
                      <a:cubicBezTo>
                        <a:pt x="128" y="164"/>
                        <a:pt x="136" y="175"/>
                        <a:pt x="141" y="176"/>
                      </a:cubicBezTo>
                      <a:cubicBezTo>
                        <a:pt x="146" y="177"/>
                        <a:pt x="145" y="167"/>
                        <a:pt x="162" y="171"/>
                      </a:cubicBezTo>
                      <a:cubicBezTo>
                        <a:pt x="179" y="175"/>
                        <a:pt x="161" y="190"/>
                        <a:pt x="143" y="190"/>
                      </a:cubicBezTo>
                      <a:cubicBezTo>
                        <a:pt x="125" y="190"/>
                        <a:pt x="109" y="171"/>
                        <a:pt x="109" y="171"/>
                      </a:cubicBezTo>
                      <a:cubicBezTo>
                        <a:pt x="109" y="171"/>
                        <a:pt x="103" y="182"/>
                        <a:pt x="97" y="183"/>
                      </a:cubicBezTo>
                      <a:cubicBezTo>
                        <a:pt x="91" y="184"/>
                        <a:pt x="72" y="186"/>
                        <a:pt x="72" y="186"/>
                      </a:cubicBezTo>
                      <a:cubicBezTo>
                        <a:pt x="72" y="186"/>
                        <a:pt x="71" y="195"/>
                        <a:pt x="68" y="195"/>
                      </a:cubicBezTo>
                      <a:cubicBezTo>
                        <a:pt x="66" y="195"/>
                        <a:pt x="36" y="195"/>
                        <a:pt x="25" y="195"/>
                      </a:cubicBezTo>
                      <a:cubicBezTo>
                        <a:pt x="24" y="202"/>
                        <a:pt x="24" y="212"/>
                        <a:pt x="24" y="212"/>
                      </a:cubicBezTo>
                      <a:cubicBezTo>
                        <a:pt x="18" y="215"/>
                        <a:pt x="18" y="215"/>
                        <a:pt x="18" y="215"/>
                      </a:cubicBezTo>
                      <a:cubicBezTo>
                        <a:pt x="18" y="215"/>
                        <a:pt x="22" y="236"/>
                        <a:pt x="31" y="241"/>
                      </a:cubicBezTo>
                      <a:cubicBezTo>
                        <a:pt x="40" y="246"/>
                        <a:pt x="50" y="241"/>
                        <a:pt x="50" y="241"/>
                      </a:cubicBezTo>
                      <a:cubicBezTo>
                        <a:pt x="58" y="231"/>
                        <a:pt x="58" y="231"/>
                        <a:pt x="58" y="231"/>
                      </a:cubicBezTo>
                      <a:cubicBezTo>
                        <a:pt x="85" y="231"/>
                        <a:pt x="85" y="231"/>
                        <a:pt x="85" y="231"/>
                      </a:cubicBezTo>
                      <a:cubicBezTo>
                        <a:pt x="102" y="216"/>
                        <a:pt x="102" y="216"/>
                        <a:pt x="102" y="216"/>
                      </a:cubicBezTo>
                      <a:cubicBezTo>
                        <a:pt x="196" y="219"/>
                        <a:pt x="196" y="219"/>
                        <a:pt x="196" y="219"/>
                      </a:cubicBezTo>
                      <a:cubicBezTo>
                        <a:pt x="196" y="219"/>
                        <a:pt x="196" y="230"/>
                        <a:pt x="204" y="232"/>
                      </a:cubicBezTo>
                      <a:cubicBezTo>
                        <a:pt x="212" y="234"/>
                        <a:pt x="215" y="226"/>
                        <a:pt x="215" y="226"/>
                      </a:cubicBezTo>
                      <a:cubicBezTo>
                        <a:pt x="215" y="226"/>
                        <a:pt x="224" y="242"/>
                        <a:pt x="231" y="242"/>
                      </a:cubicBezTo>
                      <a:cubicBezTo>
                        <a:pt x="238" y="242"/>
                        <a:pt x="247" y="235"/>
                        <a:pt x="247" y="235"/>
                      </a:cubicBezTo>
                      <a:cubicBezTo>
                        <a:pt x="275" y="234"/>
                        <a:pt x="275" y="234"/>
                        <a:pt x="275" y="234"/>
                      </a:cubicBezTo>
                      <a:cubicBezTo>
                        <a:pt x="276" y="200"/>
                        <a:pt x="276" y="200"/>
                        <a:pt x="276" y="200"/>
                      </a:cubicBezTo>
                      <a:cubicBezTo>
                        <a:pt x="276" y="200"/>
                        <a:pt x="274" y="184"/>
                        <a:pt x="269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5" name="Freeform 302"/>
                <p:cNvSpPr>
                  <a:spLocks/>
                </p:cNvSpPr>
                <p:nvPr/>
              </p:nvSpPr>
              <p:spPr bwMode="gray">
                <a:xfrm>
                  <a:off x="-8124" y="-11595"/>
                  <a:ext cx="815" cy="699"/>
                </a:xfrm>
                <a:custGeom>
                  <a:avLst/>
                  <a:gdLst>
                    <a:gd name="T0" fmla="*/ 61 w 345"/>
                    <a:gd name="T1" fmla="*/ 17 h 296"/>
                    <a:gd name="T2" fmla="*/ 61 w 345"/>
                    <a:gd name="T3" fmla="*/ 47 h 296"/>
                    <a:gd name="T4" fmla="*/ 22 w 345"/>
                    <a:gd name="T5" fmla="*/ 65 h 296"/>
                    <a:gd name="T6" fmla="*/ 0 w 345"/>
                    <a:gd name="T7" fmla="*/ 86 h 296"/>
                    <a:gd name="T8" fmla="*/ 19 w 345"/>
                    <a:gd name="T9" fmla="*/ 103 h 296"/>
                    <a:gd name="T10" fmla="*/ 45 w 345"/>
                    <a:gd name="T11" fmla="*/ 138 h 296"/>
                    <a:gd name="T12" fmla="*/ 59 w 345"/>
                    <a:gd name="T13" fmla="*/ 149 h 296"/>
                    <a:gd name="T14" fmla="*/ 86 w 345"/>
                    <a:gd name="T15" fmla="*/ 194 h 296"/>
                    <a:gd name="T16" fmla="*/ 142 w 345"/>
                    <a:gd name="T17" fmla="*/ 152 h 296"/>
                    <a:gd name="T18" fmla="*/ 172 w 345"/>
                    <a:gd name="T19" fmla="*/ 140 h 296"/>
                    <a:gd name="T20" fmla="*/ 197 w 345"/>
                    <a:gd name="T21" fmla="*/ 190 h 296"/>
                    <a:gd name="T22" fmla="*/ 197 w 345"/>
                    <a:gd name="T23" fmla="*/ 226 h 296"/>
                    <a:gd name="T24" fmla="*/ 215 w 345"/>
                    <a:gd name="T25" fmla="*/ 228 h 296"/>
                    <a:gd name="T26" fmla="*/ 247 w 345"/>
                    <a:gd name="T27" fmla="*/ 227 h 296"/>
                    <a:gd name="T28" fmla="*/ 265 w 345"/>
                    <a:gd name="T29" fmla="*/ 286 h 296"/>
                    <a:gd name="T30" fmla="*/ 293 w 345"/>
                    <a:gd name="T31" fmla="*/ 270 h 296"/>
                    <a:gd name="T32" fmla="*/ 320 w 345"/>
                    <a:gd name="T33" fmla="*/ 255 h 296"/>
                    <a:gd name="T34" fmla="*/ 314 w 345"/>
                    <a:gd name="T35" fmla="*/ 229 h 296"/>
                    <a:gd name="T36" fmla="*/ 345 w 345"/>
                    <a:gd name="T37" fmla="*/ 220 h 296"/>
                    <a:gd name="T38" fmla="*/ 338 w 345"/>
                    <a:gd name="T39" fmla="*/ 193 h 296"/>
                    <a:gd name="T40" fmla="*/ 335 w 345"/>
                    <a:gd name="T41" fmla="*/ 176 h 296"/>
                    <a:gd name="T42" fmla="*/ 318 w 345"/>
                    <a:gd name="T43" fmla="*/ 148 h 296"/>
                    <a:gd name="T44" fmla="*/ 312 w 345"/>
                    <a:gd name="T45" fmla="*/ 115 h 296"/>
                    <a:gd name="T46" fmla="*/ 293 w 345"/>
                    <a:gd name="T47" fmla="*/ 91 h 296"/>
                    <a:gd name="T48" fmla="*/ 287 w 345"/>
                    <a:gd name="T49" fmla="*/ 52 h 296"/>
                    <a:gd name="T50" fmla="*/ 284 w 345"/>
                    <a:gd name="T51" fmla="*/ 26 h 296"/>
                    <a:gd name="T52" fmla="*/ 261 w 345"/>
                    <a:gd name="T53" fmla="*/ 27 h 296"/>
                    <a:gd name="T54" fmla="*/ 222 w 345"/>
                    <a:gd name="T55" fmla="*/ 23 h 296"/>
                    <a:gd name="T56" fmla="*/ 191 w 345"/>
                    <a:gd name="T57" fmla="*/ 23 h 296"/>
                    <a:gd name="T58" fmla="*/ 166 w 345"/>
                    <a:gd name="T59" fmla="*/ 16 h 296"/>
                    <a:gd name="T60" fmla="*/ 122 w 345"/>
                    <a:gd name="T61" fmla="*/ 24 h 296"/>
                    <a:gd name="T62" fmla="*/ 95 w 345"/>
                    <a:gd name="T63" fmla="*/ 14 h 296"/>
                    <a:gd name="T64" fmla="*/ 60 w 345"/>
                    <a:gd name="T65" fmla="*/ 0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45" h="296">
                      <a:moveTo>
                        <a:pt x="60" y="0"/>
                      </a:moveTo>
                      <a:cubicBezTo>
                        <a:pt x="61" y="17"/>
                        <a:pt x="61" y="17"/>
                        <a:pt x="61" y="17"/>
                      </a:cubicBezTo>
                      <a:cubicBezTo>
                        <a:pt x="61" y="17"/>
                        <a:pt x="45" y="15"/>
                        <a:pt x="45" y="26"/>
                      </a:cubicBezTo>
                      <a:cubicBezTo>
                        <a:pt x="45" y="37"/>
                        <a:pt x="62" y="32"/>
                        <a:pt x="61" y="47"/>
                      </a:cubicBezTo>
                      <a:cubicBezTo>
                        <a:pt x="60" y="62"/>
                        <a:pt x="49" y="58"/>
                        <a:pt x="39" y="58"/>
                      </a:cubicBezTo>
                      <a:cubicBezTo>
                        <a:pt x="29" y="58"/>
                        <a:pt x="22" y="65"/>
                        <a:pt x="22" y="65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0" y="86"/>
                        <a:pt x="0" y="86"/>
                        <a:pt x="0" y="86"/>
                      </a:cubicBezTo>
                      <a:cubicBezTo>
                        <a:pt x="0" y="86"/>
                        <a:pt x="4" y="100"/>
                        <a:pt x="9" y="102"/>
                      </a:cubicBezTo>
                      <a:cubicBezTo>
                        <a:pt x="14" y="104"/>
                        <a:pt x="19" y="103"/>
                        <a:pt x="19" y="103"/>
                      </a:cubicBezTo>
                      <a:cubicBezTo>
                        <a:pt x="19" y="103"/>
                        <a:pt x="10" y="127"/>
                        <a:pt x="25" y="134"/>
                      </a:cubicBezTo>
                      <a:cubicBezTo>
                        <a:pt x="40" y="141"/>
                        <a:pt x="45" y="138"/>
                        <a:pt x="45" y="138"/>
                      </a:cubicBezTo>
                      <a:cubicBezTo>
                        <a:pt x="45" y="138"/>
                        <a:pt x="42" y="150"/>
                        <a:pt x="46" y="154"/>
                      </a:cubicBezTo>
                      <a:cubicBezTo>
                        <a:pt x="50" y="158"/>
                        <a:pt x="59" y="149"/>
                        <a:pt x="59" y="149"/>
                      </a:cubicBezTo>
                      <a:cubicBezTo>
                        <a:pt x="59" y="149"/>
                        <a:pt x="63" y="169"/>
                        <a:pt x="67" y="176"/>
                      </a:cubicBezTo>
                      <a:cubicBezTo>
                        <a:pt x="71" y="183"/>
                        <a:pt x="86" y="194"/>
                        <a:pt x="86" y="194"/>
                      </a:cubicBezTo>
                      <a:cubicBezTo>
                        <a:pt x="98" y="194"/>
                        <a:pt x="117" y="152"/>
                        <a:pt x="117" y="152"/>
                      </a:cubicBezTo>
                      <a:cubicBezTo>
                        <a:pt x="142" y="152"/>
                        <a:pt x="142" y="152"/>
                        <a:pt x="142" y="152"/>
                      </a:cubicBezTo>
                      <a:cubicBezTo>
                        <a:pt x="146" y="140"/>
                        <a:pt x="146" y="140"/>
                        <a:pt x="146" y="140"/>
                      </a:cubicBezTo>
                      <a:cubicBezTo>
                        <a:pt x="172" y="140"/>
                        <a:pt x="172" y="140"/>
                        <a:pt x="172" y="140"/>
                      </a:cubicBezTo>
                      <a:cubicBezTo>
                        <a:pt x="200" y="181"/>
                        <a:pt x="200" y="181"/>
                        <a:pt x="200" y="181"/>
                      </a:cubicBezTo>
                      <a:cubicBezTo>
                        <a:pt x="197" y="190"/>
                        <a:pt x="197" y="190"/>
                        <a:pt x="197" y="190"/>
                      </a:cubicBezTo>
                      <a:cubicBezTo>
                        <a:pt x="197" y="190"/>
                        <a:pt x="208" y="202"/>
                        <a:pt x="208" y="210"/>
                      </a:cubicBezTo>
                      <a:cubicBezTo>
                        <a:pt x="208" y="218"/>
                        <a:pt x="197" y="226"/>
                        <a:pt x="197" y="226"/>
                      </a:cubicBezTo>
                      <a:cubicBezTo>
                        <a:pt x="196" y="239"/>
                        <a:pt x="196" y="239"/>
                        <a:pt x="196" y="239"/>
                      </a:cubicBezTo>
                      <a:cubicBezTo>
                        <a:pt x="215" y="228"/>
                        <a:pt x="215" y="228"/>
                        <a:pt x="215" y="228"/>
                      </a:cubicBezTo>
                      <a:cubicBezTo>
                        <a:pt x="231" y="232"/>
                        <a:pt x="231" y="232"/>
                        <a:pt x="231" y="232"/>
                      </a:cubicBezTo>
                      <a:cubicBezTo>
                        <a:pt x="231" y="232"/>
                        <a:pt x="228" y="214"/>
                        <a:pt x="247" y="227"/>
                      </a:cubicBezTo>
                      <a:cubicBezTo>
                        <a:pt x="266" y="240"/>
                        <a:pt x="257" y="286"/>
                        <a:pt x="257" y="286"/>
                      </a:cubicBezTo>
                      <a:cubicBezTo>
                        <a:pt x="265" y="286"/>
                        <a:pt x="265" y="286"/>
                        <a:pt x="265" y="286"/>
                      </a:cubicBezTo>
                      <a:cubicBezTo>
                        <a:pt x="265" y="286"/>
                        <a:pt x="266" y="296"/>
                        <a:pt x="277" y="296"/>
                      </a:cubicBezTo>
                      <a:cubicBezTo>
                        <a:pt x="288" y="296"/>
                        <a:pt x="288" y="274"/>
                        <a:pt x="293" y="270"/>
                      </a:cubicBezTo>
                      <a:cubicBezTo>
                        <a:pt x="298" y="266"/>
                        <a:pt x="313" y="279"/>
                        <a:pt x="320" y="276"/>
                      </a:cubicBezTo>
                      <a:cubicBezTo>
                        <a:pt x="327" y="273"/>
                        <a:pt x="320" y="255"/>
                        <a:pt x="320" y="255"/>
                      </a:cubicBezTo>
                      <a:cubicBezTo>
                        <a:pt x="332" y="252"/>
                        <a:pt x="332" y="252"/>
                        <a:pt x="332" y="252"/>
                      </a:cubicBezTo>
                      <a:cubicBezTo>
                        <a:pt x="332" y="252"/>
                        <a:pt x="314" y="239"/>
                        <a:pt x="314" y="229"/>
                      </a:cubicBezTo>
                      <a:cubicBezTo>
                        <a:pt x="314" y="219"/>
                        <a:pt x="344" y="233"/>
                        <a:pt x="344" y="233"/>
                      </a:cubicBezTo>
                      <a:cubicBezTo>
                        <a:pt x="344" y="233"/>
                        <a:pt x="345" y="227"/>
                        <a:pt x="345" y="220"/>
                      </a:cubicBezTo>
                      <a:cubicBezTo>
                        <a:pt x="345" y="213"/>
                        <a:pt x="330" y="218"/>
                        <a:pt x="329" y="210"/>
                      </a:cubicBezTo>
                      <a:cubicBezTo>
                        <a:pt x="328" y="202"/>
                        <a:pt x="338" y="193"/>
                        <a:pt x="338" y="193"/>
                      </a:cubicBezTo>
                      <a:cubicBezTo>
                        <a:pt x="328" y="189"/>
                        <a:pt x="328" y="189"/>
                        <a:pt x="328" y="189"/>
                      </a:cubicBezTo>
                      <a:cubicBezTo>
                        <a:pt x="335" y="176"/>
                        <a:pt x="335" y="176"/>
                        <a:pt x="335" y="176"/>
                      </a:cubicBezTo>
                      <a:cubicBezTo>
                        <a:pt x="323" y="175"/>
                        <a:pt x="323" y="175"/>
                        <a:pt x="323" y="175"/>
                      </a:cubicBezTo>
                      <a:cubicBezTo>
                        <a:pt x="318" y="148"/>
                        <a:pt x="318" y="148"/>
                        <a:pt x="318" y="148"/>
                      </a:cubicBezTo>
                      <a:cubicBezTo>
                        <a:pt x="331" y="134"/>
                        <a:pt x="331" y="134"/>
                        <a:pt x="331" y="134"/>
                      </a:cubicBezTo>
                      <a:cubicBezTo>
                        <a:pt x="312" y="115"/>
                        <a:pt x="312" y="115"/>
                        <a:pt x="312" y="115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293" y="91"/>
                        <a:pt x="293" y="91"/>
                        <a:pt x="293" y="91"/>
                      </a:cubicBezTo>
                      <a:cubicBezTo>
                        <a:pt x="310" y="68"/>
                        <a:pt x="310" y="68"/>
                        <a:pt x="310" y="68"/>
                      </a:cubicBezTo>
                      <a:cubicBezTo>
                        <a:pt x="287" y="52"/>
                        <a:pt x="287" y="52"/>
                        <a:pt x="287" y="52"/>
                      </a:cubicBezTo>
                      <a:cubicBezTo>
                        <a:pt x="293" y="35"/>
                        <a:pt x="293" y="35"/>
                        <a:pt x="293" y="35"/>
                      </a:cubicBezTo>
                      <a:cubicBezTo>
                        <a:pt x="284" y="26"/>
                        <a:pt x="284" y="26"/>
                        <a:pt x="284" y="26"/>
                      </a:cubicBezTo>
                      <a:cubicBezTo>
                        <a:pt x="284" y="26"/>
                        <a:pt x="291" y="19"/>
                        <a:pt x="275" y="11"/>
                      </a:cubicBezTo>
                      <a:cubicBezTo>
                        <a:pt x="259" y="3"/>
                        <a:pt x="261" y="27"/>
                        <a:pt x="261" y="27"/>
                      </a:cubicBezTo>
                      <a:cubicBezTo>
                        <a:pt x="249" y="36"/>
                        <a:pt x="249" y="36"/>
                        <a:pt x="249" y="36"/>
                      </a:cubicBezTo>
                      <a:cubicBezTo>
                        <a:pt x="249" y="36"/>
                        <a:pt x="227" y="25"/>
                        <a:pt x="222" y="23"/>
                      </a:cubicBezTo>
                      <a:cubicBezTo>
                        <a:pt x="217" y="21"/>
                        <a:pt x="203" y="44"/>
                        <a:pt x="203" y="44"/>
                      </a:cubicBezTo>
                      <a:cubicBezTo>
                        <a:pt x="203" y="44"/>
                        <a:pt x="200" y="23"/>
                        <a:pt x="191" y="23"/>
                      </a:cubicBezTo>
                      <a:cubicBezTo>
                        <a:pt x="182" y="23"/>
                        <a:pt x="178" y="39"/>
                        <a:pt x="174" y="41"/>
                      </a:cubicBezTo>
                      <a:cubicBezTo>
                        <a:pt x="170" y="43"/>
                        <a:pt x="166" y="16"/>
                        <a:pt x="166" y="16"/>
                      </a:cubicBezTo>
                      <a:cubicBezTo>
                        <a:pt x="138" y="17"/>
                        <a:pt x="138" y="17"/>
                        <a:pt x="138" y="17"/>
                      </a:cubicBezTo>
                      <a:cubicBezTo>
                        <a:pt x="138" y="17"/>
                        <a:pt x="129" y="24"/>
                        <a:pt x="122" y="24"/>
                      </a:cubicBezTo>
                      <a:cubicBezTo>
                        <a:pt x="115" y="24"/>
                        <a:pt x="106" y="8"/>
                        <a:pt x="106" y="8"/>
                      </a:cubicBezTo>
                      <a:cubicBezTo>
                        <a:pt x="106" y="8"/>
                        <a:pt x="103" y="16"/>
                        <a:pt x="95" y="14"/>
                      </a:cubicBezTo>
                      <a:cubicBezTo>
                        <a:pt x="87" y="12"/>
                        <a:pt x="87" y="1"/>
                        <a:pt x="87" y="1"/>
                      </a:cubicBezTo>
                      <a:lnTo>
                        <a:pt x="60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6" name="Freeform 303"/>
                <p:cNvSpPr>
                  <a:spLocks/>
                </p:cNvSpPr>
                <p:nvPr/>
              </p:nvSpPr>
              <p:spPr bwMode="gray">
                <a:xfrm>
                  <a:off x="-8308" y="-13438"/>
                  <a:ext cx="1351" cy="1583"/>
                </a:xfrm>
                <a:custGeom>
                  <a:avLst/>
                  <a:gdLst>
                    <a:gd name="T0" fmla="*/ 0 w 572"/>
                    <a:gd name="T1" fmla="*/ 332 h 670"/>
                    <a:gd name="T2" fmla="*/ 11 w 572"/>
                    <a:gd name="T3" fmla="*/ 336 h 670"/>
                    <a:gd name="T4" fmla="*/ 15 w 572"/>
                    <a:gd name="T5" fmla="*/ 357 h 670"/>
                    <a:gd name="T6" fmla="*/ 24 w 572"/>
                    <a:gd name="T7" fmla="*/ 349 h 670"/>
                    <a:gd name="T8" fmla="*/ 32 w 572"/>
                    <a:gd name="T9" fmla="*/ 372 h 670"/>
                    <a:gd name="T10" fmla="*/ 30 w 572"/>
                    <a:gd name="T11" fmla="*/ 403 h 670"/>
                    <a:gd name="T12" fmla="*/ 21 w 572"/>
                    <a:gd name="T13" fmla="*/ 403 h 670"/>
                    <a:gd name="T14" fmla="*/ 24 w 572"/>
                    <a:gd name="T15" fmla="*/ 417 h 670"/>
                    <a:gd name="T16" fmla="*/ 16 w 572"/>
                    <a:gd name="T17" fmla="*/ 423 h 670"/>
                    <a:gd name="T18" fmla="*/ 39 w 572"/>
                    <a:gd name="T19" fmla="*/ 470 h 670"/>
                    <a:gd name="T20" fmla="*/ 33 w 572"/>
                    <a:gd name="T21" fmla="*/ 509 h 670"/>
                    <a:gd name="T22" fmla="*/ 31 w 572"/>
                    <a:gd name="T23" fmla="*/ 538 h 670"/>
                    <a:gd name="T24" fmla="*/ 12 w 572"/>
                    <a:gd name="T25" fmla="*/ 570 h 670"/>
                    <a:gd name="T26" fmla="*/ 10 w 572"/>
                    <a:gd name="T27" fmla="*/ 605 h 670"/>
                    <a:gd name="T28" fmla="*/ 28 w 572"/>
                    <a:gd name="T29" fmla="*/ 573 h 670"/>
                    <a:gd name="T30" fmla="*/ 47 w 572"/>
                    <a:gd name="T31" fmla="*/ 575 h 670"/>
                    <a:gd name="T32" fmla="*/ 55 w 572"/>
                    <a:gd name="T33" fmla="*/ 571 h 670"/>
                    <a:gd name="T34" fmla="*/ 78 w 572"/>
                    <a:gd name="T35" fmla="*/ 572 h 670"/>
                    <a:gd name="T36" fmla="*/ 78 w 572"/>
                    <a:gd name="T37" fmla="*/ 562 h 670"/>
                    <a:gd name="T38" fmla="*/ 91 w 572"/>
                    <a:gd name="T39" fmla="*/ 569 h 670"/>
                    <a:gd name="T40" fmla="*/ 115 w 572"/>
                    <a:gd name="T41" fmla="*/ 572 h 670"/>
                    <a:gd name="T42" fmla="*/ 136 w 572"/>
                    <a:gd name="T43" fmla="*/ 596 h 670"/>
                    <a:gd name="T44" fmla="*/ 157 w 572"/>
                    <a:gd name="T45" fmla="*/ 593 h 670"/>
                    <a:gd name="T46" fmla="*/ 165 w 572"/>
                    <a:gd name="T47" fmla="*/ 630 h 670"/>
                    <a:gd name="T48" fmla="*/ 179 w 572"/>
                    <a:gd name="T49" fmla="*/ 632 h 670"/>
                    <a:gd name="T50" fmla="*/ 182 w 572"/>
                    <a:gd name="T51" fmla="*/ 648 h 670"/>
                    <a:gd name="T52" fmla="*/ 199 w 572"/>
                    <a:gd name="T53" fmla="*/ 654 h 670"/>
                    <a:gd name="T54" fmla="*/ 208 w 572"/>
                    <a:gd name="T55" fmla="*/ 668 h 670"/>
                    <a:gd name="T56" fmla="*/ 228 w 572"/>
                    <a:gd name="T57" fmla="*/ 667 h 670"/>
                    <a:gd name="T58" fmla="*/ 232 w 572"/>
                    <a:gd name="T59" fmla="*/ 653 h 670"/>
                    <a:gd name="T60" fmla="*/ 247 w 572"/>
                    <a:gd name="T61" fmla="*/ 625 h 670"/>
                    <a:gd name="T62" fmla="*/ 272 w 572"/>
                    <a:gd name="T63" fmla="*/ 650 h 670"/>
                    <a:gd name="T64" fmla="*/ 282 w 572"/>
                    <a:gd name="T65" fmla="*/ 633 h 670"/>
                    <a:gd name="T66" fmla="*/ 304 w 572"/>
                    <a:gd name="T67" fmla="*/ 633 h 670"/>
                    <a:gd name="T68" fmla="*/ 310 w 572"/>
                    <a:gd name="T69" fmla="*/ 639 h 670"/>
                    <a:gd name="T70" fmla="*/ 335 w 572"/>
                    <a:gd name="T71" fmla="*/ 635 h 670"/>
                    <a:gd name="T72" fmla="*/ 345 w 572"/>
                    <a:gd name="T73" fmla="*/ 621 h 670"/>
                    <a:gd name="T74" fmla="*/ 349 w 572"/>
                    <a:gd name="T75" fmla="*/ 631 h 670"/>
                    <a:gd name="T76" fmla="*/ 526 w 572"/>
                    <a:gd name="T77" fmla="*/ 628 h 670"/>
                    <a:gd name="T78" fmla="*/ 531 w 572"/>
                    <a:gd name="T79" fmla="*/ 601 h 670"/>
                    <a:gd name="T80" fmla="*/ 536 w 572"/>
                    <a:gd name="T81" fmla="*/ 590 h 670"/>
                    <a:gd name="T82" fmla="*/ 522 w 572"/>
                    <a:gd name="T83" fmla="*/ 577 h 670"/>
                    <a:gd name="T84" fmla="*/ 491 w 572"/>
                    <a:gd name="T85" fmla="*/ 118 h 670"/>
                    <a:gd name="T86" fmla="*/ 572 w 572"/>
                    <a:gd name="T87" fmla="*/ 121 h 670"/>
                    <a:gd name="T88" fmla="*/ 399 w 572"/>
                    <a:gd name="T89" fmla="*/ 0 h 670"/>
                    <a:gd name="T90" fmla="*/ 397 w 572"/>
                    <a:gd name="T91" fmla="*/ 34 h 670"/>
                    <a:gd name="T92" fmla="*/ 392 w 572"/>
                    <a:gd name="T93" fmla="*/ 38 h 670"/>
                    <a:gd name="T94" fmla="*/ 391 w 572"/>
                    <a:gd name="T95" fmla="*/ 63 h 670"/>
                    <a:gd name="T96" fmla="*/ 243 w 572"/>
                    <a:gd name="T97" fmla="*/ 64 h 670"/>
                    <a:gd name="T98" fmla="*/ 243 w 572"/>
                    <a:gd name="T99" fmla="*/ 74 h 670"/>
                    <a:gd name="T100" fmla="*/ 238 w 572"/>
                    <a:gd name="T101" fmla="*/ 77 h 670"/>
                    <a:gd name="T102" fmla="*/ 235 w 572"/>
                    <a:gd name="T103" fmla="*/ 207 h 670"/>
                    <a:gd name="T104" fmla="*/ 208 w 572"/>
                    <a:gd name="T105" fmla="*/ 212 h 670"/>
                    <a:gd name="T106" fmla="*/ 189 w 572"/>
                    <a:gd name="T107" fmla="*/ 223 h 670"/>
                    <a:gd name="T108" fmla="*/ 187 w 572"/>
                    <a:gd name="T109" fmla="*/ 248 h 670"/>
                    <a:gd name="T110" fmla="*/ 186 w 572"/>
                    <a:gd name="T111" fmla="*/ 317 h 670"/>
                    <a:gd name="T112" fmla="*/ 0 w 572"/>
                    <a:gd name="T113" fmla="*/ 319 h 670"/>
                    <a:gd name="T114" fmla="*/ 0 w 572"/>
                    <a:gd name="T115" fmla="*/ 319 h 670"/>
                    <a:gd name="T116" fmla="*/ 0 w 572"/>
                    <a:gd name="T117" fmla="*/ 332 h 6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572" h="670">
                      <a:moveTo>
                        <a:pt x="0" y="332"/>
                      </a:moveTo>
                      <a:cubicBezTo>
                        <a:pt x="0" y="332"/>
                        <a:pt x="11" y="331"/>
                        <a:pt x="11" y="336"/>
                      </a:cubicBezTo>
                      <a:cubicBezTo>
                        <a:pt x="11" y="341"/>
                        <a:pt x="11" y="354"/>
                        <a:pt x="15" y="357"/>
                      </a:cubicBezTo>
                      <a:cubicBezTo>
                        <a:pt x="19" y="360"/>
                        <a:pt x="24" y="349"/>
                        <a:pt x="24" y="349"/>
                      </a:cubicBezTo>
                      <a:cubicBezTo>
                        <a:pt x="32" y="372"/>
                        <a:pt x="32" y="372"/>
                        <a:pt x="32" y="372"/>
                      </a:cubicBezTo>
                      <a:cubicBezTo>
                        <a:pt x="30" y="403"/>
                        <a:pt x="30" y="403"/>
                        <a:pt x="30" y="403"/>
                      </a:cubicBezTo>
                      <a:cubicBezTo>
                        <a:pt x="21" y="403"/>
                        <a:pt x="21" y="403"/>
                        <a:pt x="21" y="403"/>
                      </a:cubicBezTo>
                      <a:cubicBezTo>
                        <a:pt x="24" y="417"/>
                        <a:pt x="24" y="417"/>
                        <a:pt x="24" y="417"/>
                      </a:cubicBezTo>
                      <a:cubicBezTo>
                        <a:pt x="16" y="423"/>
                        <a:pt x="16" y="423"/>
                        <a:pt x="16" y="423"/>
                      </a:cubicBezTo>
                      <a:cubicBezTo>
                        <a:pt x="16" y="423"/>
                        <a:pt x="39" y="452"/>
                        <a:pt x="39" y="470"/>
                      </a:cubicBezTo>
                      <a:cubicBezTo>
                        <a:pt x="39" y="488"/>
                        <a:pt x="33" y="509"/>
                        <a:pt x="33" y="509"/>
                      </a:cubicBezTo>
                      <a:cubicBezTo>
                        <a:pt x="31" y="538"/>
                        <a:pt x="31" y="538"/>
                        <a:pt x="31" y="538"/>
                      </a:cubicBezTo>
                      <a:cubicBezTo>
                        <a:pt x="31" y="538"/>
                        <a:pt x="15" y="555"/>
                        <a:pt x="12" y="570"/>
                      </a:cubicBezTo>
                      <a:cubicBezTo>
                        <a:pt x="10" y="579"/>
                        <a:pt x="10" y="594"/>
                        <a:pt x="10" y="605"/>
                      </a:cubicBezTo>
                      <a:cubicBezTo>
                        <a:pt x="22" y="603"/>
                        <a:pt x="19" y="579"/>
                        <a:pt x="28" y="573"/>
                      </a:cubicBezTo>
                      <a:cubicBezTo>
                        <a:pt x="37" y="567"/>
                        <a:pt x="47" y="575"/>
                        <a:pt x="47" y="575"/>
                      </a:cubicBezTo>
                      <a:cubicBezTo>
                        <a:pt x="55" y="571"/>
                        <a:pt x="55" y="571"/>
                        <a:pt x="55" y="571"/>
                      </a:cubicBezTo>
                      <a:cubicBezTo>
                        <a:pt x="78" y="572"/>
                        <a:pt x="78" y="572"/>
                        <a:pt x="78" y="572"/>
                      </a:cubicBezTo>
                      <a:cubicBezTo>
                        <a:pt x="78" y="562"/>
                        <a:pt x="78" y="562"/>
                        <a:pt x="78" y="562"/>
                      </a:cubicBezTo>
                      <a:cubicBezTo>
                        <a:pt x="91" y="569"/>
                        <a:pt x="91" y="569"/>
                        <a:pt x="91" y="569"/>
                      </a:cubicBezTo>
                      <a:cubicBezTo>
                        <a:pt x="91" y="569"/>
                        <a:pt x="105" y="570"/>
                        <a:pt x="115" y="572"/>
                      </a:cubicBezTo>
                      <a:cubicBezTo>
                        <a:pt x="125" y="574"/>
                        <a:pt x="136" y="596"/>
                        <a:pt x="136" y="596"/>
                      </a:cubicBezTo>
                      <a:cubicBezTo>
                        <a:pt x="136" y="596"/>
                        <a:pt x="150" y="592"/>
                        <a:pt x="157" y="593"/>
                      </a:cubicBezTo>
                      <a:cubicBezTo>
                        <a:pt x="164" y="594"/>
                        <a:pt x="165" y="630"/>
                        <a:pt x="165" y="630"/>
                      </a:cubicBezTo>
                      <a:cubicBezTo>
                        <a:pt x="165" y="630"/>
                        <a:pt x="176" y="631"/>
                        <a:pt x="179" y="632"/>
                      </a:cubicBezTo>
                      <a:cubicBezTo>
                        <a:pt x="182" y="633"/>
                        <a:pt x="182" y="648"/>
                        <a:pt x="182" y="648"/>
                      </a:cubicBezTo>
                      <a:cubicBezTo>
                        <a:pt x="199" y="654"/>
                        <a:pt x="199" y="654"/>
                        <a:pt x="199" y="654"/>
                      </a:cubicBezTo>
                      <a:cubicBezTo>
                        <a:pt x="208" y="668"/>
                        <a:pt x="208" y="668"/>
                        <a:pt x="208" y="668"/>
                      </a:cubicBezTo>
                      <a:cubicBezTo>
                        <a:pt x="208" y="668"/>
                        <a:pt x="220" y="670"/>
                        <a:pt x="228" y="667"/>
                      </a:cubicBezTo>
                      <a:cubicBezTo>
                        <a:pt x="236" y="664"/>
                        <a:pt x="233" y="654"/>
                        <a:pt x="232" y="653"/>
                      </a:cubicBezTo>
                      <a:cubicBezTo>
                        <a:pt x="232" y="634"/>
                        <a:pt x="234" y="625"/>
                        <a:pt x="247" y="625"/>
                      </a:cubicBezTo>
                      <a:cubicBezTo>
                        <a:pt x="260" y="625"/>
                        <a:pt x="272" y="650"/>
                        <a:pt x="272" y="650"/>
                      </a:cubicBezTo>
                      <a:cubicBezTo>
                        <a:pt x="282" y="633"/>
                        <a:pt x="282" y="633"/>
                        <a:pt x="282" y="633"/>
                      </a:cubicBezTo>
                      <a:cubicBezTo>
                        <a:pt x="304" y="633"/>
                        <a:pt x="304" y="633"/>
                        <a:pt x="304" y="633"/>
                      </a:cubicBezTo>
                      <a:cubicBezTo>
                        <a:pt x="310" y="639"/>
                        <a:pt x="310" y="639"/>
                        <a:pt x="310" y="639"/>
                      </a:cubicBezTo>
                      <a:cubicBezTo>
                        <a:pt x="310" y="639"/>
                        <a:pt x="327" y="636"/>
                        <a:pt x="335" y="635"/>
                      </a:cubicBezTo>
                      <a:cubicBezTo>
                        <a:pt x="343" y="634"/>
                        <a:pt x="341" y="622"/>
                        <a:pt x="345" y="621"/>
                      </a:cubicBezTo>
                      <a:cubicBezTo>
                        <a:pt x="349" y="620"/>
                        <a:pt x="349" y="631"/>
                        <a:pt x="349" y="631"/>
                      </a:cubicBezTo>
                      <a:cubicBezTo>
                        <a:pt x="526" y="628"/>
                        <a:pt x="526" y="628"/>
                        <a:pt x="526" y="628"/>
                      </a:cubicBezTo>
                      <a:cubicBezTo>
                        <a:pt x="531" y="601"/>
                        <a:pt x="531" y="601"/>
                        <a:pt x="531" y="601"/>
                      </a:cubicBezTo>
                      <a:cubicBezTo>
                        <a:pt x="531" y="601"/>
                        <a:pt x="537" y="597"/>
                        <a:pt x="536" y="590"/>
                      </a:cubicBezTo>
                      <a:cubicBezTo>
                        <a:pt x="535" y="583"/>
                        <a:pt x="522" y="577"/>
                        <a:pt x="522" y="577"/>
                      </a:cubicBezTo>
                      <a:cubicBezTo>
                        <a:pt x="491" y="118"/>
                        <a:pt x="491" y="118"/>
                        <a:pt x="491" y="118"/>
                      </a:cubicBezTo>
                      <a:cubicBezTo>
                        <a:pt x="572" y="121"/>
                        <a:pt x="572" y="121"/>
                        <a:pt x="572" y="121"/>
                      </a:cubicBezTo>
                      <a:cubicBezTo>
                        <a:pt x="399" y="0"/>
                        <a:pt x="399" y="0"/>
                        <a:pt x="399" y="0"/>
                      </a:cubicBezTo>
                      <a:cubicBezTo>
                        <a:pt x="397" y="34"/>
                        <a:pt x="397" y="34"/>
                        <a:pt x="397" y="34"/>
                      </a:cubicBezTo>
                      <a:cubicBezTo>
                        <a:pt x="392" y="38"/>
                        <a:pt x="392" y="38"/>
                        <a:pt x="392" y="38"/>
                      </a:cubicBezTo>
                      <a:cubicBezTo>
                        <a:pt x="391" y="63"/>
                        <a:pt x="391" y="63"/>
                        <a:pt x="391" y="63"/>
                      </a:cubicBezTo>
                      <a:cubicBezTo>
                        <a:pt x="243" y="64"/>
                        <a:pt x="243" y="64"/>
                        <a:pt x="243" y="64"/>
                      </a:cubicBezTo>
                      <a:cubicBezTo>
                        <a:pt x="243" y="74"/>
                        <a:pt x="243" y="74"/>
                        <a:pt x="243" y="74"/>
                      </a:cubicBezTo>
                      <a:cubicBezTo>
                        <a:pt x="238" y="77"/>
                        <a:pt x="238" y="77"/>
                        <a:pt x="238" y="77"/>
                      </a:cubicBezTo>
                      <a:cubicBezTo>
                        <a:pt x="238" y="77"/>
                        <a:pt x="237" y="201"/>
                        <a:pt x="235" y="207"/>
                      </a:cubicBezTo>
                      <a:cubicBezTo>
                        <a:pt x="233" y="213"/>
                        <a:pt x="208" y="212"/>
                        <a:pt x="208" y="212"/>
                      </a:cubicBezTo>
                      <a:cubicBezTo>
                        <a:pt x="208" y="212"/>
                        <a:pt x="200" y="213"/>
                        <a:pt x="189" y="223"/>
                      </a:cubicBezTo>
                      <a:cubicBezTo>
                        <a:pt x="178" y="233"/>
                        <a:pt x="187" y="248"/>
                        <a:pt x="187" y="248"/>
                      </a:cubicBezTo>
                      <a:cubicBezTo>
                        <a:pt x="186" y="317"/>
                        <a:pt x="186" y="317"/>
                        <a:pt x="186" y="317"/>
                      </a:cubicBezTo>
                      <a:cubicBezTo>
                        <a:pt x="0" y="319"/>
                        <a:pt x="0" y="319"/>
                        <a:pt x="0" y="319"/>
                      </a:cubicBezTo>
                      <a:cubicBezTo>
                        <a:pt x="0" y="319"/>
                        <a:pt x="0" y="319"/>
                        <a:pt x="0" y="319"/>
                      </a:cubicBezTo>
                      <a:cubicBezTo>
                        <a:pt x="0" y="326"/>
                        <a:pt x="0" y="332"/>
                        <a:pt x="0" y="3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7" name="Freeform 304"/>
                <p:cNvSpPr>
                  <a:spLocks/>
                </p:cNvSpPr>
                <p:nvPr/>
              </p:nvSpPr>
              <p:spPr bwMode="gray">
                <a:xfrm>
                  <a:off x="-7080" y="-11896"/>
                  <a:ext cx="902" cy="709"/>
                </a:xfrm>
                <a:custGeom>
                  <a:avLst/>
                  <a:gdLst>
                    <a:gd name="T0" fmla="*/ 3 w 382"/>
                    <a:gd name="T1" fmla="*/ 246 h 300"/>
                    <a:gd name="T2" fmla="*/ 19 w 382"/>
                    <a:gd name="T3" fmla="*/ 256 h 300"/>
                    <a:gd name="T4" fmla="*/ 59 w 382"/>
                    <a:gd name="T5" fmla="*/ 293 h 300"/>
                    <a:gd name="T6" fmla="*/ 124 w 382"/>
                    <a:gd name="T7" fmla="*/ 300 h 300"/>
                    <a:gd name="T8" fmla="*/ 132 w 382"/>
                    <a:gd name="T9" fmla="*/ 299 h 300"/>
                    <a:gd name="T10" fmla="*/ 130 w 382"/>
                    <a:gd name="T11" fmla="*/ 245 h 300"/>
                    <a:gd name="T12" fmla="*/ 132 w 382"/>
                    <a:gd name="T13" fmla="*/ 219 h 300"/>
                    <a:gd name="T14" fmla="*/ 192 w 382"/>
                    <a:gd name="T15" fmla="*/ 219 h 300"/>
                    <a:gd name="T16" fmla="*/ 215 w 382"/>
                    <a:gd name="T17" fmla="*/ 219 h 300"/>
                    <a:gd name="T18" fmla="*/ 251 w 382"/>
                    <a:gd name="T19" fmla="*/ 212 h 300"/>
                    <a:gd name="T20" fmla="*/ 276 w 382"/>
                    <a:gd name="T21" fmla="*/ 215 h 300"/>
                    <a:gd name="T22" fmla="*/ 305 w 382"/>
                    <a:gd name="T23" fmla="*/ 221 h 300"/>
                    <a:gd name="T24" fmla="*/ 318 w 382"/>
                    <a:gd name="T25" fmla="*/ 214 h 300"/>
                    <a:gd name="T26" fmla="*/ 357 w 382"/>
                    <a:gd name="T27" fmla="*/ 197 h 300"/>
                    <a:gd name="T28" fmla="*/ 373 w 382"/>
                    <a:gd name="T29" fmla="*/ 183 h 300"/>
                    <a:gd name="T30" fmla="*/ 382 w 382"/>
                    <a:gd name="T31" fmla="*/ 170 h 300"/>
                    <a:gd name="T32" fmla="*/ 360 w 382"/>
                    <a:gd name="T33" fmla="*/ 145 h 300"/>
                    <a:gd name="T34" fmla="*/ 364 w 382"/>
                    <a:gd name="T35" fmla="*/ 126 h 300"/>
                    <a:gd name="T36" fmla="*/ 310 w 382"/>
                    <a:gd name="T37" fmla="*/ 104 h 300"/>
                    <a:gd name="T38" fmla="*/ 312 w 382"/>
                    <a:gd name="T39" fmla="*/ 87 h 300"/>
                    <a:gd name="T40" fmla="*/ 289 w 382"/>
                    <a:gd name="T41" fmla="*/ 72 h 300"/>
                    <a:gd name="T42" fmla="*/ 277 w 382"/>
                    <a:gd name="T43" fmla="*/ 32 h 300"/>
                    <a:gd name="T44" fmla="*/ 260 w 382"/>
                    <a:gd name="T45" fmla="*/ 2 h 300"/>
                    <a:gd name="T46" fmla="*/ 215 w 382"/>
                    <a:gd name="T47" fmla="*/ 12 h 300"/>
                    <a:gd name="T48" fmla="*/ 190 w 382"/>
                    <a:gd name="T49" fmla="*/ 28 h 300"/>
                    <a:gd name="T50" fmla="*/ 169 w 382"/>
                    <a:gd name="T51" fmla="*/ 50 h 300"/>
                    <a:gd name="T52" fmla="*/ 125 w 382"/>
                    <a:gd name="T53" fmla="*/ 72 h 300"/>
                    <a:gd name="T54" fmla="*/ 112 w 382"/>
                    <a:gd name="T55" fmla="*/ 96 h 300"/>
                    <a:gd name="T56" fmla="*/ 76 w 382"/>
                    <a:gd name="T57" fmla="*/ 82 h 300"/>
                    <a:gd name="T58" fmla="*/ 69 w 382"/>
                    <a:gd name="T59" fmla="*/ 121 h 300"/>
                    <a:gd name="T60" fmla="*/ 57 w 382"/>
                    <a:gd name="T61" fmla="*/ 145 h 300"/>
                    <a:gd name="T62" fmla="*/ 48 w 382"/>
                    <a:gd name="T63" fmla="*/ 161 h 300"/>
                    <a:gd name="T64" fmla="*/ 8 w 382"/>
                    <a:gd name="T65" fmla="*/ 173 h 300"/>
                    <a:gd name="T66" fmla="*/ 15 w 382"/>
                    <a:gd name="T67" fmla="*/ 209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82" h="300">
                      <a:moveTo>
                        <a:pt x="0" y="209"/>
                      </a:moveTo>
                      <a:cubicBezTo>
                        <a:pt x="3" y="246"/>
                        <a:pt x="3" y="246"/>
                        <a:pt x="3" y="246"/>
                      </a:cubicBezTo>
                      <a:cubicBezTo>
                        <a:pt x="6" y="260"/>
                        <a:pt x="6" y="260"/>
                        <a:pt x="6" y="260"/>
                      </a:cubicBezTo>
                      <a:cubicBezTo>
                        <a:pt x="19" y="256"/>
                        <a:pt x="19" y="256"/>
                        <a:pt x="19" y="256"/>
                      </a:cubicBezTo>
                      <a:cubicBezTo>
                        <a:pt x="19" y="256"/>
                        <a:pt x="29" y="287"/>
                        <a:pt x="39" y="288"/>
                      </a:cubicBezTo>
                      <a:cubicBezTo>
                        <a:pt x="49" y="289"/>
                        <a:pt x="59" y="293"/>
                        <a:pt x="59" y="293"/>
                      </a:cubicBezTo>
                      <a:cubicBezTo>
                        <a:pt x="59" y="293"/>
                        <a:pt x="70" y="271"/>
                        <a:pt x="100" y="275"/>
                      </a:cubicBezTo>
                      <a:cubicBezTo>
                        <a:pt x="130" y="279"/>
                        <a:pt x="124" y="300"/>
                        <a:pt x="124" y="300"/>
                      </a:cubicBezTo>
                      <a:cubicBezTo>
                        <a:pt x="136" y="298"/>
                        <a:pt x="136" y="298"/>
                        <a:pt x="136" y="298"/>
                      </a:cubicBezTo>
                      <a:cubicBezTo>
                        <a:pt x="132" y="299"/>
                        <a:pt x="132" y="299"/>
                        <a:pt x="132" y="299"/>
                      </a:cubicBezTo>
                      <a:cubicBezTo>
                        <a:pt x="131" y="263"/>
                        <a:pt x="131" y="263"/>
                        <a:pt x="131" y="263"/>
                      </a:cubicBezTo>
                      <a:cubicBezTo>
                        <a:pt x="130" y="245"/>
                        <a:pt x="130" y="245"/>
                        <a:pt x="130" y="245"/>
                      </a:cubicBezTo>
                      <a:cubicBezTo>
                        <a:pt x="130" y="245"/>
                        <a:pt x="124" y="244"/>
                        <a:pt x="124" y="236"/>
                      </a:cubicBezTo>
                      <a:cubicBezTo>
                        <a:pt x="124" y="228"/>
                        <a:pt x="132" y="219"/>
                        <a:pt x="132" y="219"/>
                      </a:cubicBezTo>
                      <a:cubicBezTo>
                        <a:pt x="187" y="222"/>
                        <a:pt x="187" y="222"/>
                        <a:pt x="187" y="222"/>
                      </a:cubicBezTo>
                      <a:cubicBezTo>
                        <a:pt x="192" y="219"/>
                        <a:pt x="192" y="219"/>
                        <a:pt x="192" y="219"/>
                      </a:cubicBezTo>
                      <a:cubicBezTo>
                        <a:pt x="204" y="222"/>
                        <a:pt x="204" y="222"/>
                        <a:pt x="204" y="222"/>
                      </a:cubicBezTo>
                      <a:cubicBezTo>
                        <a:pt x="215" y="219"/>
                        <a:pt x="215" y="219"/>
                        <a:pt x="215" y="219"/>
                      </a:cubicBezTo>
                      <a:cubicBezTo>
                        <a:pt x="235" y="222"/>
                        <a:pt x="235" y="222"/>
                        <a:pt x="235" y="222"/>
                      </a:cubicBezTo>
                      <a:cubicBezTo>
                        <a:pt x="251" y="212"/>
                        <a:pt x="251" y="212"/>
                        <a:pt x="251" y="212"/>
                      </a:cubicBezTo>
                      <a:cubicBezTo>
                        <a:pt x="265" y="216"/>
                        <a:pt x="265" y="216"/>
                        <a:pt x="265" y="216"/>
                      </a:cubicBezTo>
                      <a:cubicBezTo>
                        <a:pt x="276" y="215"/>
                        <a:pt x="276" y="215"/>
                        <a:pt x="276" y="215"/>
                      </a:cubicBezTo>
                      <a:cubicBezTo>
                        <a:pt x="291" y="222"/>
                        <a:pt x="291" y="222"/>
                        <a:pt x="291" y="222"/>
                      </a:cubicBezTo>
                      <a:cubicBezTo>
                        <a:pt x="305" y="221"/>
                        <a:pt x="305" y="221"/>
                        <a:pt x="305" y="221"/>
                      </a:cubicBezTo>
                      <a:cubicBezTo>
                        <a:pt x="310" y="214"/>
                        <a:pt x="310" y="214"/>
                        <a:pt x="310" y="214"/>
                      </a:cubicBezTo>
                      <a:cubicBezTo>
                        <a:pt x="318" y="214"/>
                        <a:pt x="318" y="214"/>
                        <a:pt x="318" y="214"/>
                      </a:cubicBezTo>
                      <a:cubicBezTo>
                        <a:pt x="318" y="214"/>
                        <a:pt x="320" y="200"/>
                        <a:pt x="331" y="195"/>
                      </a:cubicBezTo>
                      <a:cubicBezTo>
                        <a:pt x="331" y="196"/>
                        <a:pt x="357" y="197"/>
                        <a:pt x="357" y="197"/>
                      </a:cubicBezTo>
                      <a:cubicBezTo>
                        <a:pt x="357" y="197"/>
                        <a:pt x="358" y="190"/>
                        <a:pt x="362" y="187"/>
                      </a:cubicBezTo>
                      <a:cubicBezTo>
                        <a:pt x="366" y="184"/>
                        <a:pt x="373" y="183"/>
                        <a:pt x="373" y="183"/>
                      </a:cubicBezTo>
                      <a:cubicBezTo>
                        <a:pt x="376" y="172"/>
                        <a:pt x="376" y="172"/>
                        <a:pt x="376" y="172"/>
                      </a:cubicBezTo>
                      <a:cubicBezTo>
                        <a:pt x="382" y="170"/>
                        <a:pt x="382" y="170"/>
                        <a:pt x="382" y="170"/>
                      </a:cubicBezTo>
                      <a:cubicBezTo>
                        <a:pt x="375" y="167"/>
                        <a:pt x="375" y="167"/>
                        <a:pt x="375" y="167"/>
                      </a:cubicBezTo>
                      <a:cubicBezTo>
                        <a:pt x="360" y="145"/>
                        <a:pt x="360" y="145"/>
                        <a:pt x="360" y="145"/>
                      </a:cubicBezTo>
                      <a:cubicBezTo>
                        <a:pt x="375" y="140"/>
                        <a:pt x="375" y="140"/>
                        <a:pt x="375" y="140"/>
                      </a:cubicBezTo>
                      <a:cubicBezTo>
                        <a:pt x="375" y="140"/>
                        <a:pt x="373" y="130"/>
                        <a:pt x="364" y="126"/>
                      </a:cubicBezTo>
                      <a:cubicBezTo>
                        <a:pt x="355" y="122"/>
                        <a:pt x="356" y="131"/>
                        <a:pt x="344" y="131"/>
                      </a:cubicBezTo>
                      <a:cubicBezTo>
                        <a:pt x="332" y="131"/>
                        <a:pt x="313" y="109"/>
                        <a:pt x="310" y="104"/>
                      </a:cubicBezTo>
                      <a:cubicBezTo>
                        <a:pt x="307" y="99"/>
                        <a:pt x="322" y="88"/>
                        <a:pt x="322" y="88"/>
                      </a:cubicBezTo>
                      <a:cubicBezTo>
                        <a:pt x="312" y="87"/>
                        <a:pt x="312" y="87"/>
                        <a:pt x="312" y="87"/>
                      </a:cubicBezTo>
                      <a:cubicBezTo>
                        <a:pt x="311" y="78"/>
                        <a:pt x="311" y="78"/>
                        <a:pt x="311" y="78"/>
                      </a:cubicBezTo>
                      <a:cubicBezTo>
                        <a:pt x="311" y="78"/>
                        <a:pt x="299" y="79"/>
                        <a:pt x="289" y="72"/>
                      </a:cubicBezTo>
                      <a:cubicBezTo>
                        <a:pt x="279" y="65"/>
                        <a:pt x="280" y="41"/>
                        <a:pt x="280" y="41"/>
                      </a:cubicBezTo>
                      <a:cubicBezTo>
                        <a:pt x="277" y="32"/>
                        <a:pt x="277" y="32"/>
                        <a:pt x="277" y="32"/>
                      </a:cubicBezTo>
                      <a:cubicBezTo>
                        <a:pt x="276" y="9"/>
                        <a:pt x="276" y="9"/>
                        <a:pt x="276" y="9"/>
                      </a:cubicBezTo>
                      <a:cubicBezTo>
                        <a:pt x="260" y="2"/>
                        <a:pt x="260" y="2"/>
                        <a:pt x="260" y="2"/>
                      </a:cubicBezTo>
                      <a:cubicBezTo>
                        <a:pt x="227" y="0"/>
                        <a:pt x="227" y="0"/>
                        <a:pt x="227" y="0"/>
                      </a:cubicBezTo>
                      <a:cubicBezTo>
                        <a:pt x="227" y="0"/>
                        <a:pt x="225" y="8"/>
                        <a:pt x="215" y="12"/>
                      </a:cubicBezTo>
                      <a:cubicBezTo>
                        <a:pt x="205" y="16"/>
                        <a:pt x="201" y="14"/>
                        <a:pt x="201" y="14"/>
                      </a:cubicBezTo>
                      <a:cubicBezTo>
                        <a:pt x="190" y="28"/>
                        <a:pt x="190" y="28"/>
                        <a:pt x="190" y="28"/>
                      </a:cubicBezTo>
                      <a:cubicBezTo>
                        <a:pt x="173" y="28"/>
                        <a:pt x="173" y="28"/>
                        <a:pt x="173" y="28"/>
                      </a:cubicBezTo>
                      <a:cubicBezTo>
                        <a:pt x="173" y="28"/>
                        <a:pt x="172" y="49"/>
                        <a:pt x="169" y="50"/>
                      </a:cubicBezTo>
                      <a:cubicBezTo>
                        <a:pt x="166" y="51"/>
                        <a:pt x="154" y="39"/>
                        <a:pt x="148" y="41"/>
                      </a:cubicBezTo>
                      <a:cubicBezTo>
                        <a:pt x="142" y="43"/>
                        <a:pt x="125" y="72"/>
                        <a:pt x="125" y="72"/>
                      </a:cubicBezTo>
                      <a:cubicBezTo>
                        <a:pt x="112" y="72"/>
                        <a:pt x="112" y="72"/>
                        <a:pt x="112" y="72"/>
                      </a:cubicBezTo>
                      <a:cubicBezTo>
                        <a:pt x="112" y="96"/>
                        <a:pt x="112" y="96"/>
                        <a:pt x="112" y="96"/>
                      </a:cubicBezTo>
                      <a:cubicBezTo>
                        <a:pt x="97" y="101"/>
                        <a:pt x="97" y="101"/>
                        <a:pt x="97" y="101"/>
                      </a:cubicBezTo>
                      <a:cubicBezTo>
                        <a:pt x="76" y="82"/>
                        <a:pt x="76" y="82"/>
                        <a:pt x="76" y="82"/>
                      </a:cubicBezTo>
                      <a:cubicBezTo>
                        <a:pt x="63" y="102"/>
                        <a:pt x="63" y="102"/>
                        <a:pt x="63" y="102"/>
                      </a:cubicBezTo>
                      <a:cubicBezTo>
                        <a:pt x="63" y="102"/>
                        <a:pt x="71" y="116"/>
                        <a:pt x="69" y="121"/>
                      </a:cubicBezTo>
                      <a:cubicBezTo>
                        <a:pt x="67" y="126"/>
                        <a:pt x="55" y="124"/>
                        <a:pt x="55" y="124"/>
                      </a:cubicBezTo>
                      <a:cubicBezTo>
                        <a:pt x="55" y="124"/>
                        <a:pt x="60" y="141"/>
                        <a:pt x="57" y="145"/>
                      </a:cubicBezTo>
                      <a:cubicBezTo>
                        <a:pt x="54" y="149"/>
                        <a:pt x="47" y="150"/>
                        <a:pt x="47" y="150"/>
                      </a:cubicBezTo>
                      <a:cubicBezTo>
                        <a:pt x="47" y="150"/>
                        <a:pt x="60" y="160"/>
                        <a:pt x="48" y="161"/>
                      </a:cubicBezTo>
                      <a:cubicBezTo>
                        <a:pt x="36" y="162"/>
                        <a:pt x="21" y="165"/>
                        <a:pt x="21" y="165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23" y="194"/>
                        <a:pt x="23" y="194"/>
                        <a:pt x="23" y="194"/>
                      </a:cubicBezTo>
                      <a:cubicBezTo>
                        <a:pt x="15" y="209"/>
                        <a:pt x="15" y="209"/>
                        <a:pt x="15" y="209"/>
                      </a:cubicBezTo>
                      <a:lnTo>
                        <a:pt x="0" y="20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8" name="Freeform 305"/>
                <p:cNvSpPr>
                  <a:spLocks/>
                </p:cNvSpPr>
                <p:nvPr/>
              </p:nvSpPr>
              <p:spPr bwMode="gray">
                <a:xfrm>
                  <a:off x="-7427" y="-11343"/>
                  <a:ext cx="687" cy="811"/>
                </a:xfrm>
                <a:custGeom>
                  <a:avLst/>
                  <a:gdLst>
                    <a:gd name="T0" fmla="*/ 266 w 291"/>
                    <a:gd name="T1" fmla="*/ 269 h 343"/>
                    <a:gd name="T2" fmla="*/ 253 w 291"/>
                    <a:gd name="T3" fmla="*/ 219 h 343"/>
                    <a:gd name="T4" fmla="*/ 273 w 291"/>
                    <a:gd name="T5" fmla="*/ 187 h 343"/>
                    <a:gd name="T6" fmla="*/ 274 w 291"/>
                    <a:gd name="T7" fmla="*/ 157 h 343"/>
                    <a:gd name="T8" fmla="*/ 291 w 291"/>
                    <a:gd name="T9" fmla="*/ 130 h 343"/>
                    <a:gd name="T10" fmla="*/ 279 w 291"/>
                    <a:gd name="T11" fmla="*/ 84 h 343"/>
                    <a:gd name="T12" fmla="*/ 287 w 291"/>
                    <a:gd name="T13" fmla="*/ 83 h 343"/>
                    <a:gd name="T14" fmla="*/ 283 w 291"/>
                    <a:gd name="T15" fmla="*/ 64 h 343"/>
                    <a:gd name="T16" fmla="*/ 271 w 291"/>
                    <a:gd name="T17" fmla="*/ 66 h 343"/>
                    <a:gd name="T18" fmla="*/ 247 w 291"/>
                    <a:gd name="T19" fmla="*/ 41 h 343"/>
                    <a:gd name="T20" fmla="*/ 206 w 291"/>
                    <a:gd name="T21" fmla="*/ 59 h 343"/>
                    <a:gd name="T22" fmla="*/ 186 w 291"/>
                    <a:gd name="T23" fmla="*/ 54 h 343"/>
                    <a:gd name="T24" fmla="*/ 166 w 291"/>
                    <a:gd name="T25" fmla="*/ 22 h 343"/>
                    <a:gd name="T26" fmla="*/ 153 w 291"/>
                    <a:gd name="T27" fmla="*/ 26 h 343"/>
                    <a:gd name="T28" fmla="*/ 150 w 291"/>
                    <a:gd name="T29" fmla="*/ 12 h 343"/>
                    <a:gd name="T30" fmla="*/ 131 w 291"/>
                    <a:gd name="T31" fmla="*/ 26 h 343"/>
                    <a:gd name="T32" fmla="*/ 116 w 291"/>
                    <a:gd name="T33" fmla="*/ 24 h 343"/>
                    <a:gd name="T34" fmla="*/ 116 w 291"/>
                    <a:gd name="T35" fmla="*/ 0 h 343"/>
                    <a:gd name="T36" fmla="*/ 108 w 291"/>
                    <a:gd name="T37" fmla="*/ 13 h 343"/>
                    <a:gd name="T38" fmla="*/ 99 w 291"/>
                    <a:gd name="T39" fmla="*/ 1 h 343"/>
                    <a:gd name="T40" fmla="*/ 95 w 291"/>
                    <a:gd name="T41" fmla="*/ 19 h 343"/>
                    <a:gd name="T42" fmla="*/ 85 w 291"/>
                    <a:gd name="T43" fmla="*/ 19 h 343"/>
                    <a:gd name="T44" fmla="*/ 81 w 291"/>
                    <a:gd name="T45" fmla="*/ 31 h 343"/>
                    <a:gd name="T46" fmla="*/ 55 w 291"/>
                    <a:gd name="T47" fmla="*/ 15 h 343"/>
                    <a:gd name="T48" fmla="*/ 42 w 291"/>
                    <a:gd name="T49" fmla="*/ 30 h 343"/>
                    <a:gd name="T50" fmla="*/ 36 w 291"/>
                    <a:gd name="T51" fmla="*/ 27 h 343"/>
                    <a:gd name="T52" fmla="*/ 23 w 291"/>
                    <a:gd name="T53" fmla="*/ 41 h 343"/>
                    <a:gd name="T54" fmla="*/ 28 w 291"/>
                    <a:gd name="T55" fmla="*/ 68 h 343"/>
                    <a:gd name="T56" fmla="*/ 40 w 291"/>
                    <a:gd name="T57" fmla="*/ 69 h 343"/>
                    <a:gd name="T58" fmla="*/ 33 w 291"/>
                    <a:gd name="T59" fmla="*/ 82 h 343"/>
                    <a:gd name="T60" fmla="*/ 43 w 291"/>
                    <a:gd name="T61" fmla="*/ 86 h 343"/>
                    <a:gd name="T62" fmla="*/ 34 w 291"/>
                    <a:gd name="T63" fmla="*/ 103 h 343"/>
                    <a:gd name="T64" fmla="*/ 50 w 291"/>
                    <a:gd name="T65" fmla="*/ 113 h 343"/>
                    <a:gd name="T66" fmla="*/ 49 w 291"/>
                    <a:gd name="T67" fmla="*/ 126 h 343"/>
                    <a:gd name="T68" fmla="*/ 19 w 291"/>
                    <a:gd name="T69" fmla="*/ 122 h 343"/>
                    <a:gd name="T70" fmla="*/ 37 w 291"/>
                    <a:gd name="T71" fmla="*/ 145 h 343"/>
                    <a:gd name="T72" fmla="*/ 25 w 291"/>
                    <a:gd name="T73" fmla="*/ 148 h 343"/>
                    <a:gd name="T74" fmla="*/ 25 w 291"/>
                    <a:gd name="T75" fmla="*/ 169 h 343"/>
                    <a:gd name="T76" fmla="*/ 2 w 291"/>
                    <a:gd name="T77" fmla="*/ 162 h 343"/>
                    <a:gd name="T78" fmla="*/ 15 w 291"/>
                    <a:gd name="T79" fmla="*/ 196 h 343"/>
                    <a:gd name="T80" fmla="*/ 1 w 291"/>
                    <a:gd name="T81" fmla="*/ 228 h 343"/>
                    <a:gd name="T82" fmla="*/ 14 w 291"/>
                    <a:gd name="T83" fmla="*/ 230 h 343"/>
                    <a:gd name="T84" fmla="*/ 14 w 291"/>
                    <a:gd name="T85" fmla="*/ 240 h 343"/>
                    <a:gd name="T86" fmla="*/ 38 w 291"/>
                    <a:gd name="T87" fmla="*/ 236 h 343"/>
                    <a:gd name="T88" fmla="*/ 39 w 291"/>
                    <a:gd name="T89" fmla="*/ 253 h 343"/>
                    <a:gd name="T90" fmla="*/ 60 w 291"/>
                    <a:gd name="T91" fmla="*/ 282 h 343"/>
                    <a:gd name="T92" fmla="*/ 50 w 291"/>
                    <a:gd name="T93" fmla="*/ 316 h 343"/>
                    <a:gd name="T94" fmla="*/ 51 w 291"/>
                    <a:gd name="T95" fmla="*/ 343 h 343"/>
                    <a:gd name="T96" fmla="*/ 66 w 291"/>
                    <a:gd name="T97" fmla="*/ 331 h 343"/>
                    <a:gd name="T98" fmla="*/ 75 w 291"/>
                    <a:gd name="T99" fmla="*/ 331 h 343"/>
                    <a:gd name="T100" fmla="*/ 85 w 291"/>
                    <a:gd name="T101" fmla="*/ 323 h 343"/>
                    <a:gd name="T102" fmla="*/ 151 w 291"/>
                    <a:gd name="T103" fmla="*/ 300 h 343"/>
                    <a:gd name="T104" fmla="*/ 178 w 291"/>
                    <a:gd name="T105" fmla="*/ 296 h 343"/>
                    <a:gd name="T106" fmla="*/ 218 w 291"/>
                    <a:gd name="T107" fmla="*/ 290 h 343"/>
                    <a:gd name="T108" fmla="*/ 236 w 291"/>
                    <a:gd name="T109" fmla="*/ 299 h 343"/>
                    <a:gd name="T110" fmla="*/ 256 w 291"/>
                    <a:gd name="T111" fmla="*/ 289 h 343"/>
                    <a:gd name="T112" fmla="*/ 273 w 291"/>
                    <a:gd name="T113" fmla="*/ 306 h 343"/>
                    <a:gd name="T114" fmla="*/ 285 w 291"/>
                    <a:gd name="T115" fmla="*/ 310 h 343"/>
                    <a:gd name="T116" fmla="*/ 284 w 291"/>
                    <a:gd name="T117" fmla="*/ 275 h 343"/>
                    <a:gd name="T118" fmla="*/ 266 w 291"/>
                    <a:gd name="T119" fmla="*/ 269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" h="343">
                      <a:moveTo>
                        <a:pt x="266" y="269"/>
                      </a:moveTo>
                      <a:cubicBezTo>
                        <a:pt x="266" y="269"/>
                        <a:pt x="253" y="233"/>
                        <a:pt x="253" y="219"/>
                      </a:cubicBezTo>
                      <a:cubicBezTo>
                        <a:pt x="253" y="205"/>
                        <a:pt x="273" y="187"/>
                        <a:pt x="273" y="187"/>
                      </a:cubicBezTo>
                      <a:cubicBezTo>
                        <a:pt x="273" y="187"/>
                        <a:pt x="274" y="165"/>
                        <a:pt x="274" y="157"/>
                      </a:cubicBezTo>
                      <a:cubicBezTo>
                        <a:pt x="274" y="149"/>
                        <a:pt x="291" y="142"/>
                        <a:pt x="291" y="130"/>
                      </a:cubicBezTo>
                      <a:cubicBezTo>
                        <a:pt x="291" y="118"/>
                        <a:pt x="279" y="84"/>
                        <a:pt x="279" y="84"/>
                      </a:cubicBezTo>
                      <a:cubicBezTo>
                        <a:pt x="287" y="83"/>
                        <a:pt x="287" y="83"/>
                        <a:pt x="287" y="83"/>
                      </a:cubicBezTo>
                      <a:cubicBezTo>
                        <a:pt x="283" y="64"/>
                        <a:pt x="283" y="64"/>
                        <a:pt x="283" y="64"/>
                      </a:cubicBezTo>
                      <a:cubicBezTo>
                        <a:pt x="271" y="66"/>
                        <a:pt x="271" y="66"/>
                        <a:pt x="271" y="66"/>
                      </a:cubicBezTo>
                      <a:cubicBezTo>
                        <a:pt x="271" y="66"/>
                        <a:pt x="277" y="45"/>
                        <a:pt x="247" y="41"/>
                      </a:cubicBezTo>
                      <a:cubicBezTo>
                        <a:pt x="217" y="37"/>
                        <a:pt x="206" y="59"/>
                        <a:pt x="206" y="59"/>
                      </a:cubicBezTo>
                      <a:cubicBezTo>
                        <a:pt x="206" y="59"/>
                        <a:pt x="196" y="55"/>
                        <a:pt x="186" y="54"/>
                      </a:cubicBezTo>
                      <a:cubicBezTo>
                        <a:pt x="176" y="53"/>
                        <a:pt x="166" y="22"/>
                        <a:pt x="166" y="22"/>
                      </a:cubicBezTo>
                      <a:cubicBezTo>
                        <a:pt x="153" y="26"/>
                        <a:pt x="153" y="26"/>
                        <a:pt x="153" y="26"/>
                      </a:cubicBezTo>
                      <a:cubicBezTo>
                        <a:pt x="150" y="12"/>
                        <a:pt x="150" y="12"/>
                        <a:pt x="150" y="12"/>
                      </a:cubicBezTo>
                      <a:cubicBezTo>
                        <a:pt x="135" y="12"/>
                        <a:pt x="131" y="26"/>
                        <a:pt x="131" y="26"/>
                      </a:cubicBezTo>
                      <a:cubicBezTo>
                        <a:pt x="116" y="24"/>
                        <a:pt x="116" y="24"/>
                        <a:pt x="116" y="24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99" y="1"/>
                        <a:pt x="99" y="1"/>
                        <a:pt x="99" y="1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85" y="19"/>
                        <a:pt x="85" y="19"/>
                        <a:pt x="85" y="19"/>
                      </a:cubicBezTo>
                      <a:cubicBezTo>
                        <a:pt x="81" y="31"/>
                        <a:pt x="81" y="31"/>
                        <a:pt x="81" y="31"/>
                      </a:cubicBezTo>
                      <a:cubicBezTo>
                        <a:pt x="81" y="31"/>
                        <a:pt x="71" y="17"/>
                        <a:pt x="55" y="15"/>
                      </a:cubicBezTo>
                      <a:cubicBezTo>
                        <a:pt x="39" y="13"/>
                        <a:pt x="42" y="30"/>
                        <a:pt x="42" y="30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8" y="68"/>
                        <a:pt x="28" y="68"/>
                        <a:pt x="28" y="68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33" y="82"/>
                        <a:pt x="33" y="82"/>
                        <a:pt x="33" y="82"/>
                      </a:cubicBezTo>
                      <a:cubicBezTo>
                        <a:pt x="43" y="86"/>
                        <a:pt x="43" y="86"/>
                        <a:pt x="43" y="86"/>
                      </a:cubicBezTo>
                      <a:cubicBezTo>
                        <a:pt x="43" y="86"/>
                        <a:pt x="33" y="95"/>
                        <a:pt x="34" y="103"/>
                      </a:cubicBezTo>
                      <a:cubicBezTo>
                        <a:pt x="35" y="111"/>
                        <a:pt x="50" y="106"/>
                        <a:pt x="50" y="113"/>
                      </a:cubicBezTo>
                      <a:cubicBezTo>
                        <a:pt x="50" y="120"/>
                        <a:pt x="49" y="126"/>
                        <a:pt x="49" y="126"/>
                      </a:cubicBezTo>
                      <a:cubicBezTo>
                        <a:pt x="49" y="126"/>
                        <a:pt x="19" y="112"/>
                        <a:pt x="19" y="122"/>
                      </a:cubicBezTo>
                      <a:cubicBezTo>
                        <a:pt x="19" y="132"/>
                        <a:pt x="37" y="145"/>
                        <a:pt x="37" y="145"/>
                      </a:cubicBezTo>
                      <a:cubicBezTo>
                        <a:pt x="25" y="148"/>
                        <a:pt x="25" y="148"/>
                        <a:pt x="25" y="148"/>
                      </a:cubicBezTo>
                      <a:cubicBezTo>
                        <a:pt x="25" y="148"/>
                        <a:pt x="32" y="166"/>
                        <a:pt x="25" y="169"/>
                      </a:cubicBezTo>
                      <a:cubicBezTo>
                        <a:pt x="19" y="171"/>
                        <a:pt x="9" y="164"/>
                        <a:pt x="2" y="162"/>
                      </a:cubicBezTo>
                      <a:cubicBezTo>
                        <a:pt x="7" y="172"/>
                        <a:pt x="15" y="186"/>
                        <a:pt x="15" y="196"/>
                      </a:cubicBezTo>
                      <a:cubicBezTo>
                        <a:pt x="15" y="211"/>
                        <a:pt x="0" y="225"/>
                        <a:pt x="1" y="228"/>
                      </a:cubicBezTo>
                      <a:cubicBezTo>
                        <a:pt x="2" y="231"/>
                        <a:pt x="14" y="230"/>
                        <a:pt x="14" y="230"/>
                      </a:cubicBezTo>
                      <a:cubicBezTo>
                        <a:pt x="14" y="240"/>
                        <a:pt x="14" y="240"/>
                        <a:pt x="14" y="240"/>
                      </a:cubicBezTo>
                      <a:cubicBezTo>
                        <a:pt x="38" y="236"/>
                        <a:pt x="38" y="236"/>
                        <a:pt x="38" y="236"/>
                      </a:cubicBezTo>
                      <a:cubicBezTo>
                        <a:pt x="39" y="253"/>
                        <a:pt x="39" y="253"/>
                        <a:pt x="39" y="253"/>
                      </a:cubicBezTo>
                      <a:cubicBezTo>
                        <a:pt x="39" y="253"/>
                        <a:pt x="60" y="269"/>
                        <a:pt x="60" y="282"/>
                      </a:cubicBezTo>
                      <a:cubicBezTo>
                        <a:pt x="60" y="295"/>
                        <a:pt x="50" y="316"/>
                        <a:pt x="50" y="316"/>
                      </a:cubicBezTo>
                      <a:cubicBezTo>
                        <a:pt x="51" y="343"/>
                        <a:pt x="51" y="343"/>
                        <a:pt x="51" y="343"/>
                      </a:cubicBezTo>
                      <a:cubicBezTo>
                        <a:pt x="63" y="341"/>
                        <a:pt x="66" y="331"/>
                        <a:pt x="66" y="331"/>
                      </a:cubicBezTo>
                      <a:cubicBezTo>
                        <a:pt x="75" y="331"/>
                        <a:pt x="75" y="331"/>
                        <a:pt x="75" y="331"/>
                      </a:cubicBezTo>
                      <a:cubicBezTo>
                        <a:pt x="85" y="323"/>
                        <a:pt x="85" y="323"/>
                        <a:pt x="85" y="323"/>
                      </a:cubicBezTo>
                      <a:cubicBezTo>
                        <a:pt x="85" y="323"/>
                        <a:pt x="131" y="298"/>
                        <a:pt x="151" y="300"/>
                      </a:cubicBezTo>
                      <a:cubicBezTo>
                        <a:pt x="171" y="302"/>
                        <a:pt x="178" y="296"/>
                        <a:pt x="178" y="296"/>
                      </a:cubicBezTo>
                      <a:cubicBezTo>
                        <a:pt x="178" y="296"/>
                        <a:pt x="209" y="285"/>
                        <a:pt x="218" y="290"/>
                      </a:cubicBezTo>
                      <a:cubicBezTo>
                        <a:pt x="227" y="295"/>
                        <a:pt x="229" y="300"/>
                        <a:pt x="236" y="299"/>
                      </a:cubicBezTo>
                      <a:cubicBezTo>
                        <a:pt x="243" y="298"/>
                        <a:pt x="256" y="289"/>
                        <a:pt x="256" y="289"/>
                      </a:cubicBezTo>
                      <a:cubicBezTo>
                        <a:pt x="256" y="289"/>
                        <a:pt x="257" y="299"/>
                        <a:pt x="273" y="306"/>
                      </a:cubicBezTo>
                      <a:cubicBezTo>
                        <a:pt x="277" y="308"/>
                        <a:pt x="281" y="309"/>
                        <a:pt x="285" y="310"/>
                      </a:cubicBezTo>
                      <a:cubicBezTo>
                        <a:pt x="284" y="275"/>
                        <a:pt x="284" y="275"/>
                        <a:pt x="284" y="275"/>
                      </a:cubicBezTo>
                      <a:lnTo>
                        <a:pt x="266" y="2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9" name="Freeform 306"/>
                <p:cNvSpPr>
                  <a:spLocks/>
                </p:cNvSpPr>
                <p:nvPr/>
              </p:nvSpPr>
              <p:spPr bwMode="gray">
                <a:xfrm>
                  <a:off x="-6428" y="-12966"/>
                  <a:ext cx="1750" cy="1484"/>
                </a:xfrm>
                <a:custGeom>
                  <a:avLst/>
                  <a:gdLst>
                    <a:gd name="T0" fmla="*/ 36 w 741"/>
                    <a:gd name="T1" fmla="*/ 540 h 628"/>
                    <a:gd name="T2" fmla="*/ 34 w 741"/>
                    <a:gd name="T3" fmla="*/ 557 h 628"/>
                    <a:gd name="T4" fmla="*/ 88 w 741"/>
                    <a:gd name="T5" fmla="*/ 579 h 628"/>
                    <a:gd name="T6" fmla="*/ 84 w 741"/>
                    <a:gd name="T7" fmla="*/ 598 h 628"/>
                    <a:gd name="T8" fmla="*/ 102 w 741"/>
                    <a:gd name="T9" fmla="*/ 604 h 628"/>
                    <a:gd name="T10" fmla="*/ 141 w 741"/>
                    <a:gd name="T11" fmla="*/ 619 h 628"/>
                    <a:gd name="T12" fmla="*/ 159 w 741"/>
                    <a:gd name="T13" fmla="*/ 594 h 628"/>
                    <a:gd name="T14" fmla="*/ 183 w 741"/>
                    <a:gd name="T15" fmla="*/ 542 h 628"/>
                    <a:gd name="T16" fmla="*/ 236 w 741"/>
                    <a:gd name="T17" fmla="*/ 526 h 628"/>
                    <a:gd name="T18" fmla="*/ 269 w 741"/>
                    <a:gd name="T19" fmla="*/ 529 h 628"/>
                    <a:gd name="T20" fmla="*/ 305 w 741"/>
                    <a:gd name="T21" fmla="*/ 544 h 628"/>
                    <a:gd name="T22" fmla="*/ 364 w 741"/>
                    <a:gd name="T23" fmla="*/ 544 h 628"/>
                    <a:gd name="T24" fmla="*/ 442 w 741"/>
                    <a:gd name="T25" fmla="*/ 578 h 628"/>
                    <a:gd name="T26" fmla="*/ 554 w 741"/>
                    <a:gd name="T27" fmla="*/ 557 h 628"/>
                    <a:gd name="T28" fmla="*/ 597 w 741"/>
                    <a:gd name="T29" fmla="*/ 541 h 628"/>
                    <a:gd name="T30" fmla="*/ 621 w 741"/>
                    <a:gd name="T31" fmla="*/ 526 h 628"/>
                    <a:gd name="T32" fmla="*/ 621 w 741"/>
                    <a:gd name="T33" fmla="*/ 484 h 628"/>
                    <a:gd name="T34" fmla="*/ 656 w 741"/>
                    <a:gd name="T35" fmla="*/ 426 h 628"/>
                    <a:gd name="T36" fmla="*/ 727 w 741"/>
                    <a:gd name="T37" fmla="*/ 194 h 628"/>
                    <a:gd name="T38" fmla="*/ 721 w 741"/>
                    <a:gd name="T39" fmla="*/ 145 h 628"/>
                    <a:gd name="T40" fmla="*/ 697 w 741"/>
                    <a:gd name="T41" fmla="*/ 105 h 628"/>
                    <a:gd name="T42" fmla="*/ 692 w 741"/>
                    <a:gd name="T43" fmla="*/ 28 h 628"/>
                    <a:gd name="T44" fmla="*/ 623 w 741"/>
                    <a:gd name="T45" fmla="*/ 16 h 628"/>
                    <a:gd name="T46" fmla="*/ 551 w 741"/>
                    <a:gd name="T47" fmla="*/ 0 h 628"/>
                    <a:gd name="T48" fmla="*/ 261 w 741"/>
                    <a:gd name="T49" fmla="*/ 221 h 628"/>
                    <a:gd name="T50" fmla="*/ 190 w 741"/>
                    <a:gd name="T51" fmla="*/ 372 h 628"/>
                    <a:gd name="T52" fmla="*/ 160 w 741"/>
                    <a:gd name="T53" fmla="*/ 427 h 628"/>
                    <a:gd name="T54" fmla="*/ 124 w 741"/>
                    <a:gd name="T55" fmla="*/ 437 h 628"/>
                    <a:gd name="T56" fmla="*/ 92 w 741"/>
                    <a:gd name="T57" fmla="*/ 444 h 628"/>
                    <a:gd name="T58" fmla="*/ 32 w 741"/>
                    <a:gd name="T59" fmla="*/ 455 h 628"/>
                    <a:gd name="T60" fmla="*/ 1 w 741"/>
                    <a:gd name="T61" fmla="*/ 485 h 628"/>
                    <a:gd name="T62" fmla="*/ 13 w 741"/>
                    <a:gd name="T63" fmla="*/ 525 h 6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41" h="628">
                      <a:moveTo>
                        <a:pt x="35" y="531"/>
                      </a:moveTo>
                      <a:cubicBezTo>
                        <a:pt x="36" y="540"/>
                        <a:pt x="36" y="540"/>
                        <a:pt x="36" y="540"/>
                      </a:cubicBezTo>
                      <a:cubicBezTo>
                        <a:pt x="46" y="541"/>
                        <a:pt x="46" y="541"/>
                        <a:pt x="46" y="541"/>
                      </a:cubicBezTo>
                      <a:cubicBezTo>
                        <a:pt x="46" y="541"/>
                        <a:pt x="31" y="552"/>
                        <a:pt x="34" y="557"/>
                      </a:cubicBezTo>
                      <a:cubicBezTo>
                        <a:pt x="37" y="562"/>
                        <a:pt x="56" y="584"/>
                        <a:pt x="68" y="584"/>
                      </a:cubicBezTo>
                      <a:cubicBezTo>
                        <a:pt x="80" y="584"/>
                        <a:pt x="79" y="575"/>
                        <a:pt x="88" y="579"/>
                      </a:cubicBezTo>
                      <a:cubicBezTo>
                        <a:pt x="97" y="583"/>
                        <a:pt x="99" y="593"/>
                        <a:pt x="99" y="593"/>
                      </a:cubicBezTo>
                      <a:cubicBezTo>
                        <a:pt x="84" y="598"/>
                        <a:pt x="84" y="598"/>
                        <a:pt x="84" y="598"/>
                      </a:cubicBezTo>
                      <a:cubicBezTo>
                        <a:pt x="99" y="620"/>
                        <a:pt x="99" y="620"/>
                        <a:pt x="99" y="620"/>
                      </a:cubicBezTo>
                      <a:cubicBezTo>
                        <a:pt x="102" y="604"/>
                        <a:pt x="102" y="604"/>
                        <a:pt x="102" y="604"/>
                      </a:cubicBezTo>
                      <a:cubicBezTo>
                        <a:pt x="119" y="597"/>
                        <a:pt x="119" y="597"/>
                        <a:pt x="119" y="597"/>
                      </a:cubicBezTo>
                      <a:cubicBezTo>
                        <a:pt x="119" y="597"/>
                        <a:pt x="136" y="616"/>
                        <a:pt x="141" y="619"/>
                      </a:cubicBezTo>
                      <a:cubicBezTo>
                        <a:pt x="146" y="622"/>
                        <a:pt x="162" y="628"/>
                        <a:pt x="162" y="628"/>
                      </a:cubicBezTo>
                      <a:cubicBezTo>
                        <a:pt x="159" y="594"/>
                        <a:pt x="159" y="594"/>
                        <a:pt x="159" y="594"/>
                      </a:cubicBezTo>
                      <a:cubicBezTo>
                        <a:pt x="159" y="594"/>
                        <a:pt x="181" y="583"/>
                        <a:pt x="182" y="568"/>
                      </a:cubicBezTo>
                      <a:cubicBezTo>
                        <a:pt x="183" y="553"/>
                        <a:pt x="183" y="542"/>
                        <a:pt x="183" y="542"/>
                      </a:cubicBezTo>
                      <a:cubicBezTo>
                        <a:pt x="202" y="525"/>
                        <a:pt x="202" y="525"/>
                        <a:pt x="202" y="525"/>
                      </a:cubicBezTo>
                      <a:cubicBezTo>
                        <a:pt x="236" y="526"/>
                        <a:pt x="236" y="526"/>
                        <a:pt x="236" y="526"/>
                      </a:cubicBezTo>
                      <a:cubicBezTo>
                        <a:pt x="236" y="526"/>
                        <a:pt x="235" y="520"/>
                        <a:pt x="249" y="519"/>
                      </a:cubicBezTo>
                      <a:cubicBezTo>
                        <a:pt x="263" y="518"/>
                        <a:pt x="262" y="528"/>
                        <a:pt x="269" y="529"/>
                      </a:cubicBezTo>
                      <a:cubicBezTo>
                        <a:pt x="276" y="530"/>
                        <a:pt x="288" y="530"/>
                        <a:pt x="288" y="530"/>
                      </a:cubicBezTo>
                      <a:cubicBezTo>
                        <a:pt x="305" y="544"/>
                        <a:pt x="305" y="544"/>
                        <a:pt x="305" y="544"/>
                      </a:cubicBezTo>
                      <a:cubicBezTo>
                        <a:pt x="305" y="544"/>
                        <a:pt x="310" y="566"/>
                        <a:pt x="319" y="565"/>
                      </a:cubicBezTo>
                      <a:cubicBezTo>
                        <a:pt x="328" y="564"/>
                        <a:pt x="352" y="544"/>
                        <a:pt x="364" y="544"/>
                      </a:cubicBezTo>
                      <a:cubicBezTo>
                        <a:pt x="376" y="544"/>
                        <a:pt x="388" y="572"/>
                        <a:pt x="407" y="573"/>
                      </a:cubicBezTo>
                      <a:cubicBezTo>
                        <a:pt x="426" y="574"/>
                        <a:pt x="442" y="578"/>
                        <a:pt x="442" y="578"/>
                      </a:cubicBezTo>
                      <a:cubicBezTo>
                        <a:pt x="442" y="578"/>
                        <a:pt x="454" y="543"/>
                        <a:pt x="496" y="543"/>
                      </a:cubicBezTo>
                      <a:cubicBezTo>
                        <a:pt x="538" y="543"/>
                        <a:pt x="554" y="557"/>
                        <a:pt x="554" y="557"/>
                      </a:cubicBezTo>
                      <a:cubicBezTo>
                        <a:pt x="572" y="558"/>
                        <a:pt x="572" y="558"/>
                        <a:pt x="572" y="558"/>
                      </a:cubicBezTo>
                      <a:cubicBezTo>
                        <a:pt x="572" y="558"/>
                        <a:pt x="590" y="545"/>
                        <a:pt x="597" y="541"/>
                      </a:cubicBezTo>
                      <a:cubicBezTo>
                        <a:pt x="604" y="537"/>
                        <a:pt x="613" y="540"/>
                        <a:pt x="613" y="540"/>
                      </a:cubicBezTo>
                      <a:cubicBezTo>
                        <a:pt x="613" y="540"/>
                        <a:pt x="617" y="526"/>
                        <a:pt x="621" y="526"/>
                      </a:cubicBezTo>
                      <a:cubicBezTo>
                        <a:pt x="622" y="526"/>
                        <a:pt x="623" y="526"/>
                        <a:pt x="624" y="526"/>
                      </a:cubicBezTo>
                      <a:cubicBezTo>
                        <a:pt x="621" y="484"/>
                        <a:pt x="621" y="484"/>
                        <a:pt x="621" y="484"/>
                      </a:cubicBezTo>
                      <a:cubicBezTo>
                        <a:pt x="634" y="479"/>
                        <a:pt x="634" y="479"/>
                        <a:pt x="634" y="479"/>
                      </a:cubicBezTo>
                      <a:cubicBezTo>
                        <a:pt x="634" y="479"/>
                        <a:pt x="644" y="442"/>
                        <a:pt x="656" y="426"/>
                      </a:cubicBezTo>
                      <a:cubicBezTo>
                        <a:pt x="667" y="409"/>
                        <a:pt x="717" y="356"/>
                        <a:pt x="717" y="356"/>
                      </a:cubicBezTo>
                      <a:cubicBezTo>
                        <a:pt x="727" y="194"/>
                        <a:pt x="727" y="194"/>
                        <a:pt x="727" y="194"/>
                      </a:cubicBezTo>
                      <a:cubicBezTo>
                        <a:pt x="741" y="169"/>
                        <a:pt x="741" y="169"/>
                        <a:pt x="741" y="169"/>
                      </a:cubicBezTo>
                      <a:cubicBezTo>
                        <a:pt x="721" y="145"/>
                        <a:pt x="721" y="145"/>
                        <a:pt x="721" y="145"/>
                      </a:cubicBezTo>
                      <a:cubicBezTo>
                        <a:pt x="716" y="129"/>
                        <a:pt x="716" y="129"/>
                        <a:pt x="716" y="129"/>
                      </a:cubicBezTo>
                      <a:cubicBezTo>
                        <a:pt x="697" y="105"/>
                        <a:pt x="697" y="105"/>
                        <a:pt x="697" y="105"/>
                      </a:cubicBezTo>
                      <a:cubicBezTo>
                        <a:pt x="704" y="72"/>
                        <a:pt x="704" y="72"/>
                        <a:pt x="704" y="72"/>
                      </a:cubicBezTo>
                      <a:cubicBezTo>
                        <a:pt x="692" y="28"/>
                        <a:pt x="692" y="28"/>
                        <a:pt x="692" y="28"/>
                      </a:cubicBezTo>
                      <a:cubicBezTo>
                        <a:pt x="676" y="37"/>
                        <a:pt x="662" y="44"/>
                        <a:pt x="657" y="45"/>
                      </a:cubicBezTo>
                      <a:cubicBezTo>
                        <a:pt x="646" y="46"/>
                        <a:pt x="630" y="18"/>
                        <a:pt x="623" y="16"/>
                      </a:cubicBezTo>
                      <a:cubicBezTo>
                        <a:pt x="616" y="14"/>
                        <a:pt x="576" y="6"/>
                        <a:pt x="576" y="6"/>
                      </a:cubicBezTo>
                      <a:cubicBezTo>
                        <a:pt x="551" y="0"/>
                        <a:pt x="551" y="0"/>
                        <a:pt x="551" y="0"/>
                      </a:cubicBezTo>
                      <a:cubicBezTo>
                        <a:pt x="551" y="0"/>
                        <a:pt x="364" y="136"/>
                        <a:pt x="342" y="151"/>
                      </a:cubicBezTo>
                      <a:cubicBezTo>
                        <a:pt x="320" y="166"/>
                        <a:pt x="275" y="219"/>
                        <a:pt x="261" y="221"/>
                      </a:cubicBezTo>
                      <a:cubicBezTo>
                        <a:pt x="251" y="222"/>
                        <a:pt x="210" y="231"/>
                        <a:pt x="190" y="235"/>
                      </a:cubicBezTo>
                      <a:cubicBezTo>
                        <a:pt x="190" y="372"/>
                        <a:pt x="190" y="372"/>
                        <a:pt x="190" y="372"/>
                      </a:cubicBezTo>
                      <a:cubicBezTo>
                        <a:pt x="175" y="387"/>
                        <a:pt x="175" y="387"/>
                        <a:pt x="175" y="387"/>
                      </a:cubicBezTo>
                      <a:cubicBezTo>
                        <a:pt x="175" y="387"/>
                        <a:pt x="175" y="420"/>
                        <a:pt x="160" y="427"/>
                      </a:cubicBezTo>
                      <a:cubicBezTo>
                        <a:pt x="138" y="438"/>
                        <a:pt x="131" y="432"/>
                        <a:pt x="131" y="432"/>
                      </a:cubicBezTo>
                      <a:cubicBezTo>
                        <a:pt x="124" y="437"/>
                        <a:pt x="124" y="437"/>
                        <a:pt x="124" y="437"/>
                      </a:cubicBezTo>
                      <a:cubicBezTo>
                        <a:pt x="93" y="435"/>
                        <a:pt x="93" y="435"/>
                        <a:pt x="93" y="435"/>
                      </a:cubicBezTo>
                      <a:cubicBezTo>
                        <a:pt x="92" y="444"/>
                        <a:pt x="92" y="444"/>
                        <a:pt x="92" y="444"/>
                      </a:cubicBezTo>
                      <a:cubicBezTo>
                        <a:pt x="50" y="443"/>
                        <a:pt x="50" y="443"/>
                        <a:pt x="50" y="443"/>
                      </a:cubicBezTo>
                      <a:cubicBezTo>
                        <a:pt x="32" y="455"/>
                        <a:pt x="32" y="455"/>
                        <a:pt x="32" y="455"/>
                      </a:cubicBezTo>
                      <a:cubicBezTo>
                        <a:pt x="0" y="462"/>
                        <a:pt x="0" y="462"/>
                        <a:pt x="0" y="462"/>
                      </a:cubicBezTo>
                      <a:cubicBezTo>
                        <a:pt x="1" y="485"/>
                        <a:pt x="1" y="485"/>
                        <a:pt x="1" y="485"/>
                      </a:cubicBezTo>
                      <a:cubicBezTo>
                        <a:pt x="4" y="494"/>
                        <a:pt x="4" y="494"/>
                        <a:pt x="4" y="494"/>
                      </a:cubicBezTo>
                      <a:cubicBezTo>
                        <a:pt x="4" y="494"/>
                        <a:pt x="3" y="518"/>
                        <a:pt x="13" y="525"/>
                      </a:cubicBezTo>
                      <a:cubicBezTo>
                        <a:pt x="23" y="532"/>
                        <a:pt x="35" y="531"/>
                        <a:pt x="35" y="5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0" name="Freeform 307"/>
                <p:cNvSpPr>
                  <a:spLocks/>
                </p:cNvSpPr>
                <p:nvPr/>
              </p:nvSpPr>
              <p:spPr bwMode="gray">
                <a:xfrm>
                  <a:off x="-7449" y="-14702"/>
                  <a:ext cx="2323" cy="2318"/>
                </a:xfrm>
                <a:custGeom>
                  <a:avLst/>
                  <a:gdLst>
                    <a:gd name="T0" fmla="*/ 212 w 983"/>
                    <a:gd name="T1" fmla="*/ 357 h 981"/>
                    <a:gd name="T2" fmla="*/ 155 w 983"/>
                    <a:gd name="T3" fmla="*/ 390 h 981"/>
                    <a:gd name="T4" fmla="*/ 136 w 983"/>
                    <a:gd name="T5" fmla="*/ 399 h 981"/>
                    <a:gd name="T6" fmla="*/ 111 w 983"/>
                    <a:gd name="T7" fmla="*/ 404 h 981"/>
                    <a:gd name="T8" fmla="*/ 81 w 983"/>
                    <a:gd name="T9" fmla="*/ 417 h 981"/>
                    <a:gd name="T10" fmla="*/ 40 w 983"/>
                    <a:gd name="T11" fmla="*/ 454 h 981"/>
                    <a:gd name="T12" fmla="*/ 35 w 983"/>
                    <a:gd name="T13" fmla="*/ 511 h 981"/>
                    <a:gd name="T14" fmla="*/ 37 w 983"/>
                    <a:gd name="T15" fmla="*/ 513 h 981"/>
                    <a:gd name="T16" fmla="*/ 208 w 983"/>
                    <a:gd name="T17" fmla="*/ 656 h 981"/>
                    <a:gd name="T18" fmla="*/ 481 w 983"/>
                    <a:gd name="T19" fmla="*/ 882 h 981"/>
                    <a:gd name="T20" fmla="*/ 510 w 983"/>
                    <a:gd name="T21" fmla="*/ 904 h 981"/>
                    <a:gd name="T22" fmla="*/ 538 w 983"/>
                    <a:gd name="T23" fmla="*/ 923 h 981"/>
                    <a:gd name="T24" fmla="*/ 582 w 983"/>
                    <a:gd name="T25" fmla="*/ 953 h 981"/>
                    <a:gd name="T26" fmla="*/ 610 w 983"/>
                    <a:gd name="T27" fmla="*/ 973 h 981"/>
                    <a:gd name="T28" fmla="*/ 774 w 983"/>
                    <a:gd name="T29" fmla="*/ 886 h 981"/>
                    <a:gd name="T30" fmla="*/ 963 w 983"/>
                    <a:gd name="T31" fmla="*/ 691 h 981"/>
                    <a:gd name="T32" fmla="*/ 909 w 983"/>
                    <a:gd name="T33" fmla="*/ 684 h 981"/>
                    <a:gd name="T34" fmla="*/ 893 w 983"/>
                    <a:gd name="T35" fmla="*/ 639 h 981"/>
                    <a:gd name="T36" fmla="*/ 889 w 983"/>
                    <a:gd name="T37" fmla="*/ 569 h 981"/>
                    <a:gd name="T38" fmla="*/ 880 w 983"/>
                    <a:gd name="T39" fmla="*/ 515 h 981"/>
                    <a:gd name="T40" fmla="*/ 883 w 983"/>
                    <a:gd name="T41" fmla="*/ 488 h 981"/>
                    <a:gd name="T42" fmla="*/ 862 w 983"/>
                    <a:gd name="T43" fmla="*/ 381 h 981"/>
                    <a:gd name="T44" fmla="*/ 870 w 983"/>
                    <a:gd name="T45" fmla="*/ 373 h 981"/>
                    <a:gd name="T46" fmla="*/ 817 w 983"/>
                    <a:gd name="T47" fmla="*/ 252 h 981"/>
                    <a:gd name="T48" fmla="*/ 789 w 983"/>
                    <a:gd name="T49" fmla="*/ 213 h 981"/>
                    <a:gd name="T50" fmla="*/ 782 w 983"/>
                    <a:gd name="T51" fmla="*/ 194 h 981"/>
                    <a:gd name="T52" fmla="*/ 798 w 983"/>
                    <a:gd name="T53" fmla="*/ 148 h 981"/>
                    <a:gd name="T54" fmla="*/ 820 w 983"/>
                    <a:gd name="T55" fmla="*/ 105 h 981"/>
                    <a:gd name="T56" fmla="*/ 820 w 983"/>
                    <a:gd name="T57" fmla="*/ 38 h 981"/>
                    <a:gd name="T58" fmla="*/ 835 w 983"/>
                    <a:gd name="T59" fmla="*/ 21 h 981"/>
                    <a:gd name="T60" fmla="*/ 815 w 983"/>
                    <a:gd name="T61" fmla="*/ 10 h 981"/>
                    <a:gd name="T62" fmla="*/ 779 w 983"/>
                    <a:gd name="T63" fmla="*/ 3 h 981"/>
                    <a:gd name="T64" fmla="*/ 769 w 983"/>
                    <a:gd name="T65" fmla="*/ 14 h 981"/>
                    <a:gd name="T66" fmla="*/ 728 w 983"/>
                    <a:gd name="T67" fmla="*/ 0 h 981"/>
                    <a:gd name="T68" fmla="*/ 704 w 983"/>
                    <a:gd name="T69" fmla="*/ 14 h 981"/>
                    <a:gd name="T70" fmla="*/ 631 w 983"/>
                    <a:gd name="T71" fmla="*/ 18 h 981"/>
                    <a:gd name="T72" fmla="*/ 545 w 983"/>
                    <a:gd name="T73" fmla="*/ 27 h 981"/>
                    <a:gd name="T74" fmla="*/ 503 w 983"/>
                    <a:gd name="T75" fmla="*/ 33 h 981"/>
                    <a:gd name="T76" fmla="*/ 446 w 983"/>
                    <a:gd name="T77" fmla="*/ 72 h 981"/>
                    <a:gd name="T78" fmla="*/ 355 w 983"/>
                    <a:gd name="T79" fmla="*/ 113 h 981"/>
                    <a:gd name="T80" fmla="*/ 349 w 983"/>
                    <a:gd name="T81" fmla="*/ 112 h 981"/>
                    <a:gd name="T82" fmla="*/ 360 w 983"/>
                    <a:gd name="T83" fmla="*/ 141 h 981"/>
                    <a:gd name="T84" fmla="*/ 365 w 983"/>
                    <a:gd name="T85" fmla="*/ 186 h 981"/>
                    <a:gd name="T86" fmla="*/ 364 w 983"/>
                    <a:gd name="T87" fmla="*/ 218 h 981"/>
                    <a:gd name="T88" fmla="*/ 375 w 983"/>
                    <a:gd name="T89" fmla="*/ 238 h 981"/>
                    <a:gd name="T90" fmla="*/ 382 w 983"/>
                    <a:gd name="T91" fmla="*/ 259 h 981"/>
                    <a:gd name="T92" fmla="*/ 343 w 983"/>
                    <a:gd name="T93" fmla="*/ 274 h 981"/>
                    <a:gd name="T94" fmla="*/ 321 w 983"/>
                    <a:gd name="T95" fmla="*/ 275 h 981"/>
                    <a:gd name="T96" fmla="*/ 303 w 983"/>
                    <a:gd name="T97" fmla="*/ 288 h 981"/>
                    <a:gd name="T98" fmla="*/ 267 w 983"/>
                    <a:gd name="T99" fmla="*/ 318 h 981"/>
                    <a:gd name="T100" fmla="*/ 260 w 983"/>
                    <a:gd name="T101" fmla="*/ 337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83" h="981">
                      <a:moveTo>
                        <a:pt x="242" y="356"/>
                      </a:moveTo>
                      <a:cubicBezTo>
                        <a:pt x="236" y="356"/>
                        <a:pt x="212" y="357"/>
                        <a:pt x="212" y="357"/>
                      </a:cubicBezTo>
                      <a:cubicBezTo>
                        <a:pt x="212" y="357"/>
                        <a:pt x="197" y="388"/>
                        <a:pt x="189" y="391"/>
                      </a:cubicBezTo>
                      <a:cubicBezTo>
                        <a:pt x="181" y="394"/>
                        <a:pt x="155" y="390"/>
                        <a:pt x="155" y="390"/>
                      </a:cubicBezTo>
                      <a:cubicBezTo>
                        <a:pt x="154" y="398"/>
                        <a:pt x="154" y="398"/>
                        <a:pt x="154" y="398"/>
                      </a:cubicBezTo>
                      <a:cubicBezTo>
                        <a:pt x="136" y="399"/>
                        <a:pt x="136" y="399"/>
                        <a:pt x="136" y="399"/>
                      </a:cubicBezTo>
                      <a:cubicBezTo>
                        <a:pt x="136" y="399"/>
                        <a:pt x="136" y="411"/>
                        <a:pt x="130" y="412"/>
                      </a:cubicBezTo>
                      <a:cubicBezTo>
                        <a:pt x="124" y="413"/>
                        <a:pt x="111" y="404"/>
                        <a:pt x="111" y="404"/>
                      </a:cubicBezTo>
                      <a:cubicBezTo>
                        <a:pt x="93" y="418"/>
                        <a:pt x="93" y="418"/>
                        <a:pt x="93" y="418"/>
                      </a:cubicBezTo>
                      <a:cubicBezTo>
                        <a:pt x="81" y="417"/>
                        <a:pt x="81" y="417"/>
                        <a:pt x="81" y="417"/>
                      </a:cubicBezTo>
                      <a:cubicBezTo>
                        <a:pt x="81" y="417"/>
                        <a:pt x="67" y="437"/>
                        <a:pt x="60" y="442"/>
                      </a:cubicBezTo>
                      <a:cubicBezTo>
                        <a:pt x="53" y="447"/>
                        <a:pt x="40" y="454"/>
                        <a:pt x="40" y="454"/>
                      </a:cubicBezTo>
                      <a:cubicBezTo>
                        <a:pt x="37" y="472"/>
                        <a:pt x="37" y="472"/>
                        <a:pt x="37" y="472"/>
                      </a:cubicBezTo>
                      <a:cubicBezTo>
                        <a:pt x="35" y="511"/>
                        <a:pt x="35" y="511"/>
                        <a:pt x="35" y="511"/>
                      </a:cubicBezTo>
                      <a:cubicBezTo>
                        <a:pt x="0" y="511"/>
                        <a:pt x="0" y="511"/>
                        <a:pt x="0" y="511"/>
                      </a:cubicBezTo>
                      <a:cubicBezTo>
                        <a:pt x="37" y="513"/>
                        <a:pt x="37" y="513"/>
                        <a:pt x="37" y="513"/>
                      </a:cubicBezTo>
                      <a:cubicBezTo>
                        <a:pt x="35" y="535"/>
                        <a:pt x="35" y="535"/>
                        <a:pt x="35" y="535"/>
                      </a:cubicBezTo>
                      <a:cubicBezTo>
                        <a:pt x="208" y="656"/>
                        <a:pt x="208" y="656"/>
                        <a:pt x="208" y="656"/>
                      </a:cubicBezTo>
                      <a:cubicBezTo>
                        <a:pt x="482" y="865"/>
                        <a:pt x="482" y="865"/>
                        <a:pt x="482" y="865"/>
                      </a:cubicBezTo>
                      <a:cubicBezTo>
                        <a:pt x="481" y="882"/>
                        <a:pt x="481" y="882"/>
                        <a:pt x="481" y="882"/>
                      </a:cubicBezTo>
                      <a:cubicBezTo>
                        <a:pt x="481" y="882"/>
                        <a:pt x="498" y="878"/>
                        <a:pt x="500" y="886"/>
                      </a:cubicBezTo>
                      <a:cubicBezTo>
                        <a:pt x="502" y="894"/>
                        <a:pt x="500" y="901"/>
                        <a:pt x="510" y="904"/>
                      </a:cubicBezTo>
                      <a:cubicBezTo>
                        <a:pt x="520" y="907"/>
                        <a:pt x="533" y="905"/>
                        <a:pt x="533" y="905"/>
                      </a:cubicBezTo>
                      <a:cubicBezTo>
                        <a:pt x="538" y="923"/>
                        <a:pt x="538" y="923"/>
                        <a:pt x="538" y="923"/>
                      </a:cubicBezTo>
                      <a:cubicBezTo>
                        <a:pt x="538" y="923"/>
                        <a:pt x="561" y="917"/>
                        <a:pt x="571" y="925"/>
                      </a:cubicBezTo>
                      <a:cubicBezTo>
                        <a:pt x="581" y="933"/>
                        <a:pt x="582" y="953"/>
                        <a:pt x="582" y="953"/>
                      </a:cubicBezTo>
                      <a:cubicBezTo>
                        <a:pt x="582" y="953"/>
                        <a:pt x="558" y="967"/>
                        <a:pt x="573" y="974"/>
                      </a:cubicBezTo>
                      <a:cubicBezTo>
                        <a:pt x="588" y="981"/>
                        <a:pt x="610" y="973"/>
                        <a:pt x="610" y="973"/>
                      </a:cubicBezTo>
                      <a:cubicBezTo>
                        <a:pt x="610" y="973"/>
                        <a:pt x="679" y="958"/>
                        <a:pt x="693" y="956"/>
                      </a:cubicBezTo>
                      <a:cubicBezTo>
                        <a:pt x="707" y="954"/>
                        <a:pt x="752" y="901"/>
                        <a:pt x="774" y="886"/>
                      </a:cubicBezTo>
                      <a:cubicBezTo>
                        <a:pt x="796" y="871"/>
                        <a:pt x="983" y="735"/>
                        <a:pt x="983" y="735"/>
                      </a:cubicBezTo>
                      <a:cubicBezTo>
                        <a:pt x="983" y="735"/>
                        <a:pt x="968" y="694"/>
                        <a:pt x="963" y="691"/>
                      </a:cubicBezTo>
                      <a:cubicBezTo>
                        <a:pt x="958" y="688"/>
                        <a:pt x="930" y="675"/>
                        <a:pt x="924" y="678"/>
                      </a:cubicBezTo>
                      <a:cubicBezTo>
                        <a:pt x="918" y="681"/>
                        <a:pt x="913" y="686"/>
                        <a:pt x="909" y="684"/>
                      </a:cubicBezTo>
                      <a:cubicBezTo>
                        <a:pt x="905" y="682"/>
                        <a:pt x="893" y="671"/>
                        <a:pt x="893" y="664"/>
                      </a:cubicBezTo>
                      <a:cubicBezTo>
                        <a:pt x="893" y="657"/>
                        <a:pt x="898" y="647"/>
                        <a:pt x="893" y="639"/>
                      </a:cubicBezTo>
                      <a:cubicBezTo>
                        <a:pt x="888" y="631"/>
                        <a:pt x="861" y="595"/>
                        <a:pt x="862" y="589"/>
                      </a:cubicBezTo>
                      <a:cubicBezTo>
                        <a:pt x="863" y="583"/>
                        <a:pt x="889" y="581"/>
                        <a:pt x="889" y="569"/>
                      </a:cubicBezTo>
                      <a:cubicBezTo>
                        <a:pt x="889" y="557"/>
                        <a:pt x="885" y="551"/>
                        <a:pt x="885" y="551"/>
                      </a:cubicBezTo>
                      <a:cubicBezTo>
                        <a:pt x="880" y="515"/>
                        <a:pt x="880" y="515"/>
                        <a:pt x="880" y="515"/>
                      </a:cubicBezTo>
                      <a:cubicBezTo>
                        <a:pt x="889" y="502"/>
                        <a:pt x="889" y="502"/>
                        <a:pt x="889" y="502"/>
                      </a:cubicBezTo>
                      <a:cubicBezTo>
                        <a:pt x="883" y="488"/>
                        <a:pt x="883" y="488"/>
                        <a:pt x="883" y="488"/>
                      </a:cubicBezTo>
                      <a:cubicBezTo>
                        <a:pt x="883" y="488"/>
                        <a:pt x="892" y="458"/>
                        <a:pt x="891" y="448"/>
                      </a:cubicBezTo>
                      <a:cubicBezTo>
                        <a:pt x="890" y="438"/>
                        <a:pt x="863" y="387"/>
                        <a:pt x="862" y="381"/>
                      </a:cubicBezTo>
                      <a:cubicBezTo>
                        <a:pt x="862" y="378"/>
                        <a:pt x="866" y="376"/>
                        <a:pt x="870" y="373"/>
                      </a:cubicBezTo>
                      <a:cubicBezTo>
                        <a:pt x="870" y="373"/>
                        <a:pt x="870" y="373"/>
                        <a:pt x="870" y="373"/>
                      </a:cubicBezTo>
                      <a:cubicBezTo>
                        <a:pt x="864" y="350"/>
                        <a:pt x="849" y="288"/>
                        <a:pt x="849" y="277"/>
                      </a:cubicBezTo>
                      <a:cubicBezTo>
                        <a:pt x="849" y="264"/>
                        <a:pt x="817" y="252"/>
                        <a:pt x="817" y="252"/>
                      </a:cubicBezTo>
                      <a:cubicBezTo>
                        <a:pt x="817" y="252"/>
                        <a:pt x="817" y="234"/>
                        <a:pt x="816" y="226"/>
                      </a:cubicBezTo>
                      <a:cubicBezTo>
                        <a:pt x="815" y="218"/>
                        <a:pt x="789" y="213"/>
                        <a:pt x="789" y="213"/>
                      </a:cubicBezTo>
                      <a:cubicBezTo>
                        <a:pt x="789" y="194"/>
                        <a:pt x="789" y="194"/>
                        <a:pt x="789" y="194"/>
                      </a:cubicBezTo>
                      <a:cubicBezTo>
                        <a:pt x="782" y="194"/>
                        <a:pt x="782" y="194"/>
                        <a:pt x="782" y="194"/>
                      </a:cubicBezTo>
                      <a:cubicBezTo>
                        <a:pt x="782" y="194"/>
                        <a:pt x="782" y="181"/>
                        <a:pt x="782" y="171"/>
                      </a:cubicBezTo>
                      <a:cubicBezTo>
                        <a:pt x="782" y="161"/>
                        <a:pt x="798" y="148"/>
                        <a:pt x="798" y="148"/>
                      </a:cubicBezTo>
                      <a:cubicBezTo>
                        <a:pt x="812" y="137"/>
                        <a:pt x="812" y="137"/>
                        <a:pt x="812" y="137"/>
                      </a:cubicBezTo>
                      <a:cubicBezTo>
                        <a:pt x="812" y="137"/>
                        <a:pt x="819" y="115"/>
                        <a:pt x="820" y="105"/>
                      </a:cubicBezTo>
                      <a:cubicBezTo>
                        <a:pt x="821" y="95"/>
                        <a:pt x="819" y="83"/>
                        <a:pt x="815" y="76"/>
                      </a:cubicBezTo>
                      <a:cubicBezTo>
                        <a:pt x="811" y="69"/>
                        <a:pt x="820" y="38"/>
                        <a:pt x="820" y="38"/>
                      </a:cubicBezTo>
                      <a:cubicBezTo>
                        <a:pt x="807" y="34"/>
                        <a:pt x="807" y="34"/>
                        <a:pt x="807" y="34"/>
                      </a:cubicBezTo>
                      <a:cubicBezTo>
                        <a:pt x="835" y="21"/>
                        <a:pt x="835" y="21"/>
                        <a:pt x="835" y="21"/>
                      </a:cubicBezTo>
                      <a:cubicBezTo>
                        <a:pt x="835" y="11"/>
                        <a:pt x="835" y="11"/>
                        <a:pt x="835" y="11"/>
                      </a:cubicBezTo>
                      <a:cubicBezTo>
                        <a:pt x="826" y="11"/>
                        <a:pt x="815" y="10"/>
                        <a:pt x="815" y="10"/>
                      </a:cubicBezTo>
                      <a:cubicBezTo>
                        <a:pt x="806" y="15"/>
                        <a:pt x="806" y="15"/>
                        <a:pt x="806" y="15"/>
                      </a:cubicBezTo>
                      <a:cubicBezTo>
                        <a:pt x="779" y="3"/>
                        <a:pt x="779" y="3"/>
                        <a:pt x="779" y="3"/>
                      </a:cubicBezTo>
                      <a:cubicBezTo>
                        <a:pt x="769" y="5"/>
                        <a:pt x="769" y="5"/>
                        <a:pt x="769" y="5"/>
                      </a:cubicBezTo>
                      <a:cubicBezTo>
                        <a:pt x="769" y="14"/>
                        <a:pt x="769" y="14"/>
                        <a:pt x="769" y="14"/>
                      </a:cubicBezTo>
                      <a:cubicBezTo>
                        <a:pt x="744" y="12"/>
                        <a:pt x="744" y="12"/>
                        <a:pt x="744" y="12"/>
                      </a:cubicBezTo>
                      <a:cubicBezTo>
                        <a:pt x="728" y="0"/>
                        <a:pt x="728" y="0"/>
                        <a:pt x="728" y="0"/>
                      </a:cubicBezTo>
                      <a:cubicBezTo>
                        <a:pt x="724" y="19"/>
                        <a:pt x="724" y="19"/>
                        <a:pt x="724" y="19"/>
                      </a:cubicBezTo>
                      <a:cubicBezTo>
                        <a:pt x="704" y="14"/>
                        <a:pt x="704" y="14"/>
                        <a:pt x="704" y="14"/>
                      </a:cubicBezTo>
                      <a:cubicBezTo>
                        <a:pt x="686" y="29"/>
                        <a:pt x="686" y="29"/>
                        <a:pt x="686" y="29"/>
                      </a:cubicBezTo>
                      <a:cubicBezTo>
                        <a:pt x="686" y="29"/>
                        <a:pt x="662" y="17"/>
                        <a:pt x="631" y="18"/>
                      </a:cubicBezTo>
                      <a:cubicBezTo>
                        <a:pt x="600" y="19"/>
                        <a:pt x="599" y="26"/>
                        <a:pt x="585" y="27"/>
                      </a:cubicBezTo>
                      <a:cubicBezTo>
                        <a:pt x="571" y="28"/>
                        <a:pt x="545" y="27"/>
                        <a:pt x="545" y="27"/>
                      </a:cubicBezTo>
                      <a:cubicBezTo>
                        <a:pt x="542" y="34"/>
                        <a:pt x="542" y="34"/>
                        <a:pt x="542" y="34"/>
                      </a:cubicBezTo>
                      <a:cubicBezTo>
                        <a:pt x="503" y="33"/>
                        <a:pt x="503" y="33"/>
                        <a:pt x="503" y="33"/>
                      </a:cubicBezTo>
                      <a:cubicBezTo>
                        <a:pt x="503" y="33"/>
                        <a:pt x="456" y="43"/>
                        <a:pt x="455" y="51"/>
                      </a:cubicBezTo>
                      <a:cubicBezTo>
                        <a:pt x="454" y="59"/>
                        <a:pt x="446" y="72"/>
                        <a:pt x="446" y="72"/>
                      </a:cubicBezTo>
                      <a:cubicBezTo>
                        <a:pt x="446" y="72"/>
                        <a:pt x="396" y="74"/>
                        <a:pt x="394" y="83"/>
                      </a:cubicBezTo>
                      <a:cubicBezTo>
                        <a:pt x="392" y="92"/>
                        <a:pt x="370" y="113"/>
                        <a:pt x="355" y="113"/>
                      </a:cubicBezTo>
                      <a:cubicBezTo>
                        <a:pt x="353" y="113"/>
                        <a:pt x="351" y="113"/>
                        <a:pt x="349" y="112"/>
                      </a:cubicBezTo>
                      <a:cubicBezTo>
                        <a:pt x="349" y="112"/>
                        <a:pt x="349" y="112"/>
                        <a:pt x="349" y="112"/>
                      </a:cubicBezTo>
                      <a:cubicBezTo>
                        <a:pt x="350" y="116"/>
                        <a:pt x="354" y="125"/>
                        <a:pt x="364" y="129"/>
                      </a:cubicBezTo>
                      <a:cubicBezTo>
                        <a:pt x="364" y="130"/>
                        <a:pt x="360" y="141"/>
                        <a:pt x="360" y="141"/>
                      </a:cubicBezTo>
                      <a:cubicBezTo>
                        <a:pt x="368" y="141"/>
                        <a:pt x="368" y="141"/>
                        <a:pt x="368" y="141"/>
                      </a:cubicBezTo>
                      <a:cubicBezTo>
                        <a:pt x="365" y="186"/>
                        <a:pt x="365" y="186"/>
                        <a:pt x="365" y="186"/>
                      </a:cubicBezTo>
                      <a:cubicBezTo>
                        <a:pt x="371" y="197"/>
                        <a:pt x="371" y="197"/>
                        <a:pt x="371" y="197"/>
                      </a:cubicBezTo>
                      <a:cubicBezTo>
                        <a:pt x="364" y="218"/>
                        <a:pt x="364" y="218"/>
                        <a:pt x="364" y="218"/>
                      </a:cubicBezTo>
                      <a:cubicBezTo>
                        <a:pt x="378" y="218"/>
                        <a:pt x="378" y="218"/>
                        <a:pt x="378" y="218"/>
                      </a:cubicBezTo>
                      <a:cubicBezTo>
                        <a:pt x="375" y="238"/>
                        <a:pt x="375" y="238"/>
                        <a:pt x="375" y="238"/>
                      </a:cubicBezTo>
                      <a:cubicBezTo>
                        <a:pt x="393" y="250"/>
                        <a:pt x="393" y="250"/>
                        <a:pt x="393" y="250"/>
                      </a:cubicBezTo>
                      <a:cubicBezTo>
                        <a:pt x="393" y="250"/>
                        <a:pt x="384" y="256"/>
                        <a:pt x="382" y="259"/>
                      </a:cubicBezTo>
                      <a:cubicBezTo>
                        <a:pt x="380" y="262"/>
                        <a:pt x="381" y="269"/>
                        <a:pt x="381" y="269"/>
                      </a:cubicBezTo>
                      <a:cubicBezTo>
                        <a:pt x="343" y="274"/>
                        <a:pt x="343" y="274"/>
                        <a:pt x="343" y="274"/>
                      </a:cubicBezTo>
                      <a:cubicBezTo>
                        <a:pt x="343" y="274"/>
                        <a:pt x="333" y="268"/>
                        <a:pt x="329" y="268"/>
                      </a:cubicBezTo>
                      <a:cubicBezTo>
                        <a:pt x="325" y="268"/>
                        <a:pt x="321" y="275"/>
                        <a:pt x="321" y="275"/>
                      </a:cubicBezTo>
                      <a:cubicBezTo>
                        <a:pt x="321" y="275"/>
                        <a:pt x="313" y="270"/>
                        <a:pt x="308" y="273"/>
                      </a:cubicBezTo>
                      <a:cubicBezTo>
                        <a:pt x="303" y="276"/>
                        <a:pt x="310" y="283"/>
                        <a:pt x="303" y="288"/>
                      </a:cubicBezTo>
                      <a:cubicBezTo>
                        <a:pt x="296" y="293"/>
                        <a:pt x="274" y="287"/>
                        <a:pt x="266" y="294"/>
                      </a:cubicBezTo>
                      <a:cubicBezTo>
                        <a:pt x="258" y="301"/>
                        <a:pt x="267" y="318"/>
                        <a:pt x="267" y="318"/>
                      </a:cubicBezTo>
                      <a:cubicBezTo>
                        <a:pt x="277" y="330"/>
                        <a:pt x="277" y="330"/>
                        <a:pt x="277" y="330"/>
                      </a:cubicBezTo>
                      <a:cubicBezTo>
                        <a:pt x="260" y="337"/>
                        <a:pt x="260" y="337"/>
                        <a:pt x="260" y="337"/>
                      </a:cubicBezTo>
                      <a:cubicBezTo>
                        <a:pt x="260" y="337"/>
                        <a:pt x="248" y="356"/>
                        <a:pt x="242" y="35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1" name="Freeform 308"/>
                <p:cNvSpPr>
                  <a:spLocks/>
                </p:cNvSpPr>
                <p:nvPr/>
              </p:nvSpPr>
              <p:spPr bwMode="gray">
                <a:xfrm>
                  <a:off x="-5415" y="-14196"/>
                  <a:ext cx="1727" cy="1741"/>
                </a:xfrm>
                <a:custGeom>
                  <a:avLst/>
                  <a:gdLst>
                    <a:gd name="T0" fmla="*/ 104 w 731"/>
                    <a:gd name="T1" fmla="*/ 37 h 737"/>
                    <a:gd name="T2" fmla="*/ 69 w 731"/>
                    <a:gd name="T3" fmla="*/ 55 h 737"/>
                    <a:gd name="T4" fmla="*/ 50 w 731"/>
                    <a:gd name="T5" fmla="*/ 78 h 737"/>
                    <a:gd name="T6" fmla="*/ 35 w 731"/>
                    <a:gd name="T7" fmla="*/ 89 h 737"/>
                    <a:gd name="T8" fmla="*/ 44 w 731"/>
                    <a:gd name="T9" fmla="*/ 127 h 737"/>
                    <a:gd name="T10" fmla="*/ 25 w 731"/>
                    <a:gd name="T11" fmla="*/ 153 h 737"/>
                    <a:gd name="T12" fmla="*/ 1 w 731"/>
                    <a:gd name="T13" fmla="*/ 167 h 737"/>
                    <a:gd name="T14" fmla="*/ 30 w 731"/>
                    <a:gd name="T15" fmla="*/ 234 h 737"/>
                    <a:gd name="T16" fmla="*/ 22 w 731"/>
                    <a:gd name="T17" fmla="*/ 274 h 737"/>
                    <a:gd name="T18" fmla="*/ 28 w 731"/>
                    <a:gd name="T19" fmla="*/ 288 h 737"/>
                    <a:gd name="T20" fmla="*/ 19 w 731"/>
                    <a:gd name="T21" fmla="*/ 301 h 737"/>
                    <a:gd name="T22" fmla="*/ 24 w 731"/>
                    <a:gd name="T23" fmla="*/ 337 h 737"/>
                    <a:gd name="T24" fmla="*/ 28 w 731"/>
                    <a:gd name="T25" fmla="*/ 355 h 737"/>
                    <a:gd name="T26" fmla="*/ 1 w 731"/>
                    <a:gd name="T27" fmla="*/ 375 h 737"/>
                    <a:gd name="T28" fmla="*/ 32 w 731"/>
                    <a:gd name="T29" fmla="*/ 425 h 737"/>
                    <a:gd name="T30" fmla="*/ 32 w 731"/>
                    <a:gd name="T31" fmla="*/ 450 h 737"/>
                    <a:gd name="T32" fmla="*/ 48 w 731"/>
                    <a:gd name="T33" fmla="*/ 470 h 737"/>
                    <a:gd name="T34" fmla="*/ 63 w 731"/>
                    <a:gd name="T35" fmla="*/ 464 h 737"/>
                    <a:gd name="T36" fmla="*/ 102 w 731"/>
                    <a:gd name="T37" fmla="*/ 477 h 737"/>
                    <a:gd name="T38" fmla="*/ 122 w 731"/>
                    <a:gd name="T39" fmla="*/ 521 h 737"/>
                    <a:gd name="T40" fmla="*/ 147 w 731"/>
                    <a:gd name="T41" fmla="*/ 527 h 737"/>
                    <a:gd name="T42" fmla="*/ 194 w 731"/>
                    <a:gd name="T43" fmla="*/ 537 h 737"/>
                    <a:gd name="T44" fmla="*/ 228 w 731"/>
                    <a:gd name="T45" fmla="*/ 566 h 737"/>
                    <a:gd name="T46" fmla="*/ 311 w 731"/>
                    <a:gd name="T47" fmla="*/ 521 h 737"/>
                    <a:gd name="T48" fmla="*/ 684 w 731"/>
                    <a:gd name="T49" fmla="*/ 737 h 737"/>
                    <a:gd name="T50" fmla="*/ 683 w 731"/>
                    <a:gd name="T51" fmla="*/ 708 h 737"/>
                    <a:gd name="T52" fmla="*/ 731 w 731"/>
                    <a:gd name="T53" fmla="*/ 707 h 737"/>
                    <a:gd name="T54" fmla="*/ 730 w 731"/>
                    <a:gd name="T55" fmla="*/ 599 h 737"/>
                    <a:gd name="T56" fmla="*/ 717 w 731"/>
                    <a:gd name="T57" fmla="*/ 201 h 737"/>
                    <a:gd name="T58" fmla="*/ 699 w 731"/>
                    <a:gd name="T59" fmla="*/ 163 h 737"/>
                    <a:gd name="T60" fmla="*/ 713 w 731"/>
                    <a:gd name="T61" fmla="*/ 135 h 737"/>
                    <a:gd name="T62" fmla="*/ 703 w 731"/>
                    <a:gd name="T63" fmla="*/ 115 h 737"/>
                    <a:gd name="T64" fmla="*/ 707 w 731"/>
                    <a:gd name="T65" fmla="*/ 94 h 737"/>
                    <a:gd name="T66" fmla="*/ 720 w 731"/>
                    <a:gd name="T67" fmla="*/ 81 h 737"/>
                    <a:gd name="T68" fmla="*/ 716 w 731"/>
                    <a:gd name="T69" fmla="*/ 63 h 737"/>
                    <a:gd name="T70" fmla="*/ 701 w 731"/>
                    <a:gd name="T71" fmla="*/ 68 h 737"/>
                    <a:gd name="T72" fmla="*/ 694 w 731"/>
                    <a:gd name="T73" fmla="*/ 59 h 737"/>
                    <a:gd name="T74" fmla="*/ 682 w 731"/>
                    <a:gd name="T75" fmla="*/ 67 h 737"/>
                    <a:gd name="T76" fmla="*/ 658 w 731"/>
                    <a:gd name="T77" fmla="*/ 50 h 737"/>
                    <a:gd name="T78" fmla="*/ 628 w 731"/>
                    <a:gd name="T79" fmla="*/ 49 h 737"/>
                    <a:gd name="T80" fmla="*/ 617 w 731"/>
                    <a:gd name="T81" fmla="*/ 28 h 737"/>
                    <a:gd name="T82" fmla="*/ 590 w 731"/>
                    <a:gd name="T83" fmla="*/ 23 h 737"/>
                    <a:gd name="T84" fmla="*/ 561 w 731"/>
                    <a:gd name="T85" fmla="*/ 15 h 737"/>
                    <a:gd name="T86" fmla="*/ 553 w 731"/>
                    <a:gd name="T87" fmla="*/ 23 h 737"/>
                    <a:gd name="T88" fmla="*/ 510 w 731"/>
                    <a:gd name="T89" fmla="*/ 31 h 737"/>
                    <a:gd name="T90" fmla="*/ 480 w 731"/>
                    <a:gd name="T91" fmla="*/ 70 h 737"/>
                    <a:gd name="T92" fmla="*/ 496 w 731"/>
                    <a:gd name="T93" fmla="*/ 114 h 737"/>
                    <a:gd name="T94" fmla="*/ 463 w 731"/>
                    <a:gd name="T95" fmla="*/ 154 h 737"/>
                    <a:gd name="T96" fmla="*/ 419 w 731"/>
                    <a:gd name="T97" fmla="*/ 144 h 737"/>
                    <a:gd name="T98" fmla="*/ 351 w 731"/>
                    <a:gd name="T99" fmla="*/ 105 h 737"/>
                    <a:gd name="T100" fmla="*/ 289 w 731"/>
                    <a:gd name="T101" fmla="*/ 97 h 737"/>
                    <a:gd name="T102" fmla="*/ 271 w 731"/>
                    <a:gd name="T103" fmla="*/ 53 h 737"/>
                    <a:gd name="T104" fmla="*/ 244 w 731"/>
                    <a:gd name="T105" fmla="*/ 40 h 737"/>
                    <a:gd name="T106" fmla="*/ 212 w 731"/>
                    <a:gd name="T107" fmla="*/ 21 h 737"/>
                    <a:gd name="T108" fmla="*/ 173 w 731"/>
                    <a:gd name="T109" fmla="*/ 20 h 737"/>
                    <a:gd name="T110" fmla="*/ 143 w 731"/>
                    <a:gd name="T111" fmla="*/ 24 h 737"/>
                    <a:gd name="T112" fmla="*/ 107 w 731"/>
                    <a:gd name="T113" fmla="*/ 3 h 737"/>
                    <a:gd name="T114" fmla="*/ 96 w 731"/>
                    <a:gd name="T115" fmla="*/ 0 h 737"/>
                    <a:gd name="T116" fmla="*/ 93 w 731"/>
                    <a:gd name="T117" fmla="*/ 27 h 737"/>
                    <a:gd name="T118" fmla="*/ 104 w 731"/>
                    <a:gd name="T119" fmla="*/ 37 h 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31" h="737">
                      <a:moveTo>
                        <a:pt x="104" y="37"/>
                      </a:moveTo>
                      <a:cubicBezTo>
                        <a:pt x="100" y="45"/>
                        <a:pt x="75" y="49"/>
                        <a:pt x="69" y="55"/>
                      </a:cubicBezTo>
                      <a:cubicBezTo>
                        <a:pt x="63" y="61"/>
                        <a:pt x="50" y="78"/>
                        <a:pt x="50" y="78"/>
                      </a:cubicBezTo>
                      <a:cubicBezTo>
                        <a:pt x="50" y="78"/>
                        <a:pt x="37" y="83"/>
                        <a:pt x="35" y="89"/>
                      </a:cubicBezTo>
                      <a:cubicBezTo>
                        <a:pt x="33" y="95"/>
                        <a:pt x="43" y="115"/>
                        <a:pt x="44" y="127"/>
                      </a:cubicBezTo>
                      <a:cubicBezTo>
                        <a:pt x="45" y="139"/>
                        <a:pt x="25" y="153"/>
                        <a:pt x="25" y="153"/>
                      </a:cubicBezTo>
                      <a:cubicBezTo>
                        <a:pt x="25" y="153"/>
                        <a:pt x="0" y="161"/>
                        <a:pt x="1" y="167"/>
                      </a:cubicBezTo>
                      <a:cubicBezTo>
                        <a:pt x="2" y="173"/>
                        <a:pt x="29" y="224"/>
                        <a:pt x="30" y="234"/>
                      </a:cubicBezTo>
                      <a:cubicBezTo>
                        <a:pt x="31" y="244"/>
                        <a:pt x="22" y="274"/>
                        <a:pt x="22" y="274"/>
                      </a:cubicBezTo>
                      <a:cubicBezTo>
                        <a:pt x="28" y="288"/>
                        <a:pt x="28" y="288"/>
                        <a:pt x="28" y="288"/>
                      </a:cubicBezTo>
                      <a:cubicBezTo>
                        <a:pt x="19" y="301"/>
                        <a:pt x="19" y="301"/>
                        <a:pt x="19" y="301"/>
                      </a:cubicBezTo>
                      <a:cubicBezTo>
                        <a:pt x="24" y="337"/>
                        <a:pt x="24" y="337"/>
                        <a:pt x="24" y="337"/>
                      </a:cubicBezTo>
                      <a:cubicBezTo>
                        <a:pt x="24" y="337"/>
                        <a:pt x="28" y="343"/>
                        <a:pt x="28" y="355"/>
                      </a:cubicBezTo>
                      <a:cubicBezTo>
                        <a:pt x="28" y="367"/>
                        <a:pt x="2" y="369"/>
                        <a:pt x="1" y="375"/>
                      </a:cubicBezTo>
                      <a:cubicBezTo>
                        <a:pt x="0" y="381"/>
                        <a:pt x="27" y="417"/>
                        <a:pt x="32" y="425"/>
                      </a:cubicBezTo>
                      <a:cubicBezTo>
                        <a:pt x="37" y="433"/>
                        <a:pt x="32" y="443"/>
                        <a:pt x="32" y="450"/>
                      </a:cubicBezTo>
                      <a:cubicBezTo>
                        <a:pt x="32" y="457"/>
                        <a:pt x="44" y="468"/>
                        <a:pt x="48" y="470"/>
                      </a:cubicBezTo>
                      <a:cubicBezTo>
                        <a:pt x="52" y="472"/>
                        <a:pt x="57" y="467"/>
                        <a:pt x="63" y="464"/>
                      </a:cubicBezTo>
                      <a:cubicBezTo>
                        <a:pt x="69" y="461"/>
                        <a:pt x="97" y="474"/>
                        <a:pt x="102" y="477"/>
                      </a:cubicBezTo>
                      <a:cubicBezTo>
                        <a:pt x="107" y="480"/>
                        <a:pt x="122" y="521"/>
                        <a:pt x="122" y="521"/>
                      </a:cubicBezTo>
                      <a:cubicBezTo>
                        <a:pt x="147" y="527"/>
                        <a:pt x="147" y="527"/>
                        <a:pt x="147" y="527"/>
                      </a:cubicBezTo>
                      <a:cubicBezTo>
                        <a:pt x="147" y="527"/>
                        <a:pt x="187" y="535"/>
                        <a:pt x="194" y="537"/>
                      </a:cubicBezTo>
                      <a:cubicBezTo>
                        <a:pt x="201" y="539"/>
                        <a:pt x="217" y="567"/>
                        <a:pt x="228" y="566"/>
                      </a:cubicBezTo>
                      <a:cubicBezTo>
                        <a:pt x="239" y="565"/>
                        <a:pt x="311" y="521"/>
                        <a:pt x="311" y="521"/>
                      </a:cubicBezTo>
                      <a:cubicBezTo>
                        <a:pt x="684" y="737"/>
                        <a:pt x="684" y="737"/>
                        <a:pt x="684" y="737"/>
                      </a:cubicBezTo>
                      <a:cubicBezTo>
                        <a:pt x="683" y="708"/>
                        <a:pt x="683" y="708"/>
                        <a:pt x="683" y="708"/>
                      </a:cubicBezTo>
                      <a:cubicBezTo>
                        <a:pt x="731" y="707"/>
                        <a:pt x="731" y="707"/>
                        <a:pt x="731" y="707"/>
                      </a:cubicBezTo>
                      <a:cubicBezTo>
                        <a:pt x="730" y="599"/>
                        <a:pt x="730" y="599"/>
                        <a:pt x="730" y="599"/>
                      </a:cubicBezTo>
                      <a:cubicBezTo>
                        <a:pt x="730" y="599"/>
                        <a:pt x="717" y="214"/>
                        <a:pt x="717" y="201"/>
                      </a:cubicBezTo>
                      <a:cubicBezTo>
                        <a:pt x="717" y="188"/>
                        <a:pt x="702" y="170"/>
                        <a:pt x="699" y="163"/>
                      </a:cubicBezTo>
                      <a:cubicBezTo>
                        <a:pt x="696" y="156"/>
                        <a:pt x="710" y="144"/>
                        <a:pt x="713" y="135"/>
                      </a:cubicBezTo>
                      <a:cubicBezTo>
                        <a:pt x="716" y="126"/>
                        <a:pt x="704" y="119"/>
                        <a:pt x="703" y="115"/>
                      </a:cubicBezTo>
                      <a:cubicBezTo>
                        <a:pt x="702" y="111"/>
                        <a:pt x="702" y="97"/>
                        <a:pt x="707" y="94"/>
                      </a:cubicBezTo>
                      <a:cubicBezTo>
                        <a:pt x="711" y="92"/>
                        <a:pt x="717" y="85"/>
                        <a:pt x="720" y="81"/>
                      </a:cubicBezTo>
                      <a:cubicBezTo>
                        <a:pt x="714" y="72"/>
                        <a:pt x="716" y="63"/>
                        <a:pt x="716" y="63"/>
                      </a:cubicBezTo>
                      <a:cubicBezTo>
                        <a:pt x="701" y="68"/>
                        <a:pt x="701" y="68"/>
                        <a:pt x="701" y="68"/>
                      </a:cubicBezTo>
                      <a:cubicBezTo>
                        <a:pt x="694" y="59"/>
                        <a:pt x="694" y="59"/>
                        <a:pt x="694" y="59"/>
                      </a:cubicBezTo>
                      <a:cubicBezTo>
                        <a:pt x="694" y="59"/>
                        <a:pt x="689" y="67"/>
                        <a:pt x="682" y="67"/>
                      </a:cubicBezTo>
                      <a:cubicBezTo>
                        <a:pt x="675" y="67"/>
                        <a:pt x="667" y="50"/>
                        <a:pt x="658" y="50"/>
                      </a:cubicBezTo>
                      <a:cubicBezTo>
                        <a:pt x="649" y="50"/>
                        <a:pt x="639" y="57"/>
                        <a:pt x="628" y="49"/>
                      </a:cubicBezTo>
                      <a:cubicBezTo>
                        <a:pt x="617" y="41"/>
                        <a:pt x="626" y="32"/>
                        <a:pt x="617" y="28"/>
                      </a:cubicBezTo>
                      <a:cubicBezTo>
                        <a:pt x="608" y="24"/>
                        <a:pt x="590" y="23"/>
                        <a:pt x="590" y="23"/>
                      </a:cubicBezTo>
                      <a:cubicBezTo>
                        <a:pt x="590" y="23"/>
                        <a:pt x="569" y="15"/>
                        <a:pt x="561" y="15"/>
                      </a:cubicBezTo>
                      <a:cubicBezTo>
                        <a:pt x="553" y="15"/>
                        <a:pt x="553" y="23"/>
                        <a:pt x="553" y="23"/>
                      </a:cubicBezTo>
                      <a:cubicBezTo>
                        <a:pt x="553" y="23"/>
                        <a:pt x="523" y="21"/>
                        <a:pt x="510" y="31"/>
                      </a:cubicBezTo>
                      <a:cubicBezTo>
                        <a:pt x="497" y="41"/>
                        <a:pt x="480" y="54"/>
                        <a:pt x="480" y="70"/>
                      </a:cubicBezTo>
                      <a:cubicBezTo>
                        <a:pt x="480" y="86"/>
                        <a:pt x="496" y="105"/>
                        <a:pt x="496" y="114"/>
                      </a:cubicBezTo>
                      <a:cubicBezTo>
                        <a:pt x="496" y="123"/>
                        <a:pt x="475" y="152"/>
                        <a:pt x="463" y="154"/>
                      </a:cubicBezTo>
                      <a:cubicBezTo>
                        <a:pt x="451" y="156"/>
                        <a:pt x="433" y="159"/>
                        <a:pt x="419" y="144"/>
                      </a:cubicBezTo>
                      <a:cubicBezTo>
                        <a:pt x="405" y="129"/>
                        <a:pt x="366" y="106"/>
                        <a:pt x="351" y="105"/>
                      </a:cubicBezTo>
                      <a:cubicBezTo>
                        <a:pt x="336" y="104"/>
                        <a:pt x="302" y="113"/>
                        <a:pt x="289" y="97"/>
                      </a:cubicBezTo>
                      <a:cubicBezTo>
                        <a:pt x="276" y="81"/>
                        <a:pt x="280" y="69"/>
                        <a:pt x="271" y="53"/>
                      </a:cubicBezTo>
                      <a:cubicBezTo>
                        <a:pt x="262" y="37"/>
                        <a:pt x="244" y="40"/>
                        <a:pt x="244" y="40"/>
                      </a:cubicBezTo>
                      <a:cubicBezTo>
                        <a:pt x="244" y="40"/>
                        <a:pt x="220" y="22"/>
                        <a:pt x="212" y="21"/>
                      </a:cubicBezTo>
                      <a:cubicBezTo>
                        <a:pt x="204" y="20"/>
                        <a:pt x="180" y="19"/>
                        <a:pt x="173" y="20"/>
                      </a:cubicBezTo>
                      <a:cubicBezTo>
                        <a:pt x="166" y="21"/>
                        <a:pt x="154" y="28"/>
                        <a:pt x="143" y="24"/>
                      </a:cubicBezTo>
                      <a:cubicBezTo>
                        <a:pt x="132" y="20"/>
                        <a:pt x="112" y="4"/>
                        <a:pt x="107" y="3"/>
                      </a:cubicBezTo>
                      <a:cubicBezTo>
                        <a:pt x="104" y="2"/>
                        <a:pt x="100" y="1"/>
                        <a:pt x="96" y="0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3" y="27"/>
                        <a:pt x="108" y="29"/>
                        <a:pt x="104" y="3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2" name="Freeform 309"/>
                <p:cNvSpPr>
                  <a:spLocks noEditPoints="1"/>
                </p:cNvSpPr>
                <p:nvPr/>
              </p:nvSpPr>
              <p:spPr bwMode="gray">
                <a:xfrm>
                  <a:off x="-5164" y="-9436"/>
                  <a:ext cx="1410" cy="1736"/>
                </a:xfrm>
                <a:custGeom>
                  <a:avLst/>
                  <a:gdLst>
                    <a:gd name="T0" fmla="*/ 32 w 597"/>
                    <a:gd name="T1" fmla="*/ 79 h 735"/>
                    <a:gd name="T2" fmla="*/ 41 w 597"/>
                    <a:gd name="T3" fmla="*/ 42 h 735"/>
                    <a:gd name="T4" fmla="*/ 68 w 597"/>
                    <a:gd name="T5" fmla="*/ 17 h 735"/>
                    <a:gd name="T6" fmla="*/ 38 w 597"/>
                    <a:gd name="T7" fmla="*/ 15 h 735"/>
                    <a:gd name="T8" fmla="*/ 27 w 597"/>
                    <a:gd name="T9" fmla="*/ 29 h 735"/>
                    <a:gd name="T10" fmla="*/ 26 w 597"/>
                    <a:gd name="T11" fmla="*/ 39 h 735"/>
                    <a:gd name="T12" fmla="*/ 583 w 597"/>
                    <a:gd name="T13" fmla="*/ 362 h 735"/>
                    <a:gd name="T14" fmla="*/ 558 w 597"/>
                    <a:gd name="T15" fmla="*/ 357 h 735"/>
                    <a:gd name="T16" fmla="*/ 535 w 597"/>
                    <a:gd name="T17" fmla="*/ 367 h 735"/>
                    <a:gd name="T18" fmla="*/ 511 w 597"/>
                    <a:gd name="T19" fmla="*/ 375 h 735"/>
                    <a:gd name="T20" fmla="*/ 503 w 597"/>
                    <a:gd name="T21" fmla="*/ 346 h 735"/>
                    <a:gd name="T22" fmla="*/ 496 w 597"/>
                    <a:gd name="T23" fmla="*/ 299 h 735"/>
                    <a:gd name="T24" fmla="*/ 488 w 597"/>
                    <a:gd name="T25" fmla="*/ 256 h 735"/>
                    <a:gd name="T26" fmla="*/ 493 w 597"/>
                    <a:gd name="T27" fmla="*/ 224 h 735"/>
                    <a:gd name="T28" fmla="*/ 477 w 597"/>
                    <a:gd name="T29" fmla="*/ 190 h 735"/>
                    <a:gd name="T30" fmla="*/ 484 w 597"/>
                    <a:gd name="T31" fmla="*/ 162 h 735"/>
                    <a:gd name="T32" fmla="*/ 423 w 597"/>
                    <a:gd name="T33" fmla="*/ 155 h 735"/>
                    <a:gd name="T34" fmla="*/ 409 w 597"/>
                    <a:gd name="T35" fmla="*/ 148 h 735"/>
                    <a:gd name="T36" fmla="*/ 381 w 597"/>
                    <a:gd name="T37" fmla="*/ 170 h 735"/>
                    <a:gd name="T38" fmla="*/ 369 w 597"/>
                    <a:gd name="T39" fmla="*/ 197 h 735"/>
                    <a:gd name="T40" fmla="*/ 335 w 597"/>
                    <a:gd name="T41" fmla="*/ 195 h 735"/>
                    <a:gd name="T42" fmla="*/ 313 w 597"/>
                    <a:gd name="T43" fmla="*/ 201 h 735"/>
                    <a:gd name="T44" fmla="*/ 302 w 597"/>
                    <a:gd name="T45" fmla="*/ 203 h 735"/>
                    <a:gd name="T46" fmla="*/ 278 w 597"/>
                    <a:gd name="T47" fmla="*/ 194 h 735"/>
                    <a:gd name="T48" fmla="*/ 265 w 597"/>
                    <a:gd name="T49" fmla="*/ 172 h 735"/>
                    <a:gd name="T50" fmla="*/ 255 w 597"/>
                    <a:gd name="T51" fmla="*/ 141 h 735"/>
                    <a:gd name="T52" fmla="*/ 243 w 597"/>
                    <a:gd name="T53" fmla="*/ 98 h 735"/>
                    <a:gd name="T54" fmla="*/ 209 w 597"/>
                    <a:gd name="T55" fmla="*/ 84 h 735"/>
                    <a:gd name="T56" fmla="*/ 185 w 597"/>
                    <a:gd name="T57" fmla="*/ 86 h 735"/>
                    <a:gd name="T58" fmla="*/ 155 w 597"/>
                    <a:gd name="T59" fmla="*/ 84 h 735"/>
                    <a:gd name="T60" fmla="*/ 112 w 597"/>
                    <a:gd name="T61" fmla="*/ 82 h 735"/>
                    <a:gd name="T62" fmla="*/ 89 w 597"/>
                    <a:gd name="T63" fmla="*/ 84 h 735"/>
                    <a:gd name="T64" fmla="*/ 67 w 597"/>
                    <a:gd name="T65" fmla="*/ 84 h 735"/>
                    <a:gd name="T66" fmla="*/ 43 w 597"/>
                    <a:gd name="T67" fmla="*/ 97 h 735"/>
                    <a:gd name="T68" fmla="*/ 48 w 597"/>
                    <a:gd name="T69" fmla="*/ 128 h 735"/>
                    <a:gd name="T70" fmla="*/ 56 w 597"/>
                    <a:gd name="T71" fmla="*/ 157 h 735"/>
                    <a:gd name="T72" fmla="*/ 69 w 597"/>
                    <a:gd name="T73" fmla="*/ 254 h 735"/>
                    <a:gd name="T74" fmla="*/ 75 w 597"/>
                    <a:gd name="T75" fmla="*/ 270 h 735"/>
                    <a:gd name="T76" fmla="*/ 108 w 597"/>
                    <a:gd name="T77" fmla="*/ 388 h 735"/>
                    <a:gd name="T78" fmla="*/ 93 w 597"/>
                    <a:gd name="T79" fmla="*/ 442 h 735"/>
                    <a:gd name="T80" fmla="*/ 66 w 597"/>
                    <a:gd name="T81" fmla="*/ 460 h 735"/>
                    <a:gd name="T82" fmla="*/ 44 w 597"/>
                    <a:gd name="T83" fmla="*/ 484 h 735"/>
                    <a:gd name="T84" fmla="*/ 34 w 597"/>
                    <a:gd name="T85" fmla="*/ 524 h 735"/>
                    <a:gd name="T86" fmla="*/ 21 w 597"/>
                    <a:gd name="T87" fmla="*/ 579 h 735"/>
                    <a:gd name="T88" fmla="*/ 6 w 597"/>
                    <a:gd name="T89" fmla="*/ 618 h 735"/>
                    <a:gd name="T90" fmla="*/ 13 w 597"/>
                    <a:gd name="T91" fmla="*/ 654 h 735"/>
                    <a:gd name="T92" fmla="*/ 3 w 597"/>
                    <a:gd name="T93" fmla="*/ 696 h 735"/>
                    <a:gd name="T94" fmla="*/ 24 w 597"/>
                    <a:gd name="T95" fmla="*/ 691 h 735"/>
                    <a:gd name="T96" fmla="*/ 50 w 597"/>
                    <a:gd name="T97" fmla="*/ 695 h 735"/>
                    <a:gd name="T98" fmla="*/ 81 w 597"/>
                    <a:gd name="T99" fmla="*/ 681 h 735"/>
                    <a:gd name="T100" fmla="*/ 322 w 597"/>
                    <a:gd name="T101" fmla="*/ 703 h 735"/>
                    <a:gd name="T102" fmla="*/ 361 w 597"/>
                    <a:gd name="T103" fmla="*/ 724 h 735"/>
                    <a:gd name="T104" fmla="*/ 411 w 597"/>
                    <a:gd name="T105" fmla="*/ 729 h 735"/>
                    <a:gd name="T106" fmla="*/ 463 w 597"/>
                    <a:gd name="T107" fmla="*/ 735 h 735"/>
                    <a:gd name="T108" fmla="*/ 493 w 597"/>
                    <a:gd name="T109" fmla="*/ 657 h 735"/>
                    <a:gd name="T110" fmla="*/ 487 w 597"/>
                    <a:gd name="T111" fmla="*/ 635 h 735"/>
                    <a:gd name="T112" fmla="*/ 571 w 597"/>
                    <a:gd name="T113" fmla="*/ 470 h 735"/>
                    <a:gd name="T114" fmla="*/ 580 w 597"/>
                    <a:gd name="T115" fmla="*/ 440 h 735"/>
                    <a:gd name="T116" fmla="*/ 585 w 597"/>
                    <a:gd name="T117" fmla="*/ 426 h 735"/>
                    <a:gd name="T118" fmla="*/ 594 w 597"/>
                    <a:gd name="T119" fmla="*/ 386 h 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97" h="735">
                      <a:moveTo>
                        <a:pt x="30" y="77"/>
                      </a:moveTo>
                      <a:cubicBezTo>
                        <a:pt x="30" y="77"/>
                        <a:pt x="31" y="78"/>
                        <a:pt x="32" y="79"/>
                      </a:cubicBezTo>
                      <a:cubicBezTo>
                        <a:pt x="37" y="76"/>
                        <a:pt x="42" y="74"/>
                        <a:pt x="45" y="72"/>
                      </a:cubicBezTo>
                      <a:cubicBezTo>
                        <a:pt x="53" y="68"/>
                        <a:pt x="41" y="42"/>
                        <a:pt x="41" y="42"/>
                      </a:cubicBezTo>
                      <a:cubicBezTo>
                        <a:pt x="65" y="25"/>
                        <a:pt x="65" y="25"/>
                        <a:pt x="65" y="25"/>
                      </a:cubicBezTo>
                      <a:cubicBezTo>
                        <a:pt x="68" y="17"/>
                        <a:pt x="68" y="17"/>
                        <a:pt x="68" y="17"/>
                      </a:cubicBezTo>
                      <a:cubicBezTo>
                        <a:pt x="68" y="17"/>
                        <a:pt x="66" y="0"/>
                        <a:pt x="59" y="1"/>
                      </a:cubicBezTo>
                      <a:cubicBezTo>
                        <a:pt x="52" y="2"/>
                        <a:pt x="38" y="15"/>
                        <a:pt x="38" y="15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27" y="29"/>
                        <a:pt x="27" y="29"/>
                        <a:pt x="27" y="29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6" y="39"/>
                        <a:pt x="26" y="39"/>
                        <a:pt x="26" y="39"/>
                      </a:cubicBezTo>
                      <a:lnTo>
                        <a:pt x="30" y="77"/>
                      </a:lnTo>
                      <a:close/>
                      <a:moveTo>
                        <a:pt x="583" y="362"/>
                      </a:moveTo>
                      <a:cubicBezTo>
                        <a:pt x="569" y="364"/>
                        <a:pt x="569" y="364"/>
                        <a:pt x="569" y="364"/>
                      </a:cubicBezTo>
                      <a:cubicBezTo>
                        <a:pt x="569" y="364"/>
                        <a:pt x="565" y="357"/>
                        <a:pt x="558" y="357"/>
                      </a:cubicBezTo>
                      <a:cubicBezTo>
                        <a:pt x="551" y="357"/>
                        <a:pt x="551" y="362"/>
                        <a:pt x="551" y="362"/>
                      </a:cubicBezTo>
                      <a:cubicBezTo>
                        <a:pt x="535" y="367"/>
                        <a:pt x="535" y="367"/>
                        <a:pt x="535" y="367"/>
                      </a:cubicBezTo>
                      <a:cubicBezTo>
                        <a:pt x="517" y="363"/>
                        <a:pt x="517" y="363"/>
                        <a:pt x="517" y="363"/>
                      </a:cubicBezTo>
                      <a:cubicBezTo>
                        <a:pt x="511" y="375"/>
                        <a:pt x="511" y="375"/>
                        <a:pt x="511" y="375"/>
                      </a:cubicBezTo>
                      <a:cubicBezTo>
                        <a:pt x="511" y="375"/>
                        <a:pt x="503" y="373"/>
                        <a:pt x="500" y="369"/>
                      </a:cubicBezTo>
                      <a:cubicBezTo>
                        <a:pt x="497" y="365"/>
                        <a:pt x="500" y="353"/>
                        <a:pt x="503" y="346"/>
                      </a:cubicBezTo>
                      <a:cubicBezTo>
                        <a:pt x="506" y="339"/>
                        <a:pt x="507" y="324"/>
                        <a:pt x="507" y="324"/>
                      </a:cubicBezTo>
                      <a:cubicBezTo>
                        <a:pt x="507" y="324"/>
                        <a:pt x="503" y="306"/>
                        <a:pt x="496" y="299"/>
                      </a:cubicBezTo>
                      <a:cubicBezTo>
                        <a:pt x="489" y="292"/>
                        <a:pt x="483" y="284"/>
                        <a:pt x="483" y="276"/>
                      </a:cubicBezTo>
                      <a:cubicBezTo>
                        <a:pt x="483" y="268"/>
                        <a:pt x="488" y="256"/>
                        <a:pt x="488" y="256"/>
                      </a:cubicBezTo>
                      <a:cubicBezTo>
                        <a:pt x="485" y="240"/>
                        <a:pt x="485" y="240"/>
                        <a:pt x="485" y="240"/>
                      </a:cubicBezTo>
                      <a:cubicBezTo>
                        <a:pt x="485" y="240"/>
                        <a:pt x="493" y="231"/>
                        <a:pt x="493" y="224"/>
                      </a:cubicBezTo>
                      <a:cubicBezTo>
                        <a:pt x="493" y="217"/>
                        <a:pt x="480" y="204"/>
                        <a:pt x="480" y="204"/>
                      </a:cubicBezTo>
                      <a:cubicBezTo>
                        <a:pt x="477" y="190"/>
                        <a:pt x="477" y="190"/>
                        <a:pt x="477" y="190"/>
                      </a:cubicBezTo>
                      <a:cubicBezTo>
                        <a:pt x="484" y="180"/>
                        <a:pt x="484" y="180"/>
                        <a:pt x="484" y="180"/>
                      </a:cubicBezTo>
                      <a:cubicBezTo>
                        <a:pt x="484" y="162"/>
                        <a:pt x="484" y="162"/>
                        <a:pt x="484" y="162"/>
                      </a:cubicBezTo>
                      <a:cubicBezTo>
                        <a:pt x="424" y="163"/>
                        <a:pt x="424" y="163"/>
                        <a:pt x="424" y="163"/>
                      </a:cubicBezTo>
                      <a:cubicBezTo>
                        <a:pt x="423" y="155"/>
                        <a:pt x="423" y="155"/>
                        <a:pt x="423" y="155"/>
                      </a:cubicBezTo>
                      <a:cubicBezTo>
                        <a:pt x="423" y="155"/>
                        <a:pt x="427" y="146"/>
                        <a:pt x="418" y="143"/>
                      </a:cubicBezTo>
                      <a:cubicBezTo>
                        <a:pt x="409" y="140"/>
                        <a:pt x="409" y="148"/>
                        <a:pt x="409" y="148"/>
                      </a:cubicBezTo>
                      <a:cubicBezTo>
                        <a:pt x="409" y="148"/>
                        <a:pt x="380" y="145"/>
                        <a:pt x="375" y="149"/>
                      </a:cubicBezTo>
                      <a:cubicBezTo>
                        <a:pt x="370" y="153"/>
                        <a:pt x="381" y="165"/>
                        <a:pt x="381" y="170"/>
                      </a:cubicBezTo>
                      <a:cubicBezTo>
                        <a:pt x="381" y="175"/>
                        <a:pt x="374" y="175"/>
                        <a:pt x="371" y="179"/>
                      </a:cubicBezTo>
                      <a:cubicBezTo>
                        <a:pt x="368" y="183"/>
                        <a:pt x="369" y="197"/>
                        <a:pt x="369" y="197"/>
                      </a:cubicBezTo>
                      <a:cubicBezTo>
                        <a:pt x="339" y="200"/>
                        <a:pt x="339" y="200"/>
                        <a:pt x="339" y="200"/>
                      </a:cubicBezTo>
                      <a:cubicBezTo>
                        <a:pt x="335" y="195"/>
                        <a:pt x="335" y="195"/>
                        <a:pt x="335" y="195"/>
                      </a:cubicBezTo>
                      <a:cubicBezTo>
                        <a:pt x="328" y="201"/>
                        <a:pt x="328" y="201"/>
                        <a:pt x="328" y="201"/>
                      </a:cubicBezTo>
                      <a:cubicBezTo>
                        <a:pt x="313" y="201"/>
                        <a:pt x="313" y="201"/>
                        <a:pt x="313" y="201"/>
                      </a:cubicBezTo>
                      <a:cubicBezTo>
                        <a:pt x="309" y="208"/>
                        <a:pt x="309" y="208"/>
                        <a:pt x="309" y="208"/>
                      </a:cubicBezTo>
                      <a:cubicBezTo>
                        <a:pt x="302" y="203"/>
                        <a:pt x="302" y="203"/>
                        <a:pt x="302" y="203"/>
                      </a:cubicBezTo>
                      <a:cubicBezTo>
                        <a:pt x="281" y="204"/>
                        <a:pt x="281" y="204"/>
                        <a:pt x="281" y="204"/>
                      </a:cubicBezTo>
                      <a:cubicBezTo>
                        <a:pt x="278" y="194"/>
                        <a:pt x="278" y="194"/>
                        <a:pt x="278" y="194"/>
                      </a:cubicBezTo>
                      <a:cubicBezTo>
                        <a:pt x="272" y="186"/>
                        <a:pt x="272" y="186"/>
                        <a:pt x="272" y="186"/>
                      </a:cubicBezTo>
                      <a:cubicBezTo>
                        <a:pt x="272" y="186"/>
                        <a:pt x="270" y="178"/>
                        <a:pt x="265" y="172"/>
                      </a:cubicBezTo>
                      <a:cubicBezTo>
                        <a:pt x="260" y="166"/>
                        <a:pt x="254" y="163"/>
                        <a:pt x="254" y="163"/>
                      </a:cubicBezTo>
                      <a:cubicBezTo>
                        <a:pt x="254" y="163"/>
                        <a:pt x="256" y="147"/>
                        <a:pt x="255" y="141"/>
                      </a:cubicBezTo>
                      <a:cubicBezTo>
                        <a:pt x="254" y="135"/>
                        <a:pt x="244" y="128"/>
                        <a:pt x="244" y="128"/>
                      </a:cubicBezTo>
                      <a:cubicBezTo>
                        <a:pt x="243" y="98"/>
                        <a:pt x="243" y="98"/>
                        <a:pt x="243" y="98"/>
                      </a:cubicBezTo>
                      <a:cubicBezTo>
                        <a:pt x="243" y="98"/>
                        <a:pt x="237" y="94"/>
                        <a:pt x="232" y="85"/>
                      </a:cubicBezTo>
                      <a:cubicBezTo>
                        <a:pt x="227" y="76"/>
                        <a:pt x="209" y="84"/>
                        <a:pt x="209" y="84"/>
                      </a:cubicBezTo>
                      <a:cubicBezTo>
                        <a:pt x="195" y="83"/>
                        <a:pt x="195" y="83"/>
                        <a:pt x="195" y="83"/>
                      </a:cubicBezTo>
                      <a:cubicBezTo>
                        <a:pt x="185" y="86"/>
                        <a:pt x="185" y="86"/>
                        <a:pt x="185" y="86"/>
                      </a:cubicBezTo>
                      <a:cubicBezTo>
                        <a:pt x="185" y="86"/>
                        <a:pt x="178" y="86"/>
                        <a:pt x="173" y="86"/>
                      </a:cubicBezTo>
                      <a:cubicBezTo>
                        <a:pt x="168" y="86"/>
                        <a:pt x="155" y="84"/>
                        <a:pt x="155" y="84"/>
                      </a:cubicBezTo>
                      <a:cubicBezTo>
                        <a:pt x="155" y="84"/>
                        <a:pt x="137" y="87"/>
                        <a:pt x="130" y="88"/>
                      </a:cubicBezTo>
                      <a:cubicBezTo>
                        <a:pt x="123" y="89"/>
                        <a:pt x="112" y="82"/>
                        <a:pt x="112" y="82"/>
                      </a:cubicBezTo>
                      <a:cubicBezTo>
                        <a:pt x="97" y="86"/>
                        <a:pt x="97" y="86"/>
                        <a:pt x="97" y="86"/>
                      </a:cubicBezTo>
                      <a:cubicBezTo>
                        <a:pt x="89" y="84"/>
                        <a:pt x="89" y="84"/>
                        <a:pt x="89" y="84"/>
                      </a:cubicBezTo>
                      <a:cubicBezTo>
                        <a:pt x="84" y="86"/>
                        <a:pt x="84" y="86"/>
                        <a:pt x="84" y="86"/>
                      </a:cubicBezTo>
                      <a:cubicBezTo>
                        <a:pt x="67" y="84"/>
                        <a:pt x="67" y="84"/>
                        <a:pt x="67" y="84"/>
                      </a:cubicBezTo>
                      <a:cubicBezTo>
                        <a:pt x="44" y="94"/>
                        <a:pt x="44" y="94"/>
                        <a:pt x="44" y="94"/>
                      </a:cubicBezTo>
                      <a:cubicBezTo>
                        <a:pt x="44" y="95"/>
                        <a:pt x="44" y="96"/>
                        <a:pt x="43" y="97"/>
                      </a:cubicBezTo>
                      <a:cubicBezTo>
                        <a:pt x="37" y="101"/>
                        <a:pt x="32" y="102"/>
                        <a:pt x="32" y="102"/>
                      </a:cubicBezTo>
                      <a:cubicBezTo>
                        <a:pt x="32" y="102"/>
                        <a:pt x="45" y="121"/>
                        <a:pt x="48" y="128"/>
                      </a:cubicBezTo>
                      <a:cubicBezTo>
                        <a:pt x="51" y="135"/>
                        <a:pt x="60" y="138"/>
                        <a:pt x="60" y="138"/>
                      </a:cubicBezTo>
                      <a:cubicBezTo>
                        <a:pt x="56" y="157"/>
                        <a:pt x="56" y="157"/>
                        <a:pt x="56" y="157"/>
                      </a:cubicBezTo>
                      <a:cubicBezTo>
                        <a:pt x="56" y="157"/>
                        <a:pt x="88" y="194"/>
                        <a:pt x="85" y="221"/>
                      </a:cubicBezTo>
                      <a:cubicBezTo>
                        <a:pt x="82" y="248"/>
                        <a:pt x="69" y="254"/>
                        <a:pt x="69" y="254"/>
                      </a:cubicBezTo>
                      <a:cubicBezTo>
                        <a:pt x="68" y="271"/>
                        <a:pt x="68" y="271"/>
                        <a:pt x="68" y="271"/>
                      </a:cubicBezTo>
                      <a:cubicBezTo>
                        <a:pt x="75" y="270"/>
                        <a:pt x="75" y="270"/>
                        <a:pt x="75" y="270"/>
                      </a:cubicBezTo>
                      <a:cubicBezTo>
                        <a:pt x="75" y="270"/>
                        <a:pt x="71" y="293"/>
                        <a:pt x="85" y="314"/>
                      </a:cubicBezTo>
                      <a:cubicBezTo>
                        <a:pt x="99" y="335"/>
                        <a:pt x="111" y="373"/>
                        <a:pt x="108" y="388"/>
                      </a:cubicBezTo>
                      <a:cubicBezTo>
                        <a:pt x="105" y="403"/>
                        <a:pt x="94" y="420"/>
                        <a:pt x="94" y="420"/>
                      </a:cubicBezTo>
                      <a:cubicBezTo>
                        <a:pt x="94" y="420"/>
                        <a:pt x="101" y="436"/>
                        <a:pt x="93" y="442"/>
                      </a:cubicBezTo>
                      <a:cubicBezTo>
                        <a:pt x="85" y="448"/>
                        <a:pt x="72" y="446"/>
                        <a:pt x="72" y="446"/>
                      </a:cubicBezTo>
                      <a:cubicBezTo>
                        <a:pt x="66" y="460"/>
                        <a:pt x="66" y="460"/>
                        <a:pt x="66" y="460"/>
                      </a:cubicBezTo>
                      <a:cubicBezTo>
                        <a:pt x="68" y="475"/>
                        <a:pt x="68" y="475"/>
                        <a:pt x="68" y="475"/>
                      </a:cubicBezTo>
                      <a:cubicBezTo>
                        <a:pt x="68" y="475"/>
                        <a:pt x="43" y="472"/>
                        <a:pt x="44" y="484"/>
                      </a:cubicBezTo>
                      <a:cubicBezTo>
                        <a:pt x="45" y="496"/>
                        <a:pt x="41" y="514"/>
                        <a:pt x="41" y="514"/>
                      </a:cubicBezTo>
                      <a:cubicBezTo>
                        <a:pt x="34" y="524"/>
                        <a:pt x="34" y="524"/>
                        <a:pt x="34" y="524"/>
                      </a:cubicBezTo>
                      <a:cubicBezTo>
                        <a:pt x="34" y="524"/>
                        <a:pt x="38" y="556"/>
                        <a:pt x="35" y="566"/>
                      </a:cubicBezTo>
                      <a:cubicBezTo>
                        <a:pt x="32" y="576"/>
                        <a:pt x="21" y="579"/>
                        <a:pt x="21" y="579"/>
                      </a:cubicBezTo>
                      <a:cubicBezTo>
                        <a:pt x="21" y="606"/>
                        <a:pt x="21" y="606"/>
                        <a:pt x="21" y="606"/>
                      </a:cubicBezTo>
                      <a:cubicBezTo>
                        <a:pt x="6" y="618"/>
                        <a:pt x="6" y="618"/>
                        <a:pt x="6" y="618"/>
                      </a:cubicBezTo>
                      <a:cubicBezTo>
                        <a:pt x="6" y="645"/>
                        <a:pt x="6" y="645"/>
                        <a:pt x="6" y="645"/>
                      </a:cubicBezTo>
                      <a:cubicBezTo>
                        <a:pt x="13" y="654"/>
                        <a:pt x="13" y="654"/>
                        <a:pt x="13" y="654"/>
                      </a:cubicBezTo>
                      <a:cubicBezTo>
                        <a:pt x="0" y="669"/>
                        <a:pt x="0" y="669"/>
                        <a:pt x="0" y="669"/>
                      </a:cubicBezTo>
                      <a:cubicBezTo>
                        <a:pt x="3" y="696"/>
                        <a:pt x="3" y="696"/>
                        <a:pt x="3" y="696"/>
                      </a:cubicBezTo>
                      <a:cubicBezTo>
                        <a:pt x="13" y="695"/>
                        <a:pt x="13" y="695"/>
                        <a:pt x="13" y="695"/>
                      </a:cubicBezTo>
                      <a:cubicBezTo>
                        <a:pt x="24" y="691"/>
                        <a:pt x="24" y="691"/>
                        <a:pt x="24" y="691"/>
                      </a:cubicBezTo>
                      <a:cubicBezTo>
                        <a:pt x="31" y="696"/>
                        <a:pt x="31" y="696"/>
                        <a:pt x="31" y="696"/>
                      </a:cubicBezTo>
                      <a:cubicBezTo>
                        <a:pt x="31" y="696"/>
                        <a:pt x="43" y="696"/>
                        <a:pt x="50" y="695"/>
                      </a:cubicBezTo>
                      <a:cubicBezTo>
                        <a:pt x="57" y="694"/>
                        <a:pt x="61" y="680"/>
                        <a:pt x="61" y="680"/>
                      </a:cubicBezTo>
                      <a:cubicBezTo>
                        <a:pt x="61" y="680"/>
                        <a:pt x="82" y="682"/>
                        <a:pt x="81" y="681"/>
                      </a:cubicBezTo>
                      <a:cubicBezTo>
                        <a:pt x="85" y="692"/>
                        <a:pt x="119" y="705"/>
                        <a:pt x="119" y="705"/>
                      </a:cubicBezTo>
                      <a:cubicBezTo>
                        <a:pt x="322" y="703"/>
                        <a:pt x="322" y="703"/>
                        <a:pt x="322" y="703"/>
                      </a:cubicBezTo>
                      <a:cubicBezTo>
                        <a:pt x="322" y="703"/>
                        <a:pt x="331" y="722"/>
                        <a:pt x="338" y="724"/>
                      </a:cubicBezTo>
                      <a:cubicBezTo>
                        <a:pt x="345" y="726"/>
                        <a:pt x="361" y="724"/>
                        <a:pt x="361" y="724"/>
                      </a:cubicBezTo>
                      <a:cubicBezTo>
                        <a:pt x="365" y="730"/>
                        <a:pt x="365" y="730"/>
                        <a:pt x="365" y="730"/>
                      </a:cubicBezTo>
                      <a:cubicBezTo>
                        <a:pt x="411" y="729"/>
                        <a:pt x="411" y="729"/>
                        <a:pt x="411" y="729"/>
                      </a:cubicBezTo>
                      <a:cubicBezTo>
                        <a:pt x="417" y="735"/>
                        <a:pt x="417" y="735"/>
                        <a:pt x="417" y="735"/>
                      </a:cubicBezTo>
                      <a:cubicBezTo>
                        <a:pt x="417" y="735"/>
                        <a:pt x="435" y="735"/>
                        <a:pt x="463" y="735"/>
                      </a:cubicBezTo>
                      <a:cubicBezTo>
                        <a:pt x="491" y="735"/>
                        <a:pt x="551" y="715"/>
                        <a:pt x="551" y="715"/>
                      </a:cubicBezTo>
                      <a:cubicBezTo>
                        <a:pt x="493" y="657"/>
                        <a:pt x="493" y="657"/>
                        <a:pt x="493" y="657"/>
                      </a:cubicBezTo>
                      <a:cubicBezTo>
                        <a:pt x="493" y="645"/>
                        <a:pt x="493" y="645"/>
                        <a:pt x="493" y="645"/>
                      </a:cubicBezTo>
                      <a:cubicBezTo>
                        <a:pt x="487" y="635"/>
                        <a:pt x="487" y="635"/>
                        <a:pt x="487" y="635"/>
                      </a:cubicBezTo>
                      <a:cubicBezTo>
                        <a:pt x="488" y="468"/>
                        <a:pt x="488" y="468"/>
                        <a:pt x="488" y="468"/>
                      </a:cubicBezTo>
                      <a:cubicBezTo>
                        <a:pt x="571" y="470"/>
                        <a:pt x="571" y="470"/>
                        <a:pt x="571" y="470"/>
                      </a:cubicBezTo>
                      <a:cubicBezTo>
                        <a:pt x="571" y="470"/>
                        <a:pt x="582" y="470"/>
                        <a:pt x="584" y="463"/>
                      </a:cubicBezTo>
                      <a:cubicBezTo>
                        <a:pt x="586" y="456"/>
                        <a:pt x="580" y="440"/>
                        <a:pt x="580" y="440"/>
                      </a:cubicBezTo>
                      <a:cubicBezTo>
                        <a:pt x="593" y="437"/>
                        <a:pt x="593" y="437"/>
                        <a:pt x="593" y="437"/>
                      </a:cubicBezTo>
                      <a:cubicBezTo>
                        <a:pt x="585" y="426"/>
                        <a:pt x="585" y="426"/>
                        <a:pt x="585" y="426"/>
                      </a:cubicBezTo>
                      <a:cubicBezTo>
                        <a:pt x="583" y="391"/>
                        <a:pt x="583" y="391"/>
                        <a:pt x="583" y="391"/>
                      </a:cubicBezTo>
                      <a:cubicBezTo>
                        <a:pt x="583" y="391"/>
                        <a:pt x="591" y="389"/>
                        <a:pt x="594" y="386"/>
                      </a:cubicBezTo>
                      <a:cubicBezTo>
                        <a:pt x="597" y="383"/>
                        <a:pt x="583" y="362"/>
                        <a:pt x="583" y="36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3" name="Freeform 310"/>
                <p:cNvSpPr>
                  <a:spLocks/>
                </p:cNvSpPr>
                <p:nvPr/>
              </p:nvSpPr>
              <p:spPr bwMode="gray">
                <a:xfrm>
                  <a:off x="-3241" y="-9850"/>
                  <a:ext cx="245" cy="232"/>
                </a:xfrm>
                <a:custGeom>
                  <a:avLst/>
                  <a:gdLst>
                    <a:gd name="T0" fmla="*/ 35 w 104"/>
                    <a:gd name="T1" fmla="*/ 98 h 98"/>
                    <a:gd name="T2" fmla="*/ 52 w 104"/>
                    <a:gd name="T3" fmla="*/ 91 h 98"/>
                    <a:gd name="T4" fmla="*/ 57 w 104"/>
                    <a:gd name="T5" fmla="*/ 74 h 98"/>
                    <a:gd name="T6" fmla="*/ 87 w 104"/>
                    <a:gd name="T7" fmla="*/ 74 h 98"/>
                    <a:gd name="T8" fmla="*/ 90 w 104"/>
                    <a:gd name="T9" fmla="*/ 74 h 98"/>
                    <a:gd name="T10" fmla="*/ 104 w 104"/>
                    <a:gd name="T11" fmla="*/ 64 h 98"/>
                    <a:gd name="T12" fmla="*/ 98 w 104"/>
                    <a:gd name="T13" fmla="*/ 44 h 98"/>
                    <a:gd name="T14" fmla="*/ 100 w 104"/>
                    <a:gd name="T15" fmla="*/ 31 h 98"/>
                    <a:gd name="T16" fmla="*/ 86 w 104"/>
                    <a:gd name="T17" fmla="*/ 13 h 98"/>
                    <a:gd name="T18" fmla="*/ 91 w 104"/>
                    <a:gd name="T19" fmla="*/ 0 h 98"/>
                    <a:gd name="T20" fmla="*/ 75 w 104"/>
                    <a:gd name="T21" fmla="*/ 1 h 98"/>
                    <a:gd name="T22" fmla="*/ 64 w 104"/>
                    <a:gd name="T23" fmla="*/ 25 h 98"/>
                    <a:gd name="T24" fmla="*/ 52 w 104"/>
                    <a:gd name="T25" fmla="*/ 17 h 98"/>
                    <a:gd name="T26" fmla="*/ 42 w 104"/>
                    <a:gd name="T27" fmla="*/ 17 h 98"/>
                    <a:gd name="T28" fmla="*/ 17 w 104"/>
                    <a:gd name="T29" fmla="*/ 36 h 98"/>
                    <a:gd name="T30" fmla="*/ 24 w 104"/>
                    <a:gd name="T31" fmla="*/ 58 h 98"/>
                    <a:gd name="T32" fmla="*/ 4 w 104"/>
                    <a:gd name="T33" fmla="*/ 80 h 98"/>
                    <a:gd name="T34" fmla="*/ 22 w 104"/>
                    <a:gd name="T35" fmla="*/ 85 h 98"/>
                    <a:gd name="T36" fmla="*/ 35 w 104"/>
                    <a:gd name="T37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4" h="98">
                      <a:moveTo>
                        <a:pt x="35" y="98"/>
                      </a:moveTo>
                      <a:cubicBezTo>
                        <a:pt x="39" y="98"/>
                        <a:pt x="52" y="91"/>
                        <a:pt x="52" y="91"/>
                      </a:cubicBezTo>
                      <a:cubicBezTo>
                        <a:pt x="57" y="74"/>
                        <a:pt x="57" y="74"/>
                        <a:pt x="57" y="74"/>
                      </a:cubicBezTo>
                      <a:cubicBezTo>
                        <a:pt x="87" y="74"/>
                        <a:pt x="87" y="74"/>
                        <a:pt x="87" y="74"/>
                      </a:cubicBezTo>
                      <a:cubicBezTo>
                        <a:pt x="90" y="74"/>
                        <a:pt x="90" y="74"/>
                        <a:pt x="90" y="74"/>
                      </a:cubicBezTo>
                      <a:cubicBezTo>
                        <a:pt x="96" y="73"/>
                        <a:pt x="104" y="71"/>
                        <a:pt x="104" y="64"/>
                      </a:cubicBezTo>
                      <a:cubicBezTo>
                        <a:pt x="104" y="52"/>
                        <a:pt x="98" y="44"/>
                        <a:pt x="98" y="44"/>
                      </a:cubicBezTo>
                      <a:cubicBezTo>
                        <a:pt x="98" y="44"/>
                        <a:pt x="104" y="39"/>
                        <a:pt x="100" y="31"/>
                      </a:cubicBezTo>
                      <a:cubicBezTo>
                        <a:pt x="96" y="23"/>
                        <a:pt x="86" y="13"/>
                        <a:pt x="86" y="13"/>
                      </a:cubicBezTo>
                      <a:cubicBezTo>
                        <a:pt x="91" y="0"/>
                        <a:pt x="91" y="0"/>
                        <a:pt x="91" y="0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1"/>
                        <a:pt x="71" y="17"/>
                        <a:pt x="64" y="25"/>
                      </a:cubicBezTo>
                      <a:cubicBezTo>
                        <a:pt x="58" y="32"/>
                        <a:pt x="52" y="17"/>
                        <a:pt x="52" y="17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2" y="17"/>
                        <a:pt x="18" y="28"/>
                        <a:pt x="17" y="36"/>
                      </a:cubicBezTo>
                      <a:cubicBezTo>
                        <a:pt x="15" y="44"/>
                        <a:pt x="25" y="55"/>
                        <a:pt x="24" y="58"/>
                      </a:cubicBezTo>
                      <a:cubicBezTo>
                        <a:pt x="22" y="62"/>
                        <a:pt x="0" y="72"/>
                        <a:pt x="4" y="80"/>
                      </a:cubicBezTo>
                      <a:cubicBezTo>
                        <a:pt x="8" y="88"/>
                        <a:pt x="22" y="85"/>
                        <a:pt x="22" y="85"/>
                      </a:cubicBezTo>
                      <a:cubicBezTo>
                        <a:pt x="22" y="85"/>
                        <a:pt x="31" y="98"/>
                        <a:pt x="35" y="9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4" name="Freeform 311"/>
                <p:cNvSpPr>
                  <a:spLocks/>
                </p:cNvSpPr>
                <p:nvPr/>
              </p:nvSpPr>
              <p:spPr bwMode="gray">
                <a:xfrm>
                  <a:off x="-4855" y="-11376"/>
                  <a:ext cx="1451" cy="1103"/>
                </a:xfrm>
                <a:custGeom>
                  <a:avLst/>
                  <a:gdLst>
                    <a:gd name="T0" fmla="*/ 589 w 614"/>
                    <a:gd name="T1" fmla="*/ 267 h 467"/>
                    <a:gd name="T2" fmla="*/ 575 w 614"/>
                    <a:gd name="T3" fmla="*/ 253 h 467"/>
                    <a:gd name="T4" fmla="*/ 573 w 614"/>
                    <a:gd name="T5" fmla="*/ 236 h 467"/>
                    <a:gd name="T6" fmla="*/ 542 w 614"/>
                    <a:gd name="T7" fmla="*/ 203 h 467"/>
                    <a:gd name="T8" fmla="*/ 521 w 614"/>
                    <a:gd name="T9" fmla="*/ 175 h 467"/>
                    <a:gd name="T10" fmla="*/ 502 w 614"/>
                    <a:gd name="T11" fmla="*/ 152 h 467"/>
                    <a:gd name="T12" fmla="*/ 467 w 614"/>
                    <a:gd name="T13" fmla="*/ 130 h 467"/>
                    <a:gd name="T14" fmla="*/ 433 w 614"/>
                    <a:gd name="T15" fmla="*/ 120 h 467"/>
                    <a:gd name="T16" fmla="*/ 431 w 614"/>
                    <a:gd name="T17" fmla="*/ 102 h 467"/>
                    <a:gd name="T18" fmla="*/ 402 w 614"/>
                    <a:gd name="T19" fmla="*/ 8 h 467"/>
                    <a:gd name="T20" fmla="*/ 385 w 614"/>
                    <a:gd name="T21" fmla="*/ 0 h 467"/>
                    <a:gd name="T22" fmla="*/ 345 w 614"/>
                    <a:gd name="T23" fmla="*/ 38 h 467"/>
                    <a:gd name="T24" fmla="*/ 320 w 614"/>
                    <a:gd name="T25" fmla="*/ 55 h 467"/>
                    <a:gd name="T26" fmla="*/ 222 w 614"/>
                    <a:gd name="T27" fmla="*/ 107 h 467"/>
                    <a:gd name="T28" fmla="*/ 223 w 614"/>
                    <a:gd name="T29" fmla="*/ 132 h 467"/>
                    <a:gd name="T30" fmla="*/ 151 w 614"/>
                    <a:gd name="T31" fmla="*/ 160 h 467"/>
                    <a:gd name="T32" fmla="*/ 108 w 614"/>
                    <a:gd name="T33" fmla="*/ 165 h 467"/>
                    <a:gd name="T34" fmla="*/ 56 w 614"/>
                    <a:gd name="T35" fmla="*/ 186 h 467"/>
                    <a:gd name="T36" fmla="*/ 35 w 614"/>
                    <a:gd name="T37" fmla="*/ 224 h 467"/>
                    <a:gd name="T38" fmla="*/ 24 w 614"/>
                    <a:gd name="T39" fmla="*/ 249 h 467"/>
                    <a:gd name="T40" fmla="*/ 15 w 614"/>
                    <a:gd name="T41" fmla="*/ 273 h 467"/>
                    <a:gd name="T42" fmla="*/ 7 w 614"/>
                    <a:gd name="T43" fmla="*/ 306 h 467"/>
                    <a:gd name="T44" fmla="*/ 19 w 614"/>
                    <a:gd name="T45" fmla="*/ 344 h 467"/>
                    <a:gd name="T46" fmla="*/ 36 w 614"/>
                    <a:gd name="T47" fmla="*/ 381 h 467"/>
                    <a:gd name="T48" fmla="*/ 79 w 614"/>
                    <a:gd name="T49" fmla="*/ 428 h 467"/>
                    <a:gd name="T50" fmla="*/ 83 w 614"/>
                    <a:gd name="T51" fmla="*/ 461 h 467"/>
                    <a:gd name="T52" fmla="*/ 106 w 614"/>
                    <a:gd name="T53" fmla="*/ 441 h 467"/>
                    <a:gd name="T54" fmla="*/ 108 w 614"/>
                    <a:gd name="T55" fmla="*/ 400 h 467"/>
                    <a:gd name="T56" fmla="*/ 147 w 614"/>
                    <a:gd name="T57" fmla="*/ 390 h 467"/>
                    <a:gd name="T58" fmla="*/ 193 w 614"/>
                    <a:gd name="T59" fmla="*/ 394 h 467"/>
                    <a:gd name="T60" fmla="*/ 203 w 614"/>
                    <a:gd name="T61" fmla="*/ 370 h 467"/>
                    <a:gd name="T62" fmla="*/ 218 w 614"/>
                    <a:gd name="T63" fmla="*/ 344 h 467"/>
                    <a:gd name="T64" fmla="*/ 273 w 614"/>
                    <a:gd name="T65" fmla="*/ 330 h 467"/>
                    <a:gd name="T66" fmla="*/ 295 w 614"/>
                    <a:gd name="T67" fmla="*/ 351 h 467"/>
                    <a:gd name="T68" fmla="*/ 335 w 614"/>
                    <a:gd name="T69" fmla="*/ 362 h 467"/>
                    <a:gd name="T70" fmla="*/ 385 w 614"/>
                    <a:gd name="T71" fmla="*/ 368 h 467"/>
                    <a:gd name="T72" fmla="*/ 410 w 614"/>
                    <a:gd name="T73" fmla="*/ 328 h 467"/>
                    <a:gd name="T74" fmla="*/ 449 w 614"/>
                    <a:gd name="T75" fmla="*/ 330 h 467"/>
                    <a:gd name="T76" fmla="*/ 477 w 614"/>
                    <a:gd name="T77" fmla="*/ 316 h 467"/>
                    <a:gd name="T78" fmla="*/ 512 w 614"/>
                    <a:gd name="T79" fmla="*/ 321 h 467"/>
                    <a:gd name="T80" fmla="*/ 539 w 614"/>
                    <a:gd name="T81" fmla="*/ 311 h 467"/>
                    <a:gd name="T82" fmla="*/ 586 w 614"/>
                    <a:gd name="T83" fmla="*/ 319 h 467"/>
                    <a:gd name="T84" fmla="*/ 606 w 614"/>
                    <a:gd name="T85" fmla="*/ 281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14" h="467">
                      <a:moveTo>
                        <a:pt x="606" y="281"/>
                      </a:moveTo>
                      <a:cubicBezTo>
                        <a:pt x="598" y="273"/>
                        <a:pt x="589" y="267"/>
                        <a:pt x="589" y="267"/>
                      </a:cubicBezTo>
                      <a:cubicBezTo>
                        <a:pt x="574" y="266"/>
                        <a:pt x="574" y="266"/>
                        <a:pt x="574" y="266"/>
                      </a:cubicBezTo>
                      <a:cubicBezTo>
                        <a:pt x="575" y="253"/>
                        <a:pt x="575" y="253"/>
                        <a:pt x="575" y="253"/>
                      </a:cubicBezTo>
                      <a:cubicBezTo>
                        <a:pt x="575" y="253"/>
                        <a:pt x="568" y="250"/>
                        <a:pt x="567" y="244"/>
                      </a:cubicBezTo>
                      <a:cubicBezTo>
                        <a:pt x="566" y="238"/>
                        <a:pt x="573" y="244"/>
                        <a:pt x="573" y="236"/>
                      </a:cubicBezTo>
                      <a:cubicBezTo>
                        <a:pt x="573" y="228"/>
                        <a:pt x="558" y="227"/>
                        <a:pt x="558" y="227"/>
                      </a:cubicBezTo>
                      <a:cubicBezTo>
                        <a:pt x="558" y="227"/>
                        <a:pt x="549" y="204"/>
                        <a:pt x="542" y="203"/>
                      </a:cubicBezTo>
                      <a:cubicBezTo>
                        <a:pt x="535" y="202"/>
                        <a:pt x="521" y="200"/>
                        <a:pt x="515" y="190"/>
                      </a:cubicBezTo>
                      <a:cubicBezTo>
                        <a:pt x="509" y="180"/>
                        <a:pt x="524" y="186"/>
                        <a:pt x="521" y="175"/>
                      </a:cubicBezTo>
                      <a:cubicBezTo>
                        <a:pt x="518" y="164"/>
                        <a:pt x="502" y="165"/>
                        <a:pt x="502" y="165"/>
                      </a:cubicBezTo>
                      <a:cubicBezTo>
                        <a:pt x="502" y="152"/>
                        <a:pt x="502" y="152"/>
                        <a:pt x="502" y="152"/>
                      </a:cubicBezTo>
                      <a:cubicBezTo>
                        <a:pt x="502" y="152"/>
                        <a:pt x="472" y="154"/>
                        <a:pt x="466" y="146"/>
                      </a:cubicBezTo>
                      <a:cubicBezTo>
                        <a:pt x="460" y="138"/>
                        <a:pt x="467" y="130"/>
                        <a:pt x="467" y="130"/>
                      </a:cubicBezTo>
                      <a:cubicBezTo>
                        <a:pt x="467" y="123"/>
                        <a:pt x="467" y="123"/>
                        <a:pt x="467" y="123"/>
                      </a:cubicBezTo>
                      <a:cubicBezTo>
                        <a:pt x="433" y="120"/>
                        <a:pt x="433" y="120"/>
                        <a:pt x="433" y="120"/>
                      </a:cubicBezTo>
                      <a:cubicBezTo>
                        <a:pt x="439" y="109"/>
                        <a:pt x="439" y="109"/>
                        <a:pt x="439" y="109"/>
                      </a:cubicBezTo>
                      <a:cubicBezTo>
                        <a:pt x="439" y="109"/>
                        <a:pt x="430" y="112"/>
                        <a:pt x="431" y="102"/>
                      </a:cubicBezTo>
                      <a:cubicBezTo>
                        <a:pt x="432" y="92"/>
                        <a:pt x="447" y="85"/>
                        <a:pt x="443" y="63"/>
                      </a:cubicBezTo>
                      <a:cubicBezTo>
                        <a:pt x="439" y="41"/>
                        <a:pt x="402" y="8"/>
                        <a:pt x="402" y="8"/>
                      </a:cubicBezTo>
                      <a:cubicBezTo>
                        <a:pt x="401" y="1"/>
                        <a:pt x="401" y="1"/>
                        <a:pt x="401" y="1"/>
                      </a:cubicBezTo>
                      <a:cubicBezTo>
                        <a:pt x="385" y="0"/>
                        <a:pt x="385" y="0"/>
                        <a:pt x="385" y="0"/>
                      </a:cubicBezTo>
                      <a:cubicBezTo>
                        <a:pt x="348" y="18"/>
                        <a:pt x="348" y="18"/>
                        <a:pt x="348" y="18"/>
                      </a:cubicBezTo>
                      <a:cubicBezTo>
                        <a:pt x="345" y="38"/>
                        <a:pt x="345" y="38"/>
                        <a:pt x="345" y="38"/>
                      </a:cubicBezTo>
                      <a:cubicBezTo>
                        <a:pt x="333" y="50"/>
                        <a:pt x="333" y="50"/>
                        <a:pt x="333" y="50"/>
                      </a:cubicBezTo>
                      <a:cubicBezTo>
                        <a:pt x="320" y="55"/>
                        <a:pt x="320" y="55"/>
                        <a:pt x="320" y="55"/>
                      </a:cubicBezTo>
                      <a:cubicBezTo>
                        <a:pt x="320" y="55"/>
                        <a:pt x="325" y="77"/>
                        <a:pt x="293" y="92"/>
                      </a:cubicBezTo>
                      <a:cubicBezTo>
                        <a:pt x="262" y="107"/>
                        <a:pt x="222" y="107"/>
                        <a:pt x="222" y="107"/>
                      </a:cubicBezTo>
                      <a:cubicBezTo>
                        <a:pt x="208" y="115"/>
                        <a:pt x="208" y="115"/>
                        <a:pt x="208" y="115"/>
                      </a:cubicBezTo>
                      <a:cubicBezTo>
                        <a:pt x="208" y="115"/>
                        <a:pt x="228" y="125"/>
                        <a:pt x="223" y="132"/>
                      </a:cubicBezTo>
                      <a:cubicBezTo>
                        <a:pt x="218" y="138"/>
                        <a:pt x="203" y="160"/>
                        <a:pt x="203" y="160"/>
                      </a:cubicBezTo>
                      <a:cubicBezTo>
                        <a:pt x="203" y="160"/>
                        <a:pt x="170" y="160"/>
                        <a:pt x="151" y="160"/>
                      </a:cubicBezTo>
                      <a:cubicBezTo>
                        <a:pt x="133" y="160"/>
                        <a:pt x="138" y="180"/>
                        <a:pt x="120" y="185"/>
                      </a:cubicBezTo>
                      <a:cubicBezTo>
                        <a:pt x="101" y="190"/>
                        <a:pt x="108" y="165"/>
                        <a:pt x="108" y="165"/>
                      </a:cubicBezTo>
                      <a:cubicBezTo>
                        <a:pt x="108" y="165"/>
                        <a:pt x="88" y="180"/>
                        <a:pt x="78" y="187"/>
                      </a:cubicBezTo>
                      <a:cubicBezTo>
                        <a:pt x="68" y="193"/>
                        <a:pt x="56" y="186"/>
                        <a:pt x="56" y="186"/>
                      </a:cubicBezTo>
                      <a:cubicBezTo>
                        <a:pt x="56" y="186"/>
                        <a:pt x="38" y="196"/>
                        <a:pt x="37" y="204"/>
                      </a:cubicBezTo>
                      <a:cubicBezTo>
                        <a:pt x="36" y="212"/>
                        <a:pt x="35" y="224"/>
                        <a:pt x="35" y="224"/>
                      </a:cubicBezTo>
                      <a:cubicBezTo>
                        <a:pt x="29" y="224"/>
                        <a:pt x="29" y="224"/>
                        <a:pt x="29" y="224"/>
                      </a:cubicBezTo>
                      <a:cubicBezTo>
                        <a:pt x="24" y="249"/>
                        <a:pt x="24" y="249"/>
                        <a:pt x="24" y="249"/>
                      </a:cubicBezTo>
                      <a:cubicBezTo>
                        <a:pt x="24" y="249"/>
                        <a:pt x="2" y="256"/>
                        <a:pt x="1" y="264"/>
                      </a:cubicBezTo>
                      <a:cubicBezTo>
                        <a:pt x="0" y="272"/>
                        <a:pt x="15" y="273"/>
                        <a:pt x="15" y="273"/>
                      </a:cubicBezTo>
                      <a:cubicBezTo>
                        <a:pt x="14" y="298"/>
                        <a:pt x="14" y="298"/>
                        <a:pt x="14" y="298"/>
                      </a:cubicBezTo>
                      <a:cubicBezTo>
                        <a:pt x="7" y="306"/>
                        <a:pt x="7" y="306"/>
                        <a:pt x="7" y="306"/>
                      </a:cubicBezTo>
                      <a:cubicBezTo>
                        <a:pt x="19" y="313"/>
                        <a:pt x="19" y="313"/>
                        <a:pt x="19" y="313"/>
                      </a:cubicBezTo>
                      <a:cubicBezTo>
                        <a:pt x="19" y="344"/>
                        <a:pt x="19" y="344"/>
                        <a:pt x="19" y="344"/>
                      </a:cubicBezTo>
                      <a:cubicBezTo>
                        <a:pt x="19" y="344"/>
                        <a:pt x="36" y="355"/>
                        <a:pt x="38" y="358"/>
                      </a:cubicBezTo>
                      <a:cubicBezTo>
                        <a:pt x="40" y="361"/>
                        <a:pt x="36" y="381"/>
                        <a:pt x="36" y="381"/>
                      </a:cubicBezTo>
                      <a:cubicBezTo>
                        <a:pt x="36" y="381"/>
                        <a:pt x="47" y="404"/>
                        <a:pt x="57" y="412"/>
                      </a:cubicBezTo>
                      <a:cubicBezTo>
                        <a:pt x="67" y="420"/>
                        <a:pt x="79" y="428"/>
                        <a:pt x="79" y="428"/>
                      </a:cubicBezTo>
                      <a:cubicBezTo>
                        <a:pt x="83" y="442"/>
                        <a:pt x="83" y="442"/>
                        <a:pt x="83" y="442"/>
                      </a:cubicBezTo>
                      <a:cubicBezTo>
                        <a:pt x="83" y="461"/>
                        <a:pt x="83" y="461"/>
                        <a:pt x="83" y="461"/>
                      </a:cubicBezTo>
                      <a:cubicBezTo>
                        <a:pt x="88" y="467"/>
                        <a:pt x="88" y="467"/>
                        <a:pt x="88" y="467"/>
                      </a:cubicBezTo>
                      <a:cubicBezTo>
                        <a:pt x="88" y="467"/>
                        <a:pt x="104" y="448"/>
                        <a:pt x="106" y="441"/>
                      </a:cubicBezTo>
                      <a:cubicBezTo>
                        <a:pt x="108" y="434"/>
                        <a:pt x="98" y="421"/>
                        <a:pt x="98" y="421"/>
                      </a:cubicBezTo>
                      <a:cubicBezTo>
                        <a:pt x="108" y="400"/>
                        <a:pt x="108" y="400"/>
                        <a:pt x="108" y="400"/>
                      </a:cubicBezTo>
                      <a:cubicBezTo>
                        <a:pt x="128" y="401"/>
                        <a:pt x="128" y="401"/>
                        <a:pt x="128" y="401"/>
                      </a:cubicBezTo>
                      <a:cubicBezTo>
                        <a:pt x="128" y="401"/>
                        <a:pt x="141" y="390"/>
                        <a:pt x="147" y="390"/>
                      </a:cubicBezTo>
                      <a:cubicBezTo>
                        <a:pt x="153" y="390"/>
                        <a:pt x="167" y="398"/>
                        <a:pt x="178" y="399"/>
                      </a:cubicBezTo>
                      <a:cubicBezTo>
                        <a:pt x="189" y="400"/>
                        <a:pt x="193" y="394"/>
                        <a:pt x="193" y="394"/>
                      </a:cubicBezTo>
                      <a:cubicBezTo>
                        <a:pt x="203" y="380"/>
                        <a:pt x="203" y="380"/>
                        <a:pt x="203" y="380"/>
                      </a:cubicBezTo>
                      <a:cubicBezTo>
                        <a:pt x="203" y="370"/>
                        <a:pt x="203" y="370"/>
                        <a:pt x="203" y="370"/>
                      </a:cubicBezTo>
                      <a:cubicBezTo>
                        <a:pt x="203" y="370"/>
                        <a:pt x="193" y="367"/>
                        <a:pt x="201" y="357"/>
                      </a:cubicBezTo>
                      <a:cubicBezTo>
                        <a:pt x="209" y="347"/>
                        <a:pt x="208" y="358"/>
                        <a:pt x="218" y="344"/>
                      </a:cubicBezTo>
                      <a:cubicBezTo>
                        <a:pt x="228" y="330"/>
                        <a:pt x="218" y="311"/>
                        <a:pt x="247" y="313"/>
                      </a:cubicBezTo>
                      <a:cubicBezTo>
                        <a:pt x="276" y="315"/>
                        <a:pt x="273" y="330"/>
                        <a:pt x="273" y="330"/>
                      </a:cubicBezTo>
                      <a:cubicBezTo>
                        <a:pt x="273" y="330"/>
                        <a:pt x="286" y="328"/>
                        <a:pt x="289" y="332"/>
                      </a:cubicBezTo>
                      <a:cubicBezTo>
                        <a:pt x="292" y="336"/>
                        <a:pt x="280" y="351"/>
                        <a:pt x="295" y="351"/>
                      </a:cubicBezTo>
                      <a:cubicBezTo>
                        <a:pt x="310" y="351"/>
                        <a:pt x="319" y="351"/>
                        <a:pt x="319" y="351"/>
                      </a:cubicBezTo>
                      <a:cubicBezTo>
                        <a:pt x="319" y="351"/>
                        <a:pt x="325" y="363"/>
                        <a:pt x="335" y="362"/>
                      </a:cubicBezTo>
                      <a:cubicBezTo>
                        <a:pt x="345" y="361"/>
                        <a:pt x="363" y="361"/>
                        <a:pt x="363" y="361"/>
                      </a:cubicBezTo>
                      <a:cubicBezTo>
                        <a:pt x="363" y="361"/>
                        <a:pt x="376" y="375"/>
                        <a:pt x="385" y="368"/>
                      </a:cubicBezTo>
                      <a:cubicBezTo>
                        <a:pt x="394" y="361"/>
                        <a:pt x="389" y="347"/>
                        <a:pt x="396" y="344"/>
                      </a:cubicBezTo>
                      <a:cubicBezTo>
                        <a:pt x="403" y="341"/>
                        <a:pt x="410" y="328"/>
                        <a:pt x="410" y="328"/>
                      </a:cubicBezTo>
                      <a:cubicBezTo>
                        <a:pt x="410" y="328"/>
                        <a:pt x="424" y="349"/>
                        <a:pt x="430" y="344"/>
                      </a:cubicBezTo>
                      <a:cubicBezTo>
                        <a:pt x="436" y="339"/>
                        <a:pt x="449" y="330"/>
                        <a:pt x="449" y="330"/>
                      </a:cubicBezTo>
                      <a:cubicBezTo>
                        <a:pt x="461" y="330"/>
                        <a:pt x="461" y="330"/>
                        <a:pt x="461" y="330"/>
                      </a:cubicBezTo>
                      <a:cubicBezTo>
                        <a:pt x="477" y="316"/>
                        <a:pt x="477" y="316"/>
                        <a:pt x="477" y="316"/>
                      </a:cubicBezTo>
                      <a:cubicBezTo>
                        <a:pt x="477" y="316"/>
                        <a:pt x="486" y="326"/>
                        <a:pt x="490" y="326"/>
                      </a:cubicBezTo>
                      <a:cubicBezTo>
                        <a:pt x="494" y="326"/>
                        <a:pt x="512" y="321"/>
                        <a:pt x="512" y="321"/>
                      </a:cubicBezTo>
                      <a:cubicBezTo>
                        <a:pt x="512" y="321"/>
                        <a:pt x="517" y="300"/>
                        <a:pt x="524" y="299"/>
                      </a:cubicBezTo>
                      <a:cubicBezTo>
                        <a:pt x="531" y="298"/>
                        <a:pt x="539" y="311"/>
                        <a:pt x="539" y="311"/>
                      </a:cubicBezTo>
                      <a:cubicBezTo>
                        <a:pt x="560" y="308"/>
                        <a:pt x="560" y="308"/>
                        <a:pt x="560" y="308"/>
                      </a:cubicBezTo>
                      <a:cubicBezTo>
                        <a:pt x="560" y="308"/>
                        <a:pt x="566" y="324"/>
                        <a:pt x="586" y="319"/>
                      </a:cubicBezTo>
                      <a:cubicBezTo>
                        <a:pt x="606" y="314"/>
                        <a:pt x="610" y="303"/>
                        <a:pt x="610" y="303"/>
                      </a:cubicBezTo>
                      <a:cubicBezTo>
                        <a:pt x="610" y="303"/>
                        <a:pt x="614" y="289"/>
                        <a:pt x="606" y="2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5" name="Freeform 312"/>
                <p:cNvSpPr>
                  <a:spLocks/>
                </p:cNvSpPr>
                <p:nvPr/>
              </p:nvSpPr>
              <p:spPr bwMode="gray">
                <a:xfrm>
                  <a:off x="-5219" y="-10455"/>
                  <a:ext cx="841" cy="1101"/>
                </a:xfrm>
                <a:custGeom>
                  <a:avLst/>
                  <a:gdLst>
                    <a:gd name="T0" fmla="*/ 238 w 356"/>
                    <a:gd name="T1" fmla="*/ 83 h 466"/>
                    <a:gd name="T2" fmla="*/ 219 w 356"/>
                    <a:gd name="T3" fmla="*/ 95 h 466"/>
                    <a:gd name="T4" fmla="*/ 166 w 356"/>
                    <a:gd name="T5" fmla="*/ 83 h 466"/>
                    <a:gd name="T6" fmla="*/ 96 w 356"/>
                    <a:gd name="T7" fmla="*/ 108 h 466"/>
                    <a:gd name="T8" fmla="*/ 115 w 356"/>
                    <a:gd name="T9" fmla="*/ 134 h 466"/>
                    <a:gd name="T10" fmla="*/ 149 w 356"/>
                    <a:gd name="T11" fmla="*/ 128 h 466"/>
                    <a:gd name="T12" fmla="*/ 159 w 356"/>
                    <a:gd name="T13" fmla="*/ 146 h 466"/>
                    <a:gd name="T14" fmla="*/ 140 w 356"/>
                    <a:gd name="T15" fmla="*/ 172 h 466"/>
                    <a:gd name="T16" fmla="*/ 130 w 356"/>
                    <a:gd name="T17" fmla="*/ 212 h 466"/>
                    <a:gd name="T18" fmla="*/ 147 w 356"/>
                    <a:gd name="T19" fmla="*/ 225 h 466"/>
                    <a:gd name="T20" fmla="*/ 158 w 356"/>
                    <a:gd name="T21" fmla="*/ 243 h 466"/>
                    <a:gd name="T22" fmla="*/ 155 w 356"/>
                    <a:gd name="T23" fmla="*/ 284 h 466"/>
                    <a:gd name="T24" fmla="*/ 146 w 356"/>
                    <a:gd name="T25" fmla="*/ 316 h 466"/>
                    <a:gd name="T26" fmla="*/ 127 w 356"/>
                    <a:gd name="T27" fmla="*/ 311 h 466"/>
                    <a:gd name="T28" fmla="*/ 90 w 356"/>
                    <a:gd name="T29" fmla="*/ 327 h 466"/>
                    <a:gd name="T30" fmla="*/ 64 w 356"/>
                    <a:gd name="T31" fmla="*/ 297 h 466"/>
                    <a:gd name="T32" fmla="*/ 58 w 356"/>
                    <a:gd name="T33" fmla="*/ 329 h 466"/>
                    <a:gd name="T34" fmla="*/ 25 w 356"/>
                    <a:gd name="T35" fmla="*/ 346 h 466"/>
                    <a:gd name="T36" fmla="*/ 35 w 356"/>
                    <a:gd name="T37" fmla="*/ 359 h 466"/>
                    <a:gd name="T38" fmla="*/ 38 w 356"/>
                    <a:gd name="T39" fmla="*/ 376 h 466"/>
                    <a:gd name="T40" fmla="*/ 19 w 356"/>
                    <a:gd name="T41" fmla="*/ 389 h 466"/>
                    <a:gd name="T42" fmla="*/ 0 w 356"/>
                    <a:gd name="T43" fmla="*/ 411 h 466"/>
                    <a:gd name="T44" fmla="*/ 37 w 356"/>
                    <a:gd name="T45" fmla="*/ 454 h 466"/>
                    <a:gd name="T46" fmla="*/ 50 w 356"/>
                    <a:gd name="T47" fmla="*/ 460 h 466"/>
                    <a:gd name="T48" fmla="*/ 61 w 356"/>
                    <a:gd name="T49" fmla="*/ 446 h 466"/>
                    <a:gd name="T50" fmla="*/ 91 w 356"/>
                    <a:gd name="T51" fmla="*/ 448 h 466"/>
                    <a:gd name="T52" fmla="*/ 114 w 356"/>
                    <a:gd name="T53" fmla="*/ 461 h 466"/>
                    <a:gd name="T54" fmla="*/ 138 w 356"/>
                    <a:gd name="T55" fmla="*/ 441 h 466"/>
                    <a:gd name="T56" fmla="*/ 159 w 356"/>
                    <a:gd name="T57" fmla="*/ 462 h 466"/>
                    <a:gd name="T58" fmla="*/ 209 w 356"/>
                    <a:gd name="T59" fmla="*/ 418 h 466"/>
                    <a:gd name="T60" fmla="*/ 242 w 356"/>
                    <a:gd name="T61" fmla="*/ 385 h 466"/>
                    <a:gd name="T62" fmla="*/ 260 w 356"/>
                    <a:gd name="T63" fmla="*/ 302 h 466"/>
                    <a:gd name="T64" fmla="*/ 298 w 356"/>
                    <a:gd name="T65" fmla="*/ 251 h 466"/>
                    <a:gd name="T66" fmla="*/ 317 w 356"/>
                    <a:gd name="T67" fmla="*/ 197 h 466"/>
                    <a:gd name="T68" fmla="*/ 320 w 356"/>
                    <a:gd name="T69" fmla="*/ 152 h 466"/>
                    <a:gd name="T70" fmla="*/ 332 w 356"/>
                    <a:gd name="T71" fmla="*/ 77 h 466"/>
                    <a:gd name="T72" fmla="*/ 356 w 356"/>
                    <a:gd name="T73" fmla="*/ 11 h 466"/>
                    <a:gd name="T74" fmla="*/ 332 w 356"/>
                    <a:gd name="T75" fmla="*/ 9 h 466"/>
                    <a:gd name="T76" fmla="*/ 282 w 356"/>
                    <a:gd name="T77" fmla="*/ 11 h 466"/>
                    <a:gd name="T78" fmla="*/ 252 w 356"/>
                    <a:gd name="T79" fmla="*/ 31 h 466"/>
                    <a:gd name="T80" fmla="*/ 242 w 356"/>
                    <a:gd name="T81" fmla="*/ 77 h 4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56" h="466">
                      <a:moveTo>
                        <a:pt x="242" y="77"/>
                      </a:moveTo>
                      <a:cubicBezTo>
                        <a:pt x="238" y="83"/>
                        <a:pt x="238" y="83"/>
                        <a:pt x="238" y="83"/>
                      </a:cubicBezTo>
                      <a:cubicBezTo>
                        <a:pt x="237" y="110"/>
                        <a:pt x="237" y="110"/>
                        <a:pt x="237" y="110"/>
                      </a:cubicBezTo>
                      <a:cubicBezTo>
                        <a:pt x="219" y="95"/>
                        <a:pt x="219" y="95"/>
                        <a:pt x="219" y="95"/>
                      </a:cubicBezTo>
                      <a:cubicBezTo>
                        <a:pt x="199" y="96"/>
                        <a:pt x="199" y="96"/>
                        <a:pt x="199" y="96"/>
                      </a:cubicBezTo>
                      <a:cubicBezTo>
                        <a:pt x="199" y="96"/>
                        <a:pt x="171" y="83"/>
                        <a:pt x="166" y="83"/>
                      </a:cubicBezTo>
                      <a:cubicBezTo>
                        <a:pt x="161" y="83"/>
                        <a:pt x="106" y="86"/>
                        <a:pt x="106" y="86"/>
                      </a:cubicBezTo>
                      <a:cubicBezTo>
                        <a:pt x="96" y="108"/>
                        <a:pt x="96" y="108"/>
                        <a:pt x="96" y="108"/>
                      </a:cubicBezTo>
                      <a:cubicBezTo>
                        <a:pt x="98" y="129"/>
                        <a:pt x="98" y="129"/>
                        <a:pt x="98" y="129"/>
                      </a:cubicBezTo>
                      <a:cubicBezTo>
                        <a:pt x="98" y="129"/>
                        <a:pt x="106" y="134"/>
                        <a:pt x="115" y="134"/>
                      </a:cubicBezTo>
                      <a:cubicBezTo>
                        <a:pt x="124" y="134"/>
                        <a:pt x="124" y="119"/>
                        <a:pt x="129" y="119"/>
                      </a:cubicBezTo>
                      <a:cubicBezTo>
                        <a:pt x="134" y="119"/>
                        <a:pt x="146" y="124"/>
                        <a:pt x="149" y="128"/>
                      </a:cubicBezTo>
                      <a:cubicBezTo>
                        <a:pt x="152" y="132"/>
                        <a:pt x="153" y="142"/>
                        <a:pt x="153" y="142"/>
                      </a:cubicBezTo>
                      <a:cubicBezTo>
                        <a:pt x="159" y="146"/>
                        <a:pt x="159" y="146"/>
                        <a:pt x="159" y="146"/>
                      </a:cubicBezTo>
                      <a:cubicBezTo>
                        <a:pt x="159" y="146"/>
                        <a:pt x="159" y="159"/>
                        <a:pt x="153" y="166"/>
                      </a:cubicBezTo>
                      <a:cubicBezTo>
                        <a:pt x="147" y="173"/>
                        <a:pt x="140" y="172"/>
                        <a:pt x="140" y="172"/>
                      </a:cubicBezTo>
                      <a:cubicBezTo>
                        <a:pt x="131" y="188"/>
                        <a:pt x="131" y="188"/>
                        <a:pt x="131" y="188"/>
                      </a:cubicBezTo>
                      <a:cubicBezTo>
                        <a:pt x="130" y="212"/>
                        <a:pt x="130" y="212"/>
                        <a:pt x="130" y="212"/>
                      </a:cubicBezTo>
                      <a:cubicBezTo>
                        <a:pt x="142" y="213"/>
                        <a:pt x="142" y="213"/>
                        <a:pt x="142" y="213"/>
                      </a:cubicBezTo>
                      <a:cubicBezTo>
                        <a:pt x="147" y="225"/>
                        <a:pt x="147" y="225"/>
                        <a:pt x="147" y="225"/>
                      </a:cubicBezTo>
                      <a:cubicBezTo>
                        <a:pt x="147" y="225"/>
                        <a:pt x="163" y="226"/>
                        <a:pt x="165" y="232"/>
                      </a:cubicBezTo>
                      <a:cubicBezTo>
                        <a:pt x="167" y="238"/>
                        <a:pt x="158" y="243"/>
                        <a:pt x="158" y="243"/>
                      </a:cubicBezTo>
                      <a:cubicBezTo>
                        <a:pt x="159" y="273"/>
                        <a:pt x="159" y="273"/>
                        <a:pt x="159" y="273"/>
                      </a:cubicBezTo>
                      <a:cubicBezTo>
                        <a:pt x="155" y="284"/>
                        <a:pt x="155" y="284"/>
                        <a:pt x="155" y="284"/>
                      </a:cubicBezTo>
                      <a:cubicBezTo>
                        <a:pt x="159" y="298"/>
                        <a:pt x="159" y="298"/>
                        <a:pt x="159" y="298"/>
                      </a:cubicBezTo>
                      <a:cubicBezTo>
                        <a:pt x="159" y="298"/>
                        <a:pt x="146" y="302"/>
                        <a:pt x="146" y="316"/>
                      </a:cubicBezTo>
                      <a:cubicBezTo>
                        <a:pt x="146" y="330"/>
                        <a:pt x="144" y="336"/>
                        <a:pt x="134" y="336"/>
                      </a:cubicBezTo>
                      <a:cubicBezTo>
                        <a:pt x="124" y="336"/>
                        <a:pt x="131" y="314"/>
                        <a:pt x="127" y="311"/>
                      </a:cubicBezTo>
                      <a:cubicBezTo>
                        <a:pt x="123" y="308"/>
                        <a:pt x="120" y="324"/>
                        <a:pt x="112" y="326"/>
                      </a:cubicBezTo>
                      <a:cubicBezTo>
                        <a:pt x="104" y="328"/>
                        <a:pt x="90" y="327"/>
                        <a:pt x="90" y="327"/>
                      </a:cubicBezTo>
                      <a:cubicBezTo>
                        <a:pt x="81" y="298"/>
                        <a:pt x="81" y="298"/>
                        <a:pt x="81" y="298"/>
                      </a:cubicBezTo>
                      <a:cubicBezTo>
                        <a:pt x="81" y="298"/>
                        <a:pt x="70" y="296"/>
                        <a:pt x="64" y="297"/>
                      </a:cubicBezTo>
                      <a:cubicBezTo>
                        <a:pt x="58" y="298"/>
                        <a:pt x="71" y="316"/>
                        <a:pt x="71" y="316"/>
                      </a:cubicBezTo>
                      <a:cubicBezTo>
                        <a:pt x="71" y="316"/>
                        <a:pt x="62" y="324"/>
                        <a:pt x="58" y="329"/>
                      </a:cubicBezTo>
                      <a:cubicBezTo>
                        <a:pt x="54" y="334"/>
                        <a:pt x="30" y="325"/>
                        <a:pt x="24" y="323"/>
                      </a:cubicBezTo>
                      <a:cubicBezTo>
                        <a:pt x="18" y="321"/>
                        <a:pt x="25" y="346"/>
                        <a:pt x="25" y="346"/>
                      </a:cubicBezTo>
                      <a:cubicBezTo>
                        <a:pt x="18" y="346"/>
                        <a:pt x="18" y="346"/>
                        <a:pt x="18" y="346"/>
                      </a:cubicBezTo>
                      <a:cubicBezTo>
                        <a:pt x="35" y="359"/>
                        <a:pt x="35" y="359"/>
                        <a:pt x="35" y="359"/>
                      </a:cubicBezTo>
                      <a:cubicBezTo>
                        <a:pt x="26" y="368"/>
                        <a:pt x="26" y="368"/>
                        <a:pt x="26" y="368"/>
                      </a:cubicBezTo>
                      <a:cubicBezTo>
                        <a:pt x="38" y="376"/>
                        <a:pt x="38" y="376"/>
                        <a:pt x="38" y="376"/>
                      </a:cubicBezTo>
                      <a:cubicBezTo>
                        <a:pt x="38" y="376"/>
                        <a:pt x="42" y="389"/>
                        <a:pt x="38" y="398"/>
                      </a:cubicBezTo>
                      <a:cubicBezTo>
                        <a:pt x="34" y="407"/>
                        <a:pt x="19" y="389"/>
                        <a:pt x="19" y="389"/>
                      </a:cubicBezTo>
                      <a:cubicBezTo>
                        <a:pt x="5" y="398"/>
                        <a:pt x="5" y="398"/>
                        <a:pt x="5" y="398"/>
                      </a:cubicBezTo>
                      <a:cubicBezTo>
                        <a:pt x="0" y="411"/>
                        <a:pt x="0" y="411"/>
                        <a:pt x="0" y="411"/>
                      </a:cubicBezTo>
                      <a:cubicBezTo>
                        <a:pt x="36" y="442"/>
                        <a:pt x="36" y="442"/>
                        <a:pt x="36" y="442"/>
                      </a:cubicBezTo>
                      <a:cubicBezTo>
                        <a:pt x="37" y="454"/>
                        <a:pt x="37" y="454"/>
                        <a:pt x="37" y="454"/>
                      </a:cubicBezTo>
                      <a:cubicBezTo>
                        <a:pt x="46" y="466"/>
                        <a:pt x="46" y="466"/>
                        <a:pt x="46" y="466"/>
                      </a:cubicBezTo>
                      <a:cubicBezTo>
                        <a:pt x="50" y="460"/>
                        <a:pt x="50" y="460"/>
                        <a:pt x="50" y="460"/>
                      </a:cubicBezTo>
                      <a:cubicBezTo>
                        <a:pt x="61" y="460"/>
                        <a:pt x="61" y="460"/>
                        <a:pt x="61" y="460"/>
                      </a:cubicBezTo>
                      <a:cubicBezTo>
                        <a:pt x="61" y="446"/>
                        <a:pt x="61" y="446"/>
                        <a:pt x="61" y="446"/>
                      </a:cubicBezTo>
                      <a:cubicBezTo>
                        <a:pt x="61" y="446"/>
                        <a:pt x="75" y="433"/>
                        <a:pt x="82" y="432"/>
                      </a:cubicBezTo>
                      <a:cubicBezTo>
                        <a:pt x="89" y="431"/>
                        <a:pt x="91" y="448"/>
                        <a:pt x="91" y="448"/>
                      </a:cubicBezTo>
                      <a:cubicBezTo>
                        <a:pt x="98" y="445"/>
                        <a:pt x="98" y="445"/>
                        <a:pt x="98" y="445"/>
                      </a:cubicBezTo>
                      <a:cubicBezTo>
                        <a:pt x="98" y="445"/>
                        <a:pt x="102" y="466"/>
                        <a:pt x="114" y="461"/>
                      </a:cubicBezTo>
                      <a:cubicBezTo>
                        <a:pt x="126" y="456"/>
                        <a:pt x="125" y="440"/>
                        <a:pt x="125" y="440"/>
                      </a:cubicBezTo>
                      <a:cubicBezTo>
                        <a:pt x="138" y="441"/>
                        <a:pt x="138" y="441"/>
                        <a:pt x="138" y="441"/>
                      </a:cubicBezTo>
                      <a:cubicBezTo>
                        <a:pt x="138" y="441"/>
                        <a:pt x="148" y="425"/>
                        <a:pt x="155" y="432"/>
                      </a:cubicBezTo>
                      <a:cubicBezTo>
                        <a:pt x="162" y="439"/>
                        <a:pt x="144" y="462"/>
                        <a:pt x="159" y="462"/>
                      </a:cubicBezTo>
                      <a:cubicBezTo>
                        <a:pt x="174" y="462"/>
                        <a:pt x="177" y="457"/>
                        <a:pt x="184" y="448"/>
                      </a:cubicBezTo>
                      <a:cubicBezTo>
                        <a:pt x="191" y="439"/>
                        <a:pt x="203" y="418"/>
                        <a:pt x="209" y="418"/>
                      </a:cubicBezTo>
                      <a:cubicBezTo>
                        <a:pt x="215" y="418"/>
                        <a:pt x="225" y="415"/>
                        <a:pt x="225" y="415"/>
                      </a:cubicBezTo>
                      <a:cubicBezTo>
                        <a:pt x="242" y="385"/>
                        <a:pt x="242" y="385"/>
                        <a:pt x="242" y="385"/>
                      </a:cubicBezTo>
                      <a:cubicBezTo>
                        <a:pt x="241" y="318"/>
                        <a:pt x="241" y="318"/>
                        <a:pt x="241" y="318"/>
                      </a:cubicBezTo>
                      <a:cubicBezTo>
                        <a:pt x="241" y="318"/>
                        <a:pt x="259" y="311"/>
                        <a:pt x="260" y="302"/>
                      </a:cubicBezTo>
                      <a:cubicBezTo>
                        <a:pt x="261" y="293"/>
                        <a:pt x="261" y="270"/>
                        <a:pt x="268" y="267"/>
                      </a:cubicBezTo>
                      <a:cubicBezTo>
                        <a:pt x="275" y="264"/>
                        <a:pt x="288" y="258"/>
                        <a:pt x="298" y="251"/>
                      </a:cubicBezTo>
                      <a:cubicBezTo>
                        <a:pt x="308" y="244"/>
                        <a:pt x="314" y="229"/>
                        <a:pt x="314" y="229"/>
                      </a:cubicBezTo>
                      <a:cubicBezTo>
                        <a:pt x="317" y="197"/>
                        <a:pt x="317" y="197"/>
                        <a:pt x="317" y="197"/>
                      </a:cubicBezTo>
                      <a:cubicBezTo>
                        <a:pt x="317" y="197"/>
                        <a:pt x="327" y="189"/>
                        <a:pt x="327" y="178"/>
                      </a:cubicBezTo>
                      <a:cubicBezTo>
                        <a:pt x="327" y="167"/>
                        <a:pt x="318" y="160"/>
                        <a:pt x="320" y="152"/>
                      </a:cubicBezTo>
                      <a:cubicBezTo>
                        <a:pt x="322" y="144"/>
                        <a:pt x="332" y="136"/>
                        <a:pt x="331" y="125"/>
                      </a:cubicBezTo>
                      <a:cubicBezTo>
                        <a:pt x="330" y="114"/>
                        <a:pt x="323" y="87"/>
                        <a:pt x="332" y="77"/>
                      </a:cubicBezTo>
                      <a:cubicBezTo>
                        <a:pt x="341" y="67"/>
                        <a:pt x="356" y="38"/>
                        <a:pt x="356" y="30"/>
                      </a:cubicBezTo>
                      <a:cubicBezTo>
                        <a:pt x="356" y="22"/>
                        <a:pt x="356" y="11"/>
                        <a:pt x="356" y="11"/>
                      </a:cubicBezTo>
                      <a:cubicBezTo>
                        <a:pt x="347" y="4"/>
                        <a:pt x="347" y="4"/>
                        <a:pt x="347" y="4"/>
                      </a:cubicBezTo>
                      <a:cubicBezTo>
                        <a:pt x="347" y="4"/>
                        <a:pt x="343" y="10"/>
                        <a:pt x="332" y="9"/>
                      </a:cubicBezTo>
                      <a:cubicBezTo>
                        <a:pt x="321" y="8"/>
                        <a:pt x="307" y="0"/>
                        <a:pt x="301" y="0"/>
                      </a:cubicBezTo>
                      <a:cubicBezTo>
                        <a:pt x="295" y="0"/>
                        <a:pt x="282" y="11"/>
                        <a:pt x="282" y="11"/>
                      </a:cubicBezTo>
                      <a:cubicBezTo>
                        <a:pt x="262" y="10"/>
                        <a:pt x="262" y="10"/>
                        <a:pt x="262" y="10"/>
                      </a:cubicBezTo>
                      <a:cubicBezTo>
                        <a:pt x="252" y="31"/>
                        <a:pt x="252" y="31"/>
                        <a:pt x="252" y="31"/>
                      </a:cubicBezTo>
                      <a:cubicBezTo>
                        <a:pt x="252" y="31"/>
                        <a:pt x="262" y="44"/>
                        <a:pt x="260" y="51"/>
                      </a:cubicBezTo>
                      <a:cubicBezTo>
                        <a:pt x="258" y="58"/>
                        <a:pt x="242" y="77"/>
                        <a:pt x="242" y="7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6" name="Freeform 313"/>
                <p:cNvSpPr>
                  <a:spLocks/>
                </p:cNvSpPr>
                <p:nvPr/>
              </p:nvSpPr>
              <p:spPr bwMode="gray">
                <a:xfrm>
                  <a:off x="-4028" y="-12914"/>
                  <a:ext cx="1845" cy="2490"/>
                </a:xfrm>
                <a:custGeom>
                  <a:avLst/>
                  <a:gdLst>
                    <a:gd name="T0" fmla="*/ 569 w 781"/>
                    <a:gd name="T1" fmla="*/ 46 h 1054"/>
                    <a:gd name="T2" fmla="*/ 443 w 781"/>
                    <a:gd name="T3" fmla="*/ 56 h 1054"/>
                    <a:gd name="T4" fmla="*/ 143 w 781"/>
                    <a:gd name="T5" fmla="*/ 56 h 1054"/>
                    <a:gd name="T6" fmla="*/ 101 w 781"/>
                    <a:gd name="T7" fmla="*/ 398 h 1054"/>
                    <a:gd name="T8" fmla="*/ 41 w 781"/>
                    <a:gd name="T9" fmla="*/ 434 h 1054"/>
                    <a:gd name="T10" fmla="*/ 30 w 781"/>
                    <a:gd name="T11" fmla="*/ 468 h 1054"/>
                    <a:gd name="T12" fmla="*/ 15 w 781"/>
                    <a:gd name="T13" fmla="*/ 504 h 1054"/>
                    <a:gd name="T14" fmla="*/ 11 w 781"/>
                    <a:gd name="T15" fmla="*/ 565 h 1054"/>
                    <a:gd name="T16" fmla="*/ 42 w 781"/>
                    <a:gd name="T17" fmla="*/ 598 h 1054"/>
                    <a:gd name="T18" fmla="*/ 56 w 781"/>
                    <a:gd name="T19" fmla="*/ 634 h 1054"/>
                    <a:gd name="T20" fmla="*/ 93 w 781"/>
                    <a:gd name="T21" fmla="*/ 714 h 1054"/>
                    <a:gd name="T22" fmla="*/ 83 w 781"/>
                    <a:gd name="T23" fmla="*/ 771 h 1054"/>
                    <a:gd name="T24" fmla="*/ 116 w 781"/>
                    <a:gd name="T25" fmla="*/ 797 h 1054"/>
                    <a:gd name="T26" fmla="*/ 171 w 781"/>
                    <a:gd name="T27" fmla="*/ 826 h 1054"/>
                    <a:gd name="T28" fmla="*/ 208 w 781"/>
                    <a:gd name="T29" fmla="*/ 878 h 1054"/>
                    <a:gd name="T30" fmla="*/ 225 w 781"/>
                    <a:gd name="T31" fmla="*/ 904 h 1054"/>
                    <a:gd name="T32" fmla="*/ 256 w 781"/>
                    <a:gd name="T33" fmla="*/ 932 h 1054"/>
                    <a:gd name="T34" fmla="*/ 285 w 781"/>
                    <a:gd name="T35" fmla="*/ 981 h 1054"/>
                    <a:gd name="T36" fmla="*/ 333 w 781"/>
                    <a:gd name="T37" fmla="*/ 994 h 1054"/>
                    <a:gd name="T38" fmla="*/ 390 w 781"/>
                    <a:gd name="T39" fmla="*/ 1017 h 1054"/>
                    <a:gd name="T40" fmla="*/ 431 w 781"/>
                    <a:gd name="T41" fmla="*/ 1049 h 1054"/>
                    <a:gd name="T42" fmla="*/ 474 w 781"/>
                    <a:gd name="T43" fmla="*/ 1037 h 1054"/>
                    <a:gd name="T44" fmla="*/ 508 w 781"/>
                    <a:gd name="T45" fmla="*/ 1039 h 1054"/>
                    <a:gd name="T46" fmla="*/ 553 w 781"/>
                    <a:gd name="T47" fmla="*/ 1040 h 1054"/>
                    <a:gd name="T48" fmla="*/ 597 w 781"/>
                    <a:gd name="T49" fmla="*/ 995 h 1054"/>
                    <a:gd name="T50" fmla="*/ 669 w 781"/>
                    <a:gd name="T51" fmla="*/ 976 h 1054"/>
                    <a:gd name="T52" fmla="*/ 628 w 781"/>
                    <a:gd name="T53" fmla="*/ 912 h 1054"/>
                    <a:gd name="T54" fmla="*/ 610 w 781"/>
                    <a:gd name="T55" fmla="*/ 882 h 1054"/>
                    <a:gd name="T56" fmla="*/ 587 w 781"/>
                    <a:gd name="T57" fmla="*/ 846 h 1054"/>
                    <a:gd name="T58" fmla="*/ 542 w 781"/>
                    <a:gd name="T59" fmla="*/ 802 h 1054"/>
                    <a:gd name="T60" fmla="*/ 568 w 781"/>
                    <a:gd name="T61" fmla="*/ 792 h 1054"/>
                    <a:gd name="T62" fmla="*/ 580 w 781"/>
                    <a:gd name="T63" fmla="*/ 719 h 1054"/>
                    <a:gd name="T64" fmla="*/ 603 w 781"/>
                    <a:gd name="T65" fmla="*/ 656 h 1054"/>
                    <a:gd name="T66" fmla="*/ 621 w 781"/>
                    <a:gd name="T67" fmla="*/ 631 h 1054"/>
                    <a:gd name="T68" fmla="*/ 642 w 781"/>
                    <a:gd name="T69" fmla="*/ 596 h 1054"/>
                    <a:gd name="T70" fmla="*/ 677 w 781"/>
                    <a:gd name="T71" fmla="*/ 555 h 1054"/>
                    <a:gd name="T72" fmla="*/ 691 w 781"/>
                    <a:gd name="T73" fmla="*/ 471 h 1054"/>
                    <a:gd name="T74" fmla="*/ 696 w 781"/>
                    <a:gd name="T75" fmla="*/ 414 h 1054"/>
                    <a:gd name="T76" fmla="*/ 703 w 781"/>
                    <a:gd name="T77" fmla="*/ 346 h 1054"/>
                    <a:gd name="T78" fmla="*/ 733 w 781"/>
                    <a:gd name="T79" fmla="*/ 321 h 1054"/>
                    <a:gd name="T80" fmla="*/ 781 w 781"/>
                    <a:gd name="T81" fmla="*/ 271 h 1054"/>
                    <a:gd name="T82" fmla="*/ 722 w 781"/>
                    <a:gd name="T83" fmla="*/ 228 h 1054"/>
                    <a:gd name="T84" fmla="*/ 708 w 781"/>
                    <a:gd name="T85" fmla="*/ 127 h 1054"/>
                    <a:gd name="T86" fmla="*/ 696 w 781"/>
                    <a:gd name="T87" fmla="*/ 84 h 1054"/>
                    <a:gd name="T88" fmla="*/ 661 w 781"/>
                    <a:gd name="T89" fmla="*/ 23 h 1054"/>
                    <a:gd name="T90" fmla="*/ 618 w 781"/>
                    <a:gd name="T91" fmla="*/ 15 h 10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81" h="1054">
                      <a:moveTo>
                        <a:pt x="601" y="16"/>
                      </a:moveTo>
                      <a:cubicBezTo>
                        <a:pt x="601" y="16"/>
                        <a:pt x="601" y="39"/>
                        <a:pt x="591" y="43"/>
                      </a:cubicBezTo>
                      <a:cubicBezTo>
                        <a:pt x="581" y="47"/>
                        <a:pt x="579" y="43"/>
                        <a:pt x="569" y="46"/>
                      </a:cubicBezTo>
                      <a:cubicBezTo>
                        <a:pt x="559" y="49"/>
                        <a:pt x="560" y="70"/>
                        <a:pt x="547" y="77"/>
                      </a:cubicBezTo>
                      <a:cubicBezTo>
                        <a:pt x="534" y="84"/>
                        <a:pt x="522" y="59"/>
                        <a:pt x="522" y="59"/>
                      </a:cubicBezTo>
                      <a:cubicBezTo>
                        <a:pt x="443" y="56"/>
                        <a:pt x="443" y="56"/>
                        <a:pt x="443" y="56"/>
                      </a:cubicBezTo>
                      <a:cubicBezTo>
                        <a:pt x="443" y="56"/>
                        <a:pt x="445" y="46"/>
                        <a:pt x="438" y="48"/>
                      </a:cubicBezTo>
                      <a:cubicBezTo>
                        <a:pt x="431" y="50"/>
                        <a:pt x="429" y="60"/>
                        <a:pt x="429" y="60"/>
                      </a:cubicBezTo>
                      <a:cubicBezTo>
                        <a:pt x="143" y="56"/>
                        <a:pt x="143" y="56"/>
                        <a:pt x="143" y="56"/>
                      </a:cubicBezTo>
                      <a:cubicBezTo>
                        <a:pt x="144" y="164"/>
                        <a:pt x="144" y="164"/>
                        <a:pt x="144" y="164"/>
                      </a:cubicBezTo>
                      <a:cubicBezTo>
                        <a:pt x="96" y="165"/>
                        <a:pt x="96" y="165"/>
                        <a:pt x="96" y="165"/>
                      </a:cubicBezTo>
                      <a:cubicBezTo>
                        <a:pt x="101" y="398"/>
                        <a:pt x="101" y="398"/>
                        <a:pt x="101" y="398"/>
                      </a:cubicBezTo>
                      <a:cubicBezTo>
                        <a:pt x="101" y="398"/>
                        <a:pt x="69" y="393"/>
                        <a:pt x="56" y="397"/>
                      </a:cubicBezTo>
                      <a:cubicBezTo>
                        <a:pt x="43" y="401"/>
                        <a:pt x="52" y="412"/>
                        <a:pt x="54" y="420"/>
                      </a:cubicBezTo>
                      <a:cubicBezTo>
                        <a:pt x="56" y="428"/>
                        <a:pt x="47" y="428"/>
                        <a:pt x="41" y="434"/>
                      </a:cubicBezTo>
                      <a:cubicBezTo>
                        <a:pt x="35" y="440"/>
                        <a:pt x="37" y="452"/>
                        <a:pt x="37" y="452"/>
                      </a:cubicBezTo>
                      <a:cubicBezTo>
                        <a:pt x="27" y="452"/>
                        <a:pt x="27" y="452"/>
                        <a:pt x="27" y="452"/>
                      </a:cubicBezTo>
                      <a:cubicBezTo>
                        <a:pt x="30" y="468"/>
                        <a:pt x="30" y="468"/>
                        <a:pt x="30" y="468"/>
                      </a:cubicBezTo>
                      <a:cubicBezTo>
                        <a:pt x="35" y="479"/>
                        <a:pt x="35" y="479"/>
                        <a:pt x="35" y="479"/>
                      </a:cubicBezTo>
                      <a:cubicBezTo>
                        <a:pt x="24" y="486"/>
                        <a:pt x="24" y="486"/>
                        <a:pt x="24" y="486"/>
                      </a:cubicBezTo>
                      <a:cubicBezTo>
                        <a:pt x="24" y="486"/>
                        <a:pt x="9" y="494"/>
                        <a:pt x="15" y="504"/>
                      </a:cubicBezTo>
                      <a:cubicBezTo>
                        <a:pt x="21" y="514"/>
                        <a:pt x="24" y="518"/>
                        <a:pt x="22" y="527"/>
                      </a:cubicBezTo>
                      <a:cubicBezTo>
                        <a:pt x="20" y="536"/>
                        <a:pt x="6" y="536"/>
                        <a:pt x="3" y="547"/>
                      </a:cubicBezTo>
                      <a:cubicBezTo>
                        <a:pt x="0" y="558"/>
                        <a:pt x="6" y="563"/>
                        <a:pt x="11" y="565"/>
                      </a:cubicBezTo>
                      <a:cubicBezTo>
                        <a:pt x="16" y="567"/>
                        <a:pt x="21" y="557"/>
                        <a:pt x="28" y="560"/>
                      </a:cubicBezTo>
                      <a:cubicBezTo>
                        <a:pt x="35" y="563"/>
                        <a:pt x="33" y="590"/>
                        <a:pt x="33" y="590"/>
                      </a:cubicBezTo>
                      <a:cubicBezTo>
                        <a:pt x="42" y="598"/>
                        <a:pt x="42" y="598"/>
                        <a:pt x="42" y="598"/>
                      </a:cubicBezTo>
                      <a:cubicBezTo>
                        <a:pt x="31" y="603"/>
                        <a:pt x="31" y="603"/>
                        <a:pt x="31" y="603"/>
                      </a:cubicBezTo>
                      <a:cubicBezTo>
                        <a:pt x="35" y="620"/>
                        <a:pt x="35" y="620"/>
                        <a:pt x="35" y="620"/>
                      </a:cubicBezTo>
                      <a:cubicBezTo>
                        <a:pt x="35" y="620"/>
                        <a:pt x="44" y="621"/>
                        <a:pt x="56" y="634"/>
                      </a:cubicBezTo>
                      <a:cubicBezTo>
                        <a:pt x="68" y="647"/>
                        <a:pt x="50" y="643"/>
                        <a:pt x="50" y="643"/>
                      </a:cubicBezTo>
                      <a:cubicBezTo>
                        <a:pt x="52" y="659"/>
                        <a:pt x="52" y="659"/>
                        <a:pt x="52" y="659"/>
                      </a:cubicBezTo>
                      <a:cubicBezTo>
                        <a:pt x="52" y="659"/>
                        <a:pt x="89" y="692"/>
                        <a:pt x="93" y="714"/>
                      </a:cubicBezTo>
                      <a:cubicBezTo>
                        <a:pt x="97" y="736"/>
                        <a:pt x="82" y="743"/>
                        <a:pt x="81" y="753"/>
                      </a:cubicBezTo>
                      <a:cubicBezTo>
                        <a:pt x="80" y="763"/>
                        <a:pt x="89" y="760"/>
                        <a:pt x="89" y="760"/>
                      </a:cubicBezTo>
                      <a:cubicBezTo>
                        <a:pt x="83" y="771"/>
                        <a:pt x="83" y="771"/>
                        <a:pt x="83" y="771"/>
                      </a:cubicBezTo>
                      <a:cubicBezTo>
                        <a:pt x="117" y="774"/>
                        <a:pt x="117" y="774"/>
                        <a:pt x="117" y="774"/>
                      </a:cubicBezTo>
                      <a:cubicBezTo>
                        <a:pt x="117" y="781"/>
                        <a:pt x="117" y="781"/>
                        <a:pt x="117" y="781"/>
                      </a:cubicBezTo>
                      <a:cubicBezTo>
                        <a:pt x="117" y="781"/>
                        <a:pt x="110" y="789"/>
                        <a:pt x="116" y="797"/>
                      </a:cubicBezTo>
                      <a:cubicBezTo>
                        <a:pt x="122" y="805"/>
                        <a:pt x="152" y="803"/>
                        <a:pt x="152" y="803"/>
                      </a:cubicBezTo>
                      <a:cubicBezTo>
                        <a:pt x="152" y="816"/>
                        <a:pt x="152" y="816"/>
                        <a:pt x="152" y="816"/>
                      </a:cubicBezTo>
                      <a:cubicBezTo>
                        <a:pt x="152" y="816"/>
                        <a:pt x="168" y="815"/>
                        <a:pt x="171" y="826"/>
                      </a:cubicBezTo>
                      <a:cubicBezTo>
                        <a:pt x="174" y="837"/>
                        <a:pt x="159" y="831"/>
                        <a:pt x="165" y="841"/>
                      </a:cubicBezTo>
                      <a:cubicBezTo>
                        <a:pt x="171" y="851"/>
                        <a:pt x="185" y="853"/>
                        <a:pt x="192" y="854"/>
                      </a:cubicBezTo>
                      <a:cubicBezTo>
                        <a:pt x="199" y="855"/>
                        <a:pt x="208" y="878"/>
                        <a:pt x="208" y="878"/>
                      </a:cubicBezTo>
                      <a:cubicBezTo>
                        <a:pt x="208" y="878"/>
                        <a:pt x="223" y="879"/>
                        <a:pt x="223" y="887"/>
                      </a:cubicBezTo>
                      <a:cubicBezTo>
                        <a:pt x="223" y="895"/>
                        <a:pt x="216" y="889"/>
                        <a:pt x="217" y="895"/>
                      </a:cubicBezTo>
                      <a:cubicBezTo>
                        <a:pt x="218" y="901"/>
                        <a:pt x="225" y="904"/>
                        <a:pt x="225" y="904"/>
                      </a:cubicBezTo>
                      <a:cubicBezTo>
                        <a:pt x="224" y="917"/>
                        <a:pt x="224" y="917"/>
                        <a:pt x="224" y="917"/>
                      </a:cubicBezTo>
                      <a:cubicBezTo>
                        <a:pt x="239" y="918"/>
                        <a:pt x="239" y="918"/>
                        <a:pt x="239" y="918"/>
                      </a:cubicBezTo>
                      <a:cubicBezTo>
                        <a:pt x="239" y="918"/>
                        <a:pt x="248" y="924"/>
                        <a:pt x="256" y="932"/>
                      </a:cubicBezTo>
                      <a:cubicBezTo>
                        <a:pt x="264" y="940"/>
                        <a:pt x="260" y="954"/>
                        <a:pt x="260" y="954"/>
                      </a:cubicBezTo>
                      <a:cubicBezTo>
                        <a:pt x="264" y="962"/>
                        <a:pt x="264" y="962"/>
                        <a:pt x="264" y="962"/>
                      </a:cubicBezTo>
                      <a:cubicBezTo>
                        <a:pt x="285" y="981"/>
                        <a:pt x="285" y="981"/>
                        <a:pt x="285" y="981"/>
                      </a:cubicBezTo>
                      <a:cubicBezTo>
                        <a:pt x="285" y="995"/>
                        <a:pt x="285" y="995"/>
                        <a:pt x="285" y="995"/>
                      </a:cubicBezTo>
                      <a:cubicBezTo>
                        <a:pt x="316" y="1010"/>
                        <a:pt x="316" y="1010"/>
                        <a:pt x="316" y="1010"/>
                      </a:cubicBezTo>
                      <a:cubicBezTo>
                        <a:pt x="316" y="1010"/>
                        <a:pt x="324" y="994"/>
                        <a:pt x="333" y="994"/>
                      </a:cubicBezTo>
                      <a:cubicBezTo>
                        <a:pt x="342" y="994"/>
                        <a:pt x="343" y="1006"/>
                        <a:pt x="354" y="1006"/>
                      </a:cubicBezTo>
                      <a:cubicBezTo>
                        <a:pt x="365" y="1006"/>
                        <a:pt x="364" y="988"/>
                        <a:pt x="371" y="988"/>
                      </a:cubicBezTo>
                      <a:cubicBezTo>
                        <a:pt x="378" y="988"/>
                        <a:pt x="382" y="1005"/>
                        <a:pt x="390" y="1017"/>
                      </a:cubicBezTo>
                      <a:cubicBezTo>
                        <a:pt x="398" y="1029"/>
                        <a:pt x="417" y="1033"/>
                        <a:pt x="417" y="1033"/>
                      </a:cubicBezTo>
                      <a:cubicBezTo>
                        <a:pt x="420" y="1047"/>
                        <a:pt x="420" y="1047"/>
                        <a:pt x="420" y="1047"/>
                      </a:cubicBezTo>
                      <a:cubicBezTo>
                        <a:pt x="431" y="1049"/>
                        <a:pt x="431" y="1049"/>
                        <a:pt x="431" y="1049"/>
                      </a:cubicBezTo>
                      <a:cubicBezTo>
                        <a:pt x="431" y="1049"/>
                        <a:pt x="442" y="1036"/>
                        <a:pt x="447" y="1036"/>
                      </a:cubicBezTo>
                      <a:cubicBezTo>
                        <a:pt x="452" y="1036"/>
                        <a:pt x="461" y="1043"/>
                        <a:pt x="467" y="1044"/>
                      </a:cubicBezTo>
                      <a:cubicBezTo>
                        <a:pt x="473" y="1045"/>
                        <a:pt x="474" y="1037"/>
                        <a:pt x="474" y="1037"/>
                      </a:cubicBezTo>
                      <a:cubicBezTo>
                        <a:pt x="481" y="1036"/>
                        <a:pt x="481" y="1036"/>
                        <a:pt x="481" y="1036"/>
                      </a:cubicBezTo>
                      <a:cubicBezTo>
                        <a:pt x="495" y="1054"/>
                        <a:pt x="495" y="1054"/>
                        <a:pt x="495" y="1054"/>
                      </a:cubicBezTo>
                      <a:cubicBezTo>
                        <a:pt x="508" y="1039"/>
                        <a:pt x="508" y="1039"/>
                        <a:pt x="508" y="1039"/>
                      </a:cubicBezTo>
                      <a:cubicBezTo>
                        <a:pt x="524" y="1040"/>
                        <a:pt x="524" y="1040"/>
                        <a:pt x="524" y="1040"/>
                      </a:cubicBezTo>
                      <a:cubicBezTo>
                        <a:pt x="524" y="1040"/>
                        <a:pt x="531" y="1032"/>
                        <a:pt x="536" y="1032"/>
                      </a:cubicBezTo>
                      <a:cubicBezTo>
                        <a:pt x="541" y="1032"/>
                        <a:pt x="540" y="1038"/>
                        <a:pt x="553" y="1040"/>
                      </a:cubicBezTo>
                      <a:cubicBezTo>
                        <a:pt x="566" y="1042"/>
                        <a:pt x="575" y="1015"/>
                        <a:pt x="575" y="1015"/>
                      </a:cubicBezTo>
                      <a:cubicBezTo>
                        <a:pt x="583" y="1015"/>
                        <a:pt x="583" y="1015"/>
                        <a:pt x="583" y="1015"/>
                      </a:cubicBezTo>
                      <a:cubicBezTo>
                        <a:pt x="597" y="995"/>
                        <a:pt x="597" y="995"/>
                        <a:pt x="597" y="995"/>
                      </a:cubicBezTo>
                      <a:cubicBezTo>
                        <a:pt x="657" y="994"/>
                        <a:pt x="657" y="994"/>
                        <a:pt x="657" y="994"/>
                      </a:cubicBezTo>
                      <a:cubicBezTo>
                        <a:pt x="670" y="986"/>
                        <a:pt x="670" y="986"/>
                        <a:pt x="670" y="986"/>
                      </a:cubicBezTo>
                      <a:cubicBezTo>
                        <a:pt x="669" y="976"/>
                        <a:pt x="669" y="976"/>
                        <a:pt x="669" y="976"/>
                      </a:cubicBezTo>
                      <a:cubicBezTo>
                        <a:pt x="669" y="976"/>
                        <a:pt x="670" y="962"/>
                        <a:pt x="665" y="954"/>
                      </a:cubicBezTo>
                      <a:cubicBezTo>
                        <a:pt x="660" y="946"/>
                        <a:pt x="650" y="955"/>
                        <a:pt x="640" y="947"/>
                      </a:cubicBezTo>
                      <a:cubicBezTo>
                        <a:pt x="630" y="939"/>
                        <a:pt x="628" y="912"/>
                        <a:pt x="628" y="912"/>
                      </a:cubicBezTo>
                      <a:cubicBezTo>
                        <a:pt x="621" y="908"/>
                        <a:pt x="621" y="908"/>
                        <a:pt x="621" y="908"/>
                      </a:cubicBezTo>
                      <a:cubicBezTo>
                        <a:pt x="619" y="883"/>
                        <a:pt x="619" y="883"/>
                        <a:pt x="619" y="883"/>
                      </a:cubicBezTo>
                      <a:cubicBezTo>
                        <a:pt x="610" y="882"/>
                        <a:pt x="610" y="882"/>
                        <a:pt x="610" y="882"/>
                      </a:cubicBezTo>
                      <a:cubicBezTo>
                        <a:pt x="607" y="869"/>
                        <a:pt x="607" y="869"/>
                        <a:pt x="607" y="869"/>
                      </a:cubicBezTo>
                      <a:cubicBezTo>
                        <a:pt x="607" y="869"/>
                        <a:pt x="596" y="871"/>
                        <a:pt x="592" y="866"/>
                      </a:cubicBezTo>
                      <a:cubicBezTo>
                        <a:pt x="588" y="861"/>
                        <a:pt x="587" y="846"/>
                        <a:pt x="587" y="846"/>
                      </a:cubicBezTo>
                      <a:cubicBezTo>
                        <a:pt x="587" y="846"/>
                        <a:pt x="570" y="831"/>
                        <a:pt x="562" y="827"/>
                      </a:cubicBezTo>
                      <a:cubicBezTo>
                        <a:pt x="554" y="823"/>
                        <a:pt x="538" y="829"/>
                        <a:pt x="535" y="824"/>
                      </a:cubicBezTo>
                      <a:cubicBezTo>
                        <a:pt x="532" y="819"/>
                        <a:pt x="542" y="802"/>
                        <a:pt x="542" y="802"/>
                      </a:cubicBezTo>
                      <a:cubicBezTo>
                        <a:pt x="540" y="786"/>
                        <a:pt x="540" y="786"/>
                        <a:pt x="540" y="786"/>
                      </a:cubicBezTo>
                      <a:cubicBezTo>
                        <a:pt x="563" y="787"/>
                        <a:pt x="563" y="787"/>
                        <a:pt x="563" y="787"/>
                      </a:cubicBezTo>
                      <a:cubicBezTo>
                        <a:pt x="568" y="792"/>
                        <a:pt x="568" y="792"/>
                        <a:pt x="568" y="792"/>
                      </a:cubicBezTo>
                      <a:cubicBezTo>
                        <a:pt x="568" y="792"/>
                        <a:pt x="575" y="787"/>
                        <a:pt x="582" y="782"/>
                      </a:cubicBezTo>
                      <a:cubicBezTo>
                        <a:pt x="589" y="777"/>
                        <a:pt x="586" y="746"/>
                        <a:pt x="586" y="746"/>
                      </a:cubicBezTo>
                      <a:cubicBezTo>
                        <a:pt x="586" y="746"/>
                        <a:pt x="579" y="727"/>
                        <a:pt x="580" y="719"/>
                      </a:cubicBezTo>
                      <a:cubicBezTo>
                        <a:pt x="581" y="711"/>
                        <a:pt x="596" y="700"/>
                        <a:pt x="597" y="697"/>
                      </a:cubicBezTo>
                      <a:cubicBezTo>
                        <a:pt x="598" y="694"/>
                        <a:pt x="592" y="683"/>
                        <a:pt x="592" y="676"/>
                      </a:cubicBezTo>
                      <a:cubicBezTo>
                        <a:pt x="592" y="669"/>
                        <a:pt x="598" y="656"/>
                        <a:pt x="603" y="656"/>
                      </a:cubicBezTo>
                      <a:cubicBezTo>
                        <a:pt x="608" y="656"/>
                        <a:pt x="610" y="667"/>
                        <a:pt x="610" y="667"/>
                      </a:cubicBezTo>
                      <a:cubicBezTo>
                        <a:pt x="610" y="667"/>
                        <a:pt x="616" y="670"/>
                        <a:pt x="622" y="662"/>
                      </a:cubicBezTo>
                      <a:cubicBezTo>
                        <a:pt x="628" y="654"/>
                        <a:pt x="621" y="631"/>
                        <a:pt x="621" y="631"/>
                      </a:cubicBezTo>
                      <a:cubicBezTo>
                        <a:pt x="628" y="620"/>
                        <a:pt x="628" y="620"/>
                        <a:pt x="628" y="620"/>
                      </a:cubicBezTo>
                      <a:cubicBezTo>
                        <a:pt x="626" y="605"/>
                        <a:pt x="626" y="605"/>
                        <a:pt x="626" y="605"/>
                      </a:cubicBezTo>
                      <a:cubicBezTo>
                        <a:pt x="626" y="605"/>
                        <a:pt x="637" y="601"/>
                        <a:pt x="642" y="596"/>
                      </a:cubicBezTo>
                      <a:cubicBezTo>
                        <a:pt x="647" y="591"/>
                        <a:pt x="642" y="581"/>
                        <a:pt x="643" y="576"/>
                      </a:cubicBezTo>
                      <a:cubicBezTo>
                        <a:pt x="644" y="571"/>
                        <a:pt x="655" y="557"/>
                        <a:pt x="655" y="557"/>
                      </a:cubicBezTo>
                      <a:cubicBezTo>
                        <a:pt x="677" y="555"/>
                        <a:pt x="677" y="555"/>
                        <a:pt x="677" y="555"/>
                      </a:cubicBezTo>
                      <a:cubicBezTo>
                        <a:pt x="677" y="555"/>
                        <a:pt x="675" y="537"/>
                        <a:pt x="675" y="529"/>
                      </a:cubicBezTo>
                      <a:cubicBezTo>
                        <a:pt x="675" y="521"/>
                        <a:pt x="691" y="501"/>
                        <a:pt x="691" y="501"/>
                      </a:cubicBezTo>
                      <a:cubicBezTo>
                        <a:pt x="691" y="471"/>
                        <a:pt x="691" y="471"/>
                        <a:pt x="691" y="471"/>
                      </a:cubicBezTo>
                      <a:cubicBezTo>
                        <a:pt x="689" y="438"/>
                        <a:pt x="689" y="438"/>
                        <a:pt x="689" y="438"/>
                      </a:cubicBezTo>
                      <a:cubicBezTo>
                        <a:pt x="689" y="438"/>
                        <a:pt x="683" y="436"/>
                        <a:pt x="684" y="428"/>
                      </a:cubicBezTo>
                      <a:cubicBezTo>
                        <a:pt x="685" y="420"/>
                        <a:pt x="696" y="421"/>
                        <a:pt x="696" y="414"/>
                      </a:cubicBezTo>
                      <a:cubicBezTo>
                        <a:pt x="696" y="407"/>
                        <a:pt x="697" y="397"/>
                        <a:pt x="697" y="397"/>
                      </a:cubicBezTo>
                      <a:cubicBezTo>
                        <a:pt x="697" y="397"/>
                        <a:pt x="709" y="395"/>
                        <a:pt x="709" y="377"/>
                      </a:cubicBezTo>
                      <a:cubicBezTo>
                        <a:pt x="709" y="359"/>
                        <a:pt x="703" y="349"/>
                        <a:pt x="703" y="346"/>
                      </a:cubicBezTo>
                      <a:cubicBezTo>
                        <a:pt x="703" y="343"/>
                        <a:pt x="714" y="338"/>
                        <a:pt x="714" y="338"/>
                      </a:cubicBezTo>
                      <a:cubicBezTo>
                        <a:pt x="714" y="328"/>
                        <a:pt x="714" y="328"/>
                        <a:pt x="714" y="328"/>
                      </a:cubicBezTo>
                      <a:cubicBezTo>
                        <a:pt x="714" y="328"/>
                        <a:pt x="732" y="328"/>
                        <a:pt x="733" y="321"/>
                      </a:cubicBezTo>
                      <a:cubicBezTo>
                        <a:pt x="734" y="314"/>
                        <a:pt x="734" y="306"/>
                        <a:pt x="734" y="306"/>
                      </a:cubicBezTo>
                      <a:cubicBezTo>
                        <a:pt x="734" y="306"/>
                        <a:pt x="761" y="304"/>
                        <a:pt x="770" y="296"/>
                      </a:cubicBezTo>
                      <a:cubicBezTo>
                        <a:pt x="775" y="292"/>
                        <a:pt x="779" y="280"/>
                        <a:pt x="781" y="271"/>
                      </a:cubicBezTo>
                      <a:cubicBezTo>
                        <a:pt x="756" y="256"/>
                        <a:pt x="756" y="256"/>
                        <a:pt x="756" y="256"/>
                      </a:cubicBezTo>
                      <a:cubicBezTo>
                        <a:pt x="756" y="256"/>
                        <a:pt x="753" y="240"/>
                        <a:pt x="747" y="236"/>
                      </a:cubicBezTo>
                      <a:cubicBezTo>
                        <a:pt x="741" y="232"/>
                        <a:pt x="726" y="242"/>
                        <a:pt x="722" y="228"/>
                      </a:cubicBezTo>
                      <a:cubicBezTo>
                        <a:pt x="718" y="214"/>
                        <a:pt x="717" y="176"/>
                        <a:pt x="717" y="176"/>
                      </a:cubicBezTo>
                      <a:cubicBezTo>
                        <a:pt x="710" y="174"/>
                        <a:pt x="710" y="174"/>
                        <a:pt x="710" y="174"/>
                      </a:cubicBezTo>
                      <a:cubicBezTo>
                        <a:pt x="710" y="174"/>
                        <a:pt x="708" y="132"/>
                        <a:pt x="708" y="127"/>
                      </a:cubicBezTo>
                      <a:cubicBezTo>
                        <a:pt x="708" y="122"/>
                        <a:pt x="703" y="111"/>
                        <a:pt x="703" y="111"/>
                      </a:cubicBezTo>
                      <a:cubicBezTo>
                        <a:pt x="715" y="108"/>
                        <a:pt x="715" y="108"/>
                        <a:pt x="715" y="108"/>
                      </a:cubicBezTo>
                      <a:cubicBezTo>
                        <a:pt x="715" y="108"/>
                        <a:pt x="697" y="93"/>
                        <a:pt x="696" y="84"/>
                      </a:cubicBezTo>
                      <a:cubicBezTo>
                        <a:pt x="695" y="75"/>
                        <a:pt x="701" y="59"/>
                        <a:pt x="693" y="53"/>
                      </a:cubicBezTo>
                      <a:cubicBezTo>
                        <a:pt x="685" y="47"/>
                        <a:pt x="674" y="39"/>
                        <a:pt x="674" y="39"/>
                      </a:cubicBezTo>
                      <a:cubicBezTo>
                        <a:pt x="674" y="39"/>
                        <a:pt x="665" y="27"/>
                        <a:pt x="661" y="23"/>
                      </a:cubicBezTo>
                      <a:cubicBezTo>
                        <a:pt x="657" y="19"/>
                        <a:pt x="656" y="26"/>
                        <a:pt x="650" y="22"/>
                      </a:cubicBezTo>
                      <a:cubicBezTo>
                        <a:pt x="646" y="19"/>
                        <a:pt x="639" y="10"/>
                        <a:pt x="634" y="0"/>
                      </a:cubicBezTo>
                      <a:cubicBezTo>
                        <a:pt x="618" y="15"/>
                        <a:pt x="618" y="15"/>
                        <a:pt x="618" y="15"/>
                      </a:cubicBezTo>
                      <a:lnTo>
                        <a:pt x="601" y="1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7" name="Freeform 314"/>
                <p:cNvSpPr>
                  <a:spLocks noEditPoints="1"/>
                </p:cNvSpPr>
                <p:nvPr/>
              </p:nvSpPr>
              <p:spPr bwMode="gray">
                <a:xfrm>
                  <a:off x="8369" y="-17411"/>
                  <a:ext cx="470" cy="1875"/>
                </a:xfrm>
                <a:custGeom>
                  <a:avLst/>
                  <a:gdLst>
                    <a:gd name="T0" fmla="*/ 0 w 199"/>
                    <a:gd name="T1" fmla="*/ 794 h 794"/>
                    <a:gd name="T2" fmla="*/ 9 w 199"/>
                    <a:gd name="T3" fmla="*/ 791 h 794"/>
                    <a:gd name="T4" fmla="*/ 25 w 199"/>
                    <a:gd name="T5" fmla="*/ 764 h 794"/>
                    <a:gd name="T6" fmla="*/ 12 w 199"/>
                    <a:gd name="T7" fmla="*/ 755 h 794"/>
                    <a:gd name="T8" fmla="*/ 0 w 199"/>
                    <a:gd name="T9" fmla="*/ 794 h 794"/>
                    <a:gd name="T10" fmla="*/ 76 w 199"/>
                    <a:gd name="T11" fmla="*/ 712 h 794"/>
                    <a:gd name="T12" fmla="*/ 49 w 199"/>
                    <a:gd name="T13" fmla="*/ 708 h 794"/>
                    <a:gd name="T14" fmla="*/ 36 w 199"/>
                    <a:gd name="T15" fmla="*/ 755 h 794"/>
                    <a:gd name="T16" fmla="*/ 43 w 199"/>
                    <a:gd name="T17" fmla="*/ 757 h 794"/>
                    <a:gd name="T18" fmla="*/ 55 w 199"/>
                    <a:gd name="T19" fmla="*/ 733 h 794"/>
                    <a:gd name="T20" fmla="*/ 88 w 199"/>
                    <a:gd name="T21" fmla="*/ 715 h 794"/>
                    <a:gd name="T22" fmla="*/ 79 w 199"/>
                    <a:gd name="T23" fmla="*/ 699 h 794"/>
                    <a:gd name="T24" fmla="*/ 76 w 199"/>
                    <a:gd name="T25" fmla="*/ 712 h 794"/>
                    <a:gd name="T26" fmla="*/ 128 w 199"/>
                    <a:gd name="T27" fmla="*/ 672 h 794"/>
                    <a:gd name="T28" fmla="*/ 117 w 199"/>
                    <a:gd name="T29" fmla="*/ 697 h 794"/>
                    <a:gd name="T30" fmla="*/ 128 w 199"/>
                    <a:gd name="T31" fmla="*/ 672 h 794"/>
                    <a:gd name="T32" fmla="*/ 189 w 199"/>
                    <a:gd name="T33" fmla="*/ 423 h 794"/>
                    <a:gd name="T34" fmla="*/ 177 w 199"/>
                    <a:gd name="T35" fmla="*/ 434 h 794"/>
                    <a:gd name="T36" fmla="*/ 185 w 199"/>
                    <a:gd name="T37" fmla="*/ 449 h 794"/>
                    <a:gd name="T38" fmla="*/ 173 w 199"/>
                    <a:gd name="T39" fmla="*/ 449 h 794"/>
                    <a:gd name="T40" fmla="*/ 173 w 199"/>
                    <a:gd name="T41" fmla="*/ 469 h 794"/>
                    <a:gd name="T42" fmla="*/ 189 w 199"/>
                    <a:gd name="T43" fmla="*/ 467 h 794"/>
                    <a:gd name="T44" fmla="*/ 198 w 199"/>
                    <a:gd name="T45" fmla="*/ 456 h 794"/>
                    <a:gd name="T46" fmla="*/ 189 w 199"/>
                    <a:gd name="T47" fmla="*/ 437 h 794"/>
                    <a:gd name="T48" fmla="*/ 199 w 199"/>
                    <a:gd name="T49" fmla="*/ 435 h 794"/>
                    <a:gd name="T50" fmla="*/ 189 w 199"/>
                    <a:gd name="T51" fmla="*/ 423 h 794"/>
                    <a:gd name="T52" fmla="*/ 184 w 199"/>
                    <a:gd name="T53" fmla="*/ 513 h 794"/>
                    <a:gd name="T54" fmla="*/ 195 w 199"/>
                    <a:gd name="T55" fmla="*/ 499 h 794"/>
                    <a:gd name="T56" fmla="*/ 178 w 199"/>
                    <a:gd name="T57" fmla="*/ 485 h 794"/>
                    <a:gd name="T58" fmla="*/ 184 w 199"/>
                    <a:gd name="T59" fmla="*/ 513 h 794"/>
                    <a:gd name="T60" fmla="*/ 170 w 199"/>
                    <a:gd name="T61" fmla="*/ 636 h 794"/>
                    <a:gd name="T62" fmla="*/ 171 w 199"/>
                    <a:gd name="T63" fmla="*/ 615 h 794"/>
                    <a:gd name="T64" fmla="*/ 162 w 199"/>
                    <a:gd name="T65" fmla="*/ 632 h 794"/>
                    <a:gd name="T66" fmla="*/ 170 w 199"/>
                    <a:gd name="T67" fmla="*/ 636 h 794"/>
                    <a:gd name="T68" fmla="*/ 169 w 199"/>
                    <a:gd name="T69" fmla="*/ 573 h 794"/>
                    <a:gd name="T70" fmla="*/ 181 w 199"/>
                    <a:gd name="T71" fmla="*/ 571 h 794"/>
                    <a:gd name="T72" fmla="*/ 169 w 199"/>
                    <a:gd name="T73" fmla="*/ 559 h 794"/>
                    <a:gd name="T74" fmla="*/ 169 w 199"/>
                    <a:gd name="T75" fmla="*/ 573 h 794"/>
                    <a:gd name="T76" fmla="*/ 82 w 199"/>
                    <a:gd name="T77" fmla="*/ 14 h 794"/>
                    <a:gd name="T78" fmla="*/ 94 w 199"/>
                    <a:gd name="T79" fmla="*/ 38 h 794"/>
                    <a:gd name="T80" fmla="*/ 114 w 199"/>
                    <a:gd name="T81" fmla="*/ 14 h 794"/>
                    <a:gd name="T82" fmla="*/ 106 w 199"/>
                    <a:gd name="T83" fmla="*/ 0 h 794"/>
                    <a:gd name="T84" fmla="*/ 82 w 199"/>
                    <a:gd name="T85" fmla="*/ 14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99" h="794">
                      <a:moveTo>
                        <a:pt x="0" y="794"/>
                      </a:moveTo>
                      <a:cubicBezTo>
                        <a:pt x="9" y="791"/>
                        <a:pt x="9" y="791"/>
                        <a:pt x="9" y="791"/>
                      </a:cubicBezTo>
                      <a:cubicBezTo>
                        <a:pt x="25" y="764"/>
                        <a:pt x="25" y="764"/>
                        <a:pt x="25" y="764"/>
                      </a:cubicBezTo>
                      <a:cubicBezTo>
                        <a:pt x="12" y="755"/>
                        <a:pt x="12" y="755"/>
                        <a:pt x="12" y="755"/>
                      </a:cubicBezTo>
                      <a:lnTo>
                        <a:pt x="0" y="794"/>
                      </a:lnTo>
                      <a:close/>
                      <a:moveTo>
                        <a:pt x="76" y="712"/>
                      </a:moveTo>
                      <a:cubicBezTo>
                        <a:pt x="49" y="708"/>
                        <a:pt x="49" y="708"/>
                        <a:pt x="49" y="708"/>
                      </a:cubicBezTo>
                      <a:cubicBezTo>
                        <a:pt x="36" y="755"/>
                        <a:pt x="36" y="755"/>
                        <a:pt x="36" y="755"/>
                      </a:cubicBezTo>
                      <a:cubicBezTo>
                        <a:pt x="43" y="757"/>
                        <a:pt x="43" y="757"/>
                        <a:pt x="43" y="757"/>
                      </a:cubicBezTo>
                      <a:cubicBezTo>
                        <a:pt x="55" y="733"/>
                        <a:pt x="55" y="733"/>
                        <a:pt x="55" y="733"/>
                      </a:cubicBezTo>
                      <a:cubicBezTo>
                        <a:pt x="88" y="715"/>
                        <a:pt x="88" y="715"/>
                        <a:pt x="88" y="715"/>
                      </a:cubicBezTo>
                      <a:cubicBezTo>
                        <a:pt x="79" y="699"/>
                        <a:pt x="79" y="699"/>
                        <a:pt x="79" y="699"/>
                      </a:cubicBezTo>
                      <a:lnTo>
                        <a:pt x="76" y="712"/>
                      </a:lnTo>
                      <a:close/>
                      <a:moveTo>
                        <a:pt x="128" y="672"/>
                      </a:moveTo>
                      <a:cubicBezTo>
                        <a:pt x="119" y="670"/>
                        <a:pt x="109" y="694"/>
                        <a:pt x="117" y="697"/>
                      </a:cubicBezTo>
                      <a:cubicBezTo>
                        <a:pt x="128" y="701"/>
                        <a:pt x="138" y="675"/>
                        <a:pt x="128" y="672"/>
                      </a:cubicBezTo>
                      <a:close/>
                      <a:moveTo>
                        <a:pt x="189" y="423"/>
                      </a:moveTo>
                      <a:cubicBezTo>
                        <a:pt x="177" y="434"/>
                        <a:pt x="177" y="434"/>
                        <a:pt x="177" y="434"/>
                      </a:cubicBezTo>
                      <a:cubicBezTo>
                        <a:pt x="185" y="449"/>
                        <a:pt x="185" y="449"/>
                        <a:pt x="185" y="449"/>
                      </a:cubicBezTo>
                      <a:cubicBezTo>
                        <a:pt x="173" y="449"/>
                        <a:pt x="173" y="449"/>
                        <a:pt x="173" y="449"/>
                      </a:cubicBezTo>
                      <a:cubicBezTo>
                        <a:pt x="173" y="469"/>
                        <a:pt x="173" y="469"/>
                        <a:pt x="173" y="469"/>
                      </a:cubicBezTo>
                      <a:cubicBezTo>
                        <a:pt x="189" y="467"/>
                        <a:pt x="189" y="467"/>
                        <a:pt x="189" y="467"/>
                      </a:cubicBezTo>
                      <a:cubicBezTo>
                        <a:pt x="198" y="456"/>
                        <a:pt x="198" y="456"/>
                        <a:pt x="198" y="456"/>
                      </a:cubicBezTo>
                      <a:cubicBezTo>
                        <a:pt x="189" y="437"/>
                        <a:pt x="189" y="437"/>
                        <a:pt x="189" y="437"/>
                      </a:cubicBezTo>
                      <a:cubicBezTo>
                        <a:pt x="199" y="435"/>
                        <a:pt x="199" y="435"/>
                        <a:pt x="199" y="435"/>
                      </a:cubicBezTo>
                      <a:lnTo>
                        <a:pt x="189" y="423"/>
                      </a:lnTo>
                      <a:close/>
                      <a:moveTo>
                        <a:pt x="184" y="513"/>
                      </a:moveTo>
                      <a:cubicBezTo>
                        <a:pt x="195" y="499"/>
                        <a:pt x="195" y="499"/>
                        <a:pt x="195" y="499"/>
                      </a:cubicBezTo>
                      <a:cubicBezTo>
                        <a:pt x="178" y="485"/>
                        <a:pt x="178" y="485"/>
                        <a:pt x="178" y="485"/>
                      </a:cubicBezTo>
                      <a:lnTo>
                        <a:pt x="184" y="513"/>
                      </a:lnTo>
                      <a:close/>
                      <a:moveTo>
                        <a:pt x="170" y="636"/>
                      </a:moveTo>
                      <a:cubicBezTo>
                        <a:pt x="171" y="615"/>
                        <a:pt x="171" y="615"/>
                        <a:pt x="171" y="615"/>
                      </a:cubicBezTo>
                      <a:cubicBezTo>
                        <a:pt x="162" y="632"/>
                        <a:pt x="162" y="632"/>
                        <a:pt x="162" y="632"/>
                      </a:cubicBezTo>
                      <a:lnTo>
                        <a:pt x="170" y="636"/>
                      </a:lnTo>
                      <a:close/>
                      <a:moveTo>
                        <a:pt x="169" y="573"/>
                      </a:moveTo>
                      <a:cubicBezTo>
                        <a:pt x="181" y="571"/>
                        <a:pt x="181" y="571"/>
                        <a:pt x="181" y="571"/>
                      </a:cubicBezTo>
                      <a:cubicBezTo>
                        <a:pt x="169" y="559"/>
                        <a:pt x="169" y="559"/>
                        <a:pt x="169" y="559"/>
                      </a:cubicBezTo>
                      <a:lnTo>
                        <a:pt x="169" y="573"/>
                      </a:lnTo>
                      <a:close/>
                      <a:moveTo>
                        <a:pt x="82" y="14"/>
                      </a:moveTo>
                      <a:cubicBezTo>
                        <a:pt x="94" y="38"/>
                        <a:pt x="94" y="38"/>
                        <a:pt x="94" y="38"/>
                      </a:cubicBezTo>
                      <a:cubicBezTo>
                        <a:pt x="114" y="14"/>
                        <a:pt x="114" y="14"/>
                        <a:pt x="114" y="14"/>
                      </a:cubicBezTo>
                      <a:cubicBezTo>
                        <a:pt x="106" y="0"/>
                        <a:pt x="106" y="0"/>
                        <a:pt x="106" y="0"/>
                      </a:cubicBezTo>
                      <a:lnTo>
                        <a:pt x="82" y="1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8" name="Freeform 315"/>
                <p:cNvSpPr>
                  <a:spLocks noEditPoints="1"/>
                </p:cNvSpPr>
                <p:nvPr/>
              </p:nvSpPr>
              <p:spPr bwMode="gray">
                <a:xfrm>
                  <a:off x="5853" y="-12193"/>
                  <a:ext cx="180" cy="123"/>
                </a:xfrm>
                <a:custGeom>
                  <a:avLst/>
                  <a:gdLst>
                    <a:gd name="T0" fmla="*/ 16 w 76"/>
                    <a:gd name="T1" fmla="*/ 34 h 52"/>
                    <a:gd name="T2" fmla="*/ 11 w 76"/>
                    <a:gd name="T3" fmla="*/ 52 h 52"/>
                    <a:gd name="T4" fmla="*/ 16 w 76"/>
                    <a:gd name="T5" fmla="*/ 34 h 52"/>
                    <a:gd name="T6" fmla="*/ 35 w 76"/>
                    <a:gd name="T7" fmla="*/ 8 h 52"/>
                    <a:gd name="T8" fmla="*/ 47 w 76"/>
                    <a:gd name="T9" fmla="*/ 26 h 52"/>
                    <a:gd name="T10" fmla="*/ 58 w 76"/>
                    <a:gd name="T11" fmla="*/ 21 h 52"/>
                    <a:gd name="T12" fmla="*/ 35 w 76"/>
                    <a:gd name="T13" fmla="*/ 8 h 52"/>
                    <a:gd name="T14" fmla="*/ 71 w 76"/>
                    <a:gd name="T15" fmla="*/ 32 h 52"/>
                    <a:gd name="T16" fmla="*/ 58 w 76"/>
                    <a:gd name="T17" fmla="*/ 42 h 52"/>
                    <a:gd name="T18" fmla="*/ 71 w 76"/>
                    <a:gd name="T19" fmla="*/ 3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6" h="52">
                      <a:moveTo>
                        <a:pt x="16" y="34"/>
                      </a:moveTo>
                      <a:cubicBezTo>
                        <a:pt x="0" y="34"/>
                        <a:pt x="11" y="52"/>
                        <a:pt x="11" y="52"/>
                      </a:cubicBezTo>
                      <a:cubicBezTo>
                        <a:pt x="23" y="52"/>
                        <a:pt x="32" y="34"/>
                        <a:pt x="16" y="34"/>
                      </a:cubicBezTo>
                      <a:close/>
                      <a:moveTo>
                        <a:pt x="35" y="8"/>
                      </a:moveTo>
                      <a:cubicBezTo>
                        <a:pt x="28" y="16"/>
                        <a:pt x="47" y="26"/>
                        <a:pt x="47" y="26"/>
                      </a:cubicBezTo>
                      <a:cubicBezTo>
                        <a:pt x="58" y="21"/>
                        <a:pt x="58" y="21"/>
                        <a:pt x="58" y="21"/>
                      </a:cubicBezTo>
                      <a:cubicBezTo>
                        <a:pt x="58" y="21"/>
                        <a:pt x="41" y="0"/>
                        <a:pt x="35" y="8"/>
                      </a:cubicBezTo>
                      <a:close/>
                      <a:moveTo>
                        <a:pt x="71" y="32"/>
                      </a:moveTo>
                      <a:cubicBezTo>
                        <a:pt x="66" y="26"/>
                        <a:pt x="51" y="38"/>
                        <a:pt x="58" y="42"/>
                      </a:cubicBezTo>
                      <a:cubicBezTo>
                        <a:pt x="68" y="48"/>
                        <a:pt x="76" y="37"/>
                        <a:pt x="71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9" name="Freeform 316"/>
                <p:cNvSpPr>
                  <a:spLocks noEditPoints="1"/>
                </p:cNvSpPr>
                <p:nvPr/>
              </p:nvSpPr>
              <p:spPr bwMode="gray">
                <a:xfrm>
                  <a:off x="7058" y="-15774"/>
                  <a:ext cx="1396" cy="2723"/>
                </a:xfrm>
                <a:custGeom>
                  <a:avLst/>
                  <a:gdLst>
                    <a:gd name="T0" fmla="*/ 529 w 591"/>
                    <a:gd name="T1" fmla="*/ 401 h 1153"/>
                    <a:gd name="T2" fmla="*/ 547 w 591"/>
                    <a:gd name="T3" fmla="*/ 349 h 1153"/>
                    <a:gd name="T4" fmla="*/ 492 w 591"/>
                    <a:gd name="T5" fmla="*/ 276 h 1153"/>
                    <a:gd name="T6" fmla="*/ 448 w 591"/>
                    <a:gd name="T7" fmla="*/ 241 h 1153"/>
                    <a:gd name="T8" fmla="*/ 441 w 591"/>
                    <a:gd name="T9" fmla="*/ 258 h 1153"/>
                    <a:gd name="T10" fmla="*/ 418 w 591"/>
                    <a:gd name="T11" fmla="*/ 264 h 1153"/>
                    <a:gd name="T12" fmla="*/ 456 w 591"/>
                    <a:gd name="T13" fmla="*/ 373 h 1153"/>
                    <a:gd name="T14" fmla="*/ 443 w 591"/>
                    <a:gd name="T15" fmla="*/ 450 h 1153"/>
                    <a:gd name="T16" fmla="*/ 383 w 591"/>
                    <a:gd name="T17" fmla="*/ 448 h 1153"/>
                    <a:gd name="T18" fmla="*/ 367 w 591"/>
                    <a:gd name="T19" fmla="*/ 514 h 1153"/>
                    <a:gd name="T20" fmla="*/ 259 w 591"/>
                    <a:gd name="T21" fmla="*/ 546 h 1153"/>
                    <a:gd name="T22" fmla="*/ 179 w 591"/>
                    <a:gd name="T23" fmla="*/ 601 h 1153"/>
                    <a:gd name="T24" fmla="*/ 241 w 591"/>
                    <a:gd name="T25" fmla="*/ 607 h 1153"/>
                    <a:gd name="T26" fmla="*/ 331 w 591"/>
                    <a:gd name="T27" fmla="*/ 584 h 1153"/>
                    <a:gd name="T28" fmla="*/ 407 w 591"/>
                    <a:gd name="T29" fmla="*/ 654 h 1153"/>
                    <a:gd name="T30" fmla="*/ 415 w 591"/>
                    <a:gd name="T31" fmla="*/ 583 h 1153"/>
                    <a:gd name="T32" fmla="*/ 464 w 591"/>
                    <a:gd name="T33" fmla="*/ 585 h 1153"/>
                    <a:gd name="T34" fmla="*/ 528 w 591"/>
                    <a:gd name="T35" fmla="*/ 556 h 1153"/>
                    <a:gd name="T36" fmla="*/ 578 w 591"/>
                    <a:gd name="T37" fmla="*/ 538 h 1153"/>
                    <a:gd name="T38" fmla="*/ 299 w 591"/>
                    <a:gd name="T39" fmla="*/ 628 h 1153"/>
                    <a:gd name="T40" fmla="*/ 276 w 591"/>
                    <a:gd name="T41" fmla="*/ 674 h 1153"/>
                    <a:gd name="T42" fmla="*/ 358 w 591"/>
                    <a:gd name="T43" fmla="*/ 638 h 1153"/>
                    <a:gd name="T44" fmla="*/ 256 w 591"/>
                    <a:gd name="T45" fmla="*/ 689 h 1153"/>
                    <a:gd name="T46" fmla="*/ 184 w 591"/>
                    <a:gd name="T47" fmla="*/ 634 h 1153"/>
                    <a:gd name="T48" fmla="*/ 174 w 591"/>
                    <a:gd name="T49" fmla="*/ 687 h 1153"/>
                    <a:gd name="T50" fmla="*/ 182 w 591"/>
                    <a:gd name="T51" fmla="*/ 727 h 1153"/>
                    <a:gd name="T52" fmla="*/ 233 w 591"/>
                    <a:gd name="T53" fmla="*/ 780 h 1153"/>
                    <a:gd name="T54" fmla="*/ 172 w 591"/>
                    <a:gd name="T55" fmla="*/ 718 h 1153"/>
                    <a:gd name="T56" fmla="*/ 432 w 591"/>
                    <a:gd name="T57" fmla="*/ 423 h 1153"/>
                    <a:gd name="T58" fmla="*/ 411 w 591"/>
                    <a:gd name="T59" fmla="*/ 400 h 1153"/>
                    <a:gd name="T60" fmla="*/ 374 w 591"/>
                    <a:gd name="T61" fmla="*/ 72 h 1153"/>
                    <a:gd name="T62" fmla="*/ 354 w 591"/>
                    <a:gd name="T63" fmla="*/ 123 h 1153"/>
                    <a:gd name="T64" fmla="*/ 390 w 591"/>
                    <a:gd name="T65" fmla="*/ 198 h 1153"/>
                    <a:gd name="T66" fmla="*/ 437 w 591"/>
                    <a:gd name="T67" fmla="*/ 205 h 1153"/>
                    <a:gd name="T68" fmla="*/ 409 w 591"/>
                    <a:gd name="T69" fmla="*/ 179 h 1153"/>
                    <a:gd name="T70" fmla="*/ 557 w 591"/>
                    <a:gd name="T71" fmla="*/ 147 h 1153"/>
                    <a:gd name="T72" fmla="*/ 523 w 591"/>
                    <a:gd name="T73" fmla="*/ 96 h 1153"/>
                    <a:gd name="T74" fmla="*/ 194 w 591"/>
                    <a:gd name="T75" fmla="*/ 984 h 1153"/>
                    <a:gd name="T76" fmla="*/ 208 w 591"/>
                    <a:gd name="T77" fmla="*/ 933 h 1153"/>
                    <a:gd name="T78" fmla="*/ 208 w 591"/>
                    <a:gd name="T79" fmla="*/ 933 h 1153"/>
                    <a:gd name="T80" fmla="*/ 230 w 591"/>
                    <a:gd name="T81" fmla="*/ 810 h 1153"/>
                    <a:gd name="T82" fmla="*/ 252 w 591"/>
                    <a:gd name="T83" fmla="*/ 792 h 1153"/>
                    <a:gd name="T84" fmla="*/ 252 w 591"/>
                    <a:gd name="T85" fmla="*/ 792 h 1153"/>
                    <a:gd name="T86" fmla="*/ 32 w 591"/>
                    <a:gd name="T87" fmla="*/ 1144 h 1153"/>
                    <a:gd name="T88" fmla="*/ 90 w 591"/>
                    <a:gd name="T89" fmla="*/ 1125 h 1153"/>
                    <a:gd name="T90" fmla="*/ 16 w 591"/>
                    <a:gd name="T91" fmla="*/ 1134 h 1153"/>
                    <a:gd name="T92" fmla="*/ 184 w 591"/>
                    <a:gd name="T93" fmla="*/ 1008 h 1153"/>
                    <a:gd name="T94" fmla="*/ 198 w 591"/>
                    <a:gd name="T95" fmla="*/ 1014 h 1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91" h="1153">
                      <a:moveTo>
                        <a:pt x="591" y="531"/>
                      </a:moveTo>
                      <a:cubicBezTo>
                        <a:pt x="591" y="531"/>
                        <a:pt x="559" y="513"/>
                        <a:pt x="560" y="499"/>
                      </a:cubicBezTo>
                      <a:cubicBezTo>
                        <a:pt x="561" y="485"/>
                        <a:pt x="562" y="459"/>
                        <a:pt x="556" y="447"/>
                      </a:cubicBezTo>
                      <a:cubicBezTo>
                        <a:pt x="550" y="435"/>
                        <a:pt x="526" y="418"/>
                        <a:pt x="529" y="401"/>
                      </a:cubicBezTo>
                      <a:cubicBezTo>
                        <a:pt x="532" y="384"/>
                        <a:pt x="548" y="389"/>
                        <a:pt x="548" y="389"/>
                      </a:cubicBezTo>
                      <a:cubicBezTo>
                        <a:pt x="545" y="362"/>
                        <a:pt x="545" y="362"/>
                        <a:pt x="545" y="362"/>
                      </a:cubicBezTo>
                      <a:cubicBezTo>
                        <a:pt x="537" y="356"/>
                        <a:pt x="537" y="356"/>
                        <a:pt x="537" y="356"/>
                      </a:cubicBezTo>
                      <a:cubicBezTo>
                        <a:pt x="547" y="349"/>
                        <a:pt x="547" y="349"/>
                        <a:pt x="547" y="349"/>
                      </a:cubicBezTo>
                      <a:cubicBezTo>
                        <a:pt x="547" y="349"/>
                        <a:pt x="542" y="331"/>
                        <a:pt x="538" y="321"/>
                      </a:cubicBezTo>
                      <a:cubicBezTo>
                        <a:pt x="534" y="311"/>
                        <a:pt x="520" y="303"/>
                        <a:pt x="520" y="303"/>
                      </a:cubicBezTo>
                      <a:cubicBezTo>
                        <a:pt x="516" y="290"/>
                        <a:pt x="516" y="290"/>
                        <a:pt x="516" y="290"/>
                      </a:cubicBezTo>
                      <a:cubicBezTo>
                        <a:pt x="516" y="290"/>
                        <a:pt x="501" y="283"/>
                        <a:pt x="492" y="276"/>
                      </a:cubicBezTo>
                      <a:cubicBezTo>
                        <a:pt x="483" y="269"/>
                        <a:pt x="468" y="253"/>
                        <a:pt x="468" y="244"/>
                      </a:cubicBezTo>
                      <a:cubicBezTo>
                        <a:pt x="468" y="235"/>
                        <a:pt x="465" y="231"/>
                        <a:pt x="465" y="231"/>
                      </a:cubicBezTo>
                      <a:cubicBezTo>
                        <a:pt x="465" y="231"/>
                        <a:pt x="442" y="214"/>
                        <a:pt x="439" y="226"/>
                      </a:cubicBezTo>
                      <a:cubicBezTo>
                        <a:pt x="436" y="238"/>
                        <a:pt x="448" y="241"/>
                        <a:pt x="448" y="241"/>
                      </a:cubicBezTo>
                      <a:cubicBezTo>
                        <a:pt x="455" y="237"/>
                        <a:pt x="455" y="237"/>
                        <a:pt x="455" y="237"/>
                      </a:cubicBezTo>
                      <a:cubicBezTo>
                        <a:pt x="455" y="237"/>
                        <a:pt x="463" y="256"/>
                        <a:pt x="459" y="256"/>
                      </a:cubicBezTo>
                      <a:cubicBezTo>
                        <a:pt x="455" y="256"/>
                        <a:pt x="450" y="249"/>
                        <a:pt x="450" y="249"/>
                      </a:cubicBezTo>
                      <a:cubicBezTo>
                        <a:pt x="441" y="258"/>
                        <a:pt x="441" y="258"/>
                        <a:pt x="441" y="258"/>
                      </a:cubicBezTo>
                      <a:cubicBezTo>
                        <a:pt x="428" y="237"/>
                        <a:pt x="428" y="237"/>
                        <a:pt x="428" y="237"/>
                      </a:cubicBezTo>
                      <a:cubicBezTo>
                        <a:pt x="416" y="237"/>
                        <a:pt x="416" y="237"/>
                        <a:pt x="416" y="237"/>
                      </a:cubicBezTo>
                      <a:cubicBezTo>
                        <a:pt x="430" y="261"/>
                        <a:pt x="430" y="261"/>
                        <a:pt x="430" y="261"/>
                      </a:cubicBezTo>
                      <a:cubicBezTo>
                        <a:pt x="418" y="264"/>
                        <a:pt x="418" y="264"/>
                        <a:pt x="418" y="264"/>
                      </a:cubicBezTo>
                      <a:cubicBezTo>
                        <a:pt x="437" y="296"/>
                        <a:pt x="437" y="296"/>
                        <a:pt x="437" y="296"/>
                      </a:cubicBezTo>
                      <a:cubicBezTo>
                        <a:pt x="430" y="304"/>
                        <a:pt x="430" y="304"/>
                        <a:pt x="430" y="304"/>
                      </a:cubicBezTo>
                      <a:cubicBezTo>
                        <a:pt x="430" y="304"/>
                        <a:pt x="466" y="322"/>
                        <a:pt x="464" y="337"/>
                      </a:cubicBezTo>
                      <a:cubicBezTo>
                        <a:pt x="462" y="352"/>
                        <a:pt x="456" y="373"/>
                        <a:pt x="456" y="373"/>
                      </a:cubicBezTo>
                      <a:cubicBezTo>
                        <a:pt x="454" y="391"/>
                        <a:pt x="454" y="391"/>
                        <a:pt x="454" y="391"/>
                      </a:cubicBezTo>
                      <a:cubicBezTo>
                        <a:pt x="454" y="391"/>
                        <a:pt x="475" y="404"/>
                        <a:pt x="465" y="411"/>
                      </a:cubicBezTo>
                      <a:cubicBezTo>
                        <a:pt x="455" y="418"/>
                        <a:pt x="447" y="414"/>
                        <a:pt x="447" y="414"/>
                      </a:cubicBezTo>
                      <a:cubicBezTo>
                        <a:pt x="447" y="414"/>
                        <a:pt x="454" y="444"/>
                        <a:pt x="443" y="450"/>
                      </a:cubicBezTo>
                      <a:cubicBezTo>
                        <a:pt x="432" y="456"/>
                        <a:pt x="409" y="464"/>
                        <a:pt x="409" y="464"/>
                      </a:cubicBezTo>
                      <a:cubicBezTo>
                        <a:pt x="409" y="473"/>
                        <a:pt x="409" y="473"/>
                        <a:pt x="409" y="473"/>
                      </a:cubicBezTo>
                      <a:cubicBezTo>
                        <a:pt x="409" y="473"/>
                        <a:pt x="398" y="477"/>
                        <a:pt x="389" y="467"/>
                      </a:cubicBezTo>
                      <a:cubicBezTo>
                        <a:pt x="380" y="457"/>
                        <a:pt x="383" y="448"/>
                        <a:pt x="383" y="448"/>
                      </a:cubicBezTo>
                      <a:cubicBezTo>
                        <a:pt x="386" y="435"/>
                        <a:pt x="386" y="435"/>
                        <a:pt x="386" y="435"/>
                      </a:cubicBezTo>
                      <a:cubicBezTo>
                        <a:pt x="386" y="435"/>
                        <a:pt x="360" y="440"/>
                        <a:pt x="364" y="450"/>
                      </a:cubicBezTo>
                      <a:cubicBezTo>
                        <a:pt x="368" y="460"/>
                        <a:pt x="381" y="474"/>
                        <a:pt x="379" y="481"/>
                      </a:cubicBezTo>
                      <a:cubicBezTo>
                        <a:pt x="377" y="488"/>
                        <a:pt x="363" y="504"/>
                        <a:pt x="367" y="514"/>
                      </a:cubicBezTo>
                      <a:cubicBezTo>
                        <a:pt x="371" y="524"/>
                        <a:pt x="384" y="539"/>
                        <a:pt x="374" y="540"/>
                      </a:cubicBezTo>
                      <a:cubicBezTo>
                        <a:pt x="364" y="541"/>
                        <a:pt x="338" y="529"/>
                        <a:pt x="329" y="530"/>
                      </a:cubicBezTo>
                      <a:cubicBezTo>
                        <a:pt x="320" y="531"/>
                        <a:pt x="281" y="546"/>
                        <a:pt x="278" y="546"/>
                      </a:cubicBezTo>
                      <a:cubicBezTo>
                        <a:pt x="275" y="546"/>
                        <a:pt x="259" y="546"/>
                        <a:pt x="259" y="546"/>
                      </a:cubicBezTo>
                      <a:cubicBezTo>
                        <a:pt x="251" y="538"/>
                        <a:pt x="251" y="538"/>
                        <a:pt x="251" y="538"/>
                      </a:cubicBezTo>
                      <a:cubicBezTo>
                        <a:pt x="229" y="555"/>
                        <a:pt x="229" y="555"/>
                        <a:pt x="229" y="555"/>
                      </a:cubicBezTo>
                      <a:cubicBezTo>
                        <a:pt x="229" y="555"/>
                        <a:pt x="202" y="600"/>
                        <a:pt x="198" y="600"/>
                      </a:cubicBezTo>
                      <a:cubicBezTo>
                        <a:pt x="194" y="600"/>
                        <a:pt x="179" y="601"/>
                        <a:pt x="179" y="601"/>
                      </a:cubicBezTo>
                      <a:cubicBezTo>
                        <a:pt x="179" y="601"/>
                        <a:pt x="184" y="625"/>
                        <a:pt x="191" y="625"/>
                      </a:cubicBezTo>
                      <a:cubicBezTo>
                        <a:pt x="198" y="625"/>
                        <a:pt x="210" y="621"/>
                        <a:pt x="210" y="621"/>
                      </a:cubicBezTo>
                      <a:cubicBezTo>
                        <a:pt x="210" y="621"/>
                        <a:pt x="229" y="632"/>
                        <a:pt x="234" y="630"/>
                      </a:cubicBezTo>
                      <a:cubicBezTo>
                        <a:pt x="239" y="628"/>
                        <a:pt x="241" y="607"/>
                        <a:pt x="241" y="607"/>
                      </a:cubicBezTo>
                      <a:cubicBezTo>
                        <a:pt x="256" y="615"/>
                        <a:pt x="256" y="615"/>
                        <a:pt x="256" y="615"/>
                      </a:cubicBezTo>
                      <a:cubicBezTo>
                        <a:pt x="256" y="615"/>
                        <a:pt x="290" y="598"/>
                        <a:pt x="295" y="595"/>
                      </a:cubicBezTo>
                      <a:cubicBezTo>
                        <a:pt x="300" y="592"/>
                        <a:pt x="313" y="601"/>
                        <a:pt x="321" y="600"/>
                      </a:cubicBezTo>
                      <a:cubicBezTo>
                        <a:pt x="329" y="599"/>
                        <a:pt x="314" y="584"/>
                        <a:pt x="331" y="584"/>
                      </a:cubicBezTo>
                      <a:cubicBezTo>
                        <a:pt x="348" y="584"/>
                        <a:pt x="352" y="593"/>
                        <a:pt x="352" y="593"/>
                      </a:cubicBezTo>
                      <a:cubicBezTo>
                        <a:pt x="352" y="593"/>
                        <a:pt x="372" y="580"/>
                        <a:pt x="376" y="588"/>
                      </a:cubicBezTo>
                      <a:cubicBezTo>
                        <a:pt x="380" y="596"/>
                        <a:pt x="367" y="615"/>
                        <a:pt x="367" y="615"/>
                      </a:cubicBezTo>
                      <a:cubicBezTo>
                        <a:pt x="367" y="615"/>
                        <a:pt x="387" y="654"/>
                        <a:pt x="407" y="654"/>
                      </a:cubicBezTo>
                      <a:cubicBezTo>
                        <a:pt x="427" y="654"/>
                        <a:pt x="425" y="616"/>
                        <a:pt x="425" y="616"/>
                      </a:cubicBezTo>
                      <a:cubicBezTo>
                        <a:pt x="447" y="612"/>
                        <a:pt x="447" y="612"/>
                        <a:pt x="447" y="612"/>
                      </a:cubicBezTo>
                      <a:cubicBezTo>
                        <a:pt x="447" y="612"/>
                        <a:pt x="430" y="592"/>
                        <a:pt x="427" y="591"/>
                      </a:cubicBezTo>
                      <a:cubicBezTo>
                        <a:pt x="424" y="590"/>
                        <a:pt x="415" y="583"/>
                        <a:pt x="415" y="583"/>
                      </a:cubicBezTo>
                      <a:cubicBezTo>
                        <a:pt x="426" y="568"/>
                        <a:pt x="426" y="568"/>
                        <a:pt x="426" y="568"/>
                      </a:cubicBezTo>
                      <a:cubicBezTo>
                        <a:pt x="435" y="567"/>
                        <a:pt x="429" y="581"/>
                        <a:pt x="439" y="581"/>
                      </a:cubicBezTo>
                      <a:cubicBezTo>
                        <a:pt x="449" y="581"/>
                        <a:pt x="452" y="594"/>
                        <a:pt x="452" y="594"/>
                      </a:cubicBezTo>
                      <a:cubicBezTo>
                        <a:pt x="464" y="585"/>
                        <a:pt x="464" y="585"/>
                        <a:pt x="464" y="585"/>
                      </a:cubicBezTo>
                      <a:cubicBezTo>
                        <a:pt x="464" y="585"/>
                        <a:pt x="479" y="593"/>
                        <a:pt x="494" y="589"/>
                      </a:cubicBezTo>
                      <a:cubicBezTo>
                        <a:pt x="509" y="585"/>
                        <a:pt x="491" y="564"/>
                        <a:pt x="508" y="566"/>
                      </a:cubicBezTo>
                      <a:cubicBezTo>
                        <a:pt x="525" y="568"/>
                        <a:pt x="516" y="596"/>
                        <a:pt x="527" y="590"/>
                      </a:cubicBezTo>
                      <a:cubicBezTo>
                        <a:pt x="538" y="584"/>
                        <a:pt x="520" y="561"/>
                        <a:pt x="528" y="556"/>
                      </a:cubicBezTo>
                      <a:cubicBezTo>
                        <a:pt x="536" y="551"/>
                        <a:pt x="541" y="553"/>
                        <a:pt x="541" y="553"/>
                      </a:cubicBezTo>
                      <a:cubicBezTo>
                        <a:pt x="541" y="553"/>
                        <a:pt x="543" y="522"/>
                        <a:pt x="555" y="534"/>
                      </a:cubicBezTo>
                      <a:cubicBezTo>
                        <a:pt x="567" y="546"/>
                        <a:pt x="548" y="571"/>
                        <a:pt x="568" y="570"/>
                      </a:cubicBezTo>
                      <a:cubicBezTo>
                        <a:pt x="588" y="569"/>
                        <a:pt x="578" y="538"/>
                        <a:pt x="578" y="538"/>
                      </a:cubicBezTo>
                      <a:lnTo>
                        <a:pt x="591" y="531"/>
                      </a:lnTo>
                      <a:close/>
                      <a:moveTo>
                        <a:pt x="338" y="618"/>
                      </a:moveTo>
                      <a:cubicBezTo>
                        <a:pt x="338" y="618"/>
                        <a:pt x="321" y="605"/>
                        <a:pt x="312" y="606"/>
                      </a:cubicBezTo>
                      <a:cubicBezTo>
                        <a:pt x="292" y="608"/>
                        <a:pt x="299" y="628"/>
                        <a:pt x="299" y="628"/>
                      </a:cubicBezTo>
                      <a:cubicBezTo>
                        <a:pt x="299" y="628"/>
                        <a:pt x="282" y="622"/>
                        <a:pt x="272" y="624"/>
                      </a:cubicBezTo>
                      <a:cubicBezTo>
                        <a:pt x="262" y="626"/>
                        <a:pt x="269" y="648"/>
                        <a:pt x="269" y="648"/>
                      </a:cubicBezTo>
                      <a:cubicBezTo>
                        <a:pt x="257" y="659"/>
                        <a:pt x="257" y="659"/>
                        <a:pt x="257" y="659"/>
                      </a:cubicBezTo>
                      <a:cubicBezTo>
                        <a:pt x="257" y="659"/>
                        <a:pt x="270" y="667"/>
                        <a:pt x="276" y="674"/>
                      </a:cubicBezTo>
                      <a:cubicBezTo>
                        <a:pt x="282" y="681"/>
                        <a:pt x="305" y="695"/>
                        <a:pt x="305" y="695"/>
                      </a:cubicBezTo>
                      <a:cubicBezTo>
                        <a:pt x="305" y="695"/>
                        <a:pt x="299" y="664"/>
                        <a:pt x="314" y="654"/>
                      </a:cubicBezTo>
                      <a:cubicBezTo>
                        <a:pt x="329" y="644"/>
                        <a:pt x="351" y="672"/>
                        <a:pt x="351" y="672"/>
                      </a:cubicBezTo>
                      <a:cubicBezTo>
                        <a:pt x="351" y="672"/>
                        <a:pt x="356" y="650"/>
                        <a:pt x="358" y="638"/>
                      </a:cubicBezTo>
                      <a:cubicBezTo>
                        <a:pt x="360" y="626"/>
                        <a:pt x="351" y="615"/>
                        <a:pt x="351" y="615"/>
                      </a:cubicBezTo>
                      <a:lnTo>
                        <a:pt x="338" y="618"/>
                      </a:lnTo>
                      <a:close/>
                      <a:moveTo>
                        <a:pt x="241" y="709"/>
                      </a:moveTo>
                      <a:cubicBezTo>
                        <a:pt x="241" y="698"/>
                        <a:pt x="256" y="689"/>
                        <a:pt x="256" y="689"/>
                      </a:cubicBezTo>
                      <a:cubicBezTo>
                        <a:pt x="255" y="677"/>
                        <a:pt x="232" y="662"/>
                        <a:pt x="232" y="662"/>
                      </a:cubicBezTo>
                      <a:cubicBezTo>
                        <a:pt x="232" y="662"/>
                        <a:pt x="231" y="652"/>
                        <a:pt x="224" y="649"/>
                      </a:cubicBezTo>
                      <a:cubicBezTo>
                        <a:pt x="217" y="646"/>
                        <a:pt x="212" y="648"/>
                        <a:pt x="212" y="648"/>
                      </a:cubicBezTo>
                      <a:cubicBezTo>
                        <a:pt x="212" y="648"/>
                        <a:pt x="191" y="634"/>
                        <a:pt x="184" y="634"/>
                      </a:cubicBezTo>
                      <a:cubicBezTo>
                        <a:pt x="177" y="634"/>
                        <a:pt x="168" y="646"/>
                        <a:pt x="168" y="646"/>
                      </a:cubicBezTo>
                      <a:cubicBezTo>
                        <a:pt x="143" y="660"/>
                        <a:pt x="143" y="660"/>
                        <a:pt x="143" y="660"/>
                      </a:cubicBezTo>
                      <a:cubicBezTo>
                        <a:pt x="162" y="693"/>
                        <a:pt x="162" y="693"/>
                        <a:pt x="162" y="693"/>
                      </a:cubicBezTo>
                      <a:cubicBezTo>
                        <a:pt x="174" y="687"/>
                        <a:pt x="174" y="687"/>
                        <a:pt x="174" y="687"/>
                      </a:cubicBezTo>
                      <a:cubicBezTo>
                        <a:pt x="174" y="687"/>
                        <a:pt x="167" y="668"/>
                        <a:pt x="175" y="672"/>
                      </a:cubicBezTo>
                      <a:cubicBezTo>
                        <a:pt x="183" y="676"/>
                        <a:pt x="195" y="697"/>
                        <a:pt x="195" y="697"/>
                      </a:cubicBezTo>
                      <a:cubicBezTo>
                        <a:pt x="194" y="722"/>
                        <a:pt x="194" y="722"/>
                        <a:pt x="194" y="722"/>
                      </a:cubicBezTo>
                      <a:cubicBezTo>
                        <a:pt x="182" y="727"/>
                        <a:pt x="182" y="727"/>
                        <a:pt x="182" y="727"/>
                      </a:cubicBezTo>
                      <a:cubicBezTo>
                        <a:pt x="182" y="727"/>
                        <a:pt x="193" y="774"/>
                        <a:pt x="203" y="776"/>
                      </a:cubicBezTo>
                      <a:cubicBezTo>
                        <a:pt x="213" y="778"/>
                        <a:pt x="211" y="746"/>
                        <a:pt x="211" y="746"/>
                      </a:cubicBezTo>
                      <a:cubicBezTo>
                        <a:pt x="232" y="753"/>
                        <a:pt x="232" y="753"/>
                        <a:pt x="232" y="753"/>
                      </a:cubicBezTo>
                      <a:cubicBezTo>
                        <a:pt x="232" y="753"/>
                        <a:pt x="229" y="780"/>
                        <a:pt x="233" y="780"/>
                      </a:cubicBezTo>
                      <a:cubicBezTo>
                        <a:pt x="237" y="780"/>
                        <a:pt x="251" y="756"/>
                        <a:pt x="251" y="756"/>
                      </a:cubicBezTo>
                      <a:cubicBezTo>
                        <a:pt x="251" y="756"/>
                        <a:pt x="241" y="720"/>
                        <a:pt x="241" y="709"/>
                      </a:cubicBezTo>
                      <a:close/>
                      <a:moveTo>
                        <a:pt x="183" y="693"/>
                      </a:moveTo>
                      <a:cubicBezTo>
                        <a:pt x="172" y="718"/>
                        <a:pt x="172" y="718"/>
                        <a:pt x="172" y="718"/>
                      </a:cubicBezTo>
                      <a:cubicBezTo>
                        <a:pt x="184" y="715"/>
                        <a:pt x="184" y="715"/>
                        <a:pt x="184" y="715"/>
                      </a:cubicBezTo>
                      <a:lnTo>
                        <a:pt x="183" y="693"/>
                      </a:lnTo>
                      <a:close/>
                      <a:moveTo>
                        <a:pt x="424" y="424"/>
                      </a:moveTo>
                      <a:cubicBezTo>
                        <a:pt x="432" y="423"/>
                        <a:pt x="432" y="423"/>
                        <a:pt x="432" y="423"/>
                      </a:cubicBezTo>
                      <a:cubicBezTo>
                        <a:pt x="431" y="407"/>
                        <a:pt x="431" y="407"/>
                        <a:pt x="431" y="407"/>
                      </a:cubicBezTo>
                      <a:cubicBezTo>
                        <a:pt x="425" y="405"/>
                        <a:pt x="425" y="405"/>
                        <a:pt x="425" y="405"/>
                      </a:cubicBezTo>
                      <a:cubicBezTo>
                        <a:pt x="415" y="392"/>
                        <a:pt x="415" y="392"/>
                        <a:pt x="415" y="392"/>
                      </a:cubicBezTo>
                      <a:cubicBezTo>
                        <a:pt x="411" y="400"/>
                        <a:pt x="411" y="400"/>
                        <a:pt x="411" y="400"/>
                      </a:cubicBezTo>
                      <a:cubicBezTo>
                        <a:pt x="419" y="409"/>
                        <a:pt x="419" y="409"/>
                        <a:pt x="419" y="409"/>
                      </a:cubicBezTo>
                      <a:lnTo>
                        <a:pt x="424" y="424"/>
                      </a:lnTo>
                      <a:close/>
                      <a:moveTo>
                        <a:pt x="372" y="57"/>
                      </a:moveTo>
                      <a:cubicBezTo>
                        <a:pt x="374" y="72"/>
                        <a:pt x="374" y="72"/>
                        <a:pt x="374" y="72"/>
                      </a:cubicBezTo>
                      <a:cubicBezTo>
                        <a:pt x="374" y="72"/>
                        <a:pt x="391" y="83"/>
                        <a:pt x="391" y="90"/>
                      </a:cubicBezTo>
                      <a:cubicBezTo>
                        <a:pt x="391" y="97"/>
                        <a:pt x="384" y="110"/>
                        <a:pt x="384" y="110"/>
                      </a:cubicBezTo>
                      <a:cubicBezTo>
                        <a:pt x="384" y="110"/>
                        <a:pt x="402" y="132"/>
                        <a:pt x="397" y="133"/>
                      </a:cubicBezTo>
                      <a:cubicBezTo>
                        <a:pt x="391" y="134"/>
                        <a:pt x="359" y="125"/>
                        <a:pt x="354" y="123"/>
                      </a:cubicBezTo>
                      <a:cubicBezTo>
                        <a:pt x="348" y="122"/>
                        <a:pt x="369" y="143"/>
                        <a:pt x="369" y="143"/>
                      </a:cubicBezTo>
                      <a:cubicBezTo>
                        <a:pt x="352" y="161"/>
                        <a:pt x="352" y="161"/>
                        <a:pt x="352" y="161"/>
                      </a:cubicBezTo>
                      <a:cubicBezTo>
                        <a:pt x="352" y="161"/>
                        <a:pt x="358" y="173"/>
                        <a:pt x="361" y="179"/>
                      </a:cubicBezTo>
                      <a:cubicBezTo>
                        <a:pt x="363" y="184"/>
                        <a:pt x="390" y="198"/>
                        <a:pt x="390" y="198"/>
                      </a:cubicBezTo>
                      <a:cubicBezTo>
                        <a:pt x="390" y="198"/>
                        <a:pt x="381" y="231"/>
                        <a:pt x="404" y="230"/>
                      </a:cubicBezTo>
                      <a:cubicBezTo>
                        <a:pt x="414" y="229"/>
                        <a:pt x="398" y="211"/>
                        <a:pt x="410" y="211"/>
                      </a:cubicBezTo>
                      <a:cubicBezTo>
                        <a:pt x="423" y="211"/>
                        <a:pt x="433" y="211"/>
                        <a:pt x="433" y="211"/>
                      </a:cubicBezTo>
                      <a:cubicBezTo>
                        <a:pt x="437" y="205"/>
                        <a:pt x="437" y="205"/>
                        <a:pt x="437" y="205"/>
                      </a:cubicBezTo>
                      <a:cubicBezTo>
                        <a:pt x="412" y="189"/>
                        <a:pt x="412" y="189"/>
                        <a:pt x="412" y="189"/>
                      </a:cubicBezTo>
                      <a:cubicBezTo>
                        <a:pt x="399" y="189"/>
                        <a:pt x="399" y="189"/>
                        <a:pt x="399" y="189"/>
                      </a:cubicBezTo>
                      <a:cubicBezTo>
                        <a:pt x="399" y="189"/>
                        <a:pt x="365" y="176"/>
                        <a:pt x="381" y="169"/>
                      </a:cubicBezTo>
                      <a:cubicBezTo>
                        <a:pt x="398" y="162"/>
                        <a:pt x="409" y="179"/>
                        <a:pt x="409" y="179"/>
                      </a:cubicBezTo>
                      <a:cubicBezTo>
                        <a:pt x="409" y="179"/>
                        <a:pt x="423" y="168"/>
                        <a:pt x="433" y="166"/>
                      </a:cubicBezTo>
                      <a:cubicBezTo>
                        <a:pt x="442" y="165"/>
                        <a:pt x="513" y="202"/>
                        <a:pt x="519" y="198"/>
                      </a:cubicBezTo>
                      <a:cubicBezTo>
                        <a:pt x="524" y="194"/>
                        <a:pt x="505" y="155"/>
                        <a:pt x="523" y="148"/>
                      </a:cubicBezTo>
                      <a:cubicBezTo>
                        <a:pt x="541" y="141"/>
                        <a:pt x="539" y="157"/>
                        <a:pt x="557" y="147"/>
                      </a:cubicBezTo>
                      <a:cubicBezTo>
                        <a:pt x="575" y="137"/>
                        <a:pt x="578" y="130"/>
                        <a:pt x="578" y="130"/>
                      </a:cubicBezTo>
                      <a:cubicBezTo>
                        <a:pt x="542" y="107"/>
                        <a:pt x="542" y="107"/>
                        <a:pt x="542" y="107"/>
                      </a:cubicBezTo>
                      <a:cubicBezTo>
                        <a:pt x="542" y="107"/>
                        <a:pt x="542" y="83"/>
                        <a:pt x="535" y="78"/>
                      </a:cubicBezTo>
                      <a:cubicBezTo>
                        <a:pt x="528" y="72"/>
                        <a:pt x="523" y="96"/>
                        <a:pt x="523" y="96"/>
                      </a:cubicBezTo>
                      <a:cubicBezTo>
                        <a:pt x="523" y="96"/>
                        <a:pt x="455" y="80"/>
                        <a:pt x="440" y="69"/>
                      </a:cubicBezTo>
                      <a:cubicBezTo>
                        <a:pt x="424" y="58"/>
                        <a:pt x="350" y="0"/>
                        <a:pt x="340" y="11"/>
                      </a:cubicBezTo>
                      <a:cubicBezTo>
                        <a:pt x="330" y="22"/>
                        <a:pt x="372" y="57"/>
                        <a:pt x="372" y="57"/>
                      </a:cubicBezTo>
                      <a:close/>
                      <a:moveTo>
                        <a:pt x="194" y="984"/>
                      </a:moveTo>
                      <a:cubicBezTo>
                        <a:pt x="209" y="984"/>
                        <a:pt x="209" y="984"/>
                        <a:pt x="209" y="984"/>
                      </a:cubicBezTo>
                      <a:cubicBezTo>
                        <a:pt x="192" y="972"/>
                        <a:pt x="192" y="972"/>
                        <a:pt x="192" y="972"/>
                      </a:cubicBezTo>
                      <a:lnTo>
                        <a:pt x="194" y="984"/>
                      </a:lnTo>
                      <a:close/>
                      <a:moveTo>
                        <a:pt x="208" y="933"/>
                      </a:moveTo>
                      <a:cubicBezTo>
                        <a:pt x="210" y="942"/>
                        <a:pt x="214" y="942"/>
                        <a:pt x="214" y="942"/>
                      </a:cubicBezTo>
                      <a:cubicBezTo>
                        <a:pt x="224" y="944"/>
                        <a:pt x="225" y="934"/>
                        <a:pt x="225" y="934"/>
                      </a:cubicBezTo>
                      <a:cubicBezTo>
                        <a:pt x="225" y="934"/>
                        <a:pt x="240" y="933"/>
                        <a:pt x="233" y="922"/>
                      </a:cubicBezTo>
                      <a:cubicBezTo>
                        <a:pt x="226" y="912"/>
                        <a:pt x="205" y="924"/>
                        <a:pt x="208" y="933"/>
                      </a:cubicBezTo>
                      <a:close/>
                      <a:moveTo>
                        <a:pt x="214" y="956"/>
                      </a:moveTo>
                      <a:cubicBezTo>
                        <a:pt x="204" y="952"/>
                        <a:pt x="205" y="961"/>
                        <a:pt x="205" y="961"/>
                      </a:cubicBezTo>
                      <a:cubicBezTo>
                        <a:pt x="220" y="968"/>
                        <a:pt x="225" y="960"/>
                        <a:pt x="214" y="956"/>
                      </a:cubicBezTo>
                      <a:close/>
                      <a:moveTo>
                        <a:pt x="230" y="810"/>
                      </a:moveTo>
                      <a:cubicBezTo>
                        <a:pt x="230" y="814"/>
                        <a:pt x="217" y="820"/>
                        <a:pt x="217" y="820"/>
                      </a:cubicBezTo>
                      <a:cubicBezTo>
                        <a:pt x="234" y="829"/>
                        <a:pt x="234" y="829"/>
                        <a:pt x="234" y="829"/>
                      </a:cubicBezTo>
                      <a:cubicBezTo>
                        <a:pt x="234" y="829"/>
                        <a:pt x="230" y="806"/>
                        <a:pt x="230" y="810"/>
                      </a:cubicBezTo>
                      <a:close/>
                      <a:moveTo>
                        <a:pt x="252" y="792"/>
                      </a:moveTo>
                      <a:cubicBezTo>
                        <a:pt x="252" y="796"/>
                        <a:pt x="248" y="805"/>
                        <a:pt x="248" y="805"/>
                      </a:cubicBezTo>
                      <a:cubicBezTo>
                        <a:pt x="257" y="825"/>
                        <a:pt x="257" y="825"/>
                        <a:pt x="257" y="825"/>
                      </a:cubicBezTo>
                      <a:cubicBezTo>
                        <a:pt x="258" y="814"/>
                        <a:pt x="258" y="814"/>
                        <a:pt x="258" y="814"/>
                      </a:cubicBezTo>
                      <a:cubicBezTo>
                        <a:pt x="258" y="814"/>
                        <a:pt x="252" y="788"/>
                        <a:pt x="252" y="792"/>
                      </a:cubicBezTo>
                      <a:close/>
                      <a:moveTo>
                        <a:pt x="32" y="1144"/>
                      </a:moveTo>
                      <a:cubicBezTo>
                        <a:pt x="36" y="1144"/>
                        <a:pt x="54" y="1138"/>
                        <a:pt x="54" y="1138"/>
                      </a:cubicBezTo>
                      <a:cubicBezTo>
                        <a:pt x="36" y="1129"/>
                        <a:pt x="36" y="1129"/>
                        <a:pt x="36" y="1129"/>
                      </a:cubicBezTo>
                      <a:cubicBezTo>
                        <a:pt x="36" y="1129"/>
                        <a:pt x="28" y="1144"/>
                        <a:pt x="32" y="1144"/>
                      </a:cubicBezTo>
                      <a:close/>
                      <a:moveTo>
                        <a:pt x="81" y="1117"/>
                      </a:moveTo>
                      <a:cubicBezTo>
                        <a:pt x="72" y="1100"/>
                        <a:pt x="72" y="1100"/>
                        <a:pt x="72" y="1100"/>
                      </a:cubicBezTo>
                      <a:cubicBezTo>
                        <a:pt x="72" y="1110"/>
                        <a:pt x="72" y="1110"/>
                        <a:pt x="72" y="1110"/>
                      </a:cubicBezTo>
                      <a:cubicBezTo>
                        <a:pt x="70" y="1126"/>
                        <a:pt x="85" y="1133"/>
                        <a:pt x="90" y="1125"/>
                      </a:cubicBezTo>
                      <a:cubicBezTo>
                        <a:pt x="96" y="1117"/>
                        <a:pt x="81" y="1117"/>
                        <a:pt x="81" y="1117"/>
                      </a:cubicBezTo>
                      <a:close/>
                      <a:moveTo>
                        <a:pt x="16" y="1134"/>
                      </a:moveTo>
                      <a:cubicBezTo>
                        <a:pt x="0" y="1133"/>
                        <a:pt x="9" y="1150"/>
                        <a:pt x="9" y="1150"/>
                      </a:cubicBezTo>
                      <a:cubicBezTo>
                        <a:pt x="21" y="1153"/>
                        <a:pt x="32" y="1136"/>
                        <a:pt x="16" y="1134"/>
                      </a:cubicBezTo>
                      <a:close/>
                      <a:moveTo>
                        <a:pt x="118" y="1033"/>
                      </a:moveTo>
                      <a:cubicBezTo>
                        <a:pt x="118" y="1041"/>
                        <a:pt x="129" y="1041"/>
                        <a:pt x="129" y="1041"/>
                      </a:cubicBezTo>
                      <a:cubicBezTo>
                        <a:pt x="136" y="1029"/>
                        <a:pt x="118" y="1025"/>
                        <a:pt x="118" y="1033"/>
                      </a:cubicBezTo>
                      <a:close/>
                      <a:moveTo>
                        <a:pt x="184" y="1008"/>
                      </a:moveTo>
                      <a:cubicBezTo>
                        <a:pt x="174" y="1018"/>
                        <a:pt x="165" y="1050"/>
                        <a:pt x="165" y="1050"/>
                      </a:cubicBezTo>
                      <a:cubicBezTo>
                        <a:pt x="178" y="1053"/>
                        <a:pt x="178" y="1053"/>
                        <a:pt x="178" y="1053"/>
                      </a:cubicBezTo>
                      <a:cubicBezTo>
                        <a:pt x="178" y="1053"/>
                        <a:pt x="190" y="1032"/>
                        <a:pt x="186" y="1032"/>
                      </a:cubicBezTo>
                      <a:cubicBezTo>
                        <a:pt x="182" y="1032"/>
                        <a:pt x="198" y="1014"/>
                        <a:pt x="198" y="1014"/>
                      </a:cubicBezTo>
                      <a:cubicBezTo>
                        <a:pt x="198" y="1014"/>
                        <a:pt x="193" y="997"/>
                        <a:pt x="184" y="100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0" name="Freeform 317"/>
                <p:cNvSpPr>
                  <a:spLocks noEditPoints="1"/>
                </p:cNvSpPr>
                <p:nvPr/>
              </p:nvSpPr>
              <p:spPr bwMode="gray">
                <a:xfrm>
                  <a:off x="-4425" y="-19748"/>
                  <a:ext cx="14280" cy="4543"/>
                </a:xfrm>
                <a:custGeom>
                  <a:avLst/>
                  <a:gdLst>
                    <a:gd name="T0" fmla="*/ 1604 w 6045"/>
                    <a:gd name="T1" fmla="*/ 319 h 1923"/>
                    <a:gd name="T2" fmla="*/ 1125 w 6045"/>
                    <a:gd name="T3" fmla="*/ 38 h 1923"/>
                    <a:gd name="T4" fmla="*/ 1119 w 6045"/>
                    <a:gd name="T5" fmla="*/ 335 h 1923"/>
                    <a:gd name="T6" fmla="*/ 1136 w 6045"/>
                    <a:gd name="T7" fmla="*/ 227 h 1923"/>
                    <a:gd name="T8" fmla="*/ 1032 w 6045"/>
                    <a:gd name="T9" fmla="*/ 349 h 1923"/>
                    <a:gd name="T10" fmla="*/ 4026 w 6045"/>
                    <a:gd name="T11" fmla="*/ 259 h 1923"/>
                    <a:gd name="T12" fmla="*/ 2394 w 6045"/>
                    <a:gd name="T13" fmla="*/ 103 h 1923"/>
                    <a:gd name="T14" fmla="*/ 3618 w 6045"/>
                    <a:gd name="T15" fmla="*/ 235 h 1923"/>
                    <a:gd name="T16" fmla="*/ 113 w 6045"/>
                    <a:gd name="T17" fmla="*/ 1236 h 1923"/>
                    <a:gd name="T18" fmla="*/ 755 w 6045"/>
                    <a:gd name="T19" fmla="*/ 45 h 1923"/>
                    <a:gd name="T20" fmla="*/ 5033 w 6045"/>
                    <a:gd name="T21" fmla="*/ 1361 h 1923"/>
                    <a:gd name="T22" fmla="*/ 5193 w 6045"/>
                    <a:gd name="T23" fmla="*/ 1629 h 1923"/>
                    <a:gd name="T24" fmla="*/ 5935 w 6045"/>
                    <a:gd name="T25" fmla="*/ 632 h 1923"/>
                    <a:gd name="T26" fmla="*/ 5061 w 6045"/>
                    <a:gd name="T27" fmla="*/ 515 h 1923"/>
                    <a:gd name="T28" fmla="*/ 4321 w 6045"/>
                    <a:gd name="T29" fmla="*/ 409 h 1923"/>
                    <a:gd name="T30" fmla="*/ 3936 w 6045"/>
                    <a:gd name="T31" fmla="*/ 365 h 1923"/>
                    <a:gd name="T32" fmla="*/ 3577 w 6045"/>
                    <a:gd name="T33" fmla="*/ 386 h 1923"/>
                    <a:gd name="T34" fmla="*/ 3251 w 6045"/>
                    <a:gd name="T35" fmla="*/ 351 h 1923"/>
                    <a:gd name="T36" fmla="*/ 2915 w 6045"/>
                    <a:gd name="T37" fmla="*/ 313 h 1923"/>
                    <a:gd name="T38" fmla="*/ 2906 w 6045"/>
                    <a:gd name="T39" fmla="*/ 254 h 1923"/>
                    <a:gd name="T40" fmla="*/ 2423 w 6045"/>
                    <a:gd name="T41" fmla="*/ 210 h 1923"/>
                    <a:gd name="T42" fmla="*/ 2038 w 6045"/>
                    <a:gd name="T43" fmla="*/ 402 h 1923"/>
                    <a:gd name="T44" fmla="*/ 1740 w 6045"/>
                    <a:gd name="T45" fmla="*/ 389 h 1923"/>
                    <a:gd name="T46" fmla="*/ 1845 w 6045"/>
                    <a:gd name="T47" fmla="*/ 542 h 1923"/>
                    <a:gd name="T48" fmla="*/ 1684 w 6045"/>
                    <a:gd name="T49" fmla="*/ 417 h 1923"/>
                    <a:gd name="T50" fmla="*/ 1499 w 6045"/>
                    <a:gd name="T51" fmla="*/ 522 h 1923"/>
                    <a:gd name="T52" fmla="*/ 1060 w 6045"/>
                    <a:gd name="T53" fmla="*/ 545 h 1923"/>
                    <a:gd name="T54" fmla="*/ 795 w 6045"/>
                    <a:gd name="T55" fmla="*/ 644 h 1923"/>
                    <a:gd name="T56" fmla="*/ 508 w 6045"/>
                    <a:gd name="T57" fmla="*/ 670 h 1923"/>
                    <a:gd name="T58" fmla="*/ 357 w 6045"/>
                    <a:gd name="T59" fmla="*/ 475 h 1923"/>
                    <a:gd name="T60" fmla="*/ 323 w 6045"/>
                    <a:gd name="T61" fmla="*/ 703 h 1923"/>
                    <a:gd name="T62" fmla="*/ 303 w 6045"/>
                    <a:gd name="T63" fmla="*/ 980 h 1923"/>
                    <a:gd name="T64" fmla="*/ 382 w 6045"/>
                    <a:gd name="T65" fmla="*/ 1163 h 1923"/>
                    <a:gd name="T66" fmla="*/ 538 w 6045"/>
                    <a:gd name="T67" fmla="*/ 1342 h 1923"/>
                    <a:gd name="T68" fmla="*/ 827 w 6045"/>
                    <a:gd name="T69" fmla="*/ 1472 h 1923"/>
                    <a:gd name="T70" fmla="*/ 752 w 6045"/>
                    <a:gd name="T71" fmla="*/ 1694 h 1923"/>
                    <a:gd name="T72" fmla="*/ 1214 w 6045"/>
                    <a:gd name="T73" fmla="*/ 1892 h 1923"/>
                    <a:gd name="T74" fmla="*/ 1231 w 6045"/>
                    <a:gd name="T75" fmla="*/ 1631 h 1923"/>
                    <a:gd name="T76" fmla="*/ 1419 w 6045"/>
                    <a:gd name="T77" fmla="*/ 1396 h 1923"/>
                    <a:gd name="T78" fmla="*/ 1765 w 6045"/>
                    <a:gd name="T79" fmla="*/ 1244 h 1923"/>
                    <a:gd name="T80" fmla="*/ 2222 w 6045"/>
                    <a:gd name="T81" fmla="*/ 1256 h 1923"/>
                    <a:gd name="T82" fmla="*/ 2847 w 6045"/>
                    <a:gd name="T83" fmla="*/ 1496 h 1923"/>
                    <a:gd name="T84" fmla="*/ 3152 w 6045"/>
                    <a:gd name="T85" fmla="*/ 1456 h 1923"/>
                    <a:gd name="T86" fmla="*/ 3428 w 6045"/>
                    <a:gd name="T87" fmla="*/ 1441 h 1923"/>
                    <a:gd name="T88" fmla="*/ 3929 w 6045"/>
                    <a:gd name="T89" fmla="*/ 1447 h 1923"/>
                    <a:gd name="T90" fmla="*/ 4174 w 6045"/>
                    <a:gd name="T91" fmla="*/ 1268 h 1923"/>
                    <a:gd name="T92" fmla="*/ 4630 w 6045"/>
                    <a:gd name="T93" fmla="*/ 1533 h 1923"/>
                    <a:gd name="T94" fmla="*/ 4843 w 6045"/>
                    <a:gd name="T95" fmla="*/ 1667 h 1923"/>
                    <a:gd name="T96" fmla="*/ 4985 w 6045"/>
                    <a:gd name="T97" fmla="*/ 1754 h 1923"/>
                    <a:gd name="T98" fmla="*/ 4903 w 6045"/>
                    <a:gd name="T99" fmla="*/ 1298 h 1923"/>
                    <a:gd name="T100" fmla="*/ 4580 w 6045"/>
                    <a:gd name="T101" fmla="*/ 1205 h 1923"/>
                    <a:gd name="T102" fmla="*/ 4885 w 6045"/>
                    <a:gd name="T103" fmla="*/ 977 h 1923"/>
                    <a:gd name="T104" fmla="*/ 5110 w 6045"/>
                    <a:gd name="T105" fmla="*/ 890 h 1923"/>
                    <a:gd name="T106" fmla="*/ 5374 w 6045"/>
                    <a:gd name="T107" fmla="*/ 897 h 1923"/>
                    <a:gd name="T108" fmla="*/ 5630 w 6045"/>
                    <a:gd name="T109" fmla="*/ 1386 h 1923"/>
                    <a:gd name="T110" fmla="*/ 5463 w 6045"/>
                    <a:gd name="T111" fmla="*/ 992 h 1923"/>
                    <a:gd name="T112" fmla="*/ 5791 w 6045"/>
                    <a:gd name="T113" fmla="*/ 813 h 1923"/>
                    <a:gd name="T114" fmla="*/ 5719 w 6045"/>
                    <a:gd name="T115" fmla="*/ 660 h 1923"/>
                    <a:gd name="T116" fmla="*/ 3494 w 6045"/>
                    <a:gd name="T117" fmla="*/ 1368 h 1923"/>
                    <a:gd name="T118" fmla="*/ 3579 w 6045"/>
                    <a:gd name="T119" fmla="*/ 1259 h 1923"/>
                    <a:gd name="T120" fmla="*/ 943 w 6045"/>
                    <a:gd name="T121" fmla="*/ 537 h 1923"/>
                    <a:gd name="T122" fmla="*/ 924 w 6045"/>
                    <a:gd name="T123" fmla="*/ 25 h 1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045" h="1923">
                      <a:moveTo>
                        <a:pt x="1866" y="364"/>
                      </a:moveTo>
                      <a:cubicBezTo>
                        <a:pt x="1845" y="359"/>
                        <a:pt x="1845" y="359"/>
                        <a:pt x="1845" y="359"/>
                      </a:cubicBezTo>
                      <a:cubicBezTo>
                        <a:pt x="1828" y="373"/>
                        <a:pt x="1828" y="373"/>
                        <a:pt x="1828" y="373"/>
                      </a:cubicBezTo>
                      <a:cubicBezTo>
                        <a:pt x="1854" y="380"/>
                        <a:pt x="1854" y="380"/>
                        <a:pt x="1854" y="380"/>
                      </a:cubicBezTo>
                      <a:lnTo>
                        <a:pt x="1866" y="364"/>
                      </a:lnTo>
                      <a:close/>
                      <a:moveTo>
                        <a:pt x="1894" y="346"/>
                      </a:moveTo>
                      <a:cubicBezTo>
                        <a:pt x="1869" y="329"/>
                        <a:pt x="1876" y="352"/>
                        <a:pt x="1876" y="352"/>
                      </a:cubicBezTo>
                      <a:cubicBezTo>
                        <a:pt x="1901" y="362"/>
                        <a:pt x="1919" y="363"/>
                        <a:pt x="1894" y="346"/>
                      </a:cubicBezTo>
                      <a:close/>
                      <a:moveTo>
                        <a:pt x="1138" y="13"/>
                      </a:moveTo>
                      <a:cubicBezTo>
                        <a:pt x="1148" y="11"/>
                        <a:pt x="1162" y="1"/>
                        <a:pt x="1155" y="1"/>
                      </a:cubicBezTo>
                      <a:cubicBezTo>
                        <a:pt x="1148" y="1"/>
                        <a:pt x="1100" y="1"/>
                        <a:pt x="1100" y="1"/>
                      </a:cubicBezTo>
                      <a:cubicBezTo>
                        <a:pt x="1097" y="10"/>
                        <a:pt x="1097" y="10"/>
                        <a:pt x="1097" y="10"/>
                      </a:cubicBezTo>
                      <a:cubicBezTo>
                        <a:pt x="1124" y="7"/>
                        <a:pt x="1124" y="7"/>
                        <a:pt x="1124" y="7"/>
                      </a:cubicBezTo>
                      <a:cubicBezTo>
                        <a:pt x="1124" y="7"/>
                        <a:pt x="1128" y="14"/>
                        <a:pt x="1138" y="13"/>
                      </a:cubicBezTo>
                      <a:close/>
                      <a:moveTo>
                        <a:pt x="1163" y="39"/>
                      </a:moveTo>
                      <a:cubicBezTo>
                        <a:pt x="1168" y="39"/>
                        <a:pt x="1176" y="34"/>
                        <a:pt x="1176" y="34"/>
                      </a:cubicBezTo>
                      <a:cubicBezTo>
                        <a:pt x="1176" y="34"/>
                        <a:pt x="1203" y="42"/>
                        <a:pt x="1210" y="35"/>
                      </a:cubicBezTo>
                      <a:cubicBezTo>
                        <a:pt x="1217" y="28"/>
                        <a:pt x="1211" y="17"/>
                        <a:pt x="1189" y="17"/>
                      </a:cubicBezTo>
                      <a:cubicBezTo>
                        <a:pt x="1166" y="17"/>
                        <a:pt x="1145" y="34"/>
                        <a:pt x="1145" y="34"/>
                      </a:cubicBezTo>
                      <a:cubicBezTo>
                        <a:pt x="1149" y="39"/>
                        <a:pt x="1159" y="39"/>
                        <a:pt x="1163" y="39"/>
                      </a:cubicBezTo>
                      <a:close/>
                      <a:moveTo>
                        <a:pt x="1590" y="341"/>
                      </a:moveTo>
                      <a:cubicBezTo>
                        <a:pt x="1623" y="333"/>
                        <a:pt x="1612" y="323"/>
                        <a:pt x="1604" y="319"/>
                      </a:cubicBezTo>
                      <a:cubicBezTo>
                        <a:pt x="1596" y="315"/>
                        <a:pt x="1566" y="319"/>
                        <a:pt x="1566" y="319"/>
                      </a:cubicBezTo>
                      <a:cubicBezTo>
                        <a:pt x="1566" y="319"/>
                        <a:pt x="1572" y="345"/>
                        <a:pt x="1590" y="341"/>
                      </a:cubicBezTo>
                      <a:close/>
                      <a:moveTo>
                        <a:pt x="1062" y="20"/>
                      </a:moveTo>
                      <a:cubicBezTo>
                        <a:pt x="1034" y="17"/>
                        <a:pt x="1034" y="17"/>
                        <a:pt x="1034" y="17"/>
                      </a:cubicBezTo>
                      <a:cubicBezTo>
                        <a:pt x="1041" y="25"/>
                        <a:pt x="1041" y="25"/>
                        <a:pt x="1041" y="25"/>
                      </a:cubicBezTo>
                      <a:lnTo>
                        <a:pt x="1062" y="20"/>
                      </a:lnTo>
                      <a:close/>
                      <a:moveTo>
                        <a:pt x="1264" y="465"/>
                      </a:moveTo>
                      <a:cubicBezTo>
                        <a:pt x="1259" y="473"/>
                        <a:pt x="1324" y="507"/>
                        <a:pt x="1330" y="491"/>
                      </a:cubicBezTo>
                      <a:cubicBezTo>
                        <a:pt x="1336" y="475"/>
                        <a:pt x="1270" y="455"/>
                        <a:pt x="1264" y="465"/>
                      </a:cubicBezTo>
                      <a:close/>
                      <a:moveTo>
                        <a:pt x="2074" y="83"/>
                      </a:moveTo>
                      <a:cubicBezTo>
                        <a:pt x="2084" y="73"/>
                        <a:pt x="2084" y="73"/>
                        <a:pt x="2084" y="73"/>
                      </a:cubicBezTo>
                      <a:cubicBezTo>
                        <a:pt x="2024" y="73"/>
                        <a:pt x="2024" y="73"/>
                        <a:pt x="2024" y="73"/>
                      </a:cubicBezTo>
                      <a:lnTo>
                        <a:pt x="2074" y="83"/>
                      </a:lnTo>
                      <a:close/>
                      <a:moveTo>
                        <a:pt x="1044" y="68"/>
                      </a:moveTo>
                      <a:cubicBezTo>
                        <a:pt x="1090" y="66"/>
                        <a:pt x="1090" y="66"/>
                        <a:pt x="1090" y="66"/>
                      </a:cubicBezTo>
                      <a:cubicBezTo>
                        <a:pt x="1075" y="56"/>
                        <a:pt x="1075" y="56"/>
                        <a:pt x="1075" y="56"/>
                      </a:cubicBezTo>
                      <a:lnTo>
                        <a:pt x="1044" y="68"/>
                      </a:lnTo>
                      <a:close/>
                      <a:moveTo>
                        <a:pt x="1051" y="39"/>
                      </a:moveTo>
                      <a:cubicBezTo>
                        <a:pt x="1064" y="48"/>
                        <a:pt x="1066" y="52"/>
                        <a:pt x="1066" y="52"/>
                      </a:cubicBezTo>
                      <a:cubicBezTo>
                        <a:pt x="1083" y="44"/>
                        <a:pt x="1083" y="44"/>
                        <a:pt x="1083" y="44"/>
                      </a:cubicBezTo>
                      <a:cubicBezTo>
                        <a:pt x="1083" y="44"/>
                        <a:pt x="1076" y="49"/>
                        <a:pt x="1090" y="49"/>
                      </a:cubicBezTo>
                      <a:cubicBezTo>
                        <a:pt x="1104" y="49"/>
                        <a:pt x="1125" y="38"/>
                        <a:pt x="1125" y="38"/>
                      </a:cubicBezTo>
                      <a:cubicBezTo>
                        <a:pt x="1089" y="32"/>
                        <a:pt x="1089" y="32"/>
                        <a:pt x="1089" y="32"/>
                      </a:cubicBezTo>
                      <a:cubicBezTo>
                        <a:pt x="1079" y="38"/>
                        <a:pt x="1079" y="38"/>
                        <a:pt x="1079" y="38"/>
                      </a:cubicBezTo>
                      <a:cubicBezTo>
                        <a:pt x="1079" y="38"/>
                        <a:pt x="1065" y="32"/>
                        <a:pt x="1061" y="34"/>
                      </a:cubicBezTo>
                      <a:cubicBezTo>
                        <a:pt x="1057" y="35"/>
                        <a:pt x="1051" y="39"/>
                        <a:pt x="1051" y="39"/>
                      </a:cubicBezTo>
                      <a:close/>
                      <a:moveTo>
                        <a:pt x="1113" y="23"/>
                      </a:moveTo>
                      <a:cubicBezTo>
                        <a:pt x="1071" y="23"/>
                        <a:pt x="1071" y="23"/>
                        <a:pt x="1071" y="23"/>
                      </a:cubicBezTo>
                      <a:cubicBezTo>
                        <a:pt x="1106" y="31"/>
                        <a:pt x="1106" y="31"/>
                        <a:pt x="1106" y="31"/>
                      </a:cubicBezTo>
                      <a:lnTo>
                        <a:pt x="1113" y="23"/>
                      </a:lnTo>
                      <a:close/>
                      <a:moveTo>
                        <a:pt x="1032" y="349"/>
                      </a:moveTo>
                      <a:cubicBezTo>
                        <a:pt x="1002" y="354"/>
                        <a:pt x="1002" y="354"/>
                        <a:pt x="1002" y="354"/>
                      </a:cubicBezTo>
                      <a:cubicBezTo>
                        <a:pt x="1011" y="366"/>
                        <a:pt x="1011" y="366"/>
                        <a:pt x="1011" y="366"/>
                      </a:cubicBezTo>
                      <a:cubicBezTo>
                        <a:pt x="1030" y="357"/>
                        <a:pt x="1030" y="357"/>
                        <a:pt x="1030" y="357"/>
                      </a:cubicBezTo>
                      <a:cubicBezTo>
                        <a:pt x="1020" y="373"/>
                        <a:pt x="1020" y="373"/>
                        <a:pt x="1020" y="373"/>
                      </a:cubicBezTo>
                      <a:cubicBezTo>
                        <a:pt x="1020" y="373"/>
                        <a:pt x="992" y="379"/>
                        <a:pt x="994" y="390"/>
                      </a:cubicBezTo>
                      <a:cubicBezTo>
                        <a:pt x="996" y="401"/>
                        <a:pt x="1023" y="405"/>
                        <a:pt x="1035" y="405"/>
                      </a:cubicBezTo>
                      <a:cubicBezTo>
                        <a:pt x="1048" y="405"/>
                        <a:pt x="1065" y="408"/>
                        <a:pt x="1076" y="414"/>
                      </a:cubicBezTo>
                      <a:cubicBezTo>
                        <a:pt x="1086" y="420"/>
                        <a:pt x="1085" y="437"/>
                        <a:pt x="1088" y="438"/>
                      </a:cubicBezTo>
                      <a:cubicBezTo>
                        <a:pt x="1091" y="440"/>
                        <a:pt x="1140" y="447"/>
                        <a:pt x="1140" y="447"/>
                      </a:cubicBezTo>
                      <a:cubicBezTo>
                        <a:pt x="1214" y="443"/>
                        <a:pt x="1214" y="443"/>
                        <a:pt x="1214" y="443"/>
                      </a:cubicBezTo>
                      <a:cubicBezTo>
                        <a:pt x="1214" y="443"/>
                        <a:pt x="1154" y="437"/>
                        <a:pt x="1138" y="411"/>
                      </a:cubicBezTo>
                      <a:cubicBezTo>
                        <a:pt x="1122" y="385"/>
                        <a:pt x="1106" y="385"/>
                        <a:pt x="1122" y="361"/>
                      </a:cubicBezTo>
                      <a:cubicBezTo>
                        <a:pt x="1138" y="337"/>
                        <a:pt x="1119" y="335"/>
                        <a:pt x="1119" y="335"/>
                      </a:cubicBezTo>
                      <a:cubicBezTo>
                        <a:pt x="1146" y="331"/>
                        <a:pt x="1146" y="331"/>
                        <a:pt x="1146" y="331"/>
                      </a:cubicBezTo>
                      <a:cubicBezTo>
                        <a:pt x="1135" y="319"/>
                        <a:pt x="1135" y="319"/>
                        <a:pt x="1135" y="319"/>
                      </a:cubicBezTo>
                      <a:cubicBezTo>
                        <a:pt x="1158" y="322"/>
                        <a:pt x="1158" y="322"/>
                        <a:pt x="1158" y="322"/>
                      </a:cubicBezTo>
                      <a:cubicBezTo>
                        <a:pt x="1145" y="314"/>
                        <a:pt x="1145" y="314"/>
                        <a:pt x="1145" y="314"/>
                      </a:cubicBezTo>
                      <a:cubicBezTo>
                        <a:pt x="1161" y="316"/>
                        <a:pt x="1161" y="316"/>
                        <a:pt x="1161" y="316"/>
                      </a:cubicBezTo>
                      <a:cubicBezTo>
                        <a:pt x="1165" y="306"/>
                        <a:pt x="1165" y="306"/>
                        <a:pt x="1165" y="306"/>
                      </a:cubicBezTo>
                      <a:cubicBezTo>
                        <a:pt x="1151" y="299"/>
                        <a:pt x="1151" y="299"/>
                        <a:pt x="1151" y="299"/>
                      </a:cubicBezTo>
                      <a:cubicBezTo>
                        <a:pt x="1151" y="299"/>
                        <a:pt x="1178" y="303"/>
                        <a:pt x="1182" y="299"/>
                      </a:cubicBezTo>
                      <a:cubicBezTo>
                        <a:pt x="1186" y="295"/>
                        <a:pt x="1171" y="285"/>
                        <a:pt x="1171" y="285"/>
                      </a:cubicBezTo>
                      <a:cubicBezTo>
                        <a:pt x="1193" y="287"/>
                        <a:pt x="1193" y="287"/>
                        <a:pt x="1193" y="287"/>
                      </a:cubicBezTo>
                      <a:cubicBezTo>
                        <a:pt x="1191" y="268"/>
                        <a:pt x="1191" y="268"/>
                        <a:pt x="1191" y="268"/>
                      </a:cubicBezTo>
                      <a:cubicBezTo>
                        <a:pt x="1191" y="268"/>
                        <a:pt x="1205" y="279"/>
                        <a:pt x="1223" y="271"/>
                      </a:cubicBezTo>
                      <a:cubicBezTo>
                        <a:pt x="1242" y="264"/>
                        <a:pt x="1254" y="250"/>
                        <a:pt x="1254" y="250"/>
                      </a:cubicBezTo>
                      <a:cubicBezTo>
                        <a:pt x="1254" y="250"/>
                        <a:pt x="1399" y="229"/>
                        <a:pt x="1420" y="220"/>
                      </a:cubicBezTo>
                      <a:cubicBezTo>
                        <a:pt x="1442" y="210"/>
                        <a:pt x="1463" y="195"/>
                        <a:pt x="1430" y="184"/>
                      </a:cubicBezTo>
                      <a:cubicBezTo>
                        <a:pt x="1397" y="172"/>
                        <a:pt x="1363" y="188"/>
                        <a:pt x="1348" y="194"/>
                      </a:cubicBezTo>
                      <a:cubicBezTo>
                        <a:pt x="1334" y="200"/>
                        <a:pt x="1290" y="215"/>
                        <a:pt x="1270" y="212"/>
                      </a:cubicBezTo>
                      <a:cubicBezTo>
                        <a:pt x="1249" y="210"/>
                        <a:pt x="1218" y="206"/>
                        <a:pt x="1218" y="206"/>
                      </a:cubicBezTo>
                      <a:cubicBezTo>
                        <a:pt x="1207" y="223"/>
                        <a:pt x="1207" y="223"/>
                        <a:pt x="1207" y="223"/>
                      </a:cubicBezTo>
                      <a:cubicBezTo>
                        <a:pt x="1190" y="214"/>
                        <a:pt x="1190" y="214"/>
                        <a:pt x="1190" y="214"/>
                      </a:cubicBezTo>
                      <a:cubicBezTo>
                        <a:pt x="1155" y="228"/>
                        <a:pt x="1155" y="228"/>
                        <a:pt x="1155" y="228"/>
                      </a:cubicBezTo>
                      <a:cubicBezTo>
                        <a:pt x="1136" y="227"/>
                        <a:pt x="1136" y="227"/>
                        <a:pt x="1136" y="227"/>
                      </a:cubicBezTo>
                      <a:cubicBezTo>
                        <a:pt x="1117" y="242"/>
                        <a:pt x="1117" y="242"/>
                        <a:pt x="1117" y="242"/>
                      </a:cubicBezTo>
                      <a:cubicBezTo>
                        <a:pt x="1131" y="247"/>
                        <a:pt x="1131" y="247"/>
                        <a:pt x="1131" y="247"/>
                      </a:cubicBezTo>
                      <a:cubicBezTo>
                        <a:pt x="1098" y="248"/>
                        <a:pt x="1098" y="248"/>
                        <a:pt x="1098" y="248"/>
                      </a:cubicBezTo>
                      <a:cubicBezTo>
                        <a:pt x="1079" y="254"/>
                        <a:pt x="1079" y="254"/>
                        <a:pt x="1079" y="254"/>
                      </a:cubicBezTo>
                      <a:cubicBezTo>
                        <a:pt x="1080" y="263"/>
                        <a:pt x="1080" y="263"/>
                        <a:pt x="1080" y="263"/>
                      </a:cubicBezTo>
                      <a:cubicBezTo>
                        <a:pt x="1097" y="254"/>
                        <a:pt x="1097" y="254"/>
                        <a:pt x="1097" y="254"/>
                      </a:cubicBezTo>
                      <a:cubicBezTo>
                        <a:pt x="1098" y="263"/>
                        <a:pt x="1098" y="263"/>
                        <a:pt x="1098" y="263"/>
                      </a:cubicBezTo>
                      <a:cubicBezTo>
                        <a:pt x="1117" y="265"/>
                        <a:pt x="1117" y="265"/>
                        <a:pt x="1117" y="265"/>
                      </a:cubicBezTo>
                      <a:cubicBezTo>
                        <a:pt x="1111" y="273"/>
                        <a:pt x="1111" y="273"/>
                        <a:pt x="1111" y="273"/>
                      </a:cubicBezTo>
                      <a:cubicBezTo>
                        <a:pt x="1085" y="273"/>
                        <a:pt x="1085" y="273"/>
                        <a:pt x="1085" y="273"/>
                      </a:cubicBezTo>
                      <a:cubicBezTo>
                        <a:pt x="1081" y="282"/>
                        <a:pt x="1081" y="282"/>
                        <a:pt x="1081" y="282"/>
                      </a:cubicBezTo>
                      <a:cubicBezTo>
                        <a:pt x="1099" y="285"/>
                        <a:pt x="1099" y="285"/>
                        <a:pt x="1099" y="285"/>
                      </a:cubicBezTo>
                      <a:cubicBezTo>
                        <a:pt x="1068" y="287"/>
                        <a:pt x="1068" y="287"/>
                        <a:pt x="1068" y="287"/>
                      </a:cubicBezTo>
                      <a:cubicBezTo>
                        <a:pt x="1090" y="293"/>
                        <a:pt x="1090" y="293"/>
                        <a:pt x="1090" y="293"/>
                      </a:cubicBezTo>
                      <a:cubicBezTo>
                        <a:pt x="1061" y="295"/>
                        <a:pt x="1061" y="295"/>
                        <a:pt x="1061" y="295"/>
                      </a:cubicBezTo>
                      <a:cubicBezTo>
                        <a:pt x="1059" y="309"/>
                        <a:pt x="1059" y="309"/>
                        <a:pt x="1059" y="309"/>
                      </a:cubicBezTo>
                      <a:cubicBezTo>
                        <a:pt x="1039" y="316"/>
                        <a:pt x="1039" y="316"/>
                        <a:pt x="1039" y="316"/>
                      </a:cubicBezTo>
                      <a:cubicBezTo>
                        <a:pt x="1046" y="326"/>
                        <a:pt x="1046" y="326"/>
                        <a:pt x="1046" y="326"/>
                      </a:cubicBezTo>
                      <a:cubicBezTo>
                        <a:pt x="1073" y="314"/>
                        <a:pt x="1073" y="314"/>
                        <a:pt x="1073" y="314"/>
                      </a:cubicBezTo>
                      <a:cubicBezTo>
                        <a:pt x="1062" y="332"/>
                        <a:pt x="1062" y="332"/>
                        <a:pt x="1062" y="332"/>
                      </a:cubicBezTo>
                      <a:cubicBezTo>
                        <a:pt x="1062" y="332"/>
                        <a:pt x="1041" y="327"/>
                        <a:pt x="1033" y="334"/>
                      </a:cubicBezTo>
                      <a:cubicBezTo>
                        <a:pt x="1026" y="341"/>
                        <a:pt x="1032" y="349"/>
                        <a:pt x="1032" y="349"/>
                      </a:cubicBezTo>
                      <a:close/>
                      <a:moveTo>
                        <a:pt x="3856" y="331"/>
                      </a:moveTo>
                      <a:cubicBezTo>
                        <a:pt x="3904" y="325"/>
                        <a:pt x="3904" y="325"/>
                        <a:pt x="3904" y="325"/>
                      </a:cubicBezTo>
                      <a:cubicBezTo>
                        <a:pt x="3976" y="335"/>
                        <a:pt x="3976" y="335"/>
                        <a:pt x="3976" y="335"/>
                      </a:cubicBezTo>
                      <a:cubicBezTo>
                        <a:pt x="3976" y="335"/>
                        <a:pt x="3954" y="311"/>
                        <a:pt x="3938" y="307"/>
                      </a:cubicBezTo>
                      <a:cubicBezTo>
                        <a:pt x="3922" y="303"/>
                        <a:pt x="3866" y="311"/>
                        <a:pt x="3866" y="311"/>
                      </a:cubicBezTo>
                      <a:lnTo>
                        <a:pt x="3856" y="331"/>
                      </a:lnTo>
                      <a:close/>
                      <a:moveTo>
                        <a:pt x="3858" y="253"/>
                      </a:moveTo>
                      <a:cubicBezTo>
                        <a:pt x="3896" y="257"/>
                        <a:pt x="3896" y="257"/>
                        <a:pt x="3896" y="257"/>
                      </a:cubicBezTo>
                      <a:cubicBezTo>
                        <a:pt x="3906" y="247"/>
                        <a:pt x="3904" y="235"/>
                        <a:pt x="3886" y="235"/>
                      </a:cubicBezTo>
                      <a:cubicBezTo>
                        <a:pt x="3868" y="235"/>
                        <a:pt x="3808" y="221"/>
                        <a:pt x="3816" y="233"/>
                      </a:cubicBezTo>
                      <a:cubicBezTo>
                        <a:pt x="3824" y="245"/>
                        <a:pt x="3858" y="253"/>
                        <a:pt x="3858" y="253"/>
                      </a:cubicBezTo>
                      <a:close/>
                      <a:moveTo>
                        <a:pt x="3818" y="289"/>
                      </a:moveTo>
                      <a:cubicBezTo>
                        <a:pt x="3792" y="315"/>
                        <a:pt x="3848" y="313"/>
                        <a:pt x="3856" y="303"/>
                      </a:cubicBezTo>
                      <a:cubicBezTo>
                        <a:pt x="3864" y="293"/>
                        <a:pt x="3825" y="282"/>
                        <a:pt x="3818" y="289"/>
                      </a:cubicBezTo>
                      <a:close/>
                      <a:moveTo>
                        <a:pt x="2050" y="65"/>
                      </a:moveTo>
                      <a:cubicBezTo>
                        <a:pt x="2050" y="65"/>
                        <a:pt x="2106" y="69"/>
                        <a:pt x="2118" y="65"/>
                      </a:cubicBezTo>
                      <a:cubicBezTo>
                        <a:pt x="2130" y="61"/>
                        <a:pt x="2172" y="65"/>
                        <a:pt x="2164" y="49"/>
                      </a:cubicBezTo>
                      <a:cubicBezTo>
                        <a:pt x="2156" y="33"/>
                        <a:pt x="2082" y="11"/>
                        <a:pt x="2082" y="11"/>
                      </a:cubicBezTo>
                      <a:cubicBezTo>
                        <a:pt x="2082" y="11"/>
                        <a:pt x="2026" y="1"/>
                        <a:pt x="2024" y="21"/>
                      </a:cubicBezTo>
                      <a:cubicBezTo>
                        <a:pt x="2022" y="41"/>
                        <a:pt x="2050" y="65"/>
                        <a:pt x="2050" y="65"/>
                      </a:cubicBezTo>
                      <a:close/>
                      <a:moveTo>
                        <a:pt x="4094" y="273"/>
                      </a:moveTo>
                      <a:cubicBezTo>
                        <a:pt x="4122" y="259"/>
                        <a:pt x="4026" y="259"/>
                        <a:pt x="4026" y="259"/>
                      </a:cubicBezTo>
                      <a:cubicBezTo>
                        <a:pt x="4026" y="259"/>
                        <a:pt x="4006" y="241"/>
                        <a:pt x="3998" y="241"/>
                      </a:cubicBezTo>
                      <a:cubicBezTo>
                        <a:pt x="3990" y="241"/>
                        <a:pt x="3966" y="245"/>
                        <a:pt x="3966" y="245"/>
                      </a:cubicBezTo>
                      <a:cubicBezTo>
                        <a:pt x="3942" y="243"/>
                        <a:pt x="3942" y="243"/>
                        <a:pt x="3942" y="243"/>
                      </a:cubicBezTo>
                      <a:cubicBezTo>
                        <a:pt x="3966" y="259"/>
                        <a:pt x="3966" y="259"/>
                        <a:pt x="3966" y="259"/>
                      </a:cubicBezTo>
                      <a:cubicBezTo>
                        <a:pt x="3966" y="259"/>
                        <a:pt x="4066" y="287"/>
                        <a:pt x="4094" y="273"/>
                      </a:cubicBezTo>
                      <a:close/>
                      <a:moveTo>
                        <a:pt x="5070" y="495"/>
                      </a:moveTo>
                      <a:cubicBezTo>
                        <a:pt x="5078" y="485"/>
                        <a:pt x="5004" y="475"/>
                        <a:pt x="5004" y="475"/>
                      </a:cubicBezTo>
                      <a:cubicBezTo>
                        <a:pt x="5004" y="483"/>
                        <a:pt x="5062" y="505"/>
                        <a:pt x="5070" y="495"/>
                      </a:cubicBezTo>
                      <a:close/>
                      <a:moveTo>
                        <a:pt x="2112" y="81"/>
                      </a:moveTo>
                      <a:cubicBezTo>
                        <a:pt x="2112" y="89"/>
                        <a:pt x="2178" y="95"/>
                        <a:pt x="2178" y="95"/>
                      </a:cubicBezTo>
                      <a:cubicBezTo>
                        <a:pt x="2212" y="91"/>
                        <a:pt x="2212" y="91"/>
                        <a:pt x="2212" y="91"/>
                      </a:cubicBezTo>
                      <a:cubicBezTo>
                        <a:pt x="2250" y="105"/>
                        <a:pt x="2250" y="105"/>
                        <a:pt x="2250" y="105"/>
                      </a:cubicBezTo>
                      <a:cubicBezTo>
                        <a:pt x="2292" y="103"/>
                        <a:pt x="2292" y="103"/>
                        <a:pt x="2292" y="103"/>
                      </a:cubicBezTo>
                      <a:cubicBezTo>
                        <a:pt x="2286" y="85"/>
                        <a:pt x="2268" y="59"/>
                        <a:pt x="2250" y="61"/>
                      </a:cubicBezTo>
                      <a:cubicBezTo>
                        <a:pt x="2232" y="63"/>
                        <a:pt x="2214" y="75"/>
                        <a:pt x="2214" y="75"/>
                      </a:cubicBezTo>
                      <a:cubicBezTo>
                        <a:pt x="2200" y="59"/>
                        <a:pt x="2200" y="59"/>
                        <a:pt x="2200" y="59"/>
                      </a:cubicBezTo>
                      <a:cubicBezTo>
                        <a:pt x="2200" y="59"/>
                        <a:pt x="2112" y="73"/>
                        <a:pt x="2112" y="81"/>
                      </a:cubicBezTo>
                      <a:close/>
                      <a:moveTo>
                        <a:pt x="2392" y="133"/>
                      </a:moveTo>
                      <a:cubicBezTo>
                        <a:pt x="2498" y="127"/>
                        <a:pt x="2498" y="127"/>
                        <a:pt x="2498" y="127"/>
                      </a:cubicBezTo>
                      <a:cubicBezTo>
                        <a:pt x="2470" y="111"/>
                        <a:pt x="2470" y="111"/>
                        <a:pt x="2470" y="111"/>
                      </a:cubicBezTo>
                      <a:cubicBezTo>
                        <a:pt x="2470" y="111"/>
                        <a:pt x="2432" y="91"/>
                        <a:pt x="2422" y="91"/>
                      </a:cubicBezTo>
                      <a:cubicBezTo>
                        <a:pt x="2412" y="91"/>
                        <a:pt x="2394" y="103"/>
                        <a:pt x="2394" y="103"/>
                      </a:cubicBezTo>
                      <a:cubicBezTo>
                        <a:pt x="2394" y="103"/>
                        <a:pt x="2388" y="75"/>
                        <a:pt x="2366" y="75"/>
                      </a:cubicBezTo>
                      <a:cubicBezTo>
                        <a:pt x="2344" y="75"/>
                        <a:pt x="2332" y="141"/>
                        <a:pt x="2332" y="141"/>
                      </a:cubicBezTo>
                      <a:cubicBezTo>
                        <a:pt x="2348" y="149"/>
                        <a:pt x="2348" y="149"/>
                        <a:pt x="2348" y="149"/>
                      </a:cubicBezTo>
                      <a:cubicBezTo>
                        <a:pt x="2366" y="145"/>
                        <a:pt x="2392" y="133"/>
                        <a:pt x="2392" y="133"/>
                      </a:cubicBezTo>
                      <a:close/>
                      <a:moveTo>
                        <a:pt x="3752" y="279"/>
                      </a:moveTo>
                      <a:cubicBezTo>
                        <a:pt x="3762" y="261"/>
                        <a:pt x="3762" y="261"/>
                        <a:pt x="3762" y="261"/>
                      </a:cubicBezTo>
                      <a:cubicBezTo>
                        <a:pt x="3762" y="261"/>
                        <a:pt x="3788" y="261"/>
                        <a:pt x="3798" y="261"/>
                      </a:cubicBezTo>
                      <a:cubicBezTo>
                        <a:pt x="3808" y="261"/>
                        <a:pt x="3838" y="259"/>
                        <a:pt x="3838" y="259"/>
                      </a:cubicBezTo>
                      <a:cubicBezTo>
                        <a:pt x="3796" y="239"/>
                        <a:pt x="3796" y="239"/>
                        <a:pt x="3796" y="239"/>
                      </a:cubicBezTo>
                      <a:cubicBezTo>
                        <a:pt x="3804" y="225"/>
                        <a:pt x="3804" y="225"/>
                        <a:pt x="3804" y="225"/>
                      </a:cubicBezTo>
                      <a:cubicBezTo>
                        <a:pt x="3744" y="213"/>
                        <a:pt x="3744" y="213"/>
                        <a:pt x="3744" y="213"/>
                      </a:cubicBezTo>
                      <a:cubicBezTo>
                        <a:pt x="3754" y="231"/>
                        <a:pt x="3754" y="231"/>
                        <a:pt x="3754" y="231"/>
                      </a:cubicBezTo>
                      <a:cubicBezTo>
                        <a:pt x="3754" y="231"/>
                        <a:pt x="3632" y="191"/>
                        <a:pt x="3634" y="221"/>
                      </a:cubicBezTo>
                      <a:cubicBezTo>
                        <a:pt x="3636" y="251"/>
                        <a:pt x="3752" y="279"/>
                        <a:pt x="3752" y="279"/>
                      </a:cubicBezTo>
                      <a:close/>
                      <a:moveTo>
                        <a:pt x="2882" y="289"/>
                      </a:moveTo>
                      <a:cubicBezTo>
                        <a:pt x="2914" y="295"/>
                        <a:pt x="2914" y="295"/>
                        <a:pt x="2914" y="295"/>
                      </a:cubicBezTo>
                      <a:cubicBezTo>
                        <a:pt x="2934" y="297"/>
                        <a:pt x="2954" y="285"/>
                        <a:pt x="2924" y="279"/>
                      </a:cubicBezTo>
                      <a:cubicBezTo>
                        <a:pt x="2894" y="273"/>
                        <a:pt x="2882" y="289"/>
                        <a:pt x="2882" y="289"/>
                      </a:cubicBezTo>
                      <a:close/>
                      <a:moveTo>
                        <a:pt x="3618" y="235"/>
                      </a:moveTo>
                      <a:cubicBezTo>
                        <a:pt x="3582" y="223"/>
                        <a:pt x="3582" y="223"/>
                        <a:pt x="3582" y="223"/>
                      </a:cubicBezTo>
                      <a:cubicBezTo>
                        <a:pt x="3598" y="245"/>
                        <a:pt x="3598" y="245"/>
                        <a:pt x="3598" y="245"/>
                      </a:cubicBezTo>
                      <a:lnTo>
                        <a:pt x="3618" y="235"/>
                      </a:lnTo>
                      <a:close/>
                      <a:moveTo>
                        <a:pt x="5328" y="443"/>
                      </a:moveTo>
                      <a:cubicBezTo>
                        <a:pt x="5340" y="439"/>
                        <a:pt x="5358" y="437"/>
                        <a:pt x="5384" y="437"/>
                      </a:cubicBezTo>
                      <a:cubicBezTo>
                        <a:pt x="5410" y="437"/>
                        <a:pt x="5414" y="421"/>
                        <a:pt x="5396" y="419"/>
                      </a:cubicBezTo>
                      <a:cubicBezTo>
                        <a:pt x="5378" y="417"/>
                        <a:pt x="5346" y="405"/>
                        <a:pt x="5334" y="405"/>
                      </a:cubicBezTo>
                      <a:cubicBezTo>
                        <a:pt x="5322" y="405"/>
                        <a:pt x="5294" y="405"/>
                        <a:pt x="5294" y="427"/>
                      </a:cubicBezTo>
                      <a:cubicBezTo>
                        <a:pt x="5294" y="451"/>
                        <a:pt x="5316" y="447"/>
                        <a:pt x="5328" y="443"/>
                      </a:cubicBezTo>
                      <a:close/>
                      <a:moveTo>
                        <a:pt x="111" y="1194"/>
                      </a:moveTo>
                      <a:cubicBezTo>
                        <a:pt x="103" y="1195"/>
                        <a:pt x="79" y="1198"/>
                        <a:pt x="79" y="1198"/>
                      </a:cubicBezTo>
                      <a:cubicBezTo>
                        <a:pt x="77" y="1192"/>
                        <a:pt x="77" y="1192"/>
                        <a:pt x="77" y="1192"/>
                      </a:cubicBezTo>
                      <a:cubicBezTo>
                        <a:pt x="69" y="1193"/>
                        <a:pt x="69" y="1193"/>
                        <a:pt x="69" y="1193"/>
                      </a:cubicBezTo>
                      <a:cubicBezTo>
                        <a:pt x="66" y="1187"/>
                        <a:pt x="66" y="1187"/>
                        <a:pt x="66" y="1187"/>
                      </a:cubicBezTo>
                      <a:cubicBezTo>
                        <a:pt x="61" y="1187"/>
                        <a:pt x="61" y="1187"/>
                        <a:pt x="61" y="1187"/>
                      </a:cubicBezTo>
                      <a:cubicBezTo>
                        <a:pt x="61" y="1192"/>
                        <a:pt x="53" y="1201"/>
                        <a:pt x="53" y="1201"/>
                      </a:cubicBezTo>
                      <a:cubicBezTo>
                        <a:pt x="53" y="1201"/>
                        <a:pt x="12" y="1196"/>
                        <a:pt x="6" y="1203"/>
                      </a:cubicBezTo>
                      <a:cubicBezTo>
                        <a:pt x="0" y="1210"/>
                        <a:pt x="13" y="1219"/>
                        <a:pt x="13" y="1219"/>
                      </a:cubicBezTo>
                      <a:cubicBezTo>
                        <a:pt x="8" y="1228"/>
                        <a:pt x="8" y="1228"/>
                        <a:pt x="8" y="1228"/>
                      </a:cubicBezTo>
                      <a:cubicBezTo>
                        <a:pt x="8" y="1227"/>
                        <a:pt x="8" y="1227"/>
                        <a:pt x="8" y="1227"/>
                      </a:cubicBezTo>
                      <a:cubicBezTo>
                        <a:pt x="13" y="1232"/>
                        <a:pt x="13" y="1232"/>
                        <a:pt x="13" y="1232"/>
                      </a:cubicBezTo>
                      <a:cubicBezTo>
                        <a:pt x="13" y="1232"/>
                        <a:pt x="25" y="1227"/>
                        <a:pt x="34" y="1229"/>
                      </a:cubicBezTo>
                      <a:cubicBezTo>
                        <a:pt x="43" y="1231"/>
                        <a:pt x="51" y="1236"/>
                        <a:pt x="51" y="1236"/>
                      </a:cubicBezTo>
                      <a:cubicBezTo>
                        <a:pt x="51" y="1236"/>
                        <a:pt x="82" y="1234"/>
                        <a:pt x="90" y="1235"/>
                      </a:cubicBezTo>
                      <a:cubicBezTo>
                        <a:pt x="98" y="1236"/>
                        <a:pt x="113" y="1236"/>
                        <a:pt x="113" y="1236"/>
                      </a:cubicBezTo>
                      <a:cubicBezTo>
                        <a:pt x="113" y="1236"/>
                        <a:pt x="109" y="1230"/>
                        <a:pt x="117" y="1231"/>
                      </a:cubicBezTo>
                      <a:cubicBezTo>
                        <a:pt x="112" y="1221"/>
                        <a:pt x="112" y="1221"/>
                        <a:pt x="112" y="1221"/>
                      </a:cubicBezTo>
                      <a:cubicBezTo>
                        <a:pt x="112" y="1221"/>
                        <a:pt x="120" y="1214"/>
                        <a:pt x="121" y="1209"/>
                      </a:cubicBezTo>
                      <a:cubicBezTo>
                        <a:pt x="122" y="1204"/>
                        <a:pt x="119" y="1193"/>
                        <a:pt x="111" y="1194"/>
                      </a:cubicBezTo>
                      <a:close/>
                      <a:moveTo>
                        <a:pt x="698" y="59"/>
                      </a:moveTo>
                      <a:cubicBezTo>
                        <a:pt x="712" y="49"/>
                        <a:pt x="712" y="49"/>
                        <a:pt x="712" y="49"/>
                      </a:cubicBezTo>
                      <a:cubicBezTo>
                        <a:pt x="712" y="49"/>
                        <a:pt x="677" y="42"/>
                        <a:pt x="698" y="59"/>
                      </a:cubicBezTo>
                      <a:close/>
                      <a:moveTo>
                        <a:pt x="664" y="48"/>
                      </a:moveTo>
                      <a:cubicBezTo>
                        <a:pt x="720" y="35"/>
                        <a:pt x="720" y="35"/>
                        <a:pt x="720" y="35"/>
                      </a:cubicBezTo>
                      <a:cubicBezTo>
                        <a:pt x="702" y="30"/>
                        <a:pt x="702" y="30"/>
                        <a:pt x="702" y="30"/>
                      </a:cubicBezTo>
                      <a:cubicBezTo>
                        <a:pt x="668" y="38"/>
                        <a:pt x="668" y="38"/>
                        <a:pt x="668" y="38"/>
                      </a:cubicBezTo>
                      <a:cubicBezTo>
                        <a:pt x="634" y="37"/>
                        <a:pt x="634" y="37"/>
                        <a:pt x="634" y="37"/>
                      </a:cubicBezTo>
                      <a:cubicBezTo>
                        <a:pt x="650" y="44"/>
                        <a:pt x="650" y="44"/>
                        <a:pt x="650" y="44"/>
                      </a:cubicBezTo>
                      <a:lnTo>
                        <a:pt x="664" y="48"/>
                      </a:lnTo>
                      <a:close/>
                      <a:moveTo>
                        <a:pt x="754" y="61"/>
                      </a:moveTo>
                      <a:cubicBezTo>
                        <a:pt x="757" y="51"/>
                        <a:pt x="757" y="51"/>
                        <a:pt x="757" y="51"/>
                      </a:cubicBezTo>
                      <a:cubicBezTo>
                        <a:pt x="774" y="51"/>
                        <a:pt x="774" y="51"/>
                        <a:pt x="774" y="51"/>
                      </a:cubicBezTo>
                      <a:cubicBezTo>
                        <a:pt x="779" y="45"/>
                        <a:pt x="779" y="45"/>
                        <a:pt x="779" y="45"/>
                      </a:cubicBezTo>
                      <a:cubicBezTo>
                        <a:pt x="779" y="45"/>
                        <a:pt x="806" y="48"/>
                        <a:pt x="816" y="42"/>
                      </a:cubicBezTo>
                      <a:cubicBezTo>
                        <a:pt x="826" y="37"/>
                        <a:pt x="791" y="37"/>
                        <a:pt x="791" y="37"/>
                      </a:cubicBezTo>
                      <a:cubicBezTo>
                        <a:pt x="791" y="37"/>
                        <a:pt x="791" y="27"/>
                        <a:pt x="774" y="27"/>
                      </a:cubicBezTo>
                      <a:cubicBezTo>
                        <a:pt x="757" y="27"/>
                        <a:pt x="755" y="45"/>
                        <a:pt x="755" y="45"/>
                      </a:cubicBezTo>
                      <a:cubicBezTo>
                        <a:pt x="755" y="45"/>
                        <a:pt x="719" y="51"/>
                        <a:pt x="722" y="56"/>
                      </a:cubicBezTo>
                      <a:cubicBezTo>
                        <a:pt x="724" y="62"/>
                        <a:pt x="754" y="61"/>
                        <a:pt x="754" y="61"/>
                      </a:cubicBezTo>
                      <a:close/>
                      <a:moveTo>
                        <a:pt x="786" y="53"/>
                      </a:moveTo>
                      <a:cubicBezTo>
                        <a:pt x="776" y="59"/>
                        <a:pt x="776" y="59"/>
                        <a:pt x="776" y="59"/>
                      </a:cubicBezTo>
                      <a:cubicBezTo>
                        <a:pt x="789" y="66"/>
                        <a:pt x="789" y="66"/>
                        <a:pt x="789" y="66"/>
                      </a:cubicBezTo>
                      <a:cubicBezTo>
                        <a:pt x="802" y="72"/>
                        <a:pt x="802" y="72"/>
                        <a:pt x="802" y="72"/>
                      </a:cubicBezTo>
                      <a:cubicBezTo>
                        <a:pt x="834" y="69"/>
                        <a:pt x="834" y="69"/>
                        <a:pt x="834" y="69"/>
                      </a:cubicBezTo>
                      <a:cubicBezTo>
                        <a:pt x="833" y="61"/>
                        <a:pt x="833" y="61"/>
                        <a:pt x="833" y="61"/>
                      </a:cubicBezTo>
                      <a:cubicBezTo>
                        <a:pt x="810" y="61"/>
                        <a:pt x="810" y="61"/>
                        <a:pt x="810" y="61"/>
                      </a:cubicBezTo>
                      <a:lnTo>
                        <a:pt x="786" y="53"/>
                      </a:lnTo>
                      <a:close/>
                      <a:moveTo>
                        <a:pt x="5213" y="1622"/>
                      </a:moveTo>
                      <a:cubicBezTo>
                        <a:pt x="5191" y="1599"/>
                        <a:pt x="5191" y="1599"/>
                        <a:pt x="5191" y="1599"/>
                      </a:cubicBezTo>
                      <a:cubicBezTo>
                        <a:pt x="5191" y="1599"/>
                        <a:pt x="5169" y="1593"/>
                        <a:pt x="5156" y="1575"/>
                      </a:cubicBezTo>
                      <a:cubicBezTo>
                        <a:pt x="5144" y="1557"/>
                        <a:pt x="5136" y="1516"/>
                        <a:pt x="5136" y="1516"/>
                      </a:cubicBezTo>
                      <a:cubicBezTo>
                        <a:pt x="5136" y="1516"/>
                        <a:pt x="5112" y="1502"/>
                        <a:pt x="5125" y="1495"/>
                      </a:cubicBezTo>
                      <a:cubicBezTo>
                        <a:pt x="5137" y="1488"/>
                        <a:pt x="5213" y="1526"/>
                        <a:pt x="5213" y="1526"/>
                      </a:cubicBezTo>
                      <a:cubicBezTo>
                        <a:pt x="5163" y="1489"/>
                        <a:pt x="5163" y="1489"/>
                        <a:pt x="5163" y="1489"/>
                      </a:cubicBezTo>
                      <a:cubicBezTo>
                        <a:pt x="5163" y="1489"/>
                        <a:pt x="5144" y="1459"/>
                        <a:pt x="5134" y="1452"/>
                      </a:cubicBezTo>
                      <a:cubicBezTo>
                        <a:pt x="5125" y="1445"/>
                        <a:pt x="5109" y="1435"/>
                        <a:pt x="5109" y="1435"/>
                      </a:cubicBezTo>
                      <a:cubicBezTo>
                        <a:pt x="5057" y="1379"/>
                        <a:pt x="5057" y="1379"/>
                        <a:pt x="5057" y="1379"/>
                      </a:cubicBezTo>
                      <a:cubicBezTo>
                        <a:pt x="5040" y="1380"/>
                        <a:pt x="5040" y="1380"/>
                        <a:pt x="5040" y="1380"/>
                      </a:cubicBezTo>
                      <a:cubicBezTo>
                        <a:pt x="5033" y="1361"/>
                        <a:pt x="5033" y="1361"/>
                        <a:pt x="5033" y="1361"/>
                      </a:cubicBezTo>
                      <a:cubicBezTo>
                        <a:pt x="5033" y="1361"/>
                        <a:pt x="5023" y="1363"/>
                        <a:pt x="5011" y="1351"/>
                      </a:cubicBezTo>
                      <a:cubicBezTo>
                        <a:pt x="4999" y="1338"/>
                        <a:pt x="5003" y="1322"/>
                        <a:pt x="5003" y="1322"/>
                      </a:cubicBezTo>
                      <a:cubicBezTo>
                        <a:pt x="4983" y="1297"/>
                        <a:pt x="4983" y="1297"/>
                        <a:pt x="4983" y="1297"/>
                      </a:cubicBezTo>
                      <a:cubicBezTo>
                        <a:pt x="4969" y="1298"/>
                        <a:pt x="4969" y="1298"/>
                        <a:pt x="4969" y="1298"/>
                      </a:cubicBezTo>
                      <a:cubicBezTo>
                        <a:pt x="4960" y="1279"/>
                        <a:pt x="4960" y="1279"/>
                        <a:pt x="4960" y="1279"/>
                      </a:cubicBezTo>
                      <a:cubicBezTo>
                        <a:pt x="4933" y="1259"/>
                        <a:pt x="4933" y="1259"/>
                        <a:pt x="4933" y="1259"/>
                      </a:cubicBezTo>
                      <a:cubicBezTo>
                        <a:pt x="4925" y="1243"/>
                        <a:pt x="4925" y="1243"/>
                        <a:pt x="4925" y="1243"/>
                      </a:cubicBezTo>
                      <a:cubicBezTo>
                        <a:pt x="4925" y="1243"/>
                        <a:pt x="4907" y="1230"/>
                        <a:pt x="4900" y="1235"/>
                      </a:cubicBezTo>
                      <a:cubicBezTo>
                        <a:pt x="4893" y="1239"/>
                        <a:pt x="4939" y="1272"/>
                        <a:pt x="4933" y="1275"/>
                      </a:cubicBezTo>
                      <a:cubicBezTo>
                        <a:pt x="4928" y="1277"/>
                        <a:pt x="4915" y="1262"/>
                        <a:pt x="4913" y="1277"/>
                      </a:cubicBezTo>
                      <a:cubicBezTo>
                        <a:pt x="4910" y="1293"/>
                        <a:pt x="4939" y="1322"/>
                        <a:pt x="4939" y="1322"/>
                      </a:cubicBezTo>
                      <a:cubicBezTo>
                        <a:pt x="4939" y="1322"/>
                        <a:pt x="4946" y="1340"/>
                        <a:pt x="4953" y="1347"/>
                      </a:cubicBezTo>
                      <a:cubicBezTo>
                        <a:pt x="4960" y="1354"/>
                        <a:pt x="5007" y="1384"/>
                        <a:pt x="5018" y="1398"/>
                      </a:cubicBezTo>
                      <a:cubicBezTo>
                        <a:pt x="5029" y="1412"/>
                        <a:pt x="5028" y="1434"/>
                        <a:pt x="5041" y="1445"/>
                      </a:cubicBezTo>
                      <a:cubicBezTo>
                        <a:pt x="5055" y="1456"/>
                        <a:pt x="5087" y="1512"/>
                        <a:pt x="5087" y="1512"/>
                      </a:cubicBezTo>
                      <a:cubicBezTo>
                        <a:pt x="5087" y="1512"/>
                        <a:pt x="5093" y="1535"/>
                        <a:pt x="5100" y="1535"/>
                      </a:cubicBezTo>
                      <a:cubicBezTo>
                        <a:pt x="5107" y="1535"/>
                        <a:pt x="5120" y="1545"/>
                        <a:pt x="5127" y="1555"/>
                      </a:cubicBezTo>
                      <a:cubicBezTo>
                        <a:pt x="5134" y="1564"/>
                        <a:pt x="5134" y="1584"/>
                        <a:pt x="5134" y="1584"/>
                      </a:cubicBezTo>
                      <a:cubicBezTo>
                        <a:pt x="5162" y="1607"/>
                        <a:pt x="5162" y="1607"/>
                        <a:pt x="5162" y="1607"/>
                      </a:cubicBezTo>
                      <a:cubicBezTo>
                        <a:pt x="5172" y="1643"/>
                        <a:pt x="5172" y="1643"/>
                        <a:pt x="5172" y="1643"/>
                      </a:cubicBezTo>
                      <a:cubicBezTo>
                        <a:pt x="5198" y="1671"/>
                        <a:pt x="5198" y="1671"/>
                        <a:pt x="5198" y="1671"/>
                      </a:cubicBezTo>
                      <a:cubicBezTo>
                        <a:pt x="5198" y="1671"/>
                        <a:pt x="5184" y="1632"/>
                        <a:pt x="5193" y="1629"/>
                      </a:cubicBezTo>
                      <a:cubicBezTo>
                        <a:pt x="5201" y="1627"/>
                        <a:pt x="5205" y="1636"/>
                        <a:pt x="5205" y="1636"/>
                      </a:cubicBezTo>
                      <a:cubicBezTo>
                        <a:pt x="5226" y="1636"/>
                        <a:pt x="5226" y="1636"/>
                        <a:pt x="5226" y="1636"/>
                      </a:cubicBezTo>
                      <a:cubicBezTo>
                        <a:pt x="5248" y="1663"/>
                        <a:pt x="5248" y="1663"/>
                        <a:pt x="5248" y="1663"/>
                      </a:cubicBezTo>
                      <a:cubicBezTo>
                        <a:pt x="5249" y="1646"/>
                        <a:pt x="5249" y="1646"/>
                        <a:pt x="5249" y="1646"/>
                      </a:cubicBezTo>
                      <a:cubicBezTo>
                        <a:pt x="5229" y="1621"/>
                        <a:pt x="5229" y="1621"/>
                        <a:pt x="5229" y="1621"/>
                      </a:cubicBezTo>
                      <a:lnTo>
                        <a:pt x="5213" y="1622"/>
                      </a:lnTo>
                      <a:close/>
                      <a:moveTo>
                        <a:pt x="899" y="58"/>
                      </a:moveTo>
                      <a:cubicBezTo>
                        <a:pt x="905" y="46"/>
                        <a:pt x="905" y="46"/>
                        <a:pt x="905" y="46"/>
                      </a:cubicBezTo>
                      <a:cubicBezTo>
                        <a:pt x="876" y="42"/>
                        <a:pt x="876" y="42"/>
                        <a:pt x="876" y="42"/>
                      </a:cubicBezTo>
                      <a:cubicBezTo>
                        <a:pt x="861" y="52"/>
                        <a:pt x="861" y="52"/>
                        <a:pt x="861" y="52"/>
                      </a:cubicBezTo>
                      <a:cubicBezTo>
                        <a:pt x="864" y="61"/>
                        <a:pt x="864" y="61"/>
                        <a:pt x="864" y="61"/>
                      </a:cubicBezTo>
                      <a:lnTo>
                        <a:pt x="899" y="58"/>
                      </a:lnTo>
                      <a:close/>
                      <a:moveTo>
                        <a:pt x="771" y="1607"/>
                      </a:moveTo>
                      <a:cubicBezTo>
                        <a:pt x="771" y="1607"/>
                        <a:pt x="773" y="1608"/>
                        <a:pt x="774" y="1608"/>
                      </a:cubicBezTo>
                      <a:cubicBezTo>
                        <a:pt x="773" y="1608"/>
                        <a:pt x="771" y="1607"/>
                        <a:pt x="771" y="1607"/>
                      </a:cubicBezTo>
                      <a:close/>
                      <a:moveTo>
                        <a:pt x="771" y="1607"/>
                      </a:moveTo>
                      <a:cubicBezTo>
                        <a:pt x="770" y="1607"/>
                        <a:pt x="770" y="1607"/>
                        <a:pt x="770" y="1607"/>
                      </a:cubicBezTo>
                      <a:cubicBezTo>
                        <a:pt x="770" y="1607"/>
                        <a:pt x="770" y="1607"/>
                        <a:pt x="771" y="1607"/>
                      </a:cubicBezTo>
                      <a:close/>
                      <a:moveTo>
                        <a:pt x="6034" y="664"/>
                      </a:moveTo>
                      <a:cubicBezTo>
                        <a:pt x="6023" y="650"/>
                        <a:pt x="5993" y="645"/>
                        <a:pt x="5993" y="645"/>
                      </a:cubicBezTo>
                      <a:cubicBezTo>
                        <a:pt x="5962" y="631"/>
                        <a:pt x="5962" y="631"/>
                        <a:pt x="5962" y="631"/>
                      </a:cubicBezTo>
                      <a:cubicBezTo>
                        <a:pt x="5935" y="632"/>
                        <a:pt x="5935" y="632"/>
                        <a:pt x="5935" y="632"/>
                      </a:cubicBezTo>
                      <a:cubicBezTo>
                        <a:pt x="5915" y="619"/>
                        <a:pt x="5915" y="619"/>
                        <a:pt x="5915" y="619"/>
                      </a:cubicBezTo>
                      <a:cubicBezTo>
                        <a:pt x="5854" y="615"/>
                        <a:pt x="5854" y="615"/>
                        <a:pt x="5854" y="615"/>
                      </a:cubicBezTo>
                      <a:cubicBezTo>
                        <a:pt x="5829" y="603"/>
                        <a:pt x="5829" y="603"/>
                        <a:pt x="5829" y="603"/>
                      </a:cubicBezTo>
                      <a:cubicBezTo>
                        <a:pt x="5805" y="605"/>
                        <a:pt x="5805" y="605"/>
                        <a:pt x="5805" y="605"/>
                      </a:cubicBezTo>
                      <a:cubicBezTo>
                        <a:pt x="5838" y="630"/>
                        <a:pt x="5838" y="630"/>
                        <a:pt x="5838" y="630"/>
                      </a:cubicBezTo>
                      <a:cubicBezTo>
                        <a:pt x="5874" y="646"/>
                        <a:pt x="5874" y="646"/>
                        <a:pt x="5874" y="646"/>
                      </a:cubicBezTo>
                      <a:cubicBezTo>
                        <a:pt x="5874" y="646"/>
                        <a:pt x="5834" y="652"/>
                        <a:pt x="5822" y="642"/>
                      </a:cubicBezTo>
                      <a:cubicBezTo>
                        <a:pt x="5810" y="632"/>
                        <a:pt x="5809" y="610"/>
                        <a:pt x="5756" y="592"/>
                      </a:cubicBezTo>
                      <a:cubicBezTo>
                        <a:pt x="5703" y="574"/>
                        <a:pt x="5687" y="567"/>
                        <a:pt x="5633" y="558"/>
                      </a:cubicBezTo>
                      <a:cubicBezTo>
                        <a:pt x="5579" y="549"/>
                        <a:pt x="5466" y="523"/>
                        <a:pt x="5412" y="510"/>
                      </a:cubicBezTo>
                      <a:cubicBezTo>
                        <a:pt x="5358" y="497"/>
                        <a:pt x="5297" y="488"/>
                        <a:pt x="5297" y="488"/>
                      </a:cubicBezTo>
                      <a:cubicBezTo>
                        <a:pt x="5175" y="490"/>
                        <a:pt x="5175" y="490"/>
                        <a:pt x="5175" y="490"/>
                      </a:cubicBezTo>
                      <a:cubicBezTo>
                        <a:pt x="5166" y="478"/>
                        <a:pt x="5166" y="478"/>
                        <a:pt x="5166" y="478"/>
                      </a:cubicBezTo>
                      <a:cubicBezTo>
                        <a:pt x="5135" y="480"/>
                        <a:pt x="5135" y="480"/>
                        <a:pt x="5135" y="480"/>
                      </a:cubicBezTo>
                      <a:cubicBezTo>
                        <a:pt x="5124" y="472"/>
                        <a:pt x="5124" y="472"/>
                        <a:pt x="5124" y="472"/>
                      </a:cubicBezTo>
                      <a:cubicBezTo>
                        <a:pt x="5088" y="471"/>
                        <a:pt x="5088" y="471"/>
                        <a:pt x="5088" y="471"/>
                      </a:cubicBezTo>
                      <a:cubicBezTo>
                        <a:pt x="5105" y="483"/>
                        <a:pt x="5105" y="483"/>
                        <a:pt x="5105" y="483"/>
                      </a:cubicBezTo>
                      <a:cubicBezTo>
                        <a:pt x="5100" y="497"/>
                        <a:pt x="5100" y="497"/>
                        <a:pt x="5100" y="497"/>
                      </a:cubicBezTo>
                      <a:cubicBezTo>
                        <a:pt x="5100" y="497"/>
                        <a:pt x="5199" y="520"/>
                        <a:pt x="5170" y="533"/>
                      </a:cubicBezTo>
                      <a:cubicBezTo>
                        <a:pt x="5141" y="546"/>
                        <a:pt x="5123" y="529"/>
                        <a:pt x="5123" y="529"/>
                      </a:cubicBezTo>
                      <a:cubicBezTo>
                        <a:pt x="5106" y="515"/>
                        <a:pt x="5106" y="515"/>
                        <a:pt x="5106" y="515"/>
                      </a:cubicBezTo>
                      <a:cubicBezTo>
                        <a:pt x="5061" y="515"/>
                        <a:pt x="5061" y="515"/>
                        <a:pt x="5061" y="515"/>
                      </a:cubicBezTo>
                      <a:cubicBezTo>
                        <a:pt x="5024" y="492"/>
                        <a:pt x="5024" y="492"/>
                        <a:pt x="5024" y="492"/>
                      </a:cubicBezTo>
                      <a:cubicBezTo>
                        <a:pt x="5024" y="492"/>
                        <a:pt x="5006" y="496"/>
                        <a:pt x="5002" y="499"/>
                      </a:cubicBezTo>
                      <a:cubicBezTo>
                        <a:pt x="4998" y="502"/>
                        <a:pt x="4966" y="501"/>
                        <a:pt x="4966" y="501"/>
                      </a:cubicBezTo>
                      <a:cubicBezTo>
                        <a:pt x="4962" y="493"/>
                        <a:pt x="4962" y="493"/>
                        <a:pt x="4962" y="493"/>
                      </a:cubicBezTo>
                      <a:cubicBezTo>
                        <a:pt x="4900" y="496"/>
                        <a:pt x="4900" y="496"/>
                        <a:pt x="4900" y="496"/>
                      </a:cubicBezTo>
                      <a:cubicBezTo>
                        <a:pt x="4884" y="484"/>
                        <a:pt x="4884" y="484"/>
                        <a:pt x="4884" y="484"/>
                      </a:cubicBezTo>
                      <a:cubicBezTo>
                        <a:pt x="4879" y="490"/>
                        <a:pt x="4879" y="490"/>
                        <a:pt x="4879" y="490"/>
                      </a:cubicBezTo>
                      <a:cubicBezTo>
                        <a:pt x="4879" y="490"/>
                        <a:pt x="4801" y="483"/>
                        <a:pt x="4806" y="493"/>
                      </a:cubicBezTo>
                      <a:cubicBezTo>
                        <a:pt x="4811" y="503"/>
                        <a:pt x="4840" y="527"/>
                        <a:pt x="4840" y="527"/>
                      </a:cubicBezTo>
                      <a:cubicBezTo>
                        <a:pt x="4840" y="527"/>
                        <a:pt x="4804" y="506"/>
                        <a:pt x="4799" y="501"/>
                      </a:cubicBezTo>
                      <a:cubicBezTo>
                        <a:pt x="4794" y="496"/>
                        <a:pt x="4728" y="488"/>
                        <a:pt x="4728" y="488"/>
                      </a:cubicBezTo>
                      <a:cubicBezTo>
                        <a:pt x="4728" y="488"/>
                        <a:pt x="4718" y="470"/>
                        <a:pt x="4693" y="457"/>
                      </a:cubicBezTo>
                      <a:cubicBezTo>
                        <a:pt x="4668" y="444"/>
                        <a:pt x="4630" y="438"/>
                        <a:pt x="4613" y="437"/>
                      </a:cubicBezTo>
                      <a:cubicBezTo>
                        <a:pt x="4596" y="436"/>
                        <a:pt x="4561" y="432"/>
                        <a:pt x="4561" y="432"/>
                      </a:cubicBezTo>
                      <a:cubicBezTo>
                        <a:pt x="4527" y="425"/>
                        <a:pt x="4527" y="425"/>
                        <a:pt x="4527" y="425"/>
                      </a:cubicBezTo>
                      <a:cubicBezTo>
                        <a:pt x="4518" y="429"/>
                        <a:pt x="4518" y="429"/>
                        <a:pt x="4518" y="429"/>
                      </a:cubicBezTo>
                      <a:cubicBezTo>
                        <a:pt x="4478" y="427"/>
                        <a:pt x="4478" y="427"/>
                        <a:pt x="4478" y="427"/>
                      </a:cubicBezTo>
                      <a:cubicBezTo>
                        <a:pt x="4478" y="427"/>
                        <a:pt x="4473" y="447"/>
                        <a:pt x="4451" y="444"/>
                      </a:cubicBezTo>
                      <a:cubicBezTo>
                        <a:pt x="4429" y="441"/>
                        <a:pt x="4400" y="439"/>
                        <a:pt x="4400" y="439"/>
                      </a:cubicBezTo>
                      <a:cubicBezTo>
                        <a:pt x="4400" y="439"/>
                        <a:pt x="4370" y="419"/>
                        <a:pt x="4353" y="418"/>
                      </a:cubicBezTo>
                      <a:cubicBezTo>
                        <a:pt x="4336" y="417"/>
                        <a:pt x="4327" y="420"/>
                        <a:pt x="4327" y="420"/>
                      </a:cubicBezTo>
                      <a:cubicBezTo>
                        <a:pt x="4321" y="409"/>
                        <a:pt x="4321" y="409"/>
                        <a:pt x="4321" y="409"/>
                      </a:cubicBezTo>
                      <a:cubicBezTo>
                        <a:pt x="4296" y="407"/>
                        <a:pt x="4296" y="407"/>
                        <a:pt x="4296" y="407"/>
                      </a:cubicBezTo>
                      <a:cubicBezTo>
                        <a:pt x="4253" y="403"/>
                        <a:pt x="4253" y="403"/>
                        <a:pt x="4253" y="403"/>
                      </a:cubicBezTo>
                      <a:cubicBezTo>
                        <a:pt x="4277" y="395"/>
                        <a:pt x="4277" y="395"/>
                        <a:pt x="4277" y="395"/>
                      </a:cubicBezTo>
                      <a:cubicBezTo>
                        <a:pt x="4251" y="382"/>
                        <a:pt x="4251" y="382"/>
                        <a:pt x="4251" y="382"/>
                      </a:cubicBezTo>
                      <a:cubicBezTo>
                        <a:pt x="4251" y="382"/>
                        <a:pt x="4158" y="369"/>
                        <a:pt x="4155" y="375"/>
                      </a:cubicBezTo>
                      <a:cubicBezTo>
                        <a:pt x="4152" y="381"/>
                        <a:pt x="4164" y="400"/>
                        <a:pt x="4149" y="401"/>
                      </a:cubicBezTo>
                      <a:cubicBezTo>
                        <a:pt x="4134" y="402"/>
                        <a:pt x="4114" y="398"/>
                        <a:pt x="4114" y="398"/>
                      </a:cubicBezTo>
                      <a:cubicBezTo>
                        <a:pt x="4126" y="390"/>
                        <a:pt x="4126" y="390"/>
                        <a:pt x="4126" y="390"/>
                      </a:cubicBezTo>
                      <a:cubicBezTo>
                        <a:pt x="4116" y="380"/>
                        <a:pt x="4116" y="380"/>
                        <a:pt x="4116" y="380"/>
                      </a:cubicBezTo>
                      <a:cubicBezTo>
                        <a:pt x="4116" y="380"/>
                        <a:pt x="4110" y="380"/>
                        <a:pt x="4096" y="382"/>
                      </a:cubicBezTo>
                      <a:cubicBezTo>
                        <a:pt x="4082" y="384"/>
                        <a:pt x="4068" y="379"/>
                        <a:pt x="4068" y="379"/>
                      </a:cubicBezTo>
                      <a:cubicBezTo>
                        <a:pt x="4079" y="374"/>
                        <a:pt x="4079" y="374"/>
                        <a:pt x="4079" y="374"/>
                      </a:cubicBezTo>
                      <a:cubicBezTo>
                        <a:pt x="4109" y="371"/>
                        <a:pt x="4109" y="371"/>
                        <a:pt x="4109" y="371"/>
                      </a:cubicBezTo>
                      <a:cubicBezTo>
                        <a:pt x="4147" y="394"/>
                        <a:pt x="4147" y="394"/>
                        <a:pt x="4147" y="394"/>
                      </a:cubicBezTo>
                      <a:cubicBezTo>
                        <a:pt x="4149" y="375"/>
                        <a:pt x="4149" y="375"/>
                        <a:pt x="4149" y="375"/>
                      </a:cubicBezTo>
                      <a:cubicBezTo>
                        <a:pt x="4110" y="362"/>
                        <a:pt x="4110" y="362"/>
                        <a:pt x="4110" y="362"/>
                      </a:cubicBezTo>
                      <a:cubicBezTo>
                        <a:pt x="4037" y="366"/>
                        <a:pt x="4037" y="366"/>
                        <a:pt x="4037" y="366"/>
                      </a:cubicBezTo>
                      <a:cubicBezTo>
                        <a:pt x="4036" y="357"/>
                        <a:pt x="4036" y="357"/>
                        <a:pt x="4036" y="357"/>
                      </a:cubicBezTo>
                      <a:cubicBezTo>
                        <a:pt x="3955" y="362"/>
                        <a:pt x="3955" y="362"/>
                        <a:pt x="3955" y="362"/>
                      </a:cubicBezTo>
                      <a:cubicBezTo>
                        <a:pt x="3924" y="349"/>
                        <a:pt x="3924" y="349"/>
                        <a:pt x="3924" y="349"/>
                      </a:cubicBezTo>
                      <a:cubicBezTo>
                        <a:pt x="3911" y="349"/>
                        <a:pt x="3911" y="349"/>
                        <a:pt x="3911" y="349"/>
                      </a:cubicBezTo>
                      <a:cubicBezTo>
                        <a:pt x="3936" y="365"/>
                        <a:pt x="3936" y="365"/>
                        <a:pt x="3936" y="365"/>
                      </a:cubicBezTo>
                      <a:cubicBezTo>
                        <a:pt x="3936" y="365"/>
                        <a:pt x="3884" y="364"/>
                        <a:pt x="3892" y="372"/>
                      </a:cubicBezTo>
                      <a:cubicBezTo>
                        <a:pt x="3900" y="380"/>
                        <a:pt x="3910" y="385"/>
                        <a:pt x="3910" y="385"/>
                      </a:cubicBezTo>
                      <a:cubicBezTo>
                        <a:pt x="3931" y="383"/>
                        <a:pt x="3931" y="383"/>
                        <a:pt x="3931" y="383"/>
                      </a:cubicBezTo>
                      <a:cubicBezTo>
                        <a:pt x="3931" y="388"/>
                        <a:pt x="3931" y="388"/>
                        <a:pt x="3931" y="388"/>
                      </a:cubicBezTo>
                      <a:cubicBezTo>
                        <a:pt x="3970" y="414"/>
                        <a:pt x="3970" y="414"/>
                        <a:pt x="3970" y="414"/>
                      </a:cubicBezTo>
                      <a:cubicBezTo>
                        <a:pt x="3970" y="414"/>
                        <a:pt x="3964" y="415"/>
                        <a:pt x="3949" y="414"/>
                      </a:cubicBezTo>
                      <a:cubicBezTo>
                        <a:pt x="3934" y="413"/>
                        <a:pt x="3914" y="398"/>
                        <a:pt x="3909" y="403"/>
                      </a:cubicBezTo>
                      <a:cubicBezTo>
                        <a:pt x="3904" y="408"/>
                        <a:pt x="3900" y="411"/>
                        <a:pt x="3900" y="411"/>
                      </a:cubicBezTo>
                      <a:cubicBezTo>
                        <a:pt x="3917" y="425"/>
                        <a:pt x="3917" y="425"/>
                        <a:pt x="3917" y="425"/>
                      </a:cubicBezTo>
                      <a:cubicBezTo>
                        <a:pt x="3881" y="420"/>
                        <a:pt x="3881" y="420"/>
                        <a:pt x="3881" y="420"/>
                      </a:cubicBezTo>
                      <a:cubicBezTo>
                        <a:pt x="3881" y="420"/>
                        <a:pt x="3832" y="404"/>
                        <a:pt x="3824" y="405"/>
                      </a:cubicBezTo>
                      <a:cubicBezTo>
                        <a:pt x="3816" y="406"/>
                        <a:pt x="3788" y="418"/>
                        <a:pt x="3788" y="418"/>
                      </a:cubicBezTo>
                      <a:cubicBezTo>
                        <a:pt x="3743" y="414"/>
                        <a:pt x="3743" y="414"/>
                        <a:pt x="3743" y="414"/>
                      </a:cubicBezTo>
                      <a:cubicBezTo>
                        <a:pt x="3743" y="414"/>
                        <a:pt x="3705" y="396"/>
                        <a:pt x="3702" y="392"/>
                      </a:cubicBezTo>
                      <a:cubicBezTo>
                        <a:pt x="3699" y="388"/>
                        <a:pt x="3692" y="398"/>
                        <a:pt x="3695" y="406"/>
                      </a:cubicBezTo>
                      <a:cubicBezTo>
                        <a:pt x="3698" y="414"/>
                        <a:pt x="3725" y="442"/>
                        <a:pt x="3709" y="443"/>
                      </a:cubicBezTo>
                      <a:cubicBezTo>
                        <a:pt x="3693" y="444"/>
                        <a:pt x="3614" y="415"/>
                        <a:pt x="3611" y="413"/>
                      </a:cubicBezTo>
                      <a:cubicBezTo>
                        <a:pt x="3608" y="411"/>
                        <a:pt x="3589" y="394"/>
                        <a:pt x="3589" y="394"/>
                      </a:cubicBezTo>
                      <a:cubicBezTo>
                        <a:pt x="3587" y="404"/>
                        <a:pt x="3587" y="404"/>
                        <a:pt x="3587" y="404"/>
                      </a:cubicBezTo>
                      <a:cubicBezTo>
                        <a:pt x="3550" y="393"/>
                        <a:pt x="3550" y="393"/>
                        <a:pt x="3550" y="393"/>
                      </a:cubicBezTo>
                      <a:cubicBezTo>
                        <a:pt x="3533" y="381"/>
                        <a:pt x="3533" y="381"/>
                        <a:pt x="3533" y="381"/>
                      </a:cubicBezTo>
                      <a:cubicBezTo>
                        <a:pt x="3533" y="381"/>
                        <a:pt x="3571" y="391"/>
                        <a:pt x="3577" y="386"/>
                      </a:cubicBezTo>
                      <a:cubicBezTo>
                        <a:pt x="3583" y="381"/>
                        <a:pt x="3554" y="367"/>
                        <a:pt x="3554" y="367"/>
                      </a:cubicBezTo>
                      <a:cubicBezTo>
                        <a:pt x="3531" y="367"/>
                        <a:pt x="3531" y="367"/>
                        <a:pt x="3531" y="367"/>
                      </a:cubicBezTo>
                      <a:cubicBezTo>
                        <a:pt x="3531" y="367"/>
                        <a:pt x="3542" y="361"/>
                        <a:pt x="3535" y="356"/>
                      </a:cubicBezTo>
                      <a:cubicBezTo>
                        <a:pt x="3528" y="351"/>
                        <a:pt x="3508" y="351"/>
                        <a:pt x="3508" y="351"/>
                      </a:cubicBezTo>
                      <a:cubicBezTo>
                        <a:pt x="3516" y="342"/>
                        <a:pt x="3516" y="342"/>
                        <a:pt x="3516" y="342"/>
                      </a:cubicBezTo>
                      <a:cubicBezTo>
                        <a:pt x="3516" y="342"/>
                        <a:pt x="3484" y="333"/>
                        <a:pt x="3480" y="333"/>
                      </a:cubicBezTo>
                      <a:cubicBezTo>
                        <a:pt x="3476" y="333"/>
                        <a:pt x="3461" y="323"/>
                        <a:pt x="3461" y="323"/>
                      </a:cubicBezTo>
                      <a:cubicBezTo>
                        <a:pt x="3430" y="323"/>
                        <a:pt x="3430" y="323"/>
                        <a:pt x="3430" y="323"/>
                      </a:cubicBezTo>
                      <a:cubicBezTo>
                        <a:pt x="3430" y="323"/>
                        <a:pt x="3439" y="326"/>
                        <a:pt x="3416" y="327"/>
                      </a:cubicBezTo>
                      <a:cubicBezTo>
                        <a:pt x="3393" y="328"/>
                        <a:pt x="3378" y="320"/>
                        <a:pt x="3378" y="320"/>
                      </a:cubicBezTo>
                      <a:cubicBezTo>
                        <a:pt x="3364" y="326"/>
                        <a:pt x="3364" y="326"/>
                        <a:pt x="3364" y="326"/>
                      </a:cubicBezTo>
                      <a:cubicBezTo>
                        <a:pt x="3362" y="317"/>
                        <a:pt x="3362" y="317"/>
                        <a:pt x="3362" y="317"/>
                      </a:cubicBezTo>
                      <a:cubicBezTo>
                        <a:pt x="3330" y="311"/>
                        <a:pt x="3330" y="311"/>
                        <a:pt x="3330" y="311"/>
                      </a:cubicBezTo>
                      <a:cubicBezTo>
                        <a:pt x="3323" y="305"/>
                        <a:pt x="3323" y="305"/>
                        <a:pt x="3323" y="305"/>
                      </a:cubicBezTo>
                      <a:cubicBezTo>
                        <a:pt x="3318" y="318"/>
                        <a:pt x="3318" y="318"/>
                        <a:pt x="3318" y="318"/>
                      </a:cubicBezTo>
                      <a:cubicBezTo>
                        <a:pt x="3309" y="319"/>
                        <a:pt x="3309" y="319"/>
                        <a:pt x="3309" y="319"/>
                      </a:cubicBezTo>
                      <a:cubicBezTo>
                        <a:pt x="3327" y="334"/>
                        <a:pt x="3327" y="334"/>
                        <a:pt x="3327" y="334"/>
                      </a:cubicBezTo>
                      <a:cubicBezTo>
                        <a:pt x="3344" y="354"/>
                        <a:pt x="3344" y="354"/>
                        <a:pt x="3344" y="354"/>
                      </a:cubicBezTo>
                      <a:cubicBezTo>
                        <a:pt x="3310" y="350"/>
                        <a:pt x="3310" y="350"/>
                        <a:pt x="3310" y="350"/>
                      </a:cubicBezTo>
                      <a:cubicBezTo>
                        <a:pt x="3306" y="344"/>
                        <a:pt x="3306" y="344"/>
                        <a:pt x="3306" y="344"/>
                      </a:cubicBezTo>
                      <a:cubicBezTo>
                        <a:pt x="3262" y="347"/>
                        <a:pt x="3262" y="347"/>
                        <a:pt x="3262" y="347"/>
                      </a:cubicBezTo>
                      <a:cubicBezTo>
                        <a:pt x="3251" y="351"/>
                        <a:pt x="3251" y="351"/>
                        <a:pt x="3251" y="351"/>
                      </a:cubicBezTo>
                      <a:cubicBezTo>
                        <a:pt x="3250" y="343"/>
                        <a:pt x="3250" y="343"/>
                        <a:pt x="3250" y="343"/>
                      </a:cubicBezTo>
                      <a:cubicBezTo>
                        <a:pt x="3221" y="349"/>
                        <a:pt x="3221" y="349"/>
                        <a:pt x="3221" y="349"/>
                      </a:cubicBezTo>
                      <a:cubicBezTo>
                        <a:pt x="3216" y="341"/>
                        <a:pt x="3216" y="341"/>
                        <a:pt x="3216" y="341"/>
                      </a:cubicBezTo>
                      <a:cubicBezTo>
                        <a:pt x="3178" y="342"/>
                        <a:pt x="3178" y="342"/>
                        <a:pt x="3178" y="342"/>
                      </a:cubicBezTo>
                      <a:cubicBezTo>
                        <a:pt x="3156" y="335"/>
                        <a:pt x="3156" y="335"/>
                        <a:pt x="3156" y="335"/>
                      </a:cubicBezTo>
                      <a:cubicBezTo>
                        <a:pt x="3167" y="321"/>
                        <a:pt x="3167" y="321"/>
                        <a:pt x="3167" y="321"/>
                      </a:cubicBezTo>
                      <a:cubicBezTo>
                        <a:pt x="3082" y="320"/>
                        <a:pt x="3082" y="320"/>
                        <a:pt x="3082" y="320"/>
                      </a:cubicBezTo>
                      <a:cubicBezTo>
                        <a:pt x="3077" y="314"/>
                        <a:pt x="3077" y="314"/>
                        <a:pt x="3077" y="314"/>
                      </a:cubicBezTo>
                      <a:cubicBezTo>
                        <a:pt x="3071" y="317"/>
                        <a:pt x="3071" y="317"/>
                        <a:pt x="3071" y="317"/>
                      </a:cubicBezTo>
                      <a:cubicBezTo>
                        <a:pt x="3065" y="313"/>
                        <a:pt x="3065" y="313"/>
                        <a:pt x="3065" y="313"/>
                      </a:cubicBezTo>
                      <a:cubicBezTo>
                        <a:pt x="3030" y="315"/>
                        <a:pt x="3030" y="315"/>
                        <a:pt x="3030" y="315"/>
                      </a:cubicBezTo>
                      <a:cubicBezTo>
                        <a:pt x="3034" y="323"/>
                        <a:pt x="3034" y="323"/>
                        <a:pt x="3034" y="323"/>
                      </a:cubicBezTo>
                      <a:cubicBezTo>
                        <a:pt x="2997" y="319"/>
                        <a:pt x="2997" y="319"/>
                        <a:pt x="2997" y="319"/>
                      </a:cubicBezTo>
                      <a:cubicBezTo>
                        <a:pt x="2987" y="324"/>
                        <a:pt x="2987" y="324"/>
                        <a:pt x="2987" y="324"/>
                      </a:cubicBezTo>
                      <a:cubicBezTo>
                        <a:pt x="3008" y="331"/>
                        <a:pt x="3008" y="331"/>
                        <a:pt x="3008" y="331"/>
                      </a:cubicBezTo>
                      <a:cubicBezTo>
                        <a:pt x="2981" y="330"/>
                        <a:pt x="2981" y="330"/>
                        <a:pt x="2981" y="330"/>
                      </a:cubicBezTo>
                      <a:cubicBezTo>
                        <a:pt x="2978" y="318"/>
                        <a:pt x="2978" y="318"/>
                        <a:pt x="2978" y="318"/>
                      </a:cubicBezTo>
                      <a:cubicBezTo>
                        <a:pt x="2961" y="303"/>
                        <a:pt x="2961" y="303"/>
                        <a:pt x="2961" y="303"/>
                      </a:cubicBezTo>
                      <a:cubicBezTo>
                        <a:pt x="2947" y="303"/>
                        <a:pt x="2947" y="303"/>
                        <a:pt x="2947" y="303"/>
                      </a:cubicBezTo>
                      <a:cubicBezTo>
                        <a:pt x="2954" y="318"/>
                        <a:pt x="2954" y="318"/>
                        <a:pt x="2954" y="318"/>
                      </a:cubicBezTo>
                      <a:cubicBezTo>
                        <a:pt x="2919" y="318"/>
                        <a:pt x="2919" y="318"/>
                        <a:pt x="2919" y="318"/>
                      </a:cubicBezTo>
                      <a:cubicBezTo>
                        <a:pt x="2915" y="313"/>
                        <a:pt x="2915" y="313"/>
                        <a:pt x="2915" y="313"/>
                      </a:cubicBezTo>
                      <a:cubicBezTo>
                        <a:pt x="2906" y="313"/>
                        <a:pt x="2906" y="313"/>
                        <a:pt x="2906" y="313"/>
                      </a:cubicBezTo>
                      <a:cubicBezTo>
                        <a:pt x="2902" y="303"/>
                        <a:pt x="2902" y="303"/>
                        <a:pt x="2902" y="303"/>
                      </a:cubicBezTo>
                      <a:cubicBezTo>
                        <a:pt x="2893" y="303"/>
                        <a:pt x="2893" y="303"/>
                        <a:pt x="2893" y="303"/>
                      </a:cubicBezTo>
                      <a:cubicBezTo>
                        <a:pt x="2882" y="306"/>
                        <a:pt x="2882" y="306"/>
                        <a:pt x="2882" y="306"/>
                      </a:cubicBezTo>
                      <a:cubicBezTo>
                        <a:pt x="2866" y="298"/>
                        <a:pt x="2866" y="298"/>
                        <a:pt x="2866" y="298"/>
                      </a:cubicBezTo>
                      <a:cubicBezTo>
                        <a:pt x="2846" y="312"/>
                        <a:pt x="2846" y="312"/>
                        <a:pt x="2846" y="312"/>
                      </a:cubicBezTo>
                      <a:cubicBezTo>
                        <a:pt x="2882" y="316"/>
                        <a:pt x="2882" y="316"/>
                        <a:pt x="2882" y="316"/>
                      </a:cubicBezTo>
                      <a:cubicBezTo>
                        <a:pt x="2890" y="317"/>
                        <a:pt x="2890" y="317"/>
                        <a:pt x="2890" y="317"/>
                      </a:cubicBezTo>
                      <a:cubicBezTo>
                        <a:pt x="2890" y="317"/>
                        <a:pt x="2877" y="328"/>
                        <a:pt x="2870" y="328"/>
                      </a:cubicBezTo>
                      <a:cubicBezTo>
                        <a:pt x="2863" y="328"/>
                        <a:pt x="2858" y="327"/>
                        <a:pt x="2852" y="329"/>
                      </a:cubicBezTo>
                      <a:cubicBezTo>
                        <a:pt x="2846" y="331"/>
                        <a:pt x="2844" y="337"/>
                        <a:pt x="2839" y="337"/>
                      </a:cubicBezTo>
                      <a:cubicBezTo>
                        <a:pt x="2834" y="337"/>
                        <a:pt x="2790" y="338"/>
                        <a:pt x="2790" y="338"/>
                      </a:cubicBezTo>
                      <a:cubicBezTo>
                        <a:pt x="2768" y="341"/>
                        <a:pt x="2768" y="341"/>
                        <a:pt x="2768" y="341"/>
                      </a:cubicBezTo>
                      <a:cubicBezTo>
                        <a:pt x="2758" y="358"/>
                        <a:pt x="2758" y="358"/>
                        <a:pt x="2758" y="358"/>
                      </a:cubicBezTo>
                      <a:cubicBezTo>
                        <a:pt x="2742" y="354"/>
                        <a:pt x="2742" y="354"/>
                        <a:pt x="2742" y="354"/>
                      </a:cubicBezTo>
                      <a:cubicBezTo>
                        <a:pt x="2742" y="354"/>
                        <a:pt x="2745" y="338"/>
                        <a:pt x="2753" y="334"/>
                      </a:cubicBezTo>
                      <a:cubicBezTo>
                        <a:pt x="2761" y="330"/>
                        <a:pt x="2773" y="330"/>
                        <a:pt x="2773" y="330"/>
                      </a:cubicBezTo>
                      <a:cubicBezTo>
                        <a:pt x="2778" y="319"/>
                        <a:pt x="2778" y="319"/>
                        <a:pt x="2778" y="319"/>
                      </a:cubicBezTo>
                      <a:cubicBezTo>
                        <a:pt x="2806" y="316"/>
                        <a:pt x="2806" y="316"/>
                        <a:pt x="2806" y="316"/>
                      </a:cubicBezTo>
                      <a:cubicBezTo>
                        <a:pt x="2836" y="294"/>
                        <a:pt x="2836" y="294"/>
                        <a:pt x="2836" y="294"/>
                      </a:cubicBezTo>
                      <a:cubicBezTo>
                        <a:pt x="2836" y="294"/>
                        <a:pt x="2835" y="281"/>
                        <a:pt x="2847" y="276"/>
                      </a:cubicBezTo>
                      <a:cubicBezTo>
                        <a:pt x="2859" y="271"/>
                        <a:pt x="2908" y="272"/>
                        <a:pt x="2906" y="254"/>
                      </a:cubicBezTo>
                      <a:cubicBezTo>
                        <a:pt x="2904" y="236"/>
                        <a:pt x="2889" y="232"/>
                        <a:pt x="2889" y="232"/>
                      </a:cubicBezTo>
                      <a:cubicBezTo>
                        <a:pt x="2862" y="234"/>
                        <a:pt x="2862" y="234"/>
                        <a:pt x="2862" y="234"/>
                      </a:cubicBezTo>
                      <a:cubicBezTo>
                        <a:pt x="2885" y="224"/>
                        <a:pt x="2885" y="224"/>
                        <a:pt x="2885" y="224"/>
                      </a:cubicBezTo>
                      <a:cubicBezTo>
                        <a:pt x="2885" y="224"/>
                        <a:pt x="2865" y="209"/>
                        <a:pt x="2860" y="210"/>
                      </a:cubicBezTo>
                      <a:cubicBezTo>
                        <a:pt x="2855" y="211"/>
                        <a:pt x="2838" y="212"/>
                        <a:pt x="2838" y="212"/>
                      </a:cubicBezTo>
                      <a:cubicBezTo>
                        <a:pt x="2838" y="212"/>
                        <a:pt x="2832" y="196"/>
                        <a:pt x="2819" y="196"/>
                      </a:cubicBezTo>
                      <a:cubicBezTo>
                        <a:pt x="2806" y="196"/>
                        <a:pt x="2792" y="201"/>
                        <a:pt x="2792" y="201"/>
                      </a:cubicBezTo>
                      <a:cubicBezTo>
                        <a:pt x="2756" y="192"/>
                        <a:pt x="2756" y="192"/>
                        <a:pt x="2756" y="192"/>
                      </a:cubicBezTo>
                      <a:cubicBezTo>
                        <a:pt x="2662" y="189"/>
                        <a:pt x="2662" y="189"/>
                        <a:pt x="2662" y="189"/>
                      </a:cubicBezTo>
                      <a:cubicBezTo>
                        <a:pt x="2665" y="201"/>
                        <a:pt x="2665" y="201"/>
                        <a:pt x="2665" y="201"/>
                      </a:cubicBezTo>
                      <a:cubicBezTo>
                        <a:pt x="2620" y="201"/>
                        <a:pt x="2620" y="201"/>
                        <a:pt x="2620" y="201"/>
                      </a:cubicBezTo>
                      <a:cubicBezTo>
                        <a:pt x="2620" y="201"/>
                        <a:pt x="2639" y="184"/>
                        <a:pt x="2627" y="179"/>
                      </a:cubicBezTo>
                      <a:cubicBezTo>
                        <a:pt x="2615" y="174"/>
                        <a:pt x="2564" y="180"/>
                        <a:pt x="2564" y="180"/>
                      </a:cubicBezTo>
                      <a:cubicBezTo>
                        <a:pt x="2523" y="176"/>
                        <a:pt x="2523" y="176"/>
                        <a:pt x="2523" y="176"/>
                      </a:cubicBezTo>
                      <a:cubicBezTo>
                        <a:pt x="2523" y="176"/>
                        <a:pt x="2570" y="174"/>
                        <a:pt x="2564" y="165"/>
                      </a:cubicBezTo>
                      <a:cubicBezTo>
                        <a:pt x="2558" y="156"/>
                        <a:pt x="2511" y="155"/>
                        <a:pt x="2511" y="155"/>
                      </a:cubicBezTo>
                      <a:cubicBezTo>
                        <a:pt x="2483" y="151"/>
                        <a:pt x="2483" y="151"/>
                        <a:pt x="2483" y="151"/>
                      </a:cubicBezTo>
                      <a:cubicBezTo>
                        <a:pt x="2480" y="161"/>
                        <a:pt x="2480" y="161"/>
                        <a:pt x="2480" y="161"/>
                      </a:cubicBezTo>
                      <a:cubicBezTo>
                        <a:pt x="2480" y="161"/>
                        <a:pt x="2431" y="159"/>
                        <a:pt x="2435" y="173"/>
                      </a:cubicBezTo>
                      <a:cubicBezTo>
                        <a:pt x="2439" y="187"/>
                        <a:pt x="2485" y="202"/>
                        <a:pt x="2485" y="202"/>
                      </a:cubicBezTo>
                      <a:cubicBezTo>
                        <a:pt x="2389" y="196"/>
                        <a:pt x="2389" y="196"/>
                        <a:pt x="2389" y="196"/>
                      </a:cubicBezTo>
                      <a:cubicBezTo>
                        <a:pt x="2423" y="210"/>
                        <a:pt x="2423" y="210"/>
                        <a:pt x="2423" y="210"/>
                      </a:cubicBezTo>
                      <a:cubicBezTo>
                        <a:pt x="2388" y="215"/>
                        <a:pt x="2388" y="215"/>
                        <a:pt x="2388" y="215"/>
                      </a:cubicBezTo>
                      <a:cubicBezTo>
                        <a:pt x="2388" y="215"/>
                        <a:pt x="2331" y="233"/>
                        <a:pt x="2321" y="227"/>
                      </a:cubicBezTo>
                      <a:cubicBezTo>
                        <a:pt x="2311" y="221"/>
                        <a:pt x="2326" y="209"/>
                        <a:pt x="2326" y="209"/>
                      </a:cubicBezTo>
                      <a:cubicBezTo>
                        <a:pt x="2326" y="209"/>
                        <a:pt x="2278" y="209"/>
                        <a:pt x="2269" y="211"/>
                      </a:cubicBezTo>
                      <a:cubicBezTo>
                        <a:pt x="2260" y="213"/>
                        <a:pt x="2246" y="225"/>
                        <a:pt x="2246" y="225"/>
                      </a:cubicBezTo>
                      <a:cubicBezTo>
                        <a:pt x="2246" y="225"/>
                        <a:pt x="2183" y="230"/>
                        <a:pt x="2168" y="233"/>
                      </a:cubicBezTo>
                      <a:cubicBezTo>
                        <a:pt x="2153" y="236"/>
                        <a:pt x="2120" y="243"/>
                        <a:pt x="2120" y="243"/>
                      </a:cubicBezTo>
                      <a:cubicBezTo>
                        <a:pt x="2091" y="266"/>
                        <a:pt x="2091" y="266"/>
                        <a:pt x="2091" y="266"/>
                      </a:cubicBezTo>
                      <a:cubicBezTo>
                        <a:pt x="2091" y="266"/>
                        <a:pt x="2059" y="264"/>
                        <a:pt x="2073" y="278"/>
                      </a:cubicBezTo>
                      <a:cubicBezTo>
                        <a:pt x="2087" y="292"/>
                        <a:pt x="2112" y="302"/>
                        <a:pt x="2112" y="302"/>
                      </a:cubicBezTo>
                      <a:cubicBezTo>
                        <a:pt x="2082" y="308"/>
                        <a:pt x="2082" y="308"/>
                        <a:pt x="2082" y="308"/>
                      </a:cubicBezTo>
                      <a:cubicBezTo>
                        <a:pt x="2068" y="317"/>
                        <a:pt x="2068" y="317"/>
                        <a:pt x="2068" y="317"/>
                      </a:cubicBezTo>
                      <a:cubicBezTo>
                        <a:pt x="2001" y="315"/>
                        <a:pt x="2001" y="315"/>
                        <a:pt x="2001" y="315"/>
                      </a:cubicBezTo>
                      <a:cubicBezTo>
                        <a:pt x="1996" y="320"/>
                        <a:pt x="1996" y="320"/>
                        <a:pt x="1996" y="320"/>
                      </a:cubicBezTo>
                      <a:cubicBezTo>
                        <a:pt x="1971" y="311"/>
                        <a:pt x="1971" y="311"/>
                        <a:pt x="1971" y="311"/>
                      </a:cubicBezTo>
                      <a:cubicBezTo>
                        <a:pt x="1960" y="318"/>
                        <a:pt x="1960" y="318"/>
                        <a:pt x="1960" y="318"/>
                      </a:cubicBezTo>
                      <a:cubicBezTo>
                        <a:pt x="1960" y="318"/>
                        <a:pt x="1922" y="314"/>
                        <a:pt x="1920" y="322"/>
                      </a:cubicBezTo>
                      <a:cubicBezTo>
                        <a:pt x="1918" y="330"/>
                        <a:pt x="1919" y="345"/>
                        <a:pt x="1930" y="347"/>
                      </a:cubicBezTo>
                      <a:cubicBezTo>
                        <a:pt x="1941" y="349"/>
                        <a:pt x="1947" y="365"/>
                        <a:pt x="1947" y="365"/>
                      </a:cubicBezTo>
                      <a:cubicBezTo>
                        <a:pt x="1947" y="365"/>
                        <a:pt x="1982" y="375"/>
                        <a:pt x="1991" y="375"/>
                      </a:cubicBezTo>
                      <a:cubicBezTo>
                        <a:pt x="2000" y="375"/>
                        <a:pt x="2019" y="380"/>
                        <a:pt x="2026" y="383"/>
                      </a:cubicBezTo>
                      <a:cubicBezTo>
                        <a:pt x="2033" y="386"/>
                        <a:pt x="2049" y="402"/>
                        <a:pt x="2038" y="402"/>
                      </a:cubicBezTo>
                      <a:cubicBezTo>
                        <a:pt x="2027" y="402"/>
                        <a:pt x="2003" y="404"/>
                        <a:pt x="2003" y="404"/>
                      </a:cubicBezTo>
                      <a:cubicBezTo>
                        <a:pt x="2003" y="404"/>
                        <a:pt x="1957" y="384"/>
                        <a:pt x="1941" y="380"/>
                      </a:cubicBezTo>
                      <a:cubicBezTo>
                        <a:pt x="1925" y="376"/>
                        <a:pt x="1901" y="373"/>
                        <a:pt x="1893" y="373"/>
                      </a:cubicBezTo>
                      <a:cubicBezTo>
                        <a:pt x="1885" y="373"/>
                        <a:pt x="1864" y="371"/>
                        <a:pt x="1866" y="379"/>
                      </a:cubicBezTo>
                      <a:cubicBezTo>
                        <a:pt x="1868" y="387"/>
                        <a:pt x="1894" y="397"/>
                        <a:pt x="1877" y="398"/>
                      </a:cubicBezTo>
                      <a:cubicBezTo>
                        <a:pt x="1860" y="399"/>
                        <a:pt x="1854" y="387"/>
                        <a:pt x="1844" y="387"/>
                      </a:cubicBezTo>
                      <a:cubicBezTo>
                        <a:pt x="1834" y="387"/>
                        <a:pt x="1820" y="377"/>
                        <a:pt x="1819" y="390"/>
                      </a:cubicBezTo>
                      <a:cubicBezTo>
                        <a:pt x="1818" y="403"/>
                        <a:pt x="1832" y="416"/>
                        <a:pt x="1847" y="415"/>
                      </a:cubicBezTo>
                      <a:cubicBezTo>
                        <a:pt x="1862" y="414"/>
                        <a:pt x="1885" y="421"/>
                        <a:pt x="1895" y="421"/>
                      </a:cubicBezTo>
                      <a:cubicBezTo>
                        <a:pt x="1905" y="421"/>
                        <a:pt x="1921" y="437"/>
                        <a:pt x="1921" y="437"/>
                      </a:cubicBezTo>
                      <a:cubicBezTo>
                        <a:pt x="1900" y="437"/>
                        <a:pt x="1900" y="437"/>
                        <a:pt x="1900" y="437"/>
                      </a:cubicBezTo>
                      <a:cubicBezTo>
                        <a:pt x="1900" y="437"/>
                        <a:pt x="1894" y="427"/>
                        <a:pt x="1880" y="427"/>
                      </a:cubicBezTo>
                      <a:cubicBezTo>
                        <a:pt x="1866" y="427"/>
                        <a:pt x="1823" y="425"/>
                        <a:pt x="1823" y="425"/>
                      </a:cubicBezTo>
                      <a:cubicBezTo>
                        <a:pt x="1820" y="417"/>
                        <a:pt x="1820" y="417"/>
                        <a:pt x="1820" y="417"/>
                      </a:cubicBezTo>
                      <a:cubicBezTo>
                        <a:pt x="1803" y="417"/>
                        <a:pt x="1803" y="417"/>
                        <a:pt x="1803" y="417"/>
                      </a:cubicBezTo>
                      <a:cubicBezTo>
                        <a:pt x="1800" y="406"/>
                        <a:pt x="1800" y="406"/>
                        <a:pt x="1800" y="406"/>
                      </a:cubicBezTo>
                      <a:cubicBezTo>
                        <a:pt x="1778" y="395"/>
                        <a:pt x="1778" y="395"/>
                        <a:pt x="1778" y="395"/>
                      </a:cubicBezTo>
                      <a:cubicBezTo>
                        <a:pt x="1778" y="395"/>
                        <a:pt x="1803" y="383"/>
                        <a:pt x="1793" y="374"/>
                      </a:cubicBezTo>
                      <a:cubicBezTo>
                        <a:pt x="1783" y="365"/>
                        <a:pt x="1769" y="354"/>
                        <a:pt x="1769" y="354"/>
                      </a:cubicBezTo>
                      <a:cubicBezTo>
                        <a:pt x="1748" y="353"/>
                        <a:pt x="1748" y="353"/>
                        <a:pt x="1748" y="353"/>
                      </a:cubicBezTo>
                      <a:cubicBezTo>
                        <a:pt x="1748" y="353"/>
                        <a:pt x="1778" y="370"/>
                        <a:pt x="1769" y="378"/>
                      </a:cubicBezTo>
                      <a:cubicBezTo>
                        <a:pt x="1760" y="386"/>
                        <a:pt x="1740" y="389"/>
                        <a:pt x="1740" y="389"/>
                      </a:cubicBezTo>
                      <a:cubicBezTo>
                        <a:pt x="1727" y="416"/>
                        <a:pt x="1727" y="416"/>
                        <a:pt x="1727" y="416"/>
                      </a:cubicBezTo>
                      <a:cubicBezTo>
                        <a:pt x="1776" y="441"/>
                        <a:pt x="1776" y="441"/>
                        <a:pt x="1776" y="441"/>
                      </a:cubicBezTo>
                      <a:cubicBezTo>
                        <a:pt x="1776" y="441"/>
                        <a:pt x="1789" y="436"/>
                        <a:pt x="1789" y="442"/>
                      </a:cubicBezTo>
                      <a:cubicBezTo>
                        <a:pt x="1789" y="448"/>
                        <a:pt x="1782" y="479"/>
                        <a:pt x="1782" y="479"/>
                      </a:cubicBezTo>
                      <a:cubicBezTo>
                        <a:pt x="1789" y="492"/>
                        <a:pt x="1789" y="492"/>
                        <a:pt x="1789" y="492"/>
                      </a:cubicBezTo>
                      <a:cubicBezTo>
                        <a:pt x="1813" y="496"/>
                        <a:pt x="1813" y="496"/>
                        <a:pt x="1813" y="496"/>
                      </a:cubicBezTo>
                      <a:cubicBezTo>
                        <a:pt x="1812" y="514"/>
                        <a:pt x="1812" y="514"/>
                        <a:pt x="1812" y="514"/>
                      </a:cubicBezTo>
                      <a:cubicBezTo>
                        <a:pt x="1852" y="522"/>
                        <a:pt x="1852" y="522"/>
                        <a:pt x="1852" y="522"/>
                      </a:cubicBezTo>
                      <a:cubicBezTo>
                        <a:pt x="1852" y="522"/>
                        <a:pt x="1882" y="510"/>
                        <a:pt x="1896" y="511"/>
                      </a:cubicBezTo>
                      <a:cubicBezTo>
                        <a:pt x="1910" y="512"/>
                        <a:pt x="1928" y="524"/>
                        <a:pt x="1928" y="524"/>
                      </a:cubicBezTo>
                      <a:cubicBezTo>
                        <a:pt x="1928" y="524"/>
                        <a:pt x="1957" y="528"/>
                        <a:pt x="1970" y="537"/>
                      </a:cubicBezTo>
                      <a:cubicBezTo>
                        <a:pt x="1983" y="546"/>
                        <a:pt x="1986" y="557"/>
                        <a:pt x="1986" y="557"/>
                      </a:cubicBezTo>
                      <a:cubicBezTo>
                        <a:pt x="1986" y="557"/>
                        <a:pt x="1953" y="561"/>
                        <a:pt x="1966" y="569"/>
                      </a:cubicBezTo>
                      <a:cubicBezTo>
                        <a:pt x="1979" y="577"/>
                        <a:pt x="1993" y="584"/>
                        <a:pt x="1993" y="584"/>
                      </a:cubicBezTo>
                      <a:cubicBezTo>
                        <a:pt x="2021" y="583"/>
                        <a:pt x="2021" y="583"/>
                        <a:pt x="2021" y="583"/>
                      </a:cubicBezTo>
                      <a:cubicBezTo>
                        <a:pt x="2021" y="583"/>
                        <a:pt x="2005" y="591"/>
                        <a:pt x="1992" y="591"/>
                      </a:cubicBezTo>
                      <a:cubicBezTo>
                        <a:pt x="1979" y="591"/>
                        <a:pt x="1963" y="582"/>
                        <a:pt x="1963" y="582"/>
                      </a:cubicBezTo>
                      <a:cubicBezTo>
                        <a:pt x="1963" y="582"/>
                        <a:pt x="1964" y="559"/>
                        <a:pt x="1949" y="550"/>
                      </a:cubicBezTo>
                      <a:cubicBezTo>
                        <a:pt x="1934" y="541"/>
                        <a:pt x="1922" y="536"/>
                        <a:pt x="1922" y="536"/>
                      </a:cubicBezTo>
                      <a:cubicBezTo>
                        <a:pt x="1922" y="536"/>
                        <a:pt x="1918" y="521"/>
                        <a:pt x="1906" y="522"/>
                      </a:cubicBezTo>
                      <a:cubicBezTo>
                        <a:pt x="1894" y="523"/>
                        <a:pt x="1862" y="529"/>
                        <a:pt x="1862" y="529"/>
                      </a:cubicBezTo>
                      <a:cubicBezTo>
                        <a:pt x="1862" y="529"/>
                        <a:pt x="1844" y="531"/>
                        <a:pt x="1845" y="542"/>
                      </a:cubicBezTo>
                      <a:cubicBezTo>
                        <a:pt x="1846" y="553"/>
                        <a:pt x="1878" y="571"/>
                        <a:pt x="1878" y="575"/>
                      </a:cubicBezTo>
                      <a:cubicBezTo>
                        <a:pt x="1878" y="579"/>
                        <a:pt x="1859" y="591"/>
                        <a:pt x="1859" y="591"/>
                      </a:cubicBezTo>
                      <a:cubicBezTo>
                        <a:pt x="1857" y="620"/>
                        <a:pt x="1857" y="620"/>
                        <a:pt x="1857" y="620"/>
                      </a:cubicBezTo>
                      <a:cubicBezTo>
                        <a:pt x="1829" y="634"/>
                        <a:pt x="1829" y="634"/>
                        <a:pt x="1829" y="634"/>
                      </a:cubicBezTo>
                      <a:cubicBezTo>
                        <a:pt x="1829" y="634"/>
                        <a:pt x="1823" y="655"/>
                        <a:pt x="1810" y="649"/>
                      </a:cubicBezTo>
                      <a:cubicBezTo>
                        <a:pt x="1797" y="643"/>
                        <a:pt x="1771" y="645"/>
                        <a:pt x="1771" y="645"/>
                      </a:cubicBezTo>
                      <a:cubicBezTo>
                        <a:pt x="1733" y="641"/>
                        <a:pt x="1733" y="641"/>
                        <a:pt x="1733" y="641"/>
                      </a:cubicBezTo>
                      <a:cubicBezTo>
                        <a:pt x="1733" y="641"/>
                        <a:pt x="1690" y="626"/>
                        <a:pt x="1701" y="625"/>
                      </a:cubicBezTo>
                      <a:cubicBezTo>
                        <a:pt x="1712" y="624"/>
                        <a:pt x="1735" y="623"/>
                        <a:pt x="1735" y="623"/>
                      </a:cubicBezTo>
                      <a:cubicBezTo>
                        <a:pt x="1748" y="627"/>
                        <a:pt x="1748" y="627"/>
                        <a:pt x="1748" y="627"/>
                      </a:cubicBezTo>
                      <a:cubicBezTo>
                        <a:pt x="1763" y="616"/>
                        <a:pt x="1763" y="616"/>
                        <a:pt x="1763" y="616"/>
                      </a:cubicBezTo>
                      <a:cubicBezTo>
                        <a:pt x="1763" y="616"/>
                        <a:pt x="1801" y="625"/>
                        <a:pt x="1801" y="614"/>
                      </a:cubicBezTo>
                      <a:cubicBezTo>
                        <a:pt x="1801" y="603"/>
                        <a:pt x="1803" y="588"/>
                        <a:pt x="1803" y="588"/>
                      </a:cubicBezTo>
                      <a:cubicBezTo>
                        <a:pt x="1819" y="583"/>
                        <a:pt x="1819" y="583"/>
                        <a:pt x="1819" y="583"/>
                      </a:cubicBezTo>
                      <a:cubicBezTo>
                        <a:pt x="1821" y="569"/>
                        <a:pt x="1821" y="569"/>
                        <a:pt x="1821" y="569"/>
                      </a:cubicBezTo>
                      <a:cubicBezTo>
                        <a:pt x="1810" y="567"/>
                        <a:pt x="1810" y="567"/>
                        <a:pt x="1810" y="567"/>
                      </a:cubicBezTo>
                      <a:cubicBezTo>
                        <a:pt x="1810" y="567"/>
                        <a:pt x="1826" y="547"/>
                        <a:pt x="1816" y="543"/>
                      </a:cubicBezTo>
                      <a:cubicBezTo>
                        <a:pt x="1806" y="539"/>
                        <a:pt x="1763" y="541"/>
                        <a:pt x="1761" y="525"/>
                      </a:cubicBezTo>
                      <a:cubicBezTo>
                        <a:pt x="1759" y="509"/>
                        <a:pt x="1761" y="490"/>
                        <a:pt x="1752" y="485"/>
                      </a:cubicBezTo>
                      <a:cubicBezTo>
                        <a:pt x="1743" y="480"/>
                        <a:pt x="1730" y="464"/>
                        <a:pt x="1730" y="464"/>
                      </a:cubicBezTo>
                      <a:cubicBezTo>
                        <a:pt x="1726" y="440"/>
                        <a:pt x="1726" y="440"/>
                        <a:pt x="1726" y="440"/>
                      </a:cubicBezTo>
                      <a:cubicBezTo>
                        <a:pt x="1684" y="417"/>
                        <a:pt x="1684" y="417"/>
                        <a:pt x="1684" y="417"/>
                      </a:cubicBezTo>
                      <a:cubicBezTo>
                        <a:pt x="1684" y="417"/>
                        <a:pt x="1711" y="396"/>
                        <a:pt x="1697" y="376"/>
                      </a:cubicBezTo>
                      <a:cubicBezTo>
                        <a:pt x="1683" y="356"/>
                        <a:pt x="1651" y="356"/>
                        <a:pt x="1651" y="356"/>
                      </a:cubicBezTo>
                      <a:cubicBezTo>
                        <a:pt x="1562" y="348"/>
                        <a:pt x="1562" y="348"/>
                        <a:pt x="1562" y="348"/>
                      </a:cubicBezTo>
                      <a:cubicBezTo>
                        <a:pt x="1555" y="368"/>
                        <a:pt x="1555" y="368"/>
                        <a:pt x="1555" y="368"/>
                      </a:cubicBezTo>
                      <a:cubicBezTo>
                        <a:pt x="1566" y="379"/>
                        <a:pt x="1566" y="379"/>
                        <a:pt x="1566" y="379"/>
                      </a:cubicBezTo>
                      <a:cubicBezTo>
                        <a:pt x="1561" y="402"/>
                        <a:pt x="1561" y="402"/>
                        <a:pt x="1561" y="402"/>
                      </a:cubicBezTo>
                      <a:cubicBezTo>
                        <a:pt x="1523" y="418"/>
                        <a:pt x="1523" y="418"/>
                        <a:pt x="1523" y="418"/>
                      </a:cubicBezTo>
                      <a:cubicBezTo>
                        <a:pt x="1517" y="437"/>
                        <a:pt x="1517" y="437"/>
                        <a:pt x="1517" y="437"/>
                      </a:cubicBezTo>
                      <a:cubicBezTo>
                        <a:pt x="1538" y="439"/>
                        <a:pt x="1538" y="439"/>
                        <a:pt x="1538" y="439"/>
                      </a:cubicBezTo>
                      <a:cubicBezTo>
                        <a:pt x="1561" y="474"/>
                        <a:pt x="1561" y="474"/>
                        <a:pt x="1561" y="474"/>
                      </a:cubicBezTo>
                      <a:cubicBezTo>
                        <a:pt x="1552" y="486"/>
                        <a:pt x="1552" y="486"/>
                        <a:pt x="1552" y="486"/>
                      </a:cubicBezTo>
                      <a:cubicBezTo>
                        <a:pt x="1571" y="501"/>
                        <a:pt x="1571" y="501"/>
                        <a:pt x="1571" y="501"/>
                      </a:cubicBezTo>
                      <a:cubicBezTo>
                        <a:pt x="1594" y="495"/>
                        <a:pt x="1594" y="495"/>
                        <a:pt x="1594" y="495"/>
                      </a:cubicBezTo>
                      <a:cubicBezTo>
                        <a:pt x="1594" y="495"/>
                        <a:pt x="1612" y="516"/>
                        <a:pt x="1625" y="519"/>
                      </a:cubicBezTo>
                      <a:cubicBezTo>
                        <a:pt x="1638" y="522"/>
                        <a:pt x="1651" y="522"/>
                        <a:pt x="1651" y="522"/>
                      </a:cubicBezTo>
                      <a:cubicBezTo>
                        <a:pt x="1648" y="559"/>
                        <a:pt x="1648" y="559"/>
                        <a:pt x="1648" y="559"/>
                      </a:cubicBezTo>
                      <a:cubicBezTo>
                        <a:pt x="1635" y="545"/>
                        <a:pt x="1635" y="545"/>
                        <a:pt x="1635" y="545"/>
                      </a:cubicBezTo>
                      <a:cubicBezTo>
                        <a:pt x="1625" y="551"/>
                        <a:pt x="1625" y="551"/>
                        <a:pt x="1625" y="551"/>
                      </a:cubicBezTo>
                      <a:cubicBezTo>
                        <a:pt x="1625" y="551"/>
                        <a:pt x="1572" y="524"/>
                        <a:pt x="1556" y="521"/>
                      </a:cubicBezTo>
                      <a:cubicBezTo>
                        <a:pt x="1540" y="518"/>
                        <a:pt x="1516" y="520"/>
                        <a:pt x="1516" y="520"/>
                      </a:cubicBezTo>
                      <a:cubicBezTo>
                        <a:pt x="1505" y="508"/>
                        <a:pt x="1505" y="508"/>
                        <a:pt x="1505" y="508"/>
                      </a:cubicBezTo>
                      <a:cubicBezTo>
                        <a:pt x="1499" y="522"/>
                        <a:pt x="1499" y="522"/>
                        <a:pt x="1499" y="522"/>
                      </a:cubicBezTo>
                      <a:cubicBezTo>
                        <a:pt x="1483" y="504"/>
                        <a:pt x="1483" y="504"/>
                        <a:pt x="1483" y="504"/>
                      </a:cubicBezTo>
                      <a:cubicBezTo>
                        <a:pt x="1483" y="504"/>
                        <a:pt x="1441" y="490"/>
                        <a:pt x="1434" y="490"/>
                      </a:cubicBezTo>
                      <a:cubicBezTo>
                        <a:pt x="1427" y="490"/>
                        <a:pt x="1406" y="491"/>
                        <a:pt x="1406" y="491"/>
                      </a:cubicBezTo>
                      <a:cubicBezTo>
                        <a:pt x="1406" y="491"/>
                        <a:pt x="1357" y="485"/>
                        <a:pt x="1353" y="488"/>
                      </a:cubicBezTo>
                      <a:cubicBezTo>
                        <a:pt x="1349" y="491"/>
                        <a:pt x="1340" y="491"/>
                        <a:pt x="1340" y="499"/>
                      </a:cubicBezTo>
                      <a:cubicBezTo>
                        <a:pt x="1340" y="507"/>
                        <a:pt x="1366" y="521"/>
                        <a:pt x="1366" y="521"/>
                      </a:cubicBezTo>
                      <a:cubicBezTo>
                        <a:pt x="1353" y="541"/>
                        <a:pt x="1353" y="541"/>
                        <a:pt x="1353" y="541"/>
                      </a:cubicBezTo>
                      <a:cubicBezTo>
                        <a:pt x="1344" y="534"/>
                        <a:pt x="1344" y="534"/>
                        <a:pt x="1344" y="534"/>
                      </a:cubicBezTo>
                      <a:cubicBezTo>
                        <a:pt x="1344" y="551"/>
                        <a:pt x="1344" y="551"/>
                        <a:pt x="1344" y="551"/>
                      </a:cubicBezTo>
                      <a:cubicBezTo>
                        <a:pt x="1344" y="551"/>
                        <a:pt x="1320" y="550"/>
                        <a:pt x="1320" y="545"/>
                      </a:cubicBezTo>
                      <a:cubicBezTo>
                        <a:pt x="1320" y="540"/>
                        <a:pt x="1325" y="518"/>
                        <a:pt x="1311" y="519"/>
                      </a:cubicBezTo>
                      <a:cubicBezTo>
                        <a:pt x="1297" y="520"/>
                        <a:pt x="1261" y="543"/>
                        <a:pt x="1256" y="546"/>
                      </a:cubicBezTo>
                      <a:cubicBezTo>
                        <a:pt x="1251" y="549"/>
                        <a:pt x="1240" y="535"/>
                        <a:pt x="1219" y="537"/>
                      </a:cubicBezTo>
                      <a:cubicBezTo>
                        <a:pt x="1198" y="539"/>
                        <a:pt x="1174" y="550"/>
                        <a:pt x="1172" y="558"/>
                      </a:cubicBezTo>
                      <a:cubicBezTo>
                        <a:pt x="1170" y="566"/>
                        <a:pt x="1123" y="562"/>
                        <a:pt x="1123" y="562"/>
                      </a:cubicBezTo>
                      <a:cubicBezTo>
                        <a:pt x="1131" y="545"/>
                        <a:pt x="1131" y="545"/>
                        <a:pt x="1131" y="545"/>
                      </a:cubicBezTo>
                      <a:cubicBezTo>
                        <a:pt x="1130" y="521"/>
                        <a:pt x="1130" y="521"/>
                        <a:pt x="1130" y="521"/>
                      </a:cubicBezTo>
                      <a:cubicBezTo>
                        <a:pt x="1130" y="521"/>
                        <a:pt x="1086" y="529"/>
                        <a:pt x="1086" y="538"/>
                      </a:cubicBezTo>
                      <a:cubicBezTo>
                        <a:pt x="1086" y="547"/>
                        <a:pt x="1092" y="554"/>
                        <a:pt x="1092" y="554"/>
                      </a:cubicBezTo>
                      <a:cubicBezTo>
                        <a:pt x="1074" y="555"/>
                        <a:pt x="1074" y="555"/>
                        <a:pt x="1074" y="555"/>
                      </a:cubicBezTo>
                      <a:cubicBezTo>
                        <a:pt x="1074" y="540"/>
                        <a:pt x="1074" y="540"/>
                        <a:pt x="1074" y="540"/>
                      </a:cubicBezTo>
                      <a:cubicBezTo>
                        <a:pt x="1060" y="545"/>
                        <a:pt x="1060" y="545"/>
                        <a:pt x="1060" y="545"/>
                      </a:cubicBezTo>
                      <a:cubicBezTo>
                        <a:pt x="1025" y="548"/>
                        <a:pt x="1025" y="548"/>
                        <a:pt x="1025" y="548"/>
                      </a:cubicBezTo>
                      <a:cubicBezTo>
                        <a:pt x="996" y="568"/>
                        <a:pt x="996" y="568"/>
                        <a:pt x="996" y="568"/>
                      </a:cubicBezTo>
                      <a:cubicBezTo>
                        <a:pt x="963" y="571"/>
                        <a:pt x="963" y="571"/>
                        <a:pt x="963" y="571"/>
                      </a:cubicBezTo>
                      <a:cubicBezTo>
                        <a:pt x="970" y="584"/>
                        <a:pt x="970" y="584"/>
                        <a:pt x="970" y="584"/>
                      </a:cubicBezTo>
                      <a:cubicBezTo>
                        <a:pt x="970" y="584"/>
                        <a:pt x="944" y="578"/>
                        <a:pt x="941" y="589"/>
                      </a:cubicBezTo>
                      <a:cubicBezTo>
                        <a:pt x="938" y="600"/>
                        <a:pt x="941" y="615"/>
                        <a:pt x="941" y="615"/>
                      </a:cubicBezTo>
                      <a:cubicBezTo>
                        <a:pt x="890" y="621"/>
                        <a:pt x="890" y="621"/>
                        <a:pt x="890" y="621"/>
                      </a:cubicBezTo>
                      <a:cubicBezTo>
                        <a:pt x="890" y="621"/>
                        <a:pt x="875" y="610"/>
                        <a:pt x="870" y="609"/>
                      </a:cubicBezTo>
                      <a:cubicBezTo>
                        <a:pt x="865" y="608"/>
                        <a:pt x="843" y="614"/>
                        <a:pt x="843" y="600"/>
                      </a:cubicBezTo>
                      <a:cubicBezTo>
                        <a:pt x="843" y="586"/>
                        <a:pt x="843" y="569"/>
                        <a:pt x="860" y="575"/>
                      </a:cubicBezTo>
                      <a:cubicBezTo>
                        <a:pt x="877" y="581"/>
                        <a:pt x="898" y="575"/>
                        <a:pt x="898" y="575"/>
                      </a:cubicBezTo>
                      <a:cubicBezTo>
                        <a:pt x="898" y="575"/>
                        <a:pt x="860" y="544"/>
                        <a:pt x="854" y="541"/>
                      </a:cubicBezTo>
                      <a:cubicBezTo>
                        <a:pt x="848" y="538"/>
                        <a:pt x="773" y="539"/>
                        <a:pt x="773" y="539"/>
                      </a:cubicBezTo>
                      <a:cubicBezTo>
                        <a:pt x="779" y="548"/>
                        <a:pt x="779" y="548"/>
                        <a:pt x="779" y="548"/>
                      </a:cubicBezTo>
                      <a:cubicBezTo>
                        <a:pt x="779" y="548"/>
                        <a:pt x="810" y="543"/>
                        <a:pt x="805" y="563"/>
                      </a:cubicBezTo>
                      <a:cubicBezTo>
                        <a:pt x="800" y="583"/>
                        <a:pt x="790" y="612"/>
                        <a:pt x="797" y="612"/>
                      </a:cubicBezTo>
                      <a:cubicBezTo>
                        <a:pt x="804" y="612"/>
                        <a:pt x="830" y="620"/>
                        <a:pt x="830" y="620"/>
                      </a:cubicBezTo>
                      <a:cubicBezTo>
                        <a:pt x="828" y="645"/>
                        <a:pt x="828" y="645"/>
                        <a:pt x="828" y="645"/>
                      </a:cubicBezTo>
                      <a:cubicBezTo>
                        <a:pt x="834" y="664"/>
                        <a:pt x="834" y="664"/>
                        <a:pt x="834" y="664"/>
                      </a:cubicBezTo>
                      <a:cubicBezTo>
                        <a:pt x="813" y="650"/>
                        <a:pt x="813" y="650"/>
                        <a:pt x="813" y="650"/>
                      </a:cubicBezTo>
                      <a:cubicBezTo>
                        <a:pt x="798" y="666"/>
                        <a:pt x="798" y="666"/>
                        <a:pt x="798" y="666"/>
                      </a:cubicBezTo>
                      <a:cubicBezTo>
                        <a:pt x="795" y="644"/>
                        <a:pt x="795" y="644"/>
                        <a:pt x="795" y="644"/>
                      </a:cubicBezTo>
                      <a:cubicBezTo>
                        <a:pt x="749" y="632"/>
                        <a:pt x="749" y="632"/>
                        <a:pt x="749" y="632"/>
                      </a:cubicBezTo>
                      <a:cubicBezTo>
                        <a:pt x="729" y="657"/>
                        <a:pt x="729" y="657"/>
                        <a:pt x="729" y="657"/>
                      </a:cubicBezTo>
                      <a:cubicBezTo>
                        <a:pt x="711" y="658"/>
                        <a:pt x="711" y="658"/>
                        <a:pt x="711" y="658"/>
                      </a:cubicBezTo>
                      <a:cubicBezTo>
                        <a:pt x="711" y="658"/>
                        <a:pt x="705" y="669"/>
                        <a:pt x="695" y="673"/>
                      </a:cubicBezTo>
                      <a:cubicBezTo>
                        <a:pt x="685" y="677"/>
                        <a:pt x="665" y="681"/>
                        <a:pt x="673" y="688"/>
                      </a:cubicBezTo>
                      <a:cubicBezTo>
                        <a:pt x="681" y="695"/>
                        <a:pt x="713" y="718"/>
                        <a:pt x="713" y="718"/>
                      </a:cubicBezTo>
                      <a:cubicBezTo>
                        <a:pt x="725" y="735"/>
                        <a:pt x="725" y="735"/>
                        <a:pt x="725" y="735"/>
                      </a:cubicBezTo>
                      <a:cubicBezTo>
                        <a:pt x="705" y="726"/>
                        <a:pt x="705" y="726"/>
                        <a:pt x="705" y="726"/>
                      </a:cubicBezTo>
                      <a:cubicBezTo>
                        <a:pt x="705" y="726"/>
                        <a:pt x="687" y="736"/>
                        <a:pt x="674" y="730"/>
                      </a:cubicBezTo>
                      <a:cubicBezTo>
                        <a:pt x="661" y="724"/>
                        <a:pt x="618" y="717"/>
                        <a:pt x="618" y="717"/>
                      </a:cubicBezTo>
                      <a:cubicBezTo>
                        <a:pt x="618" y="717"/>
                        <a:pt x="612" y="693"/>
                        <a:pt x="597" y="699"/>
                      </a:cubicBezTo>
                      <a:cubicBezTo>
                        <a:pt x="582" y="705"/>
                        <a:pt x="574" y="711"/>
                        <a:pt x="574" y="711"/>
                      </a:cubicBezTo>
                      <a:cubicBezTo>
                        <a:pt x="562" y="712"/>
                        <a:pt x="562" y="712"/>
                        <a:pt x="562" y="712"/>
                      </a:cubicBezTo>
                      <a:cubicBezTo>
                        <a:pt x="592" y="738"/>
                        <a:pt x="592" y="738"/>
                        <a:pt x="592" y="738"/>
                      </a:cubicBezTo>
                      <a:cubicBezTo>
                        <a:pt x="592" y="738"/>
                        <a:pt x="632" y="739"/>
                        <a:pt x="632" y="746"/>
                      </a:cubicBezTo>
                      <a:cubicBezTo>
                        <a:pt x="632" y="753"/>
                        <a:pt x="614" y="764"/>
                        <a:pt x="614" y="764"/>
                      </a:cubicBezTo>
                      <a:cubicBezTo>
                        <a:pt x="572" y="754"/>
                        <a:pt x="572" y="754"/>
                        <a:pt x="572" y="754"/>
                      </a:cubicBezTo>
                      <a:cubicBezTo>
                        <a:pt x="572" y="754"/>
                        <a:pt x="557" y="740"/>
                        <a:pt x="547" y="739"/>
                      </a:cubicBezTo>
                      <a:cubicBezTo>
                        <a:pt x="537" y="738"/>
                        <a:pt x="511" y="749"/>
                        <a:pt x="509" y="735"/>
                      </a:cubicBezTo>
                      <a:cubicBezTo>
                        <a:pt x="507" y="721"/>
                        <a:pt x="508" y="705"/>
                        <a:pt x="508" y="705"/>
                      </a:cubicBezTo>
                      <a:cubicBezTo>
                        <a:pt x="495" y="697"/>
                        <a:pt x="495" y="697"/>
                        <a:pt x="495" y="697"/>
                      </a:cubicBezTo>
                      <a:cubicBezTo>
                        <a:pt x="495" y="697"/>
                        <a:pt x="516" y="679"/>
                        <a:pt x="508" y="670"/>
                      </a:cubicBezTo>
                      <a:cubicBezTo>
                        <a:pt x="500" y="661"/>
                        <a:pt x="444" y="646"/>
                        <a:pt x="444" y="646"/>
                      </a:cubicBezTo>
                      <a:cubicBezTo>
                        <a:pt x="424" y="631"/>
                        <a:pt x="424" y="631"/>
                        <a:pt x="424" y="631"/>
                      </a:cubicBezTo>
                      <a:cubicBezTo>
                        <a:pt x="408" y="620"/>
                        <a:pt x="408" y="620"/>
                        <a:pt x="408" y="620"/>
                      </a:cubicBezTo>
                      <a:cubicBezTo>
                        <a:pt x="398" y="610"/>
                        <a:pt x="398" y="610"/>
                        <a:pt x="398" y="610"/>
                      </a:cubicBezTo>
                      <a:cubicBezTo>
                        <a:pt x="424" y="609"/>
                        <a:pt x="424" y="609"/>
                        <a:pt x="424" y="609"/>
                      </a:cubicBezTo>
                      <a:cubicBezTo>
                        <a:pt x="424" y="609"/>
                        <a:pt x="419" y="618"/>
                        <a:pt x="438" y="622"/>
                      </a:cubicBezTo>
                      <a:cubicBezTo>
                        <a:pt x="457" y="626"/>
                        <a:pt x="482" y="623"/>
                        <a:pt x="482" y="623"/>
                      </a:cubicBezTo>
                      <a:cubicBezTo>
                        <a:pt x="482" y="623"/>
                        <a:pt x="498" y="641"/>
                        <a:pt x="510" y="643"/>
                      </a:cubicBezTo>
                      <a:cubicBezTo>
                        <a:pt x="522" y="645"/>
                        <a:pt x="576" y="650"/>
                        <a:pt x="576" y="650"/>
                      </a:cubicBezTo>
                      <a:cubicBezTo>
                        <a:pt x="576" y="650"/>
                        <a:pt x="613" y="666"/>
                        <a:pt x="656" y="655"/>
                      </a:cubicBezTo>
                      <a:cubicBezTo>
                        <a:pt x="699" y="644"/>
                        <a:pt x="741" y="629"/>
                        <a:pt x="719" y="609"/>
                      </a:cubicBezTo>
                      <a:cubicBezTo>
                        <a:pt x="697" y="589"/>
                        <a:pt x="696" y="576"/>
                        <a:pt x="667" y="570"/>
                      </a:cubicBezTo>
                      <a:cubicBezTo>
                        <a:pt x="638" y="564"/>
                        <a:pt x="598" y="549"/>
                        <a:pt x="579" y="542"/>
                      </a:cubicBezTo>
                      <a:cubicBezTo>
                        <a:pt x="560" y="535"/>
                        <a:pt x="526" y="518"/>
                        <a:pt x="506" y="517"/>
                      </a:cubicBezTo>
                      <a:cubicBezTo>
                        <a:pt x="486" y="516"/>
                        <a:pt x="467" y="516"/>
                        <a:pt x="455" y="516"/>
                      </a:cubicBezTo>
                      <a:cubicBezTo>
                        <a:pt x="443" y="516"/>
                        <a:pt x="421" y="516"/>
                        <a:pt x="421" y="516"/>
                      </a:cubicBezTo>
                      <a:cubicBezTo>
                        <a:pt x="413" y="506"/>
                        <a:pt x="413" y="506"/>
                        <a:pt x="413" y="506"/>
                      </a:cubicBezTo>
                      <a:cubicBezTo>
                        <a:pt x="394" y="507"/>
                        <a:pt x="394" y="507"/>
                        <a:pt x="394" y="507"/>
                      </a:cubicBezTo>
                      <a:cubicBezTo>
                        <a:pt x="373" y="498"/>
                        <a:pt x="373" y="498"/>
                        <a:pt x="373" y="498"/>
                      </a:cubicBezTo>
                      <a:cubicBezTo>
                        <a:pt x="394" y="493"/>
                        <a:pt x="394" y="493"/>
                        <a:pt x="394" y="493"/>
                      </a:cubicBezTo>
                      <a:cubicBezTo>
                        <a:pt x="406" y="485"/>
                        <a:pt x="406" y="485"/>
                        <a:pt x="406" y="485"/>
                      </a:cubicBezTo>
                      <a:cubicBezTo>
                        <a:pt x="406" y="485"/>
                        <a:pt x="363" y="469"/>
                        <a:pt x="357" y="475"/>
                      </a:cubicBezTo>
                      <a:cubicBezTo>
                        <a:pt x="351" y="481"/>
                        <a:pt x="348" y="490"/>
                        <a:pt x="348" y="490"/>
                      </a:cubicBezTo>
                      <a:cubicBezTo>
                        <a:pt x="335" y="490"/>
                        <a:pt x="335" y="490"/>
                        <a:pt x="335" y="490"/>
                      </a:cubicBezTo>
                      <a:cubicBezTo>
                        <a:pt x="333" y="493"/>
                        <a:pt x="329" y="497"/>
                        <a:pt x="321" y="498"/>
                      </a:cubicBezTo>
                      <a:cubicBezTo>
                        <a:pt x="303" y="501"/>
                        <a:pt x="304" y="498"/>
                        <a:pt x="304" y="498"/>
                      </a:cubicBezTo>
                      <a:cubicBezTo>
                        <a:pt x="300" y="506"/>
                        <a:pt x="300" y="506"/>
                        <a:pt x="300" y="506"/>
                      </a:cubicBezTo>
                      <a:cubicBezTo>
                        <a:pt x="285" y="507"/>
                        <a:pt x="285" y="507"/>
                        <a:pt x="285" y="507"/>
                      </a:cubicBezTo>
                      <a:cubicBezTo>
                        <a:pt x="285" y="507"/>
                        <a:pt x="284" y="521"/>
                        <a:pt x="275" y="522"/>
                      </a:cubicBezTo>
                      <a:cubicBezTo>
                        <a:pt x="270" y="522"/>
                        <a:pt x="266" y="521"/>
                        <a:pt x="262" y="519"/>
                      </a:cubicBezTo>
                      <a:cubicBezTo>
                        <a:pt x="261" y="528"/>
                        <a:pt x="261" y="528"/>
                        <a:pt x="261" y="528"/>
                      </a:cubicBezTo>
                      <a:cubicBezTo>
                        <a:pt x="261" y="528"/>
                        <a:pt x="265" y="534"/>
                        <a:pt x="266" y="537"/>
                      </a:cubicBezTo>
                      <a:cubicBezTo>
                        <a:pt x="267" y="540"/>
                        <a:pt x="254" y="542"/>
                        <a:pt x="254" y="542"/>
                      </a:cubicBezTo>
                      <a:cubicBezTo>
                        <a:pt x="254" y="542"/>
                        <a:pt x="257" y="545"/>
                        <a:pt x="259" y="557"/>
                      </a:cubicBezTo>
                      <a:cubicBezTo>
                        <a:pt x="261" y="569"/>
                        <a:pt x="275" y="561"/>
                        <a:pt x="281" y="561"/>
                      </a:cubicBezTo>
                      <a:cubicBezTo>
                        <a:pt x="287" y="561"/>
                        <a:pt x="292" y="568"/>
                        <a:pt x="296" y="573"/>
                      </a:cubicBezTo>
                      <a:cubicBezTo>
                        <a:pt x="300" y="578"/>
                        <a:pt x="306" y="581"/>
                        <a:pt x="315" y="591"/>
                      </a:cubicBezTo>
                      <a:cubicBezTo>
                        <a:pt x="324" y="601"/>
                        <a:pt x="300" y="603"/>
                        <a:pt x="300" y="608"/>
                      </a:cubicBezTo>
                      <a:cubicBezTo>
                        <a:pt x="300" y="613"/>
                        <a:pt x="283" y="620"/>
                        <a:pt x="283" y="620"/>
                      </a:cubicBezTo>
                      <a:cubicBezTo>
                        <a:pt x="296" y="631"/>
                        <a:pt x="296" y="631"/>
                        <a:pt x="296" y="631"/>
                      </a:cubicBezTo>
                      <a:cubicBezTo>
                        <a:pt x="296" y="631"/>
                        <a:pt x="337" y="663"/>
                        <a:pt x="343" y="673"/>
                      </a:cubicBezTo>
                      <a:cubicBezTo>
                        <a:pt x="349" y="683"/>
                        <a:pt x="321" y="677"/>
                        <a:pt x="321" y="677"/>
                      </a:cubicBezTo>
                      <a:cubicBezTo>
                        <a:pt x="316" y="697"/>
                        <a:pt x="316" y="697"/>
                        <a:pt x="316" y="697"/>
                      </a:cubicBezTo>
                      <a:cubicBezTo>
                        <a:pt x="323" y="703"/>
                        <a:pt x="323" y="703"/>
                        <a:pt x="323" y="703"/>
                      </a:cubicBezTo>
                      <a:cubicBezTo>
                        <a:pt x="323" y="713"/>
                        <a:pt x="323" y="713"/>
                        <a:pt x="323" y="713"/>
                      </a:cubicBezTo>
                      <a:cubicBezTo>
                        <a:pt x="323" y="713"/>
                        <a:pt x="342" y="718"/>
                        <a:pt x="343" y="722"/>
                      </a:cubicBezTo>
                      <a:cubicBezTo>
                        <a:pt x="344" y="726"/>
                        <a:pt x="337" y="737"/>
                        <a:pt x="337" y="737"/>
                      </a:cubicBezTo>
                      <a:cubicBezTo>
                        <a:pt x="352" y="740"/>
                        <a:pt x="352" y="740"/>
                        <a:pt x="352" y="740"/>
                      </a:cubicBezTo>
                      <a:cubicBezTo>
                        <a:pt x="352" y="740"/>
                        <a:pt x="363" y="748"/>
                        <a:pt x="364" y="752"/>
                      </a:cubicBezTo>
                      <a:cubicBezTo>
                        <a:pt x="365" y="756"/>
                        <a:pt x="344" y="770"/>
                        <a:pt x="344" y="770"/>
                      </a:cubicBezTo>
                      <a:cubicBezTo>
                        <a:pt x="383" y="788"/>
                        <a:pt x="383" y="788"/>
                        <a:pt x="383" y="788"/>
                      </a:cubicBezTo>
                      <a:cubicBezTo>
                        <a:pt x="383" y="788"/>
                        <a:pt x="406" y="807"/>
                        <a:pt x="405" y="815"/>
                      </a:cubicBezTo>
                      <a:cubicBezTo>
                        <a:pt x="404" y="823"/>
                        <a:pt x="395" y="830"/>
                        <a:pt x="391" y="837"/>
                      </a:cubicBezTo>
                      <a:cubicBezTo>
                        <a:pt x="387" y="844"/>
                        <a:pt x="366" y="856"/>
                        <a:pt x="366" y="856"/>
                      </a:cubicBezTo>
                      <a:cubicBezTo>
                        <a:pt x="366" y="856"/>
                        <a:pt x="338" y="882"/>
                        <a:pt x="334" y="887"/>
                      </a:cubicBezTo>
                      <a:cubicBezTo>
                        <a:pt x="330" y="892"/>
                        <a:pt x="289" y="916"/>
                        <a:pt x="289" y="916"/>
                      </a:cubicBezTo>
                      <a:cubicBezTo>
                        <a:pt x="293" y="923"/>
                        <a:pt x="293" y="923"/>
                        <a:pt x="293" y="923"/>
                      </a:cubicBezTo>
                      <a:cubicBezTo>
                        <a:pt x="313" y="912"/>
                        <a:pt x="313" y="912"/>
                        <a:pt x="313" y="912"/>
                      </a:cubicBezTo>
                      <a:cubicBezTo>
                        <a:pt x="315" y="923"/>
                        <a:pt x="315" y="923"/>
                        <a:pt x="315" y="923"/>
                      </a:cubicBezTo>
                      <a:cubicBezTo>
                        <a:pt x="315" y="923"/>
                        <a:pt x="328" y="936"/>
                        <a:pt x="334" y="939"/>
                      </a:cubicBezTo>
                      <a:cubicBezTo>
                        <a:pt x="340" y="942"/>
                        <a:pt x="367" y="942"/>
                        <a:pt x="367" y="942"/>
                      </a:cubicBezTo>
                      <a:cubicBezTo>
                        <a:pt x="376" y="954"/>
                        <a:pt x="376" y="954"/>
                        <a:pt x="376" y="954"/>
                      </a:cubicBezTo>
                      <a:cubicBezTo>
                        <a:pt x="376" y="954"/>
                        <a:pt x="337" y="945"/>
                        <a:pt x="335" y="951"/>
                      </a:cubicBezTo>
                      <a:cubicBezTo>
                        <a:pt x="333" y="957"/>
                        <a:pt x="333" y="961"/>
                        <a:pt x="333" y="961"/>
                      </a:cubicBezTo>
                      <a:cubicBezTo>
                        <a:pt x="307" y="962"/>
                        <a:pt x="307" y="962"/>
                        <a:pt x="307" y="962"/>
                      </a:cubicBezTo>
                      <a:cubicBezTo>
                        <a:pt x="303" y="980"/>
                        <a:pt x="303" y="980"/>
                        <a:pt x="303" y="980"/>
                      </a:cubicBezTo>
                      <a:cubicBezTo>
                        <a:pt x="303" y="980"/>
                        <a:pt x="300" y="979"/>
                        <a:pt x="295" y="978"/>
                      </a:cubicBezTo>
                      <a:cubicBezTo>
                        <a:pt x="292" y="988"/>
                        <a:pt x="292" y="988"/>
                        <a:pt x="292" y="988"/>
                      </a:cubicBezTo>
                      <a:cubicBezTo>
                        <a:pt x="295" y="997"/>
                        <a:pt x="295" y="997"/>
                        <a:pt x="295" y="997"/>
                      </a:cubicBezTo>
                      <a:cubicBezTo>
                        <a:pt x="295" y="997"/>
                        <a:pt x="288" y="1001"/>
                        <a:pt x="284" y="1003"/>
                      </a:cubicBezTo>
                      <a:cubicBezTo>
                        <a:pt x="280" y="1005"/>
                        <a:pt x="281" y="1019"/>
                        <a:pt x="281" y="1019"/>
                      </a:cubicBezTo>
                      <a:cubicBezTo>
                        <a:pt x="290" y="1023"/>
                        <a:pt x="290" y="1023"/>
                        <a:pt x="290" y="1023"/>
                      </a:cubicBezTo>
                      <a:cubicBezTo>
                        <a:pt x="285" y="1041"/>
                        <a:pt x="285" y="1041"/>
                        <a:pt x="285" y="1041"/>
                      </a:cubicBezTo>
                      <a:cubicBezTo>
                        <a:pt x="292" y="1043"/>
                        <a:pt x="292" y="1043"/>
                        <a:pt x="292" y="1043"/>
                      </a:cubicBezTo>
                      <a:cubicBezTo>
                        <a:pt x="301" y="1055"/>
                        <a:pt x="301" y="1055"/>
                        <a:pt x="301" y="1055"/>
                      </a:cubicBezTo>
                      <a:cubicBezTo>
                        <a:pt x="288" y="1064"/>
                        <a:pt x="288" y="1064"/>
                        <a:pt x="288" y="1064"/>
                      </a:cubicBezTo>
                      <a:cubicBezTo>
                        <a:pt x="288" y="1072"/>
                        <a:pt x="288" y="1072"/>
                        <a:pt x="288" y="1072"/>
                      </a:cubicBezTo>
                      <a:cubicBezTo>
                        <a:pt x="288" y="1072"/>
                        <a:pt x="309" y="1082"/>
                        <a:pt x="310" y="1087"/>
                      </a:cubicBezTo>
                      <a:cubicBezTo>
                        <a:pt x="311" y="1092"/>
                        <a:pt x="298" y="1094"/>
                        <a:pt x="298" y="1094"/>
                      </a:cubicBezTo>
                      <a:cubicBezTo>
                        <a:pt x="297" y="1103"/>
                        <a:pt x="297" y="1103"/>
                        <a:pt x="297" y="1103"/>
                      </a:cubicBezTo>
                      <a:cubicBezTo>
                        <a:pt x="310" y="1107"/>
                        <a:pt x="310" y="1107"/>
                        <a:pt x="310" y="1107"/>
                      </a:cubicBezTo>
                      <a:cubicBezTo>
                        <a:pt x="310" y="1107"/>
                        <a:pt x="315" y="1118"/>
                        <a:pt x="322" y="1124"/>
                      </a:cubicBezTo>
                      <a:cubicBezTo>
                        <a:pt x="328" y="1129"/>
                        <a:pt x="328" y="1139"/>
                        <a:pt x="328" y="1143"/>
                      </a:cubicBezTo>
                      <a:cubicBezTo>
                        <a:pt x="332" y="1144"/>
                        <a:pt x="336" y="1144"/>
                        <a:pt x="339" y="1145"/>
                      </a:cubicBezTo>
                      <a:cubicBezTo>
                        <a:pt x="347" y="1146"/>
                        <a:pt x="348" y="1153"/>
                        <a:pt x="348" y="1153"/>
                      </a:cubicBezTo>
                      <a:cubicBezTo>
                        <a:pt x="354" y="1147"/>
                        <a:pt x="354" y="1147"/>
                        <a:pt x="354" y="1147"/>
                      </a:cubicBezTo>
                      <a:cubicBezTo>
                        <a:pt x="380" y="1153"/>
                        <a:pt x="380" y="1153"/>
                        <a:pt x="380" y="1153"/>
                      </a:cubicBezTo>
                      <a:cubicBezTo>
                        <a:pt x="382" y="1163"/>
                        <a:pt x="382" y="1163"/>
                        <a:pt x="382" y="1163"/>
                      </a:cubicBezTo>
                      <a:cubicBezTo>
                        <a:pt x="404" y="1151"/>
                        <a:pt x="404" y="1151"/>
                        <a:pt x="404" y="1151"/>
                      </a:cubicBezTo>
                      <a:cubicBezTo>
                        <a:pt x="404" y="1151"/>
                        <a:pt x="426" y="1162"/>
                        <a:pt x="437" y="1167"/>
                      </a:cubicBezTo>
                      <a:cubicBezTo>
                        <a:pt x="448" y="1172"/>
                        <a:pt x="434" y="1186"/>
                        <a:pt x="434" y="1186"/>
                      </a:cubicBezTo>
                      <a:cubicBezTo>
                        <a:pt x="442" y="1196"/>
                        <a:pt x="442" y="1196"/>
                        <a:pt x="442" y="1196"/>
                      </a:cubicBezTo>
                      <a:cubicBezTo>
                        <a:pt x="438" y="1208"/>
                        <a:pt x="438" y="1208"/>
                        <a:pt x="438" y="1208"/>
                      </a:cubicBezTo>
                      <a:cubicBezTo>
                        <a:pt x="438" y="1208"/>
                        <a:pt x="443" y="1213"/>
                        <a:pt x="451" y="1215"/>
                      </a:cubicBezTo>
                      <a:cubicBezTo>
                        <a:pt x="459" y="1217"/>
                        <a:pt x="462" y="1238"/>
                        <a:pt x="462" y="1238"/>
                      </a:cubicBezTo>
                      <a:cubicBezTo>
                        <a:pt x="482" y="1245"/>
                        <a:pt x="482" y="1245"/>
                        <a:pt x="482" y="1245"/>
                      </a:cubicBezTo>
                      <a:cubicBezTo>
                        <a:pt x="484" y="1260"/>
                        <a:pt x="484" y="1260"/>
                        <a:pt x="484" y="1260"/>
                      </a:cubicBezTo>
                      <a:cubicBezTo>
                        <a:pt x="484" y="1260"/>
                        <a:pt x="494" y="1258"/>
                        <a:pt x="507" y="1261"/>
                      </a:cubicBezTo>
                      <a:cubicBezTo>
                        <a:pt x="520" y="1264"/>
                        <a:pt x="512" y="1273"/>
                        <a:pt x="512" y="1273"/>
                      </a:cubicBezTo>
                      <a:cubicBezTo>
                        <a:pt x="526" y="1281"/>
                        <a:pt x="526" y="1281"/>
                        <a:pt x="526" y="1281"/>
                      </a:cubicBezTo>
                      <a:cubicBezTo>
                        <a:pt x="526" y="1281"/>
                        <a:pt x="517" y="1290"/>
                        <a:pt x="509" y="1297"/>
                      </a:cubicBezTo>
                      <a:cubicBezTo>
                        <a:pt x="501" y="1304"/>
                        <a:pt x="488" y="1296"/>
                        <a:pt x="488" y="1296"/>
                      </a:cubicBezTo>
                      <a:cubicBezTo>
                        <a:pt x="488" y="1296"/>
                        <a:pt x="486" y="1290"/>
                        <a:pt x="472" y="1293"/>
                      </a:cubicBezTo>
                      <a:cubicBezTo>
                        <a:pt x="458" y="1296"/>
                        <a:pt x="485" y="1318"/>
                        <a:pt x="485" y="1318"/>
                      </a:cubicBezTo>
                      <a:cubicBezTo>
                        <a:pt x="485" y="1318"/>
                        <a:pt x="485" y="1332"/>
                        <a:pt x="488" y="1333"/>
                      </a:cubicBezTo>
                      <a:cubicBezTo>
                        <a:pt x="490" y="1333"/>
                        <a:pt x="490" y="1343"/>
                        <a:pt x="491" y="1351"/>
                      </a:cubicBezTo>
                      <a:cubicBezTo>
                        <a:pt x="486" y="1351"/>
                        <a:pt x="481" y="1350"/>
                        <a:pt x="477" y="1349"/>
                      </a:cubicBezTo>
                      <a:cubicBezTo>
                        <a:pt x="490" y="1351"/>
                        <a:pt x="510" y="1355"/>
                        <a:pt x="516" y="1352"/>
                      </a:cubicBezTo>
                      <a:cubicBezTo>
                        <a:pt x="524" y="1348"/>
                        <a:pt x="520" y="1339"/>
                        <a:pt x="520" y="1339"/>
                      </a:cubicBezTo>
                      <a:cubicBezTo>
                        <a:pt x="538" y="1342"/>
                        <a:pt x="538" y="1342"/>
                        <a:pt x="538" y="1342"/>
                      </a:cubicBezTo>
                      <a:cubicBezTo>
                        <a:pt x="549" y="1337"/>
                        <a:pt x="549" y="1337"/>
                        <a:pt x="549" y="1337"/>
                      </a:cubicBezTo>
                      <a:cubicBezTo>
                        <a:pt x="579" y="1336"/>
                        <a:pt x="579" y="1336"/>
                        <a:pt x="579" y="1336"/>
                      </a:cubicBezTo>
                      <a:cubicBezTo>
                        <a:pt x="585" y="1350"/>
                        <a:pt x="585" y="1350"/>
                        <a:pt x="585" y="1350"/>
                      </a:cubicBezTo>
                      <a:cubicBezTo>
                        <a:pt x="585" y="1350"/>
                        <a:pt x="606" y="1356"/>
                        <a:pt x="604" y="1362"/>
                      </a:cubicBezTo>
                      <a:cubicBezTo>
                        <a:pt x="602" y="1368"/>
                        <a:pt x="594" y="1369"/>
                        <a:pt x="594" y="1369"/>
                      </a:cubicBezTo>
                      <a:cubicBezTo>
                        <a:pt x="599" y="1381"/>
                        <a:pt x="599" y="1381"/>
                        <a:pt x="599" y="1381"/>
                      </a:cubicBezTo>
                      <a:cubicBezTo>
                        <a:pt x="600" y="1392"/>
                        <a:pt x="600" y="1392"/>
                        <a:pt x="600" y="1392"/>
                      </a:cubicBezTo>
                      <a:cubicBezTo>
                        <a:pt x="623" y="1394"/>
                        <a:pt x="623" y="1394"/>
                        <a:pt x="623" y="1394"/>
                      </a:cubicBezTo>
                      <a:cubicBezTo>
                        <a:pt x="651" y="1406"/>
                        <a:pt x="651" y="1406"/>
                        <a:pt x="651" y="1406"/>
                      </a:cubicBezTo>
                      <a:cubicBezTo>
                        <a:pt x="658" y="1435"/>
                        <a:pt x="658" y="1435"/>
                        <a:pt x="658" y="1435"/>
                      </a:cubicBezTo>
                      <a:cubicBezTo>
                        <a:pt x="662" y="1438"/>
                        <a:pt x="662" y="1438"/>
                        <a:pt x="662" y="1438"/>
                      </a:cubicBezTo>
                      <a:cubicBezTo>
                        <a:pt x="680" y="1434"/>
                        <a:pt x="680" y="1434"/>
                        <a:pt x="680" y="1434"/>
                      </a:cubicBezTo>
                      <a:cubicBezTo>
                        <a:pt x="680" y="1434"/>
                        <a:pt x="688" y="1438"/>
                        <a:pt x="696" y="1442"/>
                      </a:cubicBezTo>
                      <a:cubicBezTo>
                        <a:pt x="704" y="1446"/>
                        <a:pt x="702" y="1441"/>
                        <a:pt x="713" y="1440"/>
                      </a:cubicBezTo>
                      <a:cubicBezTo>
                        <a:pt x="724" y="1439"/>
                        <a:pt x="733" y="1445"/>
                        <a:pt x="733" y="1445"/>
                      </a:cubicBezTo>
                      <a:cubicBezTo>
                        <a:pt x="733" y="1445"/>
                        <a:pt x="729" y="1435"/>
                        <a:pt x="738" y="1436"/>
                      </a:cubicBezTo>
                      <a:cubicBezTo>
                        <a:pt x="747" y="1437"/>
                        <a:pt x="749" y="1448"/>
                        <a:pt x="755" y="1452"/>
                      </a:cubicBezTo>
                      <a:cubicBezTo>
                        <a:pt x="761" y="1456"/>
                        <a:pt x="764" y="1461"/>
                        <a:pt x="764" y="1461"/>
                      </a:cubicBezTo>
                      <a:cubicBezTo>
                        <a:pt x="764" y="1461"/>
                        <a:pt x="776" y="1455"/>
                        <a:pt x="780" y="1455"/>
                      </a:cubicBezTo>
                      <a:cubicBezTo>
                        <a:pt x="784" y="1455"/>
                        <a:pt x="797" y="1464"/>
                        <a:pt x="797" y="1464"/>
                      </a:cubicBezTo>
                      <a:cubicBezTo>
                        <a:pt x="797" y="1464"/>
                        <a:pt x="811" y="1462"/>
                        <a:pt x="818" y="1464"/>
                      </a:cubicBezTo>
                      <a:cubicBezTo>
                        <a:pt x="825" y="1466"/>
                        <a:pt x="827" y="1472"/>
                        <a:pt x="827" y="1472"/>
                      </a:cubicBezTo>
                      <a:cubicBezTo>
                        <a:pt x="840" y="1481"/>
                        <a:pt x="840" y="1481"/>
                        <a:pt x="840" y="1481"/>
                      </a:cubicBezTo>
                      <a:cubicBezTo>
                        <a:pt x="840" y="1481"/>
                        <a:pt x="857" y="1475"/>
                        <a:pt x="858" y="1485"/>
                      </a:cubicBezTo>
                      <a:cubicBezTo>
                        <a:pt x="859" y="1495"/>
                        <a:pt x="860" y="1502"/>
                        <a:pt x="860" y="1502"/>
                      </a:cubicBezTo>
                      <a:cubicBezTo>
                        <a:pt x="846" y="1509"/>
                        <a:pt x="846" y="1509"/>
                        <a:pt x="846" y="1509"/>
                      </a:cubicBezTo>
                      <a:cubicBezTo>
                        <a:pt x="846" y="1509"/>
                        <a:pt x="863" y="1512"/>
                        <a:pt x="862" y="1518"/>
                      </a:cubicBezTo>
                      <a:cubicBezTo>
                        <a:pt x="861" y="1524"/>
                        <a:pt x="844" y="1522"/>
                        <a:pt x="845" y="1525"/>
                      </a:cubicBezTo>
                      <a:cubicBezTo>
                        <a:pt x="846" y="1528"/>
                        <a:pt x="858" y="1536"/>
                        <a:pt x="859" y="1542"/>
                      </a:cubicBezTo>
                      <a:cubicBezTo>
                        <a:pt x="860" y="1548"/>
                        <a:pt x="868" y="1561"/>
                        <a:pt x="856" y="1565"/>
                      </a:cubicBezTo>
                      <a:cubicBezTo>
                        <a:pt x="844" y="1569"/>
                        <a:pt x="821" y="1567"/>
                        <a:pt x="821" y="1567"/>
                      </a:cubicBezTo>
                      <a:cubicBezTo>
                        <a:pt x="821" y="1567"/>
                        <a:pt x="813" y="1576"/>
                        <a:pt x="810" y="1580"/>
                      </a:cubicBezTo>
                      <a:cubicBezTo>
                        <a:pt x="807" y="1584"/>
                        <a:pt x="794" y="1584"/>
                        <a:pt x="794" y="1584"/>
                      </a:cubicBezTo>
                      <a:cubicBezTo>
                        <a:pt x="797" y="1609"/>
                        <a:pt x="797" y="1609"/>
                        <a:pt x="797" y="1609"/>
                      </a:cubicBezTo>
                      <a:cubicBezTo>
                        <a:pt x="796" y="1610"/>
                        <a:pt x="795" y="1610"/>
                        <a:pt x="795" y="1610"/>
                      </a:cubicBezTo>
                      <a:cubicBezTo>
                        <a:pt x="796" y="1610"/>
                        <a:pt x="797" y="1609"/>
                        <a:pt x="799" y="1609"/>
                      </a:cubicBezTo>
                      <a:cubicBezTo>
                        <a:pt x="810" y="1603"/>
                        <a:pt x="839" y="1594"/>
                        <a:pt x="840" y="1603"/>
                      </a:cubicBezTo>
                      <a:cubicBezTo>
                        <a:pt x="841" y="1611"/>
                        <a:pt x="819" y="1627"/>
                        <a:pt x="819" y="1627"/>
                      </a:cubicBezTo>
                      <a:cubicBezTo>
                        <a:pt x="786" y="1637"/>
                        <a:pt x="786" y="1637"/>
                        <a:pt x="786" y="1637"/>
                      </a:cubicBezTo>
                      <a:cubicBezTo>
                        <a:pt x="816" y="1660"/>
                        <a:pt x="816" y="1660"/>
                        <a:pt x="816" y="1660"/>
                      </a:cubicBezTo>
                      <a:cubicBezTo>
                        <a:pt x="816" y="1660"/>
                        <a:pt x="792" y="1665"/>
                        <a:pt x="791" y="1675"/>
                      </a:cubicBezTo>
                      <a:cubicBezTo>
                        <a:pt x="790" y="1685"/>
                        <a:pt x="790" y="1696"/>
                        <a:pt x="790" y="1696"/>
                      </a:cubicBezTo>
                      <a:cubicBezTo>
                        <a:pt x="790" y="1696"/>
                        <a:pt x="777" y="1705"/>
                        <a:pt x="772" y="1705"/>
                      </a:cubicBezTo>
                      <a:cubicBezTo>
                        <a:pt x="767" y="1705"/>
                        <a:pt x="752" y="1694"/>
                        <a:pt x="752" y="1694"/>
                      </a:cubicBezTo>
                      <a:cubicBezTo>
                        <a:pt x="748" y="1705"/>
                        <a:pt x="748" y="1705"/>
                        <a:pt x="748" y="1705"/>
                      </a:cubicBezTo>
                      <a:cubicBezTo>
                        <a:pt x="748" y="1705"/>
                        <a:pt x="760" y="1718"/>
                        <a:pt x="763" y="1718"/>
                      </a:cubicBezTo>
                      <a:cubicBezTo>
                        <a:pt x="766" y="1718"/>
                        <a:pt x="775" y="1737"/>
                        <a:pt x="775" y="1737"/>
                      </a:cubicBezTo>
                      <a:cubicBezTo>
                        <a:pt x="800" y="1735"/>
                        <a:pt x="800" y="1735"/>
                        <a:pt x="800" y="1735"/>
                      </a:cubicBezTo>
                      <a:cubicBezTo>
                        <a:pt x="800" y="1735"/>
                        <a:pt x="818" y="1754"/>
                        <a:pt x="824" y="1754"/>
                      </a:cubicBezTo>
                      <a:cubicBezTo>
                        <a:pt x="830" y="1754"/>
                        <a:pt x="842" y="1755"/>
                        <a:pt x="842" y="1755"/>
                      </a:cubicBezTo>
                      <a:cubicBezTo>
                        <a:pt x="842" y="1755"/>
                        <a:pt x="873" y="1792"/>
                        <a:pt x="881" y="1795"/>
                      </a:cubicBezTo>
                      <a:cubicBezTo>
                        <a:pt x="889" y="1798"/>
                        <a:pt x="905" y="1805"/>
                        <a:pt x="905" y="1805"/>
                      </a:cubicBezTo>
                      <a:cubicBezTo>
                        <a:pt x="905" y="1805"/>
                        <a:pt x="904" y="1805"/>
                        <a:pt x="901" y="1804"/>
                      </a:cubicBezTo>
                      <a:cubicBezTo>
                        <a:pt x="914" y="1793"/>
                        <a:pt x="914" y="1793"/>
                        <a:pt x="914" y="1793"/>
                      </a:cubicBezTo>
                      <a:cubicBezTo>
                        <a:pt x="914" y="1793"/>
                        <a:pt x="939" y="1796"/>
                        <a:pt x="955" y="1803"/>
                      </a:cubicBezTo>
                      <a:cubicBezTo>
                        <a:pt x="971" y="1810"/>
                        <a:pt x="983" y="1812"/>
                        <a:pt x="996" y="1811"/>
                      </a:cubicBezTo>
                      <a:cubicBezTo>
                        <a:pt x="1009" y="1810"/>
                        <a:pt x="1029" y="1815"/>
                        <a:pt x="1029" y="1815"/>
                      </a:cubicBezTo>
                      <a:cubicBezTo>
                        <a:pt x="1061" y="1835"/>
                        <a:pt x="1061" y="1835"/>
                        <a:pt x="1061" y="1835"/>
                      </a:cubicBezTo>
                      <a:cubicBezTo>
                        <a:pt x="1061" y="1835"/>
                        <a:pt x="1061" y="1846"/>
                        <a:pt x="1080" y="1846"/>
                      </a:cubicBezTo>
                      <a:cubicBezTo>
                        <a:pt x="1099" y="1846"/>
                        <a:pt x="1091" y="1837"/>
                        <a:pt x="1109" y="1835"/>
                      </a:cubicBezTo>
                      <a:cubicBezTo>
                        <a:pt x="1127" y="1833"/>
                        <a:pt x="1137" y="1848"/>
                        <a:pt x="1137" y="1848"/>
                      </a:cubicBezTo>
                      <a:cubicBezTo>
                        <a:pt x="1157" y="1851"/>
                        <a:pt x="1157" y="1851"/>
                        <a:pt x="1157" y="1851"/>
                      </a:cubicBezTo>
                      <a:cubicBezTo>
                        <a:pt x="1157" y="1851"/>
                        <a:pt x="1152" y="1869"/>
                        <a:pt x="1152" y="1868"/>
                      </a:cubicBezTo>
                      <a:cubicBezTo>
                        <a:pt x="1169" y="1869"/>
                        <a:pt x="1180" y="1879"/>
                        <a:pt x="1187" y="1886"/>
                      </a:cubicBezTo>
                      <a:cubicBezTo>
                        <a:pt x="1187" y="1886"/>
                        <a:pt x="1187" y="1886"/>
                        <a:pt x="1187" y="1886"/>
                      </a:cubicBezTo>
                      <a:cubicBezTo>
                        <a:pt x="1194" y="1885"/>
                        <a:pt x="1205" y="1886"/>
                        <a:pt x="1214" y="1892"/>
                      </a:cubicBezTo>
                      <a:cubicBezTo>
                        <a:pt x="1227" y="1901"/>
                        <a:pt x="1236" y="1923"/>
                        <a:pt x="1252" y="1921"/>
                      </a:cubicBezTo>
                      <a:cubicBezTo>
                        <a:pt x="1268" y="1919"/>
                        <a:pt x="1262" y="1907"/>
                        <a:pt x="1262" y="1907"/>
                      </a:cubicBezTo>
                      <a:cubicBezTo>
                        <a:pt x="1262" y="1907"/>
                        <a:pt x="1278" y="1910"/>
                        <a:pt x="1279" y="1903"/>
                      </a:cubicBezTo>
                      <a:cubicBezTo>
                        <a:pt x="1280" y="1896"/>
                        <a:pt x="1281" y="1885"/>
                        <a:pt x="1281" y="1885"/>
                      </a:cubicBezTo>
                      <a:cubicBezTo>
                        <a:pt x="1274" y="1882"/>
                        <a:pt x="1274" y="1882"/>
                        <a:pt x="1274" y="1882"/>
                      </a:cubicBezTo>
                      <a:cubicBezTo>
                        <a:pt x="1274" y="1882"/>
                        <a:pt x="1269" y="1868"/>
                        <a:pt x="1264" y="1860"/>
                      </a:cubicBezTo>
                      <a:cubicBezTo>
                        <a:pt x="1259" y="1852"/>
                        <a:pt x="1240" y="1848"/>
                        <a:pt x="1240" y="1848"/>
                      </a:cubicBezTo>
                      <a:cubicBezTo>
                        <a:pt x="1240" y="1833"/>
                        <a:pt x="1240" y="1833"/>
                        <a:pt x="1240" y="1833"/>
                      </a:cubicBezTo>
                      <a:cubicBezTo>
                        <a:pt x="1240" y="1833"/>
                        <a:pt x="1232" y="1829"/>
                        <a:pt x="1223" y="1818"/>
                      </a:cubicBezTo>
                      <a:cubicBezTo>
                        <a:pt x="1214" y="1807"/>
                        <a:pt x="1226" y="1793"/>
                        <a:pt x="1221" y="1780"/>
                      </a:cubicBezTo>
                      <a:cubicBezTo>
                        <a:pt x="1216" y="1767"/>
                        <a:pt x="1195" y="1753"/>
                        <a:pt x="1195" y="1753"/>
                      </a:cubicBezTo>
                      <a:cubicBezTo>
                        <a:pt x="1195" y="1753"/>
                        <a:pt x="1186" y="1752"/>
                        <a:pt x="1177" y="1747"/>
                      </a:cubicBezTo>
                      <a:cubicBezTo>
                        <a:pt x="1168" y="1742"/>
                        <a:pt x="1190" y="1721"/>
                        <a:pt x="1190" y="1721"/>
                      </a:cubicBezTo>
                      <a:cubicBezTo>
                        <a:pt x="1190" y="1721"/>
                        <a:pt x="1205" y="1708"/>
                        <a:pt x="1208" y="1701"/>
                      </a:cubicBezTo>
                      <a:cubicBezTo>
                        <a:pt x="1211" y="1694"/>
                        <a:pt x="1197" y="1679"/>
                        <a:pt x="1197" y="1679"/>
                      </a:cubicBezTo>
                      <a:cubicBezTo>
                        <a:pt x="1197" y="1679"/>
                        <a:pt x="1211" y="1685"/>
                        <a:pt x="1214" y="1685"/>
                      </a:cubicBezTo>
                      <a:cubicBezTo>
                        <a:pt x="1217" y="1685"/>
                        <a:pt x="1229" y="1684"/>
                        <a:pt x="1232" y="1678"/>
                      </a:cubicBezTo>
                      <a:cubicBezTo>
                        <a:pt x="1235" y="1672"/>
                        <a:pt x="1238" y="1678"/>
                        <a:pt x="1250" y="1676"/>
                      </a:cubicBezTo>
                      <a:cubicBezTo>
                        <a:pt x="1262" y="1674"/>
                        <a:pt x="1245" y="1661"/>
                        <a:pt x="1245" y="1661"/>
                      </a:cubicBezTo>
                      <a:cubicBezTo>
                        <a:pt x="1245" y="1661"/>
                        <a:pt x="1261" y="1662"/>
                        <a:pt x="1264" y="1662"/>
                      </a:cubicBezTo>
                      <a:cubicBezTo>
                        <a:pt x="1266" y="1662"/>
                        <a:pt x="1265" y="1652"/>
                        <a:pt x="1264" y="1649"/>
                      </a:cubicBezTo>
                      <a:cubicBezTo>
                        <a:pt x="1257" y="1647"/>
                        <a:pt x="1231" y="1638"/>
                        <a:pt x="1231" y="1631"/>
                      </a:cubicBezTo>
                      <a:cubicBezTo>
                        <a:pt x="1231" y="1623"/>
                        <a:pt x="1254" y="1632"/>
                        <a:pt x="1254" y="1624"/>
                      </a:cubicBezTo>
                      <a:cubicBezTo>
                        <a:pt x="1254" y="1616"/>
                        <a:pt x="1215" y="1576"/>
                        <a:pt x="1210" y="1574"/>
                      </a:cubicBezTo>
                      <a:cubicBezTo>
                        <a:pt x="1205" y="1571"/>
                        <a:pt x="1181" y="1580"/>
                        <a:pt x="1169" y="1575"/>
                      </a:cubicBezTo>
                      <a:cubicBezTo>
                        <a:pt x="1157" y="1570"/>
                        <a:pt x="1171" y="1555"/>
                        <a:pt x="1159" y="1550"/>
                      </a:cubicBezTo>
                      <a:cubicBezTo>
                        <a:pt x="1147" y="1544"/>
                        <a:pt x="1137" y="1554"/>
                        <a:pt x="1137" y="1538"/>
                      </a:cubicBezTo>
                      <a:cubicBezTo>
                        <a:pt x="1137" y="1522"/>
                        <a:pt x="1145" y="1510"/>
                        <a:pt x="1145" y="1502"/>
                      </a:cubicBezTo>
                      <a:cubicBezTo>
                        <a:pt x="1145" y="1494"/>
                        <a:pt x="1139" y="1488"/>
                        <a:pt x="1139" y="1488"/>
                      </a:cubicBezTo>
                      <a:cubicBezTo>
                        <a:pt x="1137" y="1464"/>
                        <a:pt x="1137" y="1464"/>
                        <a:pt x="1137" y="1464"/>
                      </a:cubicBezTo>
                      <a:cubicBezTo>
                        <a:pt x="1137" y="1464"/>
                        <a:pt x="1150" y="1467"/>
                        <a:pt x="1150" y="1459"/>
                      </a:cubicBezTo>
                      <a:cubicBezTo>
                        <a:pt x="1150" y="1451"/>
                        <a:pt x="1142" y="1432"/>
                        <a:pt x="1154" y="1431"/>
                      </a:cubicBezTo>
                      <a:cubicBezTo>
                        <a:pt x="1166" y="1430"/>
                        <a:pt x="1194" y="1472"/>
                        <a:pt x="1209" y="1458"/>
                      </a:cubicBezTo>
                      <a:cubicBezTo>
                        <a:pt x="1223" y="1443"/>
                        <a:pt x="1205" y="1428"/>
                        <a:pt x="1205" y="1428"/>
                      </a:cubicBezTo>
                      <a:cubicBezTo>
                        <a:pt x="1223" y="1419"/>
                        <a:pt x="1223" y="1419"/>
                        <a:pt x="1223" y="1419"/>
                      </a:cubicBezTo>
                      <a:cubicBezTo>
                        <a:pt x="1223" y="1404"/>
                        <a:pt x="1223" y="1404"/>
                        <a:pt x="1223" y="1404"/>
                      </a:cubicBezTo>
                      <a:cubicBezTo>
                        <a:pt x="1223" y="1404"/>
                        <a:pt x="1251" y="1399"/>
                        <a:pt x="1259" y="1388"/>
                      </a:cubicBezTo>
                      <a:cubicBezTo>
                        <a:pt x="1267" y="1378"/>
                        <a:pt x="1245" y="1370"/>
                        <a:pt x="1267" y="1368"/>
                      </a:cubicBezTo>
                      <a:cubicBezTo>
                        <a:pt x="1290" y="1367"/>
                        <a:pt x="1282" y="1380"/>
                        <a:pt x="1298" y="1380"/>
                      </a:cubicBezTo>
                      <a:cubicBezTo>
                        <a:pt x="1314" y="1380"/>
                        <a:pt x="1327" y="1367"/>
                        <a:pt x="1334" y="1367"/>
                      </a:cubicBezTo>
                      <a:cubicBezTo>
                        <a:pt x="1341" y="1367"/>
                        <a:pt x="1342" y="1380"/>
                        <a:pt x="1351" y="1382"/>
                      </a:cubicBezTo>
                      <a:cubicBezTo>
                        <a:pt x="1361" y="1383"/>
                        <a:pt x="1385" y="1378"/>
                        <a:pt x="1389" y="1382"/>
                      </a:cubicBezTo>
                      <a:cubicBezTo>
                        <a:pt x="1393" y="1386"/>
                        <a:pt x="1395" y="1398"/>
                        <a:pt x="1395" y="1398"/>
                      </a:cubicBezTo>
                      <a:cubicBezTo>
                        <a:pt x="1419" y="1396"/>
                        <a:pt x="1419" y="1396"/>
                        <a:pt x="1419" y="1396"/>
                      </a:cubicBezTo>
                      <a:cubicBezTo>
                        <a:pt x="1426" y="1416"/>
                        <a:pt x="1426" y="1416"/>
                        <a:pt x="1426" y="1416"/>
                      </a:cubicBezTo>
                      <a:cubicBezTo>
                        <a:pt x="1426" y="1416"/>
                        <a:pt x="1434" y="1436"/>
                        <a:pt x="1442" y="1430"/>
                      </a:cubicBezTo>
                      <a:cubicBezTo>
                        <a:pt x="1450" y="1423"/>
                        <a:pt x="1427" y="1406"/>
                        <a:pt x="1438" y="1403"/>
                      </a:cubicBezTo>
                      <a:cubicBezTo>
                        <a:pt x="1449" y="1400"/>
                        <a:pt x="1490" y="1431"/>
                        <a:pt x="1493" y="1427"/>
                      </a:cubicBezTo>
                      <a:cubicBezTo>
                        <a:pt x="1495" y="1423"/>
                        <a:pt x="1513" y="1403"/>
                        <a:pt x="1522" y="1402"/>
                      </a:cubicBezTo>
                      <a:cubicBezTo>
                        <a:pt x="1531" y="1400"/>
                        <a:pt x="1542" y="1416"/>
                        <a:pt x="1558" y="1412"/>
                      </a:cubicBezTo>
                      <a:cubicBezTo>
                        <a:pt x="1574" y="1408"/>
                        <a:pt x="1585" y="1399"/>
                        <a:pt x="1593" y="1400"/>
                      </a:cubicBezTo>
                      <a:cubicBezTo>
                        <a:pt x="1601" y="1402"/>
                        <a:pt x="1613" y="1423"/>
                        <a:pt x="1623" y="1424"/>
                      </a:cubicBezTo>
                      <a:cubicBezTo>
                        <a:pt x="1634" y="1426"/>
                        <a:pt x="1657" y="1430"/>
                        <a:pt x="1657" y="1430"/>
                      </a:cubicBezTo>
                      <a:cubicBezTo>
                        <a:pt x="1663" y="1414"/>
                        <a:pt x="1663" y="1414"/>
                        <a:pt x="1663" y="1414"/>
                      </a:cubicBezTo>
                      <a:cubicBezTo>
                        <a:pt x="1663" y="1414"/>
                        <a:pt x="1723" y="1444"/>
                        <a:pt x="1719" y="1406"/>
                      </a:cubicBezTo>
                      <a:cubicBezTo>
                        <a:pt x="1715" y="1367"/>
                        <a:pt x="1665" y="1370"/>
                        <a:pt x="1665" y="1370"/>
                      </a:cubicBezTo>
                      <a:cubicBezTo>
                        <a:pt x="1642" y="1350"/>
                        <a:pt x="1642" y="1350"/>
                        <a:pt x="1642" y="1350"/>
                      </a:cubicBezTo>
                      <a:cubicBezTo>
                        <a:pt x="1642" y="1350"/>
                        <a:pt x="1675" y="1344"/>
                        <a:pt x="1677" y="1338"/>
                      </a:cubicBezTo>
                      <a:cubicBezTo>
                        <a:pt x="1678" y="1331"/>
                        <a:pt x="1665" y="1314"/>
                        <a:pt x="1665" y="1314"/>
                      </a:cubicBezTo>
                      <a:cubicBezTo>
                        <a:pt x="1671" y="1303"/>
                        <a:pt x="1671" y="1303"/>
                        <a:pt x="1671" y="1303"/>
                      </a:cubicBezTo>
                      <a:cubicBezTo>
                        <a:pt x="1671" y="1303"/>
                        <a:pt x="1709" y="1310"/>
                        <a:pt x="1709" y="1303"/>
                      </a:cubicBezTo>
                      <a:cubicBezTo>
                        <a:pt x="1709" y="1296"/>
                        <a:pt x="1666" y="1288"/>
                        <a:pt x="1666" y="1288"/>
                      </a:cubicBezTo>
                      <a:cubicBezTo>
                        <a:pt x="1677" y="1276"/>
                        <a:pt x="1677" y="1276"/>
                        <a:pt x="1677" y="1276"/>
                      </a:cubicBezTo>
                      <a:cubicBezTo>
                        <a:pt x="1658" y="1275"/>
                        <a:pt x="1658" y="1275"/>
                        <a:pt x="1658" y="1275"/>
                      </a:cubicBezTo>
                      <a:cubicBezTo>
                        <a:pt x="1658" y="1275"/>
                        <a:pt x="1642" y="1256"/>
                        <a:pt x="1687" y="1250"/>
                      </a:cubicBezTo>
                      <a:cubicBezTo>
                        <a:pt x="1733" y="1243"/>
                        <a:pt x="1765" y="1244"/>
                        <a:pt x="1765" y="1244"/>
                      </a:cubicBezTo>
                      <a:cubicBezTo>
                        <a:pt x="1769" y="1232"/>
                        <a:pt x="1769" y="1232"/>
                        <a:pt x="1769" y="1232"/>
                      </a:cubicBezTo>
                      <a:cubicBezTo>
                        <a:pt x="1811" y="1232"/>
                        <a:pt x="1811" y="1232"/>
                        <a:pt x="1811" y="1232"/>
                      </a:cubicBezTo>
                      <a:cubicBezTo>
                        <a:pt x="1811" y="1232"/>
                        <a:pt x="1811" y="1216"/>
                        <a:pt x="1819" y="1216"/>
                      </a:cubicBezTo>
                      <a:cubicBezTo>
                        <a:pt x="1827" y="1216"/>
                        <a:pt x="1855" y="1220"/>
                        <a:pt x="1877" y="1215"/>
                      </a:cubicBezTo>
                      <a:cubicBezTo>
                        <a:pt x="1898" y="1210"/>
                        <a:pt x="1918" y="1203"/>
                        <a:pt x="1918" y="1203"/>
                      </a:cubicBezTo>
                      <a:cubicBezTo>
                        <a:pt x="1918" y="1203"/>
                        <a:pt x="1915" y="1183"/>
                        <a:pt x="1949" y="1182"/>
                      </a:cubicBezTo>
                      <a:cubicBezTo>
                        <a:pt x="1982" y="1180"/>
                        <a:pt x="1995" y="1191"/>
                        <a:pt x="2001" y="1191"/>
                      </a:cubicBezTo>
                      <a:cubicBezTo>
                        <a:pt x="2006" y="1191"/>
                        <a:pt x="2013" y="1182"/>
                        <a:pt x="2021" y="1187"/>
                      </a:cubicBezTo>
                      <a:cubicBezTo>
                        <a:pt x="2029" y="1192"/>
                        <a:pt x="2034" y="1210"/>
                        <a:pt x="2034" y="1210"/>
                      </a:cubicBezTo>
                      <a:cubicBezTo>
                        <a:pt x="2034" y="1210"/>
                        <a:pt x="2046" y="1210"/>
                        <a:pt x="2046" y="1216"/>
                      </a:cubicBezTo>
                      <a:cubicBezTo>
                        <a:pt x="2046" y="1223"/>
                        <a:pt x="2045" y="1244"/>
                        <a:pt x="2050" y="1244"/>
                      </a:cubicBezTo>
                      <a:cubicBezTo>
                        <a:pt x="2055" y="1244"/>
                        <a:pt x="2083" y="1240"/>
                        <a:pt x="2083" y="1240"/>
                      </a:cubicBezTo>
                      <a:cubicBezTo>
                        <a:pt x="2090" y="1230"/>
                        <a:pt x="2090" y="1230"/>
                        <a:pt x="2090" y="1230"/>
                      </a:cubicBezTo>
                      <a:cubicBezTo>
                        <a:pt x="2109" y="1251"/>
                        <a:pt x="2109" y="1251"/>
                        <a:pt x="2109" y="1251"/>
                      </a:cubicBezTo>
                      <a:cubicBezTo>
                        <a:pt x="2122" y="1243"/>
                        <a:pt x="2122" y="1243"/>
                        <a:pt x="2122" y="1243"/>
                      </a:cubicBezTo>
                      <a:cubicBezTo>
                        <a:pt x="2139" y="1254"/>
                        <a:pt x="2139" y="1254"/>
                        <a:pt x="2139" y="1254"/>
                      </a:cubicBezTo>
                      <a:cubicBezTo>
                        <a:pt x="2139" y="1254"/>
                        <a:pt x="2145" y="1242"/>
                        <a:pt x="2154" y="1251"/>
                      </a:cubicBezTo>
                      <a:cubicBezTo>
                        <a:pt x="2163" y="1260"/>
                        <a:pt x="2142" y="1276"/>
                        <a:pt x="2153" y="1278"/>
                      </a:cubicBezTo>
                      <a:cubicBezTo>
                        <a:pt x="2163" y="1279"/>
                        <a:pt x="2165" y="1266"/>
                        <a:pt x="2171" y="1268"/>
                      </a:cubicBezTo>
                      <a:cubicBezTo>
                        <a:pt x="2178" y="1271"/>
                        <a:pt x="2193" y="1287"/>
                        <a:pt x="2201" y="1280"/>
                      </a:cubicBezTo>
                      <a:cubicBezTo>
                        <a:pt x="2209" y="1274"/>
                        <a:pt x="2201" y="1266"/>
                        <a:pt x="2207" y="1262"/>
                      </a:cubicBezTo>
                      <a:cubicBezTo>
                        <a:pt x="2214" y="1258"/>
                        <a:pt x="2222" y="1256"/>
                        <a:pt x="2222" y="1256"/>
                      </a:cubicBezTo>
                      <a:cubicBezTo>
                        <a:pt x="2231" y="1246"/>
                        <a:pt x="2231" y="1246"/>
                        <a:pt x="2231" y="1246"/>
                      </a:cubicBezTo>
                      <a:cubicBezTo>
                        <a:pt x="2255" y="1238"/>
                        <a:pt x="2255" y="1238"/>
                        <a:pt x="2255" y="1238"/>
                      </a:cubicBezTo>
                      <a:cubicBezTo>
                        <a:pt x="2255" y="1238"/>
                        <a:pt x="2267" y="1216"/>
                        <a:pt x="2275" y="1227"/>
                      </a:cubicBezTo>
                      <a:cubicBezTo>
                        <a:pt x="2283" y="1238"/>
                        <a:pt x="2263" y="1250"/>
                        <a:pt x="2263" y="1250"/>
                      </a:cubicBezTo>
                      <a:cubicBezTo>
                        <a:pt x="2263" y="1250"/>
                        <a:pt x="2331" y="1282"/>
                        <a:pt x="2337" y="1284"/>
                      </a:cubicBezTo>
                      <a:cubicBezTo>
                        <a:pt x="2342" y="1287"/>
                        <a:pt x="2414" y="1354"/>
                        <a:pt x="2429" y="1367"/>
                      </a:cubicBezTo>
                      <a:cubicBezTo>
                        <a:pt x="2443" y="1380"/>
                        <a:pt x="2467" y="1419"/>
                        <a:pt x="2485" y="1416"/>
                      </a:cubicBezTo>
                      <a:cubicBezTo>
                        <a:pt x="2502" y="1414"/>
                        <a:pt x="2498" y="1384"/>
                        <a:pt x="2509" y="1387"/>
                      </a:cubicBezTo>
                      <a:cubicBezTo>
                        <a:pt x="2519" y="1390"/>
                        <a:pt x="2515" y="1406"/>
                        <a:pt x="2519" y="1407"/>
                      </a:cubicBezTo>
                      <a:cubicBezTo>
                        <a:pt x="2523" y="1408"/>
                        <a:pt x="2541" y="1410"/>
                        <a:pt x="2541" y="1410"/>
                      </a:cubicBezTo>
                      <a:cubicBezTo>
                        <a:pt x="2541" y="1410"/>
                        <a:pt x="2555" y="1426"/>
                        <a:pt x="2567" y="1424"/>
                      </a:cubicBezTo>
                      <a:cubicBezTo>
                        <a:pt x="2579" y="1423"/>
                        <a:pt x="2595" y="1402"/>
                        <a:pt x="2618" y="1406"/>
                      </a:cubicBezTo>
                      <a:cubicBezTo>
                        <a:pt x="2641" y="1410"/>
                        <a:pt x="2662" y="1439"/>
                        <a:pt x="2662" y="1439"/>
                      </a:cubicBezTo>
                      <a:cubicBezTo>
                        <a:pt x="2662" y="1439"/>
                        <a:pt x="2697" y="1444"/>
                        <a:pt x="2698" y="1448"/>
                      </a:cubicBezTo>
                      <a:cubicBezTo>
                        <a:pt x="2699" y="1452"/>
                        <a:pt x="2715" y="1480"/>
                        <a:pt x="2715" y="1480"/>
                      </a:cubicBezTo>
                      <a:cubicBezTo>
                        <a:pt x="2762" y="1484"/>
                        <a:pt x="2762" y="1484"/>
                        <a:pt x="2762" y="1484"/>
                      </a:cubicBezTo>
                      <a:cubicBezTo>
                        <a:pt x="2773" y="1462"/>
                        <a:pt x="2773" y="1462"/>
                        <a:pt x="2773" y="1462"/>
                      </a:cubicBezTo>
                      <a:cubicBezTo>
                        <a:pt x="2786" y="1478"/>
                        <a:pt x="2786" y="1478"/>
                        <a:pt x="2786" y="1478"/>
                      </a:cubicBezTo>
                      <a:cubicBezTo>
                        <a:pt x="2810" y="1504"/>
                        <a:pt x="2810" y="1504"/>
                        <a:pt x="2810" y="1504"/>
                      </a:cubicBezTo>
                      <a:cubicBezTo>
                        <a:pt x="2815" y="1505"/>
                        <a:pt x="2819" y="1506"/>
                        <a:pt x="2819" y="1506"/>
                      </a:cubicBezTo>
                      <a:cubicBezTo>
                        <a:pt x="2819" y="1506"/>
                        <a:pt x="2832" y="1499"/>
                        <a:pt x="2840" y="1503"/>
                      </a:cubicBezTo>
                      <a:cubicBezTo>
                        <a:pt x="2847" y="1496"/>
                        <a:pt x="2847" y="1496"/>
                        <a:pt x="2847" y="1496"/>
                      </a:cubicBezTo>
                      <a:cubicBezTo>
                        <a:pt x="2846" y="1484"/>
                        <a:pt x="2846" y="1484"/>
                        <a:pt x="2846" y="1484"/>
                      </a:cubicBezTo>
                      <a:cubicBezTo>
                        <a:pt x="2887" y="1484"/>
                        <a:pt x="2887" y="1484"/>
                        <a:pt x="2887" y="1484"/>
                      </a:cubicBezTo>
                      <a:cubicBezTo>
                        <a:pt x="2885" y="1475"/>
                        <a:pt x="2885" y="1475"/>
                        <a:pt x="2885" y="1475"/>
                      </a:cubicBezTo>
                      <a:cubicBezTo>
                        <a:pt x="2901" y="1475"/>
                        <a:pt x="2901" y="1475"/>
                        <a:pt x="2901" y="1475"/>
                      </a:cubicBezTo>
                      <a:cubicBezTo>
                        <a:pt x="2901" y="1475"/>
                        <a:pt x="2892" y="1473"/>
                        <a:pt x="2901" y="1463"/>
                      </a:cubicBezTo>
                      <a:cubicBezTo>
                        <a:pt x="2910" y="1453"/>
                        <a:pt x="2921" y="1445"/>
                        <a:pt x="2921" y="1445"/>
                      </a:cubicBezTo>
                      <a:cubicBezTo>
                        <a:pt x="2930" y="1446"/>
                        <a:pt x="2930" y="1446"/>
                        <a:pt x="2930" y="1446"/>
                      </a:cubicBezTo>
                      <a:cubicBezTo>
                        <a:pt x="2941" y="1433"/>
                        <a:pt x="2941" y="1433"/>
                        <a:pt x="2941" y="1433"/>
                      </a:cubicBezTo>
                      <a:cubicBezTo>
                        <a:pt x="2957" y="1433"/>
                        <a:pt x="2957" y="1433"/>
                        <a:pt x="2957" y="1433"/>
                      </a:cubicBezTo>
                      <a:cubicBezTo>
                        <a:pt x="2957" y="1433"/>
                        <a:pt x="2958" y="1416"/>
                        <a:pt x="2965" y="1416"/>
                      </a:cubicBezTo>
                      <a:cubicBezTo>
                        <a:pt x="2972" y="1416"/>
                        <a:pt x="2981" y="1422"/>
                        <a:pt x="2981" y="1422"/>
                      </a:cubicBezTo>
                      <a:cubicBezTo>
                        <a:pt x="2993" y="1415"/>
                        <a:pt x="2993" y="1415"/>
                        <a:pt x="2993" y="1415"/>
                      </a:cubicBezTo>
                      <a:cubicBezTo>
                        <a:pt x="2993" y="1415"/>
                        <a:pt x="2993" y="1420"/>
                        <a:pt x="2996" y="1420"/>
                      </a:cubicBezTo>
                      <a:cubicBezTo>
                        <a:pt x="2999" y="1420"/>
                        <a:pt x="3015" y="1420"/>
                        <a:pt x="3015" y="1420"/>
                      </a:cubicBezTo>
                      <a:cubicBezTo>
                        <a:pt x="3020" y="1431"/>
                        <a:pt x="3020" y="1431"/>
                        <a:pt x="3020" y="1431"/>
                      </a:cubicBezTo>
                      <a:cubicBezTo>
                        <a:pt x="3020" y="1431"/>
                        <a:pt x="3064" y="1427"/>
                        <a:pt x="3071" y="1427"/>
                      </a:cubicBezTo>
                      <a:cubicBezTo>
                        <a:pt x="3078" y="1427"/>
                        <a:pt x="3076" y="1440"/>
                        <a:pt x="3085" y="1447"/>
                      </a:cubicBezTo>
                      <a:cubicBezTo>
                        <a:pt x="3094" y="1454"/>
                        <a:pt x="3116" y="1452"/>
                        <a:pt x="3116" y="1452"/>
                      </a:cubicBezTo>
                      <a:cubicBezTo>
                        <a:pt x="3118" y="1461"/>
                        <a:pt x="3118" y="1461"/>
                        <a:pt x="3118" y="1461"/>
                      </a:cubicBezTo>
                      <a:cubicBezTo>
                        <a:pt x="3137" y="1458"/>
                        <a:pt x="3137" y="1458"/>
                        <a:pt x="3137" y="1458"/>
                      </a:cubicBezTo>
                      <a:cubicBezTo>
                        <a:pt x="3139" y="1463"/>
                        <a:pt x="3139" y="1463"/>
                        <a:pt x="3139" y="1463"/>
                      </a:cubicBezTo>
                      <a:cubicBezTo>
                        <a:pt x="3139" y="1463"/>
                        <a:pt x="3141" y="1457"/>
                        <a:pt x="3152" y="1456"/>
                      </a:cubicBezTo>
                      <a:cubicBezTo>
                        <a:pt x="3163" y="1455"/>
                        <a:pt x="3172" y="1456"/>
                        <a:pt x="3172" y="1456"/>
                      </a:cubicBezTo>
                      <a:cubicBezTo>
                        <a:pt x="3173" y="1464"/>
                        <a:pt x="3173" y="1464"/>
                        <a:pt x="3173" y="1464"/>
                      </a:cubicBezTo>
                      <a:cubicBezTo>
                        <a:pt x="3203" y="1462"/>
                        <a:pt x="3203" y="1462"/>
                        <a:pt x="3203" y="1462"/>
                      </a:cubicBezTo>
                      <a:cubicBezTo>
                        <a:pt x="3203" y="1462"/>
                        <a:pt x="3197" y="1478"/>
                        <a:pt x="3214" y="1470"/>
                      </a:cubicBezTo>
                      <a:cubicBezTo>
                        <a:pt x="3231" y="1462"/>
                        <a:pt x="3229" y="1455"/>
                        <a:pt x="3229" y="1455"/>
                      </a:cubicBezTo>
                      <a:cubicBezTo>
                        <a:pt x="3229" y="1455"/>
                        <a:pt x="3241" y="1465"/>
                        <a:pt x="3241" y="1447"/>
                      </a:cubicBezTo>
                      <a:cubicBezTo>
                        <a:pt x="3241" y="1429"/>
                        <a:pt x="3226" y="1429"/>
                        <a:pt x="3226" y="1429"/>
                      </a:cubicBezTo>
                      <a:cubicBezTo>
                        <a:pt x="3210" y="1405"/>
                        <a:pt x="3210" y="1405"/>
                        <a:pt x="3210" y="1405"/>
                      </a:cubicBezTo>
                      <a:cubicBezTo>
                        <a:pt x="3206" y="1391"/>
                        <a:pt x="3206" y="1391"/>
                        <a:pt x="3206" y="1391"/>
                      </a:cubicBezTo>
                      <a:cubicBezTo>
                        <a:pt x="3206" y="1391"/>
                        <a:pt x="3200" y="1388"/>
                        <a:pt x="3200" y="1382"/>
                      </a:cubicBezTo>
                      <a:cubicBezTo>
                        <a:pt x="3200" y="1376"/>
                        <a:pt x="3211" y="1378"/>
                        <a:pt x="3211" y="1378"/>
                      </a:cubicBezTo>
                      <a:cubicBezTo>
                        <a:pt x="3209" y="1367"/>
                        <a:pt x="3209" y="1367"/>
                        <a:pt x="3209" y="1367"/>
                      </a:cubicBezTo>
                      <a:cubicBezTo>
                        <a:pt x="3209" y="1367"/>
                        <a:pt x="3213" y="1369"/>
                        <a:pt x="3218" y="1363"/>
                      </a:cubicBezTo>
                      <a:cubicBezTo>
                        <a:pt x="3223" y="1357"/>
                        <a:pt x="3222" y="1345"/>
                        <a:pt x="3222" y="1345"/>
                      </a:cubicBezTo>
                      <a:cubicBezTo>
                        <a:pt x="3231" y="1347"/>
                        <a:pt x="3231" y="1347"/>
                        <a:pt x="3231" y="1347"/>
                      </a:cubicBezTo>
                      <a:cubicBezTo>
                        <a:pt x="3231" y="1347"/>
                        <a:pt x="3254" y="1364"/>
                        <a:pt x="3272" y="1366"/>
                      </a:cubicBezTo>
                      <a:cubicBezTo>
                        <a:pt x="3290" y="1368"/>
                        <a:pt x="3310" y="1367"/>
                        <a:pt x="3310" y="1367"/>
                      </a:cubicBezTo>
                      <a:cubicBezTo>
                        <a:pt x="3310" y="1367"/>
                        <a:pt x="3329" y="1381"/>
                        <a:pt x="3339" y="1383"/>
                      </a:cubicBezTo>
                      <a:cubicBezTo>
                        <a:pt x="3349" y="1385"/>
                        <a:pt x="3361" y="1372"/>
                        <a:pt x="3370" y="1383"/>
                      </a:cubicBezTo>
                      <a:cubicBezTo>
                        <a:pt x="3379" y="1394"/>
                        <a:pt x="3401" y="1428"/>
                        <a:pt x="3401" y="1428"/>
                      </a:cubicBezTo>
                      <a:cubicBezTo>
                        <a:pt x="3416" y="1425"/>
                        <a:pt x="3416" y="1425"/>
                        <a:pt x="3416" y="1425"/>
                      </a:cubicBezTo>
                      <a:cubicBezTo>
                        <a:pt x="3416" y="1425"/>
                        <a:pt x="3418" y="1441"/>
                        <a:pt x="3428" y="1441"/>
                      </a:cubicBezTo>
                      <a:cubicBezTo>
                        <a:pt x="3438" y="1441"/>
                        <a:pt x="3445" y="1440"/>
                        <a:pt x="3445" y="1440"/>
                      </a:cubicBezTo>
                      <a:cubicBezTo>
                        <a:pt x="3445" y="1440"/>
                        <a:pt x="3462" y="1450"/>
                        <a:pt x="3475" y="1449"/>
                      </a:cubicBezTo>
                      <a:cubicBezTo>
                        <a:pt x="3488" y="1448"/>
                        <a:pt x="3506" y="1430"/>
                        <a:pt x="3535" y="1432"/>
                      </a:cubicBezTo>
                      <a:cubicBezTo>
                        <a:pt x="3564" y="1434"/>
                        <a:pt x="3566" y="1442"/>
                        <a:pt x="3566" y="1442"/>
                      </a:cubicBezTo>
                      <a:cubicBezTo>
                        <a:pt x="3593" y="1439"/>
                        <a:pt x="3593" y="1439"/>
                        <a:pt x="3593" y="1439"/>
                      </a:cubicBezTo>
                      <a:cubicBezTo>
                        <a:pt x="3593" y="1439"/>
                        <a:pt x="3604" y="1458"/>
                        <a:pt x="3616" y="1458"/>
                      </a:cubicBezTo>
                      <a:cubicBezTo>
                        <a:pt x="3628" y="1458"/>
                        <a:pt x="3647" y="1458"/>
                        <a:pt x="3650" y="1459"/>
                      </a:cubicBezTo>
                      <a:cubicBezTo>
                        <a:pt x="3653" y="1460"/>
                        <a:pt x="3661" y="1479"/>
                        <a:pt x="3664" y="1478"/>
                      </a:cubicBezTo>
                      <a:cubicBezTo>
                        <a:pt x="3667" y="1477"/>
                        <a:pt x="3678" y="1480"/>
                        <a:pt x="3678" y="1480"/>
                      </a:cubicBezTo>
                      <a:cubicBezTo>
                        <a:pt x="3678" y="1480"/>
                        <a:pt x="3673" y="1491"/>
                        <a:pt x="3693" y="1493"/>
                      </a:cubicBezTo>
                      <a:cubicBezTo>
                        <a:pt x="3713" y="1495"/>
                        <a:pt x="3723" y="1492"/>
                        <a:pt x="3723" y="1492"/>
                      </a:cubicBezTo>
                      <a:cubicBezTo>
                        <a:pt x="3723" y="1492"/>
                        <a:pt x="3730" y="1495"/>
                        <a:pt x="3733" y="1498"/>
                      </a:cubicBezTo>
                      <a:cubicBezTo>
                        <a:pt x="3736" y="1501"/>
                        <a:pt x="3760" y="1501"/>
                        <a:pt x="3760" y="1501"/>
                      </a:cubicBezTo>
                      <a:cubicBezTo>
                        <a:pt x="3760" y="1501"/>
                        <a:pt x="3772" y="1494"/>
                        <a:pt x="3776" y="1496"/>
                      </a:cubicBezTo>
                      <a:cubicBezTo>
                        <a:pt x="3780" y="1498"/>
                        <a:pt x="3788" y="1507"/>
                        <a:pt x="3793" y="1501"/>
                      </a:cubicBezTo>
                      <a:cubicBezTo>
                        <a:pt x="3798" y="1495"/>
                        <a:pt x="3796" y="1490"/>
                        <a:pt x="3805" y="1488"/>
                      </a:cubicBezTo>
                      <a:cubicBezTo>
                        <a:pt x="3814" y="1486"/>
                        <a:pt x="3831" y="1487"/>
                        <a:pt x="3831" y="1487"/>
                      </a:cubicBezTo>
                      <a:cubicBezTo>
                        <a:pt x="3841" y="1482"/>
                        <a:pt x="3841" y="1482"/>
                        <a:pt x="3841" y="1482"/>
                      </a:cubicBezTo>
                      <a:cubicBezTo>
                        <a:pt x="3841" y="1482"/>
                        <a:pt x="3853" y="1485"/>
                        <a:pt x="3863" y="1481"/>
                      </a:cubicBezTo>
                      <a:cubicBezTo>
                        <a:pt x="3873" y="1477"/>
                        <a:pt x="3870" y="1466"/>
                        <a:pt x="3870" y="1466"/>
                      </a:cubicBezTo>
                      <a:cubicBezTo>
                        <a:pt x="3893" y="1443"/>
                        <a:pt x="3893" y="1443"/>
                        <a:pt x="3893" y="1443"/>
                      </a:cubicBezTo>
                      <a:cubicBezTo>
                        <a:pt x="3893" y="1443"/>
                        <a:pt x="3920" y="1447"/>
                        <a:pt x="3929" y="1447"/>
                      </a:cubicBezTo>
                      <a:cubicBezTo>
                        <a:pt x="3938" y="1447"/>
                        <a:pt x="3948" y="1463"/>
                        <a:pt x="3962" y="1463"/>
                      </a:cubicBezTo>
                      <a:cubicBezTo>
                        <a:pt x="3976" y="1463"/>
                        <a:pt x="3982" y="1456"/>
                        <a:pt x="3982" y="1456"/>
                      </a:cubicBezTo>
                      <a:cubicBezTo>
                        <a:pt x="4000" y="1459"/>
                        <a:pt x="4000" y="1459"/>
                        <a:pt x="4000" y="1459"/>
                      </a:cubicBezTo>
                      <a:cubicBezTo>
                        <a:pt x="4011" y="1462"/>
                        <a:pt x="4011" y="1462"/>
                        <a:pt x="4011" y="1462"/>
                      </a:cubicBezTo>
                      <a:cubicBezTo>
                        <a:pt x="4034" y="1476"/>
                        <a:pt x="4034" y="1476"/>
                        <a:pt x="4034" y="1476"/>
                      </a:cubicBezTo>
                      <a:cubicBezTo>
                        <a:pt x="4058" y="1477"/>
                        <a:pt x="4058" y="1477"/>
                        <a:pt x="4058" y="1477"/>
                      </a:cubicBezTo>
                      <a:cubicBezTo>
                        <a:pt x="4058" y="1477"/>
                        <a:pt x="4061" y="1482"/>
                        <a:pt x="4071" y="1482"/>
                      </a:cubicBezTo>
                      <a:cubicBezTo>
                        <a:pt x="4081" y="1482"/>
                        <a:pt x="4085" y="1460"/>
                        <a:pt x="4085" y="1460"/>
                      </a:cubicBezTo>
                      <a:cubicBezTo>
                        <a:pt x="4085" y="1460"/>
                        <a:pt x="4096" y="1465"/>
                        <a:pt x="4109" y="1457"/>
                      </a:cubicBezTo>
                      <a:cubicBezTo>
                        <a:pt x="4122" y="1449"/>
                        <a:pt x="4098" y="1439"/>
                        <a:pt x="4098" y="1439"/>
                      </a:cubicBezTo>
                      <a:cubicBezTo>
                        <a:pt x="4097" y="1414"/>
                        <a:pt x="4097" y="1414"/>
                        <a:pt x="4097" y="1414"/>
                      </a:cubicBezTo>
                      <a:cubicBezTo>
                        <a:pt x="4097" y="1395"/>
                        <a:pt x="4097" y="1395"/>
                        <a:pt x="4097" y="1395"/>
                      </a:cubicBezTo>
                      <a:cubicBezTo>
                        <a:pt x="4097" y="1395"/>
                        <a:pt x="4092" y="1377"/>
                        <a:pt x="4094" y="1368"/>
                      </a:cubicBezTo>
                      <a:cubicBezTo>
                        <a:pt x="4096" y="1359"/>
                        <a:pt x="4108" y="1354"/>
                        <a:pt x="4109" y="1348"/>
                      </a:cubicBezTo>
                      <a:cubicBezTo>
                        <a:pt x="4110" y="1342"/>
                        <a:pt x="4083" y="1327"/>
                        <a:pt x="4083" y="1327"/>
                      </a:cubicBezTo>
                      <a:cubicBezTo>
                        <a:pt x="4083" y="1327"/>
                        <a:pt x="4071" y="1325"/>
                        <a:pt x="4056" y="1322"/>
                      </a:cubicBezTo>
                      <a:cubicBezTo>
                        <a:pt x="4041" y="1319"/>
                        <a:pt x="4063" y="1304"/>
                        <a:pt x="4063" y="1304"/>
                      </a:cubicBezTo>
                      <a:cubicBezTo>
                        <a:pt x="4083" y="1284"/>
                        <a:pt x="4083" y="1284"/>
                        <a:pt x="4083" y="1284"/>
                      </a:cubicBezTo>
                      <a:cubicBezTo>
                        <a:pt x="4107" y="1281"/>
                        <a:pt x="4107" y="1281"/>
                        <a:pt x="4107" y="1281"/>
                      </a:cubicBezTo>
                      <a:cubicBezTo>
                        <a:pt x="4111" y="1273"/>
                        <a:pt x="4111" y="1273"/>
                        <a:pt x="4111" y="1273"/>
                      </a:cubicBezTo>
                      <a:cubicBezTo>
                        <a:pt x="4139" y="1275"/>
                        <a:pt x="4139" y="1275"/>
                        <a:pt x="4139" y="1275"/>
                      </a:cubicBezTo>
                      <a:cubicBezTo>
                        <a:pt x="4174" y="1268"/>
                        <a:pt x="4174" y="1268"/>
                        <a:pt x="4174" y="1268"/>
                      </a:cubicBezTo>
                      <a:cubicBezTo>
                        <a:pt x="4199" y="1281"/>
                        <a:pt x="4199" y="1281"/>
                        <a:pt x="4199" y="1281"/>
                      </a:cubicBezTo>
                      <a:cubicBezTo>
                        <a:pt x="4225" y="1298"/>
                        <a:pt x="4225" y="1298"/>
                        <a:pt x="4225" y="1298"/>
                      </a:cubicBezTo>
                      <a:cubicBezTo>
                        <a:pt x="4240" y="1295"/>
                        <a:pt x="4240" y="1295"/>
                        <a:pt x="4240" y="1295"/>
                      </a:cubicBezTo>
                      <a:cubicBezTo>
                        <a:pt x="4240" y="1295"/>
                        <a:pt x="4259" y="1296"/>
                        <a:pt x="4266" y="1297"/>
                      </a:cubicBezTo>
                      <a:cubicBezTo>
                        <a:pt x="4273" y="1298"/>
                        <a:pt x="4294" y="1312"/>
                        <a:pt x="4294" y="1312"/>
                      </a:cubicBezTo>
                      <a:cubicBezTo>
                        <a:pt x="4296" y="1321"/>
                        <a:pt x="4296" y="1321"/>
                        <a:pt x="4296" y="1321"/>
                      </a:cubicBezTo>
                      <a:cubicBezTo>
                        <a:pt x="4296" y="1321"/>
                        <a:pt x="4314" y="1331"/>
                        <a:pt x="4319" y="1335"/>
                      </a:cubicBezTo>
                      <a:cubicBezTo>
                        <a:pt x="4324" y="1339"/>
                        <a:pt x="4339" y="1344"/>
                        <a:pt x="4339" y="1344"/>
                      </a:cubicBezTo>
                      <a:cubicBezTo>
                        <a:pt x="4342" y="1363"/>
                        <a:pt x="4342" y="1363"/>
                        <a:pt x="4342" y="1363"/>
                      </a:cubicBezTo>
                      <a:cubicBezTo>
                        <a:pt x="4374" y="1380"/>
                        <a:pt x="4374" y="1380"/>
                        <a:pt x="4374" y="1380"/>
                      </a:cubicBezTo>
                      <a:cubicBezTo>
                        <a:pt x="4385" y="1402"/>
                        <a:pt x="4385" y="1402"/>
                        <a:pt x="4385" y="1402"/>
                      </a:cubicBezTo>
                      <a:cubicBezTo>
                        <a:pt x="4385" y="1402"/>
                        <a:pt x="4406" y="1404"/>
                        <a:pt x="4416" y="1413"/>
                      </a:cubicBezTo>
                      <a:cubicBezTo>
                        <a:pt x="4426" y="1422"/>
                        <a:pt x="4444" y="1446"/>
                        <a:pt x="4444" y="1446"/>
                      </a:cubicBezTo>
                      <a:cubicBezTo>
                        <a:pt x="4451" y="1446"/>
                        <a:pt x="4451" y="1446"/>
                        <a:pt x="4451" y="1446"/>
                      </a:cubicBezTo>
                      <a:cubicBezTo>
                        <a:pt x="4455" y="1462"/>
                        <a:pt x="4455" y="1462"/>
                        <a:pt x="4455" y="1462"/>
                      </a:cubicBezTo>
                      <a:cubicBezTo>
                        <a:pt x="4455" y="1462"/>
                        <a:pt x="4474" y="1472"/>
                        <a:pt x="4482" y="1477"/>
                      </a:cubicBezTo>
                      <a:cubicBezTo>
                        <a:pt x="4490" y="1482"/>
                        <a:pt x="4507" y="1481"/>
                        <a:pt x="4517" y="1479"/>
                      </a:cubicBezTo>
                      <a:cubicBezTo>
                        <a:pt x="4527" y="1477"/>
                        <a:pt x="4543" y="1493"/>
                        <a:pt x="4543" y="1493"/>
                      </a:cubicBezTo>
                      <a:cubicBezTo>
                        <a:pt x="4543" y="1493"/>
                        <a:pt x="4551" y="1486"/>
                        <a:pt x="4555" y="1486"/>
                      </a:cubicBezTo>
                      <a:cubicBezTo>
                        <a:pt x="4559" y="1486"/>
                        <a:pt x="4597" y="1514"/>
                        <a:pt x="4597" y="1514"/>
                      </a:cubicBezTo>
                      <a:cubicBezTo>
                        <a:pt x="4621" y="1514"/>
                        <a:pt x="4621" y="1514"/>
                        <a:pt x="4621" y="1514"/>
                      </a:cubicBezTo>
                      <a:cubicBezTo>
                        <a:pt x="4630" y="1533"/>
                        <a:pt x="4630" y="1533"/>
                        <a:pt x="4630" y="1533"/>
                      </a:cubicBezTo>
                      <a:cubicBezTo>
                        <a:pt x="4630" y="1533"/>
                        <a:pt x="4646" y="1534"/>
                        <a:pt x="4649" y="1541"/>
                      </a:cubicBezTo>
                      <a:cubicBezTo>
                        <a:pt x="4652" y="1548"/>
                        <a:pt x="4653" y="1556"/>
                        <a:pt x="4653" y="1556"/>
                      </a:cubicBezTo>
                      <a:cubicBezTo>
                        <a:pt x="4678" y="1576"/>
                        <a:pt x="4678" y="1576"/>
                        <a:pt x="4678" y="1576"/>
                      </a:cubicBezTo>
                      <a:cubicBezTo>
                        <a:pt x="4695" y="1572"/>
                        <a:pt x="4695" y="1572"/>
                        <a:pt x="4695" y="1572"/>
                      </a:cubicBezTo>
                      <a:cubicBezTo>
                        <a:pt x="4703" y="1582"/>
                        <a:pt x="4703" y="1582"/>
                        <a:pt x="4703" y="1582"/>
                      </a:cubicBezTo>
                      <a:cubicBezTo>
                        <a:pt x="4716" y="1581"/>
                        <a:pt x="4716" y="1581"/>
                        <a:pt x="4716" y="1581"/>
                      </a:cubicBezTo>
                      <a:cubicBezTo>
                        <a:pt x="4716" y="1574"/>
                        <a:pt x="4716" y="1574"/>
                        <a:pt x="4716" y="1574"/>
                      </a:cubicBezTo>
                      <a:cubicBezTo>
                        <a:pt x="4735" y="1576"/>
                        <a:pt x="4735" y="1576"/>
                        <a:pt x="4735" y="1576"/>
                      </a:cubicBezTo>
                      <a:cubicBezTo>
                        <a:pt x="4735" y="1576"/>
                        <a:pt x="4736" y="1565"/>
                        <a:pt x="4739" y="1560"/>
                      </a:cubicBezTo>
                      <a:cubicBezTo>
                        <a:pt x="4742" y="1555"/>
                        <a:pt x="4770" y="1556"/>
                        <a:pt x="4770" y="1556"/>
                      </a:cubicBezTo>
                      <a:cubicBezTo>
                        <a:pt x="4775" y="1542"/>
                        <a:pt x="4775" y="1542"/>
                        <a:pt x="4775" y="1542"/>
                      </a:cubicBezTo>
                      <a:cubicBezTo>
                        <a:pt x="4775" y="1542"/>
                        <a:pt x="4800" y="1536"/>
                        <a:pt x="4810" y="1544"/>
                      </a:cubicBezTo>
                      <a:cubicBezTo>
                        <a:pt x="4820" y="1552"/>
                        <a:pt x="4814" y="1565"/>
                        <a:pt x="4814" y="1565"/>
                      </a:cubicBezTo>
                      <a:cubicBezTo>
                        <a:pt x="4832" y="1573"/>
                        <a:pt x="4832" y="1573"/>
                        <a:pt x="4832" y="1573"/>
                      </a:cubicBezTo>
                      <a:cubicBezTo>
                        <a:pt x="4832" y="1593"/>
                        <a:pt x="4832" y="1593"/>
                        <a:pt x="4832" y="1593"/>
                      </a:cubicBezTo>
                      <a:cubicBezTo>
                        <a:pt x="4820" y="1598"/>
                        <a:pt x="4820" y="1598"/>
                        <a:pt x="4820" y="1598"/>
                      </a:cubicBezTo>
                      <a:cubicBezTo>
                        <a:pt x="4828" y="1608"/>
                        <a:pt x="4828" y="1608"/>
                        <a:pt x="4828" y="1608"/>
                      </a:cubicBezTo>
                      <a:cubicBezTo>
                        <a:pt x="4828" y="1620"/>
                        <a:pt x="4828" y="1620"/>
                        <a:pt x="4828" y="1620"/>
                      </a:cubicBezTo>
                      <a:cubicBezTo>
                        <a:pt x="4835" y="1630"/>
                        <a:pt x="4835" y="1630"/>
                        <a:pt x="4835" y="1630"/>
                      </a:cubicBezTo>
                      <a:cubicBezTo>
                        <a:pt x="4835" y="1643"/>
                        <a:pt x="4835" y="1643"/>
                        <a:pt x="4835" y="1643"/>
                      </a:cubicBezTo>
                      <a:cubicBezTo>
                        <a:pt x="4846" y="1650"/>
                        <a:pt x="4846" y="1650"/>
                        <a:pt x="4846" y="1650"/>
                      </a:cubicBezTo>
                      <a:cubicBezTo>
                        <a:pt x="4843" y="1667"/>
                        <a:pt x="4843" y="1667"/>
                        <a:pt x="4843" y="1667"/>
                      </a:cubicBezTo>
                      <a:cubicBezTo>
                        <a:pt x="4846" y="1684"/>
                        <a:pt x="4846" y="1684"/>
                        <a:pt x="4846" y="1684"/>
                      </a:cubicBezTo>
                      <a:cubicBezTo>
                        <a:pt x="4846" y="1684"/>
                        <a:pt x="4834" y="1688"/>
                        <a:pt x="4839" y="1700"/>
                      </a:cubicBezTo>
                      <a:cubicBezTo>
                        <a:pt x="4844" y="1712"/>
                        <a:pt x="4846" y="1713"/>
                        <a:pt x="4839" y="1719"/>
                      </a:cubicBezTo>
                      <a:cubicBezTo>
                        <a:pt x="4832" y="1725"/>
                        <a:pt x="4796" y="1702"/>
                        <a:pt x="4785" y="1707"/>
                      </a:cubicBezTo>
                      <a:cubicBezTo>
                        <a:pt x="4774" y="1712"/>
                        <a:pt x="4786" y="1718"/>
                        <a:pt x="4784" y="1723"/>
                      </a:cubicBezTo>
                      <a:cubicBezTo>
                        <a:pt x="4782" y="1728"/>
                        <a:pt x="4769" y="1719"/>
                        <a:pt x="4766" y="1729"/>
                      </a:cubicBezTo>
                      <a:cubicBezTo>
                        <a:pt x="4763" y="1739"/>
                        <a:pt x="4778" y="1740"/>
                        <a:pt x="4792" y="1753"/>
                      </a:cubicBezTo>
                      <a:cubicBezTo>
                        <a:pt x="4806" y="1766"/>
                        <a:pt x="4810" y="1785"/>
                        <a:pt x="4812" y="1791"/>
                      </a:cubicBezTo>
                      <a:cubicBezTo>
                        <a:pt x="4814" y="1797"/>
                        <a:pt x="4825" y="1808"/>
                        <a:pt x="4825" y="1808"/>
                      </a:cubicBezTo>
                      <a:cubicBezTo>
                        <a:pt x="4826" y="1831"/>
                        <a:pt x="4826" y="1831"/>
                        <a:pt x="4826" y="1831"/>
                      </a:cubicBezTo>
                      <a:cubicBezTo>
                        <a:pt x="4809" y="1827"/>
                        <a:pt x="4809" y="1827"/>
                        <a:pt x="4809" y="1827"/>
                      </a:cubicBezTo>
                      <a:cubicBezTo>
                        <a:pt x="4802" y="1845"/>
                        <a:pt x="4802" y="1845"/>
                        <a:pt x="4802" y="1845"/>
                      </a:cubicBezTo>
                      <a:cubicBezTo>
                        <a:pt x="4821" y="1851"/>
                        <a:pt x="4821" y="1851"/>
                        <a:pt x="4821" y="1851"/>
                      </a:cubicBezTo>
                      <a:cubicBezTo>
                        <a:pt x="4844" y="1852"/>
                        <a:pt x="4844" y="1852"/>
                        <a:pt x="4844" y="1852"/>
                      </a:cubicBezTo>
                      <a:cubicBezTo>
                        <a:pt x="4844" y="1852"/>
                        <a:pt x="4838" y="1811"/>
                        <a:pt x="4847" y="1807"/>
                      </a:cubicBezTo>
                      <a:cubicBezTo>
                        <a:pt x="4856" y="1803"/>
                        <a:pt x="4863" y="1816"/>
                        <a:pt x="4863" y="1816"/>
                      </a:cubicBezTo>
                      <a:cubicBezTo>
                        <a:pt x="4872" y="1808"/>
                        <a:pt x="4872" y="1808"/>
                        <a:pt x="4872" y="1808"/>
                      </a:cubicBezTo>
                      <a:cubicBezTo>
                        <a:pt x="4872" y="1808"/>
                        <a:pt x="4888" y="1840"/>
                        <a:pt x="4896" y="1838"/>
                      </a:cubicBezTo>
                      <a:cubicBezTo>
                        <a:pt x="4904" y="1836"/>
                        <a:pt x="4923" y="1830"/>
                        <a:pt x="4923" y="1830"/>
                      </a:cubicBezTo>
                      <a:cubicBezTo>
                        <a:pt x="4923" y="1842"/>
                        <a:pt x="4923" y="1842"/>
                        <a:pt x="4923" y="1842"/>
                      </a:cubicBezTo>
                      <a:cubicBezTo>
                        <a:pt x="4923" y="1842"/>
                        <a:pt x="4978" y="1822"/>
                        <a:pt x="4980" y="1802"/>
                      </a:cubicBezTo>
                      <a:cubicBezTo>
                        <a:pt x="4982" y="1782"/>
                        <a:pt x="4985" y="1754"/>
                        <a:pt x="4985" y="1754"/>
                      </a:cubicBezTo>
                      <a:cubicBezTo>
                        <a:pt x="4999" y="1747"/>
                        <a:pt x="4999" y="1747"/>
                        <a:pt x="4999" y="1747"/>
                      </a:cubicBezTo>
                      <a:cubicBezTo>
                        <a:pt x="4999" y="1747"/>
                        <a:pt x="4997" y="1704"/>
                        <a:pt x="5006" y="1697"/>
                      </a:cubicBezTo>
                      <a:cubicBezTo>
                        <a:pt x="5015" y="1690"/>
                        <a:pt x="5017" y="1666"/>
                        <a:pt x="5019" y="1650"/>
                      </a:cubicBezTo>
                      <a:cubicBezTo>
                        <a:pt x="5021" y="1634"/>
                        <a:pt x="5010" y="1607"/>
                        <a:pt x="5010" y="1607"/>
                      </a:cubicBezTo>
                      <a:cubicBezTo>
                        <a:pt x="5010" y="1607"/>
                        <a:pt x="5024" y="1585"/>
                        <a:pt x="5024" y="1580"/>
                      </a:cubicBezTo>
                      <a:cubicBezTo>
                        <a:pt x="5024" y="1575"/>
                        <a:pt x="5016" y="1565"/>
                        <a:pt x="5016" y="1565"/>
                      </a:cubicBezTo>
                      <a:cubicBezTo>
                        <a:pt x="5016" y="1565"/>
                        <a:pt x="5033" y="1541"/>
                        <a:pt x="5029" y="1532"/>
                      </a:cubicBezTo>
                      <a:cubicBezTo>
                        <a:pt x="5025" y="1523"/>
                        <a:pt x="5013" y="1496"/>
                        <a:pt x="5013" y="1496"/>
                      </a:cubicBezTo>
                      <a:cubicBezTo>
                        <a:pt x="5013" y="1496"/>
                        <a:pt x="5005" y="1468"/>
                        <a:pt x="4998" y="1465"/>
                      </a:cubicBezTo>
                      <a:cubicBezTo>
                        <a:pt x="4991" y="1462"/>
                        <a:pt x="4986" y="1458"/>
                        <a:pt x="4986" y="1458"/>
                      </a:cubicBezTo>
                      <a:cubicBezTo>
                        <a:pt x="4990" y="1451"/>
                        <a:pt x="4990" y="1451"/>
                        <a:pt x="4990" y="1451"/>
                      </a:cubicBezTo>
                      <a:cubicBezTo>
                        <a:pt x="4990" y="1451"/>
                        <a:pt x="4971" y="1443"/>
                        <a:pt x="4965" y="1428"/>
                      </a:cubicBezTo>
                      <a:cubicBezTo>
                        <a:pt x="4959" y="1413"/>
                        <a:pt x="4957" y="1401"/>
                        <a:pt x="4957" y="1401"/>
                      </a:cubicBezTo>
                      <a:cubicBezTo>
                        <a:pt x="4948" y="1395"/>
                        <a:pt x="4948" y="1395"/>
                        <a:pt x="4948" y="1395"/>
                      </a:cubicBezTo>
                      <a:cubicBezTo>
                        <a:pt x="4948" y="1395"/>
                        <a:pt x="4955" y="1365"/>
                        <a:pt x="4948" y="1356"/>
                      </a:cubicBezTo>
                      <a:cubicBezTo>
                        <a:pt x="4941" y="1347"/>
                        <a:pt x="4936" y="1340"/>
                        <a:pt x="4936" y="1340"/>
                      </a:cubicBezTo>
                      <a:cubicBezTo>
                        <a:pt x="4924" y="1336"/>
                        <a:pt x="4924" y="1336"/>
                        <a:pt x="4924" y="1336"/>
                      </a:cubicBezTo>
                      <a:cubicBezTo>
                        <a:pt x="4924" y="1336"/>
                        <a:pt x="4920" y="1322"/>
                        <a:pt x="4913" y="1317"/>
                      </a:cubicBezTo>
                      <a:cubicBezTo>
                        <a:pt x="4906" y="1312"/>
                        <a:pt x="4889" y="1304"/>
                        <a:pt x="4889" y="1304"/>
                      </a:cubicBezTo>
                      <a:cubicBezTo>
                        <a:pt x="4875" y="1300"/>
                        <a:pt x="4875" y="1300"/>
                        <a:pt x="4875" y="1300"/>
                      </a:cubicBezTo>
                      <a:cubicBezTo>
                        <a:pt x="4872" y="1291"/>
                        <a:pt x="4872" y="1291"/>
                        <a:pt x="4872" y="1291"/>
                      </a:cubicBezTo>
                      <a:cubicBezTo>
                        <a:pt x="4872" y="1291"/>
                        <a:pt x="4900" y="1304"/>
                        <a:pt x="4903" y="1298"/>
                      </a:cubicBezTo>
                      <a:cubicBezTo>
                        <a:pt x="4906" y="1292"/>
                        <a:pt x="4885" y="1286"/>
                        <a:pt x="4885" y="1286"/>
                      </a:cubicBezTo>
                      <a:cubicBezTo>
                        <a:pt x="4830" y="1260"/>
                        <a:pt x="4830" y="1260"/>
                        <a:pt x="4830" y="1260"/>
                      </a:cubicBezTo>
                      <a:cubicBezTo>
                        <a:pt x="4830" y="1260"/>
                        <a:pt x="4802" y="1243"/>
                        <a:pt x="4794" y="1238"/>
                      </a:cubicBezTo>
                      <a:cubicBezTo>
                        <a:pt x="4786" y="1233"/>
                        <a:pt x="4772" y="1243"/>
                        <a:pt x="4772" y="1243"/>
                      </a:cubicBezTo>
                      <a:cubicBezTo>
                        <a:pt x="4746" y="1236"/>
                        <a:pt x="4746" y="1236"/>
                        <a:pt x="4746" y="1236"/>
                      </a:cubicBezTo>
                      <a:cubicBezTo>
                        <a:pt x="4771" y="1264"/>
                        <a:pt x="4771" y="1264"/>
                        <a:pt x="4771" y="1264"/>
                      </a:cubicBezTo>
                      <a:cubicBezTo>
                        <a:pt x="4767" y="1281"/>
                        <a:pt x="4767" y="1281"/>
                        <a:pt x="4767" y="1281"/>
                      </a:cubicBezTo>
                      <a:cubicBezTo>
                        <a:pt x="4759" y="1279"/>
                        <a:pt x="4759" y="1279"/>
                        <a:pt x="4759" y="1279"/>
                      </a:cubicBezTo>
                      <a:cubicBezTo>
                        <a:pt x="4758" y="1259"/>
                        <a:pt x="4758" y="1259"/>
                        <a:pt x="4758" y="1259"/>
                      </a:cubicBezTo>
                      <a:cubicBezTo>
                        <a:pt x="4748" y="1252"/>
                        <a:pt x="4748" y="1252"/>
                        <a:pt x="4748" y="1252"/>
                      </a:cubicBezTo>
                      <a:cubicBezTo>
                        <a:pt x="4746" y="1271"/>
                        <a:pt x="4746" y="1271"/>
                        <a:pt x="4746" y="1271"/>
                      </a:cubicBezTo>
                      <a:cubicBezTo>
                        <a:pt x="4717" y="1273"/>
                        <a:pt x="4717" y="1273"/>
                        <a:pt x="4717" y="1273"/>
                      </a:cubicBezTo>
                      <a:cubicBezTo>
                        <a:pt x="4717" y="1273"/>
                        <a:pt x="4724" y="1263"/>
                        <a:pt x="4719" y="1257"/>
                      </a:cubicBezTo>
                      <a:cubicBezTo>
                        <a:pt x="4714" y="1251"/>
                        <a:pt x="4701" y="1253"/>
                        <a:pt x="4701" y="1253"/>
                      </a:cubicBezTo>
                      <a:cubicBezTo>
                        <a:pt x="4696" y="1260"/>
                        <a:pt x="4696" y="1260"/>
                        <a:pt x="4696" y="1260"/>
                      </a:cubicBezTo>
                      <a:cubicBezTo>
                        <a:pt x="4681" y="1261"/>
                        <a:pt x="4681" y="1261"/>
                        <a:pt x="4681" y="1261"/>
                      </a:cubicBezTo>
                      <a:cubicBezTo>
                        <a:pt x="4672" y="1236"/>
                        <a:pt x="4672" y="1236"/>
                        <a:pt x="4672" y="1236"/>
                      </a:cubicBezTo>
                      <a:cubicBezTo>
                        <a:pt x="4668" y="1235"/>
                        <a:pt x="4668" y="1235"/>
                        <a:pt x="4668" y="1235"/>
                      </a:cubicBezTo>
                      <a:cubicBezTo>
                        <a:pt x="4660" y="1222"/>
                        <a:pt x="4660" y="1222"/>
                        <a:pt x="4660" y="1222"/>
                      </a:cubicBezTo>
                      <a:cubicBezTo>
                        <a:pt x="4612" y="1224"/>
                        <a:pt x="4612" y="1224"/>
                        <a:pt x="4612" y="1224"/>
                      </a:cubicBezTo>
                      <a:cubicBezTo>
                        <a:pt x="4606" y="1218"/>
                        <a:pt x="4606" y="1218"/>
                        <a:pt x="4606" y="1218"/>
                      </a:cubicBezTo>
                      <a:cubicBezTo>
                        <a:pt x="4606" y="1218"/>
                        <a:pt x="4580" y="1222"/>
                        <a:pt x="4580" y="1205"/>
                      </a:cubicBezTo>
                      <a:cubicBezTo>
                        <a:pt x="4580" y="1188"/>
                        <a:pt x="4602" y="1186"/>
                        <a:pt x="4602" y="1186"/>
                      </a:cubicBezTo>
                      <a:cubicBezTo>
                        <a:pt x="4602" y="1170"/>
                        <a:pt x="4602" y="1170"/>
                        <a:pt x="4602" y="1170"/>
                      </a:cubicBezTo>
                      <a:cubicBezTo>
                        <a:pt x="4602" y="1170"/>
                        <a:pt x="4621" y="1169"/>
                        <a:pt x="4622" y="1158"/>
                      </a:cubicBezTo>
                      <a:cubicBezTo>
                        <a:pt x="4623" y="1147"/>
                        <a:pt x="4633" y="1132"/>
                        <a:pt x="4633" y="1132"/>
                      </a:cubicBezTo>
                      <a:cubicBezTo>
                        <a:pt x="4623" y="1123"/>
                        <a:pt x="4623" y="1123"/>
                        <a:pt x="4623" y="1123"/>
                      </a:cubicBezTo>
                      <a:cubicBezTo>
                        <a:pt x="4630" y="1110"/>
                        <a:pt x="4630" y="1110"/>
                        <a:pt x="4630" y="1110"/>
                      </a:cubicBezTo>
                      <a:cubicBezTo>
                        <a:pt x="4623" y="1100"/>
                        <a:pt x="4623" y="1100"/>
                        <a:pt x="4623" y="1100"/>
                      </a:cubicBezTo>
                      <a:cubicBezTo>
                        <a:pt x="4637" y="1089"/>
                        <a:pt x="4637" y="1089"/>
                        <a:pt x="4637" y="1089"/>
                      </a:cubicBezTo>
                      <a:cubicBezTo>
                        <a:pt x="4651" y="1086"/>
                        <a:pt x="4651" y="1086"/>
                        <a:pt x="4651" y="1086"/>
                      </a:cubicBezTo>
                      <a:cubicBezTo>
                        <a:pt x="4645" y="1064"/>
                        <a:pt x="4645" y="1064"/>
                        <a:pt x="4645" y="1064"/>
                      </a:cubicBezTo>
                      <a:cubicBezTo>
                        <a:pt x="4660" y="1059"/>
                        <a:pt x="4660" y="1059"/>
                        <a:pt x="4660" y="1059"/>
                      </a:cubicBezTo>
                      <a:cubicBezTo>
                        <a:pt x="4642" y="1036"/>
                        <a:pt x="4642" y="1036"/>
                        <a:pt x="4642" y="1036"/>
                      </a:cubicBezTo>
                      <a:cubicBezTo>
                        <a:pt x="4664" y="1027"/>
                        <a:pt x="4664" y="1027"/>
                        <a:pt x="4664" y="1027"/>
                      </a:cubicBezTo>
                      <a:cubicBezTo>
                        <a:pt x="4664" y="1027"/>
                        <a:pt x="4657" y="997"/>
                        <a:pt x="4673" y="987"/>
                      </a:cubicBezTo>
                      <a:cubicBezTo>
                        <a:pt x="4689" y="977"/>
                        <a:pt x="4695" y="976"/>
                        <a:pt x="4695" y="976"/>
                      </a:cubicBezTo>
                      <a:cubicBezTo>
                        <a:pt x="4695" y="976"/>
                        <a:pt x="4720" y="980"/>
                        <a:pt x="4732" y="979"/>
                      </a:cubicBezTo>
                      <a:cubicBezTo>
                        <a:pt x="4744" y="978"/>
                        <a:pt x="4796" y="982"/>
                        <a:pt x="4796" y="982"/>
                      </a:cubicBezTo>
                      <a:cubicBezTo>
                        <a:pt x="4807" y="993"/>
                        <a:pt x="4807" y="993"/>
                        <a:pt x="4807" y="993"/>
                      </a:cubicBezTo>
                      <a:cubicBezTo>
                        <a:pt x="4820" y="988"/>
                        <a:pt x="4820" y="988"/>
                        <a:pt x="4820" y="988"/>
                      </a:cubicBezTo>
                      <a:cubicBezTo>
                        <a:pt x="4815" y="976"/>
                        <a:pt x="4815" y="976"/>
                        <a:pt x="4815" y="976"/>
                      </a:cubicBezTo>
                      <a:cubicBezTo>
                        <a:pt x="4865" y="989"/>
                        <a:pt x="4865" y="989"/>
                        <a:pt x="4865" y="989"/>
                      </a:cubicBezTo>
                      <a:cubicBezTo>
                        <a:pt x="4885" y="977"/>
                        <a:pt x="4885" y="977"/>
                        <a:pt x="4885" y="977"/>
                      </a:cubicBezTo>
                      <a:cubicBezTo>
                        <a:pt x="4904" y="992"/>
                        <a:pt x="4904" y="992"/>
                        <a:pt x="4904" y="992"/>
                      </a:cubicBezTo>
                      <a:cubicBezTo>
                        <a:pt x="4909" y="968"/>
                        <a:pt x="4909" y="968"/>
                        <a:pt x="4909" y="968"/>
                      </a:cubicBezTo>
                      <a:cubicBezTo>
                        <a:pt x="4909" y="968"/>
                        <a:pt x="4932" y="966"/>
                        <a:pt x="4948" y="967"/>
                      </a:cubicBezTo>
                      <a:cubicBezTo>
                        <a:pt x="4964" y="968"/>
                        <a:pt x="4970" y="982"/>
                        <a:pt x="4976" y="980"/>
                      </a:cubicBezTo>
                      <a:cubicBezTo>
                        <a:pt x="4982" y="978"/>
                        <a:pt x="5000" y="967"/>
                        <a:pt x="5000" y="967"/>
                      </a:cubicBezTo>
                      <a:cubicBezTo>
                        <a:pt x="5016" y="981"/>
                        <a:pt x="5016" y="981"/>
                        <a:pt x="5016" y="981"/>
                      </a:cubicBezTo>
                      <a:cubicBezTo>
                        <a:pt x="5044" y="986"/>
                        <a:pt x="5044" y="986"/>
                        <a:pt x="5044" y="986"/>
                      </a:cubicBezTo>
                      <a:cubicBezTo>
                        <a:pt x="5008" y="993"/>
                        <a:pt x="5008" y="993"/>
                        <a:pt x="5008" y="993"/>
                      </a:cubicBezTo>
                      <a:cubicBezTo>
                        <a:pt x="5008" y="993"/>
                        <a:pt x="5019" y="1014"/>
                        <a:pt x="5030" y="1009"/>
                      </a:cubicBezTo>
                      <a:cubicBezTo>
                        <a:pt x="5041" y="1004"/>
                        <a:pt x="5061" y="996"/>
                        <a:pt x="5061" y="996"/>
                      </a:cubicBezTo>
                      <a:cubicBezTo>
                        <a:pt x="5079" y="1005"/>
                        <a:pt x="5079" y="1005"/>
                        <a:pt x="5079" y="1005"/>
                      </a:cubicBezTo>
                      <a:cubicBezTo>
                        <a:pt x="5094" y="993"/>
                        <a:pt x="5094" y="993"/>
                        <a:pt x="5094" y="993"/>
                      </a:cubicBezTo>
                      <a:cubicBezTo>
                        <a:pt x="5094" y="993"/>
                        <a:pt x="5121" y="1002"/>
                        <a:pt x="5129" y="998"/>
                      </a:cubicBezTo>
                      <a:cubicBezTo>
                        <a:pt x="5137" y="994"/>
                        <a:pt x="5131" y="986"/>
                        <a:pt x="5131" y="986"/>
                      </a:cubicBezTo>
                      <a:cubicBezTo>
                        <a:pt x="5155" y="988"/>
                        <a:pt x="5155" y="988"/>
                        <a:pt x="5155" y="988"/>
                      </a:cubicBezTo>
                      <a:cubicBezTo>
                        <a:pt x="5122" y="970"/>
                        <a:pt x="5122" y="970"/>
                        <a:pt x="5122" y="970"/>
                      </a:cubicBezTo>
                      <a:cubicBezTo>
                        <a:pt x="5104" y="977"/>
                        <a:pt x="5104" y="977"/>
                        <a:pt x="5104" y="977"/>
                      </a:cubicBezTo>
                      <a:cubicBezTo>
                        <a:pt x="5099" y="965"/>
                        <a:pt x="5099" y="965"/>
                        <a:pt x="5099" y="965"/>
                      </a:cubicBezTo>
                      <a:cubicBezTo>
                        <a:pt x="5099" y="965"/>
                        <a:pt x="5084" y="942"/>
                        <a:pt x="5086" y="937"/>
                      </a:cubicBezTo>
                      <a:cubicBezTo>
                        <a:pt x="5088" y="932"/>
                        <a:pt x="5105" y="918"/>
                        <a:pt x="5105" y="918"/>
                      </a:cubicBezTo>
                      <a:cubicBezTo>
                        <a:pt x="5101" y="898"/>
                        <a:pt x="5101" y="898"/>
                        <a:pt x="5101" y="898"/>
                      </a:cubicBezTo>
                      <a:cubicBezTo>
                        <a:pt x="5110" y="890"/>
                        <a:pt x="5110" y="890"/>
                        <a:pt x="5110" y="890"/>
                      </a:cubicBezTo>
                      <a:cubicBezTo>
                        <a:pt x="5110" y="890"/>
                        <a:pt x="5084" y="877"/>
                        <a:pt x="5101" y="866"/>
                      </a:cubicBezTo>
                      <a:cubicBezTo>
                        <a:pt x="5118" y="855"/>
                        <a:pt x="5154" y="866"/>
                        <a:pt x="5154" y="866"/>
                      </a:cubicBezTo>
                      <a:cubicBezTo>
                        <a:pt x="5168" y="852"/>
                        <a:pt x="5168" y="852"/>
                        <a:pt x="5168" y="852"/>
                      </a:cubicBezTo>
                      <a:cubicBezTo>
                        <a:pt x="5190" y="871"/>
                        <a:pt x="5190" y="871"/>
                        <a:pt x="5190" y="871"/>
                      </a:cubicBezTo>
                      <a:cubicBezTo>
                        <a:pt x="5209" y="860"/>
                        <a:pt x="5209" y="860"/>
                        <a:pt x="5209" y="860"/>
                      </a:cubicBezTo>
                      <a:cubicBezTo>
                        <a:pt x="5209" y="860"/>
                        <a:pt x="5222" y="893"/>
                        <a:pt x="5229" y="896"/>
                      </a:cubicBezTo>
                      <a:cubicBezTo>
                        <a:pt x="5236" y="899"/>
                        <a:pt x="5257" y="895"/>
                        <a:pt x="5257" y="895"/>
                      </a:cubicBezTo>
                      <a:cubicBezTo>
                        <a:pt x="5257" y="895"/>
                        <a:pt x="5257" y="926"/>
                        <a:pt x="5268" y="922"/>
                      </a:cubicBezTo>
                      <a:cubicBezTo>
                        <a:pt x="5279" y="918"/>
                        <a:pt x="5294" y="878"/>
                        <a:pt x="5294" y="878"/>
                      </a:cubicBezTo>
                      <a:cubicBezTo>
                        <a:pt x="5310" y="869"/>
                        <a:pt x="5310" y="869"/>
                        <a:pt x="5310" y="869"/>
                      </a:cubicBezTo>
                      <a:cubicBezTo>
                        <a:pt x="5330" y="876"/>
                        <a:pt x="5330" y="876"/>
                        <a:pt x="5330" y="876"/>
                      </a:cubicBezTo>
                      <a:cubicBezTo>
                        <a:pt x="5329" y="867"/>
                        <a:pt x="5329" y="867"/>
                        <a:pt x="5329" y="867"/>
                      </a:cubicBezTo>
                      <a:cubicBezTo>
                        <a:pt x="5310" y="857"/>
                        <a:pt x="5310" y="857"/>
                        <a:pt x="5310" y="857"/>
                      </a:cubicBezTo>
                      <a:cubicBezTo>
                        <a:pt x="5310" y="857"/>
                        <a:pt x="5263" y="823"/>
                        <a:pt x="5274" y="822"/>
                      </a:cubicBezTo>
                      <a:cubicBezTo>
                        <a:pt x="5285" y="821"/>
                        <a:pt x="5339" y="823"/>
                        <a:pt x="5339" y="823"/>
                      </a:cubicBezTo>
                      <a:cubicBezTo>
                        <a:pt x="5373" y="823"/>
                        <a:pt x="5373" y="823"/>
                        <a:pt x="5373" y="823"/>
                      </a:cubicBezTo>
                      <a:cubicBezTo>
                        <a:pt x="5373" y="823"/>
                        <a:pt x="5376" y="837"/>
                        <a:pt x="5372" y="836"/>
                      </a:cubicBezTo>
                      <a:cubicBezTo>
                        <a:pt x="5368" y="835"/>
                        <a:pt x="5329" y="823"/>
                        <a:pt x="5331" y="837"/>
                      </a:cubicBezTo>
                      <a:cubicBezTo>
                        <a:pt x="5333" y="851"/>
                        <a:pt x="5356" y="864"/>
                        <a:pt x="5356" y="864"/>
                      </a:cubicBezTo>
                      <a:cubicBezTo>
                        <a:pt x="5358" y="881"/>
                        <a:pt x="5358" y="881"/>
                        <a:pt x="5358" y="881"/>
                      </a:cubicBezTo>
                      <a:cubicBezTo>
                        <a:pt x="5378" y="884"/>
                        <a:pt x="5378" y="884"/>
                        <a:pt x="5378" y="884"/>
                      </a:cubicBezTo>
                      <a:cubicBezTo>
                        <a:pt x="5374" y="897"/>
                        <a:pt x="5374" y="897"/>
                        <a:pt x="5374" y="897"/>
                      </a:cubicBezTo>
                      <a:cubicBezTo>
                        <a:pt x="5387" y="908"/>
                        <a:pt x="5387" y="908"/>
                        <a:pt x="5387" y="908"/>
                      </a:cubicBezTo>
                      <a:cubicBezTo>
                        <a:pt x="5369" y="911"/>
                        <a:pt x="5369" y="911"/>
                        <a:pt x="5369" y="911"/>
                      </a:cubicBezTo>
                      <a:cubicBezTo>
                        <a:pt x="5364" y="922"/>
                        <a:pt x="5364" y="922"/>
                        <a:pt x="5364" y="922"/>
                      </a:cubicBezTo>
                      <a:cubicBezTo>
                        <a:pt x="5352" y="926"/>
                        <a:pt x="5352" y="926"/>
                        <a:pt x="5352" y="926"/>
                      </a:cubicBezTo>
                      <a:cubicBezTo>
                        <a:pt x="5352" y="926"/>
                        <a:pt x="5365" y="948"/>
                        <a:pt x="5358" y="960"/>
                      </a:cubicBezTo>
                      <a:cubicBezTo>
                        <a:pt x="5351" y="972"/>
                        <a:pt x="5340" y="992"/>
                        <a:pt x="5340" y="999"/>
                      </a:cubicBezTo>
                      <a:cubicBezTo>
                        <a:pt x="5340" y="1006"/>
                        <a:pt x="5358" y="1012"/>
                        <a:pt x="5345" y="1029"/>
                      </a:cubicBezTo>
                      <a:cubicBezTo>
                        <a:pt x="5332" y="1046"/>
                        <a:pt x="5310" y="1051"/>
                        <a:pt x="5310" y="1051"/>
                      </a:cubicBezTo>
                      <a:cubicBezTo>
                        <a:pt x="5313" y="1063"/>
                        <a:pt x="5313" y="1063"/>
                        <a:pt x="5313" y="1063"/>
                      </a:cubicBezTo>
                      <a:cubicBezTo>
                        <a:pt x="5300" y="1063"/>
                        <a:pt x="5300" y="1063"/>
                        <a:pt x="5300" y="1063"/>
                      </a:cubicBezTo>
                      <a:cubicBezTo>
                        <a:pt x="5300" y="1063"/>
                        <a:pt x="5324" y="1073"/>
                        <a:pt x="5322" y="1090"/>
                      </a:cubicBezTo>
                      <a:cubicBezTo>
                        <a:pt x="5320" y="1107"/>
                        <a:pt x="5313" y="1118"/>
                        <a:pt x="5320" y="1135"/>
                      </a:cubicBezTo>
                      <a:cubicBezTo>
                        <a:pt x="5327" y="1152"/>
                        <a:pt x="5392" y="1206"/>
                        <a:pt x="5392" y="1206"/>
                      </a:cubicBezTo>
                      <a:cubicBezTo>
                        <a:pt x="5432" y="1247"/>
                        <a:pt x="5432" y="1247"/>
                        <a:pt x="5432" y="1247"/>
                      </a:cubicBezTo>
                      <a:cubicBezTo>
                        <a:pt x="5441" y="1244"/>
                        <a:pt x="5441" y="1244"/>
                        <a:pt x="5441" y="1244"/>
                      </a:cubicBezTo>
                      <a:cubicBezTo>
                        <a:pt x="5494" y="1308"/>
                        <a:pt x="5494" y="1308"/>
                        <a:pt x="5494" y="1308"/>
                      </a:cubicBezTo>
                      <a:cubicBezTo>
                        <a:pt x="5529" y="1319"/>
                        <a:pt x="5529" y="1319"/>
                        <a:pt x="5529" y="1319"/>
                      </a:cubicBezTo>
                      <a:cubicBezTo>
                        <a:pt x="5544" y="1337"/>
                        <a:pt x="5544" y="1337"/>
                        <a:pt x="5544" y="1337"/>
                      </a:cubicBezTo>
                      <a:cubicBezTo>
                        <a:pt x="5544" y="1337"/>
                        <a:pt x="5583" y="1385"/>
                        <a:pt x="5590" y="1389"/>
                      </a:cubicBezTo>
                      <a:cubicBezTo>
                        <a:pt x="5597" y="1393"/>
                        <a:pt x="5608" y="1393"/>
                        <a:pt x="5608" y="1393"/>
                      </a:cubicBezTo>
                      <a:cubicBezTo>
                        <a:pt x="5608" y="1393"/>
                        <a:pt x="5602" y="1411"/>
                        <a:pt x="5617" y="1405"/>
                      </a:cubicBezTo>
                      <a:cubicBezTo>
                        <a:pt x="5632" y="1399"/>
                        <a:pt x="5630" y="1386"/>
                        <a:pt x="5630" y="1386"/>
                      </a:cubicBezTo>
                      <a:cubicBezTo>
                        <a:pt x="5623" y="1378"/>
                        <a:pt x="5623" y="1378"/>
                        <a:pt x="5623" y="1378"/>
                      </a:cubicBezTo>
                      <a:cubicBezTo>
                        <a:pt x="5623" y="1378"/>
                        <a:pt x="5638" y="1358"/>
                        <a:pt x="5635" y="1349"/>
                      </a:cubicBezTo>
                      <a:cubicBezTo>
                        <a:pt x="5632" y="1340"/>
                        <a:pt x="5601" y="1323"/>
                        <a:pt x="5608" y="1310"/>
                      </a:cubicBezTo>
                      <a:cubicBezTo>
                        <a:pt x="5615" y="1297"/>
                        <a:pt x="5624" y="1289"/>
                        <a:pt x="5627" y="1288"/>
                      </a:cubicBezTo>
                      <a:cubicBezTo>
                        <a:pt x="5630" y="1287"/>
                        <a:pt x="5650" y="1295"/>
                        <a:pt x="5650" y="1295"/>
                      </a:cubicBezTo>
                      <a:cubicBezTo>
                        <a:pt x="5650" y="1295"/>
                        <a:pt x="5628" y="1269"/>
                        <a:pt x="5622" y="1265"/>
                      </a:cubicBezTo>
                      <a:cubicBezTo>
                        <a:pt x="5616" y="1261"/>
                        <a:pt x="5601" y="1255"/>
                        <a:pt x="5604" y="1240"/>
                      </a:cubicBezTo>
                      <a:cubicBezTo>
                        <a:pt x="5607" y="1225"/>
                        <a:pt x="5625" y="1220"/>
                        <a:pt x="5625" y="1220"/>
                      </a:cubicBezTo>
                      <a:cubicBezTo>
                        <a:pt x="5625" y="1220"/>
                        <a:pt x="5654" y="1232"/>
                        <a:pt x="5652" y="1217"/>
                      </a:cubicBezTo>
                      <a:cubicBezTo>
                        <a:pt x="5650" y="1202"/>
                        <a:pt x="5637" y="1198"/>
                        <a:pt x="5621" y="1190"/>
                      </a:cubicBezTo>
                      <a:cubicBezTo>
                        <a:pt x="5605" y="1182"/>
                        <a:pt x="5591" y="1163"/>
                        <a:pt x="5590" y="1152"/>
                      </a:cubicBezTo>
                      <a:cubicBezTo>
                        <a:pt x="5589" y="1141"/>
                        <a:pt x="5583" y="1129"/>
                        <a:pt x="5583" y="1129"/>
                      </a:cubicBezTo>
                      <a:cubicBezTo>
                        <a:pt x="5590" y="1126"/>
                        <a:pt x="5590" y="1126"/>
                        <a:pt x="5590" y="1126"/>
                      </a:cubicBezTo>
                      <a:cubicBezTo>
                        <a:pt x="5590" y="1126"/>
                        <a:pt x="5616" y="1151"/>
                        <a:pt x="5622" y="1146"/>
                      </a:cubicBezTo>
                      <a:cubicBezTo>
                        <a:pt x="5628" y="1141"/>
                        <a:pt x="5604" y="1114"/>
                        <a:pt x="5604" y="1114"/>
                      </a:cubicBezTo>
                      <a:cubicBezTo>
                        <a:pt x="5581" y="1111"/>
                        <a:pt x="5581" y="1111"/>
                        <a:pt x="5581" y="1111"/>
                      </a:cubicBezTo>
                      <a:cubicBezTo>
                        <a:pt x="5548" y="1083"/>
                        <a:pt x="5548" y="1083"/>
                        <a:pt x="5548" y="1083"/>
                      </a:cubicBezTo>
                      <a:cubicBezTo>
                        <a:pt x="5548" y="1083"/>
                        <a:pt x="5552" y="1062"/>
                        <a:pt x="5536" y="1055"/>
                      </a:cubicBezTo>
                      <a:cubicBezTo>
                        <a:pt x="5520" y="1048"/>
                        <a:pt x="5508" y="1048"/>
                        <a:pt x="5508" y="1048"/>
                      </a:cubicBezTo>
                      <a:cubicBezTo>
                        <a:pt x="5509" y="1060"/>
                        <a:pt x="5509" y="1060"/>
                        <a:pt x="5509" y="1060"/>
                      </a:cubicBezTo>
                      <a:cubicBezTo>
                        <a:pt x="5509" y="1060"/>
                        <a:pt x="5465" y="1050"/>
                        <a:pt x="5464" y="1034"/>
                      </a:cubicBezTo>
                      <a:cubicBezTo>
                        <a:pt x="5463" y="1018"/>
                        <a:pt x="5471" y="1007"/>
                        <a:pt x="5463" y="992"/>
                      </a:cubicBezTo>
                      <a:cubicBezTo>
                        <a:pt x="5455" y="977"/>
                        <a:pt x="5439" y="969"/>
                        <a:pt x="5439" y="969"/>
                      </a:cubicBezTo>
                      <a:cubicBezTo>
                        <a:pt x="5439" y="969"/>
                        <a:pt x="5441" y="953"/>
                        <a:pt x="5445" y="951"/>
                      </a:cubicBezTo>
                      <a:cubicBezTo>
                        <a:pt x="5449" y="949"/>
                        <a:pt x="5458" y="956"/>
                        <a:pt x="5458" y="956"/>
                      </a:cubicBezTo>
                      <a:cubicBezTo>
                        <a:pt x="5467" y="945"/>
                        <a:pt x="5467" y="945"/>
                        <a:pt x="5467" y="945"/>
                      </a:cubicBezTo>
                      <a:cubicBezTo>
                        <a:pt x="5492" y="964"/>
                        <a:pt x="5492" y="964"/>
                        <a:pt x="5492" y="964"/>
                      </a:cubicBezTo>
                      <a:cubicBezTo>
                        <a:pt x="5497" y="959"/>
                        <a:pt x="5497" y="959"/>
                        <a:pt x="5497" y="959"/>
                      </a:cubicBezTo>
                      <a:cubicBezTo>
                        <a:pt x="5489" y="951"/>
                        <a:pt x="5489" y="951"/>
                        <a:pt x="5489" y="951"/>
                      </a:cubicBezTo>
                      <a:cubicBezTo>
                        <a:pt x="5489" y="951"/>
                        <a:pt x="5495" y="919"/>
                        <a:pt x="5506" y="925"/>
                      </a:cubicBezTo>
                      <a:cubicBezTo>
                        <a:pt x="5517" y="931"/>
                        <a:pt x="5544" y="964"/>
                        <a:pt x="5544" y="964"/>
                      </a:cubicBezTo>
                      <a:cubicBezTo>
                        <a:pt x="5551" y="931"/>
                        <a:pt x="5551" y="931"/>
                        <a:pt x="5551" y="931"/>
                      </a:cubicBezTo>
                      <a:cubicBezTo>
                        <a:pt x="5551" y="931"/>
                        <a:pt x="5608" y="924"/>
                        <a:pt x="5617" y="924"/>
                      </a:cubicBezTo>
                      <a:cubicBezTo>
                        <a:pt x="5626" y="924"/>
                        <a:pt x="5663" y="944"/>
                        <a:pt x="5663" y="944"/>
                      </a:cubicBezTo>
                      <a:cubicBezTo>
                        <a:pt x="5691" y="955"/>
                        <a:pt x="5691" y="955"/>
                        <a:pt x="5691" y="955"/>
                      </a:cubicBezTo>
                      <a:cubicBezTo>
                        <a:pt x="5671" y="915"/>
                        <a:pt x="5671" y="915"/>
                        <a:pt x="5671" y="915"/>
                      </a:cubicBezTo>
                      <a:cubicBezTo>
                        <a:pt x="5671" y="915"/>
                        <a:pt x="5703" y="916"/>
                        <a:pt x="5705" y="905"/>
                      </a:cubicBezTo>
                      <a:cubicBezTo>
                        <a:pt x="5707" y="894"/>
                        <a:pt x="5697" y="876"/>
                        <a:pt x="5697" y="876"/>
                      </a:cubicBezTo>
                      <a:cubicBezTo>
                        <a:pt x="5710" y="877"/>
                        <a:pt x="5710" y="877"/>
                        <a:pt x="5710" y="877"/>
                      </a:cubicBezTo>
                      <a:cubicBezTo>
                        <a:pt x="5713" y="861"/>
                        <a:pt x="5713" y="861"/>
                        <a:pt x="5713" y="861"/>
                      </a:cubicBezTo>
                      <a:cubicBezTo>
                        <a:pt x="5713" y="861"/>
                        <a:pt x="5752" y="870"/>
                        <a:pt x="5758" y="855"/>
                      </a:cubicBezTo>
                      <a:cubicBezTo>
                        <a:pt x="5764" y="840"/>
                        <a:pt x="5784" y="828"/>
                        <a:pt x="5784" y="828"/>
                      </a:cubicBezTo>
                      <a:cubicBezTo>
                        <a:pt x="5770" y="811"/>
                        <a:pt x="5770" y="811"/>
                        <a:pt x="5770" y="811"/>
                      </a:cubicBezTo>
                      <a:cubicBezTo>
                        <a:pt x="5791" y="813"/>
                        <a:pt x="5791" y="813"/>
                        <a:pt x="5791" y="813"/>
                      </a:cubicBezTo>
                      <a:cubicBezTo>
                        <a:pt x="5794" y="825"/>
                        <a:pt x="5794" y="825"/>
                        <a:pt x="5794" y="825"/>
                      </a:cubicBezTo>
                      <a:cubicBezTo>
                        <a:pt x="5835" y="828"/>
                        <a:pt x="5835" y="828"/>
                        <a:pt x="5835" y="828"/>
                      </a:cubicBezTo>
                      <a:cubicBezTo>
                        <a:pt x="5835" y="828"/>
                        <a:pt x="5877" y="838"/>
                        <a:pt x="5877" y="832"/>
                      </a:cubicBezTo>
                      <a:cubicBezTo>
                        <a:pt x="5877" y="826"/>
                        <a:pt x="5873" y="814"/>
                        <a:pt x="5873" y="814"/>
                      </a:cubicBezTo>
                      <a:cubicBezTo>
                        <a:pt x="5848" y="811"/>
                        <a:pt x="5848" y="811"/>
                        <a:pt x="5848" y="811"/>
                      </a:cubicBezTo>
                      <a:cubicBezTo>
                        <a:pt x="5844" y="797"/>
                        <a:pt x="5844" y="797"/>
                        <a:pt x="5844" y="797"/>
                      </a:cubicBezTo>
                      <a:cubicBezTo>
                        <a:pt x="5844" y="797"/>
                        <a:pt x="5807" y="784"/>
                        <a:pt x="5795" y="780"/>
                      </a:cubicBezTo>
                      <a:cubicBezTo>
                        <a:pt x="5783" y="776"/>
                        <a:pt x="5774" y="782"/>
                        <a:pt x="5774" y="782"/>
                      </a:cubicBezTo>
                      <a:cubicBezTo>
                        <a:pt x="5778" y="770"/>
                        <a:pt x="5778" y="770"/>
                        <a:pt x="5778" y="770"/>
                      </a:cubicBezTo>
                      <a:cubicBezTo>
                        <a:pt x="5730" y="736"/>
                        <a:pt x="5730" y="736"/>
                        <a:pt x="5730" y="736"/>
                      </a:cubicBezTo>
                      <a:cubicBezTo>
                        <a:pt x="5719" y="747"/>
                        <a:pt x="5719" y="747"/>
                        <a:pt x="5719" y="747"/>
                      </a:cubicBezTo>
                      <a:cubicBezTo>
                        <a:pt x="5719" y="747"/>
                        <a:pt x="5699" y="742"/>
                        <a:pt x="5691" y="739"/>
                      </a:cubicBezTo>
                      <a:cubicBezTo>
                        <a:pt x="5683" y="736"/>
                        <a:pt x="5672" y="727"/>
                        <a:pt x="5672" y="727"/>
                      </a:cubicBezTo>
                      <a:cubicBezTo>
                        <a:pt x="5649" y="732"/>
                        <a:pt x="5649" y="732"/>
                        <a:pt x="5649" y="732"/>
                      </a:cubicBezTo>
                      <a:cubicBezTo>
                        <a:pt x="5630" y="730"/>
                        <a:pt x="5630" y="730"/>
                        <a:pt x="5630" y="730"/>
                      </a:cubicBezTo>
                      <a:cubicBezTo>
                        <a:pt x="5630" y="730"/>
                        <a:pt x="5599" y="712"/>
                        <a:pt x="5611" y="709"/>
                      </a:cubicBezTo>
                      <a:cubicBezTo>
                        <a:pt x="5623" y="706"/>
                        <a:pt x="5635" y="713"/>
                        <a:pt x="5644" y="715"/>
                      </a:cubicBezTo>
                      <a:cubicBezTo>
                        <a:pt x="5653" y="717"/>
                        <a:pt x="5697" y="724"/>
                        <a:pt x="5697" y="724"/>
                      </a:cubicBezTo>
                      <a:cubicBezTo>
                        <a:pt x="5697" y="724"/>
                        <a:pt x="5749" y="709"/>
                        <a:pt x="5749" y="702"/>
                      </a:cubicBezTo>
                      <a:cubicBezTo>
                        <a:pt x="5749" y="695"/>
                        <a:pt x="5719" y="679"/>
                        <a:pt x="5716" y="677"/>
                      </a:cubicBezTo>
                      <a:cubicBezTo>
                        <a:pt x="5713" y="675"/>
                        <a:pt x="5664" y="658"/>
                        <a:pt x="5679" y="649"/>
                      </a:cubicBezTo>
                      <a:cubicBezTo>
                        <a:pt x="5694" y="640"/>
                        <a:pt x="5719" y="660"/>
                        <a:pt x="5719" y="660"/>
                      </a:cubicBezTo>
                      <a:cubicBezTo>
                        <a:pt x="5719" y="660"/>
                        <a:pt x="5766" y="689"/>
                        <a:pt x="5780" y="687"/>
                      </a:cubicBezTo>
                      <a:cubicBezTo>
                        <a:pt x="5794" y="685"/>
                        <a:pt x="5799" y="671"/>
                        <a:pt x="5838" y="684"/>
                      </a:cubicBezTo>
                      <a:cubicBezTo>
                        <a:pt x="5877" y="697"/>
                        <a:pt x="5911" y="711"/>
                        <a:pt x="5922" y="713"/>
                      </a:cubicBezTo>
                      <a:cubicBezTo>
                        <a:pt x="5933" y="715"/>
                        <a:pt x="5976" y="727"/>
                        <a:pt x="5976" y="727"/>
                      </a:cubicBezTo>
                      <a:cubicBezTo>
                        <a:pt x="5976" y="727"/>
                        <a:pt x="6035" y="762"/>
                        <a:pt x="6031" y="744"/>
                      </a:cubicBezTo>
                      <a:cubicBezTo>
                        <a:pt x="6027" y="726"/>
                        <a:pt x="6007" y="715"/>
                        <a:pt x="6007" y="715"/>
                      </a:cubicBezTo>
                      <a:cubicBezTo>
                        <a:pt x="6019" y="706"/>
                        <a:pt x="6019" y="706"/>
                        <a:pt x="6019" y="706"/>
                      </a:cubicBezTo>
                      <a:cubicBezTo>
                        <a:pt x="5989" y="693"/>
                        <a:pt x="5989" y="693"/>
                        <a:pt x="5989" y="693"/>
                      </a:cubicBezTo>
                      <a:cubicBezTo>
                        <a:pt x="5995" y="689"/>
                        <a:pt x="5995" y="689"/>
                        <a:pt x="5995" y="689"/>
                      </a:cubicBezTo>
                      <a:cubicBezTo>
                        <a:pt x="5962" y="672"/>
                        <a:pt x="5962" y="672"/>
                        <a:pt x="5962" y="672"/>
                      </a:cubicBezTo>
                      <a:cubicBezTo>
                        <a:pt x="5998" y="679"/>
                        <a:pt x="5998" y="679"/>
                        <a:pt x="5998" y="679"/>
                      </a:cubicBezTo>
                      <a:cubicBezTo>
                        <a:pt x="5994" y="666"/>
                        <a:pt x="5994" y="666"/>
                        <a:pt x="5994" y="666"/>
                      </a:cubicBezTo>
                      <a:cubicBezTo>
                        <a:pt x="5994" y="666"/>
                        <a:pt x="6045" y="678"/>
                        <a:pt x="6034" y="664"/>
                      </a:cubicBezTo>
                      <a:close/>
                      <a:moveTo>
                        <a:pt x="3574" y="1289"/>
                      </a:moveTo>
                      <a:cubicBezTo>
                        <a:pt x="3574" y="1289"/>
                        <a:pt x="3571" y="1303"/>
                        <a:pt x="3570" y="1306"/>
                      </a:cubicBezTo>
                      <a:cubicBezTo>
                        <a:pt x="3569" y="1309"/>
                        <a:pt x="3556" y="1316"/>
                        <a:pt x="3556" y="1316"/>
                      </a:cubicBezTo>
                      <a:cubicBezTo>
                        <a:pt x="3556" y="1316"/>
                        <a:pt x="3544" y="1322"/>
                        <a:pt x="3540" y="1322"/>
                      </a:cubicBezTo>
                      <a:cubicBezTo>
                        <a:pt x="3535" y="1322"/>
                        <a:pt x="3536" y="1334"/>
                        <a:pt x="3536" y="1334"/>
                      </a:cubicBezTo>
                      <a:cubicBezTo>
                        <a:pt x="3536" y="1334"/>
                        <a:pt x="3534" y="1327"/>
                        <a:pt x="3514" y="1334"/>
                      </a:cubicBezTo>
                      <a:cubicBezTo>
                        <a:pt x="3493" y="1340"/>
                        <a:pt x="3522" y="1350"/>
                        <a:pt x="3522" y="1350"/>
                      </a:cubicBezTo>
                      <a:cubicBezTo>
                        <a:pt x="3522" y="1350"/>
                        <a:pt x="3512" y="1358"/>
                        <a:pt x="3510" y="1367"/>
                      </a:cubicBezTo>
                      <a:cubicBezTo>
                        <a:pt x="3509" y="1377"/>
                        <a:pt x="3494" y="1368"/>
                        <a:pt x="3494" y="1368"/>
                      </a:cubicBezTo>
                      <a:cubicBezTo>
                        <a:pt x="3494" y="1368"/>
                        <a:pt x="3491" y="1382"/>
                        <a:pt x="3471" y="1382"/>
                      </a:cubicBezTo>
                      <a:cubicBezTo>
                        <a:pt x="3450" y="1382"/>
                        <a:pt x="3451" y="1377"/>
                        <a:pt x="3451" y="1377"/>
                      </a:cubicBezTo>
                      <a:cubicBezTo>
                        <a:pt x="3428" y="1371"/>
                        <a:pt x="3428" y="1371"/>
                        <a:pt x="3428" y="1371"/>
                      </a:cubicBezTo>
                      <a:cubicBezTo>
                        <a:pt x="3439" y="1365"/>
                        <a:pt x="3439" y="1365"/>
                        <a:pt x="3439" y="1365"/>
                      </a:cubicBezTo>
                      <a:cubicBezTo>
                        <a:pt x="3461" y="1365"/>
                        <a:pt x="3461" y="1365"/>
                        <a:pt x="3461" y="1365"/>
                      </a:cubicBezTo>
                      <a:cubicBezTo>
                        <a:pt x="3462" y="1360"/>
                        <a:pt x="3462" y="1360"/>
                        <a:pt x="3462" y="1360"/>
                      </a:cubicBezTo>
                      <a:cubicBezTo>
                        <a:pt x="3462" y="1360"/>
                        <a:pt x="3478" y="1360"/>
                        <a:pt x="3485" y="1353"/>
                      </a:cubicBezTo>
                      <a:cubicBezTo>
                        <a:pt x="3491" y="1347"/>
                        <a:pt x="3492" y="1328"/>
                        <a:pt x="3492" y="1328"/>
                      </a:cubicBezTo>
                      <a:cubicBezTo>
                        <a:pt x="3492" y="1328"/>
                        <a:pt x="3496" y="1327"/>
                        <a:pt x="3505" y="1325"/>
                      </a:cubicBezTo>
                      <a:cubicBezTo>
                        <a:pt x="3514" y="1323"/>
                        <a:pt x="3514" y="1307"/>
                        <a:pt x="3514" y="1307"/>
                      </a:cubicBezTo>
                      <a:cubicBezTo>
                        <a:pt x="3514" y="1307"/>
                        <a:pt x="3507" y="1303"/>
                        <a:pt x="3508" y="1297"/>
                      </a:cubicBezTo>
                      <a:cubicBezTo>
                        <a:pt x="3509" y="1292"/>
                        <a:pt x="3528" y="1275"/>
                        <a:pt x="3528" y="1275"/>
                      </a:cubicBezTo>
                      <a:cubicBezTo>
                        <a:pt x="3528" y="1264"/>
                        <a:pt x="3528" y="1264"/>
                        <a:pt x="3528" y="1264"/>
                      </a:cubicBezTo>
                      <a:cubicBezTo>
                        <a:pt x="3542" y="1251"/>
                        <a:pt x="3542" y="1251"/>
                        <a:pt x="3542" y="1251"/>
                      </a:cubicBezTo>
                      <a:cubicBezTo>
                        <a:pt x="3534" y="1240"/>
                        <a:pt x="3534" y="1240"/>
                        <a:pt x="3534" y="1240"/>
                      </a:cubicBezTo>
                      <a:cubicBezTo>
                        <a:pt x="3533" y="1187"/>
                        <a:pt x="3533" y="1187"/>
                        <a:pt x="3533" y="1187"/>
                      </a:cubicBezTo>
                      <a:cubicBezTo>
                        <a:pt x="3533" y="1187"/>
                        <a:pt x="3518" y="1165"/>
                        <a:pt x="3536" y="1160"/>
                      </a:cubicBezTo>
                      <a:cubicBezTo>
                        <a:pt x="3555" y="1156"/>
                        <a:pt x="3551" y="1181"/>
                        <a:pt x="3551" y="1181"/>
                      </a:cubicBezTo>
                      <a:cubicBezTo>
                        <a:pt x="3551" y="1181"/>
                        <a:pt x="3560" y="1188"/>
                        <a:pt x="3564" y="1203"/>
                      </a:cubicBezTo>
                      <a:cubicBezTo>
                        <a:pt x="3569" y="1219"/>
                        <a:pt x="3571" y="1229"/>
                        <a:pt x="3571" y="1229"/>
                      </a:cubicBezTo>
                      <a:cubicBezTo>
                        <a:pt x="3585" y="1248"/>
                        <a:pt x="3585" y="1248"/>
                        <a:pt x="3585" y="1248"/>
                      </a:cubicBezTo>
                      <a:cubicBezTo>
                        <a:pt x="3579" y="1259"/>
                        <a:pt x="3579" y="1259"/>
                        <a:pt x="3579" y="1259"/>
                      </a:cubicBezTo>
                      <a:cubicBezTo>
                        <a:pt x="3579" y="1259"/>
                        <a:pt x="3566" y="1265"/>
                        <a:pt x="3568" y="1272"/>
                      </a:cubicBezTo>
                      <a:cubicBezTo>
                        <a:pt x="3569" y="1280"/>
                        <a:pt x="3585" y="1271"/>
                        <a:pt x="3585" y="1271"/>
                      </a:cubicBezTo>
                      <a:cubicBezTo>
                        <a:pt x="3587" y="1282"/>
                        <a:pt x="3587" y="1282"/>
                        <a:pt x="3587" y="1282"/>
                      </a:cubicBezTo>
                      <a:lnTo>
                        <a:pt x="3574" y="1289"/>
                      </a:lnTo>
                      <a:close/>
                      <a:moveTo>
                        <a:pt x="4656" y="1185"/>
                      </a:moveTo>
                      <a:cubicBezTo>
                        <a:pt x="4650" y="1193"/>
                        <a:pt x="4662" y="1221"/>
                        <a:pt x="4684" y="1223"/>
                      </a:cubicBezTo>
                      <a:cubicBezTo>
                        <a:pt x="4702" y="1225"/>
                        <a:pt x="4662" y="1177"/>
                        <a:pt x="4656" y="1185"/>
                      </a:cubicBezTo>
                      <a:close/>
                      <a:moveTo>
                        <a:pt x="1020" y="0"/>
                      </a:moveTo>
                      <a:cubicBezTo>
                        <a:pt x="986" y="0"/>
                        <a:pt x="986" y="0"/>
                        <a:pt x="986" y="0"/>
                      </a:cubicBezTo>
                      <a:cubicBezTo>
                        <a:pt x="986" y="10"/>
                        <a:pt x="986" y="10"/>
                        <a:pt x="986" y="10"/>
                      </a:cubicBezTo>
                      <a:cubicBezTo>
                        <a:pt x="1007" y="11"/>
                        <a:pt x="1007" y="11"/>
                        <a:pt x="1007" y="11"/>
                      </a:cubicBezTo>
                      <a:cubicBezTo>
                        <a:pt x="1021" y="10"/>
                        <a:pt x="1020" y="0"/>
                        <a:pt x="1020" y="0"/>
                      </a:cubicBezTo>
                      <a:close/>
                      <a:moveTo>
                        <a:pt x="1012" y="37"/>
                      </a:moveTo>
                      <a:cubicBezTo>
                        <a:pt x="1026" y="35"/>
                        <a:pt x="1035" y="23"/>
                        <a:pt x="1017" y="23"/>
                      </a:cubicBezTo>
                      <a:cubicBezTo>
                        <a:pt x="999" y="23"/>
                        <a:pt x="1002" y="38"/>
                        <a:pt x="1012" y="37"/>
                      </a:cubicBezTo>
                      <a:close/>
                      <a:moveTo>
                        <a:pt x="943" y="537"/>
                      </a:moveTo>
                      <a:cubicBezTo>
                        <a:pt x="965" y="542"/>
                        <a:pt x="973" y="535"/>
                        <a:pt x="980" y="531"/>
                      </a:cubicBezTo>
                      <a:cubicBezTo>
                        <a:pt x="987" y="527"/>
                        <a:pt x="993" y="519"/>
                        <a:pt x="993" y="519"/>
                      </a:cubicBezTo>
                      <a:cubicBezTo>
                        <a:pt x="1002" y="518"/>
                        <a:pt x="1002" y="518"/>
                        <a:pt x="1002" y="518"/>
                      </a:cubicBezTo>
                      <a:cubicBezTo>
                        <a:pt x="1002" y="518"/>
                        <a:pt x="994" y="507"/>
                        <a:pt x="968" y="501"/>
                      </a:cubicBezTo>
                      <a:cubicBezTo>
                        <a:pt x="942" y="495"/>
                        <a:pt x="927" y="518"/>
                        <a:pt x="927" y="518"/>
                      </a:cubicBezTo>
                      <a:cubicBezTo>
                        <a:pt x="927" y="521"/>
                        <a:pt x="921" y="533"/>
                        <a:pt x="943" y="537"/>
                      </a:cubicBezTo>
                      <a:close/>
                      <a:moveTo>
                        <a:pt x="996" y="48"/>
                      </a:moveTo>
                      <a:cubicBezTo>
                        <a:pt x="1007" y="61"/>
                        <a:pt x="1000" y="62"/>
                        <a:pt x="1023" y="55"/>
                      </a:cubicBezTo>
                      <a:cubicBezTo>
                        <a:pt x="1045" y="48"/>
                        <a:pt x="1020" y="45"/>
                        <a:pt x="1016" y="45"/>
                      </a:cubicBezTo>
                      <a:cubicBezTo>
                        <a:pt x="1012" y="45"/>
                        <a:pt x="996" y="48"/>
                        <a:pt x="996" y="48"/>
                      </a:cubicBezTo>
                      <a:close/>
                      <a:moveTo>
                        <a:pt x="966" y="65"/>
                      </a:moveTo>
                      <a:cubicBezTo>
                        <a:pt x="976" y="65"/>
                        <a:pt x="1009" y="63"/>
                        <a:pt x="1003" y="62"/>
                      </a:cubicBezTo>
                      <a:cubicBezTo>
                        <a:pt x="997" y="61"/>
                        <a:pt x="985" y="52"/>
                        <a:pt x="985" y="52"/>
                      </a:cubicBezTo>
                      <a:cubicBezTo>
                        <a:pt x="954" y="52"/>
                        <a:pt x="954" y="52"/>
                        <a:pt x="954" y="52"/>
                      </a:cubicBezTo>
                      <a:cubicBezTo>
                        <a:pt x="954" y="52"/>
                        <a:pt x="957" y="65"/>
                        <a:pt x="966" y="65"/>
                      </a:cubicBezTo>
                      <a:close/>
                      <a:moveTo>
                        <a:pt x="893" y="23"/>
                      </a:moveTo>
                      <a:cubicBezTo>
                        <a:pt x="876" y="24"/>
                        <a:pt x="885" y="35"/>
                        <a:pt x="885" y="35"/>
                      </a:cubicBezTo>
                      <a:cubicBezTo>
                        <a:pt x="910" y="30"/>
                        <a:pt x="910" y="21"/>
                        <a:pt x="893" y="23"/>
                      </a:cubicBezTo>
                      <a:close/>
                      <a:moveTo>
                        <a:pt x="940" y="48"/>
                      </a:moveTo>
                      <a:cubicBezTo>
                        <a:pt x="924" y="45"/>
                        <a:pt x="924" y="45"/>
                        <a:pt x="924" y="45"/>
                      </a:cubicBezTo>
                      <a:cubicBezTo>
                        <a:pt x="930" y="61"/>
                        <a:pt x="930" y="61"/>
                        <a:pt x="930" y="61"/>
                      </a:cubicBezTo>
                      <a:lnTo>
                        <a:pt x="940" y="48"/>
                      </a:lnTo>
                      <a:close/>
                      <a:moveTo>
                        <a:pt x="972" y="10"/>
                      </a:moveTo>
                      <a:cubicBezTo>
                        <a:pt x="972" y="27"/>
                        <a:pt x="972" y="27"/>
                        <a:pt x="972" y="27"/>
                      </a:cubicBezTo>
                      <a:cubicBezTo>
                        <a:pt x="995" y="20"/>
                        <a:pt x="995" y="20"/>
                        <a:pt x="995" y="20"/>
                      </a:cubicBezTo>
                      <a:lnTo>
                        <a:pt x="972" y="10"/>
                      </a:lnTo>
                      <a:close/>
                      <a:moveTo>
                        <a:pt x="936" y="31"/>
                      </a:moveTo>
                      <a:cubicBezTo>
                        <a:pt x="936" y="31"/>
                        <a:pt x="931" y="25"/>
                        <a:pt x="924" y="25"/>
                      </a:cubicBezTo>
                      <a:cubicBezTo>
                        <a:pt x="917" y="25"/>
                        <a:pt x="919" y="38"/>
                        <a:pt x="919" y="38"/>
                      </a:cubicBezTo>
                      <a:lnTo>
                        <a:pt x="936" y="31"/>
                      </a:lnTo>
                      <a:close/>
                      <a:moveTo>
                        <a:pt x="957" y="31"/>
                      </a:moveTo>
                      <a:cubicBezTo>
                        <a:pt x="938" y="39"/>
                        <a:pt x="938" y="39"/>
                        <a:pt x="938" y="39"/>
                      </a:cubicBezTo>
                      <a:cubicBezTo>
                        <a:pt x="957" y="39"/>
                        <a:pt x="957" y="39"/>
                        <a:pt x="957" y="39"/>
                      </a:cubicBezTo>
                      <a:lnTo>
                        <a:pt x="957" y="31"/>
                      </a:lnTo>
                      <a:close/>
                      <a:moveTo>
                        <a:pt x="979" y="42"/>
                      </a:moveTo>
                      <a:cubicBezTo>
                        <a:pt x="995" y="47"/>
                        <a:pt x="1009" y="30"/>
                        <a:pt x="990" y="28"/>
                      </a:cubicBezTo>
                      <a:cubicBezTo>
                        <a:pt x="972" y="27"/>
                        <a:pt x="964" y="38"/>
                        <a:pt x="979" y="42"/>
                      </a:cubicBezTo>
                      <a:close/>
                      <a:moveTo>
                        <a:pt x="966" y="23"/>
                      </a:moveTo>
                      <a:cubicBezTo>
                        <a:pt x="965" y="7"/>
                        <a:pt x="965" y="7"/>
                        <a:pt x="965" y="7"/>
                      </a:cubicBezTo>
                      <a:cubicBezTo>
                        <a:pt x="938" y="14"/>
                        <a:pt x="938" y="14"/>
                        <a:pt x="938" y="14"/>
                      </a:cubicBezTo>
                      <a:cubicBezTo>
                        <a:pt x="944" y="24"/>
                        <a:pt x="944" y="24"/>
                        <a:pt x="944" y="24"/>
                      </a:cubicBezTo>
                      <a:lnTo>
                        <a:pt x="966" y="2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1" name="Freeform 318"/>
                <p:cNvSpPr>
                  <a:spLocks noEditPoints="1"/>
                </p:cNvSpPr>
                <p:nvPr/>
              </p:nvSpPr>
              <p:spPr bwMode="gray">
                <a:xfrm>
                  <a:off x="-5221" y="-18515"/>
                  <a:ext cx="1084" cy="1569"/>
                </a:xfrm>
                <a:custGeom>
                  <a:avLst/>
                  <a:gdLst>
                    <a:gd name="T0" fmla="*/ 445 w 459"/>
                    <a:gd name="T1" fmla="*/ 95 h 664"/>
                    <a:gd name="T2" fmla="*/ 424 w 459"/>
                    <a:gd name="T3" fmla="*/ 67 h 664"/>
                    <a:gd name="T4" fmla="*/ 391 w 459"/>
                    <a:gd name="T5" fmla="*/ 26 h 664"/>
                    <a:gd name="T6" fmla="*/ 338 w 459"/>
                    <a:gd name="T7" fmla="*/ 9 h 664"/>
                    <a:gd name="T8" fmla="*/ 305 w 459"/>
                    <a:gd name="T9" fmla="*/ 14 h 664"/>
                    <a:gd name="T10" fmla="*/ 284 w 459"/>
                    <a:gd name="T11" fmla="*/ 25 h 664"/>
                    <a:gd name="T12" fmla="*/ 243 w 459"/>
                    <a:gd name="T13" fmla="*/ 25 h 664"/>
                    <a:gd name="T14" fmla="*/ 216 w 459"/>
                    <a:gd name="T15" fmla="*/ 45 h 664"/>
                    <a:gd name="T16" fmla="*/ 165 w 459"/>
                    <a:gd name="T17" fmla="*/ 71 h 664"/>
                    <a:gd name="T18" fmla="*/ 161 w 459"/>
                    <a:gd name="T19" fmla="*/ 99 h 664"/>
                    <a:gd name="T20" fmla="*/ 146 w 459"/>
                    <a:gd name="T21" fmla="*/ 128 h 664"/>
                    <a:gd name="T22" fmla="*/ 118 w 459"/>
                    <a:gd name="T23" fmla="*/ 144 h 664"/>
                    <a:gd name="T24" fmla="*/ 96 w 459"/>
                    <a:gd name="T25" fmla="*/ 194 h 664"/>
                    <a:gd name="T26" fmla="*/ 68 w 459"/>
                    <a:gd name="T27" fmla="*/ 227 h 664"/>
                    <a:gd name="T28" fmla="*/ 28 w 459"/>
                    <a:gd name="T29" fmla="*/ 260 h 664"/>
                    <a:gd name="T30" fmla="*/ 21 w 459"/>
                    <a:gd name="T31" fmla="*/ 290 h 664"/>
                    <a:gd name="T32" fmla="*/ 33 w 459"/>
                    <a:gd name="T33" fmla="*/ 334 h 664"/>
                    <a:gd name="T34" fmla="*/ 50 w 459"/>
                    <a:gd name="T35" fmla="*/ 374 h 664"/>
                    <a:gd name="T36" fmla="*/ 51 w 459"/>
                    <a:gd name="T37" fmla="*/ 409 h 664"/>
                    <a:gd name="T38" fmla="*/ 36 w 459"/>
                    <a:gd name="T39" fmla="*/ 431 h 664"/>
                    <a:gd name="T40" fmla="*/ 15 w 459"/>
                    <a:gd name="T41" fmla="*/ 452 h 664"/>
                    <a:gd name="T42" fmla="*/ 0 w 459"/>
                    <a:gd name="T43" fmla="*/ 469 h 664"/>
                    <a:gd name="T44" fmla="*/ 19 w 459"/>
                    <a:gd name="T45" fmla="*/ 515 h 664"/>
                    <a:gd name="T46" fmla="*/ 49 w 459"/>
                    <a:gd name="T47" fmla="*/ 586 h 664"/>
                    <a:gd name="T48" fmla="*/ 53 w 459"/>
                    <a:gd name="T49" fmla="*/ 607 h 664"/>
                    <a:gd name="T50" fmla="*/ 69 w 459"/>
                    <a:gd name="T51" fmla="*/ 656 h 664"/>
                    <a:gd name="T52" fmla="*/ 120 w 459"/>
                    <a:gd name="T53" fmla="*/ 631 h 664"/>
                    <a:gd name="T54" fmla="*/ 176 w 459"/>
                    <a:gd name="T55" fmla="*/ 618 h 664"/>
                    <a:gd name="T56" fmla="*/ 206 w 459"/>
                    <a:gd name="T57" fmla="*/ 549 h 664"/>
                    <a:gd name="T58" fmla="*/ 196 w 459"/>
                    <a:gd name="T59" fmla="*/ 507 h 664"/>
                    <a:gd name="T60" fmla="*/ 237 w 459"/>
                    <a:gd name="T61" fmla="*/ 489 h 664"/>
                    <a:gd name="T62" fmla="*/ 270 w 459"/>
                    <a:gd name="T63" fmla="*/ 456 h 664"/>
                    <a:gd name="T64" fmla="*/ 271 w 459"/>
                    <a:gd name="T65" fmla="*/ 409 h 664"/>
                    <a:gd name="T66" fmla="*/ 217 w 459"/>
                    <a:gd name="T67" fmla="*/ 350 h 664"/>
                    <a:gd name="T68" fmla="*/ 237 w 459"/>
                    <a:gd name="T69" fmla="*/ 303 h 664"/>
                    <a:gd name="T70" fmla="*/ 271 w 459"/>
                    <a:gd name="T71" fmla="*/ 270 h 664"/>
                    <a:gd name="T72" fmla="*/ 340 w 459"/>
                    <a:gd name="T73" fmla="*/ 249 h 664"/>
                    <a:gd name="T74" fmla="*/ 372 w 459"/>
                    <a:gd name="T75" fmla="*/ 175 h 664"/>
                    <a:gd name="T76" fmla="*/ 396 w 459"/>
                    <a:gd name="T77" fmla="*/ 144 h 664"/>
                    <a:gd name="T78" fmla="*/ 459 w 459"/>
                    <a:gd name="T79" fmla="*/ 157 h 664"/>
                    <a:gd name="T80" fmla="*/ 271 w 459"/>
                    <a:gd name="T81" fmla="*/ 583 h 664"/>
                    <a:gd name="T82" fmla="*/ 290 w 459"/>
                    <a:gd name="T83" fmla="*/ 543 h 664"/>
                    <a:gd name="T84" fmla="*/ 200 w 459"/>
                    <a:gd name="T85" fmla="*/ 597 h 664"/>
                    <a:gd name="T86" fmla="*/ 230 w 459"/>
                    <a:gd name="T87" fmla="*/ 57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59" h="664">
                      <a:moveTo>
                        <a:pt x="451" y="136"/>
                      </a:moveTo>
                      <a:cubicBezTo>
                        <a:pt x="451" y="136"/>
                        <a:pt x="436" y="126"/>
                        <a:pt x="434" y="118"/>
                      </a:cubicBezTo>
                      <a:cubicBezTo>
                        <a:pt x="432" y="110"/>
                        <a:pt x="445" y="95"/>
                        <a:pt x="445" y="95"/>
                      </a:cubicBezTo>
                      <a:cubicBezTo>
                        <a:pt x="428" y="85"/>
                        <a:pt x="428" y="85"/>
                        <a:pt x="428" y="85"/>
                      </a:cubicBezTo>
                      <a:cubicBezTo>
                        <a:pt x="432" y="72"/>
                        <a:pt x="432" y="72"/>
                        <a:pt x="432" y="72"/>
                      </a:cubicBezTo>
                      <a:cubicBezTo>
                        <a:pt x="424" y="67"/>
                        <a:pt x="424" y="67"/>
                        <a:pt x="424" y="67"/>
                      </a:cubicBezTo>
                      <a:cubicBezTo>
                        <a:pt x="424" y="67"/>
                        <a:pt x="429" y="53"/>
                        <a:pt x="430" y="48"/>
                      </a:cubicBezTo>
                      <a:cubicBezTo>
                        <a:pt x="431" y="43"/>
                        <a:pt x="413" y="38"/>
                        <a:pt x="413" y="38"/>
                      </a:cubicBezTo>
                      <a:cubicBezTo>
                        <a:pt x="391" y="26"/>
                        <a:pt x="391" y="26"/>
                        <a:pt x="391" y="26"/>
                      </a:cubicBezTo>
                      <a:cubicBezTo>
                        <a:pt x="369" y="25"/>
                        <a:pt x="369" y="25"/>
                        <a:pt x="369" y="25"/>
                      </a:cubicBezTo>
                      <a:cubicBezTo>
                        <a:pt x="361" y="17"/>
                        <a:pt x="361" y="17"/>
                        <a:pt x="361" y="17"/>
                      </a:cubicBezTo>
                      <a:cubicBezTo>
                        <a:pt x="361" y="17"/>
                        <a:pt x="348" y="13"/>
                        <a:pt x="338" y="9"/>
                      </a:cubicBezTo>
                      <a:cubicBezTo>
                        <a:pt x="332" y="7"/>
                        <a:pt x="327" y="3"/>
                        <a:pt x="324" y="1"/>
                      </a:cubicBezTo>
                      <a:cubicBezTo>
                        <a:pt x="304" y="0"/>
                        <a:pt x="304" y="0"/>
                        <a:pt x="304" y="0"/>
                      </a:cubicBezTo>
                      <a:cubicBezTo>
                        <a:pt x="305" y="14"/>
                        <a:pt x="305" y="14"/>
                        <a:pt x="305" y="14"/>
                      </a:cubicBezTo>
                      <a:cubicBezTo>
                        <a:pt x="305" y="14"/>
                        <a:pt x="298" y="11"/>
                        <a:pt x="298" y="16"/>
                      </a:cubicBezTo>
                      <a:cubicBezTo>
                        <a:pt x="298" y="21"/>
                        <a:pt x="311" y="27"/>
                        <a:pt x="303" y="29"/>
                      </a:cubicBezTo>
                      <a:cubicBezTo>
                        <a:pt x="295" y="31"/>
                        <a:pt x="284" y="25"/>
                        <a:pt x="284" y="25"/>
                      </a:cubicBezTo>
                      <a:cubicBezTo>
                        <a:pt x="275" y="25"/>
                        <a:pt x="275" y="25"/>
                        <a:pt x="275" y="25"/>
                      </a:cubicBezTo>
                      <a:cubicBezTo>
                        <a:pt x="262" y="21"/>
                        <a:pt x="262" y="21"/>
                        <a:pt x="262" y="21"/>
                      </a:cubicBezTo>
                      <a:cubicBezTo>
                        <a:pt x="243" y="25"/>
                        <a:pt x="243" y="25"/>
                        <a:pt x="243" y="25"/>
                      </a:cubicBezTo>
                      <a:cubicBezTo>
                        <a:pt x="243" y="25"/>
                        <a:pt x="243" y="12"/>
                        <a:pt x="235" y="18"/>
                      </a:cubicBezTo>
                      <a:cubicBezTo>
                        <a:pt x="227" y="24"/>
                        <a:pt x="237" y="35"/>
                        <a:pt x="234" y="40"/>
                      </a:cubicBezTo>
                      <a:cubicBezTo>
                        <a:pt x="231" y="45"/>
                        <a:pt x="216" y="45"/>
                        <a:pt x="216" y="45"/>
                      </a:cubicBezTo>
                      <a:cubicBezTo>
                        <a:pt x="190" y="49"/>
                        <a:pt x="190" y="49"/>
                        <a:pt x="190" y="49"/>
                      </a:cubicBezTo>
                      <a:cubicBezTo>
                        <a:pt x="181" y="59"/>
                        <a:pt x="181" y="59"/>
                        <a:pt x="181" y="59"/>
                      </a:cubicBezTo>
                      <a:cubicBezTo>
                        <a:pt x="181" y="59"/>
                        <a:pt x="164" y="67"/>
                        <a:pt x="165" y="71"/>
                      </a:cubicBezTo>
                      <a:cubicBezTo>
                        <a:pt x="166" y="75"/>
                        <a:pt x="177" y="83"/>
                        <a:pt x="177" y="83"/>
                      </a:cubicBezTo>
                      <a:cubicBezTo>
                        <a:pt x="172" y="93"/>
                        <a:pt x="172" y="93"/>
                        <a:pt x="172" y="93"/>
                      </a:cubicBezTo>
                      <a:cubicBezTo>
                        <a:pt x="172" y="93"/>
                        <a:pt x="167" y="94"/>
                        <a:pt x="161" y="99"/>
                      </a:cubicBezTo>
                      <a:cubicBezTo>
                        <a:pt x="155" y="104"/>
                        <a:pt x="153" y="111"/>
                        <a:pt x="153" y="111"/>
                      </a:cubicBezTo>
                      <a:cubicBezTo>
                        <a:pt x="139" y="112"/>
                        <a:pt x="139" y="112"/>
                        <a:pt x="139" y="112"/>
                      </a:cubicBezTo>
                      <a:cubicBezTo>
                        <a:pt x="139" y="112"/>
                        <a:pt x="153" y="126"/>
                        <a:pt x="146" y="128"/>
                      </a:cubicBezTo>
                      <a:cubicBezTo>
                        <a:pt x="139" y="130"/>
                        <a:pt x="130" y="135"/>
                        <a:pt x="130" y="135"/>
                      </a:cubicBezTo>
                      <a:cubicBezTo>
                        <a:pt x="116" y="128"/>
                        <a:pt x="116" y="128"/>
                        <a:pt x="116" y="128"/>
                      </a:cubicBezTo>
                      <a:cubicBezTo>
                        <a:pt x="118" y="144"/>
                        <a:pt x="118" y="144"/>
                        <a:pt x="118" y="144"/>
                      </a:cubicBezTo>
                      <a:cubicBezTo>
                        <a:pt x="115" y="149"/>
                        <a:pt x="115" y="149"/>
                        <a:pt x="115" y="149"/>
                      </a:cubicBezTo>
                      <a:cubicBezTo>
                        <a:pt x="111" y="178"/>
                        <a:pt x="111" y="178"/>
                        <a:pt x="111" y="178"/>
                      </a:cubicBezTo>
                      <a:cubicBezTo>
                        <a:pt x="111" y="178"/>
                        <a:pt x="101" y="190"/>
                        <a:pt x="96" y="194"/>
                      </a:cubicBezTo>
                      <a:cubicBezTo>
                        <a:pt x="91" y="198"/>
                        <a:pt x="82" y="204"/>
                        <a:pt x="82" y="204"/>
                      </a:cubicBezTo>
                      <a:cubicBezTo>
                        <a:pt x="82" y="204"/>
                        <a:pt x="103" y="214"/>
                        <a:pt x="99" y="223"/>
                      </a:cubicBezTo>
                      <a:cubicBezTo>
                        <a:pt x="95" y="232"/>
                        <a:pt x="68" y="227"/>
                        <a:pt x="68" y="227"/>
                      </a:cubicBezTo>
                      <a:cubicBezTo>
                        <a:pt x="68" y="227"/>
                        <a:pt x="53" y="239"/>
                        <a:pt x="46" y="244"/>
                      </a:cubicBezTo>
                      <a:cubicBezTo>
                        <a:pt x="39" y="249"/>
                        <a:pt x="33" y="254"/>
                        <a:pt x="33" y="254"/>
                      </a:cubicBezTo>
                      <a:cubicBezTo>
                        <a:pt x="28" y="260"/>
                        <a:pt x="28" y="260"/>
                        <a:pt x="28" y="260"/>
                      </a:cubicBezTo>
                      <a:cubicBezTo>
                        <a:pt x="28" y="260"/>
                        <a:pt x="22" y="265"/>
                        <a:pt x="22" y="268"/>
                      </a:cubicBezTo>
                      <a:cubicBezTo>
                        <a:pt x="22" y="271"/>
                        <a:pt x="40" y="271"/>
                        <a:pt x="34" y="277"/>
                      </a:cubicBezTo>
                      <a:cubicBezTo>
                        <a:pt x="28" y="283"/>
                        <a:pt x="19" y="285"/>
                        <a:pt x="21" y="290"/>
                      </a:cubicBezTo>
                      <a:cubicBezTo>
                        <a:pt x="23" y="295"/>
                        <a:pt x="29" y="303"/>
                        <a:pt x="29" y="303"/>
                      </a:cubicBezTo>
                      <a:cubicBezTo>
                        <a:pt x="29" y="303"/>
                        <a:pt x="40" y="310"/>
                        <a:pt x="39" y="315"/>
                      </a:cubicBezTo>
                      <a:cubicBezTo>
                        <a:pt x="38" y="320"/>
                        <a:pt x="32" y="327"/>
                        <a:pt x="33" y="334"/>
                      </a:cubicBezTo>
                      <a:cubicBezTo>
                        <a:pt x="34" y="341"/>
                        <a:pt x="42" y="348"/>
                        <a:pt x="42" y="348"/>
                      </a:cubicBezTo>
                      <a:cubicBezTo>
                        <a:pt x="42" y="348"/>
                        <a:pt x="61" y="354"/>
                        <a:pt x="59" y="361"/>
                      </a:cubicBezTo>
                      <a:cubicBezTo>
                        <a:pt x="57" y="368"/>
                        <a:pt x="50" y="374"/>
                        <a:pt x="50" y="374"/>
                      </a:cubicBezTo>
                      <a:cubicBezTo>
                        <a:pt x="35" y="377"/>
                        <a:pt x="35" y="377"/>
                        <a:pt x="35" y="377"/>
                      </a:cubicBezTo>
                      <a:cubicBezTo>
                        <a:pt x="35" y="377"/>
                        <a:pt x="41" y="394"/>
                        <a:pt x="44" y="397"/>
                      </a:cubicBezTo>
                      <a:cubicBezTo>
                        <a:pt x="47" y="400"/>
                        <a:pt x="51" y="409"/>
                        <a:pt x="51" y="409"/>
                      </a:cubicBezTo>
                      <a:cubicBezTo>
                        <a:pt x="44" y="409"/>
                        <a:pt x="44" y="409"/>
                        <a:pt x="44" y="409"/>
                      </a:cubicBezTo>
                      <a:cubicBezTo>
                        <a:pt x="44" y="426"/>
                        <a:pt x="44" y="426"/>
                        <a:pt x="44" y="426"/>
                      </a:cubicBezTo>
                      <a:cubicBezTo>
                        <a:pt x="44" y="426"/>
                        <a:pt x="41" y="431"/>
                        <a:pt x="36" y="431"/>
                      </a:cubicBezTo>
                      <a:cubicBezTo>
                        <a:pt x="31" y="431"/>
                        <a:pt x="17" y="425"/>
                        <a:pt x="19" y="431"/>
                      </a:cubicBezTo>
                      <a:cubicBezTo>
                        <a:pt x="21" y="437"/>
                        <a:pt x="21" y="441"/>
                        <a:pt x="21" y="441"/>
                      </a:cubicBezTo>
                      <a:cubicBezTo>
                        <a:pt x="21" y="441"/>
                        <a:pt x="12" y="444"/>
                        <a:pt x="15" y="452"/>
                      </a:cubicBezTo>
                      <a:cubicBezTo>
                        <a:pt x="18" y="460"/>
                        <a:pt x="24" y="461"/>
                        <a:pt x="22" y="466"/>
                      </a:cubicBezTo>
                      <a:cubicBezTo>
                        <a:pt x="20" y="471"/>
                        <a:pt x="14" y="482"/>
                        <a:pt x="14" y="482"/>
                      </a:cubicBezTo>
                      <a:cubicBezTo>
                        <a:pt x="0" y="469"/>
                        <a:pt x="0" y="469"/>
                        <a:pt x="0" y="469"/>
                      </a:cubicBezTo>
                      <a:cubicBezTo>
                        <a:pt x="2" y="510"/>
                        <a:pt x="2" y="510"/>
                        <a:pt x="2" y="510"/>
                      </a:cubicBezTo>
                      <a:cubicBezTo>
                        <a:pt x="2" y="510"/>
                        <a:pt x="16" y="499"/>
                        <a:pt x="23" y="511"/>
                      </a:cubicBezTo>
                      <a:cubicBezTo>
                        <a:pt x="30" y="523"/>
                        <a:pt x="19" y="515"/>
                        <a:pt x="19" y="515"/>
                      </a:cubicBezTo>
                      <a:cubicBezTo>
                        <a:pt x="19" y="515"/>
                        <a:pt x="14" y="549"/>
                        <a:pt x="18" y="553"/>
                      </a:cubicBezTo>
                      <a:cubicBezTo>
                        <a:pt x="22" y="557"/>
                        <a:pt x="34" y="562"/>
                        <a:pt x="34" y="562"/>
                      </a:cubicBezTo>
                      <a:cubicBezTo>
                        <a:pt x="34" y="562"/>
                        <a:pt x="43" y="579"/>
                        <a:pt x="49" y="586"/>
                      </a:cubicBezTo>
                      <a:cubicBezTo>
                        <a:pt x="55" y="593"/>
                        <a:pt x="66" y="597"/>
                        <a:pt x="66" y="597"/>
                      </a:cubicBezTo>
                      <a:cubicBezTo>
                        <a:pt x="65" y="605"/>
                        <a:pt x="65" y="605"/>
                        <a:pt x="65" y="605"/>
                      </a:cubicBezTo>
                      <a:cubicBezTo>
                        <a:pt x="53" y="607"/>
                        <a:pt x="53" y="607"/>
                        <a:pt x="53" y="607"/>
                      </a:cubicBezTo>
                      <a:cubicBezTo>
                        <a:pt x="53" y="607"/>
                        <a:pt x="51" y="615"/>
                        <a:pt x="52" y="621"/>
                      </a:cubicBezTo>
                      <a:cubicBezTo>
                        <a:pt x="53" y="627"/>
                        <a:pt x="68" y="640"/>
                        <a:pt x="68" y="640"/>
                      </a:cubicBezTo>
                      <a:cubicBezTo>
                        <a:pt x="68" y="640"/>
                        <a:pt x="64" y="653"/>
                        <a:pt x="69" y="656"/>
                      </a:cubicBezTo>
                      <a:cubicBezTo>
                        <a:pt x="74" y="659"/>
                        <a:pt x="94" y="657"/>
                        <a:pt x="94" y="657"/>
                      </a:cubicBezTo>
                      <a:cubicBezTo>
                        <a:pt x="94" y="657"/>
                        <a:pt x="122" y="664"/>
                        <a:pt x="121" y="655"/>
                      </a:cubicBezTo>
                      <a:cubicBezTo>
                        <a:pt x="120" y="646"/>
                        <a:pt x="120" y="631"/>
                        <a:pt x="120" y="631"/>
                      </a:cubicBezTo>
                      <a:cubicBezTo>
                        <a:pt x="132" y="625"/>
                        <a:pt x="132" y="625"/>
                        <a:pt x="132" y="625"/>
                      </a:cubicBezTo>
                      <a:cubicBezTo>
                        <a:pt x="133" y="615"/>
                        <a:pt x="133" y="615"/>
                        <a:pt x="133" y="615"/>
                      </a:cubicBezTo>
                      <a:cubicBezTo>
                        <a:pt x="176" y="618"/>
                        <a:pt x="176" y="618"/>
                        <a:pt x="176" y="618"/>
                      </a:cubicBezTo>
                      <a:cubicBezTo>
                        <a:pt x="185" y="623"/>
                        <a:pt x="185" y="623"/>
                        <a:pt x="185" y="623"/>
                      </a:cubicBezTo>
                      <a:cubicBezTo>
                        <a:pt x="199" y="581"/>
                        <a:pt x="199" y="581"/>
                        <a:pt x="199" y="581"/>
                      </a:cubicBezTo>
                      <a:cubicBezTo>
                        <a:pt x="199" y="581"/>
                        <a:pt x="208" y="555"/>
                        <a:pt x="206" y="549"/>
                      </a:cubicBezTo>
                      <a:cubicBezTo>
                        <a:pt x="204" y="543"/>
                        <a:pt x="198" y="532"/>
                        <a:pt x="198" y="532"/>
                      </a:cubicBezTo>
                      <a:cubicBezTo>
                        <a:pt x="198" y="532"/>
                        <a:pt x="219" y="529"/>
                        <a:pt x="217" y="518"/>
                      </a:cubicBezTo>
                      <a:cubicBezTo>
                        <a:pt x="215" y="507"/>
                        <a:pt x="196" y="507"/>
                        <a:pt x="196" y="507"/>
                      </a:cubicBezTo>
                      <a:cubicBezTo>
                        <a:pt x="209" y="502"/>
                        <a:pt x="209" y="502"/>
                        <a:pt x="209" y="502"/>
                      </a:cubicBezTo>
                      <a:cubicBezTo>
                        <a:pt x="200" y="498"/>
                        <a:pt x="200" y="498"/>
                        <a:pt x="200" y="498"/>
                      </a:cubicBezTo>
                      <a:cubicBezTo>
                        <a:pt x="200" y="498"/>
                        <a:pt x="234" y="500"/>
                        <a:pt x="237" y="489"/>
                      </a:cubicBezTo>
                      <a:cubicBezTo>
                        <a:pt x="240" y="478"/>
                        <a:pt x="245" y="472"/>
                        <a:pt x="245" y="472"/>
                      </a:cubicBezTo>
                      <a:cubicBezTo>
                        <a:pt x="245" y="472"/>
                        <a:pt x="256" y="490"/>
                        <a:pt x="266" y="478"/>
                      </a:cubicBezTo>
                      <a:cubicBezTo>
                        <a:pt x="276" y="466"/>
                        <a:pt x="270" y="456"/>
                        <a:pt x="270" y="456"/>
                      </a:cubicBezTo>
                      <a:cubicBezTo>
                        <a:pt x="270" y="456"/>
                        <a:pt x="297" y="451"/>
                        <a:pt x="290" y="437"/>
                      </a:cubicBezTo>
                      <a:cubicBezTo>
                        <a:pt x="283" y="423"/>
                        <a:pt x="271" y="420"/>
                        <a:pt x="271" y="420"/>
                      </a:cubicBezTo>
                      <a:cubicBezTo>
                        <a:pt x="271" y="409"/>
                        <a:pt x="271" y="409"/>
                        <a:pt x="271" y="409"/>
                      </a:cubicBezTo>
                      <a:cubicBezTo>
                        <a:pt x="247" y="399"/>
                        <a:pt x="247" y="399"/>
                        <a:pt x="247" y="399"/>
                      </a:cubicBezTo>
                      <a:cubicBezTo>
                        <a:pt x="247" y="399"/>
                        <a:pt x="236" y="406"/>
                        <a:pt x="228" y="399"/>
                      </a:cubicBezTo>
                      <a:cubicBezTo>
                        <a:pt x="220" y="392"/>
                        <a:pt x="217" y="350"/>
                        <a:pt x="217" y="350"/>
                      </a:cubicBezTo>
                      <a:cubicBezTo>
                        <a:pt x="217" y="350"/>
                        <a:pt x="228" y="340"/>
                        <a:pt x="229" y="329"/>
                      </a:cubicBezTo>
                      <a:cubicBezTo>
                        <a:pt x="230" y="318"/>
                        <a:pt x="219" y="308"/>
                        <a:pt x="219" y="308"/>
                      </a:cubicBezTo>
                      <a:cubicBezTo>
                        <a:pt x="219" y="308"/>
                        <a:pt x="233" y="311"/>
                        <a:pt x="237" y="303"/>
                      </a:cubicBezTo>
                      <a:cubicBezTo>
                        <a:pt x="241" y="295"/>
                        <a:pt x="232" y="283"/>
                        <a:pt x="232" y="283"/>
                      </a:cubicBezTo>
                      <a:cubicBezTo>
                        <a:pt x="232" y="283"/>
                        <a:pt x="249" y="292"/>
                        <a:pt x="254" y="287"/>
                      </a:cubicBezTo>
                      <a:cubicBezTo>
                        <a:pt x="259" y="282"/>
                        <a:pt x="271" y="270"/>
                        <a:pt x="271" y="270"/>
                      </a:cubicBezTo>
                      <a:cubicBezTo>
                        <a:pt x="291" y="273"/>
                        <a:pt x="291" y="273"/>
                        <a:pt x="291" y="273"/>
                      </a:cubicBezTo>
                      <a:cubicBezTo>
                        <a:pt x="299" y="258"/>
                        <a:pt x="299" y="258"/>
                        <a:pt x="299" y="258"/>
                      </a:cubicBezTo>
                      <a:cubicBezTo>
                        <a:pt x="299" y="258"/>
                        <a:pt x="330" y="259"/>
                        <a:pt x="340" y="249"/>
                      </a:cubicBezTo>
                      <a:cubicBezTo>
                        <a:pt x="350" y="239"/>
                        <a:pt x="364" y="213"/>
                        <a:pt x="364" y="213"/>
                      </a:cubicBezTo>
                      <a:cubicBezTo>
                        <a:pt x="352" y="198"/>
                        <a:pt x="352" y="198"/>
                        <a:pt x="352" y="198"/>
                      </a:cubicBezTo>
                      <a:cubicBezTo>
                        <a:pt x="372" y="175"/>
                        <a:pt x="372" y="175"/>
                        <a:pt x="372" y="175"/>
                      </a:cubicBezTo>
                      <a:cubicBezTo>
                        <a:pt x="361" y="162"/>
                        <a:pt x="361" y="162"/>
                        <a:pt x="361" y="162"/>
                      </a:cubicBezTo>
                      <a:cubicBezTo>
                        <a:pt x="386" y="156"/>
                        <a:pt x="386" y="156"/>
                        <a:pt x="386" y="156"/>
                      </a:cubicBezTo>
                      <a:cubicBezTo>
                        <a:pt x="396" y="144"/>
                        <a:pt x="396" y="144"/>
                        <a:pt x="396" y="144"/>
                      </a:cubicBezTo>
                      <a:cubicBezTo>
                        <a:pt x="449" y="146"/>
                        <a:pt x="449" y="146"/>
                        <a:pt x="449" y="146"/>
                      </a:cubicBezTo>
                      <a:cubicBezTo>
                        <a:pt x="457" y="159"/>
                        <a:pt x="457" y="159"/>
                        <a:pt x="457" y="159"/>
                      </a:cubicBezTo>
                      <a:cubicBezTo>
                        <a:pt x="459" y="157"/>
                        <a:pt x="459" y="157"/>
                        <a:pt x="459" y="157"/>
                      </a:cubicBezTo>
                      <a:lnTo>
                        <a:pt x="451" y="136"/>
                      </a:lnTo>
                      <a:close/>
                      <a:moveTo>
                        <a:pt x="262" y="549"/>
                      </a:moveTo>
                      <a:cubicBezTo>
                        <a:pt x="259" y="560"/>
                        <a:pt x="271" y="583"/>
                        <a:pt x="271" y="583"/>
                      </a:cubicBezTo>
                      <a:cubicBezTo>
                        <a:pt x="279" y="566"/>
                        <a:pt x="279" y="566"/>
                        <a:pt x="279" y="566"/>
                      </a:cubicBezTo>
                      <a:cubicBezTo>
                        <a:pt x="279" y="566"/>
                        <a:pt x="285" y="569"/>
                        <a:pt x="290" y="560"/>
                      </a:cubicBezTo>
                      <a:cubicBezTo>
                        <a:pt x="296" y="552"/>
                        <a:pt x="290" y="543"/>
                        <a:pt x="290" y="543"/>
                      </a:cubicBezTo>
                      <a:cubicBezTo>
                        <a:pt x="302" y="531"/>
                        <a:pt x="302" y="531"/>
                        <a:pt x="302" y="531"/>
                      </a:cubicBezTo>
                      <a:cubicBezTo>
                        <a:pt x="302" y="531"/>
                        <a:pt x="265" y="538"/>
                        <a:pt x="262" y="549"/>
                      </a:cubicBezTo>
                      <a:close/>
                      <a:moveTo>
                        <a:pt x="200" y="597"/>
                      </a:moveTo>
                      <a:cubicBezTo>
                        <a:pt x="200" y="602"/>
                        <a:pt x="199" y="615"/>
                        <a:pt x="199" y="615"/>
                      </a:cubicBezTo>
                      <a:cubicBezTo>
                        <a:pt x="207" y="615"/>
                        <a:pt x="216" y="584"/>
                        <a:pt x="216" y="584"/>
                      </a:cubicBezTo>
                      <a:cubicBezTo>
                        <a:pt x="230" y="570"/>
                        <a:pt x="230" y="570"/>
                        <a:pt x="230" y="570"/>
                      </a:cubicBezTo>
                      <a:cubicBezTo>
                        <a:pt x="226" y="557"/>
                        <a:pt x="226" y="557"/>
                        <a:pt x="226" y="557"/>
                      </a:cubicBezTo>
                      <a:cubicBezTo>
                        <a:pt x="226" y="557"/>
                        <a:pt x="200" y="591"/>
                        <a:pt x="200" y="5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2" name="Freeform 319"/>
                <p:cNvSpPr>
                  <a:spLocks noEditPoints="1"/>
                </p:cNvSpPr>
                <p:nvPr/>
              </p:nvSpPr>
              <p:spPr bwMode="gray">
                <a:xfrm>
                  <a:off x="-5771" y="-19648"/>
                  <a:ext cx="2137" cy="2385"/>
                </a:xfrm>
                <a:custGeom>
                  <a:avLst/>
                  <a:gdLst>
                    <a:gd name="T0" fmla="*/ 453 w 905"/>
                    <a:gd name="T1" fmla="*/ 40 h 1010"/>
                    <a:gd name="T2" fmla="*/ 653 w 905"/>
                    <a:gd name="T3" fmla="*/ 48 h 1010"/>
                    <a:gd name="T4" fmla="*/ 558 w 905"/>
                    <a:gd name="T5" fmla="*/ 4 h 1010"/>
                    <a:gd name="T6" fmla="*/ 429 w 905"/>
                    <a:gd name="T7" fmla="*/ 28 h 1010"/>
                    <a:gd name="T8" fmla="*/ 281 w 905"/>
                    <a:gd name="T9" fmla="*/ 93 h 1010"/>
                    <a:gd name="T10" fmla="*/ 345 w 905"/>
                    <a:gd name="T11" fmla="*/ 111 h 1010"/>
                    <a:gd name="T12" fmla="*/ 432 w 905"/>
                    <a:gd name="T13" fmla="*/ 100 h 1010"/>
                    <a:gd name="T14" fmla="*/ 515 w 905"/>
                    <a:gd name="T15" fmla="*/ 123 h 1010"/>
                    <a:gd name="T16" fmla="*/ 551 w 905"/>
                    <a:gd name="T17" fmla="*/ 82 h 1010"/>
                    <a:gd name="T18" fmla="*/ 453 w 905"/>
                    <a:gd name="T19" fmla="*/ 54 h 1010"/>
                    <a:gd name="T20" fmla="*/ 328 w 905"/>
                    <a:gd name="T21" fmla="*/ 27 h 1010"/>
                    <a:gd name="T22" fmla="*/ 240 w 905"/>
                    <a:gd name="T23" fmla="*/ 24 h 1010"/>
                    <a:gd name="T24" fmla="*/ 417 w 905"/>
                    <a:gd name="T25" fmla="*/ 467 h 1010"/>
                    <a:gd name="T26" fmla="*/ 363 w 905"/>
                    <a:gd name="T27" fmla="*/ 482 h 1010"/>
                    <a:gd name="T28" fmla="*/ 611 w 905"/>
                    <a:gd name="T29" fmla="*/ 404 h 1010"/>
                    <a:gd name="T30" fmla="*/ 320 w 905"/>
                    <a:gd name="T31" fmla="*/ 509 h 1010"/>
                    <a:gd name="T32" fmla="*/ 902 w 905"/>
                    <a:gd name="T33" fmla="*/ 421 h 1010"/>
                    <a:gd name="T34" fmla="*/ 749 w 905"/>
                    <a:gd name="T35" fmla="*/ 425 h 1010"/>
                    <a:gd name="T36" fmla="*/ 683 w 905"/>
                    <a:gd name="T37" fmla="*/ 393 h 1010"/>
                    <a:gd name="T38" fmla="*/ 593 w 905"/>
                    <a:gd name="T39" fmla="*/ 446 h 1010"/>
                    <a:gd name="T40" fmla="*/ 507 w 905"/>
                    <a:gd name="T41" fmla="*/ 444 h 1010"/>
                    <a:gd name="T42" fmla="*/ 494 w 905"/>
                    <a:gd name="T43" fmla="*/ 437 h 1010"/>
                    <a:gd name="T44" fmla="*/ 446 w 905"/>
                    <a:gd name="T45" fmla="*/ 491 h 1010"/>
                    <a:gd name="T46" fmla="*/ 399 w 905"/>
                    <a:gd name="T47" fmla="*/ 505 h 1010"/>
                    <a:gd name="T48" fmla="*/ 360 w 905"/>
                    <a:gd name="T49" fmla="*/ 526 h 1010"/>
                    <a:gd name="T50" fmla="*/ 365 w 905"/>
                    <a:gd name="T51" fmla="*/ 561 h 1010"/>
                    <a:gd name="T52" fmla="*/ 293 w 905"/>
                    <a:gd name="T53" fmla="*/ 606 h 1010"/>
                    <a:gd name="T54" fmla="*/ 266 w 905"/>
                    <a:gd name="T55" fmla="*/ 642 h 1010"/>
                    <a:gd name="T56" fmla="*/ 237 w 905"/>
                    <a:gd name="T57" fmla="*/ 689 h 1010"/>
                    <a:gd name="T58" fmla="*/ 180 w 905"/>
                    <a:gd name="T59" fmla="*/ 715 h 1010"/>
                    <a:gd name="T60" fmla="*/ 118 w 905"/>
                    <a:gd name="T61" fmla="*/ 741 h 1010"/>
                    <a:gd name="T62" fmla="*/ 111 w 905"/>
                    <a:gd name="T63" fmla="*/ 775 h 1010"/>
                    <a:gd name="T64" fmla="*/ 72 w 905"/>
                    <a:gd name="T65" fmla="*/ 808 h 1010"/>
                    <a:gd name="T66" fmla="*/ 20 w 905"/>
                    <a:gd name="T67" fmla="*/ 804 h 1010"/>
                    <a:gd name="T68" fmla="*/ 21 w 905"/>
                    <a:gd name="T69" fmla="*/ 834 h 1010"/>
                    <a:gd name="T70" fmla="*/ 71 w 905"/>
                    <a:gd name="T71" fmla="*/ 854 h 1010"/>
                    <a:gd name="T72" fmla="*/ 0 w 905"/>
                    <a:gd name="T73" fmla="*/ 858 h 1010"/>
                    <a:gd name="T74" fmla="*/ 65 w 905"/>
                    <a:gd name="T75" fmla="*/ 884 h 1010"/>
                    <a:gd name="T76" fmla="*/ 14 w 905"/>
                    <a:gd name="T77" fmla="*/ 926 h 1010"/>
                    <a:gd name="T78" fmla="*/ 36 w 905"/>
                    <a:gd name="T79" fmla="*/ 967 h 1010"/>
                    <a:gd name="T80" fmla="*/ 103 w 905"/>
                    <a:gd name="T81" fmla="*/ 1004 h 1010"/>
                    <a:gd name="T82" fmla="*/ 207 w 905"/>
                    <a:gd name="T83" fmla="*/ 942 h 1010"/>
                    <a:gd name="T84" fmla="*/ 252 w 905"/>
                    <a:gd name="T85" fmla="*/ 911 h 1010"/>
                    <a:gd name="T86" fmla="*/ 268 w 905"/>
                    <a:gd name="T87" fmla="*/ 857 h 1010"/>
                    <a:gd name="T88" fmla="*/ 262 w 905"/>
                    <a:gd name="T89" fmla="*/ 783 h 1010"/>
                    <a:gd name="T90" fmla="*/ 279 w 905"/>
                    <a:gd name="T91" fmla="*/ 724 h 1010"/>
                    <a:gd name="T92" fmla="*/ 348 w 905"/>
                    <a:gd name="T93" fmla="*/ 629 h 1010"/>
                    <a:gd name="T94" fmla="*/ 386 w 905"/>
                    <a:gd name="T95" fmla="*/ 591 h 1010"/>
                    <a:gd name="T96" fmla="*/ 423 w 905"/>
                    <a:gd name="T97" fmla="*/ 529 h 1010"/>
                    <a:gd name="T98" fmla="*/ 508 w 905"/>
                    <a:gd name="T99" fmla="*/ 505 h 1010"/>
                    <a:gd name="T100" fmla="*/ 557 w 905"/>
                    <a:gd name="T101" fmla="*/ 481 h 1010"/>
                    <a:gd name="T102" fmla="*/ 594 w 905"/>
                    <a:gd name="T103" fmla="*/ 480 h 1010"/>
                    <a:gd name="T104" fmla="*/ 677 w 905"/>
                    <a:gd name="T105" fmla="*/ 489 h 1010"/>
                    <a:gd name="T106" fmla="*/ 752 w 905"/>
                    <a:gd name="T107" fmla="*/ 438 h 1010"/>
                    <a:gd name="T108" fmla="*/ 834 w 905"/>
                    <a:gd name="T109" fmla="*/ 469 h 1010"/>
                    <a:gd name="T110" fmla="*/ 891 w 905"/>
                    <a:gd name="T111" fmla="*/ 456 h 1010"/>
                    <a:gd name="T112" fmla="*/ 380 w 905"/>
                    <a:gd name="T113" fmla="*/ 512 h 1010"/>
                    <a:gd name="T114" fmla="*/ 346 w 905"/>
                    <a:gd name="T115" fmla="*/ 483 h 10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05" h="1010">
                      <a:moveTo>
                        <a:pt x="215" y="87"/>
                      </a:moveTo>
                      <a:cubicBezTo>
                        <a:pt x="229" y="97"/>
                        <a:pt x="250" y="93"/>
                        <a:pt x="250" y="93"/>
                      </a:cubicBezTo>
                      <a:cubicBezTo>
                        <a:pt x="228" y="82"/>
                        <a:pt x="228" y="82"/>
                        <a:pt x="228" y="82"/>
                      </a:cubicBezTo>
                      <a:cubicBezTo>
                        <a:pt x="195" y="65"/>
                        <a:pt x="195" y="65"/>
                        <a:pt x="195" y="65"/>
                      </a:cubicBezTo>
                      <a:cubicBezTo>
                        <a:pt x="191" y="78"/>
                        <a:pt x="201" y="78"/>
                        <a:pt x="215" y="87"/>
                      </a:cubicBezTo>
                      <a:close/>
                      <a:moveTo>
                        <a:pt x="453" y="40"/>
                      </a:moveTo>
                      <a:cubicBezTo>
                        <a:pt x="481" y="40"/>
                        <a:pt x="481" y="40"/>
                        <a:pt x="481" y="40"/>
                      </a:cubicBezTo>
                      <a:cubicBezTo>
                        <a:pt x="481" y="40"/>
                        <a:pt x="512" y="51"/>
                        <a:pt x="516" y="49"/>
                      </a:cubicBezTo>
                      <a:cubicBezTo>
                        <a:pt x="520" y="48"/>
                        <a:pt x="542" y="44"/>
                        <a:pt x="547" y="44"/>
                      </a:cubicBezTo>
                      <a:cubicBezTo>
                        <a:pt x="553" y="44"/>
                        <a:pt x="599" y="62"/>
                        <a:pt x="599" y="62"/>
                      </a:cubicBezTo>
                      <a:cubicBezTo>
                        <a:pt x="613" y="47"/>
                        <a:pt x="613" y="47"/>
                        <a:pt x="613" y="47"/>
                      </a:cubicBezTo>
                      <a:cubicBezTo>
                        <a:pt x="653" y="48"/>
                        <a:pt x="653" y="48"/>
                        <a:pt x="653" y="48"/>
                      </a:cubicBezTo>
                      <a:cubicBezTo>
                        <a:pt x="656" y="35"/>
                        <a:pt x="656" y="35"/>
                        <a:pt x="656" y="35"/>
                      </a:cubicBezTo>
                      <a:cubicBezTo>
                        <a:pt x="656" y="35"/>
                        <a:pt x="677" y="42"/>
                        <a:pt x="688" y="21"/>
                      </a:cubicBezTo>
                      <a:cubicBezTo>
                        <a:pt x="699" y="0"/>
                        <a:pt x="653" y="17"/>
                        <a:pt x="653" y="17"/>
                      </a:cubicBezTo>
                      <a:cubicBezTo>
                        <a:pt x="653" y="17"/>
                        <a:pt x="650" y="7"/>
                        <a:pt x="626" y="7"/>
                      </a:cubicBezTo>
                      <a:cubicBezTo>
                        <a:pt x="602" y="7"/>
                        <a:pt x="585" y="19"/>
                        <a:pt x="578" y="17"/>
                      </a:cubicBezTo>
                      <a:cubicBezTo>
                        <a:pt x="571" y="16"/>
                        <a:pt x="577" y="4"/>
                        <a:pt x="558" y="4"/>
                      </a:cubicBezTo>
                      <a:cubicBezTo>
                        <a:pt x="540" y="4"/>
                        <a:pt x="535" y="20"/>
                        <a:pt x="535" y="20"/>
                      </a:cubicBezTo>
                      <a:cubicBezTo>
                        <a:pt x="491" y="4"/>
                        <a:pt x="491" y="4"/>
                        <a:pt x="491" y="4"/>
                      </a:cubicBezTo>
                      <a:cubicBezTo>
                        <a:pt x="491" y="4"/>
                        <a:pt x="470" y="11"/>
                        <a:pt x="447" y="16"/>
                      </a:cubicBezTo>
                      <a:cubicBezTo>
                        <a:pt x="425" y="20"/>
                        <a:pt x="440" y="4"/>
                        <a:pt x="440" y="4"/>
                      </a:cubicBezTo>
                      <a:cubicBezTo>
                        <a:pt x="419" y="14"/>
                        <a:pt x="419" y="14"/>
                        <a:pt x="419" y="14"/>
                      </a:cubicBezTo>
                      <a:cubicBezTo>
                        <a:pt x="429" y="28"/>
                        <a:pt x="429" y="28"/>
                        <a:pt x="429" y="28"/>
                      </a:cubicBezTo>
                      <a:lnTo>
                        <a:pt x="453" y="40"/>
                      </a:lnTo>
                      <a:close/>
                      <a:moveTo>
                        <a:pt x="214" y="49"/>
                      </a:moveTo>
                      <a:cubicBezTo>
                        <a:pt x="221" y="54"/>
                        <a:pt x="236" y="51"/>
                        <a:pt x="239" y="55"/>
                      </a:cubicBezTo>
                      <a:cubicBezTo>
                        <a:pt x="242" y="59"/>
                        <a:pt x="223" y="69"/>
                        <a:pt x="223" y="69"/>
                      </a:cubicBezTo>
                      <a:cubicBezTo>
                        <a:pt x="252" y="80"/>
                        <a:pt x="252" y="80"/>
                        <a:pt x="252" y="80"/>
                      </a:cubicBezTo>
                      <a:cubicBezTo>
                        <a:pt x="252" y="80"/>
                        <a:pt x="267" y="90"/>
                        <a:pt x="281" y="93"/>
                      </a:cubicBezTo>
                      <a:cubicBezTo>
                        <a:pt x="295" y="96"/>
                        <a:pt x="305" y="76"/>
                        <a:pt x="305" y="76"/>
                      </a:cubicBezTo>
                      <a:cubicBezTo>
                        <a:pt x="333" y="71"/>
                        <a:pt x="333" y="71"/>
                        <a:pt x="333" y="71"/>
                      </a:cubicBezTo>
                      <a:cubicBezTo>
                        <a:pt x="356" y="85"/>
                        <a:pt x="356" y="85"/>
                        <a:pt x="356" y="85"/>
                      </a:cubicBezTo>
                      <a:cubicBezTo>
                        <a:pt x="356" y="85"/>
                        <a:pt x="337" y="90"/>
                        <a:pt x="319" y="94"/>
                      </a:cubicBezTo>
                      <a:cubicBezTo>
                        <a:pt x="301" y="99"/>
                        <a:pt x="302" y="106"/>
                        <a:pt x="302" y="106"/>
                      </a:cubicBezTo>
                      <a:cubicBezTo>
                        <a:pt x="302" y="106"/>
                        <a:pt x="352" y="110"/>
                        <a:pt x="345" y="111"/>
                      </a:cubicBezTo>
                      <a:cubicBezTo>
                        <a:pt x="337" y="113"/>
                        <a:pt x="307" y="125"/>
                        <a:pt x="307" y="125"/>
                      </a:cubicBezTo>
                      <a:cubicBezTo>
                        <a:pt x="340" y="137"/>
                        <a:pt x="340" y="137"/>
                        <a:pt x="340" y="137"/>
                      </a:cubicBezTo>
                      <a:cubicBezTo>
                        <a:pt x="340" y="137"/>
                        <a:pt x="370" y="152"/>
                        <a:pt x="395" y="148"/>
                      </a:cubicBezTo>
                      <a:cubicBezTo>
                        <a:pt x="421" y="144"/>
                        <a:pt x="402" y="128"/>
                        <a:pt x="402" y="121"/>
                      </a:cubicBezTo>
                      <a:cubicBezTo>
                        <a:pt x="402" y="114"/>
                        <a:pt x="432" y="114"/>
                        <a:pt x="432" y="114"/>
                      </a:cubicBezTo>
                      <a:cubicBezTo>
                        <a:pt x="432" y="100"/>
                        <a:pt x="432" y="100"/>
                        <a:pt x="432" y="100"/>
                      </a:cubicBezTo>
                      <a:cubicBezTo>
                        <a:pt x="451" y="96"/>
                        <a:pt x="451" y="96"/>
                        <a:pt x="451" y="96"/>
                      </a:cubicBezTo>
                      <a:cubicBezTo>
                        <a:pt x="460" y="75"/>
                        <a:pt x="460" y="75"/>
                        <a:pt x="460" y="75"/>
                      </a:cubicBezTo>
                      <a:cubicBezTo>
                        <a:pt x="473" y="82"/>
                        <a:pt x="473" y="82"/>
                        <a:pt x="473" y="82"/>
                      </a:cubicBezTo>
                      <a:cubicBezTo>
                        <a:pt x="489" y="73"/>
                        <a:pt x="489" y="73"/>
                        <a:pt x="489" y="73"/>
                      </a:cubicBezTo>
                      <a:cubicBezTo>
                        <a:pt x="489" y="73"/>
                        <a:pt x="498" y="87"/>
                        <a:pt x="518" y="92"/>
                      </a:cubicBezTo>
                      <a:cubicBezTo>
                        <a:pt x="537" y="96"/>
                        <a:pt x="515" y="123"/>
                        <a:pt x="515" y="123"/>
                      </a:cubicBezTo>
                      <a:cubicBezTo>
                        <a:pt x="551" y="121"/>
                        <a:pt x="551" y="121"/>
                        <a:pt x="551" y="121"/>
                      </a:cubicBezTo>
                      <a:cubicBezTo>
                        <a:pt x="551" y="121"/>
                        <a:pt x="570" y="137"/>
                        <a:pt x="571" y="132"/>
                      </a:cubicBezTo>
                      <a:cubicBezTo>
                        <a:pt x="572" y="128"/>
                        <a:pt x="623" y="114"/>
                        <a:pt x="627" y="106"/>
                      </a:cubicBezTo>
                      <a:cubicBezTo>
                        <a:pt x="632" y="97"/>
                        <a:pt x="589" y="99"/>
                        <a:pt x="589" y="99"/>
                      </a:cubicBezTo>
                      <a:cubicBezTo>
                        <a:pt x="587" y="87"/>
                        <a:pt x="587" y="87"/>
                        <a:pt x="587" y="87"/>
                      </a:cubicBezTo>
                      <a:cubicBezTo>
                        <a:pt x="551" y="82"/>
                        <a:pt x="551" y="82"/>
                        <a:pt x="551" y="82"/>
                      </a:cubicBezTo>
                      <a:cubicBezTo>
                        <a:pt x="550" y="71"/>
                        <a:pt x="550" y="71"/>
                        <a:pt x="550" y="71"/>
                      </a:cubicBezTo>
                      <a:cubicBezTo>
                        <a:pt x="529" y="73"/>
                        <a:pt x="529" y="73"/>
                        <a:pt x="529" y="73"/>
                      </a:cubicBezTo>
                      <a:cubicBezTo>
                        <a:pt x="532" y="61"/>
                        <a:pt x="532" y="61"/>
                        <a:pt x="532" y="61"/>
                      </a:cubicBezTo>
                      <a:cubicBezTo>
                        <a:pt x="481" y="62"/>
                        <a:pt x="481" y="62"/>
                        <a:pt x="481" y="62"/>
                      </a:cubicBezTo>
                      <a:cubicBezTo>
                        <a:pt x="477" y="54"/>
                        <a:pt x="477" y="54"/>
                        <a:pt x="477" y="54"/>
                      </a:cubicBezTo>
                      <a:cubicBezTo>
                        <a:pt x="453" y="54"/>
                        <a:pt x="453" y="54"/>
                        <a:pt x="453" y="54"/>
                      </a:cubicBezTo>
                      <a:cubicBezTo>
                        <a:pt x="453" y="54"/>
                        <a:pt x="450" y="41"/>
                        <a:pt x="435" y="37"/>
                      </a:cubicBezTo>
                      <a:cubicBezTo>
                        <a:pt x="419" y="33"/>
                        <a:pt x="412" y="38"/>
                        <a:pt x="412" y="38"/>
                      </a:cubicBezTo>
                      <a:cubicBezTo>
                        <a:pt x="415" y="26"/>
                        <a:pt x="415" y="26"/>
                        <a:pt x="415" y="26"/>
                      </a:cubicBezTo>
                      <a:cubicBezTo>
                        <a:pt x="415" y="26"/>
                        <a:pt x="394" y="20"/>
                        <a:pt x="366" y="21"/>
                      </a:cubicBezTo>
                      <a:cubicBezTo>
                        <a:pt x="337" y="23"/>
                        <a:pt x="374" y="55"/>
                        <a:pt x="374" y="55"/>
                      </a:cubicBezTo>
                      <a:cubicBezTo>
                        <a:pt x="374" y="55"/>
                        <a:pt x="343" y="30"/>
                        <a:pt x="328" y="27"/>
                      </a:cubicBezTo>
                      <a:cubicBezTo>
                        <a:pt x="312" y="24"/>
                        <a:pt x="307" y="44"/>
                        <a:pt x="307" y="44"/>
                      </a:cubicBezTo>
                      <a:cubicBezTo>
                        <a:pt x="307" y="44"/>
                        <a:pt x="284" y="40"/>
                        <a:pt x="278" y="37"/>
                      </a:cubicBezTo>
                      <a:cubicBezTo>
                        <a:pt x="273" y="34"/>
                        <a:pt x="291" y="24"/>
                        <a:pt x="291" y="24"/>
                      </a:cubicBezTo>
                      <a:cubicBezTo>
                        <a:pt x="254" y="27"/>
                        <a:pt x="254" y="27"/>
                        <a:pt x="254" y="27"/>
                      </a:cubicBezTo>
                      <a:cubicBezTo>
                        <a:pt x="245" y="35"/>
                        <a:pt x="245" y="35"/>
                        <a:pt x="245" y="35"/>
                      </a:cubicBezTo>
                      <a:cubicBezTo>
                        <a:pt x="240" y="24"/>
                        <a:pt x="240" y="24"/>
                        <a:pt x="240" y="24"/>
                      </a:cubicBezTo>
                      <a:cubicBezTo>
                        <a:pt x="240" y="24"/>
                        <a:pt x="216" y="31"/>
                        <a:pt x="208" y="38"/>
                      </a:cubicBezTo>
                      <a:cubicBezTo>
                        <a:pt x="208" y="38"/>
                        <a:pt x="207" y="45"/>
                        <a:pt x="214" y="49"/>
                      </a:cubicBezTo>
                      <a:close/>
                      <a:moveTo>
                        <a:pt x="425" y="477"/>
                      </a:moveTo>
                      <a:cubicBezTo>
                        <a:pt x="441" y="474"/>
                        <a:pt x="440" y="464"/>
                        <a:pt x="447" y="464"/>
                      </a:cubicBezTo>
                      <a:cubicBezTo>
                        <a:pt x="453" y="464"/>
                        <a:pt x="447" y="453"/>
                        <a:pt x="447" y="453"/>
                      </a:cubicBezTo>
                      <a:cubicBezTo>
                        <a:pt x="417" y="467"/>
                        <a:pt x="417" y="467"/>
                        <a:pt x="417" y="467"/>
                      </a:cubicBezTo>
                      <a:lnTo>
                        <a:pt x="425" y="477"/>
                      </a:lnTo>
                      <a:close/>
                      <a:moveTo>
                        <a:pt x="513" y="437"/>
                      </a:moveTo>
                      <a:cubicBezTo>
                        <a:pt x="522" y="434"/>
                        <a:pt x="535" y="424"/>
                        <a:pt x="517" y="423"/>
                      </a:cubicBezTo>
                      <a:cubicBezTo>
                        <a:pt x="500" y="422"/>
                        <a:pt x="513" y="437"/>
                        <a:pt x="513" y="437"/>
                      </a:cubicBezTo>
                      <a:close/>
                      <a:moveTo>
                        <a:pt x="392" y="470"/>
                      </a:moveTo>
                      <a:cubicBezTo>
                        <a:pt x="373" y="465"/>
                        <a:pt x="363" y="482"/>
                        <a:pt x="363" y="482"/>
                      </a:cubicBezTo>
                      <a:cubicBezTo>
                        <a:pt x="379" y="486"/>
                        <a:pt x="379" y="486"/>
                        <a:pt x="379" y="486"/>
                      </a:cubicBezTo>
                      <a:cubicBezTo>
                        <a:pt x="385" y="482"/>
                        <a:pt x="411" y="474"/>
                        <a:pt x="392" y="470"/>
                      </a:cubicBezTo>
                      <a:close/>
                      <a:moveTo>
                        <a:pt x="610" y="414"/>
                      </a:moveTo>
                      <a:cubicBezTo>
                        <a:pt x="623" y="417"/>
                        <a:pt x="623" y="417"/>
                        <a:pt x="623" y="417"/>
                      </a:cubicBezTo>
                      <a:cubicBezTo>
                        <a:pt x="631" y="408"/>
                        <a:pt x="631" y="402"/>
                        <a:pt x="631" y="402"/>
                      </a:cubicBezTo>
                      <a:cubicBezTo>
                        <a:pt x="611" y="404"/>
                        <a:pt x="611" y="404"/>
                        <a:pt x="611" y="404"/>
                      </a:cubicBezTo>
                      <a:lnTo>
                        <a:pt x="610" y="414"/>
                      </a:lnTo>
                      <a:close/>
                      <a:moveTo>
                        <a:pt x="320" y="509"/>
                      </a:moveTo>
                      <a:cubicBezTo>
                        <a:pt x="304" y="509"/>
                        <a:pt x="279" y="528"/>
                        <a:pt x="285" y="532"/>
                      </a:cubicBezTo>
                      <a:cubicBezTo>
                        <a:pt x="290" y="535"/>
                        <a:pt x="315" y="520"/>
                        <a:pt x="315" y="520"/>
                      </a:cubicBezTo>
                      <a:cubicBezTo>
                        <a:pt x="338" y="516"/>
                        <a:pt x="338" y="516"/>
                        <a:pt x="338" y="516"/>
                      </a:cubicBezTo>
                      <a:cubicBezTo>
                        <a:pt x="335" y="516"/>
                        <a:pt x="336" y="509"/>
                        <a:pt x="320" y="509"/>
                      </a:cubicBezTo>
                      <a:close/>
                      <a:moveTo>
                        <a:pt x="901" y="448"/>
                      </a:moveTo>
                      <a:cubicBezTo>
                        <a:pt x="884" y="451"/>
                        <a:pt x="884" y="451"/>
                        <a:pt x="884" y="451"/>
                      </a:cubicBezTo>
                      <a:cubicBezTo>
                        <a:pt x="856" y="444"/>
                        <a:pt x="856" y="444"/>
                        <a:pt x="856" y="444"/>
                      </a:cubicBezTo>
                      <a:cubicBezTo>
                        <a:pt x="836" y="433"/>
                        <a:pt x="836" y="433"/>
                        <a:pt x="836" y="433"/>
                      </a:cubicBezTo>
                      <a:cubicBezTo>
                        <a:pt x="836" y="433"/>
                        <a:pt x="862" y="437"/>
                        <a:pt x="873" y="432"/>
                      </a:cubicBezTo>
                      <a:cubicBezTo>
                        <a:pt x="884" y="427"/>
                        <a:pt x="902" y="421"/>
                        <a:pt x="902" y="421"/>
                      </a:cubicBezTo>
                      <a:cubicBezTo>
                        <a:pt x="902" y="421"/>
                        <a:pt x="876" y="406"/>
                        <a:pt x="862" y="406"/>
                      </a:cubicBezTo>
                      <a:cubicBezTo>
                        <a:pt x="848" y="406"/>
                        <a:pt x="827" y="395"/>
                        <a:pt x="827" y="395"/>
                      </a:cubicBezTo>
                      <a:cubicBezTo>
                        <a:pt x="827" y="395"/>
                        <a:pt x="819" y="421"/>
                        <a:pt x="803" y="418"/>
                      </a:cubicBezTo>
                      <a:cubicBezTo>
                        <a:pt x="787" y="415"/>
                        <a:pt x="815" y="397"/>
                        <a:pt x="815" y="397"/>
                      </a:cubicBezTo>
                      <a:cubicBezTo>
                        <a:pt x="771" y="382"/>
                        <a:pt x="771" y="382"/>
                        <a:pt x="771" y="382"/>
                      </a:cubicBezTo>
                      <a:cubicBezTo>
                        <a:pt x="771" y="382"/>
                        <a:pt x="763" y="431"/>
                        <a:pt x="749" y="425"/>
                      </a:cubicBezTo>
                      <a:cubicBezTo>
                        <a:pt x="735" y="419"/>
                        <a:pt x="746" y="393"/>
                        <a:pt x="746" y="393"/>
                      </a:cubicBezTo>
                      <a:cubicBezTo>
                        <a:pt x="746" y="393"/>
                        <a:pt x="708" y="437"/>
                        <a:pt x="698" y="430"/>
                      </a:cubicBezTo>
                      <a:cubicBezTo>
                        <a:pt x="688" y="423"/>
                        <a:pt x="734" y="387"/>
                        <a:pt x="734" y="387"/>
                      </a:cubicBezTo>
                      <a:cubicBezTo>
                        <a:pt x="711" y="385"/>
                        <a:pt x="711" y="385"/>
                        <a:pt x="711" y="385"/>
                      </a:cubicBezTo>
                      <a:cubicBezTo>
                        <a:pt x="699" y="395"/>
                        <a:pt x="699" y="395"/>
                        <a:pt x="699" y="395"/>
                      </a:cubicBezTo>
                      <a:cubicBezTo>
                        <a:pt x="683" y="393"/>
                        <a:pt x="683" y="393"/>
                        <a:pt x="683" y="393"/>
                      </a:cubicBezTo>
                      <a:cubicBezTo>
                        <a:pt x="653" y="411"/>
                        <a:pt x="653" y="411"/>
                        <a:pt x="653" y="411"/>
                      </a:cubicBezTo>
                      <a:cubicBezTo>
                        <a:pt x="637" y="412"/>
                        <a:pt x="637" y="412"/>
                        <a:pt x="637" y="412"/>
                      </a:cubicBezTo>
                      <a:cubicBezTo>
                        <a:pt x="635" y="432"/>
                        <a:pt x="635" y="432"/>
                        <a:pt x="635" y="432"/>
                      </a:cubicBezTo>
                      <a:cubicBezTo>
                        <a:pt x="611" y="423"/>
                        <a:pt x="611" y="423"/>
                        <a:pt x="611" y="423"/>
                      </a:cubicBezTo>
                      <a:cubicBezTo>
                        <a:pt x="585" y="428"/>
                        <a:pt x="585" y="428"/>
                        <a:pt x="585" y="428"/>
                      </a:cubicBezTo>
                      <a:cubicBezTo>
                        <a:pt x="593" y="446"/>
                        <a:pt x="593" y="446"/>
                        <a:pt x="593" y="446"/>
                      </a:cubicBezTo>
                      <a:cubicBezTo>
                        <a:pt x="562" y="437"/>
                        <a:pt x="562" y="437"/>
                        <a:pt x="562" y="437"/>
                      </a:cubicBezTo>
                      <a:cubicBezTo>
                        <a:pt x="551" y="443"/>
                        <a:pt x="551" y="443"/>
                        <a:pt x="551" y="443"/>
                      </a:cubicBezTo>
                      <a:cubicBezTo>
                        <a:pt x="554" y="459"/>
                        <a:pt x="554" y="459"/>
                        <a:pt x="554" y="459"/>
                      </a:cubicBezTo>
                      <a:cubicBezTo>
                        <a:pt x="524" y="465"/>
                        <a:pt x="524" y="465"/>
                        <a:pt x="524" y="465"/>
                      </a:cubicBezTo>
                      <a:cubicBezTo>
                        <a:pt x="527" y="444"/>
                        <a:pt x="527" y="444"/>
                        <a:pt x="527" y="444"/>
                      </a:cubicBezTo>
                      <a:cubicBezTo>
                        <a:pt x="507" y="444"/>
                        <a:pt x="507" y="444"/>
                        <a:pt x="507" y="444"/>
                      </a:cubicBezTo>
                      <a:cubicBezTo>
                        <a:pt x="513" y="457"/>
                        <a:pt x="513" y="457"/>
                        <a:pt x="513" y="457"/>
                      </a:cubicBezTo>
                      <a:cubicBezTo>
                        <a:pt x="497" y="447"/>
                        <a:pt x="497" y="447"/>
                        <a:pt x="497" y="447"/>
                      </a:cubicBezTo>
                      <a:cubicBezTo>
                        <a:pt x="499" y="467"/>
                        <a:pt x="499" y="467"/>
                        <a:pt x="499" y="467"/>
                      </a:cubicBezTo>
                      <a:cubicBezTo>
                        <a:pt x="482" y="466"/>
                        <a:pt x="482" y="466"/>
                        <a:pt x="482" y="466"/>
                      </a:cubicBezTo>
                      <a:cubicBezTo>
                        <a:pt x="482" y="466"/>
                        <a:pt x="479" y="453"/>
                        <a:pt x="481" y="450"/>
                      </a:cubicBezTo>
                      <a:cubicBezTo>
                        <a:pt x="483" y="447"/>
                        <a:pt x="494" y="437"/>
                        <a:pt x="494" y="437"/>
                      </a:cubicBezTo>
                      <a:cubicBezTo>
                        <a:pt x="471" y="434"/>
                        <a:pt x="471" y="434"/>
                        <a:pt x="471" y="434"/>
                      </a:cubicBezTo>
                      <a:cubicBezTo>
                        <a:pt x="468" y="463"/>
                        <a:pt x="468" y="463"/>
                        <a:pt x="468" y="463"/>
                      </a:cubicBezTo>
                      <a:cubicBezTo>
                        <a:pt x="450" y="472"/>
                        <a:pt x="450" y="472"/>
                        <a:pt x="450" y="472"/>
                      </a:cubicBezTo>
                      <a:cubicBezTo>
                        <a:pt x="460" y="480"/>
                        <a:pt x="460" y="480"/>
                        <a:pt x="460" y="480"/>
                      </a:cubicBezTo>
                      <a:cubicBezTo>
                        <a:pt x="438" y="483"/>
                        <a:pt x="438" y="483"/>
                        <a:pt x="438" y="483"/>
                      </a:cubicBezTo>
                      <a:cubicBezTo>
                        <a:pt x="446" y="491"/>
                        <a:pt x="446" y="491"/>
                        <a:pt x="446" y="491"/>
                      </a:cubicBezTo>
                      <a:cubicBezTo>
                        <a:pt x="418" y="492"/>
                        <a:pt x="418" y="492"/>
                        <a:pt x="418" y="492"/>
                      </a:cubicBezTo>
                      <a:cubicBezTo>
                        <a:pt x="418" y="500"/>
                        <a:pt x="418" y="500"/>
                        <a:pt x="418" y="500"/>
                      </a:cubicBezTo>
                      <a:cubicBezTo>
                        <a:pt x="439" y="505"/>
                        <a:pt x="439" y="505"/>
                        <a:pt x="439" y="505"/>
                      </a:cubicBezTo>
                      <a:cubicBezTo>
                        <a:pt x="432" y="514"/>
                        <a:pt x="432" y="514"/>
                        <a:pt x="432" y="514"/>
                      </a:cubicBezTo>
                      <a:cubicBezTo>
                        <a:pt x="408" y="504"/>
                        <a:pt x="408" y="504"/>
                        <a:pt x="408" y="504"/>
                      </a:cubicBezTo>
                      <a:cubicBezTo>
                        <a:pt x="399" y="505"/>
                        <a:pt x="399" y="505"/>
                        <a:pt x="399" y="505"/>
                      </a:cubicBezTo>
                      <a:cubicBezTo>
                        <a:pt x="415" y="516"/>
                        <a:pt x="415" y="516"/>
                        <a:pt x="415" y="516"/>
                      </a:cubicBezTo>
                      <a:cubicBezTo>
                        <a:pt x="400" y="527"/>
                        <a:pt x="400" y="527"/>
                        <a:pt x="400" y="527"/>
                      </a:cubicBezTo>
                      <a:cubicBezTo>
                        <a:pt x="392" y="514"/>
                        <a:pt x="392" y="514"/>
                        <a:pt x="392" y="514"/>
                      </a:cubicBezTo>
                      <a:cubicBezTo>
                        <a:pt x="382" y="520"/>
                        <a:pt x="382" y="520"/>
                        <a:pt x="382" y="520"/>
                      </a:cubicBezTo>
                      <a:cubicBezTo>
                        <a:pt x="383" y="525"/>
                        <a:pt x="383" y="525"/>
                        <a:pt x="383" y="525"/>
                      </a:cubicBezTo>
                      <a:cubicBezTo>
                        <a:pt x="360" y="526"/>
                        <a:pt x="360" y="526"/>
                        <a:pt x="360" y="526"/>
                      </a:cubicBezTo>
                      <a:cubicBezTo>
                        <a:pt x="357" y="535"/>
                        <a:pt x="357" y="535"/>
                        <a:pt x="357" y="535"/>
                      </a:cubicBezTo>
                      <a:cubicBezTo>
                        <a:pt x="374" y="544"/>
                        <a:pt x="374" y="544"/>
                        <a:pt x="374" y="544"/>
                      </a:cubicBezTo>
                      <a:cubicBezTo>
                        <a:pt x="372" y="554"/>
                        <a:pt x="372" y="554"/>
                        <a:pt x="372" y="554"/>
                      </a:cubicBezTo>
                      <a:cubicBezTo>
                        <a:pt x="350" y="546"/>
                        <a:pt x="350" y="546"/>
                        <a:pt x="350" y="546"/>
                      </a:cubicBezTo>
                      <a:cubicBezTo>
                        <a:pt x="347" y="556"/>
                        <a:pt x="347" y="556"/>
                        <a:pt x="347" y="556"/>
                      </a:cubicBezTo>
                      <a:cubicBezTo>
                        <a:pt x="365" y="561"/>
                        <a:pt x="365" y="561"/>
                        <a:pt x="365" y="561"/>
                      </a:cubicBezTo>
                      <a:cubicBezTo>
                        <a:pt x="365" y="561"/>
                        <a:pt x="344" y="562"/>
                        <a:pt x="337" y="563"/>
                      </a:cubicBezTo>
                      <a:cubicBezTo>
                        <a:pt x="330" y="564"/>
                        <a:pt x="334" y="574"/>
                        <a:pt x="334" y="574"/>
                      </a:cubicBezTo>
                      <a:cubicBezTo>
                        <a:pt x="334" y="574"/>
                        <a:pt x="321" y="567"/>
                        <a:pt x="313" y="573"/>
                      </a:cubicBezTo>
                      <a:cubicBezTo>
                        <a:pt x="305" y="579"/>
                        <a:pt x="298" y="584"/>
                        <a:pt x="303" y="587"/>
                      </a:cubicBezTo>
                      <a:cubicBezTo>
                        <a:pt x="308" y="590"/>
                        <a:pt x="297" y="596"/>
                        <a:pt x="297" y="596"/>
                      </a:cubicBezTo>
                      <a:cubicBezTo>
                        <a:pt x="297" y="596"/>
                        <a:pt x="290" y="605"/>
                        <a:pt x="293" y="606"/>
                      </a:cubicBezTo>
                      <a:cubicBezTo>
                        <a:pt x="296" y="607"/>
                        <a:pt x="316" y="608"/>
                        <a:pt x="316" y="608"/>
                      </a:cubicBezTo>
                      <a:cubicBezTo>
                        <a:pt x="309" y="616"/>
                        <a:pt x="309" y="616"/>
                        <a:pt x="309" y="616"/>
                      </a:cubicBezTo>
                      <a:cubicBezTo>
                        <a:pt x="286" y="612"/>
                        <a:pt x="286" y="612"/>
                        <a:pt x="286" y="612"/>
                      </a:cubicBezTo>
                      <a:cubicBezTo>
                        <a:pt x="286" y="612"/>
                        <a:pt x="273" y="614"/>
                        <a:pt x="273" y="622"/>
                      </a:cubicBezTo>
                      <a:cubicBezTo>
                        <a:pt x="273" y="630"/>
                        <a:pt x="283" y="636"/>
                        <a:pt x="279" y="639"/>
                      </a:cubicBezTo>
                      <a:cubicBezTo>
                        <a:pt x="275" y="642"/>
                        <a:pt x="271" y="642"/>
                        <a:pt x="266" y="642"/>
                      </a:cubicBezTo>
                      <a:cubicBezTo>
                        <a:pt x="261" y="642"/>
                        <a:pt x="255" y="643"/>
                        <a:pt x="257" y="650"/>
                      </a:cubicBezTo>
                      <a:cubicBezTo>
                        <a:pt x="259" y="657"/>
                        <a:pt x="267" y="661"/>
                        <a:pt x="267" y="661"/>
                      </a:cubicBezTo>
                      <a:cubicBezTo>
                        <a:pt x="267" y="661"/>
                        <a:pt x="273" y="672"/>
                        <a:pt x="266" y="673"/>
                      </a:cubicBezTo>
                      <a:cubicBezTo>
                        <a:pt x="259" y="674"/>
                        <a:pt x="252" y="673"/>
                        <a:pt x="249" y="673"/>
                      </a:cubicBezTo>
                      <a:cubicBezTo>
                        <a:pt x="246" y="673"/>
                        <a:pt x="243" y="674"/>
                        <a:pt x="240" y="678"/>
                      </a:cubicBezTo>
                      <a:cubicBezTo>
                        <a:pt x="237" y="682"/>
                        <a:pt x="237" y="689"/>
                        <a:pt x="237" y="689"/>
                      </a:cubicBezTo>
                      <a:cubicBezTo>
                        <a:pt x="237" y="689"/>
                        <a:pt x="239" y="696"/>
                        <a:pt x="232" y="696"/>
                      </a:cubicBezTo>
                      <a:cubicBezTo>
                        <a:pt x="225" y="696"/>
                        <a:pt x="222" y="689"/>
                        <a:pt x="216" y="690"/>
                      </a:cubicBezTo>
                      <a:cubicBezTo>
                        <a:pt x="210" y="691"/>
                        <a:pt x="212" y="691"/>
                        <a:pt x="207" y="695"/>
                      </a:cubicBezTo>
                      <a:cubicBezTo>
                        <a:pt x="202" y="699"/>
                        <a:pt x="202" y="700"/>
                        <a:pt x="199" y="704"/>
                      </a:cubicBezTo>
                      <a:cubicBezTo>
                        <a:pt x="196" y="708"/>
                        <a:pt x="187" y="708"/>
                        <a:pt x="187" y="708"/>
                      </a:cubicBezTo>
                      <a:cubicBezTo>
                        <a:pt x="187" y="708"/>
                        <a:pt x="183" y="709"/>
                        <a:pt x="180" y="715"/>
                      </a:cubicBezTo>
                      <a:cubicBezTo>
                        <a:pt x="177" y="721"/>
                        <a:pt x="186" y="725"/>
                        <a:pt x="181" y="728"/>
                      </a:cubicBezTo>
                      <a:cubicBezTo>
                        <a:pt x="176" y="731"/>
                        <a:pt x="175" y="733"/>
                        <a:pt x="170" y="733"/>
                      </a:cubicBezTo>
                      <a:cubicBezTo>
                        <a:pt x="165" y="733"/>
                        <a:pt x="156" y="728"/>
                        <a:pt x="153" y="728"/>
                      </a:cubicBezTo>
                      <a:cubicBezTo>
                        <a:pt x="150" y="728"/>
                        <a:pt x="157" y="720"/>
                        <a:pt x="144" y="727"/>
                      </a:cubicBezTo>
                      <a:cubicBezTo>
                        <a:pt x="131" y="734"/>
                        <a:pt x="130" y="735"/>
                        <a:pt x="126" y="734"/>
                      </a:cubicBezTo>
                      <a:cubicBezTo>
                        <a:pt x="122" y="733"/>
                        <a:pt x="117" y="731"/>
                        <a:pt x="118" y="741"/>
                      </a:cubicBezTo>
                      <a:cubicBezTo>
                        <a:pt x="119" y="751"/>
                        <a:pt x="125" y="750"/>
                        <a:pt x="126" y="753"/>
                      </a:cubicBezTo>
                      <a:cubicBezTo>
                        <a:pt x="127" y="756"/>
                        <a:pt x="130" y="764"/>
                        <a:pt x="122" y="760"/>
                      </a:cubicBezTo>
                      <a:cubicBezTo>
                        <a:pt x="114" y="756"/>
                        <a:pt x="113" y="747"/>
                        <a:pt x="108" y="750"/>
                      </a:cubicBezTo>
                      <a:cubicBezTo>
                        <a:pt x="103" y="753"/>
                        <a:pt x="97" y="760"/>
                        <a:pt x="102" y="763"/>
                      </a:cubicBezTo>
                      <a:cubicBezTo>
                        <a:pt x="107" y="766"/>
                        <a:pt x="122" y="762"/>
                        <a:pt x="119" y="768"/>
                      </a:cubicBezTo>
                      <a:cubicBezTo>
                        <a:pt x="116" y="774"/>
                        <a:pt x="126" y="777"/>
                        <a:pt x="111" y="775"/>
                      </a:cubicBezTo>
                      <a:cubicBezTo>
                        <a:pt x="96" y="773"/>
                        <a:pt x="92" y="773"/>
                        <a:pt x="92" y="773"/>
                      </a:cubicBezTo>
                      <a:cubicBezTo>
                        <a:pt x="92" y="773"/>
                        <a:pt x="94" y="767"/>
                        <a:pt x="88" y="772"/>
                      </a:cubicBezTo>
                      <a:cubicBezTo>
                        <a:pt x="82" y="777"/>
                        <a:pt x="84" y="786"/>
                        <a:pt x="84" y="786"/>
                      </a:cubicBezTo>
                      <a:cubicBezTo>
                        <a:pt x="84" y="786"/>
                        <a:pt x="55" y="773"/>
                        <a:pt x="59" y="781"/>
                      </a:cubicBezTo>
                      <a:cubicBezTo>
                        <a:pt x="63" y="789"/>
                        <a:pt x="85" y="794"/>
                        <a:pt x="85" y="794"/>
                      </a:cubicBezTo>
                      <a:cubicBezTo>
                        <a:pt x="72" y="808"/>
                        <a:pt x="72" y="808"/>
                        <a:pt x="72" y="808"/>
                      </a:cubicBezTo>
                      <a:cubicBezTo>
                        <a:pt x="72" y="808"/>
                        <a:pt x="73" y="798"/>
                        <a:pt x="66" y="797"/>
                      </a:cubicBezTo>
                      <a:cubicBezTo>
                        <a:pt x="59" y="796"/>
                        <a:pt x="53" y="804"/>
                        <a:pt x="53" y="804"/>
                      </a:cubicBezTo>
                      <a:cubicBezTo>
                        <a:pt x="40" y="793"/>
                        <a:pt x="40" y="793"/>
                        <a:pt x="40" y="793"/>
                      </a:cubicBezTo>
                      <a:cubicBezTo>
                        <a:pt x="34" y="802"/>
                        <a:pt x="34" y="802"/>
                        <a:pt x="34" y="802"/>
                      </a:cubicBezTo>
                      <a:cubicBezTo>
                        <a:pt x="43" y="805"/>
                        <a:pt x="43" y="805"/>
                        <a:pt x="43" y="805"/>
                      </a:cubicBezTo>
                      <a:cubicBezTo>
                        <a:pt x="20" y="804"/>
                        <a:pt x="20" y="804"/>
                        <a:pt x="20" y="804"/>
                      </a:cubicBezTo>
                      <a:cubicBezTo>
                        <a:pt x="19" y="813"/>
                        <a:pt x="19" y="813"/>
                        <a:pt x="19" y="813"/>
                      </a:cubicBezTo>
                      <a:cubicBezTo>
                        <a:pt x="52" y="815"/>
                        <a:pt x="52" y="815"/>
                        <a:pt x="52" y="815"/>
                      </a:cubicBezTo>
                      <a:cubicBezTo>
                        <a:pt x="35" y="820"/>
                        <a:pt x="35" y="820"/>
                        <a:pt x="35" y="820"/>
                      </a:cubicBezTo>
                      <a:cubicBezTo>
                        <a:pt x="11" y="814"/>
                        <a:pt x="11" y="814"/>
                        <a:pt x="11" y="814"/>
                      </a:cubicBezTo>
                      <a:cubicBezTo>
                        <a:pt x="11" y="814"/>
                        <a:pt x="3" y="821"/>
                        <a:pt x="3" y="827"/>
                      </a:cubicBezTo>
                      <a:cubicBezTo>
                        <a:pt x="3" y="833"/>
                        <a:pt x="21" y="834"/>
                        <a:pt x="21" y="834"/>
                      </a:cubicBezTo>
                      <a:cubicBezTo>
                        <a:pt x="10" y="839"/>
                        <a:pt x="10" y="839"/>
                        <a:pt x="10" y="839"/>
                      </a:cubicBezTo>
                      <a:cubicBezTo>
                        <a:pt x="10" y="839"/>
                        <a:pt x="1" y="846"/>
                        <a:pt x="10" y="847"/>
                      </a:cubicBezTo>
                      <a:cubicBezTo>
                        <a:pt x="19" y="848"/>
                        <a:pt x="42" y="848"/>
                        <a:pt x="42" y="848"/>
                      </a:cubicBezTo>
                      <a:cubicBezTo>
                        <a:pt x="52" y="854"/>
                        <a:pt x="52" y="854"/>
                        <a:pt x="52" y="854"/>
                      </a:cubicBezTo>
                      <a:cubicBezTo>
                        <a:pt x="63" y="846"/>
                        <a:pt x="63" y="846"/>
                        <a:pt x="63" y="846"/>
                      </a:cubicBezTo>
                      <a:cubicBezTo>
                        <a:pt x="71" y="854"/>
                        <a:pt x="71" y="854"/>
                        <a:pt x="71" y="854"/>
                      </a:cubicBezTo>
                      <a:cubicBezTo>
                        <a:pt x="89" y="845"/>
                        <a:pt x="89" y="845"/>
                        <a:pt x="89" y="845"/>
                      </a:cubicBezTo>
                      <a:cubicBezTo>
                        <a:pt x="89" y="845"/>
                        <a:pt x="86" y="858"/>
                        <a:pt x="80" y="858"/>
                      </a:cubicBezTo>
                      <a:cubicBezTo>
                        <a:pt x="74" y="858"/>
                        <a:pt x="62" y="857"/>
                        <a:pt x="62" y="857"/>
                      </a:cubicBezTo>
                      <a:cubicBezTo>
                        <a:pt x="44" y="858"/>
                        <a:pt x="44" y="858"/>
                        <a:pt x="44" y="858"/>
                      </a:cubicBezTo>
                      <a:cubicBezTo>
                        <a:pt x="44" y="858"/>
                        <a:pt x="28" y="856"/>
                        <a:pt x="25" y="856"/>
                      </a:cubicBezTo>
                      <a:cubicBezTo>
                        <a:pt x="22" y="856"/>
                        <a:pt x="0" y="858"/>
                        <a:pt x="0" y="858"/>
                      </a:cubicBezTo>
                      <a:cubicBezTo>
                        <a:pt x="0" y="858"/>
                        <a:pt x="2" y="870"/>
                        <a:pt x="7" y="872"/>
                      </a:cubicBezTo>
                      <a:cubicBezTo>
                        <a:pt x="12" y="874"/>
                        <a:pt x="20" y="874"/>
                        <a:pt x="20" y="874"/>
                      </a:cubicBezTo>
                      <a:cubicBezTo>
                        <a:pt x="20" y="874"/>
                        <a:pt x="7" y="884"/>
                        <a:pt x="13" y="891"/>
                      </a:cubicBezTo>
                      <a:cubicBezTo>
                        <a:pt x="19" y="898"/>
                        <a:pt x="29" y="899"/>
                        <a:pt x="29" y="899"/>
                      </a:cubicBezTo>
                      <a:cubicBezTo>
                        <a:pt x="47" y="888"/>
                        <a:pt x="47" y="888"/>
                        <a:pt x="47" y="888"/>
                      </a:cubicBezTo>
                      <a:cubicBezTo>
                        <a:pt x="65" y="884"/>
                        <a:pt x="65" y="884"/>
                        <a:pt x="65" y="884"/>
                      </a:cubicBezTo>
                      <a:cubicBezTo>
                        <a:pt x="59" y="898"/>
                        <a:pt x="59" y="898"/>
                        <a:pt x="59" y="898"/>
                      </a:cubicBezTo>
                      <a:cubicBezTo>
                        <a:pt x="49" y="895"/>
                        <a:pt x="49" y="895"/>
                        <a:pt x="49" y="895"/>
                      </a:cubicBezTo>
                      <a:cubicBezTo>
                        <a:pt x="43" y="907"/>
                        <a:pt x="43" y="907"/>
                        <a:pt x="43" y="907"/>
                      </a:cubicBezTo>
                      <a:cubicBezTo>
                        <a:pt x="43" y="907"/>
                        <a:pt x="13" y="901"/>
                        <a:pt x="17" y="908"/>
                      </a:cubicBezTo>
                      <a:cubicBezTo>
                        <a:pt x="21" y="915"/>
                        <a:pt x="30" y="918"/>
                        <a:pt x="30" y="918"/>
                      </a:cubicBezTo>
                      <a:cubicBezTo>
                        <a:pt x="14" y="926"/>
                        <a:pt x="14" y="926"/>
                        <a:pt x="14" y="926"/>
                      </a:cubicBezTo>
                      <a:cubicBezTo>
                        <a:pt x="2" y="926"/>
                        <a:pt x="2" y="926"/>
                        <a:pt x="2" y="926"/>
                      </a:cubicBezTo>
                      <a:cubicBezTo>
                        <a:pt x="2" y="926"/>
                        <a:pt x="4" y="938"/>
                        <a:pt x="7" y="938"/>
                      </a:cubicBezTo>
                      <a:cubicBezTo>
                        <a:pt x="10" y="938"/>
                        <a:pt x="42" y="939"/>
                        <a:pt x="42" y="939"/>
                      </a:cubicBezTo>
                      <a:cubicBezTo>
                        <a:pt x="33" y="953"/>
                        <a:pt x="33" y="953"/>
                        <a:pt x="33" y="953"/>
                      </a:cubicBezTo>
                      <a:cubicBezTo>
                        <a:pt x="41" y="955"/>
                        <a:pt x="41" y="955"/>
                        <a:pt x="41" y="955"/>
                      </a:cubicBezTo>
                      <a:cubicBezTo>
                        <a:pt x="36" y="967"/>
                        <a:pt x="36" y="967"/>
                        <a:pt x="36" y="967"/>
                      </a:cubicBezTo>
                      <a:cubicBezTo>
                        <a:pt x="36" y="967"/>
                        <a:pt x="10" y="954"/>
                        <a:pt x="11" y="962"/>
                      </a:cubicBezTo>
                      <a:cubicBezTo>
                        <a:pt x="12" y="970"/>
                        <a:pt x="23" y="981"/>
                        <a:pt x="23" y="981"/>
                      </a:cubicBezTo>
                      <a:cubicBezTo>
                        <a:pt x="55" y="995"/>
                        <a:pt x="55" y="995"/>
                        <a:pt x="55" y="995"/>
                      </a:cubicBezTo>
                      <a:cubicBezTo>
                        <a:pt x="55" y="995"/>
                        <a:pt x="48" y="1000"/>
                        <a:pt x="55" y="1003"/>
                      </a:cubicBezTo>
                      <a:cubicBezTo>
                        <a:pt x="62" y="1006"/>
                        <a:pt x="83" y="1001"/>
                        <a:pt x="83" y="1001"/>
                      </a:cubicBezTo>
                      <a:cubicBezTo>
                        <a:pt x="83" y="1001"/>
                        <a:pt x="86" y="1010"/>
                        <a:pt x="103" y="1004"/>
                      </a:cubicBezTo>
                      <a:cubicBezTo>
                        <a:pt x="120" y="998"/>
                        <a:pt x="148" y="973"/>
                        <a:pt x="148" y="973"/>
                      </a:cubicBezTo>
                      <a:cubicBezTo>
                        <a:pt x="172" y="954"/>
                        <a:pt x="172" y="954"/>
                        <a:pt x="172" y="954"/>
                      </a:cubicBezTo>
                      <a:cubicBezTo>
                        <a:pt x="172" y="954"/>
                        <a:pt x="183" y="959"/>
                        <a:pt x="193" y="950"/>
                      </a:cubicBezTo>
                      <a:cubicBezTo>
                        <a:pt x="203" y="941"/>
                        <a:pt x="193" y="922"/>
                        <a:pt x="193" y="922"/>
                      </a:cubicBezTo>
                      <a:cubicBezTo>
                        <a:pt x="205" y="920"/>
                        <a:pt x="205" y="920"/>
                        <a:pt x="205" y="920"/>
                      </a:cubicBezTo>
                      <a:cubicBezTo>
                        <a:pt x="205" y="920"/>
                        <a:pt x="192" y="937"/>
                        <a:pt x="207" y="942"/>
                      </a:cubicBezTo>
                      <a:cubicBezTo>
                        <a:pt x="222" y="947"/>
                        <a:pt x="233" y="949"/>
                        <a:pt x="233" y="949"/>
                      </a:cubicBezTo>
                      <a:cubicBezTo>
                        <a:pt x="247" y="962"/>
                        <a:pt x="247" y="962"/>
                        <a:pt x="247" y="962"/>
                      </a:cubicBezTo>
                      <a:cubicBezTo>
                        <a:pt x="247" y="962"/>
                        <a:pt x="253" y="951"/>
                        <a:pt x="255" y="946"/>
                      </a:cubicBezTo>
                      <a:cubicBezTo>
                        <a:pt x="257" y="941"/>
                        <a:pt x="251" y="940"/>
                        <a:pt x="248" y="932"/>
                      </a:cubicBezTo>
                      <a:cubicBezTo>
                        <a:pt x="245" y="924"/>
                        <a:pt x="254" y="921"/>
                        <a:pt x="254" y="921"/>
                      </a:cubicBezTo>
                      <a:cubicBezTo>
                        <a:pt x="254" y="921"/>
                        <a:pt x="254" y="917"/>
                        <a:pt x="252" y="911"/>
                      </a:cubicBezTo>
                      <a:cubicBezTo>
                        <a:pt x="250" y="905"/>
                        <a:pt x="264" y="911"/>
                        <a:pt x="269" y="911"/>
                      </a:cubicBezTo>
                      <a:cubicBezTo>
                        <a:pt x="274" y="911"/>
                        <a:pt x="277" y="906"/>
                        <a:pt x="277" y="906"/>
                      </a:cubicBezTo>
                      <a:cubicBezTo>
                        <a:pt x="277" y="889"/>
                        <a:pt x="277" y="889"/>
                        <a:pt x="277" y="889"/>
                      </a:cubicBezTo>
                      <a:cubicBezTo>
                        <a:pt x="284" y="889"/>
                        <a:pt x="284" y="889"/>
                        <a:pt x="284" y="889"/>
                      </a:cubicBezTo>
                      <a:cubicBezTo>
                        <a:pt x="284" y="889"/>
                        <a:pt x="280" y="880"/>
                        <a:pt x="277" y="877"/>
                      </a:cubicBezTo>
                      <a:cubicBezTo>
                        <a:pt x="274" y="874"/>
                        <a:pt x="268" y="857"/>
                        <a:pt x="268" y="857"/>
                      </a:cubicBezTo>
                      <a:cubicBezTo>
                        <a:pt x="283" y="854"/>
                        <a:pt x="283" y="854"/>
                        <a:pt x="283" y="854"/>
                      </a:cubicBezTo>
                      <a:cubicBezTo>
                        <a:pt x="283" y="854"/>
                        <a:pt x="290" y="848"/>
                        <a:pt x="292" y="841"/>
                      </a:cubicBezTo>
                      <a:cubicBezTo>
                        <a:pt x="294" y="834"/>
                        <a:pt x="275" y="828"/>
                        <a:pt x="275" y="828"/>
                      </a:cubicBezTo>
                      <a:cubicBezTo>
                        <a:pt x="275" y="828"/>
                        <a:pt x="267" y="821"/>
                        <a:pt x="266" y="814"/>
                      </a:cubicBezTo>
                      <a:cubicBezTo>
                        <a:pt x="265" y="807"/>
                        <a:pt x="271" y="800"/>
                        <a:pt x="272" y="795"/>
                      </a:cubicBezTo>
                      <a:cubicBezTo>
                        <a:pt x="273" y="790"/>
                        <a:pt x="262" y="783"/>
                        <a:pt x="262" y="783"/>
                      </a:cubicBezTo>
                      <a:cubicBezTo>
                        <a:pt x="262" y="783"/>
                        <a:pt x="256" y="775"/>
                        <a:pt x="254" y="770"/>
                      </a:cubicBezTo>
                      <a:cubicBezTo>
                        <a:pt x="252" y="765"/>
                        <a:pt x="261" y="763"/>
                        <a:pt x="267" y="757"/>
                      </a:cubicBezTo>
                      <a:cubicBezTo>
                        <a:pt x="273" y="751"/>
                        <a:pt x="255" y="751"/>
                        <a:pt x="255" y="748"/>
                      </a:cubicBezTo>
                      <a:cubicBezTo>
                        <a:pt x="255" y="745"/>
                        <a:pt x="261" y="740"/>
                        <a:pt x="261" y="740"/>
                      </a:cubicBezTo>
                      <a:cubicBezTo>
                        <a:pt x="266" y="734"/>
                        <a:pt x="266" y="734"/>
                        <a:pt x="266" y="734"/>
                      </a:cubicBezTo>
                      <a:cubicBezTo>
                        <a:pt x="266" y="734"/>
                        <a:pt x="272" y="729"/>
                        <a:pt x="279" y="724"/>
                      </a:cubicBezTo>
                      <a:cubicBezTo>
                        <a:pt x="286" y="719"/>
                        <a:pt x="301" y="707"/>
                        <a:pt x="301" y="707"/>
                      </a:cubicBezTo>
                      <a:cubicBezTo>
                        <a:pt x="301" y="707"/>
                        <a:pt x="328" y="712"/>
                        <a:pt x="332" y="703"/>
                      </a:cubicBezTo>
                      <a:cubicBezTo>
                        <a:pt x="336" y="694"/>
                        <a:pt x="315" y="684"/>
                        <a:pt x="315" y="684"/>
                      </a:cubicBezTo>
                      <a:cubicBezTo>
                        <a:pt x="315" y="684"/>
                        <a:pt x="324" y="678"/>
                        <a:pt x="329" y="674"/>
                      </a:cubicBezTo>
                      <a:cubicBezTo>
                        <a:pt x="334" y="670"/>
                        <a:pt x="344" y="658"/>
                        <a:pt x="344" y="658"/>
                      </a:cubicBezTo>
                      <a:cubicBezTo>
                        <a:pt x="348" y="629"/>
                        <a:pt x="348" y="629"/>
                        <a:pt x="348" y="629"/>
                      </a:cubicBezTo>
                      <a:cubicBezTo>
                        <a:pt x="351" y="624"/>
                        <a:pt x="351" y="624"/>
                        <a:pt x="351" y="624"/>
                      </a:cubicBezTo>
                      <a:cubicBezTo>
                        <a:pt x="349" y="608"/>
                        <a:pt x="349" y="608"/>
                        <a:pt x="349" y="608"/>
                      </a:cubicBezTo>
                      <a:cubicBezTo>
                        <a:pt x="363" y="615"/>
                        <a:pt x="363" y="615"/>
                        <a:pt x="363" y="615"/>
                      </a:cubicBezTo>
                      <a:cubicBezTo>
                        <a:pt x="363" y="615"/>
                        <a:pt x="372" y="610"/>
                        <a:pt x="379" y="608"/>
                      </a:cubicBezTo>
                      <a:cubicBezTo>
                        <a:pt x="386" y="606"/>
                        <a:pt x="372" y="592"/>
                        <a:pt x="372" y="592"/>
                      </a:cubicBezTo>
                      <a:cubicBezTo>
                        <a:pt x="386" y="591"/>
                        <a:pt x="386" y="591"/>
                        <a:pt x="386" y="591"/>
                      </a:cubicBezTo>
                      <a:cubicBezTo>
                        <a:pt x="386" y="591"/>
                        <a:pt x="388" y="584"/>
                        <a:pt x="394" y="579"/>
                      </a:cubicBezTo>
                      <a:cubicBezTo>
                        <a:pt x="400" y="574"/>
                        <a:pt x="405" y="573"/>
                        <a:pt x="405" y="573"/>
                      </a:cubicBezTo>
                      <a:cubicBezTo>
                        <a:pt x="410" y="563"/>
                        <a:pt x="410" y="563"/>
                        <a:pt x="410" y="563"/>
                      </a:cubicBezTo>
                      <a:cubicBezTo>
                        <a:pt x="410" y="563"/>
                        <a:pt x="399" y="555"/>
                        <a:pt x="398" y="551"/>
                      </a:cubicBezTo>
                      <a:cubicBezTo>
                        <a:pt x="397" y="547"/>
                        <a:pt x="414" y="539"/>
                        <a:pt x="414" y="539"/>
                      </a:cubicBezTo>
                      <a:cubicBezTo>
                        <a:pt x="423" y="529"/>
                        <a:pt x="423" y="529"/>
                        <a:pt x="423" y="529"/>
                      </a:cubicBezTo>
                      <a:cubicBezTo>
                        <a:pt x="449" y="525"/>
                        <a:pt x="449" y="525"/>
                        <a:pt x="449" y="525"/>
                      </a:cubicBezTo>
                      <a:cubicBezTo>
                        <a:pt x="449" y="525"/>
                        <a:pt x="464" y="525"/>
                        <a:pt x="467" y="520"/>
                      </a:cubicBezTo>
                      <a:cubicBezTo>
                        <a:pt x="470" y="515"/>
                        <a:pt x="460" y="504"/>
                        <a:pt x="468" y="498"/>
                      </a:cubicBezTo>
                      <a:cubicBezTo>
                        <a:pt x="476" y="492"/>
                        <a:pt x="476" y="505"/>
                        <a:pt x="476" y="505"/>
                      </a:cubicBezTo>
                      <a:cubicBezTo>
                        <a:pt x="495" y="501"/>
                        <a:pt x="495" y="501"/>
                        <a:pt x="495" y="501"/>
                      </a:cubicBezTo>
                      <a:cubicBezTo>
                        <a:pt x="508" y="505"/>
                        <a:pt x="508" y="505"/>
                        <a:pt x="508" y="505"/>
                      </a:cubicBezTo>
                      <a:cubicBezTo>
                        <a:pt x="517" y="505"/>
                        <a:pt x="517" y="505"/>
                        <a:pt x="517" y="505"/>
                      </a:cubicBezTo>
                      <a:cubicBezTo>
                        <a:pt x="517" y="505"/>
                        <a:pt x="528" y="511"/>
                        <a:pt x="536" y="509"/>
                      </a:cubicBezTo>
                      <a:cubicBezTo>
                        <a:pt x="544" y="507"/>
                        <a:pt x="531" y="501"/>
                        <a:pt x="531" y="496"/>
                      </a:cubicBezTo>
                      <a:cubicBezTo>
                        <a:pt x="531" y="491"/>
                        <a:pt x="538" y="494"/>
                        <a:pt x="538" y="494"/>
                      </a:cubicBezTo>
                      <a:cubicBezTo>
                        <a:pt x="537" y="480"/>
                        <a:pt x="537" y="480"/>
                        <a:pt x="537" y="480"/>
                      </a:cubicBezTo>
                      <a:cubicBezTo>
                        <a:pt x="557" y="481"/>
                        <a:pt x="557" y="481"/>
                        <a:pt x="557" y="481"/>
                      </a:cubicBezTo>
                      <a:cubicBezTo>
                        <a:pt x="555" y="479"/>
                        <a:pt x="554" y="478"/>
                        <a:pt x="554" y="478"/>
                      </a:cubicBezTo>
                      <a:cubicBezTo>
                        <a:pt x="556" y="473"/>
                        <a:pt x="556" y="473"/>
                        <a:pt x="556" y="473"/>
                      </a:cubicBezTo>
                      <a:cubicBezTo>
                        <a:pt x="568" y="478"/>
                        <a:pt x="568" y="478"/>
                        <a:pt x="568" y="478"/>
                      </a:cubicBezTo>
                      <a:cubicBezTo>
                        <a:pt x="570" y="469"/>
                        <a:pt x="570" y="469"/>
                        <a:pt x="570" y="469"/>
                      </a:cubicBezTo>
                      <a:cubicBezTo>
                        <a:pt x="570" y="469"/>
                        <a:pt x="577" y="466"/>
                        <a:pt x="581" y="466"/>
                      </a:cubicBezTo>
                      <a:cubicBezTo>
                        <a:pt x="585" y="466"/>
                        <a:pt x="594" y="480"/>
                        <a:pt x="594" y="480"/>
                      </a:cubicBezTo>
                      <a:cubicBezTo>
                        <a:pt x="603" y="481"/>
                        <a:pt x="603" y="481"/>
                        <a:pt x="603" y="481"/>
                      </a:cubicBezTo>
                      <a:cubicBezTo>
                        <a:pt x="603" y="481"/>
                        <a:pt x="604" y="491"/>
                        <a:pt x="618" y="492"/>
                      </a:cubicBezTo>
                      <a:cubicBezTo>
                        <a:pt x="632" y="493"/>
                        <a:pt x="632" y="494"/>
                        <a:pt x="632" y="494"/>
                      </a:cubicBezTo>
                      <a:cubicBezTo>
                        <a:pt x="632" y="494"/>
                        <a:pt x="632" y="494"/>
                        <a:pt x="642" y="497"/>
                      </a:cubicBezTo>
                      <a:cubicBezTo>
                        <a:pt x="652" y="500"/>
                        <a:pt x="661" y="492"/>
                        <a:pt x="661" y="492"/>
                      </a:cubicBezTo>
                      <a:cubicBezTo>
                        <a:pt x="661" y="492"/>
                        <a:pt x="672" y="488"/>
                        <a:pt x="677" y="489"/>
                      </a:cubicBezTo>
                      <a:cubicBezTo>
                        <a:pt x="682" y="490"/>
                        <a:pt x="694" y="498"/>
                        <a:pt x="702" y="498"/>
                      </a:cubicBezTo>
                      <a:cubicBezTo>
                        <a:pt x="710" y="498"/>
                        <a:pt x="704" y="488"/>
                        <a:pt x="711" y="483"/>
                      </a:cubicBezTo>
                      <a:cubicBezTo>
                        <a:pt x="718" y="478"/>
                        <a:pt x="727" y="483"/>
                        <a:pt x="727" y="483"/>
                      </a:cubicBezTo>
                      <a:cubicBezTo>
                        <a:pt x="727" y="483"/>
                        <a:pt x="728" y="467"/>
                        <a:pt x="727" y="463"/>
                      </a:cubicBezTo>
                      <a:cubicBezTo>
                        <a:pt x="726" y="459"/>
                        <a:pt x="730" y="446"/>
                        <a:pt x="730" y="446"/>
                      </a:cubicBezTo>
                      <a:cubicBezTo>
                        <a:pt x="730" y="446"/>
                        <a:pt x="747" y="437"/>
                        <a:pt x="752" y="438"/>
                      </a:cubicBezTo>
                      <a:cubicBezTo>
                        <a:pt x="757" y="439"/>
                        <a:pt x="768" y="440"/>
                        <a:pt x="768" y="440"/>
                      </a:cubicBezTo>
                      <a:cubicBezTo>
                        <a:pt x="768" y="440"/>
                        <a:pt x="779" y="433"/>
                        <a:pt x="794" y="434"/>
                      </a:cubicBezTo>
                      <a:cubicBezTo>
                        <a:pt x="809" y="435"/>
                        <a:pt x="802" y="441"/>
                        <a:pt x="802" y="441"/>
                      </a:cubicBezTo>
                      <a:cubicBezTo>
                        <a:pt x="825" y="446"/>
                        <a:pt x="825" y="446"/>
                        <a:pt x="825" y="446"/>
                      </a:cubicBezTo>
                      <a:cubicBezTo>
                        <a:pt x="825" y="446"/>
                        <a:pt x="839" y="447"/>
                        <a:pt x="843" y="464"/>
                      </a:cubicBezTo>
                      <a:cubicBezTo>
                        <a:pt x="847" y="481"/>
                        <a:pt x="834" y="469"/>
                        <a:pt x="834" y="469"/>
                      </a:cubicBezTo>
                      <a:cubicBezTo>
                        <a:pt x="832" y="477"/>
                        <a:pt x="832" y="477"/>
                        <a:pt x="832" y="477"/>
                      </a:cubicBezTo>
                      <a:cubicBezTo>
                        <a:pt x="836" y="479"/>
                        <a:pt x="840" y="480"/>
                        <a:pt x="845" y="480"/>
                      </a:cubicBezTo>
                      <a:cubicBezTo>
                        <a:pt x="854" y="479"/>
                        <a:pt x="855" y="465"/>
                        <a:pt x="855" y="465"/>
                      </a:cubicBezTo>
                      <a:cubicBezTo>
                        <a:pt x="870" y="464"/>
                        <a:pt x="870" y="464"/>
                        <a:pt x="870" y="464"/>
                      </a:cubicBezTo>
                      <a:cubicBezTo>
                        <a:pt x="874" y="456"/>
                        <a:pt x="874" y="456"/>
                        <a:pt x="874" y="456"/>
                      </a:cubicBezTo>
                      <a:cubicBezTo>
                        <a:pt x="874" y="456"/>
                        <a:pt x="873" y="459"/>
                        <a:pt x="891" y="456"/>
                      </a:cubicBezTo>
                      <a:cubicBezTo>
                        <a:pt x="899" y="455"/>
                        <a:pt x="903" y="451"/>
                        <a:pt x="905" y="448"/>
                      </a:cubicBezTo>
                      <a:lnTo>
                        <a:pt x="901" y="448"/>
                      </a:lnTo>
                      <a:close/>
                      <a:moveTo>
                        <a:pt x="372" y="489"/>
                      </a:moveTo>
                      <a:cubicBezTo>
                        <a:pt x="357" y="498"/>
                        <a:pt x="357" y="498"/>
                        <a:pt x="357" y="498"/>
                      </a:cubicBezTo>
                      <a:cubicBezTo>
                        <a:pt x="362" y="511"/>
                        <a:pt x="362" y="511"/>
                        <a:pt x="362" y="511"/>
                      </a:cubicBezTo>
                      <a:cubicBezTo>
                        <a:pt x="380" y="512"/>
                        <a:pt x="380" y="512"/>
                        <a:pt x="380" y="512"/>
                      </a:cubicBezTo>
                      <a:cubicBezTo>
                        <a:pt x="376" y="499"/>
                        <a:pt x="376" y="499"/>
                        <a:pt x="376" y="499"/>
                      </a:cubicBezTo>
                      <a:lnTo>
                        <a:pt x="372" y="489"/>
                      </a:lnTo>
                      <a:close/>
                      <a:moveTo>
                        <a:pt x="346" y="483"/>
                      </a:moveTo>
                      <a:cubicBezTo>
                        <a:pt x="335" y="487"/>
                        <a:pt x="339" y="504"/>
                        <a:pt x="339" y="504"/>
                      </a:cubicBezTo>
                      <a:cubicBezTo>
                        <a:pt x="351" y="516"/>
                        <a:pt x="351" y="516"/>
                        <a:pt x="351" y="516"/>
                      </a:cubicBezTo>
                      <a:cubicBezTo>
                        <a:pt x="351" y="516"/>
                        <a:pt x="357" y="479"/>
                        <a:pt x="346" y="483"/>
                      </a:cubicBezTo>
                      <a:close/>
                      <a:moveTo>
                        <a:pt x="403" y="498"/>
                      </a:moveTo>
                      <a:cubicBezTo>
                        <a:pt x="412" y="493"/>
                        <a:pt x="427" y="490"/>
                        <a:pt x="408" y="486"/>
                      </a:cubicBezTo>
                      <a:cubicBezTo>
                        <a:pt x="389" y="483"/>
                        <a:pt x="380" y="494"/>
                        <a:pt x="380" y="494"/>
                      </a:cubicBezTo>
                      <a:cubicBezTo>
                        <a:pt x="386" y="501"/>
                        <a:pt x="386" y="501"/>
                        <a:pt x="386" y="501"/>
                      </a:cubicBezTo>
                      <a:lnTo>
                        <a:pt x="403" y="49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3" name="Freeform 320"/>
                <p:cNvSpPr>
                  <a:spLocks/>
                </p:cNvSpPr>
                <p:nvPr/>
              </p:nvSpPr>
              <p:spPr bwMode="gray">
                <a:xfrm>
                  <a:off x="-1723" y="-12392"/>
                  <a:ext cx="1151" cy="780"/>
                </a:xfrm>
                <a:custGeom>
                  <a:avLst/>
                  <a:gdLst>
                    <a:gd name="T0" fmla="*/ 311 w 487"/>
                    <a:gd name="T1" fmla="*/ 13 h 330"/>
                    <a:gd name="T2" fmla="*/ 247 w 487"/>
                    <a:gd name="T3" fmla="*/ 45 h 330"/>
                    <a:gd name="T4" fmla="*/ 222 w 487"/>
                    <a:gd name="T5" fmla="*/ 82 h 330"/>
                    <a:gd name="T6" fmla="*/ 222 w 487"/>
                    <a:gd name="T7" fmla="*/ 94 h 330"/>
                    <a:gd name="T8" fmla="*/ 210 w 487"/>
                    <a:gd name="T9" fmla="*/ 106 h 330"/>
                    <a:gd name="T10" fmla="*/ 187 w 487"/>
                    <a:gd name="T11" fmla="*/ 89 h 330"/>
                    <a:gd name="T12" fmla="*/ 143 w 487"/>
                    <a:gd name="T13" fmla="*/ 89 h 330"/>
                    <a:gd name="T14" fmla="*/ 116 w 487"/>
                    <a:gd name="T15" fmla="*/ 81 h 330"/>
                    <a:gd name="T16" fmla="*/ 76 w 487"/>
                    <a:gd name="T17" fmla="*/ 82 h 330"/>
                    <a:gd name="T18" fmla="*/ 64 w 487"/>
                    <a:gd name="T19" fmla="*/ 88 h 330"/>
                    <a:gd name="T20" fmla="*/ 46 w 487"/>
                    <a:gd name="T21" fmla="*/ 89 h 330"/>
                    <a:gd name="T22" fmla="*/ 31 w 487"/>
                    <a:gd name="T23" fmla="*/ 80 h 330"/>
                    <a:gd name="T24" fmla="*/ 22 w 487"/>
                    <a:gd name="T25" fmla="*/ 114 h 330"/>
                    <a:gd name="T26" fmla="*/ 21 w 487"/>
                    <a:gd name="T27" fmla="*/ 127 h 330"/>
                    <a:gd name="T28" fmla="*/ 8 w 487"/>
                    <a:gd name="T29" fmla="*/ 141 h 330"/>
                    <a:gd name="T30" fmla="*/ 2 w 487"/>
                    <a:gd name="T31" fmla="*/ 164 h 330"/>
                    <a:gd name="T32" fmla="*/ 24 w 487"/>
                    <a:gd name="T33" fmla="*/ 193 h 330"/>
                    <a:gd name="T34" fmla="*/ 15 w 487"/>
                    <a:gd name="T35" fmla="*/ 270 h 330"/>
                    <a:gd name="T36" fmla="*/ 36 w 487"/>
                    <a:gd name="T37" fmla="*/ 292 h 330"/>
                    <a:gd name="T38" fmla="*/ 60 w 487"/>
                    <a:gd name="T39" fmla="*/ 325 h 330"/>
                    <a:gd name="T40" fmla="*/ 106 w 487"/>
                    <a:gd name="T41" fmla="*/ 321 h 330"/>
                    <a:gd name="T42" fmla="*/ 133 w 487"/>
                    <a:gd name="T43" fmla="*/ 287 h 330"/>
                    <a:gd name="T44" fmla="*/ 182 w 487"/>
                    <a:gd name="T45" fmla="*/ 290 h 330"/>
                    <a:gd name="T46" fmla="*/ 243 w 487"/>
                    <a:gd name="T47" fmla="*/ 282 h 330"/>
                    <a:gd name="T48" fmla="*/ 292 w 487"/>
                    <a:gd name="T49" fmla="*/ 243 h 330"/>
                    <a:gd name="T50" fmla="*/ 334 w 487"/>
                    <a:gd name="T51" fmla="*/ 213 h 330"/>
                    <a:gd name="T52" fmla="*/ 397 w 487"/>
                    <a:gd name="T53" fmla="*/ 181 h 330"/>
                    <a:gd name="T54" fmla="*/ 446 w 487"/>
                    <a:gd name="T55" fmla="*/ 180 h 330"/>
                    <a:gd name="T56" fmla="*/ 479 w 487"/>
                    <a:gd name="T57" fmla="*/ 125 h 330"/>
                    <a:gd name="T58" fmla="*/ 487 w 487"/>
                    <a:gd name="T59" fmla="*/ 120 h 330"/>
                    <a:gd name="T60" fmla="*/ 433 w 487"/>
                    <a:gd name="T61" fmla="*/ 0 h 330"/>
                    <a:gd name="T62" fmla="*/ 311 w 487"/>
                    <a:gd name="T63" fmla="*/ 13 h 3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87" h="330">
                      <a:moveTo>
                        <a:pt x="311" y="13"/>
                      </a:moveTo>
                      <a:cubicBezTo>
                        <a:pt x="299" y="13"/>
                        <a:pt x="257" y="32"/>
                        <a:pt x="247" y="45"/>
                      </a:cubicBezTo>
                      <a:cubicBezTo>
                        <a:pt x="237" y="58"/>
                        <a:pt x="222" y="82"/>
                        <a:pt x="222" y="82"/>
                      </a:cubicBezTo>
                      <a:cubicBezTo>
                        <a:pt x="222" y="94"/>
                        <a:pt x="222" y="94"/>
                        <a:pt x="222" y="94"/>
                      </a:cubicBezTo>
                      <a:cubicBezTo>
                        <a:pt x="222" y="94"/>
                        <a:pt x="215" y="106"/>
                        <a:pt x="210" y="106"/>
                      </a:cubicBezTo>
                      <a:cubicBezTo>
                        <a:pt x="205" y="106"/>
                        <a:pt x="191" y="91"/>
                        <a:pt x="187" y="89"/>
                      </a:cubicBezTo>
                      <a:cubicBezTo>
                        <a:pt x="183" y="87"/>
                        <a:pt x="143" y="89"/>
                        <a:pt x="143" y="89"/>
                      </a:cubicBezTo>
                      <a:cubicBezTo>
                        <a:pt x="143" y="89"/>
                        <a:pt x="132" y="81"/>
                        <a:pt x="116" y="81"/>
                      </a:cubicBezTo>
                      <a:cubicBezTo>
                        <a:pt x="100" y="81"/>
                        <a:pt x="81" y="82"/>
                        <a:pt x="76" y="82"/>
                      </a:cubicBezTo>
                      <a:cubicBezTo>
                        <a:pt x="71" y="82"/>
                        <a:pt x="64" y="88"/>
                        <a:pt x="64" y="88"/>
                      </a:cubicBezTo>
                      <a:cubicBezTo>
                        <a:pt x="46" y="89"/>
                        <a:pt x="46" y="89"/>
                        <a:pt x="46" y="89"/>
                      </a:cubicBezTo>
                      <a:cubicBezTo>
                        <a:pt x="46" y="89"/>
                        <a:pt x="41" y="75"/>
                        <a:pt x="31" y="80"/>
                      </a:cubicBezTo>
                      <a:cubicBezTo>
                        <a:pt x="21" y="85"/>
                        <a:pt x="22" y="114"/>
                        <a:pt x="22" y="114"/>
                      </a:cubicBezTo>
                      <a:cubicBezTo>
                        <a:pt x="22" y="114"/>
                        <a:pt x="28" y="116"/>
                        <a:pt x="21" y="127"/>
                      </a:cubicBezTo>
                      <a:cubicBezTo>
                        <a:pt x="17" y="134"/>
                        <a:pt x="12" y="138"/>
                        <a:pt x="8" y="141"/>
                      </a:cubicBezTo>
                      <a:cubicBezTo>
                        <a:pt x="6" y="150"/>
                        <a:pt x="3" y="159"/>
                        <a:pt x="2" y="164"/>
                      </a:cubicBezTo>
                      <a:cubicBezTo>
                        <a:pt x="0" y="174"/>
                        <a:pt x="24" y="193"/>
                        <a:pt x="24" y="193"/>
                      </a:cubicBezTo>
                      <a:cubicBezTo>
                        <a:pt x="15" y="270"/>
                        <a:pt x="15" y="270"/>
                        <a:pt x="15" y="270"/>
                      </a:cubicBezTo>
                      <a:cubicBezTo>
                        <a:pt x="36" y="292"/>
                        <a:pt x="36" y="292"/>
                        <a:pt x="36" y="292"/>
                      </a:cubicBezTo>
                      <a:cubicBezTo>
                        <a:pt x="36" y="292"/>
                        <a:pt x="41" y="321"/>
                        <a:pt x="60" y="325"/>
                      </a:cubicBezTo>
                      <a:cubicBezTo>
                        <a:pt x="79" y="330"/>
                        <a:pt x="94" y="329"/>
                        <a:pt x="106" y="321"/>
                      </a:cubicBezTo>
                      <a:cubicBezTo>
                        <a:pt x="118" y="313"/>
                        <a:pt x="122" y="287"/>
                        <a:pt x="133" y="287"/>
                      </a:cubicBezTo>
                      <a:cubicBezTo>
                        <a:pt x="145" y="286"/>
                        <a:pt x="160" y="293"/>
                        <a:pt x="182" y="290"/>
                      </a:cubicBezTo>
                      <a:cubicBezTo>
                        <a:pt x="204" y="287"/>
                        <a:pt x="230" y="282"/>
                        <a:pt x="243" y="282"/>
                      </a:cubicBezTo>
                      <a:cubicBezTo>
                        <a:pt x="256" y="283"/>
                        <a:pt x="277" y="249"/>
                        <a:pt x="292" y="243"/>
                      </a:cubicBezTo>
                      <a:cubicBezTo>
                        <a:pt x="308" y="238"/>
                        <a:pt x="316" y="218"/>
                        <a:pt x="334" y="213"/>
                      </a:cubicBezTo>
                      <a:cubicBezTo>
                        <a:pt x="352" y="207"/>
                        <a:pt x="397" y="181"/>
                        <a:pt x="397" y="181"/>
                      </a:cubicBezTo>
                      <a:cubicBezTo>
                        <a:pt x="446" y="180"/>
                        <a:pt x="446" y="180"/>
                        <a:pt x="446" y="180"/>
                      </a:cubicBezTo>
                      <a:cubicBezTo>
                        <a:pt x="446" y="180"/>
                        <a:pt x="466" y="135"/>
                        <a:pt x="479" y="125"/>
                      </a:cubicBezTo>
                      <a:cubicBezTo>
                        <a:pt x="480" y="123"/>
                        <a:pt x="483" y="122"/>
                        <a:pt x="487" y="120"/>
                      </a:cubicBezTo>
                      <a:cubicBezTo>
                        <a:pt x="433" y="0"/>
                        <a:pt x="433" y="0"/>
                        <a:pt x="433" y="0"/>
                      </a:cubicBezTo>
                      <a:cubicBezTo>
                        <a:pt x="433" y="0"/>
                        <a:pt x="323" y="13"/>
                        <a:pt x="311" y="1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4" name="Freeform 321"/>
                <p:cNvSpPr>
                  <a:spLocks/>
                </p:cNvSpPr>
                <p:nvPr/>
              </p:nvSpPr>
              <p:spPr bwMode="gray">
                <a:xfrm>
                  <a:off x="-5429" y="-10275"/>
                  <a:ext cx="243" cy="168"/>
                </a:xfrm>
                <a:custGeom>
                  <a:avLst/>
                  <a:gdLst>
                    <a:gd name="T0" fmla="*/ 97 w 103"/>
                    <a:gd name="T1" fmla="*/ 29 h 71"/>
                    <a:gd name="T2" fmla="*/ 100 w 103"/>
                    <a:gd name="T3" fmla="*/ 6 h 71"/>
                    <a:gd name="T4" fmla="*/ 36 w 103"/>
                    <a:gd name="T5" fmla="*/ 6 h 71"/>
                    <a:gd name="T6" fmla="*/ 30 w 103"/>
                    <a:gd name="T7" fmla="*/ 0 h 71"/>
                    <a:gd name="T8" fmla="*/ 24 w 103"/>
                    <a:gd name="T9" fmla="*/ 3 h 71"/>
                    <a:gd name="T10" fmla="*/ 23 w 103"/>
                    <a:gd name="T11" fmla="*/ 29 h 71"/>
                    <a:gd name="T12" fmla="*/ 4 w 103"/>
                    <a:gd name="T13" fmla="*/ 57 h 71"/>
                    <a:gd name="T14" fmla="*/ 21 w 103"/>
                    <a:gd name="T15" fmla="*/ 67 h 71"/>
                    <a:gd name="T16" fmla="*/ 29 w 103"/>
                    <a:gd name="T17" fmla="*/ 65 h 71"/>
                    <a:gd name="T18" fmla="*/ 31 w 103"/>
                    <a:gd name="T19" fmla="*/ 71 h 71"/>
                    <a:gd name="T20" fmla="*/ 98 w 103"/>
                    <a:gd name="T21" fmla="*/ 69 h 71"/>
                    <a:gd name="T22" fmla="*/ 103 w 103"/>
                    <a:gd name="T23" fmla="*/ 33 h 71"/>
                    <a:gd name="T24" fmla="*/ 97 w 103"/>
                    <a:gd name="T25" fmla="*/ 29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3" h="71">
                      <a:moveTo>
                        <a:pt x="97" y="29"/>
                      </a:move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8" y="21"/>
                        <a:pt x="23" y="29"/>
                      </a:cubicBezTo>
                      <a:cubicBezTo>
                        <a:pt x="18" y="37"/>
                        <a:pt x="0" y="50"/>
                        <a:pt x="4" y="57"/>
                      </a:cubicBezTo>
                      <a:cubicBezTo>
                        <a:pt x="7" y="63"/>
                        <a:pt x="17" y="66"/>
                        <a:pt x="21" y="67"/>
                      </a:cubicBezTo>
                      <a:cubicBezTo>
                        <a:pt x="29" y="65"/>
                        <a:pt x="29" y="65"/>
                        <a:pt x="29" y="65"/>
                      </a:cubicBezTo>
                      <a:cubicBezTo>
                        <a:pt x="31" y="71"/>
                        <a:pt x="31" y="71"/>
                        <a:pt x="31" y="71"/>
                      </a:cubicBezTo>
                      <a:cubicBezTo>
                        <a:pt x="31" y="71"/>
                        <a:pt x="93" y="70"/>
                        <a:pt x="98" y="69"/>
                      </a:cubicBezTo>
                      <a:cubicBezTo>
                        <a:pt x="103" y="68"/>
                        <a:pt x="103" y="33"/>
                        <a:pt x="103" y="33"/>
                      </a:cubicBezTo>
                      <a:lnTo>
                        <a:pt x="97" y="2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5" name="Freeform 322"/>
                <p:cNvSpPr>
                  <a:spLocks noEditPoints="1"/>
                </p:cNvSpPr>
                <p:nvPr/>
              </p:nvSpPr>
              <p:spPr bwMode="gray">
                <a:xfrm>
                  <a:off x="-7307" y="-15531"/>
                  <a:ext cx="1396" cy="976"/>
                </a:xfrm>
                <a:custGeom>
                  <a:avLst/>
                  <a:gdLst>
                    <a:gd name="T0" fmla="*/ 527 w 591"/>
                    <a:gd name="T1" fmla="*/ 205 h 413"/>
                    <a:gd name="T2" fmla="*/ 511 w 591"/>
                    <a:gd name="T3" fmla="*/ 226 h 413"/>
                    <a:gd name="T4" fmla="*/ 531 w 591"/>
                    <a:gd name="T5" fmla="*/ 237 h 413"/>
                    <a:gd name="T6" fmla="*/ 536 w 591"/>
                    <a:gd name="T7" fmla="*/ 212 h 413"/>
                    <a:gd name="T8" fmla="*/ 461 w 591"/>
                    <a:gd name="T9" fmla="*/ 249 h 413"/>
                    <a:gd name="T10" fmla="*/ 560 w 591"/>
                    <a:gd name="T11" fmla="*/ 198 h 413"/>
                    <a:gd name="T12" fmla="*/ 560 w 591"/>
                    <a:gd name="T13" fmla="*/ 198 h 413"/>
                    <a:gd name="T14" fmla="*/ 534 w 591"/>
                    <a:gd name="T15" fmla="*/ 86 h 413"/>
                    <a:gd name="T16" fmla="*/ 527 w 591"/>
                    <a:gd name="T17" fmla="*/ 67 h 413"/>
                    <a:gd name="T18" fmla="*/ 514 w 591"/>
                    <a:gd name="T19" fmla="*/ 77 h 413"/>
                    <a:gd name="T20" fmla="*/ 496 w 591"/>
                    <a:gd name="T21" fmla="*/ 70 h 413"/>
                    <a:gd name="T22" fmla="*/ 479 w 591"/>
                    <a:gd name="T23" fmla="*/ 68 h 413"/>
                    <a:gd name="T24" fmla="*/ 459 w 591"/>
                    <a:gd name="T25" fmla="*/ 56 h 413"/>
                    <a:gd name="T26" fmla="*/ 437 w 591"/>
                    <a:gd name="T27" fmla="*/ 48 h 413"/>
                    <a:gd name="T28" fmla="*/ 417 w 591"/>
                    <a:gd name="T29" fmla="*/ 63 h 413"/>
                    <a:gd name="T30" fmla="*/ 395 w 591"/>
                    <a:gd name="T31" fmla="*/ 54 h 413"/>
                    <a:gd name="T32" fmla="*/ 376 w 591"/>
                    <a:gd name="T33" fmla="*/ 51 h 413"/>
                    <a:gd name="T34" fmla="*/ 342 w 591"/>
                    <a:gd name="T35" fmla="*/ 38 h 413"/>
                    <a:gd name="T36" fmla="*/ 327 w 591"/>
                    <a:gd name="T37" fmla="*/ 29 h 413"/>
                    <a:gd name="T38" fmla="*/ 320 w 591"/>
                    <a:gd name="T39" fmla="*/ 23 h 413"/>
                    <a:gd name="T40" fmla="*/ 234 w 591"/>
                    <a:gd name="T41" fmla="*/ 22 h 413"/>
                    <a:gd name="T42" fmla="*/ 156 w 591"/>
                    <a:gd name="T43" fmla="*/ 7 h 413"/>
                    <a:gd name="T44" fmla="*/ 91 w 591"/>
                    <a:gd name="T45" fmla="*/ 8 h 413"/>
                    <a:gd name="T46" fmla="*/ 49 w 591"/>
                    <a:gd name="T47" fmla="*/ 18 h 413"/>
                    <a:gd name="T48" fmla="*/ 21 w 591"/>
                    <a:gd name="T49" fmla="*/ 67 h 413"/>
                    <a:gd name="T50" fmla="*/ 15 w 591"/>
                    <a:gd name="T51" fmla="*/ 101 h 413"/>
                    <a:gd name="T52" fmla="*/ 50 w 591"/>
                    <a:gd name="T53" fmla="*/ 94 h 413"/>
                    <a:gd name="T54" fmla="*/ 61 w 591"/>
                    <a:gd name="T55" fmla="*/ 99 h 413"/>
                    <a:gd name="T56" fmla="*/ 85 w 591"/>
                    <a:gd name="T57" fmla="*/ 96 h 413"/>
                    <a:gd name="T58" fmla="*/ 115 w 591"/>
                    <a:gd name="T59" fmla="*/ 108 h 413"/>
                    <a:gd name="T60" fmla="*/ 94 w 591"/>
                    <a:gd name="T61" fmla="*/ 144 h 413"/>
                    <a:gd name="T62" fmla="*/ 96 w 591"/>
                    <a:gd name="T63" fmla="*/ 181 h 413"/>
                    <a:gd name="T64" fmla="*/ 94 w 591"/>
                    <a:gd name="T65" fmla="*/ 205 h 413"/>
                    <a:gd name="T66" fmla="*/ 61 w 591"/>
                    <a:gd name="T67" fmla="*/ 217 h 413"/>
                    <a:gd name="T68" fmla="*/ 77 w 591"/>
                    <a:gd name="T69" fmla="*/ 240 h 413"/>
                    <a:gd name="T70" fmla="*/ 66 w 591"/>
                    <a:gd name="T71" fmla="*/ 276 h 413"/>
                    <a:gd name="T72" fmla="*/ 84 w 591"/>
                    <a:gd name="T73" fmla="*/ 301 h 413"/>
                    <a:gd name="T74" fmla="*/ 60 w 591"/>
                    <a:gd name="T75" fmla="*/ 325 h 413"/>
                    <a:gd name="T76" fmla="*/ 61 w 591"/>
                    <a:gd name="T77" fmla="*/ 351 h 413"/>
                    <a:gd name="T78" fmla="*/ 81 w 591"/>
                    <a:gd name="T79" fmla="*/ 350 h 413"/>
                    <a:gd name="T80" fmla="*/ 109 w 591"/>
                    <a:gd name="T81" fmla="*/ 365 h 413"/>
                    <a:gd name="T82" fmla="*/ 110 w 591"/>
                    <a:gd name="T83" fmla="*/ 383 h 413"/>
                    <a:gd name="T84" fmla="*/ 136 w 591"/>
                    <a:gd name="T85" fmla="*/ 413 h 413"/>
                    <a:gd name="T86" fmla="*/ 177 w 591"/>
                    <a:gd name="T87" fmla="*/ 389 h 413"/>
                    <a:gd name="T88" fmla="*/ 235 w 591"/>
                    <a:gd name="T89" fmla="*/ 377 h 413"/>
                    <a:gd name="T90" fmla="*/ 265 w 591"/>
                    <a:gd name="T91" fmla="*/ 378 h 413"/>
                    <a:gd name="T92" fmla="*/ 297 w 591"/>
                    <a:gd name="T93" fmla="*/ 374 h 413"/>
                    <a:gd name="T94" fmla="*/ 331 w 591"/>
                    <a:gd name="T95" fmla="*/ 329 h 413"/>
                    <a:gd name="T96" fmla="*/ 356 w 591"/>
                    <a:gd name="T97" fmla="*/ 315 h 413"/>
                    <a:gd name="T98" fmla="*/ 401 w 591"/>
                    <a:gd name="T99" fmla="*/ 270 h 413"/>
                    <a:gd name="T100" fmla="*/ 385 w 591"/>
                    <a:gd name="T101" fmla="*/ 215 h 413"/>
                    <a:gd name="T102" fmla="*/ 424 w 591"/>
                    <a:gd name="T103" fmla="*/ 172 h 413"/>
                    <a:gd name="T104" fmla="*/ 438 w 591"/>
                    <a:gd name="T105" fmla="*/ 146 h 413"/>
                    <a:gd name="T106" fmla="*/ 514 w 591"/>
                    <a:gd name="T107" fmla="*/ 113 h 4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591" h="413">
                      <a:moveTo>
                        <a:pt x="536" y="212"/>
                      </a:moveTo>
                      <a:cubicBezTo>
                        <a:pt x="536" y="212"/>
                        <a:pt x="533" y="205"/>
                        <a:pt x="527" y="205"/>
                      </a:cubicBezTo>
                      <a:cubicBezTo>
                        <a:pt x="521" y="205"/>
                        <a:pt x="498" y="218"/>
                        <a:pt x="501" y="223"/>
                      </a:cubicBezTo>
                      <a:cubicBezTo>
                        <a:pt x="504" y="228"/>
                        <a:pt x="511" y="226"/>
                        <a:pt x="511" y="226"/>
                      </a:cubicBezTo>
                      <a:cubicBezTo>
                        <a:pt x="511" y="226"/>
                        <a:pt x="515" y="235"/>
                        <a:pt x="519" y="236"/>
                      </a:cubicBezTo>
                      <a:cubicBezTo>
                        <a:pt x="523" y="237"/>
                        <a:pt x="531" y="237"/>
                        <a:pt x="531" y="237"/>
                      </a:cubicBezTo>
                      <a:cubicBezTo>
                        <a:pt x="537" y="235"/>
                        <a:pt x="547" y="225"/>
                        <a:pt x="546" y="218"/>
                      </a:cubicBezTo>
                      <a:cubicBezTo>
                        <a:pt x="545" y="211"/>
                        <a:pt x="536" y="212"/>
                        <a:pt x="536" y="212"/>
                      </a:cubicBezTo>
                      <a:close/>
                      <a:moveTo>
                        <a:pt x="447" y="261"/>
                      </a:moveTo>
                      <a:cubicBezTo>
                        <a:pt x="456" y="270"/>
                        <a:pt x="466" y="259"/>
                        <a:pt x="461" y="249"/>
                      </a:cubicBezTo>
                      <a:cubicBezTo>
                        <a:pt x="456" y="239"/>
                        <a:pt x="447" y="261"/>
                        <a:pt x="447" y="261"/>
                      </a:cubicBezTo>
                      <a:close/>
                      <a:moveTo>
                        <a:pt x="560" y="198"/>
                      </a:moveTo>
                      <a:cubicBezTo>
                        <a:pt x="560" y="198"/>
                        <a:pt x="573" y="218"/>
                        <a:pt x="582" y="213"/>
                      </a:cubicBezTo>
                      <a:cubicBezTo>
                        <a:pt x="591" y="208"/>
                        <a:pt x="570" y="191"/>
                        <a:pt x="560" y="198"/>
                      </a:cubicBezTo>
                      <a:close/>
                      <a:moveTo>
                        <a:pt x="535" y="101"/>
                      </a:moveTo>
                      <a:cubicBezTo>
                        <a:pt x="536" y="98"/>
                        <a:pt x="534" y="86"/>
                        <a:pt x="534" y="86"/>
                      </a:cubicBezTo>
                      <a:cubicBezTo>
                        <a:pt x="542" y="81"/>
                        <a:pt x="542" y="81"/>
                        <a:pt x="542" y="81"/>
                      </a:cubicBezTo>
                      <a:cubicBezTo>
                        <a:pt x="542" y="81"/>
                        <a:pt x="530" y="75"/>
                        <a:pt x="527" y="67"/>
                      </a:cubicBezTo>
                      <a:cubicBezTo>
                        <a:pt x="521" y="67"/>
                        <a:pt x="521" y="67"/>
                        <a:pt x="521" y="67"/>
                      </a:cubicBezTo>
                      <a:cubicBezTo>
                        <a:pt x="521" y="67"/>
                        <a:pt x="521" y="77"/>
                        <a:pt x="514" y="77"/>
                      </a:cubicBezTo>
                      <a:cubicBezTo>
                        <a:pt x="507" y="77"/>
                        <a:pt x="506" y="77"/>
                        <a:pt x="506" y="77"/>
                      </a:cubicBezTo>
                      <a:cubicBezTo>
                        <a:pt x="506" y="77"/>
                        <a:pt x="499" y="69"/>
                        <a:pt x="496" y="70"/>
                      </a:cubicBezTo>
                      <a:cubicBezTo>
                        <a:pt x="493" y="71"/>
                        <a:pt x="486" y="73"/>
                        <a:pt x="486" y="73"/>
                      </a:cubicBezTo>
                      <a:cubicBezTo>
                        <a:pt x="486" y="73"/>
                        <a:pt x="483" y="67"/>
                        <a:pt x="479" y="68"/>
                      </a:cubicBezTo>
                      <a:cubicBezTo>
                        <a:pt x="475" y="69"/>
                        <a:pt x="466" y="71"/>
                        <a:pt x="466" y="71"/>
                      </a:cubicBezTo>
                      <a:cubicBezTo>
                        <a:pt x="459" y="56"/>
                        <a:pt x="459" y="56"/>
                        <a:pt x="459" y="56"/>
                      </a:cubicBezTo>
                      <a:cubicBezTo>
                        <a:pt x="450" y="55"/>
                        <a:pt x="450" y="55"/>
                        <a:pt x="450" y="55"/>
                      </a:cubicBezTo>
                      <a:cubicBezTo>
                        <a:pt x="450" y="55"/>
                        <a:pt x="450" y="48"/>
                        <a:pt x="437" y="48"/>
                      </a:cubicBezTo>
                      <a:cubicBezTo>
                        <a:pt x="424" y="48"/>
                        <a:pt x="430" y="60"/>
                        <a:pt x="430" y="60"/>
                      </a:cubicBezTo>
                      <a:cubicBezTo>
                        <a:pt x="417" y="63"/>
                        <a:pt x="417" y="63"/>
                        <a:pt x="417" y="63"/>
                      </a:cubicBezTo>
                      <a:cubicBezTo>
                        <a:pt x="415" y="55"/>
                        <a:pt x="415" y="55"/>
                        <a:pt x="415" y="55"/>
                      </a:cubicBezTo>
                      <a:cubicBezTo>
                        <a:pt x="395" y="54"/>
                        <a:pt x="395" y="54"/>
                        <a:pt x="395" y="54"/>
                      </a:cubicBezTo>
                      <a:cubicBezTo>
                        <a:pt x="395" y="54"/>
                        <a:pt x="394" y="51"/>
                        <a:pt x="390" y="49"/>
                      </a:cubicBezTo>
                      <a:cubicBezTo>
                        <a:pt x="386" y="47"/>
                        <a:pt x="376" y="51"/>
                        <a:pt x="376" y="51"/>
                      </a:cubicBezTo>
                      <a:cubicBezTo>
                        <a:pt x="376" y="51"/>
                        <a:pt x="370" y="42"/>
                        <a:pt x="363" y="41"/>
                      </a:cubicBezTo>
                      <a:cubicBezTo>
                        <a:pt x="356" y="40"/>
                        <a:pt x="342" y="38"/>
                        <a:pt x="342" y="38"/>
                      </a:cubicBezTo>
                      <a:cubicBezTo>
                        <a:pt x="342" y="38"/>
                        <a:pt x="348" y="35"/>
                        <a:pt x="342" y="28"/>
                      </a:cubicBezTo>
                      <a:cubicBezTo>
                        <a:pt x="336" y="21"/>
                        <a:pt x="327" y="29"/>
                        <a:pt x="327" y="29"/>
                      </a:cubicBezTo>
                      <a:cubicBezTo>
                        <a:pt x="326" y="23"/>
                        <a:pt x="326" y="23"/>
                        <a:pt x="326" y="23"/>
                      </a:cubicBezTo>
                      <a:cubicBezTo>
                        <a:pt x="324" y="23"/>
                        <a:pt x="322" y="23"/>
                        <a:pt x="320" y="23"/>
                      </a:cubicBezTo>
                      <a:cubicBezTo>
                        <a:pt x="301" y="23"/>
                        <a:pt x="254" y="14"/>
                        <a:pt x="254" y="14"/>
                      </a:cubicBezTo>
                      <a:cubicBezTo>
                        <a:pt x="234" y="22"/>
                        <a:pt x="234" y="22"/>
                        <a:pt x="234" y="22"/>
                      </a:cubicBezTo>
                      <a:cubicBezTo>
                        <a:pt x="196" y="18"/>
                        <a:pt x="196" y="18"/>
                        <a:pt x="196" y="18"/>
                      </a:cubicBezTo>
                      <a:cubicBezTo>
                        <a:pt x="196" y="18"/>
                        <a:pt x="171" y="4"/>
                        <a:pt x="156" y="7"/>
                      </a:cubicBezTo>
                      <a:cubicBezTo>
                        <a:pt x="141" y="10"/>
                        <a:pt x="120" y="11"/>
                        <a:pt x="115" y="11"/>
                      </a:cubicBezTo>
                      <a:cubicBezTo>
                        <a:pt x="110" y="11"/>
                        <a:pt x="91" y="8"/>
                        <a:pt x="91" y="8"/>
                      </a:cubicBezTo>
                      <a:cubicBezTo>
                        <a:pt x="91" y="8"/>
                        <a:pt x="81" y="0"/>
                        <a:pt x="75" y="0"/>
                      </a:cubicBezTo>
                      <a:cubicBezTo>
                        <a:pt x="69" y="0"/>
                        <a:pt x="49" y="18"/>
                        <a:pt x="49" y="18"/>
                      </a:cubicBezTo>
                      <a:cubicBezTo>
                        <a:pt x="49" y="18"/>
                        <a:pt x="4" y="25"/>
                        <a:pt x="2" y="38"/>
                      </a:cubicBezTo>
                      <a:cubicBezTo>
                        <a:pt x="0" y="51"/>
                        <a:pt x="21" y="67"/>
                        <a:pt x="21" y="67"/>
                      </a:cubicBezTo>
                      <a:cubicBezTo>
                        <a:pt x="13" y="90"/>
                        <a:pt x="13" y="90"/>
                        <a:pt x="13" y="90"/>
                      </a:cubicBezTo>
                      <a:cubicBezTo>
                        <a:pt x="13" y="90"/>
                        <a:pt x="14" y="94"/>
                        <a:pt x="15" y="101"/>
                      </a:cubicBezTo>
                      <a:cubicBezTo>
                        <a:pt x="20" y="95"/>
                        <a:pt x="27" y="88"/>
                        <a:pt x="36" y="88"/>
                      </a:cubicBezTo>
                      <a:cubicBezTo>
                        <a:pt x="50" y="88"/>
                        <a:pt x="55" y="89"/>
                        <a:pt x="50" y="94"/>
                      </a:cubicBezTo>
                      <a:cubicBezTo>
                        <a:pt x="45" y="99"/>
                        <a:pt x="38" y="103"/>
                        <a:pt x="44" y="103"/>
                      </a:cubicBezTo>
                      <a:cubicBezTo>
                        <a:pt x="50" y="103"/>
                        <a:pt x="54" y="99"/>
                        <a:pt x="61" y="99"/>
                      </a:cubicBezTo>
                      <a:cubicBezTo>
                        <a:pt x="68" y="99"/>
                        <a:pt x="70" y="108"/>
                        <a:pt x="78" y="104"/>
                      </a:cubicBezTo>
                      <a:cubicBezTo>
                        <a:pt x="86" y="100"/>
                        <a:pt x="76" y="96"/>
                        <a:pt x="85" y="96"/>
                      </a:cubicBezTo>
                      <a:cubicBezTo>
                        <a:pt x="94" y="96"/>
                        <a:pt x="110" y="93"/>
                        <a:pt x="114" y="95"/>
                      </a:cubicBezTo>
                      <a:cubicBezTo>
                        <a:pt x="118" y="97"/>
                        <a:pt x="115" y="108"/>
                        <a:pt x="115" y="108"/>
                      </a:cubicBezTo>
                      <a:cubicBezTo>
                        <a:pt x="115" y="108"/>
                        <a:pt x="129" y="109"/>
                        <a:pt x="128" y="117"/>
                      </a:cubicBezTo>
                      <a:cubicBezTo>
                        <a:pt x="127" y="125"/>
                        <a:pt x="95" y="140"/>
                        <a:pt x="94" y="144"/>
                      </a:cubicBezTo>
                      <a:cubicBezTo>
                        <a:pt x="93" y="148"/>
                        <a:pt x="102" y="153"/>
                        <a:pt x="102" y="153"/>
                      </a:cubicBezTo>
                      <a:cubicBezTo>
                        <a:pt x="102" y="153"/>
                        <a:pt x="97" y="178"/>
                        <a:pt x="96" y="181"/>
                      </a:cubicBezTo>
                      <a:cubicBezTo>
                        <a:pt x="95" y="184"/>
                        <a:pt x="90" y="188"/>
                        <a:pt x="90" y="188"/>
                      </a:cubicBezTo>
                      <a:cubicBezTo>
                        <a:pt x="90" y="188"/>
                        <a:pt x="94" y="202"/>
                        <a:pt x="94" y="205"/>
                      </a:cubicBezTo>
                      <a:cubicBezTo>
                        <a:pt x="94" y="208"/>
                        <a:pt x="86" y="215"/>
                        <a:pt x="82" y="216"/>
                      </a:cubicBezTo>
                      <a:cubicBezTo>
                        <a:pt x="78" y="217"/>
                        <a:pt x="61" y="217"/>
                        <a:pt x="61" y="217"/>
                      </a:cubicBezTo>
                      <a:cubicBezTo>
                        <a:pt x="77" y="231"/>
                        <a:pt x="77" y="231"/>
                        <a:pt x="77" y="231"/>
                      </a:cubicBezTo>
                      <a:cubicBezTo>
                        <a:pt x="77" y="240"/>
                        <a:pt x="77" y="240"/>
                        <a:pt x="77" y="240"/>
                      </a:cubicBezTo>
                      <a:cubicBezTo>
                        <a:pt x="77" y="240"/>
                        <a:pt x="90" y="242"/>
                        <a:pt x="88" y="250"/>
                      </a:cubicBezTo>
                      <a:cubicBezTo>
                        <a:pt x="86" y="258"/>
                        <a:pt x="62" y="272"/>
                        <a:pt x="66" y="276"/>
                      </a:cubicBezTo>
                      <a:cubicBezTo>
                        <a:pt x="70" y="280"/>
                        <a:pt x="75" y="294"/>
                        <a:pt x="75" y="294"/>
                      </a:cubicBezTo>
                      <a:cubicBezTo>
                        <a:pt x="75" y="294"/>
                        <a:pt x="88" y="295"/>
                        <a:pt x="84" y="301"/>
                      </a:cubicBezTo>
                      <a:cubicBezTo>
                        <a:pt x="80" y="307"/>
                        <a:pt x="70" y="308"/>
                        <a:pt x="70" y="308"/>
                      </a:cubicBezTo>
                      <a:cubicBezTo>
                        <a:pt x="70" y="308"/>
                        <a:pt x="62" y="318"/>
                        <a:pt x="60" y="325"/>
                      </a:cubicBezTo>
                      <a:cubicBezTo>
                        <a:pt x="58" y="332"/>
                        <a:pt x="59" y="340"/>
                        <a:pt x="59" y="340"/>
                      </a:cubicBezTo>
                      <a:cubicBezTo>
                        <a:pt x="61" y="351"/>
                        <a:pt x="61" y="351"/>
                        <a:pt x="61" y="351"/>
                      </a:cubicBezTo>
                      <a:cubicBezTo>
                        <a:pt x="62" y="351"/>
                        <a:pt x="62" y="351"/>
                        <a:pt x="62" y="351"/>
                      </a:cubicBezTo>
                      <a:cubicBezTo>
                        <a:pt x="81" y="350"/>
                        <a:pt x="81" y="350"/>
                        <a:pt x="81" y="350"/>
                      </a:cubicBezTo>
                      <a:cubicBezTo>
                        <a:pt x="97" y="365"/>
                        <a:pt x="97" y="365"/>
                        <a:pt x="97" y="365"/>
                      </a:cubicBezTo>
                      <a:cubicBezTo>
                        <a:pt x="109" y="365"/>
                        <a:pt x="109" y="365"/>
                        <a:pt x="109" y="365"/>
                      </a:cubicBezTo>
                      <a:cubicBezTo>
                        <a:pt x="103" y="382"/>
                        <a:pt x="103" y="382"/>
                        <a:pt x="103" y="382"/>
                      </a:cubicBezTo>
                      <a:cubicBezTo>
                        <a:pt x="110" y="383"/>
                        <a:pt x="110" y="383"/>
                        <a:pt x="110" y="383"/>
                      </a:cubicBezTo>
                      <a:cubicBezTo>
                        <a:pt x="110" y="383"/>
                        <a:pt x="110" y="403"/>
                        <a:pt x="117" y="406"/>
                      </a:cubicBezTo>
                      <a:cubicBezTo>
                        <a:pt x="124" y="409"/>
                        <a:pt x="136" y="413"/>
                        <a:pt x="136" y="413"/>
                      </a:cubicBezTo>
                      <a:cubicBezTo>
                        <a:pt x="136" y="413"/>
                        <a:pt x="153" y="401"/>
                        <a:pt x="156" y="395"/>
                      </a:cubicBezTo>
                      <a:cubicBezTo>
                        <a:pt x="159" y="389"/>
                        <a:pt x="177" y="389"/>
                        <a:pt x="177" y="389"/>
                      </a:cubicBezTo>
                      <a:cubicBezTo>
                        <a:pt x="196" y="377"/>
                        <a:pt x="196" y="377"/>
                        <a:pt x="196" y="377"/>
                      </a:cubicBezTo>
                      <a:cubicBezTo>
                        <a:pt x="196" y="377"/>
                        <a:pt x="229" y="379"/>
                        <a:pt x="235" y="377"/>
                      </a:cubicBezTo>
                      <a:cubicBezTo>
                        <a:pt x="241" y="375"/>
                        <a:pt x="251" y="371"/>
                        <a:pt x="251" y="371"/>
                      </a:cubicBezTo>
                      <a:cubicBezTo>
                        <a:pt x="251" y="371"/>
                        <a:pt x="259" y="379"/>
                        <a:pt x="265" y="378"/>
                      </a:cubicBezTo>
                      <a:cubicBezTo>
                        <a:pt x="271" y="377"/>
                        <a:pt x="287" y="370"/>
                        <a:pt x="287" y="370"/>
                      </a:cubicBezTo>
                      <a:cubicBezTo>
                        <a:pt x="287" y="370"/>
                        <a:pt x="286" y="382"/>
                        <a:pt x="297" y="374"/>
                      </a:cubicBezTo>
                      <a:cubicBezTo>
                        <a:pt x="308" y="366"/>
                        <a:pt x="310" y="347"/>
                        <a:pt x="310" y="347"/>
                      </a:cubicBezTo>
                      <a:cubicBezTo>
                        <a:pt x="331" y="329"/>
                        <a:pt x="331" y="329"/>
                        <a:pt x="331" y="329"/>
                      </a:cubicBezTo>
                      <a:cubicBezTo>
                        <a:pt x="354" y="328"/>
                        <a:pt x="354" y="328"/>
                        <a:pt x="354" y="328"/>
                      </a:cubicBezTo>
                      <a:cubicBezTo>
                        <a:pt x="356" y="315"/>
                        <a:pt x="356" y="315"/>
                        <a:pt x="356" y="315"/>
                      </a:cubicBezTo>
                      <a:cubicBezTo>
                        <a:pt x="356" y="315"/>
                        <a:pt x="367" y="286"/>
                        <a:pt x="370" y="284"/>
                      </a:cubicBezTo>
                      <a:cubicBezTo>
                        <a:pt x="373" y="282"/>
                        <a:pt x="400" y="279"/>
                        <a:pt x="401" y="270"/>
                      </a:cubicBezTo>
                      <a:cubicBezTo>
                        <a:pt x="402" y="261"/>
                        <a:pt x="379" y="249"/>
                        <a:pt x="379" y="249"/>
                      </a:cubicBezTo>
                      <a:cubicBezTo>
                        <a:pt x="379" y="249"/>
                        <a:pt x="377" y="226"/>
                        <a:pt x="385" y="215"/>
                      </a:cubicBezTo>
                      <a:cubicBezTo>
                        <a:pt x="393" y="204"/>
                        <a:pt x="404" y="191"/>
                        <a:pt x="404" y="191"/>
                      </a:cubicBezTo>
                      <a:cubicBezTo>
                        <a:pt x="404" y="191"/>
                        <a:pt x="421" y="173"/>
                        <a:pt x="424" y="172"/>
                      </a:cubicBezTo>
                      <a:cubicBezTo>
                        <a:pt x="427" y="171"/>
                        <a:pt x="439" y="163"/>
                        <a:pt x="436" y="161"/>
                      </a:cubicBezTo>
                      <a:cubicBezTo>
                        <a:pt x="433" y="159"/>
                        <a:pt x="428" y="151"/>
                        <a:pt x="438" y="146"/>
                      </a:cubicBezTo>
                      <a:cubicBezTo>
                        <a:pt x="448" y="141"/>
                        <a:pt x="472" y="136"/>
                        <a:pt x="485" y="131"/>
                      </a:cubicBezTo>
                      <a:cubicBezTo>
                        <a:pt x="498" y="126"/>
                        <a:pt x="514" y="113"/>
                        <a:pt x="514" y="113"/>
                      </a:cubicBezTo>
                      <a:cubicBezTo>
                        <a:pt x="514" y="113"/>
                        <a:pt x="534" y="104"/>
                        <a:pt x="535" y="10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6" name="Freeform 323"/>
                <p:cNvSpPr>
                  <a:spLocks/>
                </p:cNvSpPr>
                <p:nvPr/>
              </p:nvSpPr>
              <p:spPr bwMode="gray">
                <a:xfrm>
                  <a:off x="-7368" y="-15323"/>
                  <a:ext cx="366" cy="654"/>
                </a:xfrm>
                <a:custGeom>
                  <a:avLst/>
                  <a:gdLst>
                    <a:gd name="T0" fmla="*/ 141 w 155"/>
                    <a:gd name="T1" fmla="*/ 20 h 277"/>
                    <a:gd name="T2" fmla="*/ 140 w 155"/>
                    <a:gd name="T3" fmla="*/ 7 h 277"/>
                    <a:gd name="T4" fmla="*/ 111 w 155"/>
                    <a:gd name="T5" fmla="*/ 8 h 277"/>
                    <a:gd name="T6" fmla="*/ 104 w 155"/>
                    <a:gd name="T7" fmla="*/ 16 h 277"/>
                    <a:gd name="T8" fmla="*/ 87 w 155"/>
                    <a:gd name="T9" fmla="*/ 11 h 277"/>
                    <a:gd name="T10" fmla="*/ 70 w 155"/>
                    <a:gd name="T11" fmla="*/ 15 h 277"/>
                    <a:gd name="T12" fmla="*/ 76 w 155"/>
                    <a:gd name="T13" fmla="*/ 6 h 277"/>
                    <a:gd name="T14" fmla="*/ 62 w 155"/>
                    <a:gd name="T15" fmla="*/ 0 h 277"/>
                    <a:gd name="T16" fmla="*/ 41 w 155"/>
                    <a:gd name="T17" fmla="*/ 13 h 277"/>
                    <a:gd name="T18" fmla="*/ 46 w 155"/>
                    <a:gd name="T19" fmla="*/ 53 h 277"/>
                    <a:gd name="T20" fmla="*/ 23 w 155"/>
                    <a:gd name="T21" fmla="*/ 114 h 277"/>
                    <a:gd name="T22" fmla="*/ 9 w 155"/>
                    <a:gd name="T23" fmla="*/ 146 h 277"/>
                    <a:gd name="T24" fmla="*/ 6 w 155"/>
                    <a:gd name="T25" fmla="*/ 180 h 277"/>
                    <a:gd name="T26" fmla="*/ 23 w 155"/>
                    <a:gd name="T27" fmla="*/ 191 h 277"/>
                    <a:gd name="T28" fmla="*/ 30 w 155"/>
                    <a:gd name="T29" fmla="*/ 228 h 277"/>
                    <a:gd name="T30" fmla="*/ 20 w 155"/>
                    <a:gd name="T31" fmla="*/ 271 h 277"/>
                    <a:gd name="T32" fmla="*/ 52 w 155"/>
                    <a:gd name="T33" fmla="*/ 268 h 277"/>
                    <a:gd name="T34" fmla="*/ 62 w 155"/>
                    <a:gd name="T35" fmla="*/ 276 h 277"/>
                    <a:gd name="T36" fmla="*/ 87 w 155"/>
                    <a:gd name="T37" fmla="*/ 263 h 277"/>
                    <a:gd name="T38" fmla="*/ 85 w 155"/>
                    <a:gd name="T39" fmla="*/ 252 h 277"/>
                    <a:gd name="T40" fmla="*/ 86 w 155"/>
                    <a:gd name="T41" fmla="*/ 237 h 277"/>
                    <a:gd name="T42" fmla="*/ 96 w 155"/>
                    <a:gd name="T43" fmla="*/ 220 h 277"/>
                    <a:gd name="T44" fmla="*/ 110 w 155"/>
                    <a:gd name="T45" fmla="*/ 213 h 277"/>
                    <a:gd name="T46" fmla="*/ 101 w 155"/>
                    <a:gd name="T47" fmla="*/ 206 h 277"/>
                    <a:gd name="T48" fmla="*/ 92 w 155"/>
                    <a:gd name="T49" fmla="*/ 188 h 277"/>
                    <a:gd name="T50" fmla="*/ 114 w 155"/>
                    <a:gd name="T51" fmla="*/ 162 h 277"/>
                    <a:gd name="T52" fmla="*/ 103 w 155"/>
                    <a:gd name="T53" fmla="*/ 152 h 277"/>
                    <a:gd name="T54" fmla="*/ 103 w 155"/>
                    <a:gd name="T55" fmla="*/ 143 h 277"/>
                    <a:gd name="T56" fmla="*/ 87 w 155"/>
                    <a:gd name="T57" fmla="*/ 129 h 277"/>
                    <a:gd name="T58" fmla="*/ 108 w 155"/>
                    <a:gd name="T59" fmla="*/ 128 h 277"/>
                    <a:gd name="T60" fmla="*/ 120 w 155"/>
                    <a:gd name="T61" fmla="*/ 117 h 277"/>
                    <a:gd name="T62" fmla="*/ 116 w 155"/>
                    <a:gd name="T63" fmla="*/ 100 h 277"/>
                    <a:gd name="T64" fmla="*/ 122 w 155"/>
                    <a:gd name="T65" fmla="*/ 93 h 277"/>
                    <a:gd name="T66" fmla="*/ 128 w 155"/>
                    <a:gd name="T67" fmla="*/ 65 h 277"/>
                    <a:gd name="T68" fmla="*/ 120 w 155"/>
                    <a:gd name="T69" fmla="*/ 56 h 277"/>
                    <a:gd name="T70" fmla="*/ 154 w 155"/>
                    <a:gd name="T71" fmla="*/ 29 h 277"/>
                    <a:gd name="T72" fmla="*/ 141 w 155"/>
                    <a:gd name="T73" fmla="*/ 20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55" h="277">
                      <a:moveTo>
                        <a:pt x="141" y="20"/>
                      </a:moveTo>
                      <a:cubicBezTo>
                        <a:pt x="141" y="20"/>
                        <a:pt x="144" y="9"/>
                        <a:pt x="140" y="7"/>
                      </a:cubicBezTo>
                      <a:cubicBezTo>
                        <a:pt x="136" y="5"/>
                        <a:pt x="120" y="8"/>
                        <a:pt x="111" y="8"/>
                      </a:cubicBezTo>
                      <a:cubicBezTo>
                        <a:pt x="102" y="8"/>
                        <a:pt x="112" y="12"/>
                        <a:pt x="104" y="16"/>
                      </a:cubicBezTo>
                      <a:cubicBezTo>
                        <a:pt x="96" y="20"/>
                        <a:pt x="94" y="11"/>
                        <a:pt x="87" y="11"/>
                      </a:cubicBezTo>
                      <a:cubicBezTo>
                        <a:pt x="80" y="11"/>
                        <a:pt x="76" y="15"/>
                        <a:pt x="70" y="15"/>
                      </a:cubicBezTo>
                      <a:cubicBezTo>
                        <a:pt x="64" y="15"/>
                        <a:pt x="71" y="11"/>
                        <a:pt x="76" y="6"/>
                      </a:cubicBezTo>
                      <a:cubicBezTo>
                        <a:pt x="81" y="1"/>
                        <a:pt x="76" y="0"/>
                        <a:pt x="62" y="0"/>
                      </a:cubicBezTo>
                      <a:cubicBezTo>
                        <a:pt x="53" y="0"/>
                        <a:pt x="46" y="7"/>
                        <a:pt x="41" y="13"/>
                      </a:cubicBezTo>
                      <a:cubicBezTo>
                        <a:pt x="44" y="23"/>
                        <a:pt x="47" y="40"/>
                        <a:pt x="46" y="53"/>
                      </a:cubicBezTo>
                      <a:cubicBezTo>
                        <a:pt x="45" y="74"/>
                        <a:pt x="23" y="114"/>
                        <a:pt x="23" y="114"/>
                      </a:cubicBezTo>
                      <a:cubicBezTo>
                        <a:pt x="9" y="146"/>
                        <a:pt x="9" y="146"/>
                        <a:pt x="9" y="146"/>
                      </a:cubicBezTo>
                      <a:cubicBezTo>
                        <a:pt x="9" y="146"/>
                        <a:pt x="0" y="173"/>
                        <a:pt x="6" y="180"/>
                      </a:cubicBezTo>
                      <a:cubicBezTo>
                        <a:pt x="12" y="187"/>
                        <a:pt x="23" y="191"/>
                        <a:pt x="23" y="191"/>
                      </a:cubicBezTo>
                      <a:cubicBezTo>
                        <a:pt x="30" y="228"/>
                        <a:pt x="30" y="228"/>
                        <a:pt x="30" y="228"/>
                      </a:cubicBezTo>
                      <a:cubicBezTo>
                        <a:pt x="30" y="228"/>
                        <a:pt x="14" y="270"/>
                        <a:pt x="20" y="271"/>
                      </a:cubicBezTo>
                      <a:cubicBezTo>
                        <a:pt x="26" y="272"/>
                        <a:pt x="52" y="268"/>
                        <a:pt x="52" y="268"/>
                      </a:cubicBezTo>
                      <a:cubicBezTo>
                        <a:pt x="52" y="268"/>
                        <a:pt x="56" y="277"/>
                        <a:pt x="62" y="276"/>
                      </a:cubicBezTo>
                      <a:cubicBezTo>
                        <a:pt x="67" y="275"/>
                        <a:pt x="84" y="265"/>
                        <a:pt x="87" y="263"/>
                      </a:cubicBezTo>
                      <a:cubicBezTo>
                        <a:pt x="85" y="252"/>
                        <a:pt x="85" y="252"/>
                        <a:pt x="85" y="252"/>
                      </a:cubicBezTo>
                      <a:cubicBezTo>
                        <a:pt x="85" y="252"/>
                        <a:pt x="84" y="244"/>
                        <a:pt x="86" y="237"/>
                      </a:cubicBezTo>
                      <a:cubicBezTo>
                        <a:pt x="88" y="230"/>
                        <a:pt x="96" y="220"/>
                        <a:pt x="96" y="220"/>
                      </a:cubicBezTo>
                      <a:cubicBezTo>
                        <a:pt x="96" y="220"/>
                        <a:pt x="106" y="219"/>
                        <a:pt x="110" y="213"/>
                      </a:cubicBezTo>
                      <a:cubicBezTo>
                        <a:pt x="114" y="207"/>
                        <a:pt x="101" y="206"/>
                        <a:pt x="101" y="206"/>
                      </a:cubicBezTo>
                      <a:cubicBezTo>
                        <a:pt x="101" y="206"/>
                        <a:pt x="96" y="192"/>
                        <a:pt x="92" y="188"/>
                      </a:cubicBezTo>
                      <a:cubicBezTo>
                        <a:pt x="88" y="184"/>
                        <a:pt x="112" y="170"/>
                        <a:pt x="114" y="162"/>
                      </a:cubicBezTo>
                      <a:cubicBezTo>
                        <a:pt x="116" y="154"/>
                        <a:pt x="103" y="152"/>
                        <a:pt x="103" y="152"/>
                      </a:cubicBezTo>
                      <a:cubicBezTo>
                        <a:pt x="103" y="143"/>
                        <a:pt x="103" y="143"/>
                        <a:pt x="103" y="143"/>
                      </a:cubicBezTo>
                      <a:cubicBezTo>
                        <a:pt x="87" y="129"/>
                        <a:pt x="87" y="129"/>
                        <a:pt x="87" y="129"/>
                      </a:cubicBezTo>
                      <a:cubicBezTo>
                        <a:pt x="87" y="129"/>
                        <a:pt x="104" y="129"/>
                        <a:pt x="108" y="128"/>
                      </a:cubicBezTo>
                      <a:cubicBezTo>
                        <a:pt x="112" y="127"/>
                        <a:pt x="120" y="120"/>
                        <a:pt x="120" y="117"/>
                      </a:cubicBezTo>
                      <a:cubicBezTo>
                        <a:pt x="120" y="114"/>
                        <a:pt x="116" y="100"/>
                        <a:pt x="116" y="100"/>
                      </a:cubicBezTo>
                      <a:cubicBezTo>
                        <a:pt x="116" y="100"/>
                        <a:pt x="121" y="96"/>
                        <a:pt x="122" y="93"/>
                      </a:cubicBezTo>
                      <a:cubicBezTo>
                        <a:pt x="123" y="90"/>
                        <a:pt x="128" y="65"/>
                        <a:pt x="128" y="65"/>
                      </a:cubicBezTo>
                      <a:cubicBezTo>
                        <a:pt x="128" y="65"/>
                        <a:pt x="119" y="60"/>
                        <a:pt x="120" y="56"/>
                      </a:cubicBezTo>
                      <a:cubicBezTo>
                        <a:pt x="121" y="52"/>
                        <a:pt x="153" y="37"/>
                        <a:pt x="154" y="29"/>
                      </a:cubicBezTo>
                      <a:cubicBezTo>
                        <a:pt x="155" y="21"/>
                        <a:pt x="141" y="20"/>
                        <a:pt x="141" y="2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1" name="Freeform 324"/>
                <p:cNvSpPr>
                  <a:spLocks noEditPoints="1"/>
                </p:cNvSpPr>
                <p:nvPr/>
              </p:nvSpPr>
              <p:spPr bwMode="gray">
                <a:xfrm>
                  <a:off x="-14736" y="-10655"/>
                  <a:ext cx="4389" cy="4958"/>
                </a:xfrm>
                <a:custGeom>
                  <a:avLst/>
                  <a:gdLst>
                    <a:gd name="T0" fmla="*/ 1096 w 1858"/>
                    <a:gd name="T1" fmla="*/ 350 h 2099"/>
                    <a:gd name="T2" fmla="*/ 1201 w 1858"/>
                    <a:gd name="T3" fmla="*/ 299 h 2099"/>
                    <a:gd name="T4" fmla="*/ 1144 w 1858"/>
                    <a:gd name="T5" fmla="*/ 291 h 2099"/>
                    <a:gd name="T6" fmla="*/ 1124 w 1858"/>
                    <a:gd name="T7" fmla="*/ 270 h 2099"/>
                    <a:gd name="T8" fmla="*/ 1087 w 1858"/>
                    <a:gd name="T9" fmla="*/ 283 h 2099"/>
                    <a:gd name="T10" fmla="*/ 1837 w 1858"/>
                    <a:gd name="T11" fmla="*/ 583 h 2099"/>
                    <a:gd name="T12" fmla="*/ 1713 w 1858"/>
                    <a:gd name="T13" fmla="*/ 532 h 2099"/>
                    <a:gd name="T14" fmla="*/ 1445 w 1858"/>
                    <a:gd name="T15" fmla="*/ 412 h 2099"/>
                    <a:gd name="T16" fmla="*/ 1377 w 1858"/>
                    <a:gd name="T17" fmla="*/ 411 h 2099"/>
                    <a:gd name="T18" fmla="*/ 1258 w 1858"/>
                    <a:gd name="T19" fmla="*/ 316 h 2099"/>
                    <a:gd name="T20" fmla="*/ 1154 w 1858"/>
                    <a:gd name="T21" fmla="*/ 423 h 2099"/>
                    <a:gd name="T22" fmla="*/ 1062 w 1858"/>
                    <a:gd name="T23" fmla="*/ 356 h 2099"/>
                    <a:gd name="T24" fmla="*/ 1095 w 1858"/>
                    <a:gd name="T25" fmla="*/ 270 h 2099"/>
                    <a:gd name="T26" fmla="*/ 1063 w 1858"/>
                    <a:gd name="T27" fmla="*/ 52 h 2099"/>
                    <a:gd name="T28" fmla="*/ 971 w 1858"/>
                    <a:gd name="T29" fmla="*/ 160 h 2099"/>
                    <a:gd name="T30" fmla="*/ 888 w 1858"/>
                    <a:gd name="T31" fmla="*/ 145 h 2099"/>
                    <a:gd name="T32" fmla="*/ 807 w 1858"/>
                    <a:gd name="T33" fmla="*/ 183 h 2099"/>
                    <a:gd name="T34" fmla="*/ 702 w 1858"/>
                    <a:gd name="T35" fmla="*/ 221 h 2099"/>
                    <a:gd name="T36" fmla="*/ 664 w 1858"/>
                    <a:gd name="T37" fmla="*/ 91 h 2099"/>
                    <a:gd name="T38" fmla="*/ 641 w 1858"/>
                    <a:gd name="T39" fmla="*/ 7 h 2099"/>
                    <a:gd name="T40" fmla="*/ 559 w 1858"/>
                    <a:gd name="T41" fmla="*/ 64 h 2099"/>
                    <a:gd name="T42" fmla="*/ 460 w 1858"/>
                    <a:gd name="T43" fmla="*/ 60 h 2099"/>
                    <a:gd name="T44" fmla="*/ 493 w 1858"/>
                    <a:gd name="T45" fmla="*/ 154 h 2099"/>
                    <a:gd name="T46" fmla="*/ 393 w 1858"/>
                    <a:gd name="T47" fmla="*/ 251 h 2099"/>
                    <a:gd name="T48" fmla="*/ 306 w 1858"/>
                    <a:gd name="T49" fmla="*/ 180 h 2099"/>
                    <a:gd name="T50" fmla="*/ 191 w 1858"/>
                    <a:gd name="T51" fmla="*/ 223 h 2099"/>
                    <a:gd name="T52" fmla="*/ 197 w 1858"/>
                    <a:gd name="T53" fmla="*/ 313 h 2099"/>
                    <a:gd name="T54" fmla="*/ 183 w 1858"/>
                    <a:gd name="T55" fmla="*/ 518 h 2099"/>
                    <a:gd name="T56" fmla="*/ 66 w 1858"/>
                    <a:gd name="T57" fmla="*/ 547 h 2099"/>
                    <a:gd name="T58" fmla="*/ 9 w 1858"/>
                    <a:gd name="T59" fmla="*/ 674 h 2099"/>
                    <a:gd name="T60" fmla="*/ 43 w 1858"/>
                    <a:gd name="T61" fmla="*/ 791 h 2099"/>
                    <a:gd name="T62" fmla="*/ 170 w 1858"/>
                    <a:gd name="T63" fmla="*/ 874 h 2099"/>
                    <a:gd name="T64" fmla="*/ 288 w 1858"/>
                    <a:gd name="T65" fmla="*/ 859 h 2099"/>
                    <a:gd name="T66" fmla="*/ 405 w 1858"/>
                    <a:gd name="T67" fmla="*/ 814 h 2099"/>
                    <a:gd name="T68" fmla="*/ 442 w 1858"/>
                    <a:gd name="T69" fmla="*/ 932 h 2099"/>
                    <a:gd name="T70" fmla="*/ 552 w 1858"/>
                    <a:gd name="T71" fmla="*/ 986 h 2099"/>
                    <a:gd name="T72" fmla="*/ 675 w 1858"/>
                    <a:gd name="T73" fmla="*/ 1092 h 2099"/>
                    <a:gd name="T74" fmla="*/ 816 w 1858"/>
                    <a:gd name="T75" fmla="*/ 1262 h 2099"/>
                    <a:gd name="T76" fmla="*/ 810 w 1858"/>
                    <a:gd name="T77" fmla="*/ 1406 h 2099"/>
                    <a:gd name="T78" fmla="*/ 987 w 1858"/>
                    <a:gd name="T79" fmla="*/ 1564 h 2099"/>
                    <a:gd name="T80" fmla="*/ 1043 w 1858"/>
                    <a:gd name="T81" fmla="*/ 1690 h 2099"/>
                    <a:gd name="T82" fmla="*/ 969 w 1858"/>
                    <a:gd name="T83" fmla="*/ 1810 h 2099"/>
                    <a:gd name="T84" fmla="*/ 915 w 1858"/>
                    <a:gd name="T85" fmla="*/ 1912 h 2099"/>
                    <a:gd name="T86" fmla="*/ 1049 w 1858"/>
                    <a:gd name="T87" fmla="*/ 1978 h 2099"/>
                    <a:gd name="T88" fmla="*/ 1118 w 1858"/>
                    <a:gd name="T89" fmla="*/ 2099 h 2099"/>
                    <a:gd name="T90" fmla="*/ 1165 w 1858"/>
                    <a:gd name="T91" fmla="*/ 1984 h 2099"/>
                    <a:gd name="T92" fmla="*/ 1208 w 1858"/>
                    <a:gd name="T93" fmla="*/ 1956 h 2099"/>
                    <a:gd name="T94" fmla="*/ 1200 w 1858"/>
                    <a:gd name="T95" fmla="*/ 1987 h 2099"/>
                    <a:gd name="T96" fmla="*/ 1294 w 1858"/>
                    <a:gd name="T97" fmla="*/ 1764 h 2099"/>
                    <a:gd name="T98" fmla="*/ 1279 w 1858"/>
                    <a:gd name="T99" fmla="*/ 1678 h 2099"/>
                    <a:gd name="T100" fmla="*/ 1311 w 1858"/>
                    <a:gd name="T101" fmla="*/ 1617 h 2099"/>
                    <a:gd name="T102" fmla="*/ 1412 w 1858"/>
                    <a:gd name="T103" fmla="*/ 1561 h 2099"/>
                    <a:gd name="T104" fmla="*/ 1459 w 1858"/>
                    <a:gd name="T105" fmla="*/ 1519 h 2099"/>
                    <a:gd name="T106" fmla="*/ 1571 w 1858"/>
                    <a:gd name="T107" fmla="*/ 1506 h 2099"/>
                    <a:gd name="T108" fmla="*/ 1629 w 1858"/>
                    <a:gd name="T109" fmla="*/ 1372 h 2099"/>
                    <a:gd name="T110" fmla="*/ 1671 w 1858"/>
                    <a:gd name="T111" fmla="*/ 1213 h 2099"/>
                    <a:gd name="T112" fmla="*/ 1674 w 1858"/>
                    <a:gd name="T113" fmla="*/ 972 h 2099"/>
                    <a:gd name="T114" fmla="*/ 1782 w 1858"/>
                    <a:gd name="T115" fmla="*/ 855 h 20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858" h="2099">
                      <a:moveTo>
                        <a:pt x="1146" y="299"/>
                      </a:moveTo>
                      <a:cubicBezTo>
                        <a:pt x="1140" y="298"/>
                        <a:pt x="1112" y="291"/>
                        <a:pt x="1102" y="293"/>
                      </a:cubicBezTo>
                      <a:cubicBezTo>
                        <a:pt x="1092" y="295"/>
                        <a:pt x="1103" y="318"/>
                        <a:pt x="1103" y="318"/>
                      </a:cubicBezTo>
                      <a:cubicBezTo>
                        <a:pt x="1092" y="320"/>
                        <a:pt x="1092" y="320"/>
                        <a:pt x="1092" y="320"/>
                      </a:cubicBezTo>
                      <a:cubicBezTo>
                        <a:pt x="1092" y="336"/>
                        <a:pt x="1092" y="336"/>
                        <a:pt x="1092" y="336"/>
                      </a:cubicBezTo>
                      <a:cubicBezTo>
                        <a:pt x="1106" y="342"/>
                        <a:pt x="1106" y="342"/>
                        <a:pt x="1106" y="342"/>
                      </a:cubicBezTo>
                      <a:cubicBezTo>
                        <a:pt x="1096" y="350"/>
                        <a:pt x="1096" y="350"/>
                        <a:pt x="1096" y="350"/>
                      </a:cubicBezTo>
                      <a:cubicBezTo>
                        <a:pt x="1096" y="350"/>
                        <a:pt x="1099" y="366"/>
                        <a:pt x="1105" y="376"/>
                      </a:cubicBezTo>
                      <a:cubicBezTo>
                        <a:pt x="1112" y="386"/>
                        <a:pt x="1132" y="380"/>
                        <a:pt x="1139" y="380"/>
                      </a:cubicBezTo>
                      <a:cubicBezTo>
                        <a:pt x="1145" y="380"/>
                        <a:pt x="1144" y="372"/>
                        <a:pt x="1144" y="372"/>
                      </a:cubicBezTo>
                      <a:cubicBezTo>
                        <a:pt x="1144" y="372"/>
                        <a:pt x="1157" y="368"/>
                        <a:pt x="1168" y="368"/>
                      </a:cubicBezTo>
                      <a:cubicBezTo>
                        <a:pt x="1179" y="368"/>
                        <a:pt x="1186" y="355"/>
                        <a:pt x="1186" y="355"/>
                      </a:cubicBezTo>
                      <a:cubicBezTo>
                        <a:pt x="1195" y="326"/>
                        <a:pt x="1195" y="326"/>
                        <a:pt x="1195" y="326"/>
                      </a:cubicBezTo>
                      <a:cubicBezTo>
                        <a:pt x="1195" y="326"/>
                        <a:pt x="1202" y="312"/>
                        <a:pt x="1201" y="299"/>
                      </a:cubicBezTo>
                      <a:cubicBezTo>
                        <a:pt x="1200" y="286"/>
                        <a:pt x="1180" y="291"/>
                        <a:pt x="1169" y="291"/>
                      </a:cubicBezTo>
                      <a:cubicBezTo>
                        <a:pt x="1169" y="291"/>
                        <a:pt x="1153" y="300"/>
                        <a:pt x="1146" y="299"/>
                      </a:cubicBezTo>
                      <a:close/>
                      <a:moveTo>
                        <a:pt x="1144" y="291"/>
                      </a:moveTo>
                      <a:cubicBezTo>
                        <a:pt x="1159" y="286"/>
                        <a:pt x="1159" y="286"/>
                        <a:pt x="1159" y="286"/>
                      </a:cubicBezTo>
                      <a:cubicBezTo>
                        <a:pt x="1147" y="275"/>
                        <a:pt x="1147" y="275"/>
                        <a:pt x="1147" y="275"/>
                      </a:cubicBezTo>
                      <a:cubicBezTo>
                        <a:pt x="1132" y="292"/>
                        <a:pt x="1132" y="292"/>
                        <a:pt x="1132" y="292"/>
                      </a:cubicBezTo>
                      <a:lnTo>
                        <a:pt x="1144" y="291"/>
                      </a:lnTo>
                      <a:close/>
                      <a:moveTo>
                        <a:pt x="1124" y="270"/>
                      </a:moveTo>
                      <a:cubicBezTo>
                        <a:pt x="1110" y="271"/>
                        <a:pt x="1110" y="271"/>
                        <a:pt x="1110" y="271"/>
                      </a:cubicBezTo>
                      <a:cubicBezTo>
                        <a:pt x="1109" y="282"/>
                        <a:pt x="1109" y="282"/>
                        <a:pt x="1109" y="282"/>
                      </a:cubicBezTo>
                      <a:cubicBezTo>
                        <a:pt x="1131" y="283"/>
                        <a:pt x="1131" y="283"/>
                        <a:pt x="1131" y="283"/>
                      </a:cubicBezTo>
                      <a:cubicBezTo>
                        <a:pt x="1143" y="266"/>
                        <a:pt x="1143" y="266"/>
                        <a:pt x="1143" y="266"/>
                      </a:cubicBezTo>
                      <a:cubicBezTo>
                        <a:pt x="1134" y="255"/>
                        <a:pt x="1134" y="255"/>
                        <a:pt x="1134" y="255"/>
                      </a:cubicBezTo>
                      <a:lnTo>
                        <a:pt x="1124" y="270"/>
                      </a:lnTo>
                      <a:close/>
                      <a:moveTo>
                        <a:pt x="1050" y="326"/>
                      </a:moveTo>
                      <a:cubicBezTo>
                        <a:pt x="1047" y="340"/>
                        <a:pt x="1047" y="340"/>
                        <a:pt x="1047" y="340"/>
                      </a:cubicBezTo>
                      <a:cubicBezTo>
                        <a:pt x="1037" y="363"/>
                        <a:pt x="1037" y="363"/>
                        <a:pt x="1037" y="363"/>
                      </a:cubicBezTo>
                      <a:cubicBezTo>
                        <a:pt x="1057" y="351"/>
                        <a:pt x="1057" y="351"/>
                        <a:pt x="1057" y="351"/>
                      </a:cubicBezTo>
                      <a:cubicBezTo>
                        <a:pt x="1057" y="351"/>
                        <a:pt x="1079" y="321"/>
                        <a:pt x="1071" y="316"/>
                      </a:cubicBezTo>
                      <a:cubicBezTo>
                        <a:pt x="1062" y="310"/>
                        <a:pt x="1050" y="326"/>
                        <a:pt x="1050" y="326"/>
                      </a:cubicBezTo>
                      <a:close/>
                      <a:moveTo>
                        <a:pt x="1087" y="283"/>
                      </a:moveTo>
                      <a:cubicBezTo>
                        <a:pt x="1074" y="299"/>
                        <a:pt x="1074" y="299"/>
                        <a:pt x="1074" y="299"/>
                      </a:cubicBezTo>
                      <a:cubicBezTo>
                        <a:pt x="1085" y="304"/>
                        <a:pt x="1085" y="304"/>
                        <a:pt x="1085" y="304"/>
                      </a:cubicBezTo>
                      <a:cubicBezTo>
                        <a:pt x="1096" y="287"/>
                        <a:pt x="1096" y="287"/>
                        <a:pt x="1096" y="287"/>
                      </a:cubicBezTo>
                      <a:lnTo>
                        <a:pt x="1087" y="283"/>
                      </a:lnTo>
                      <a:close/>
                      <a:moveTo>
                        <a:pt x="1855" y="667"/>
                      </a:moveTo>
                      <a:cubicBezTo>
                        <a:pt x="1855" y="650"/>
                        <a:pt x="1839" y="626"/>
                        <a:pt x="1838" y="615"/>
                      </a:cubicBezTo>
                      <a:cubicBezTo>
                        <a:pt x="1837" y="604"/>
                        <a:pt x="1837" y="592"/>
                        <a:pt x="1837" y="583"/>
                      </a:cubicBezTo>
                      <a:cubicBezTo>
                        <a:pt x="1837" y="574"/>
                        <a:pt x="1819" y="558"/>
                        <a:pt x="1819" y="558"/>
                      </a:cubicBezTo>
                      <a:cubicBezTo>
                        <a:pt x="1798" y="554"/>
                        <a:pt x="1798" y="554"/>
                        <a:pt x="1798" y="554"/>
                      </a:cubicBezTo>
                      <a:cubicBezTo>
                        <a:pt x="1764" y="559"/>
                        <a:pt x="1764" y="559"/>
                        <a:pt x="1764" y="559"/>
                      </a:cubicBezTo>
                      <a:cubicBezTo>
                        <a:pt x="1753" y="549"/>
                        <a:pt x="1753" y="549"/>
                        <a:pt x="1753" y="549"/>
                      </a:cubicBezTo>
                      <a:cubicBezTo>
                        <a:pt x="1740" y="548"/>
                        <a:pt x="1740" y="548"/>
                        <a:pt x="1740" y="548"/>
                      </a:cubicBezTo>
                      <a:cubicBezTo>
                        <a:pt x="1728" y="533"/>
                        <a:pt x="1728" y="533"/>
                        <a:pt x="1728" y="533"/>
                      </a:cubicBezTo>
                      <a:cubicBezTo>
                        <a:pt x="1713" y="532"/>
                        <a:pt x="1713" y="532"/>
                        <a:pt x="1713" y="532"/>
                      </a:cubicBezTo>
                      <a:cubicBezTo>
                        <a:pt x="1713" y="532"/>
                        <a:pt x="1695" y="512"/>
                        <a:pt x="1678" y="491"/>
                      </a:cubicBezTo>
                      <a:cubicBezTo>
                        <a:pt x="1661" y="470"/>
                        <a:pt x="1612" y="439"/>
                        <a:pt x="1596" y="438"/>
                      </a:cubicBezTo>
                      <a:cubicBezTo>
                        <a:pt x="1580" y="437"/>
                        <a:pt x="1547" y="439"/>
                        <a:pt x="1547" y="439"/>
                      </a:cubicBezTo>
                      <a:cubicBezTo>
                        <a:pt x="1547" y="449"/>
                        <a:pt x="1547" y="449"/>
                        <a:pt x="1547" y="449"/>
                      </a:cubicBezTo>
                      <a:cubicBezTo>
                        <a:pt x="1547" y="449"/>
                        <a:pt x="1532" y="439"/>
                        <a:pt x="1525" y="436"/>
                      </a:cubicBezTo>
                      <a:cubicBezTo>
                        <a:pt x="1518" y="433"/>
                        <a:pt x="1492" y="432"/>
                        <a:pt x="1492" y="432"/>
                      </a:cubicBezTo>
                      <a:cubicBezTo>
                        <a:pt x="1492" y="432"/>
                        <a:pt x="1464" y="415"/>
                        <a:pt x="1445" y="412"/>
                      </a:cubicBezTo>
                      <a:cubicBezTo>
                        <a:pt x="1426" y="409"/>
                        <a:pt x="1406" y="442"/>
                        <a:pt x="1406" y="442"/>
                      </a:cubicBezTo>
                      <a:cubicBezTo>
                        <a:pt x="1395" y="429"/>
                        <a:pt x="1395" y="429"/>
                        <a:pt x="1395" y="429"/>
                      </a:cubicBezTo>
                      <a:cubicBezTo>
                        <a:pt x="1395" y="451"/>
                        <a:pt x="1395" y="451"/>
                        <a:pt x="1395" y="451"/>
                      </a:cubicBezTo>
                      <a:cubicBezTo>
                        <a:pt x="1375" y="466"/>
                        <a:pt x="1375" y="466"/>
                        <a:pt x="1375" y="466"/>
                      </a:cubicBezTo>
                      <a:cubicBezTo>
                        <a:pt x="1386" y="422"/>
                        <a:pt x="1386" y="422"/>
                        <a:pt x="1386" y="422"/>
                      </a:cubicBezTo>
                      <a:cubicBezTo>
                        <a:pt x="1386" y="422"/>
                        <a:pt x="1404" y="412"/>
                        <a:pt x="1397" y="402"/>
                      </a:cubicBezTo>
                      <a:cubicBezTo>
                        <a:pt x="1390" y="392"/>
                        <a:pt x="1377" y="411"/>
                        <a:pt x="1377" y="411"/>
                      </a:cubicBezTo>
                      <a:cubicBezTo>
                        <a:pt x="1386" y="389"/>
                        <a:pt x="1386" y="389"/>
                        <a:pt x="1386" y="389"/>
                      </a:cubicBezTo>
                      <a:cubicBezTo>
                        <a:pt x="1386" y="389"/>
                        <a:pt x="1377" y="388"/>
                        <a:pt x="1378" y="381"/>
                      </a:cubicBezTo>
                      <a:cubicBezTo>
                        <a:pt x="1379" y="374"/>
                        <a:pt x="1358" y="365"/>
                        <a:pt x="1358" y="365"/>
                      </a:cubicBezTo>
                      <a:cubicBezTo>
                        <a:pt x="1350" y="377"/>
                        <a:pt x="1350" y="377"/>
                        <a:pt x="1350" y="377"/>
                      </a:cubicBezTo>
                      <a:cubicBezTo>
                        <a:pt x="1350" y="377"/>
                        <a:pt x="1337" y="360"/>
                        <a:pt x="1327" y="350"/>
                      </a:cubicBezTo>
                      <a:cubicBezTo>
                        <a:pt x="1317" y="340"/>
                        <a:pt x="1290" y="342"/>
                        <a:pt x="1286" y="338"/>
                      </a:cubicBezTo>
                      <a:cubicBezTo>
                        <a:pt x="1282" y="334"/>
                        <a:pt x="1258" y="316"/>
                        <a:pt x="1258" y="316"/>
                      </a:cubicBezTo>
                      <a:cubicBezTo>
                        <a:pt x="1252" y="324"/>
                        <a:pt x="1252" y="324"/>
                        <a:pt x="1252" y="324"/>
                      </a:cubicBezTo>
                      <a:cubicBezTo>
                        <a:pt x="1252" y="324"/>
                        <a:pt x="1231" y="323"/>
                        <a:pt x="1221" y="322"/>
                      </a:cubicBezTo>
                      <a:cubicBezTo>
                        <a:pt x="1211" y="321"/>
                        <a:pt x="1203" y="356"/>
                        <a:pt x="1203" y="356"/>
                      </a:cubicBezTo>
                      <a:cubicBezTo>
                        <a:pt x="1210" y="368"/>
                        <a:pt x="1210" y="368"/>
                        <a:pt x="1210" y="368"/>
                      </a:cubicBezTo>
                      <a:cubicBezTo>
                        <a:pt x="1210" y="368"/>
                        <a:pt x="1196" y="369"/>
                        <a:pt x="1188" y="369"/>
                      </a:cubicBezTo>
                      <a:cubicBezTo>
                        <a:pt x="1180" y="369"/>
                        <a:pt x="1168" y="391"/>
                        <a:pt x="1168" y="391"/>
                      </a:cubicBezTo>
                      <a:cubicBezTo>
                        <a:pt x="1168" y="391"/>
                        <a:pt x="1161" y="424"/>
                        <a:pt x="1154" y="423"/>
                      </a:cubicBezTo>
                      <a:cubicBezTo>
                        <a:pt x="1147" y="422"/>
                        <a:pt x="1163" y="397"/>
                        <a:pt x="1160" y="386"/>
                      </a:cubicBezTo>
                      <a:cubicBezTo>
                        <a:pt x="1157" y="375"/>
                        <a:pt x="1137" y="396"/>
                        <a:pt x="1137" y="396"/>
                      </a:cubicBezTo>
                      <a:cubicBezTo>
                        <a:pt x="1130" y="390"/>
                        <a:pt x="1130" y="390"/>
                        <a:pt x="1130" y="390"/>
                      </a:cubicBezTo>
                      <a:cubicBezTo>
                        <a:pt x="1130" y="390"/>
                        <a:pt x="1109" y="395"/>
                        <a:pt x="1098" y="388"/>
                      </a:cubicBezTo>
                      <a:cubicBezTo>
                        <a:pt x="1087" y="381"/>
                        <a:pt x="1089" y="371"/>
                        <a:pt x="1089" y="358"/>
                      </a:cubicBezTo>
                      <a:cubicBezTo>
                        <a:pt x="1089" y="345"/>
                        <a:pt x="1084" y="337"/>
                        <a:pt x="1084" y="337"/>
                      </a:cubicBezTo>
                      <a:cubicBezTo>
                        <a:pt x="1077" y="330"/>
                        <a:pt x="1062" y="356"/>
                        <a:pt x="1062" y="356"/>
                      </a:cubicBezTo>
                      <a:cubicBezTo>
                        <a:pt x="1062" y="356"/>
                        <a:pt x="1041" y="371"/>
                        <a:pt x="1029" y="373"/>
                      </a:cubicBezTo>
                      <a:cubicBezTo>
                        <a:pt x="1017" y="375"/>
                        <a:pt x="1003" y="368"/>
                        <a:pt x="1003" y="368"/>
                      </a:cubicBezTo>
                      <a:cubicBezTo>
                        <a:pt x="1029" y="360"/>
                        <a:pt x="1029" y="360"/>
                        <a:pt x="1029" y="360"/>
                      </a:cubicBezTo>
                      <a:cubicBezTo>
                        <a:pt x="1029" y="360"/>
                        <a:pt x="1039" y="348"/>
                        <a:pt x="1042" y="343"/>
                      </a:cubicBezTo>
                      <a:cubicBezTo>
                        <a:pt x="1045" y="338"/>
                        <a:pt x="1044" y="326"/>
                        <a:pt x="1044" y="326"/>
                      </a:cubicBezTo>
                      <a:cubicBezTo>
                        <a:pt x="1044" y="326"/>
                        <a:pt x="1053" y="320"/>
                        <a:pt x="1057" y="308"/>
                      </a:cubicBezTo>
                      <a:cubicBezTo>
                        <a:pt x="1061" y="296"/>
                        <a:pt x="1085" y="277"/>
                        <a:pt x="1095" y="270"/>
                      </a:cubicBezTo>
                      <a:cubicBezTo>
                        <a:pt x="1105" y="263"/>
                        <a:pt x="1107" y="254"/>
                        <a:pt x="1111" y="245"/>
                      </a:cubicBezTo>
                      <a:cubicBezTo>
                        <a:pt x="1115" y="236"/>
                        <a:pt x="1136" y="223"/>
                        <a:pt x="1136" y="223"/>
                      </a:cubicBezTo>
                      <a:cubicBezTo>
                        <a:pt x="1123" y="221"/>
                        <a:pt x="1123" y="221"/>
                        <a:pt x="1123" y="221"/>
                      </a:cubicBezTo>
                      <a:cubicBezTo>
                        <a:pt x="1123" y="221"/>
                        <a:pt x="1135" y="215"/>
                        <a:pt x="1135" y="199"/>
                      </a:cubicBezTo>
                      <a:cubicBezTo>
                        <a:pt x="1135" y="183"/>
                        <a:pt x="1108" y="192"/>
                        <a:pt x="1098" y="181"/>
                      </a:cubicBezTo>
                      <a:cubicBezTo>
                        <a:pt x="1088" y="170"/>
                        <a:pt x="1088" y="147"/>
                        <a:pt x="1084" y="110"/>
                      </a:cubicBezTo>
                      <a:cubicBezTo>
                        <a:pt x="1080" y="73"/>
                        <a:pt x="1072" y="55"/>
                        <a:pt x="1063" y="52"/>
                      </a:cubicBezTo>
                      <a:cubicBezTo>
                        <a:pt x="1054" y="49"/>
                        <a:pt x="1060" y="68"/>
                        <a:pt x="1060" y="72"/>
                      </a:cubicBezTo>
                      <a:cubicBezTo>
                        <a:pt x="1060" y="76"/>
                        <a:pt x="1050" y="71"/>
                        <a:pt x="1048" y="66"/>
                      </a:cubicBezTo>
                      <a:cubicBezTo>
                        <a:pt x="1048" y="66"/>
                        <a:pt x="1043" y="83"/>
                        <a:pt x="1036" y="89"/>
                      </a:cubicBezTo>
                      <a:cubicBezTo>
                        <a:pt x="1029" y="95"/>
                        <a:pt x="1020" y="110"/>
                        <a:pt x="1017" y="120"/>
                      </a:cubicBezTo>
                      <a:cubicBezTo>
                        <a:pt x="1014" y="130"/>
                        <a:pt x="1013" y="149"/>
                        <a:pt x="996" y="163"/>
                      </a:cubicBezTo>
                      <a:cubicBezTo>
                        <a:pt x="996" y="163"/>
                        <a:pt x="981" y="169"/>
                        <a:pt x="975" y="169"/>
                      </a:cubicBezTo>
                      <a:cubicBezTo>
                        <a:pt x="975" y="168"/>
                        <a:pt x="971" y="160"/>
                        <a:pt x="971" y="160"/>
                      </a:cubicBezTo>
                      <a:cubicBezTo>
                        <a:pt x="967" y="165"/>
                        <a:pt x="967" y="165"/>
                        <a:pt x="967" y="165"/>
                      </a:cubicBezTo>
                      <a:cubicBezTo>
                        <a:pt x="957" y="163"/>
                        <a:pt x="957" y="163"/>
                        <a:pt x="957" y="163"/>
                      </a:cubicBezTo>
                      <a:cubicBezTo>
                        <a:pt x="957" y="163"/>
                        <a:pt x="953" y="155"/>
                        <a:pt x="947" y="161"/>
                      </a:cubicBezTo>
                      <a:cubicBezTo>
                        <a:pt x="941" y="167"/>
                        <a:pt x="943" y="173"/>
                        <a:pt x="929" y="172"/>
                      </a:cubicBezTo>
                      <a:cubicBezTo>
                        <a:pt x="915" y="171"/>
                        <a:pt x="913" y="161"/>
                        <a:pt x="913" y="161"/>
                      </a:cubicBezTo>
                      <a:cubicBezTo>
                        <a:pt x="900" y="155"/>
                        <a:pt x="900" y="155"/>
                        <a:pt x="900" y="155"/>
                      </a:cubicBezTo>
                      <a:cubicBezTo>
                        <a:pt x="900" y="155"/>
                        <a:pt x="896" y="144"/>
                        <a:pt x="888" y="145"/>
                      </a:cubicBezTo>
                      <a:cubicBezTo>
                        <a:pt x="880" y="146"/>
                        <a:pt x="871" y="157"/>
                        <a:pt x="871" y="157"/>
                      </a:cubicBezTo>
                      <a:cubicBezTo>
                        <a:pt x="853" y="157"/>
                        <a:pt x="853" y="157"/>
                        <a:pt x="853" y="157"/>
                      </a:cubicBezTo>
                      <a:cubicBezTo>
                        <a:pt x="853" y="157"/>
                        <a:pt x="854" y="148"/>
                        <a:pt x="848" y="149"/>
                      </a:cubicBezTo>
                      <a:cubicBezTo>
                        <a:pt x="842" y="150"/>
                        <a:pt x="838" y="160"/>
                        <a:pt x="841" y="166"/>
                      </a:cubicBezTo>
                      <a:cubicBezTo>
                        <a:pt x="844" y="172"/>
                        <a:pt x="858" y="182"/>
                        <a:pt x="849" y="186"/>
                      </a:cubicBezTo>
                      <a:cubicBezTo>
                        <a:pt x="840" y="190"/>
                        <a:pt x="811" y="174"/>
                        <a:pt x="811" y="174"/>
                      </a:cubicBezTo>
                      <a:cubicBezTo>
                        <a:pt x="811" y="174"/>
                        <a:pt x="815" y="181"/>
                        <a:pt x="807" y="183"/>
                      </a:cubicBezTo>
                      <a:cubicBezTo>
                        <a:pt x="799" y="185"/>
                        <a:pt x="797" y="174"/>
                        <a:pt x="787" y="175"/>
                      </a:cubicBezTo>
                      <a:cubicBezTo>
                        <a:pt x="777" y="176"/>
                        <a:pt x="773" y="192"/>
                        <a:pt x="773" y="192"/>
                      </a:cubicBezTo>
                      <a:cubicBezTo>
                        <a:pt x="752" y="193"/>
                        <a:pt x="752" y="193"/>
                        <a:pt x="752" y="193"/>
                      </a:cubicBezTo>
                      <a:cubicBezTo>
                        <a:pt x="751" y="201"/>
                        <a:pt x="751" y="201"/>
                        <a:pt x="751" y="201"/>
                      </a:cubicBezTo>
                      <a:cubicBezTo>
                        <a:pt x="751" y="201"/>
                        <a:pt x="739" y="198"/>
                        <a:pt x="733" y="202"/>
                      </a:cubicBezTo>
                      <a:cubicBezTo>
                        <a:pt x="727" y="206"/>
                        <a:pt x="732" y="219"/>
                        <a:pt x="722" y="220"/>
                      </a:cubicBezTo>
                      <a:cubicBezTo>
                        <a:pt x="712" y="221"/>
                        <a:pt x="702" y="221"/>
                        <a:pt x="702" y="221"/>
                      </a:cubicBezTo>
                      <a:cubicBezTo>
                        <a:pt x="698" y="210"/>
                        <a:pt x="698" y="210"/>
                        <a:pt x="698" y="210"/>
                      </a:cubicBezTo>
                      <a:cubicBezTo>
                        <a:pt x="689" y="210"/>
                        <a:pt x="689" y="210"/>
                        <a:pt x="689" y="210"/>
                      </a:cubicBezTo>
                      <a:cubicBezTo>
                        <a:pt x="668" y="186"/>
                        <a:pt x="668" y="186"/>
                        <a:pt x="668" y="186"/>
                      </a:cubicBezTo>
                      <a:cubicBezTo>
                        <a:pt x="668" y="186"/>
                        <a:pt x="668" y="174"/>
                        <a:pt x="668" y="166"/>
                      </a:cubicBezTo>
                      <a:cubicBezTo>
                        <a:pt x="668" y="158"/>
                        <a:pt x="651" y="155"/>
                        <a:pt x="651" y="145"/>
                      </a:cubicBezTo>
                      <a:cubicBezTo>
                        <a:pt x="651" y="135"/>
                        <a:pt x="659" y="119"/>
                        <a:pt x="659" y="119"/>
                      </a:cubicBezTo>
                      <a:cubicBezTo>
                        <a:pt x="664" y="91"/>
                        <a:pt x="664" y="91"/>
                        <a:pt x="664" y="91"/>
                      </a:cubicBezTo>
                      <a:cubicBezTo>
                        <a:pt x="664" y="91"/>
                        <a:pt x="677" y="79"/>
                        <a:pt x="678" y="73"/>
                      </a:cubicBezTo>
                      <a:cubicBezTo>
                        <a:pt x="679" y="67"/>
                        <a:pt x="670" y="63"/>
                        <a:pt x="670" y="63"/>
                      </a:cubicBezTo>
                      <a:cubicBezTo>
                        <a:pt x="671" y="44"/>
                        <a:pt x="671" y="44"/>
                        <a:pt x="671" y="44"/>
                      </a:cubicBezTo>
                      <a:cubicBezTo>
                        <a:pt x="671" y="44"/>
                        <a:pt x="649" y="50"/>
                        <a:pt x="649" y="41"/>
                      </a:cubicBezTo>
                      <a:cubicBezTo>
                        <a:pt x="649" y="41"/>
                        <a:pt x="661" y="29"/>
                        <a:pt x="658" y="15"/>
                      </a:cubicBezTo>
                      <a:cubicBezTo>
                        <a:pt x="655" y="1"/>
                        <a:pt x="646" y="0"/>
                        <a:pt x="646" y="0"/>
                      </a:cubicBezTo>
                      <a:cubicBezTo>
                        <a:pt x="641" y="7"/>
                        <a:pt x="641" y="7"/>
                        <a:pt x="641" y="7"/>
                      </a:cubicBezTo>
                      <a:cubicBezTo>
                        <a:pt x="625" y="5"/>
                        <a:pt x="625" y="5"/>
                        <a:pt x="625" y="5"/>
                      </a:cubicBezTo>
                      <a:cubicBezTo>
                        <a:pt x="625" y="5"/>
                        <a:pt x="631" y="19"/>
                        <a:pt x="627" y="26"/>
                      </a:cubicBezTo>
                      <a:cubicBezTo>
                        <a:pt x="623" y="33"/>
                        <a:pt x="612" y="31"/>
                        <a:pt x="612" y="31"/>
                      </a:cubicBezTo>
                      <a:cubicBezTo>
                        <a:pt x="614" y="41"/>
                        <a:pt x="614" y="41"/>
                        <a:pt x="614" y="41"/>
                      </a:cubicBezTo>
                      <a:cubicBezTo>
                        <a:pt x="596" y="40"/>
                        <a:pt x="596" y="40"/>
                        <a:pt x="596" y="40"/>
                      </a:cubicBezTo>
                      <a:cubicBezTo>
                        <a:pt x="596" y="40"/>
                        <a:pt x="584" y="45"/>
                        <a:pt x="582" y="51"/>
                      </a:cubicBezTo>
                      <a:cubicBezTo>
                        <a:pt x="580" y="57"/>
                        <a:pt x="566" y="64"/>
                        <a:pt x="559" y="64"/>
                      </a:cubicBezTo>
                      <a:cubicBezTo>
                        <a:pt x="552" y="64"/>
                        <a:pt x="546" y="56"/>
                        <a:pt x="538" y="59"/>
                      </a:cubicBezTo>
                      <a:cubicBezTo>
                        <a:pt x="530" y="62"/>
                        <a:pt x="533" y="96"/>
                        <a:pt x="524" y="96"/>
                      </a:cubicBezTo>
                      <a:cubicBezTo>
                        <a:pt x="515" y="96"/>
                        <a:pt x="504" y="77"/>
                        <a:pt x="500" y="73"/>
                      </a:cubicBezTo>
                      <a:cubicBezTo>
                        <a:pt x="496" y="69"/>
                        <a:pt x="491" y="77"/>
                        <a:pt x="491" y="77"/>
                      </a:cubicBezTo>
                      <a:cubicBezTo>
                        <a:pt x="481" y="71"/>
                        <a:pt x="481" y="71"/>
                        <a:pt x="481" y="71"/>
                      </a:cubicBezTo>
                      <a:cubicBezTo>
                        <a:pt x="481" y="71"/>
                        <a:pt x="469" y="79"/>
                        <a:pt x="467" y="76"/>
                      </a:cubicBezTo>
                      <a:cubicBezTo>
                        <a:pt x="465" y="73"/>
                        <a:pt x="471" y="64"/>
                        <a:pt x="460" y="60"/>
                      </a:cubicBezTo>
                      <a:cubicBezTo>
                        <a:pt x="449" y="56"/>
                        <a:pt x="440" y="64"/>
                        <a:pt x="437" y="61"/>
                      </a:cubicBezTo>
                      <a:cubicBezTo>
                        <a:pt x="434" y="58"/>
                        <a:pt x="431" y="52"/>
                        <a:pt x="431" y="52"/>
                      </a:cubicBezTo>
                      <a:cubicBezTo>
                        <a:pt x="431" y="52"/>
                        <a:pt x="421" y="71"/>
                        <a:pt x="443" y="82"/>
                      </a:cubicBezTo>
                      <a:cubicBezTo>
                        <a:pt x="465" y="93"/>
                        <a:pt x="450" y="117"/>
                        <a:pt x="450" y="117"/>
                      </a:cubicBezTo>
                      <a:cubicBezTo>
                        <a:pt x="450" y="117"/>
                        <a:pt x="463" y="128"/>
                        <a:pt x="463" y="135"/>
                      </a:cubicBezTo>
                      <a:cubicBezTo>
                        <a:pt x="463" y="142"/>
                        <a:pt x="463" y="151"/>
                        <a:pt x="463" y="151"/>
                      </a:cubicBezTo>
                      <a:cubicBezTo>
                        <a:pt x="493" y="154"/>
                        <a:pt x="493" y="154"/>
                        <a:pt x="493" y="154"/>
                      </a:cubicBezTo>
                      <a:cubicBezTo>
                        <a:pt x="493" y="154"/>
                        <a:pt x="500" y="168"/>
                        <a:pt x="488" y="174"/>
                      </a:cubicBezTo>
                      <a:cubicBezTo>
                        <a:pt x="476" y="180"/>
                        <a:pt x="463" y="177"/>
                        <a:pt x="463" y="177"/>
                      </a:cubicBezTo>
                      <a:cubicBezTo>
                        <a:pt x="463" y="177"/>
                        <a:pt x="464" y="202"/>
                        <a:pt x="451" y="206"/>
                      </a:cubicBezTo>
                      <a:cubicBezTo>
                        <a:pt x="438" y="210"/>
                        <a:pt x="433" y="214"/>
                        <a:pt x="433" y="214"/>
                      </a:cubicBezTo>
                      <a:cubicBezTo>
                        <a:pt x="431" y="220"/>
                        <a:pt x="431" y="220"/>
                        <a:pt x="431" y="220"/>
                      </a:cubicBezTo>
                      <a:cubicBezTo>
                        <a:pt x="431" y="220"/>
                        <a:pt x="419" y="218"/>
                        <a:pt x="413" y="222"/>
                      </a:cubicBezTo>
                      <a:cubicBezTo>
                        <a:pt x="407" y="226"/>
                        <a:pt x="401" y="251"/>
                        <a:pt x="393" y="251"/>
                      </a:cubicBezTo>
                      <a:cubicBezTo>
                        <a:pt x="385" y="251"/>
                        <a:pt x="396" y="234"/>
                        <a:pt x="387" y="232"/>
                      </a:cubicBezTo>
                      <a:cubicBezTo>
                        <a:pt x="378" y="230"/>
                        <a:pt x="367" y="252"/>
                        <a:pt x="357" y="246"/>
                      </a:cubicBezTo>
                      <a:cubicBezTo>
                        <a:pt x="357" y="246"/>
                        <a:pt x="345" y="244"/>
                        <a:pt x="341" y="239"/>
                      </a:cubicBezTo>
                      <a:cubicBezTo>
                        <a:pt x="337" y="234"/>
                        <a:pt x="330" y="221"/>
                        <a:pt x="330" y="221"/>
                      </a:cubicBezTo>
                      <a:cubicBezTo>
                        <a:pt x="313" y="221"/>
                        <a:pt x="313" y="221"/>
                        <a:pt x="313" y="221"/>
                      </a:cubicBezTo>
                      <a:cubicBezTo>
                        <a:pt x="313" y="221"/>
                        <a:pt x="313" y="193"/>
                        <a:pt x="311" y="187"/>
                      </a:cubicBezTo>
                      <a:cubicBezTo>
                        <a:pt x="309" y="181"/>
                        <a:pt x="306" y="180"/>
                        <a:pt x="306" y="180"/>
                      </a:cubicBezTo>
                      <a:cubicBezTo>
                        <a:pt x="306" y="180"/>
                        <a:pt x="311" y="173"/>
                        <a:pt x="304" y="170"/>
                      </a:cubicBezTo>
                      <a:cubicBezTo>
                        <a:pt x="297" y="167"/>
                        <a:pt x="288" y="190"/>
                        <a:pt x="282" y="191"/>
                      </a:cubicBezTo>
                      <a:cubicBezTo>
                        <a:pt x="276" y="192"/>
                        <a:pt x="271" y="176"/>
                        <a:pt x="265" y="176"/>
                      </a:cubicBezTo>
                      <a:cubicBezTo>
                        <a:pt x="259" y="176"/>
                        <a:pt x="259" y="193"/>
                        <a:pt x="259" y="193"/>
                      </a:cubicBezTo>
                      <a:cubicBezTo>
                        <a:pt x="215" y="197"/>
                        <a:pt x="215" y="197"/>
                        <a:pt x="215" y="197"/>
                      </a:cubicBezTo>
                      <a:cubicBezTo>
                        <a:pt x="215" y="197"/>
                        <a:pt x="201" y="184"/>
                        <a:pt x="192" y="189"/>
                      </a:cubicBezTo>
                      <a:cubicBezTo>
                        <a:pt x="183" y="194"/>
                        <a:pt x="191" y="223"/>
                        <a:pt x="191" y="223"/>
                      </a:cubicBezTo>
                      <a:cubicBezTo>
                        <a:pt x="207" y="230"/>
                        <a:pt x="207" y="230"/>
                        <a:pt x="207" y="230"/>
                      </a:cubicBezTo>
                      <a:cubicBezTo>
                        <a:pt x="214" y="228"/>
                        <a:pt x="214" y="228"/>
                        <a:pt x="214" y="228"/>
                      </a:cubicBezTo>
                      <a:cubicBezTo>
                        <a:pt x="214" y="228"/>
                        <a:pt x="233" y="248"/>
                        <a:pt x="220" y="250"/>
                      </a:cubicBezTo>
                      <a:cubicBezTo>
                        <a:pt x="207" y="252"/>
                        <a:pt x="198" y="248"/>
                        <a:pt x="198" y="248"/>
                      </a:cubicBezTo>
                      <a:cubicBezTo>
                        <a:pt x="176" y="253"/>
                        <a:pt x="176" y="253"/>
                        <a:pt x="176" y="253"/>
                      </a:cubicBezTo>
                      <a:cubicBezTo>
                        <a:pt x="174" y="295"/>
                        <a:pt x="174" y="295"/>
                        <a:pt x="174" y="295"/>
                      </a:cubicBezTo>
                      <a:cubicBezTo>
                        <a:pt x="174" y="295"/>
                        <a:pt x="195" y="304"/>
                        <a:pt x="197" y="313"/>
                      </a:cubicBezTo>
                      <a:cubicBezTo>
                        <a:pt x="199" y="322"/>
                        <a:pt x="200" y="334"/>
                        <a:pt x="200" y="334"/>
                      </a:cubicBezTo>
                      <a:cubicBezTo>
                        <a:pt x="200" y="334"/>
                        <a:pt x="214" y="349"/>
                        <a:pt x="213" y="356"/>
                      </a:cubicBezTo>
                      <a:cubicBezTo>
                        <a:pt x="212" y="363"/>
                        <a:pt x="202" y="374"/>
                        <a:pt x="202" y="374"/>
                      </a:cubicBezTo>
                      <a:cubicBezTo>
                        <a:pt x="204" y="408"/>
                        <a:pt x="204" y="408"/>
                        <a:pt x="204" y="408"/>
                      </a:cubicBezTo>
                      <a:cubicBezTo>
                        <a:pt x="193" y="438"/>
                        <a:pt x="193" y="438"/>
                        <a:pt x="193" y="438"/>
                      </a:cubicBezTo>
                      <a:cubicBezTo>
                        <a:pt x="191" y="488"/>
                        <a:pt x="191" y="488"/>
                        <a:pt x="191" y="488"/>
                      </a:cubicBezTo>
                      <a:cubicBezTo>
                        <a:pt x="191" y="488"/>
                        <a:pt x="188" y="515"/>
                        <a:pt x="183" y="518"/>
                      </a:cubicBezTo>
                      <a:cubicBezTo>
                        <a:pt x="178" y="521"/>
                        <a:pt x="171" y="518"/>
                        <a:pt x="171" y="518"/>
                      </a:cubicBezTo>
                      <a:cubicBezTo>
                        <a:pt x="171" y="518"/>
                        <a:pt x="167" y="505"/>
                        <a:pt x="157" y="506"/>
                      </a:cubicBezTo>
                      <a:cubicBezTo>
                        <a:pt x="147" y="507"/>
                        <a:pt x="136" y="522"/>
                        <a:pt x="136" y="522"/>
                      </a:cubicBezTo>
                      <a:cubicBezTo>
                        <a:pt x="117" y="519"/>
                        <a:pt x="117" y="519"/>
                        <a:pt x="117" y="519"/>
                      </a:cubicBezTo>
                      <a:cubicBezTo>
                        <a:pt x="115" y="526"/>
                        <a:pt x="115" y="526"/>
                        <a:pt x="115" y="526"/>
                      </a:cubicBezTo>
                      <a:cubicBezTo>
                        <a:pt x="94" y="526"/>
                        <a:pt x="94" y="526"/>
                        <a:pt x="94" y="526"/>
                      </a:cubicBezTo>
                      <a:cubicBezTo>
                        <a:pt x="94" y="526"/>
                        <a:pt x="68" y="543"/>
                        <a:pt x="66" y="547"/>
                      </a:cubicBezTo>
                      <a:cubicBezTo>
                        <a:pt x="64" y="551"/>
                        <a:pt x="63" y="559"/>
                        <a:pt x="63" y="559"/>
                      </a:cubicBezTo>
                      <a:cubicBezTo>
                        <a:pt x="47" y="559"/>
                        <a:pt x="47" y="559"/>
                        <a:pt x="47" y="559"/>
                      </a:cubicBezTo>
                      <a:cubicBezTo>
                        <a:pt x="46" y="597"/>
                        <a:pt x="46" y="597"/>
                        <a:pt x="46" y="597"/>
                      </a:cubicBezTo>
                      <a:cubicBezTo>
                        <a:pt x="46" y="597"/>
                        <a:pt x="31" y="606"/>
                        <a:pt x="33" y="613"/>
                      </a:cubicBezTo>
                      <a:cubicBezTo>
                        <a:pt x="35" y="620"/>
                        <a:pt x="45" y="645"/>
                        <a:pt x="39" y="636"/>
                      </a:cubicBezTo>
                      <a:cubicBezTo>
                        <a:pt x="33" y="627"/>
                        <a:pt x="20" y="644"/>
                        <a:pt x="12" y="652"/>
                      </a:cubicBezTo>
                      <a:cubicBezTo>
                        <a:pt x="4" y="660"/>
                        <a:pt x="9" y="674"/>
                        <a:pt x="9" y="674"/>
                      </a:cubicBezTo>
                      <a:cubicBezTo>
                        <a:pt x="15" y="678"/>
                        <a:pt x="15" y="678"/>
                        <a:pt x="15" y="678"/>
                      </a:cubicBezTo>
                      <a:cubicBezTo>
                        <a:pt x="15" y="678"/>
                        <a:pt x="0" y="686"/>
                        <a:pt x="0" y="691"/>
                      </a:cubicBezTo>
                      <a:cubicBezTo>
                        <a:pt x="0" y="696"/>
                        <a:pt x="15" y="702"/>
                        <a:pt x="15" y="702"/>
                      </a:cubicBezTo>
                      <a:cubicBezTo>
                        <a:pt x="17" y="720"/>
                        <a:pt x="17" y="720"/>
                        <a:pt x="17" y="720"/>
                      </a:cubicBezTo>
                      <a:cubicBezTo>
                        <a:pt x="17" y="720"/>
                        <a:pt x="30" y="741"/>
                        <a:pt x="35" y="747"/>
                      </a:cubicBezTo>
                      <a:cubicBezTo>
                        <a:pt x="40" y="753"/>
                        <a:pt x="62" y="768"/>
                        <a:pt x="60" y="773"/>
                      </a:cubicBezTo>
                      <a:cubicBezTo>
                        <a:pt x="58" y="778"/>
                        <a:pt x="43" y="791"/>
                        <a:pt x="43" y="791"/>
                      </a:cubicBezTo>
                      <a:cubicBezTo>
                        <a:pt x="43" y="791"/>
                        <a:pt x="79" y="790"/>
                        <a:pt x="82" y="797"/>
                      </a:cubicBezTo>
                      <a:cubicBezTo>
                        <a:pt x="85" y="804"/>
                        <a:pt x="93" y="823"/>
                        <a:pt x="93" y="823"/>
                      </a:cubicBezTo>
                      <a:cubicBezTo>
                        <a:pt x="135" y="819"/>
                        <a:pt x="135" y="819"/>
                        <a:pt x="135" y="819"/>
                      </a:cubicBezTo>
                      <a:cubicBezTo>
                        <a:pt x="169" y="789"/>
                        <a:pt x="169" y="789"/>
                        <a:pt x="169" y="789"/>
                      </a:cubicBezTo>
                      <a:cubicBezTo>
                        <a:pt x="169" y="789"/>
                        <a:pt x="174" y="812"/>
                        <a:pt x="172" y="816"/>
                      </a:cubicBezTo>
                      <a:cubicBezTo>
                        <a:pt x="170" y="820"/>
                        <a:pt x="165" y="834"/>
                        <a:pt x="167" y="844"/>
                      </a:cubicBezTo>
                      <a:cubicBezTo>
                        <a:pt x="169" y="854"/>
                        <a:pt x="170" y="874"/>
                        <a:pt x="170" y="874"/>
                      </a:cubicBezTo>
                      <a:cubicBezTo>
                        <a:pt x="177" y="873"/>
                        <a:pt x="177" y="873"/>
                        <a:pt x="177" y="873"/>
                      </a:cubicBezTo>
                      <a:cubicBezTo>
                        <a:pt x="177" y="873"/>
                        <a:pt x="177" y="881"/>
                        <a:pt x="185" y="881"/>
                      </a:cubicBezTo>
                      <a:cubicBezTo>
                        <a:pt x="193" y="881"/>
                        <a:pt x="189" y="872"/>
                        <a:pt x="200" y="872"/>
                      </a:cubicBezTo>
                      <a:cubicBezTo>
                        <a:pt x="211" y="872"/>
                        <a:pt x="246" y="875"/>
                        <a:pt x="246" y="875"/>
                      </a:cubicBezTo>
                      <a:cubicBezTo>
                        <a:pt x="246" y="875"/>
                        <a:pt x="249" y="886"/>
                        <a:pt x="262" y="883"/>
                      </a:cubicBezTo>
                      <a:cubicBezTo>
                        <a:pt x="275" y="880"/>
                        <a:pt x="283" y="871"/>
                        <a:pt x="283" y="871"/>
                      </a:cubicBezTo>
                      <a:cubicBezTo>
                        <a:pt x="288" y="859"/>
                        <a:pt x="288" y="859"/>
                        <a:pt x="288" y="859"/>
                      </a:cubicBezTo>
                      <a:cubicBezTo>
                        <a:pt x="312" y="858"/>
                        <a:pt x="312" y="858"/>
                        <a:pt x="312" y="858"/>
                      </a:cubicBezTo>
                      <a:cubicBezTo>
                        <a:pt x="316" y="840"/>
                        <a:pt x="316" y="840"/>
                        <a:pt x="316" y="840"/>
                      </a:cubicBezTo>
                      <a:cubicBezTo>
                        <a:pt x="340" y="841"/>
                        <a:pt x="340" y="841"/>
                        <a:pt x="340" y="841"/>
                      </a:cubicBezTo>
                      <a:cubicBezTo>
                        <a:pt x="340" y="841"/>
                        <a:pt x="350" y="815"/>
                        <a:pt x="363" y="815"/>
                      </a:cubicBezTo>
                      <a:cubicBezTo>
                        <a:pt x="376" y="815"/>
                        <a:pt x="386" y="816"/>
                        <a:pt x="386" y="816"/>
                      </a:cubicBezTo>
                      <a:cubicBezTo>
                        <a:pt x="395" y="808"/>
                        <a:pt x="395" y="808"/>
                        <a:pt x="395" y="808"/>
                      </a:cubicBezTo>
                      <a:cubicBezTo>
                        <a:pt x="395" y="808"/>
                        <a:pt x="404" y="818"/>
                        <a:pt x="405" y="814"/>
                      </a:cubicBezTo>
                      <a:cubicBezTo>
                        <a:pt x="406" y="810"/>
                        <a:pt x="419" y="802"/>
                        <a:pt x="423" y="806"/>
                      </a:cubicBezTo>
                      <a:cubicBezTo>
                        <a:pt x="427" y="810"/>
                        <a:pt x="419" y="837"/>
                        <a:pt x="419" y="837"/>
                      </a:cubicBezTo>
                      <a:cubicBezTo>
                        <a:pt x="419" y="837"/>
                        <a:pt x="411" y="850"/>
                        <a:pt x="412" y="854"/>
                      </a:cubicBezTo>
                      <a:cubicBezTo>
                        <a:pt x="413" y="858"/>
                        <a:pt x="422" y="866"/>
                        <a:pt x="422" y="875"/>
                      </a:cubicBezTo>
                      <a:cubicBezTo>
                        <a:pt x="422" y="884"/>
                        <a:pt x="415" y="890"/>
                        <a:pt x="422" y="899"/>
                      </a:cubicBezTo>
                      <a:cubicBezTo>
                        <a:pt x="429" y="908"/>
                        <a:pt x="436" y="912"/>
                        <a:pt x="436" y="912"/>
                      </a:cubicBezTo>
                      <a:cubicBezTo>
                        <a:pt x="442" y="932"/>
                        <a:pt x="442" y="932"/>
                        <a:pt x="442" y="932"/>
                      </a:cubicBezTo>
                      <a:cubicBezTo>
                        <a:pt x="442" y="932"/>
                        <a:pt x="458" y="930"/>
                        <a:pt x="461" y="935"/>
                      </a:cubicBezTo>
                      <a:cubicBezTo>
                        <a:pt x="464" y="940"/>
                        <a:pt x="460" y="951"/>
                        <a:pt x="470" y="955"/>
                      </a:cubicBezTo>
                      <a:cubicBezTo>
                        <a:pt x="480" y="959"/>
                        <a:pt x="484" y="959"/>
                        <a:pt x="488" y="960"/>
                      </a:cubicBezTo>
                      <a:cubicBezTo>
                        <a:pt x="492" y="961"/>
                        <a:pt x="502" y="954"/>
                        <a:pt x="502" y="954"/>
                      </a:cubicBezTo>
                      <a:cubicBezTo>
                        <a:pt x="502" y="954"/>
                        <a:pt x="508" y="968"/>
                        <a:pt x="516" y="968"/>
                      </a:cubicBezTo>
                      <a:cubicBezTo>
                        <a:pt x="524" y="968"/>
                        <a:pt x="531" y="961"/>
                        <a:pt x="532" y="965"/>
                      </a:cubicBezTo>
                      <a:cubicBezTo>
                        <a:pt x="533" y="969"/>
                        <a:pt x="541" y="981"/>
                        <a:pt x="552" y="986"/>
                      </a:cubicBezTo>
                      <a:cubicBezTo>
                        <a:pt x="563" y="991"/>
                        <a:pt x="579" y="992"/>
                        <a:pt x="579" y="992"/>
                      </a:cubicBezTo>
                      <a:cubicBezTo>
                        <a:pt x="579" y="992"/>
                        <a:pt x="588" y="1012"/>
                        <a:pt x="598" y="1013"/>
                      </a:cubicBezTo>
                      <a:cubicBezTo>
                        <a:pt x="608" y="1014"/>
                        <a:pt x="619" y="1009"/>
                        <a:pt x="630" y="1011"/>
                      </a:cubicBezTo>
                      <a:cubicBezTo>
                        <a:pt x="641" y="1013"/>
                        <a:pt x="661" y="1022"/>
                        <a:pt x="662" y="1032"/>
                      </a:cubicBezTo>
                      <a:cubicBezTo>
                        <a:pt x="663" y="1042"/>
                        <a:pt x="658" y="1045"/>
                        <a:pt x="662" y="1052"/>
                      </a:cubicBezTo>
                      <a:cubicBezTo>
                        <a:pt x="666" y="1059"/>
                        <a:pt x="673" y="1071"/>
                        <a:pt x="673" y="1071"/>
                      </a:cubicBezTo>
                      <a:cubicBezTo>
                        <a:pt x="675" y="1092"/>
                        <a:pt x="675" y="1092"/>
                        <a:pt x="675" y="1092"/>
                      </a:cubicBezTo>
                      <a:cubicBezTo>
                        <a:pt x="675" y="1092"/>
                        <a:pt x="660" y="1090"/>
                        <a:pt x="662" y="1096"/>
                      </a:cubicBezTo>
                      <a:cubicBezTo>
                        <a:pt x="664" y="1102"/>
                        <a:pt x="680" y="1116"/>
                        <a:pt x="680" y="1116"/>
                      </a:cubicBezTo>
                      <a:cubicBezTo>
                        <a:pt x="680" y="1116"/>
                        <a:pt x="670" y="1147"/>
                        <a:pt x="683" y="1156"/>
                      </a:cubicBezTo>
                      <a:cubicBezTo>
                        <a:pt x="696" y="1165"/>
                        <a:pt x="773" y="1163"/>
                        <a:pt x="773" y="1163"/>
                      </a:cubicBezTo>
                      <a:cubicBezTo>
                        <a:pt x="773" y="1163"/>
                        <a:pt x="762" y="1197"/>
                        <a:pt x="769" y="1206"/>
                      </a:cubicBezTo>
                      <a:cubicBezTo>
                        <a:pt x="776" y="1215"/>
                        <a:pt x="785" y="1216"/>
                        <a:pt x="796" y="1223"/>
                      </a:cubicBezTo>
                      <a:cubicBezTo>
                        <a:pt x="807" y="1230"/>
                        <a:pt x="816" y="1248"/>
                        <a:pt x="816" y="1262"/>
                      </a:cubicBezTo>
                      <a:cubicBezTo>
                        <a:pt x="816" y="1276"/>
                        <a:pt x="811" y="1302"/>
                        <a:pt x="811" y="1302"/>
                      </a:cubicBezTo>
                      <a:cubicBezTo>
                        <a:pt x="815" y="1310"/>
                        <a:pt x="815" y="1310"/>
                        <a:pt x="815" y="1310"/>
                      </a:cubicBezTo>
                      <a:cubicBezTo>
                        <a:pt x="815" y="1310"/>
                        <a:pt x="798" y="1337"/>
                        <a:pt x="800" y="1342"/>
                      </a:cubicBezTo>
                      <a:cubicBezTo>
                        <a:pt x="802" y="1347"/>
                        <a:pt x="814" y="1357"/>
                        <a:pt x="814" y="1357"/>
                      </a:cubicBezTo>
                      <a:cubicBezTo>
                        <a:pt x="814" y="1357"/>
                        <a:pt x="799" y="1365"/>
                        <a:pt x="799" y="1371"/>
                      </a:cubicBezTo>
                      <a:cubicBezTo>
                        <a:pt x="799" y="1377"/>
                        <a:pt x="808" y="1379"/>
                        <a:pt x="810" y="1386"/>
                      </a:cubicBezTo>
                      <a:cubicBezTo>
                        <a:pt x="812" y="1393"/>
                        <a:pt x="806" y="1402"/>
                        <a:pt x="810" y="1406"/>
                      </a:cubicBezTo>
                      <a:cubicBezTo>
                        <a:pt x="814" y="1410"/>
                        <a:pt x="819" y="1405"/>
                        <a:pt x="819" y="1414"/>
                      </a:cubicBezTo>
                      <a:cubicBezTo>
                        <a:pt x="819" y="1423"/>
                        <a:pt x="804" y="1459"/>
                        <a:pt x="820" y="1468"/>
                      </a:cubicBezTo>
                      <a:cubicBezTo>
                        <a:pt x="836" y="1477"/>
                        <a:pt x="880" y="1484"/>
                        <a:pt x="895" y="1481"/>
                      </a:cubicBezTo>
                      <a:cubicBezTo>
                        <a:pt x="910" y="1478"/>
                        <a:pt x="928" y="1478"/>
                        <a:pt x="932" y="1486"/>
                      </a:cubicBezTo>
                      <a:cubicBezTo>
                        <a:pt x="936" y="1494"/>
                        <a:pt x="932" y="1511"/>
                        <a:pt x="937" y="1531"/>
                      </a:cubicBezTo>
                      <a:cubicBezTo>
                        <a:pt x="942" y="1551"/>
                        <a:pt x="946" y="1572"/>
                        <a:pt x="957" y="1574"/>
                      </a:cubicBezTo>
                      <a:cubicBezTo>
                        <a:pt x="968" y="1576"/>
                        <a:pt x="972" y="1560"/>
                        <a:pt x="987" y="1564"/>
                      </a:cubicBezTo>
                      <a:cubicBezTo>
                        <a:pt x="1002" y="1568"/>
                        <a:pt x="1006" y="1576"/>
                        <a:pt x="1004" y="1596"/>
                      </a:cubicBezTo>
                      <a:cubicBezTo>
                        <a:pt x="1002" y="1616"/>
                        <a:pt x="1000" y="1626"/>
                        <a:pt x="998" y="1631"/>
                      </a:cubicBezTo>
                      <a:cubicBezTo>
                        <a:pt x="996" y="1636"/>
                        <a:pt x="995" y="1651"/>
                        <a:pt x="995" y="1651"/>
                      </a:cubicBezTo>
                      <a:cubicBezTo>
                        <a:pt x="998" y="1664"/>
                        <a:pt x="998" y="1664"/>
                        <a:pt x="998" y="1664"/>
                      </a:cubicBezTo>
                      <a:cubicBezTo>
                        <a:pt x="998" y="1664"/>
                        <a:pt x="1014" y="1653"/>
                        <a:pt x="1021" y="1657"/>
                      </a:cubicBezTo>
                      <a:cubicBezTo>
                        <a:pt x="1028" y="1661"/>
                        <a:pt x="1032" y="1682"/>
                        <a:pt x="1032" y="1682"/>
                      </a:cubicBezTo>
                      <a:cubicBezTo>
                        <a:pt x="1032" y="1682"/>
                        <a:pt x="1043" y="1681"/>
                        <a:pt x="1043" y="1690"/>
                      </a:cubicBezTo>
                      <a:cubicBezTo>
                        <a:pt x="1043" y="1699"/>
                        <a:pt x="1051" y="1737"/>
                        <a:pt x="1045" y="1743"/>
                      </a:cubicBezTo>
                      <a:cubicBezTo>
                        <a:pt x="1039" y="1749"/>
                        <a:pt x="1022" y="1751"/>
                        <a:pt x="1011" y="1756"/>
                      </a:cubicBezTo>
                      <a:cubicBezTo>
                        <a:pt x="1000" y="1761"/>
                        <a:pt x="1000" y="1779"/>
                        <a:pt x="1000" y="1779"/>
                      </a:cubicBezTo>
                      <a:cubicBezTo>
                        <a:pt x="979" y="1781"/>
                        <a:pt x="979" y="1781"/>
                        <a:pt x="979" y="1781"/>
                      </a:cubicBezTo>
                      <a:cubicBezTo>
                        <a:pt x="978" y="1792"/>
                        <a:pt x="978" y="1792"/>
                        <a:pt x="978" y="1792"/>
                      </a:cubicBezTo>
                      <a:cubicBezTo>
                        <a:pt x="972" y="1794"/>
                        <a:pt x="972" y="1794"/>
                        <a:pt x="972" y="1794"/>
                      </a:cubicBezTo>
                      <a:cubicBezTo>
                        <a:pt x="969" y="1810"/>
                        <a:pt x="969" y="1810"/>
                        <a:pt x="969" y="1810"/>
                      </a:cubicBezTo>
                      <a:cubicBezTo>
                        <a:pt x="953" y="1814"/>
                        <a:pt x="953" y="1814"/>
                        <a:pt x="953" y="1814"/>
                      </a:cubicBezTo>
                      <a:cubicBezTo>
                        <a:pt x="953" y="1814"/>
                        <a:pt x="950" y="1837"/>
                        <a:pt x="945" y="1842"/>
                      </a:cubicBezTo>
                      <a:cubicBezTo>
                        <a:pt x="940" y="1847"/>
                        <a:pt x="931" y="1852"/>
                        <a:pt x="931" y="1855"/>
                      </a:cubicBezTo>
                      <a:cubicBezTo>
                        <a:pt x="931" y="1858"/>
                        <a:pt x="928" y="1873"/>
                        <a:pt x="923" y="1878"/>
                      </a:cubicBezTo>
                      <a:cubicBezTo>
                        <a:pt x="918" y="1883"/>
                        <a:pt x="903" y="1882"/>
                        <a:pt x="903" y="1888"/>
                      </a:cubicBezTo>
                      <a:cubicBezTo>
                        <a:pt x="903" y="1894"/>
                        <a:pt x="899" y="1911"/>
                        <a:pt x="899" y="1911"/>
                      </a:cubicBezTo>
                      <a:cubicBezTo>
                        <a:pt x="915" y="1912"/>
                        <a:pt x="915" y="1912"/>
                        <a:pt x="915" y="1912"/>
                      </a:cubicBezTo>
                      <a:cubicBezTo>
                        <a:pt x="915" y="1912"/>
                        <a:pt x="921" y="1902"/>
                        <a:pt x="933" y="1904"/>
                      </a:cubicBezTo>
                      <a:cubicBezTo>
                        <a:pt x="945" y="1906"/>
                        <a:pt x="970" y="1933"/>
                        <a:pt x="970" y="1933"/>
                      </a:cubicBezTo>
                      <a:cubicBezTo>
                        <a:pt x="970" y="1933"/>
                        <a:pt x="980" y="1956"/>
                        <a:pt x="986" y="1956"/>
                      </a:cubicBezTo>
                      <a:cubicBezTo>
                        <a:pt x="992" y="1956"/>
                        <a:pt x="991" y="1942"/>
                        <a:pt x="1001" y="1945"/>
                      </a:cubicBezTo>
                      <a:cubicBezTo>
                        <a:pt x="1011" y="1948"/>
                        <a:pt x="1020" y="1964"/>
                        <a:pt x="1025" y="1967"/>
                      </a:cubicBezTo>
                      <a:cubicBezTo>
                        <a:pt x="1030" y="1970"/>
                        <a:pt x="1037" y="1969"/>
                        <a:pt x="1037" y="1969"/>
                      </a:cubicBezTo>
                      <a:cubicBezTo>
                        <a:pt x="1037" y="1969"/>
                        <a:pt x="1045" y="1976"/>
                        <a:pt x="1049" y="1978"/>
                      </a:cubicBezTo>
                      <a:cubicBezTo>
                        <a:pt x="1053" y="1980"/>
                        <a:pt x="1055" y="1993"/>
                        <a:pt x="1067" y="1997"/>
                      </a:cubicBezTo>
                      <a:cubicBezTo>
                        <a:pt x="1079" y="2001"/>
                        <a:pt x="1086" y="2000"/>
                        <a:pt x="1086" y="2000"/>
                      </a:cubicBezTo>
                      <a:cubicBezTo>
                        <a:pt x="1086" y="2000"/>
                        <a:pt x="1096" y="2024"/>
                        <a:pt x="1104" y="2029"/>
                      </a:cubicBezTo>
                      <a:cubicBezTo>
                        <a:pt x="1112" y="2034"/>
                        <a:pt x="1131" y="2033"/>
                        <a:pt x="1126" y="2042"/>
                      </a:cubicBezTo>
                      <a:cubicBezTo>
                        <a:pt x="1121" y="2051"/>
                        <a:pt x="1111" y="2064"/>
                        <a:pt x="1112" y="2071"/>
                      </a:cubicBezTo>
                      <a:cubicBezTo>
                        <a:pt x="1113" y="2078"/>
                        <a:pt x="1119" y="2078"/>
                        <a:pt x="1119" y="2078"/>
                      </a:cubicBezTo>
                      <a:cubicBezTo>
                        <a:pt x="1118" y="2099"/>
                        <a:pt x="1118" y="2099"/>
                        <a:pt x="1118" y="2099"/>
                      </a:cubicBezTo>
                      <a:cubicBezTo>
                        <a:pt x="1128" y="2098"/>
                        <a:pt x="1128" y="2098"/>
                        <a:pt x="1128" y="2098"/>
                      </a:cubicBezTo>
                      <a:cubicBezTo>
                        <a:pt x="1128" y="2096"/>
                        <a:pt x="1128" y="2096"/>
                        <a:pt x="1128" y="2096"/>
                      </a:cubicBezTo>
                      <a:cubicBezTo>
                        <a:pt x="1128" y="2096"/>
                        <a:pt x="1151" y="2070"/>
                        <a:pt x="1156" y="2061"/>
                      </a:cubicBezTo>
                      <a:cubicBezTo>
                        <a:pt x="1161" y="2052"/>
                        <a:pt x="1153" y="2031"/>
                        <a:pt x="1153" y="2031"/>
                      </a:cubicBezTo>
                      <a:cubicBezTo>
                        <a:pt x="1165" y="2013"/>
                        <a:pt x="1165" y="2013"/>
                        <a:pt x="1165" y="2013"/>
                      </a:cubicBezTo>
                      <a:cubicBezTo>
                        <a:pt x="1165" y="2013"/>
                        <a:pt x="1155" y="2005"/>
                        <a:pt x="1155" y="1995"/>
                      </a:cubicBezTo>
                      <a:cubicBezTo>
                        <a:pt x="1155" y="1985"/>
                        <a:pt x="1165" y="1984"/>
                        <a:pt x="1165" y="1984"/>
                      </a:cubicBezTo>
                      <a:cubicBezTo>
                        <a:pt x="1167" y="1968"/>
                        <a:pt x="1167" y="1968"/>
                        <a:pt x="1167" y="1968"/>
                      </a:cubicBezTo>
                      <a:cubicBezTo>
                        <a:pt x="1167" y="1968"/>
                        <a:pt x="1179" y="1966"/>
                        <a:pt x="1183" y="1962"/>
                      </a:cubicBezTo>
                      <a:cubicBezTo>
                        <a:pt x="1187" y="1958"/>
                        <a:pt x="1186" y="1944"/>
                        <a:pt x="1186" y="1936"/>
                      </a:cubicBezTo>
                      <a:cubicBezTo>
                        <a:pt x="1186" y="1928"/>
                        <a:pt x="1204" y="1911"/>
                        <a:pt x="1213" y="1909"/>
                      </a:cubicBezTo>
                      <a:cubicBezTo>
                        <a:pt x="1222" y="1907"/>
                        <a:pt x="1219" y="1931"/>
                        <a:pt x="1219" y="1931"/>
                      </a:cubicBezTo>
                      <a:cubicBezTo>
                        <a:pt x="1219" y="1931"/>
                        <a:pt x="1213" y="1941"/>
                        <a:pt x="1210" y="1943"/>
                      </a:cubicBezTo>
                      <a:cubicBezTo>
                        <a:pt x="1207" y="1945"/>
                        <a:pt x="1208" y="1956"/>
                        <a:pt x="1208" y="1956"/>
                      </a:cubicBezTo>
                      <a:cubicBezTo>
                        <a:pt x="1201" y="1960"/>
                        <a:pt x="1201" y="1960"/>
                        <a:pt x="1201" y="1960"/>
                      </a:cubicBezTo>
                      <a:cubicBezTo>
                        <a:pt x="1201" y="1969"/>
                        <a:pt x="1201" y="1969"/>
                        <a:pt x="1201" y="1969"/>
                      </a:cubicBezTo>
                      <a:cubicBezTo>
                        <a:pt x="1184" y="1987"/>
                        <a:pt x="1184" y="1987"/>
                        <a:pt x="1184" y="1987"/>
                      </a:cubicBezTo>
                      <a:cubicBezTo>
                        <a:pt x="1163" y="2002"/>
                        <a:pt x="1163" y="2002"/>
                        <a:pt x="1163" y="2002"/>
                      </a:cubicBezTo>
                      <a:cubicBezTo>
                        <a:pt x="1163" y="2002"/>
                        <a:pt x="1170" y="2008"/>
                        <a:pt x="1177" y="2006"/>
                      </a:cubicBezTo>
                      <a:cubicBezTo>
                        <a:pt x="1182" y="2005"/>
                        <a:pt x="1182" y="1993"/>
                        <a:pt x="1187" y="1990"/>
                      </a:cubicBezTo>
                      <a:cubicBezTo>
                        <a:pt x="1191" y="1986"/>
                        <a:pt x="1198" y="1989"/>
                        <a:pt x="1200" y="1987"/>
                      </a:cubicBezTo>
                      <a:cubicBezTo>
                        <a:pt x="1206" y="1978"/>
                        <a:pt x="1228" y="1944"/>
                        <a:pt x="1233" y="1920"/>
                      </a:cubicBezTo>
                      <a:cubicBezTo>
                        <a:pt x="1238" y="1896"/>
                        <a:pt x="1248" y="1874"/>
                        <a:pt x="1252" y="1860"/>
                      </a:cubicBezTo>
                      <a:cubicBezTo>
                        <a:pt x="1256" y="1846"/>
                        <a:pt x="1284" y="1829"/>
                        <a:pt x="1286" y="1825"/>
                      </a:cubicBezTo>
                      <a:cubicBezTo>
                        <a:pt x="1288" y="1821"/>
                        <a:pt x="1281" y="1811"/>
                        <a:pt x="1281" y="1811"/>
                      </a:cubicBezTo>
                      <a:cubicBezTo>
                        <a:pt x="1294" y="1802"/>
                        <a:pt x="1294" y="1802"/>
                        <a:pt x="1294" y="1802"/>
                      </a:cubicBezTo>
                      <a:cubicBezTo>
                        <a:pt x="1290" y="1778"/>
                        <a:pt x="1290" y="1778"/>
                        <a:pt x="1290" y="1778"/>
                      </a:cubicBezTo>
                      <a:cubicBezTo>
                        <a:pt x="1294" y="1764"/>
                        <a:pt x="1294" y="1764"/>
                        <a:pt x="1294" y="1764"/>
                      </a:cubicBezTo>
                      <a:cubicBezTo>
                        <a:pt x="1285" y="1759"/>
                        <a:pt x="1285" y="1759"/>
                        <a:pt x="1285" y="1759"/>
                      </a:cubicBezTo>
                      <a:cubicBezTo>
                        <a:pt x="1285" y="1759"/>
                        <a:pt x="1292" y="1750"/>
                        <a:pt x="1292" y="1742"/>
                      </a:cubicBezTo>
                      <a:cubicBezTo>
                        <a:pt x="1292" y="1734"/>
                        <a:pt x="1277" y="1728"/>
                        <a:pt x="1277" y="1728"/>
                      </a:cubicBezTo>
                      <a:cubicBezTo>
                        <a:pt x="1276" y="1705"/>
                        <a:pt x="1276" y="1705"/>
                        <a:pt x="1276" y="1705"/>
                      </a:cubicBezTo>
                      <a:cubicBezTo>
                        <a:pt x="1266" y="1694"/>
                        <a:pt x="1266" y="1694"/>
                        <a:pt x="1266" y="1694"/>
                      </a:cubicBezTo>
                      <a:cubicBezTo>
                        <a:pt x="1280" y="1695"/>
                        <a:pt x="1280" y="1695"/>
                        <a:pt x="1280" y="1695"/>
                      </a:cubicBezTo>
                      <a:cubicBezTo>
                        <a:pt x="1279" y="1678"/>
                        <a:pt x="1279" y="1678"/>
                        <a:pt x="1279" y="1678"/>
                      </a:cubicBezTo>
                      <a:cubicBezTo>
                        <a:pt x="1270" y="1673"/>
                        <a:pt x="1270" y="1673"/>
                        <a:pt x="1270" y="1673"/>
                      </a:cubicBezTo>
                      <a:cubicBezTo>
                        <a:pt x="1270" y="1673"/>
                        <a:pt x="1282" y="1670"/>
                        <a:pt x="1282" y="1665"/>
                      </a:cubicBezTo>
                      <a:cubicBezTo>
                        <a:pt x="1282" y="1660"/>
                        <a:pt x="1266" y="1650"/>
                        <a:pt x="1266" y="1650"/>
                      </a:cubicBezTo>
                      <a:cubicBezTo>
                        <a:pt x="1282" y="1639"/>
                        <a:pt x="1282" y="1639"/>
                        <a:pt x="1282" y="1639"/>
                      </a:cubicBezTo>
                      <a:cubicBezTo>
                        <a:pt x="1282" y="1639"/>
                        <a:pt x="1295" y="1653"/>
                        <a:pt x="1301" y="1652"/>
                      </a:cubicBezTo>
                      <a:cubicBezTo>
                        <a:pt x="1307" y="1651"/>
                        <a:pt x="1303" y="1639"/>
                        <a:pt x="1303" y="1639"/>
                      </a:cubicBezTo>
                      <a:cubicBezTo>
                        <a:pt x="1303" y="1639"/>
                        <a:pt x="1303" y="1627"/>
                        <a:pt x="1311" y="1617"/>
                      </a:cubicBezTo>
                      <a:cubicBezTo>
                        <a:pt x="1319" y="1607"/>
                        <a:pt x="1331" y="1610"/>
                        <a:pt x="1337" y="1605"/>
                      </a:cubicBezTo>
                      <a:cubicBezTo>
                        <a:pt x="1343" y="1600"/>
                        <a:pt x="1340" y="1596"/>
                        <a:pt x="1343" y="1589"/>
                      </a:cubicBezTo>
                      <a:cubicBezTo>
                        <a:pt x="1346" y="1582"/>
                        <a:pt x="1364" y="1579"/>
                        <a:pt x="1364" y="1579"/>
                      </a:cubicBezTo>
                      <a:cubicBezTo>
                        <a:pt x="1366" y="1571"/>
                        <a:pt x="1366" y="1571"/>
                        <a:pt x="1366" y="1571"/>
                      </a:cubicBezTo>
                      <a:cubicBezTo>
                        <a:pt x="1366" y="1571"/>
                        <a:pt x="1372" y="1574"/>
                        <a:pt x="1377" y="1573"/>
                      </a:cubicBezTo>
                      <a:cubicBezTo>
                        <a:pt x="1382" y="1572"/>
                        <a:pt x="1381" y="1560"/>
                        <a:pt x="1387" y="1559"/>
                      </a:cubicBezTo>
                      <a:cubicBezTo>
                        <a:pt x="1393" y="1558"/>
                        <a:pt x="1412" y="1561"/>
                        <a:pt x="1412" y="1561"/>
                      </a:cubicBezTo>
                      <a:cubicBezTo>
                        <a:pt x="1416" y="1571"/>
                        <a:pt x="1416" y="1571"/>
                        <a:pt x="1416" y="1571"/>
                      </a:cubicBezTo>
                      <a:cubicBezTo>
                        <a:pt x="1427" y="1569"/>
                        <a:pt x="1427" y="1569"/>
                        <a:pt x="1427" y="1569"/>
                      </a:cubicBezTo>
                      <a:cubicBezTo>
                        <a:pt x="1414" y="1554"/>
                        <a:pt x="1414" y="1554"/>
                        <a:pt x="1414" y="1554"/>
                      </a:cubicBezTo>
                      <a:cubicBezTo>
                        <a:pt x="1414" y="1554"/>
                        <a:pt x="1423" y="1550"/>
                        <a:pt x="1427" y="1545"/>
                      </a:cubicBezTo>
                      <a:cubicBezTo>
                        <a:pt x="1431" y="1540"/>
                        <a:pt x="1453" y="1539"/>
                        <a:pt x="1453" y="1539"/>
                      </a:cubicBezTo>
                      <a:cubicBezTo>
                        <a:pt x="1442" y="1529"/>
                        <a:pt x="1442" y="1529"/>
                        <a:pt x="1442" y="1529"/>
                      </a:cubicBezTo>
                      <a:cubicBezTo>
                        <a:pt x="1442" y="1529"/>
                        <a:pt x="1454" y="1519"/>
                        <a:pt x="1459" y="1519"/>
                      </a:cubicBezTo>
                      <a:cubicBezTo>
                        <a:pt x="1464" y="1519"/>
                        <a:pt x="1460" y="1535"/>
                        <a:pt x="1463" y="1535"/>
                      </a:cubicBezTo>
                      <a:cubicBezTo>
                        <a:pt x="1466" y="1535"/>
                        <a:pt x="1472" y="1518"/>
                        <a:pt x="1472" y="1518"/>
                      </a:cubicBezTo>
                      <a:cubicBezTo>
                        <a:pt x="1497" y="1523"/>
                        <a:pt x="1497" y="1523"/>
                        <a:pt x="1497" y="1523"/>
                      </a:cubicBezTo>
                      <a:cubicBezTo>
                        <a:pt x="1497" y="1523"/>
                        <a:pt x="1502" y="1503"/>
                        <a:pt x="1513" y="1502"/>
                      </a:cubicBezTo>
                      <a:cubicBezTo>
                        <a:pt x="1524" y="1501"/>
                        <a:pt x="1521" y="1523"/>
                        <a:pt x="1521" y="1523"/>
                      </a:cubicBezTo>
                      <a:cubicBezTo>
                        <a:pt x="1566" y="1518"/>
                        <a:pt x="1566" y="1518"/>
                        <a:pt x="1566" y="1518"/>
                      </a:cubicBezTo>
                      <a:cubicBezTo>
                        <a:pt x="1571" y="1506"/>
                        <a:pt x="1571" y="1506"/>
                        <a:pt x="1571" y="1506"/>
                      </a:cubicBezTo>
                      <a:cubicBezTo>
                        <a:pt x="1565" y="1499"/>
                        <a:pt x="1565" y="1499"/>
                        <a:pt x="1565" y="1499"/>
                      </a:cubicBezTo>
                      <a:cubicBezTo>
                        <a:pt x="1565" y="1499"/>
                        <a:pt x="1571" y="1491"/>
                        <a:pt x="1577" y="1482"/>
                      </a:cubicBezTo>
                      <a:cubicBezTo>
                        <a:pt x="1583" y="1473"/>
                        <a:pt x="1613" y="1468"/>
                        <a:pt x="1613" y="1468"/>
                      </a:cubicBezTo>
                      <a:cubicBezTo>
                        <a:pt x="1613" y="1468"/>
                        <a:pt x="1610" y="1455"/>
                        <a:pt x="1610" y="1452"/>
                      </a:cubicBezTo>
                      <a:cubicBezTo>
                        <a:pt x="1610" y="1449"/>
                        <a:pt x="1611" y="1408"/>
                        <a:pt x="1611" y="1408"/>
                      </a:cubicBezTo>
                      <a:cubicBezTo>
                        <a:pt x="1629" y="1388"/>
                        <a:pt x="1629" y="1388"/>
                        <a:pt x="1629" y="1388"/>
                      </a:cubicBezTo>
                      <a:cubicBezTo>
                        <a:pt x="1629" y="1372"/>
                        <a:pt x="1629" y="1372"/>
                        <a:pt x="1629" y="1372"/>
                      </a:cubicBezTo>
                      <a:cubicBezTo>
                        <a:pt x="1642" y="1369"/>
                        <a:pt x="1642" y="1369"/>
                        <a:pt x="1642" y="1369"/>
                      </a:cubicBezTo>
                      <a:cubicBezTo>
                        <a:pt x="1642" y="1347"/>
                        <a:pt x="1642" y="1347"/>
                        <a:pt x="1642" y="1347"/>
                      </a:cubicBezTo>
                      <a:cubicBezTo>
                        <a:pt x="1642" y="1347"/>
                        <a:pt x="1651" y="1342"/>
                        <a:pt x="1655" y="1342"/>
                      </a:cubicBezTo>
                      <a:cubicBezTo>
                        <a:pt x="1659" y="1342"/>
                        <a:pt x="1659" y="1317"/>
                        <a:pt x="1659" y="1317"/>
                      </a:cubicBezTo>
                      <a:cubicBezTo>
                        <a:pt x="1659" y="1317"/>
                        <a:pt x="1653" y="1288"/>
                        <a:pt x="1651" y="1273"/>
                      </a:cubicBezTo>
                      <a:cubicBezTo>
                        <a:pt x="1649" y="1258"/>
                        <a:pt x="1667" y="1246"/>
                        <a:pt x="1674" y="1240"/>
                      </a:cubicBezTo>
                      <a:cubicBezTo>
                        <a:pt x="1681" y="1234"/>
                        <a:pt x="1671" y="1213"/>
                        <a:pt x="1671" y="1213"/>
                      </a:cubicBezTo>
                      <a:cubicBezTo>
                        <a:pt x="1675" y="1175"/>
                        <a:pt x="1675" y="1175"/>
                        <a:pt x="1675" y="1175"/>
                      </a:cubicBezTo>
                      <a:cubicBezTo>
                        <a:pt x="1675" y="1175"/>
                        <a:pt x="1683" y="1145"/>
                        <a:pt x="1682" y="1134"/>
                      </a:cubicBezTo>
                      <a:cubicBezTo>
                        <a:pt x="1681" y="1123"/>
                        <a:pt x="1669" y="1065"/>
                        <a:pt x="1669" y="1065"/>
                      </a:cubicBezTo>
                      <a:cubicBezTo>
                        <a:pt x="1674" y="1041"/>
                        <a:pt x="1674" y="1041"/>
                        <a:pt x="1674" y="1041"/>
                      </a:cubicBezTo>
                      <a:cubicBezTo>
                        <a:pt x="1674" y="1041"/>
                        <a:pt x="1665" y="1010"/>
                        <a:pt x="1668" y="1002"/>
                      </a:cubicBezTo>
                      <a:cubicBezTo>
                        <a:pt x="1671" y="994"/>
                        <a:pt x="1682" y="984"/>
                        <a:pt x="1682" y="984"/>
                      </a:cubicBezTo>
                      <a:cubicBezTo>
                        <a:pt x="1674" y="972"/>
                        <a:pt x="1674" y="972"/>
                        <a:pt x="1674" y="972"/>
                      </a:cubicBezTo>
                      <a:cubicBezTo>
                        <a:pt x="1674" y="972"/>
                        <a:pt x="1681" y="962"/>
                        <a:pt x="1685" y="962"/>
                      </a:cubicBezTo>
                      <a:cubicBezTo>
                        <a:pt x="1689" y="962"/>
                        <a:pt x="1698" y="981"/>
                        <a:pt x="1698" y="981"/>
                      </a:cubicBezTo>
                      <a:cubicBezTo>
                        <a:pt x="1698" y="981"/>
                        <a:pt x="1720" y="961"/>
                        <a:pt x="1727" y="951"/>
                      </a:cubicBezTo>
                      <a:cubicBezTo>
                        <a:pt x="1734" y="941"/>
                        <a:pt x="1739" y="897"/>
                        <a:pt x="1739" y="897"/>
                      </a:cubicBezTo>
                      <a:cubicBezTo>
                        <a:pt x="1739" y="897"/>
                        <a:pt x="1745" y="893"/>
                        <a:pt x="1751" y="889"/>
                      </a:cubicBezTo>
                      <a:cubicBezTo>
                        <a:pt x="1757" y="885"/>
                        <a:pt x="1762" y="863"/>
                        <a:pt x="1762" y="863"/>
                      </a:cubicBezTo>
                      <a:cubicBezTo>
                        <a:pt x="1762" y="863"/>
                        <a:pt x="1775" y="856"/>
                        <a:pt x="1782" y="855"/>
                      </a:cubicBezTo>
                      <a:cubicBezTo>
                        <a:pt x="1789" y="854"/>
                        <a:pt x="1789" y="834"/>
                        <a:pt x="1789" y="834"/>
                      </a:cubicBezTo>
                      <a:cubicBezTo>
                        <a:pt x="1789" y="834"/>
                        <a:pt x="1803" y="829"/>
                        <a:pt x="1816" y="811"/>
                      </a:cubicBezTo>
                      <a:cubicBezTo>
                        <a:pt x="1829" y="793"/>
                        <a:pt x="1844" y="746"/>
                        <a:pt x="1844" y="746"/>
                      </a:cubicBezTo>
                      <a:cubicBezTo>
                        <a:pt x="1844" y="746"/>
                        <a:pt x="1856" y="733"/>
                        <a:pt x="1857" y="727"/>
                      </a:cubicBezTo>
                      <a:cubicBezTo>
                        <a:pt x="1858" y="721"/>
                        <a:pt x="1852" y="705"/>
                        <a:pt x="1852" y="705"/>
                      </a:cubicBezTo>
                      <a:cubicBezTo>
                        <a:pt x="1852" y="705"/>
                        <a:pt x="1855" y="684"/>
                        <a:pt x="1855" y="667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3175" cap="flat" cmpd="sng">
                  <a:solidFill>
                    <a:schemeClr val="accent1">
                      <a:lumMod val="40000"/>
                      <a:lumOff val="6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2" name="Freeform 325"/>
                <p:cNvSpPr>
                  <a:spLocks noEditPoints="1"/>
                </p:cNvSpPr>
                <p:nvPr/>
              </p:nvSpPr>
              <p:spPr bwMode="gray">
                <a:xfrm>
                  <a:off x="-14223" y="-7752"/>
                  <a:ext cx="1821" cy="4776"/>
                </a:xfrm>
                <a:custGeom>
                  <a:avLst/>
                  <a:gdLst>
                    <a:gd name="T0" fmla="*/ 550 w 771"/>
                    <a:gd name="T1" fmla="*/ 1864 h 2022"/>
                    <a:gd name="T2" fmla="*/ 572 w 771"/>
                    <a:gd name="T3" fmla="*/ 1906 h 2022"/>
                    <a:gd name="T4" fmla="*/ 567 w 771"/>
                    <a:gd name="T5" fmla="*/ 1954 h 2022"/>
                    <a:gd name="T6" fmla="*/ 690 w 771"/>
                    <a:gd name="T7" fmla="*/ 1981 h 2022"/>
                    <a:gd name="T8" fmla="*/ 658 w 771"/>
                    <a:gd name="T9" fmla="*/ 1993 h 2022"/>
                    <a:gd name="T10" fmla="*/ 617 w 771"/>
                    <a:gd name="T11" fmla="*/ 1988 h 2022"/>
                    <a:gd name="T12" fmla="*/ 663 w 771"/>
                    <a:gd name="T13" fmla="*/ 2010 h 2022"/>
                    <a:gd name="T14" fmla="*/ 500 w 771"/>
                    <a:gd name="T15" fmla="*/ 1974 h 2022"/>
                    <a:gd name="T16" fmla="*/ 526 w 771"/>
                    <a:gd name="T17" fmla="*/ 1935 h 2022"/>
                    <a:gd name="T18" fmla="*/ 471 w 771"/>
                    <a:gd name="T19" fmla="*/ 1945 h 2022"/>
                    <a:gd name="T20" fmla="*/ 397 w 771"/>
                    <a:gd name="T21" fmla="*/ 1867 h 2022"/>
                    <a:gd name="T22" fmla="*/ 345 w 771"/>
                    <a:gd name="T23" fmla="*/ 1873 h 2022"/>
                    <a:gd name="T24" fmla="*/ 355 w 771"/>
                    <a:gd name="T25" fmla="*/ 1822 h 2022"/>
                    <a:gd name="T26" fmla="*/ 326 w 771"/>
                    <a:gd name="T27" fmla="*/ 1841 h 2022"/>
                    <a:gd name="T28" fmla="*/ 342 w 771"/>
                    <a:gd name="T29" fmla="*/ 1820 h 2022"/>
                    <a:gd name="T30" fmla="*/ 287 w 771"/>
                    <a:gd name="T31" fmla="*/ 1789 h 2022"/>
                    <a:gd name="T32" fmla="*/ 267 w 771"/>
                    <a:gd name="T33" fmla="*/ 1739 h 2022"/>
                    <a:gd name="T34" fmla="*/ 257 w 771"/>
                    <a:gd name="T35" fmla="*/ 1697 h 2022"/>
                    <a:gd name="T36" fmla="*/ 208 w 771"/>
                    <a:gd name="T37" fmla="*/ 1688 h 2022"/>
                    <a:gd name="T38" fmla="*/ 144 w 771"/>
                    <a:gd name="T39" fmla="*/ 1339 h 2022"/>
                    <a:gd name="T40" fmla="*/ 163 w 771"/>
                    <a:gd name="T41" fmla="*/ 1391 h 2022"/>
                    <a:gd name="T42" fmla="*/ 186 w 771"/>
                    <a:gd name="T43" fmla="*/ 1483 h 2022"/>
                    <a:gd name="T44" fmla="*/ 212 w 771"/>
                    <a:gd name="T45" fmla="*/ 1463 h 2022"/>
                    <a:gd name="T46" fmla="*/ 143 w 771"/>
                    <a:gd name="T47" fmla="*/ 1440 h 2022"/>
                    <a:gd name="T48" fmla="*/ 498 w 771"/>
                    <a:gd name="T49" fmla="*/ 1874 h 2022"/>
                    <a:gd name="T50" fmla="*/ 449 w 771"/>
                    <a:gd name="T51" fmla="*/ 1842 h 2022"/>
                    <a:gd name="T52" fmla="*/ 338 w 771"/>
                    <a:gd name="T53" fmla="*/ 1747 h 2022"/>
                    <a:gd name="T54" fmla="*/ 317 w 771"/>
                    <a:gd name="T55" fmla="*/ 1650 h 2022"/>
                    <a:gd name="T56" fmla="*/ 304 w 771"/>
                    <a:gd name="T57" fmla="*/ 1533 h 2022"/>
                    <a:gd name="T58" fmla="*/ 272 w 771"/>
                    <a:gd name="T59" fmla="*/ 1443 h 2022"/>
                    <a:gd name="T60" fmla="*/ 215 w 771"/>
                    <a:gd name="T61" fmla="*/ 1320 h 2022"/>
                    <a:gd name="T62" fmla="*/ 187 w 771"/>
                    <a:gd name="T63" fmla="*/ 1196 h 2022"/>
                    <a:gd name="T64" fmla="*/ 165 w 771"/>
                    <a:gd name="T65" fmla="*/ 1085 h 2022"/>
                    <a:gd name="T66" fmla="*/ 166 w 771"/>
                    <a:gd name="T67" fmla="*/ 954 h 2022"/>
                    <a:gd name="T68" fmla="*/ 142 w 771"/>
                    <a:gd name="T69" fmla="*/ 815 h 2022"/>
                    <a:gd name="T70" fmla="*/ 109 w 771"/>
                    <a:gd name="T71" fmla="*/ 685 h 2022"/>
                    <a:gd name="T72" fmla="*/ 162 w 771"/>
                    <a:gd name="T73" fmla="*/ 498 h 2022"/>
                    <a:gd name="T74" fmla="*/ 184 w 771"/>
                    <a:gd name="T75" fmla="*/ 293 h 2022"/>
                    <a:gd name="T76" fmla="*/ 97 w 771"/>
                    <a:gd name="T77" fmla="*/ 161 h 2022"/>
                    <a:gd name="T78" fmla="*/ 45 w 771"/>
                    <a:gd name="T79" fmla="*/ 22 h 2022"/>
                    <a:gd name="T80" fmla="*/ 24 w 771"/>
                    <a:gd name="T81" fmla="*/ 182 h 2022"/>
                    <a:gd name="T82" fmla="*/ 47 w 771"/>
                    <a:gd name="T83" fmla="*/ 417 h 2022"/>
                    <a:gd name="T84" fmla="*/ 34 w 771"/>
                    <a:gd name="T85" fmla="*/ 559 h 2022"/>
                    <a:gd name="T86" fmla="*/ 47 w 771"/>
                    <a:gd name="T87" fmla="*/ 720 h 2022"/>
                    <a:gd name="T88" fmla="*/ 82 w 771"/>
                    <a:gd name="T89" fmla="*/ 947 h 2022"/>
                    <a:gd name="T90" fmla="*/ 72 w 771"/>
                    <a:gd name="T91" fmla="*/ 1102 h 2022"/>
                    <a:gd name="T92" fmla="*/ 129 w 771"/>
                    <a:gd name="T93" fmla="*/ 1299 h 2022"/>
                    <a:gd name="T94" fmla="*/ 193 w 771"/>
                    <a:gd name="T95" fmla="*/ 1313 h 2022"/>
                    <a:gd name="T96" fmla="*/ 212 w 771"/>
                    <a:gd name="T97" fmla="*/ 1403 h 2022"/>
                    <a:gd name="T98" fmla="*/ 252 w 771"/>
                    <a:gd name="T99" fmla="*/ 1497 h 2022"/>
                    <a:gd name="T100" fmla="*/ 214 w 771"/>
                    <a:gd name="T101" fmla="*/ 1535 h 2022"/>
                    <a:gd name="T102" fmla="*/ 176 w 771"/>
                    <a:gd name="T103" fmla="*/ 1528 h 2022"/>
                    <a:gd name="T104" fmla="*/ 214 w 771"/>
                    <a:gd name="T105" fmla="*/ 1567 h 2022"/>
                    <a:gd name="T106" fmla="*/ 257 w 771"/>
                    <a:gd name="T107" fmla="*/ 1604 h 2022"/>
                    <a:gd name="T108" fmla="*/ 265 w 771"/>
                    <a:gd name="T109" fmla="*/ 1686 h 2022"/>
                    <a:gd name="T110" fmla="*/ 298 w 771"/>
                    <a:gd name="T111" fmla="*/ 1731 h 2022"/>
                    <a:gd name="T112" fmla="*/ 331 w 771"/>
                    <a:gd name="T113" fmla="*/ 1762 h 2022"/>
                    <a:gd name="T114" fmla="*/ 407 w 771"/>
                    <a:gd name="T115" fmla="*/ 1821 h 2022"/>
                    <a:gd name="T116" fmla="*/ 434 w 771"/>
                    <a:gd name="T117" fmla="*/ 1876 h 2022"/>
                    <a:gd name="T118" fmla="*/ 459 w 771"/>
                    <a:gd name="T119" fmla="*/ 1893 h 2022"/>
                    <a:gd name="T120" fmla="*/ 428 w 771"/>
                    <a:gd name="T121" fmla="*/ 1927 h 20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71" h="2022">
                      <a:moveTo>
                        <a:pt x="677" y="1942"/>
                      </a:moveTo>
                      <a:cubicBezTo>
                        <a:pt x="625" y="1916"/>
                        <a:pt x="625" y="1903"/>
                        <a:pt x="625" y="1903"/>
                      </a:cubicBezTo>
                      <a:cubicBezTo>
                        <a:pt x="602" y="1903"/>
                        <a:pt x="602" y="1903"/>
                        <a:pt x="602" y="1903"/>
                      </a:cubicBezTo>
                      <a:cubicBezTo>
                        <a:pt x="606" y="1892"/>
                        <a:pt x="606" y="1892"/>
                        <a:pt x="606" y="1892"/>
                      </a:cubicBezTo>
                      <a:cubicBezTo>
                        <a:pt x="580" y="1866"/>
                        <a:pt x="580" y="1866"/>
                        <a:pt x="580" y="1866"/>
                      </a:cubicBezTo>
                      <a:cubicBezTo>
                        <a:pt x="559" y="1872"/>
                        <a:pt x="559" y="1872"/>
                        <a:pt x="559" y="1872"/>
                      </a:cubicBezTo>
                      <a:cubicBezTo>
                        <a:pt x="550" y="1864"/>
                        <a:pt x="550" y="1864"/>
                        <a:pt x="550" y="1864"/>
                      </a:cubicBezTo>
                      <a:cubicBezTo>
                        <a:pt x="543" y="1876"/>
                        <a:pt x="543" y="1876"/>
                        <a:pt x="543" y="1876"/>
                      </a:cubicBezTo>
                      <a:cubicBezTo>
                        <a:pt x="530" y="1879"/>
                        <a:pt x="530" y="1879"/>
                        <a:pt x="530" y="1879"/>
                      </a:cubicBezTo>
                      <a:cubicBezTo>
                        <a:pt x="531" y="1890"/>
                        <a:pt x="531" y="1890"/>
                        <a:pt x="531" y="1890"/>
                      </a:cubicBezTo>
                      <a:cubicBezTo>
                        <a:pt x="520" y="1892"/>
                        <a:pt x="520" y="1892"/>
                        <a:pt x="520" y="1892"/>
                      </a:cubicBezTo>
                      <a:cubicBezTo>
                        <a:pt x="521" y="1910"/>
                        <a:pt x="521" y="1910"/>
                        <a:pt x="521" y="1910"/>
                      </a:cubicBezTo>
                      <a:cubicBezTo>
                        <a:pt x="534" y="1923"/>
                        <a:pt x="557" y="1900"/>
                        <a:pt x="557" y="1900"/>
                      </a:cubicBezTo>
                      <a:cubicBezTo>
                        <a:pt x="572" y="1906"/>
                        <a:pt x="572" y="1906"/>
                        <a:pt x="572" y="1906"/>
                      </a:cubicBezTo>
                      <a:cubicBezTo>
                        <a:pt x="572" y="1919"/>
                        <a:pt x="572" y="1919"/>
                        <a:pt x="572" y="1919"/>
                      </a:cubicBezTo>
                      <a:cubicBezTo>
                        <a:pt x="572" y="1919"/>
                        <a:pt x="541" y="1934"/>
                        <a:pt x="552" y="1938"/>
                      </a:cubicBezTo>
                      <a:cubicBezTo>
                        <a:pt x="562" y="1942"/>
                        <a:pt x="615" y="1960"/>
                        <a:pt x="615" y="1960"/>
                      </a:cubicBezTo>
                      <a:cubicBezTo>
                        <a:pt x="605" y="1974"/>
                        <a:pt x="605" y="1974"/>
                        <a:pt x="605" y="1974"/>
                      </a:cubicBezTo>
                      <a:cubicBezTo>
                        <a:pt x="605" y="1974"/>
                        <a:pt x="602" y="1961"/>
                        <a:pt x="592" y="1961"/>
                      </a:cubicBezTo>
                      <a:cubicBezTo>
                        <a:pt x="582" y="1961"/>
                        <a:pt x="579" y="1968"/>
                        <a:pt x="579" y="1968"/>
                      </a:cubicBezTo>
                      <a:cubicBezTo>
                        <a:pt x="567" y="1954"/>
                        <a:pt x="567" y="1954"/>
                        <a:pt x="567" y="1954"/>
                      </a:cubicBezTo>
                      <a:cubicBezTo>
                        <a:pt x="556" y="1958"/>
                        <a:pt x="556" y="1958"/>
                        <a:pt x="556" y="1958"/>
                      </a:cubicBezTo>
                      <a:cubicBezTo>
                        <a:pt x="565" y="1965"/>
                        <a:pt x="565" y="1965"/>
                        <a:pt x="565" y="1965"/>
                      </a:cubicBezTo>
                      <a:cubicBezTo>
                        <a:pt x="544" y="1962"/>
                        <a:pt x="544" y="1962"/>
                        <a:pt x="544" y="1962"/>
                      </a:cubicBezTo>
                      <a:cubicBezTo>
                        <a:pt x="544" y="1962"/>
                        <a:pt x="550" y="1978"/>
                        <a:pt x="566" y="1978"/>
                      </a:cubicBezTo>
                      <a:cubicBezTo>
                        <a:pt x="582" y="1978"/>
                        <a:pt x="595" y="1978"/>
                        <a:pt x="595" y="1978"/>
                      </a:cubicBezTo>
                      <a:cubicBezTo>
                        <a:pt x="595" y="1978"/>
                        <a:pt x="611" y="1984"/>
                        <a:pt x="621" y="1983"/>
                      </a:cubicBezTo>
                      <a:cubicBezTo>
                        <a:pt x="631" y="1981"/>
                        <a:pt x="676" y="1981"/>
                        <a:pt x="690" y="1981"/>
                      </a:cubicBezTo>
                      <a:cubicBezTo>
                        <a:pt x="705" y="1981"/>
                        <a:pt x="725" y="1994"/>
                        <a:pt x="725" y="1994"/>
                      </a:cubicBezTo>
                      <a:cubicBezTo>
                        <a:pt x="746" y="1983"/>
                        <a:pt x="746" y="1983"/>
                        <a:pt x="746" y="1983"/>
                      </a:cubicBezTo>
                      <a:cubicBezTo>
                        <a:pt x="758" y="1987"/>
                        <a:pt x="758" y="1987"/>
                        <a:pt x="758" y="1987"/>
                      </a:cubicBezTo>
                      <a:cubicBezTo>
                        <a:pt x="770" y="1986"/>
                        <a:pt x="770" y="1986"/>
                        <a:pt x="770" y="1986"/>
                      </a:cubicBezTo>
                      <a:cubicBezTo>
                        <a:pt x="771" y="1970"/>
                        <a:pt x="771" y="1970"/>
                        <a:pt x="771" y="1970"/>
                      </a:cubicBezTo>
                      <a:cubicBezTo>
                        <a:pt x="771" y="1970"/>
                        <a:pt x="729" y="1968"/>
                        <a:pt x="677" y="1942"/>
                      </a:cubicBezTo>
                      <a:close/>
                      <a:moveTo>
                        <a:pt x="658" y="1993"/>
                      </a:moveTo>
                      <a:cubicBezTo>
                        <a:pt x="676" y="2003"/>
                        <a:pt x="676" y="2003"/>
                        <a:pt x="676" y="2003"/>
                      </a:cubicBezTo>
                      <a:cubicBezTo>
                        <a:pt x="712" y="2006"/>
                        <a:pt x="712" y="2006"/>
                        <a:pt x="712" y="2006"/>
                      </a:cubicBezTo>
                      <a:cubicBezTo>
                        <a:pt x="693" y="1988"/>
                        <a:pt x="693" y="1988"/>
                        <a:pt x="693" y="1988"/>
                      </a:cubicBezTo>
                      <a:lnTo>
                        <a:pt x="658" y="1993"/>
                      </a:lnTo>
                      <a:close/>
                      <a:moveTo>
                        <a:pt x="638" y="1997"/>
                      </a:moveTo>
                      <a:cubicBezTo>
                        <a:pt x="644" y="1991"/>
                        <a:pt x="644" y="1991"/>
                        <a:pt x="644" y="1991"/>
                      </a:cubicBezTo>
                      <a:cubicBezTo>
                        <a:pt x="617" y="1988"/>
                        <a:pt x="617" y="1988"/>
                        <a:pt x="617" y="1988"/>
                      </a:cubicBezTo>
                      <a:cubicBezTo>
                        <a:pt x="593" y="1988"/>
                        <a:pt x="593" y="1988"/>
                        <a:pt x="593" y="1988"/>
                      </a:cubicBezTo>
                      <a:cubicBezTo>
                        <a:pt x="602" y="2012"/>
                        <a:pt x="602" y="2012"/>
                        <a:pt x="602" y="2012"/>
                      </a:cubicBezTo>
                      <a:cubicBezTo>
                        <a:pt x="625" y="2014"/>
                        <a:pt x="625" y="2014"/>
                        <a:pt x="625" y="2014"/>
                      </a:cubicBezTo>
                      <a:cubicBezTo>
                        <a:pt x="619" y="2004"/>
                        <a:pt x="619" y="2004"/>
                        <a:pt x="619" y="2004"/>
                      </a:cubicBezTo>
                      <a:cubicBezTo>
                        <a:pt x="625" y="2000"/>
                        <a:pt x="625" y="2000"/>
                        <a:pt x="625" y="2000"/>
                      </a:cubicBezTo>
                      <a:cubicBezTo>
                        <a:pt x="632" y="2010"/>
                        <a:pt x="632" y="2010"/>
                        <a:pt x="632" y="2010"/>
                      </a:cubicBezTo>
                      <a:cubicBezTo>
                        <a:pt x="663" y="2010"/>
                        <a:pt x="663" y="2010"/>
                        <a:pt x="663" y="2010"/>
                      </a:cubicBezTo>
                      <a:cubicBezTo>
                        <a:pt x="673" y="2022"/>
                        <a:pt x="673" y="2022"/>
                        <a:pt x="673" y="2022"/>
                      </a:cubicBezTo>
                      <a:cubicBezTo>
                        <a:pt x="686" y="2022"/>
                        <a:pt x="686" y="2022"/>
                        <a:pt x="686" y="2022"/>
                      </a:cubicBezTo>
                      <a:cubicBezTo>
                        <a:pt x="666" y="2001"/>
                        <a:pt x="666" y="2001"/>
                        <a:pt x="666" y="2001"/>
                      </a:cubicBezTo>
                      <a:lnTo>
                        <a:pt x="638" y="1997"/>
                      </a:lnTo>
                      <a:close/>
                      <a:moveTo>
                        <a:pt x="537" y="1967"/>
                      </a:moveTo>
                      <a:cubicBezTo>
                        <a:pt x="495" y="1962"/>
                        <a:pt x="495" y="1962"/>
                        <a:pt x="495" y="1962"/>
                      </a:cubicBezTo>
                      <a:cubicBezTo>
                        <a:pt x="500" y="1974"/>
                        <a:pt x="500" y="1974"/>
                        <a:pt x="500" y="1974"/>
                      </a:cubicBezTo>
                      <a:cubicBezTo>
                        <a:pt x="527" y="1973"/>
                        <a:pt x="527" y="1973"/>
                        <a:pt x="527" y="1973"/>
                      </a:cubicBezTo>
                      <a:cubicBezTo>
                        <a:pt x="537" y="1987"/>
                        <a:pt x="537" y="1987"/>
                        <a:pt x="537" y="1987"/>
                      </a:cubicBezTo>
                      <a:cubicBezTo>
                        <a:pt x="575" y="2003"/>
                        <a:pt x="575" y="2003"/>
                        <a:pt x="575" y="2003"/>
                      </a:cubicBezTo>
                      <a:cubicBezTo>
                        <a:pt x="552" y="1983"/>
                        <a:pt x="552" y="1983"/>
                        <a:pt x="552" y="1983"/>
                      </a:cubicBezTo>
                      <a:lnTo>
                        <a:pt x="537" y="1967"/>
                      </a:lnTo>
                      <a:close/>
                      <a:moveTo>
                        <a:pt x="534" y="1924"/>
                      </a:moveTo>
                      <a:cubicBezTo>
                        <a:pt x="526" y="1935"/>
                        <a:pt x="526" y="1935"/>
                        <a:pt x="526" y="1935"/>
                      </a:cubicBezTo>
                      <a:cubicBezTo>
                        <a:pt x="530" y="1955"/>
                        <a:pt x="530" y="1955"/>
                        <a:pt x="530" y="1955"/>
                      </a:cubicBezTo>
                      <a:cubicBezTo>
                        <a:pt x="546" y="1949"/>
                        <a:pt x="546" y="1949"/>
                        <a:pt x="546" y="1949"/>
                      </a:cubicBezTo>
                      <a:lnTo>
                        <a:pt x="534" y="1924"/>
                      </a:lnTo>
                      <a:close/>
                      <a:moveTo>
                        <a:pt x="515" y="1954"/>
                      </a:moveTo>
                      <a:cubicBezTo>
                        <a:pt x="513" y="1942"/>
                        <a:pt x="513" y="1942"/>
                        <a:pt x="513" y="1942"/>
                      </a:cubicBezTo>
                      <a:cubicBezTo>
                        <a:pt x="479" y="1934"/>
                        <a:pt x="479" y="1934"/>
                        <a:pt x="479" y="1934"/>
                      </a:cubicBezTo>
                      <a:cubicBezTo>
                        <a:pt x="471" y="1945"/>
                        <a:pt x="471" y="1945"/>
                        <a:pt x="471" y="1945"/>
                      </a:cubicBezTo>
                      <a:cubicBezTo>
                        <a:pt x="472" y="1958"/>
                        <a:pt x="472" y="1958"/>
                        <a:pt x="472" y="1958"/>
                      </a:cubicBezTo>
                      <a:cubicBezTo>
                        <a:pt x="495" y="1949"/>
                        <a:pt x="495" y="1949"/>
                        <a:pt x="495" y="1949"/>
                      </a:cubicBezTo>
                      <a:lnTo>
                        <a:pt x="515" y="1954"/>
                      </a:lnTo>
                      <a:close/>
                      <a:moveTo>
                        <a:pt x="407" y="1848"/>
                      </a:moveTo>
                      <a:cubicBezTo>
                        <a:pt x="407" y="1848"/>
                        <a:pt x="381" y="1835"/>
                        <a:pt x="378" y="1847"/>
                      </a:cubicBezTo>
                      <a:cubicBezTo>
                        <a:pt x="375" y="1859"/>
                        <a:pt x="371" y="1874"/>
                        <a:pt x="375" y="1874"/>
                      </a:cubicBezTo>
                      <a:cubicBezTo>
                        <a:pt x="380" y="1874"/>
                        <a:pt x="397" y="1867"/>
                        <a:pt x="397" y="1867"/>
                      </a:cubicBezTo>
                      <a:cubicBezTo>
                        <a:pt x="399" y="1883"/>
                        <a:pt x="399" y="1883"/>
                        <a:pt x="399" y="1883"/>
                      </a:cubicBezTo>
                      <a:cubicBezTo>
                        <a:pt x="420" y="1873"/>
                        <a:pt x="420" y="1873"/>
                        <a:pt x="420" y="1873"/>
                      </a:cubicBezTo>
                      <a:cubicBezTo>
                        <a:pt x="409" y="1863"/>
                        <a:pt x="409" y="1863"/>
                        <a:pt x="409" y="1863"/>
                      </a:cubicBezTo>
                      <a:cubicBezTo>
                        <a:pt x="413" y="1851"/>
                        <a:pt x="413" y="1851"/>
                        <a:pt x="413" y="1851"/>
                      </a:cubicBezTo>
                      <a:lnTo>
                        <a:pt x="407" y="1848"/>
                      </a:lnTo>
                      <a:close/>
                      <a:moveTo>
                        <a:pt x="368" y="1886"/>
                      </a:moveTo>
                      <a:cubicBezTo>
                        <a:pt x="345" y="1873"/>
                        <a:pt x="345" y="1873"/>
                        <a:pt x="345" y="1873"/>
                      </a:cubicBezTo>
                      <a:cubicBezTo>
                        <a:pt x="362" y="1892"/>
                        <a:pt x="362" y="1892"/>
                        <a:pt x="362" y="1892"/>
                      </a:cubicBezTo>
                      <a:cubicBezTo>
                        <a:pt x="393" y="1896"/>
                        <a:pt x="393" y="1896"/>
                        <a:pt x="393" y="1896"/>
                      </a:cubicBezTo>
                      <a:cubicBezTo>
                        <a:pt x="404" y="1903"/>
                        <a:pt x="404" y="1903"/>
                        <a:pt x="404" y="1903"/>
                      </a:cubicBezTo>
                      <a:cubicBezTo>
                        <a:pt x="393" y="1889"/>
                        <a:pt x="393" y="1889"/>
                        <a:pt x="393" y="1889"/>
                      </a:cubicBezTo>
                      <a:lnTo>
                        <a:pt x="368" y="1886"/>
                      </a:lnTo>
                      <a:close/>
                      <a:moveTo>
                        <a:pt x="368" y="1835"/>
                      </a:moveTo>
                      <a:cubicBezTo>
                        <a:pt x="355" y="1822"/>
                        <a:pt x="355" y="1822"/>
                        <a:pt x="355" y="1822"/>
                      </a:cubicBezTo>
                      <a:cubicBezTo>
                        <a:pt x="351" y="1844"/>
                        <a:pt x="351" y="1844"/>
                        <a:pt x="351" y="1844"/>
                      </a:cubicBezTo>
                      <a:cubicBezTo>
                        <a:pt x="336" y="1848"/>
                        <a:pt x="336" y="1848"/>
                        <a:pt x="336" y="1848"/>
                      </a:cubicBezTo>
                      <a:cubicBezTo>
                        <a:pt x="365" y="1860"/>
                        <a:pt x="365" y="1860"/>
                        <a:pt x="365" y="1860"/>
                      </a:cubicBezTo>
                      <a:lnTo>
                        <a:pt x="368" y="1835"/>
                      </a:lnTo>
                      <a:close/>
                      <a:moveTo>
                        <a:pt x="296" y="1827"/>
                      </a:moveTo>
                      <a:cubicBezTo>
                        <a:pt x="319" y="1848"/>
                        <a:pt x="319" y="1848"/>
                        <a:pt x="319" y="1848"/>
                      </a:cubicBezTo>
                      <a:cubicBezTo>
                        <a:pt x="326" y="1841"/>
                        <a:pt x="326" y="1841"/>
                        <a:pt x="326" y="1841"/>
                      </a:cubicBezTo>
                      <a:cubicBezTo>
                        <a:pt x="306" y="1818"/>
                        <a:pt x="306" y="1818"/>
                        <a:pt x="306" y="1818"/>
                      </a:cubicBezTo>
                      <a:lnTo>
                        <a:pt x="296" y="1827"/>
                      </a:lnTo>
                      <a:close/>
                      <a:moveTo>
                        <a:pt x="342" y="1820"/>
                      </a:moveTo>
                      <a:cubicBezTo>
                        <a:pt x="335" y="1814"/>
                        <a:pt x="335" y="1814"/>
                        <a:pt x="335" y="1814"/>
                      </a:cubicBezTo>
                      <a:cubicBezTo>
                        <a:pt x="329" y="1824"/>
                        <a:pt x="329" y="1824"/>
                        <a:pt x="329" y="1824"/>
                      </a:cubicBezTo>
                      <a:cubicBezTo>
                        <a:pt x="336" y="1833"/>
                        <a:pt x="336" y="1833"/>
                        <a:pt x="336" y="1833"/>
                      </a:cubicBezTo>
                      <a:lnTo>
                        <a:pt x="342" y="1820"/>
                      </a:lnTo>
                      <a:close/>
                      <a:moveTo>
                        <a:pt x="303" y="1805"/>
                      </a:moveTo>
                      <a:cubicBezTo>
                        <a:pt x="306" y="1788"/>
                        <a:pt x="306" y="1788"/>
                        <a:pt x="306" y="1788"/>
                      </a:cubicBezTo>
                      <a:cubicBezTo>
                        <a:pt x="303" y="1763"/>
                        <a:pt x="303" y="1763"/>
                        <a:pt x="303" y="1763"/>
                      </a:cubicBezTo>
                      <a:cubicBezTo>
                        <a:pt x="292" y="1759"/>
                        <a:pt x="292" y="1759"/>
                        <a:pt x="292" y="1759"/>
                      </a:cubicBezTo>
                      <a:cubicBezTo>
                        <a:pt x="292" y="1770"/>
                        <a:pt x="292" y="1770"/>
                        <a:pt x="292" y="1770"/>
                      </a:cubicBezTo>
                      <a:cubicBezTo>
                        <a:pt x="270" y="1766"/>
                        <a:pt x="270" y="1766"/>
                        <a:pt x="270" y="1766"/>
                      </a:cubicBezTo>
                      <a:cubicBezTo>
                        <a:pt x="287" y="1789"/>
                        <a:pt x="287" y="1789"/>
                        <a:pt x="287" y="1789"/>
                      </a:cubicBezTo>
                      <a:cubicBezTo>
                        <a:pt x="283" y="1818"/>
                        <a:pt x="283" y="1818"/>
                        <a:pt x="283" y="1818"/>
                      </a:cubicBezTo>
                      <a:lnTo>
                        <a:pt x="303" y="1805"/>
                      </a:lnTo>
                      <a:close/>
                      <a:moveTo>
                        <a:pt x="243" y="1752"/>
                      </a:moveTo>
                      <a:cubicBezTo>
                        <a:pt x="254" y="1753"/>
                        <a:pt x="254" y="1753"/>
                        <a:pt x="254" y="1753"/>
                      </a:cubicBezTo>
                      <a:cubicBezTo>
                        <a:pt x="261" y="1775"/>
                        <a:pt x="261" y="1775"/>
                        <a:pt x="261" y="1775"/>
                      </a:cubicBezTo>
                      <a:cubicBezTo>
                        <a:pt x="266" y="1755"/>
                        <a:pt x="266" y="1755"/>
                        <a:pt x="266" y="1755"/>
                      </a:cubicBezTo>
                      <a:cubicBezTo>
                        <a:pt x="267" y="1739"/>
                        <a:pt x="267" y="1739"/>
                        <a:pt x="267" y="1739"/>
                      </a:cubicBezTo>
                      <a:cubicBezTo>
                        <a:pt x="250" y="1734"/>
                        <a:pt x="250" y="1734"/>
                        <a:pt x="250" y="1734"/>
                      </a:cubicBezTo>
                      <a:lnTo>
                        <a:pt x="243" y="1752"/>
                      </a:lnTo>
                      <a:close/>
                      <a:moveTo>
                        <a:pt x="248" y="1727"/>
                      </a:moveTo>
                      <a:cubicBezTo>
                        <a:pt x="253" y="1726"/>
                        <a:pt x="256" y="1717"/>
                        <a:pt x="256" y="1717"/>
                      </a:cubicBezTo>
                      <a:cubicBezTo>
                        <a:pt x="276" y="1734"/>
                        <a:pt x="276" y="1734"/>
                        <a:pt x="276" y="1734"/>
                      </a:cubicBezTo>
                      <a:cubicBezTo>
                        <a:pt x="277" y="1718"/>
                        <a:pt x="277" y="1718"/>
                        <a:pt x="277" y="1718"/>
                      </a:cubicBezTo>
                      <a:cubicBezTo>
                        <a:pt x="257" y="1697"/>
                        <a:pt x="257" y="1697"/>
                        <a:pt x="257" y="1697"/>
                      </a:cubicBezTo>
                      <a:cubicBezTo>
                        <a:pt x="257" y="1697"/>
                        <a:pt x="241" y="1674"/>
                        <a:pt x="241" y="1662"/>
                      </a:cubicBezTo>
                      <a:cubicBezTo>
                        <a:pt x="241" y="1651"/>
                        <a:pt x="230" y="1639"/>
                        <a:pt x="219" y="1633"/>
                      </a:cubicBezTo>
                      <a:cubicBezTo>
                        <a:pt x="209" y="1628"/>
                        <a:pt x="209" y="1639"/>
                        <a:pt x="209" y="1639"/>
                      </a:cubicBezTo>
                      <a:cubicBezTo>
                        <a:pt x="195" y="1635"/>
                        <a:pt x="195" y="1635"/>
                        <a:pt x="195" y="1635"/>
                      </a:cubicBezTo>
                      <a:cubicBezTo>
                        <a:pt x="195" y="1635"/>
                        <a:pt x="180" y="1662"/>
                        <a:pt x="191" y="1662"/>
                      </a:cubicBezTo>
                      <a:cubicBezTo>
                        <a:pt x="201" y="1662"/>
                        <a:pt x="221" y="1662"/>
                        <a:pt x="221" y="1662"/>
                      </a:cubicBezTo>
                      <a:cubicBezTo>
                        <a:pt x="208" y="1688"/>
                        <a:pt x="208" y="1688"/>
                        <a:pt x="208" y="1688"/>
                      </a:cubicBezTo>
                      <a:cubicBezTo>
                        <a:pt x="217" y="1688"/>
                        <a:pt x="217" y="1688"/>
                        <a:pt x="217" y="1688"/>
                      </a:cubicBezTo>
                      <a:cubicBezTo>
                        <a:pt x="231" y="1675"/>
                        <a:pt x="231" y="1675"/>
                        <a:pt x="231" y="1675"/>
                      </a:cubicBezTo>
                      <a:cubicBezTo>
                        <a:pt x="230" y="1691"/>
                        <a:pt x="230" y="1691"/>
                        <a:pt x="230" y="1691"/>
                      </a:cubicBezTo>
                      <a:cubicBezTo>
                        <a:pt x="230" y="1691"/>
                        <a:pt x="244" y="1729"/>
                        <a:pt x="248" y="1727"/>
                      </a:cubicBezTo>
                      <a:close/>
                      <a:moveTo>
                        <a:pt x="163" y="1391"/>
                      </a:moveTo>
                      <a:cubicBezTo>
                        <a:pt x="165" y="1359"/>
                        <a:pt x="165" y="1359"/>
                        <a:pt x="165" y="1359"/>
                      </a:cubicBezTo>
                      <a:cubicBezTo>
                        <a:pt x="144" y="1339"/>
                        <a:pt x="144" y="1339"/>
                        <a:pt x="144" y="1339"/>
                      </a:cubicBezTo>
                      <a:cubicBezTo>
                        <a:pt x="154" y="1329"/>
                        <a:pt x="154" y="1329"/>
                        <a:pt x="154" y="1329"/>
                      </a:cubicBezTo>
                      <a:cubicBezTo>
                        <a:pt x="140" y="1313"/>
                        <a:pt x="140" y="1313"/>
                        <a:pt x="140" y="1313"/>
                      </a:cubicBezTo>
                      <a:cubicBezTo>
                        <a:pt x="117" y="1304"/>
                        <a:pt x="117" y="1304"/>
                        <a:pt x="117" y="1304"/>
                      </a:cubicBezTo>
                      <a:cubicBezTo>
                        <a:pt x="117" y="1304"/>
                        <a:pt x="114" y="1340"/>
                        <a:pt x="123" y="1343"/>
                      </a:cubicBezTo>
                      <a:cubicBezTo>
                        <a:pt x="131" y="1346"/>
                        <a:pt x="137" y="1366"/>
                        <a:pt x="137" y="1366"/>
                      </a:cubicBezTo>
                      <a:cubicBezTo>
                        <a:pt x="133" y="1379"/>
                        <a:pt x="133" y="1379"/>
                        <a:pt x="133" y="1379"/>
                      </a:cubicBezTo>
                      <a:lnTo>
                        <a:pt x="163" y="1391"/>
                      </a:lnTo>
                      <a:close/>
                      <a:moveTo>
                        <a:pt x="163" y="1453"/>
                      </a:moveTo>
                      <a:cubicBezTo>
                        <a:pt x="170" y="1461"/>
                        <a:pt x="170" y="1461"/>
                        <a:pt x="170" y="1461"/>
                      </a:cubicBezTo>
                      <a:cubicBezTo>
                        <a:pt x="188" y="1461"/>
                        <a:pt x="188" y="1461"/>
                        <a:pt x="188" y="1461"/>
                      </a:cubicBezTo>
                      <a:cubicBezTo>
                        <a:pt x="195" y="1448"/>
                        <a:pt x="195" y="1448"/>
                        <a:pt x="195" y="1448"/>
                      </a:cubicBezTo>
                      <a:cubicBezTo>
                        <a:pt x="176" y="1453"/>
                        <a:pt x="176" y="1453"/>
                        <a:pt x="176" y="1453"/>
                      </a:cubicBezTo>
                      <a:lnTo>
                        <a:pt x="163" y="1453"/>
                      </a:lnTo>
                      <a:close/>
                      <a:moveTo>
                        <a:pt x="186" y="1483"/>
                      </a:moveTo>
                      <a:cubicBezTo>
                        <a:pt x="188" y="1495"/>
                        <a:pt x="188" y="1495"/>
                        <a:pt x="188" y="1495"/>
                      </a:cubicBezTo>
                      <a:cubicBezTo>
                        <a:pt x="204" y="1505"/>
                        <a:pt x="204" y="1505"/>
                        <a:pt x="204" y="1505"/>
                      </a:cubicBezTo>
                      <a:cubicBezTo>
                        <a:pt x="204" y="1489"/>
                        <a:pt x="204" y="1489"/>
                        <a:pt x="204" y="1489"/>
                      </a:cubicBezTo>
                      <a:cubicBezTo>
                        <a:pt x="195" y="1473"/>
                        <a:pt x="195" y="1473"/>
                        <a:pt x="195" y="1473"/>
                      </a:cubicBezTo>
                      <a:cubicBezTo>
                        <a:pt x="173" y="1474"/>
                        <a:pt x="173" y="1474"/>
                        <a:pt x="173" y="1474"/>
                      </a:cubicBezTo>
                      <a:lnTo>
                        <a:pt x="186" y="1483"/>
                      </a:lnTo>
                      <a:close/>
                      <a:moveTo>
                        <a:pt x="212" y="1463"/>
                      </a:moveTo>
                      <a:cubicBezTo>
                        <a:pt x="212" y="1463"/>
                        <a:pt x="244" y="1444"/>
                        <a:pt x="222" y="1440"/>
                      </a:cubicBezTo>
                      <a:cubicBezTo>
                        <a:pt x="201" y="1435"/>
                        <a:pt x="199" y="1463"/>
                        <a:pt x="212" y="1463"/>
                      </a:cubicBezTo>
                      <a:close/>
                      <a:moveTo>
                        <a:pt x="166" y="1409"/>
                      </a:moveTo>
                      <a:cubicBezTo>
                        <a:pt x="152" y="1420"/>
                        <a:pt x="159" y="1430"/>
                        <a:pt x="169" y="1427"/>
                      </a:cubicBezTo>
                      <a:cubicBezTo>
                        <a:pt x="181" y="1423"/>
                        <a:pt x="180" y="1399"/>
                        <a:pt x="166" y="1409"/>
                      </a:cubicBezTo>
                      <a:close/>
                      <a:moveTo>
                        <a:pt x="156" y="1437"/>
                      </a:moveTo>
                      <a:cubicBezTo>
                        <a:pt x="143" y="1440"/>
                        <a:pt x="143" y="1440"/>
                        <a:pt x="143" y="1440"/>
                      </a:cubicBezTo>
                      <a:cubicBezTo>
                        <a:pt x="150" y="1453"/>
                        <a:pt x="150" y="1453"/>
                        <a:pt x="150" y="1453"/>
                      </a:cubicBezTo>
                      <a:lnTo>
                        <a:pt x="156" y="1437"/>
                      </a:lnTo>
                      <a:close/>
                      <a:moveTo>
                        <a:pt x="476" y="1919"/>
                      </a:moveTo>
                      <a:cubicBezTo>
                        <a:pt x="485" y="1915"/>
                        <a:pt x="484" y="1925"/>
                        <a:pt x="484" y="1925"/>
                      </a:cubicBezTo>
                      <a:cubicBezTo>
                        <a:pt x="484" y="1925"/>
                        <a:pt x="499" y="1928"/>
                        <a:pt x="514" y="1925"/>
                      </a:cubicBezTo>
                      <a:cubicBezTo>
                        <a:pt x="528" y="1921"/>
                        <a:pt x="498" y="1899"/>
                        <a:pt x="498" y="1899"/>
                      </a:cubicBezTo>
                      <a:cubicBezTo>
                        <a:pt x="498" y="1874"/>
                        <a:pt x="498" y="1874"/>
                        <a:pt x="498" y="1874"/>
                      </a:cubicBezTo>
                      <a:cubicBezTo>
                        <a:pt x="523" y="1872"/>
                        <a:pt x="523" y="1872"/>
                        <a:pt x="523" y="1872"/>
                      </a:cubicBezTo>
                      <a:cubicBezTo>
                        <a:pt x="521" y="1860"/>
                        <a:pt x="521" y="1860"/>
                        <a:pt x="521" y="1860"/>
                      </a:cubicBezTo>
                      <a:cubicBezTo>
                        <a:pt x="537" y="1862"/>
                        <a:pt x="537" y="1862"/>
                        <a:pt x="537" y="1862"/>
                      </a:cubicBezTo>
                      <a:cubicBezTo>
                        <a:pt x="542" y="1850"/>
                        <a:pt x="542" y="1850"/>
                        <a:pt x="542" y="1850"/>
                      </a:cubicBezTo>
                      <a:cubicBezTo>
                        <a:pt x="527" y="1838"/>
                        <a:pt x="527" y="1838"/>
                        <a:pt x="527" y="1838"/>
                      </a:cubicBezTo>
                      <a:cubicBezTo>
                        <a:pt x="527" y="1838"/>
                        <a:pt x="507" y="1839"/>
                        <a:pt x="491" y="1837"/>
                      </a:cubicBezTo>
                      <a:cubicBezTo>
                        <a:pt x="475" y="1835"/>
                        <a:pt x="449" y="1842"/>
                        <a:pt x="449" y="1842"/>
                      </a:cubicBezTo>
                      <a:cubicBezTo>
                        <a:pt x="437" y="1830"/>
                        <a:pt x="437" y="1830"/>
                        <a:pt x="437" y="1830"/>
                      </a:cubicBezTo>
                      <a:cubicBezTo>
                        <a:pt x="413" y="1819"/>
                        <a:pt x="413" y="1819"/>
                        <a:pt x="413" y="1819"/>
                      </a:cubicBezTo>
                      <a:cubicBezTo>
                        <a:pt x="406" y="1808"/>
                        <a:pt x="406" y="1808"/>
                        <a:pt x="406" y="1808"/>
                      </a:cubicBezTo>
                      <a:cubicBezTo>
                        <a:pt x="392" y="1792"/>
                        <a:pt x="392" y="1792"/>
                        <a:pt x="392" y="1792"/>
                      </a:cubicBezTo>
                      <a:cubicBezTo>
                        <a:pt x="392" y="1792"/>
                        <a:pt x="398" y="1780"/>
                        <a:pt x="383" y="1767"/>
                      </a:cubicBezTo>
                      <a:cubicBezTo>
                        <a:pt x="368" y="1754"/>
                        <a:pt x="362" y="1772"/>
                        <a:pt x="352" y="1772"/>
                      </a:cubicBezTo>
                      <a:cubicBezTo>
                        <a:pt x="342" y="1772"/>
                        <a:pt x="338" y="1747"/>
                        <a:pt x="338" y="1747"/>
                      </a:cubicBezTo>
                      <a:cubicBezTo>
                        <a:pt x="318" y="1743"/>
                        <a:pt x="318" y="1743"/>
                        <a:pt x="318" y="1743"/>
                      </a:cubicBezTo>
                      <a:cubicBezTo>
                        <a:pt x="318" y="1743"/>
                        <a:pt x="320" y="1723"/>
                        <a:pt x="315" y="1718"/>
                      </a:cubicBezTo>
                      <a:cubicBezTo>
                        <a:pt x="310" y="1713"/>
                        <a:pt x="308" y="1697"/>
                        <a:pt x="308" y="1697"/>
                      </a:cubicBezTo>
                      <a:cubicBezTo>
                        <a:pt x="315" y="1693"/>
                        <a:pt x="315" y="1693"/>
                        <a:pt x="315" y="1693"/>
                      </a:cubicBezTo>
                      <a:cubicBezTo>
                        <a:pt x="316" y="1680"/>
                        <a:pt x="316" y="1680"/>
                        <a:pt x="316" y="1680"/>
                      </a:cubicBezTo>
                      <a:cubicBezTo>
                        <a:pt x="316" y="1680"/>
                        <a:pt x="331" y="1675"/>
                        <a:pt x="334" y="1670"/>
                      </a:cubicBezTo>
                      <a:cubicBezTo>
                        <a:pt x="337" y="1665"/>
                        <a:pt x="317" y="1650"/>
                        <a:pt x="317" y="1650"/>
                      </a:cubicBezTo>
                      <a:cubicBezTo>
                        <a:pt x="317" y="1650"/>
                        <a:pt x="333" y="1641"/>
                        <a:pt x="332" y="1638"/>
                      </a:cubicBezTo>
                      <a:cubicBezTo>
                        <a:pt x="331" y="1635"/>
                        <a:pt x="312" y="1624"/>
                        <a:pt x="312" y="1624"/>
                      </a:cubicBezTo>
                      <a:cubicBezTo>
                        <a:pt x="315" y="1594"/>
                        <a:pt x="315" y="1594"/>
                        <a:pt x="315" y="1594"/>
                      </a:cubicBezTo>
                      <a:cubicBezTo>
                        <a:pt x="326" y="1590"/>
                        <a:pt x="326" y="1590"/>
                        <a:pt x="326" y="1590"/>
                      </a:cubicBezTo>
                      <a:cubicBezTo>
                        <a:pt x="316" y="1573"/>
                        <a:pt x="316" y="1573"/>
                        <a:pt x="316" y="1573"/>
                      </a:cubicBezTo>
                      <a:cubicBezTo>
                        <a:pt x="319" y="1551"/>
                        <a:pt x="319" y="1551"/>
                        <a:pt x="319" y="1551"/>
                      </a:cubicBezTo>
                      <a:cubicBezTo>
                        <a:pt x="304" y="1533"/>
                        <a:pt x="304" y="1533"/>
                        <a:pt x="304" y="1533"/>
                      </a:cubicBezTo>
                      <a:cubicBezTo>
                        <a:pt x="307" y="1518"/>
                        <a:pt x="307" y="1518"/>
                        <a:pt x="307" y="1518"/>
                      </a:cubicBezTo>
                      <a:cubicBezTo>
                        <a:pt x="291" y="1506"/>
                        <a:pt x="291" y="1506"/>
                        <a:pt x="291" y="1506"/>
                      </a:cubicBezTo>
                      <a:cubicBezTo>
                        <a:pt x="291" y="1506"/>
                        <a:pt x="304" y="1495"/>
                        <a:pt x="307" y="1487"/>
                      </a:cubicBezTo>
                      <a:cubicBezTo>
                        <a:pt x="310" y="1479"/>
                        <a:pt x="287" y="1470"/>
                        <a:pt x="287" y="1470"/>
                      </a:cubicBezTo>
                      <a:cubicBezTo>
                        <a:pt x="287" y="1470"/>
                        <a:pt x="264" y="1463"/>
                        <a:pt x="263" y="1460"/>
                      </a:cubicBezTo>
                      <a:cubicBezTo>
                        <a:pt x="262" y="1457"/>
                        <a:pt x="294" y="1460"/>
                        <a:pt x="296" y="1449"/>
                      </a:cubicBezTo>
                      <a:cubicBezTo>
                        <a:pt x="298" y="1438"/>
                        <a:pt x="279" y="1443"/>
                        <a:pt x="272" y="1443"/>
                      </a:cubicBezTo>
                      <a:cubicBezTo>
                        <a:pt x="265" y="1443"/>
                        <a:pt x="260" y="1433"/>
                        <a:pt x="260" y="1433"/>
                      </a:cubicBezTo>
                      <a:cubicBezTo>
                        <a:pt x="260" y="1433"/>
                        <a:pt x="259" y="1416"/>
                        <a:pt x="258" y="1405"/>
                      </a:cubicBezTo>
                      <a:cubicBezTo>
                        <a:pt x="257" y="1394"/>
                        <a:pt x="241" y="1393"/>
                        <a:pt x="241" y="1393"/>
                      </a:cubicBezTo>
                      <a:cubicBezTo>
                        <a:pt x="245" y="1375"/>
                        <a:pt x="245" y="1375"/>
                        <a:pt x="245" y="1375"/>
                      </a:cubicBezTo>
                      <a:cubicBezTo>
                        <a:pt x="235" y="1370"/>
                        <a:pt x="235" y="1370"/>
                        <a:pt x="235" y="1370"/>
                      </a:cubicBezTo>
                      <a:cubicBezTo>
                        <a:pt x="235" y="1370"/>
                        <a:pt x="226" y="1366"/>
                        <a:pt x="223" y="1358"/>
                      </a:cubicBezTo>
                      <a:cubicBezTo>
                        <a:pt x="220" y="1350"/>
                        <a:pt x="215" y="1320"/>
                        <a:pt x="215" y="1320"/>
                      </a:cubicBezTo>
                      <a:cubicBezTo>
                        <a:pt x="215" y="1320"/>
                        <a:pt x="226" y="1311"/>
                        <a:pt x="231" y="1312"/>
                      </a:cubicBezTo>
                      <a:cubicBezTo>
                        <a:pt x="236" y="1313"/>
                        <a:pt x="207" y="1292"/>
                        <a:pt x="204" y="1286"/>
                      </a:cubicBezTo>
                      <a:cubicBezTo>
                        <a:pt x="201" y="1280"/>
                        <a:pt x="201" y="1261"/>
                        <a:pt x="201" y="1261"/>
                      </a:cubicBezTo>
                      <a:cubicBezTo>
                        <a:pt x="201" y="1261"/>
                        <a:pt x="194" y="1250"/>
                        <a:pt x="193" y="1244"/>
                      </a:cubicBezTo>
                      <a:cubicBezTo>
                        <a:pt x="192" y="1238"/>
                        <a:pt x="197" y="1220"/>
                        <a:pt x="197" y="1220"/>
                      </a:cubicBezTo>
                      <a:cubicBezTo>
                        <a:pt x="183" y="1212"/>
                        <a:pt x="183" y="1212"/>
                        <a:pt x="183" y="1212"/>
                      </a:cubicBezTo>
                      <a:cubicBezTo>
                        <a:pt x="183" y="1212"/>
                        <a:pt x="188" y="1204"/>
                        <a:pt x="187" y="1196"/>
                      </a:cubicBezTo>
                      <a:cubicBezTo>
                        <a:pt x="186" y="1188"/>
                        <a:pt x="176" y="1183"/>
                        <a:pt x="176" y="1183"/>
                      </a:cubicBezTo>
                      <a:cubicBezTo>
                        <a:pt x="189" y="1174"/>
                        <a:pt x="189" y="1174"/>
                        <a:pt x="189" y="1174"/>
                      </a:cubicBezTo>
                      <a:cubicBezTo>
                        <a:pt x="181" y="1146"/>
                        <a:pt x="181" y="1146"/>
                        <a:pt x="181" y="1146"/>
                      </a:cubicBezTo>
                      <a:cubicBezTo>
                        <a:pt x="181" y="1146"/>
                        <a:pt x="195" y="1141"/>
                        <a:pt x="200" y="1132"/>
                      </a:cubicBezTo>
                      <a:cubicBezTo>
                        <a:pt x="205" y="1123"/>
                        <a:pt x="186" y="1114"/>
                        <a:pt x="186" y="1114"/>
                      </a:cubicBezTo>
                      <a:cubicBezTo>
                        <a:pt x="185" y="1102"/>
                        <a:pt x="185" y="1102"/>
                        <a:pt x="185" y="1102"/>
                      </a:cubicBezTo>
                      <a:cubicBezTo>
                        <a:pt x="165" y="1085"/>
                        <a:pt x="165" y="1085"/>
                        <a:pt x="165" y="1085"/>
                      </a:cubicBezTo>
                      <a:cubicBezTo>
                        <a:pt x="165" y="1085"/>
                        <a:pt x="165" y="1064"/>
                        <a:pt x="165" y="1057"/>
                      </a:cubicBezTo>
                      <a:cubicBezTo>
                        <a:pt x="165" y="1050"/>
                        <a:pt x="153" y="1017"/>
                        <a:pt x="153" y="1017"/>
                      </a:cubicBezTo>
                      <a:cubicBezTo>
                        <a:pt x="170" y="1016"/>
                        <a:pt x="170" y="1016"/>
                        <a:pt x="170" y="1016"/>
                      </a:cubicBezTo>
                      <a:cubicBezTo>
                        <a:pt x="172" y="1004"/>
                        <a:pt x="172" y="1004"/>
                        <a:pt x="172" y="1004"/>
                      </a:cubicBezTo>
                      <a:cubicBezTo>
                        <a:pt x="172" y="1004"/>
                        <a:pt x="176" y="993"/>
                        <a:pt x="175" y="983"/>
                      </a:cubicBezTo>
                      <a:cubicBezTo>
                        <a:pt x="174" y="973"/>
                        <a:pt x="157" y="955"/>
                        <a:pt x="157" y="955"/>
                      </a:cubicBezTo>
                      <a:cubicBezTo>
                        <a:pt x="166" y="954"/>
                        <a:pt x="166" y="954"/>
                        <a:pt x="166" y="954"/>
                      </a:cubicBezTo>
                      <a:cubicBezTo>
                        <a:pt x="166" y="954"/>
                        <a:pt x="167" y="915"/>
                        <a:pt x="167" y="911"/>
                      </a:cubicBezTo>
                      <a:cubicBezTo>
                        <a:pt x="167" y="907"/>
                        <a:pt x="176" y="900"/>
                        <a:pt x="179" y="894"/>
                      </a:cubicBezTo>
                      <a:cubicBezTo>
                        <a:pt x="182" y="888"/>
                        <a:pt x="167" y="869"/>
                        <a:pt x="167" y="869"/>
                      </a:cubicBezTo>
                      <a:cubicBezTo>
                        <a:pt x="165" y="844"/>
                        <a:pt x="165" y="844"/>
                        <a:pt x="165" y="844"/>
                      </a:cubicBezTo>
                      <a:cubicBezTo>
                        <a:pt x="165" y="844"/>
                        <a:pt x="161" y="846"/>
                        <a:pt x="149" y="843"/>
                      </a:cubicBezTo>
                      <a:cubicBezTo>
                        <a:pt x="137" y="840"/>
                        <a:pt x="145" y="821"/>
                        <a:pt x="145" y="821"/>
                      </a:cubicBezTo>
                      <a:cubicBezTo>
                        <a:pt x="142" y="815"/>
                        <a:pt x="142" y="815"/>
                        <a:pt x="142" y="815"/>
                      </a:cubicBezTo>
                      <a:cubicBezTo>
                        <a:pt x="134" y="794"/>
                        <a:pt x="134" y="794"/>
                        <a:pt x="134" y="794"/>
                      </a:cubicBezTo>
                      <a:cubicBezTo>
                        <a:pt x="121" y="784"/>
                        <a:pt x="121" y="784"/>
                        <a:pt x="121" y="784"/>
                      </a:cubicBezTo>
                      <a:cubicBezTo>
                        <a:pt x="121" y="784"/>
                        <a:pt x="123" y="775"/>
                        <a:pt x="125" y="771"/>
                      </a:cubicBezTo>
                      <a:cubicBezTo>
                        <a:pt x="127" y="767"/>
                        <a:pt x="104" y="752"/>
                        <a:pt x="104" y="752"/>
                      </a:cubicBezTo>
                      <a:cubicBezTo>
                        <a:pt x="104" y="752"/>
                        <a:pt x="102" y="735"/>
                        <a:pt x="102" y="730"/>
                      </a:cubicBezTo>
                      <a:cubicBezTo>
                        <a:pt x="102" y="725"/>
                        <a:pt x="112" y="724"/>
                        <a:pt x="112" y="724"/>
                      </a:cubicBezTo>
                      <a:cubicBezTo>
                        <a:pt x="109" y="685"/>
                        <a:pt x="109" y="685"/>
                        <a:pt x="109" y="685"/>
                      </a:cubicBezTo>
                      <a:cubicBezTo>
                        <a:pt x="109" y="685"/>
                        <a:pt x="118" y="690"/>
                        <a:pt x="123" y="685"/>
                      </a:cubicBezTo>
                      <a:cubicBezTo>
                        <a:pt x="128" y="680"/>
                        <a:pt x="105" y="635"/>
                        <a:pt x="104" y="631"/>
                      </a:cubicBezTo>
                      <a:cubicBezTo>
                        <a:pt x="103" y="627"/>
                        <a:pt x="112" y="619"/>
                        <a:pt x="114" y="615"/>
                      </a:cubicBezTo>
                      <a:cubicBezTo>
                        <a:pt x="116" y="611"/>
                        <a:pt x="111" y="586"/>
                        <a:pt x="111" y="576"/>
                      </a:cubicBezTo>
                      <a:cubicBezTo>
                        <a:pt x="111" y="566"/>
                        <a:pt x="129" y="558"/>
                        <a:pt x="130" y="553"/>
                      </a:cubicBezTo>
                      <a:cubicBezTo>
                        <a:pt x="131" y="548"/>
                        <a:pt x="137" y="510"/>
                        <a:pt x="137" y="510"/>
                      </a:cubicBezTo>
                      <a:cubicBezTo>
                        <a:pt x="137" y="510"/>
                        <a:pt x="159" y="509"/>
                        <a:pt x="162" y="498"/>
                      </a:cubicBezTo>
                      <a:cubicBezTo>
                        <a:pt x="165" y="487"/>
                        <a:pt x="134" y="476"/>
                        <a:pt x="134" y="476"/>
                      </a:cubicBezTo>
                      <a:cubicBezTo>
                        <a:pt x="134" y="476"/>
                        <a:pt x="151" y="464"/>
                        <a:pt x="152" y="454"/>
                      </a:cubicBezTo>
                      <a:cubicBezTo>
                        <a:pt x="153" y="444"/>
                        <a:pt x="134" y="436"/>
                        <a:pt x="129" y="429"/>
                      </a:cubicBezTo>
                      <a:cubicBezTo>
                        <a:pt x="124" y="422"/>
                        <a:pt x="134" y="413"/>
                        <a:pt x="143" y="404"/>
                      </a:cubicBezTo>
                      <a:cubicBezTo>
                        <a:pt x="152" y="395"/>
                        <a:pt x="125" y="401"/>
                        <a:pt x="124" y="387"/>
                      </a:cubicBezTo>
                      <a:cubicBezTo>
                        <a:pt x="123" y="373"/>
                        <a:pt x="178" y="349"/>
                        <a:pt x="178" y="349"/>
                      </a:cubicBezTo>
                      <a:cubicBezTo>
                        <a:pt x="184" y="293"/>
                        <a:pt x="184" y="293"/>
                        <a:pt x="184" y="293"/>
                      </a:cubicBezTo>
                      <a:cubicBezTo>
                        <a:pt x="177" y="282"/>
                        <a:pt x="177" y="282"/>
                        <a:pt x="177" y="282"/>
                      </a:cubicBezTo>
                      <a:cubicBezTo>
                        <a:pt x="170" y="284"/>
                        <a:pt x="161" y="285"/>
                        <a:pt x="153" y="284"/>
                      </a:cubicBezTo>
                      <a:cubicBezTo>
                        <a:pt x="141" y="283"/>
                        <a:pt x="142" y="257"/>
                        <a:pt x="142" y="257"/>
                      </a:cubicBezTo>
                      <a:cubicBezTo>
                        <a:pt x="129" y="241"/>
                        <a:pt x="129" y="241"/>
                        <a:pt x="129" y="241"/>
                      </a:cubicBezTo>
                      <a:cubicBezTo>
                        <a:pt x="129" y="241"/>
                        <a:pt x="131" y="211"/>
                        <a:pt x="129" y="200"/>
                      </a:cubicBezTo>
                      <a:cubicBezTo>
                        <a:pt x="126" y="189"/>
                        <a:pt x="97" y="178"/>
                        <a:pt x="97" y="178"/>
                      </a:cubicBezTo>
                      <a:cubicBezTo>
                        <a:pt x="97" y="161"/>
                        <a:pt x="97" y="161"/>
                        <a:pt x="97" y="161"/>
                      </a:cubicBezTo>
                      <a:cubicBezTo>
                        <a:pt x="97" y="161"/>
                        <a:pt x="92" y="158"/>
                        <a:pt x="88" y="148"/>
                      </a:cubicBezTo>
                      <a:cubicBezTo>
                        <a:pt x="84" y="139"/>
                        <a:pt x="99" y="127"/>
                        <a:pt x="99" y="127"/>
                      </a:cubicBezTo>
                      <a:cubicBezTo>
                        <a:pt x="88" y="116"/>
                        <a:pt x="88" y="116"/>
                        <a:pt x="88" y="116"/>
                      </a:cubicBezTo>
                      <a:cubicBezTo>
                        <a:pt x="88" y="116"/>
                        <a:pt x="96" y="110"/>
                        <a:pt x="100" y="98"/>
                      </a:cubicBezTo>
                      <a:cubicBezTo>
                        <a:pt x="104" y="86"/>
                        <a:pt x="68" y="74"/>
                        <a:pt x="68" y="74"/>
                      </a:cubicBezTo>
                      <a:cubicBezTo>
                        <a:pt x="59" y="22"/>
                        <a:pt x="59" y="22"/>
                        <a:pt x="59" y="22"/>
                      </a:cubicBezTo>
                      <a:cubicBezTo>
                        <a:pt x="45" y="22"/>
                        <a:pt x="45" y="22"/>
                        <a:pt x="45" y="22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35" y="21"/>
                        <a:pt x="23" y="30"/>
                      </a:cubicBezTo>
                      <a:cubicBezTo>
                        <a:pt x="16" y="36"/>
                        <a:pt x="7" y="42"/>
                        <a:pt x="1" y="46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0" y="72"/>
                        <a:pt x="13" y="99"/>
                        <a:pt x="19" y="119"/>
                      </a:cubicBezTo>
                      <a:cubicBezTo>
                        <a:pt x="25" y="139"/>
                        <a:pt x="24" y="169"/>
                        <a:pt x="24" y="182"/>
                      </a:cubicBezTo>
                      <a:cubicBezTo>
                        <a:pt x="24" y="195"/>
                        <a:pt x="32" y="206"/>
                        <a:pt x="33" y="229"/>
                      </a:cubicBezTo>
                      <a:cubicBezTo>
                        <a:pt x="34" y="253"/>
                        <a:pt x="34" y="290"/>
                        <a:pt x="34" y="290"/>
                      </a:cubicBezTo>
                      <a:cubicBezTo>
                        <a:pt x="20" y="298"/>
                        <a:pt x="20" y="298"/>
                        <a:pt x="20" y="298"/>
                      </a:cubicBezTo>
                      <a:cubicBezTo>
                        <a:pt x="23" y="318"/>
                        <a:pt x="23" y="318"/>
                        <a:pt x="23" y="318"/>
                      </a:cubicBezTo>
                      <a:cubicBezTo>
                        <a:pt x="38" y="327"/>
                        <a:pt x="38" y="327"/>
                        <a:pt x="38" y="327"/>
                      </a:cubicBezTo>
                      <a:cubicBezTo>
                        <a:pt x="32" y="389"/>
                        <a:pt x="32" y="389"/>
                        <a:pt x="32" y="389"/>
                      </a:cubicBezTo>
                      <a:cubicBezTo>
                        <a:pt x="47" y="417"/>
                        <a:pt x="47" y="417"/>
                        <a:pt x="47" y="417"/>
                      </a:cubicBezTo>
                      <a:cubicBezTo>
                        <a:pt x="36" y="430"/>
                        <a:pt x="36" y="430"/>
                        <a:pt x="36" y="430"/>
                      </a:cubicBezTo>
                      <a:cubicBezTo>
                        <a:pt x="42" y="472"/>
                        <a:pt x="42" y="472"/>
                        <a:pt x="42" y="472"/>
                      </a:cubicBezTo>
                      <a:cubicBezTo>
                        <a:pt x="42" y="472"/>
                        <a:pt x="49" y="475"/>
                        <a:pt x="51" y="492"/>
                      </a:cubicBezTo>
                      <a:cubicBezTo>
                        <a:pt x="53" y="508"/>
                        <a:pt x="42" y="509"/>
                        <a:pt x="42" y="509"/>
                      </a:cubicBezTo>
                      <a:cubicBezTo>
                        <a:pt x="40" y="531"/>
                        <a:pt x="40" y="531"/>
                        <a:pt x="40" y="531"/>
                      </a:cubicBezTo>
                      <a:cubicBezTo>
                        <a:pt x="47" y="540"/>
                        <a:pt x="47" y="540"/>
                        <a:pt x="47" y="540"/>
                      </a:cubicBezTo>
                      <a:cubicBezTo>
                        <a:pt x="47" y="540"/>
                        <a:pt x="40" y="545"/>
                        <a:pt x="34" y="559"/>
                      </a:cubicBezTo>
                      <a:cubicBezTo>
                        <a:pt x="28" y="573"/>
                        <a:pt x="40" y="571"/>
                        <a:pt x="40" y="571"/>
                      </a:cubicBezTo>
                      <a:cubicBezTo>
                        <a:pt x="40" y="571"/>
                        <a:pt x="44" y="580"/>
                        <a:pt x="44" y="591"/>
                      </a:cubicBezTo>
                      <a:cubicBezTo>
                        <a:pt x="44" y="602"/>
                        <a:pt x="33" y="599"/>
                        <a:pt x="33" y="619"/>
                      </a:cubicBezTo>
                      <a:cubicBezTo>
                        <a:pt x="33" y="640"/>
                        <a:pt x="49" y="638"/>
                        <a:pt x="52" y="648"/>
                      </a:cubicBezTo>
                      <a:cubicBezTo>
                        <a:pt x="56" y="657"/>
                        <a:pt x="52" y="681"/>
                        <a:pt x="52" y="681"/>
                      </a:cubicBezTo>
                      <a:cubicBezTo>
                        <a:pt x="52" y="681"/>
                        <a:pt x="45" y="679"/>
                        <a:pt x="40" y="681"/>
                      </a:cubicBezTo>
                      <a:cubicBezTo>
                        <a:pt x="36" y="683"/>
                        <a:pt x="40" y="700"/>
                        <a:pt x="47" y="720"/>
                      </a:cubicBezTo>
                      <a:cubicBezTo>
                        <a:pt x="55" y="740"/>
                        <a:pt x="66" y="770"/>
                        <a:pt x="66" y="770"/>
                      </a:cubicBezTo>
                      <a:cubicBezTo>
                        <a:pt x="66" y="770"/>
                        <a:pt x="69" y="784"/>
                        <a:pt x="76" y="790"/>
                      </a:cubicBezTo>
                      <a:cubicBezTo>
                        <a:pt x="83" y="796"/>
                        <a:pt x="79" y="826"/>
                        <a:pt x="79" y="826"/>
                      </a:cubicBezTo>
                      <a:cubicBezTo>
                        <a:pt x="76" y="845"/>
                        <a:pt x="76" y="845"/>
                        <a:pt x="76" y="845"/>
                      </a:cubicBezTo>
                      <a:cubicBezTo>
                        <a:pt x="92" y="862"/>
                        <a:pt x="92" y="862"/>
                        <a:pt x="92" y="862"/>
                      </a:cubicBezTo>
                      <a:cubicBezTo>
                        <a:pt x="92" y="862"/>
                        <a:pt x="82" y="889"/>
                        <a:pt x="82" y="903"/>
                      </a:cubicBezTo>
                      <a:cubicBezTo>
                        <a:pt x="82" y="917"/>
                        <a:pt x="82" y="947"/>
                        <a:pt x="82" y="947"/>
                      </a:cubicBezTo>
                      <a:cubicBezTo>
                        <a:pt x="66" y="972"/>
                        <a:pt x="66" y="972"/>
                        <a:pt x="66" y="972"/>
                      </a:cubicBezTo>
                      <a:cubicBezTo>
                        <a:pt x="76" y="979"/>
                        <a:pt x="76" y="979"/>
                        <a:pt x="76" y="979"/>
                      </a:cubicBezTo>
                      <a:cubicBezTo>
                        <a:pt x="76" y="979"/>
                        <a:pt x="72" y="995"/>
                        <a:pt x="72" y="1004"/>
                      </a:cubicBezTo>
                      <a:cubicBezTo>
                        <a:pt x="72" y="1012"/>
                        <a:pt x="66" y="1056"/>
                        <a:pt x="66" y="1056"/>
                      </a:cubicBezTo>
                      <a:cubicBezTo>
                        <a:pt x="56" y="1058"/>
                        <a:pt x="56" y="1058"/>
                        <a:pt x="56" y="1058"/>
                      </a:cubicBezTo>
                      <a:cubicBezTo>
                        <a:pt x="56" y="1072"/>
                        <a:pt x="56" y="1072"/>
                        <a:pt x="56" y="1072"/>
                      </a:cubicBezTo>
                      <a:cubicBezTo>
                        <a:pt x="72" y="1102"/>
                        <a:pt x="72" y="1102"/>
                        <a:pt x="72" y="1102"/>
                      </a:cubicBezTo>
                      <a:cubicBezTo>
                        <a:pt x="72" y="1102"/>
                        <a:pt x="72" y="1121"/>
                        <a:pt x="72" y="1131"/>
                      </a:cubicBezTo>
                      <a:cubicBezTo>
                        <a:pt x="72" y="1142"/>
                        <a:pt x="95" y="1149"/>
                        <a:pt x="101" y="1165"/>
                      </a:cubicBezTo>
                      <a:cubicBezTo>
                        <a:pt x="107" y="1180"/>
                        <a:pt x="98" y="1218"/>
                        <a:pt x="98" y="1218"/>
                      </a:cubicBezTo>
                      <a:cubicBezTo>
                        <a:pt x="107" y="1225"/>
                        <a:pt x="107" y="1225"/>
                        <a:pt x="107" y="1225"/>
                      </a:cubicBezTo>
                      <a:cubicBezTo>
                        <a:pt x="107" y="1225"/>
                        <a:pt x="107" y="1254"/>
                        <a:pt x="107" y="1266"/>
                      </a:cubicBezTo>
                      <a:cubicBezTo>
                        <a:pt x="107" y="1278"/>
                        <a:pt x="134" y="1286"/>
                        <a:pt x="134" y="1286"/>
                      </a:cubicBezTo>
                      <a:cubicBezTo>
                        <a:pt x="129" y="1299"/>
                        <a:pt x="129" y="1299"/>
                        <a:pt x="129" y="1299"/>
                      </a:cubicBezTo>
                      <a:cubicBezTo>
                        <a:pt x="156" y="1299"/>
                        <a:pt x="156" y="1299"/>
                        <a:pt x="156" y="1299"/>
                      </a:cubicBezTo>
                      <a:cubicBezTo>
                        <a:pt x="156" y="1279"/>
                        <a:pt x="156" y="1279"/>
                        <a:pt x="156" y="1279"/>
                      </a:cubicBezTo>
                      <a:cubicBezTo>
                        <a:pt x="156" y="1279"/>
                        <a:pt x="169" y="1289"/>
                        <a:pt x="177" y="1290"/>
                      </a:cubicBezTo>
                      <a:cubicBezTo>
                        <a:pt x="186" y="1291"/>
                        <a:pt x="186" y="1277"/>
                        <a:pt x="186" y="1277"/>
                      </a:cubicBezTo>
                      <a:cubicBezTo>
                        <a:pt x="192" y="1290"/>
                        <a:pt x="192" y="1290"/>
                        <a:pt x="192" y="1290"/>
                      </a:cubicBezTo>
                      <a:cubicBezTo>
                        <a:pt x="192" y="1290"/>
                        <a:pt x="175" y="1300"/>
                        <a:pt x="173" y="1311"/>
                      </a:cubicBezTo>
                      <a:cubicBezTo>
                        <a:pt x="170" y="1322"/>
                        <a:pt x="186" y="1310"/>
                        <a:pt x="193" y="1313"/>
                      </a:cubicBezTo>
                      <a:cubicBezTo>
                        <a:pt x="200" y="1317"/>
                        <a:pt x="198" y="1330"/>
                        <a:pt x="198" y="1330"/>
                      </a:cubicBezTo>
                      <a:cubicBezTo>
                        <a:pt x="179" y="1328"/>
                        <a:pt x="179" y="1328"/>
                        <a:pt x="179" y="1328"/>
                      </a:cubicBezTo>
                      <a:cubicBezTo>
                        <a:pt x="190" y="1341"/>
                        <a:pt x="190" y="1341"/>
                        <a:pt x="190" y="1341"/>
                      </a:cubicBezTo>
                      <a:cubicBezTo>
                        <a:pt x="183" y="1349"/>
                        <a:pt x="183" y="1349"/>
                        <a:pt x="183" y="1349"/>
                      </a:cubicBezTo>
                      <a:cubicBezTo>
                        <a:pt x="195" y="1367"/>
                        <a:pt x="195" y="1367"/>
                        <a:pt x="195" y="1367"/>
                      </a:cubicBezTo>
                      <a:cubicBezTo>
                        <a:pt x="195" y="1367"/>
                        <a:pt x="188" y="1375"/>
                        <a:pt x="181" y="1384"/>
                      </a:cubicBezTo>
                      <a:cubicBezTo>
                        <a:pt x="174" y="1394"/>
                        <a:pt x="212" y="1403"/>
                        <a:pt x="212" y="1403"/>
                      </a:cubicBezTo>
                      <a:cubicBezTo>
                        <a:pt x="212" y="1403"/>
                        <a:pt x="205" y="1409"/>
                        <a:pt x="200" y="1413"/>
                      </a:cubicBezTo>
                      <a:cubicBezTo>
                        <a:pt x="195" y="1416"/>
                        <a:pt x="202" y="1427"/>
                        <a:pt x="212" y="1432"/>
                      </a:cubicBezTo>
                      <a:cubicBezTo>
                        <a:pt x="221" y="1436"/>
                        <a:pt x="234" y="1433"/>
                        <a:pt x="234" y="1433"/>
                      </a:cubicBezTo>
                      <a:cubicBezTo>
                        <a:pt x="239" y="1457"/>
                        <a:pt x="239" y="1457"/>
                        <a:pt x="239" y="1457"/>
                      </a:cubicBezTo>
                      <a:cubicBezTo>
                        <a:pt x="239" y="1457"/>
                        <a:pt x="219" y="1470"/>
                        <a:pt x="214" y="1477"/>
                      </a:cubicBezTo>
                      <a:cubicBezTo>
                        <a:pt x="209" y="1484"/>
                        <a:pt x="228" y="1485"/>
                        <a:pt x="228" y="1485"/>
                      </a:cubicBezTo>
                      <a:cubicBezTo>
                        <a:pt x="228" y="1485"/>
                        <a:pt x="252" y="1490"/>
                        <a:pt x="252" y="1497"/>
                      </a:cubicBezTo>
                      <a:cubicBezTo>
                        <a:pt x="252" y="1504"/>
                        <a:pt x="237" y="1498"/>
                        <a:pt x="227" y="1493"/>
                      </a:cubicBezTo>
                      <a:cubicBezTo>
                        <a:pt x="218" y="1488"/>
                        <a:pt x="216" y="1503"/>
                        <a:pt x="216" y="1503"/>
                      </a:cubicBezTo>
                      <a:cubicBezTo>
                        <a:pt x="235" y="1507"/>
                        <a:pt x="235" y="1507"/>
                        <a:pt x="235" y="1507"/>
                      </a:cubicBezTo>
                      <a:cubicBezTo>
                        <a:pt x="221" y="1514"/>
                        <a:pt x="221" y="1514"/>
                        <a:pt x="221" y="1514"/>
                      </a:cubicBezTo>
                      <a:cubicBezTo>
                        <a:pt x="222" y="1531"/>
                        <a:pt x="222" y="1531"/>
                        <a:pt x="222" y="1531"/>
                      </a:cubicBezTo>
                      <a:cubicBezTo>
                        <a:pt x="222" y="1531"/>
                        <a:pt x="238" y="1523"/>
                        <a:pt x="231" y="1544"/>
                      </a:cubicBezTo>
                      <a:cubicBezTo>
                        <a:pt x="224" y="1565"/>
                        <a:pt x="214" y="1535"/>
                        <a:pt x="214" y="1535"/>
                      </a:cubicBezTo>
                      <a:cubicBezTo>
                        <a:pt x="190" y="1536"/>
                        <a:pt x="190" y="1536"/>
                        <a:pt x="190" y="1536"/>
                      </a:cubicBezTo>
                      <a:cubicBezTo>
                        <a:pt x="206" y="1529"/>
                        <a:pt x="206" y="1529"/>
                        <a:pt x="206" y="1529"/>
                      </a:cubicBezTo>
                      <a:cubicBezTo>
                        <a:pt x="206" y="1529"/>
                        <a:pt x="189" y="1511"/>
                        <a:pt x="186" y="1512"/>
                      </a:cubicBezTo>
                      <a:cubicBezTo>
                        <a:pt x="182" y="1513"/>
                        <a:pt x="185" y="1522"/>
                        <a:pt x="185" y="1522"/>
                      </a:cubicBezTo>
                      <a:cubicBezTo>
                        <a:pt x="179" y="1516"/>
                        <a:pt x="179" y="1516"/>
                        <a:pt x="179" y="1516"/>
                      </a:cubicBezTo>
                      <a:cubicBezTo>
                        <a:pt x="154" y="1523"/>
                        <a:pt x="154" y="1523"/>
                        <a:pt x="154" y="1523"/>
                      </a:cubicBezTo>
                      <a:cubicBezTo>
                        <a:pt x="176" y="1528"/>
                        <a:pt x="176" y="1528"/>
                        <a:pt x="176" y="1528"/>
                      </a:cubicBezTo>
                      <a:cubicBezTo>
                        <a:pt x="176" y="1528"/>
                        <a:pt x="172" y="1531"/>
                        <a:pt x="168" y="1537"/>
                      </a:cubicBezTo>
                      <a:cubicBezTo>
                        <a:pt x="164" y="1543"/>
                        <a:pt x="148" y="1549"/>
                        <a:pt x="147" y="1558"/>
                      </a:cubicBezTo>
                      <a:cubicBezTo>
                        <a:pt x="146" y="1568"/>
                        <a:pt x="166" y="1572"/>
                        <a:pt x="169" y="1570"/>
                      </a:cubicBezTo>
                      <a:cubicBezTo>
                        <a:pt x="173" y="1568"/>
                        <a:pt x="161" y="1559"/>
                        <a:pt x="161" y="1559"/>
                      </a:cubicBezTo>
                      <a:cubicBezTo>
                        <a:pt x="176" y="1556"/>
                        <a:pt x="176" y="1556"/>
                        <a:pt x="176" y="1556"/>
                      </a:cubicBezTo>
                      <a:cubicBezTo>
                        <a:pt x="176" y="1556"/>
                        <a:pt x="183" y="1561"/>
                        <a:pt x="187" y="1565"/>
                      </a:cubicBezTo>
                      <a:cubicBezTo>
                        <a:pt x="190" y="1570"/>
                        <a:pt x="214" y="1567"/>
                        <a:pt x="214" y="1567"/>
                      </a:cubicBezTo>
                      <a:cubicBezTo>
                        <a:pt x="214" y="1567"/>
                        <a:pt x="229" y="1574"/>
                        <a:pt x="235" y="1582"/>
                      </a:cubicBezTo>
                      <a:cubicBezTo>
                        <a:pt x="241" y="1590"/>
                        <a:pt x="222" y="1598"/>
                        <a:pt x="222" y="1598"/>
                      </a:cubicBezTo>
                      <a:cubicBezTo>
                        <a:pt x="228" y="1608"/>
                        <a:pt x="228" y="1608"/>
                        <a:pt x="228" y="1608"/>
                      </a:cubicBezTo>
                      <a:cubicBezTo>
                        <a:pt x="240" y="1604"/>
                        <a:pt x="240" y="1604"/>
                        <a:pt x="240" y="1604"/>
                      </a:cubicBezTo>
                      <a:cubicBezTo>
                        <a:pt x="240" y="1615"/>
                        <a:pt x="240" y="1615"/>
                        <a:pt x="240" y="1615"/>
                      </a:cubicBezTo>
                      <a:cubicBezTo>
                        <a:pt x="252" y="1620"/>
                        <a:pt x="252" y="1620"/>
                        <a:pt x="252" y="1620"/>
                      </a:cubicBezTo>
                      <a:cubicBezTo>
                        <a:pt x="257" y="1604"/>
                        <a:pt x="257" y="1604"/>
                        <a:pt x="257" y="1604"/>
                      </a:cubicBezTo>
                      <a:cubicBezTo>
                        <a:pt x="266" y="1620"/>
                        <a:pt x="266" y="1620"/>
                        <a:pt x="266" y="1620"/>
                      </a:cubicBezTo>
                      <a:cubicBezTo>
                        <a:pt x="266" y="1620"/>
                        <a:pt x="285" y="1620"/>
                        <a:pt x="283" y="1634"/>
                      </a:cubicBezTo>
                      <a:cubicBezTo>
                        <a:pt x="280" y="1648"/>
                        <a:pt x="258" y="1632"/>
                        <a:pt x="250" y="1630"/>
                      </a:cubicBezTo>
                      <a:cubicBezTo>
                        <a:pt x="241" y="1629"/>
                        <a:pt x="248" y="1643"/>
                        <a:pt x="248" y="1643"/>
                      </a:cubicBezTo>
                      <a:cubicBezTo>
                        <a:pt x="248" y="1643"/>
                        <a:pt x="269" y="1650"/>
                        <a:pt x="270" y="1665"/>
                      </a:cubicBezTo>
                      <a:cubicBezTo>
                        <a:pt x="271" y="1679"/>
                        <a:pt x="256" y="1674"/>
                        <a:pt x="256" y="1674"/>
                      </a:cubicBezTo>
                      <a:cubicBezTo>
                        <a:pt x="265" y="1686"/>
                        <a:pt x="265" y="1686"/>
                        <a:pt x="265" y="1686"/>
                      </a:cubicBezTo>
                      <a:cubicBezTo>
                        <a:pt x="274" y="1710"/>
                        <a:pt x="274" y="1710"/>
                        <a:pt x="274" y="1710"/>
                      </a:cubicBezTo>
                      <a:cubicBezTo>
                        <a:pt x="283" y="1681"/>
                        <a:pt x="283" y="1681"/>
                        <a:pt x="283" y="1681"/>
                      </a:cubicBezTo>
                      <a:cubicBezTo>
                        <a:pt x="283" y="1701"/>
                        <a:pt x="283" y="1701"/>
                        <a:pt x="283" y="1701"/>
                      </a:cubicBezTo>
                      <a:cubicBezTo>
                        <a:pt x="296" y="1717"/>
                        <a:pt x="296" y="1717"/>
                        <a:pt x="296" y="1717"/>
                      </a:cubicBezTo>
                      <a:cubicBezTo>
                        <a:pt x="280" y="1717"/>
                        <a:pt x="280" y="1717"/>
                        <a:pt x="280" y="1717"/>
                      </a:cubicBezTo>
                      <a:cubicBezTo>
                        <a:pt x="283" y="1730"/>
                        <a:pt x="283" y="1730"/>
                        <a:pt x="283" y="1730"/>
                      </a:cubicBezTo>
                      <a:cubicBezTo>
                        <a:pt x="298" y="1731"/>
                        <a:pt x="298" y="1731"/>
                        <a:pt x="298" y="1731"/>
                      </a:cubicBezTo>
                      <a:cubicBezTo>
                        <a:pt x="289" y="1739"/>
                        <a:pt x="289" y="1739"/>
                        <a:pt x="289" y="1739"/>
                      </a:cubicBezTo>
                      <a:cubicBezTo>
                        <a:pt x="309" y="1745"/>
                        <a:pt x="309" y="1745"/>
                        <a:pt x="309" y="1745"/>
                      </a:cubicBezTo>
                      <a:cubicBezTo>
                        <a:pt x="296" y="1753"/>
                        <a:pt x="296" y="1753"/>
                        <a:pt x="296" y="1753"/>
                      </a:cubicBezTo>
                      <a:cubicBezTo>
                        <a:pt x="315" y="1760"/>
                        <a:pt x="315" y="1760"/>
                        <a:pt x="315" y="1760"/>
                      </a:cubicBezTo>
                      <a:cubicBezTo>
                        <a:pt x="310" y="1770"/>
                        <a:pt x="310" y="1770"/>
                        <a:pt x="310" y="1770"/>
                      </a:cubicBezTo>
                      <a:cubicBezTo>
                        <a:pt x="322" y="1773"/>
                        <a:pt x="322" y="1773"/>
                        <a:pt x="322" y="1773"/>
                      </a:cubicBezTo>
                      <a:cubicBezTo>
                        <a:pt x="322" y="1773"/>
                        <a:pt x="324" y="1750"/>
                        <a:pt x="331" y="1762"/>
                      </a:cubicBezTo>
                      <a:cubicBezTo>
                        <a:pt x="338" y="1773"/>
                        <a:pt x="329" y="1779"/>
                        <a:pt x="323" y="1783"/>
                      </a:cubicBezTo>
                      <a:cubicBezTo>
                        <a:pt x="317" y="1786"/>
                        <a:pt x="323" y="1794"/>
                        <a:pt x="323" y="1794"/>
                      </a:cubicBezTo>
                      <a:cubicBezTo>
                        <a:pt x="343" y="1795"/>
                        <a:pt x="343" y="1795"/>
                        <a:pt x="343" y="1795"/>
                      </a:cubicBezTo>
                      <a:cubicBezTo>
                        <a:pt x="343" y="1795"/>
                        <a:pt x="344" y="1805"/>
                        <a:pt x="350" y="1810"/>
                      </a:cubicBezTo>
                      <a:cubicBezTo>
                        <a:pt x="356" y="1815"/>
                        <a:pt x="373" y="1824"/>
                        <a:pt x="373" y="1824"/>
                      </a:cubicBezTo>
                      <a:cubicBezTo>
                        <a:pt x="370" y="1802"/>
                        <a:pt x="370" y="1802"/>
                        <a:pt x="370" y="1802"/>
                      </a:cubicBezTo>
                      <a:cubicBezTo>
                        <a:pt x="370" y="1802"/>
                        <a:pt x="391" y="1810"/>
                        <a:pt x="407" y="1821"/>
                      </a:cubicBezTo>
                      <a:cubicBezTo>
                        <a:pt x="422" y="1831"/>
                        <a:pt x="409" y="1841"/>
                        <a:pt x="409" y="1841"/>
                      </a:cubicBezTo>
                      <a:cubicBezTo>
                        <a:pt x="420" y="1848"/>
                        <a:pt x="420" y="1848"/>
                        <a:pt x="420" y="1848"/>
                      </a:cubicBezTo>
                      <a:cubicBezTo>
                        <a:pt x="419" y="1861"/>
                        <a:pt x="419" y="1861"/>
                        <a:pt x="419" y="1861"/>
                      </a:cubicBezTo>
                      <a:cubicBezTo>
                        <a:pt x="458" y="1861"/>
                        <a:pt x="458" y="1861"/>
                        <a:pt x="458" y="1861"/>
                      </a:cubicBezTo>
                      <a:cubicBezTo>
                        <a:pt x="462" y="1868"/>
                        <a:pt x="462" y="1868"/>
                        <a:pt x="462" y="1868"/>
                      </a:cubicBezTo>
                      <a:cubicBezTo>
                        <a:pt x="442" y="1868"/>
                        <a:pt x="442" y="1868"/>
                        <a:pt x="442" y="1868"/>
                      </a:cubicBezTo>
                      <a:cubicBezTo>
                        <a:pt x="434" y="1876"/>
                        <a:pt x="434" y="1876"/>
                        <a:pt x="434" y="1876"/>
                      </a:cubicBezTo>
                      <a:cubicBezTo>
                        <a:pt x="421" y="1877"/>
                        <a:pt x="421" y="1877"/>
                        <a:pt x="421" y="1877"/>
                      </a:cubicBezTo>
                      <a:cubicBezTo>
                        <a:pt x="410" y="1889"/>
                        <a:pt x="410" y="1889"/>
                        <a:pt x="410" y="1889"/>
                      </a:cubicBezTo>
                      <a:cubicBezTo>
                        <a:pt x="430" y="1892"/>
                        <a:pt x="430" y="1892"/>
                        <a:pt x="430" y="1892"/>
                      </a:cubicBezTo>
                      <a:cubicBezTo>
                        <a:pt x="426" y="1902"/>
                        <a:pt x="426" y="1902"/>
                        <a:pt x="426" y="1902"/>
                      </a:cubicBezTo>
                      <a:cubicBezTo>
                        <a:pt x="442" y="1900"/>
                        <a:pt x="442" y="1900"/>
                        <a:pt x="442" y="1900"/>
                      </a:cubicBezTo>
                      <a:cubicBezTo>
                        <a:pt x="444" y="1887"/>
                        <a:pt x="444" y="1887"/>
                        <a:pt x="444" y="1887"/>
                      </a:cubicBezTo>
                      <a:cubicBezTo>
                        <a:pt x="459" y="1893"/>
                        <a:pt x="459" y="1893"/>
                        <a:pt x="459" y="1893"/>
                      </a:cubicBezTo>
                      <a:cubicBezTo>
                        <a:pt x="459" y="1893"/>
                        <a:pt x="477" y="1868"/>
                        <a:pt x="486" y="1875"/>
                      </a:cubicBezTo>
                      <a:cubicBezTo>
                        <a:pt x="496" y="1882"/>
                        <a:pt x="467" y="1907"/>
                        <a:pt x="467" y="1907"/>
                      </a:cubicBezTo>
                      <a:cubicBezTo>
                        <a:pt x="467" y="1907"/>
                        <a:pt x="464" y="1900"/>
                        <a:pt x="455" y="1901"/>
                      </a:cubicBezTo>
                      <a:cubicBezTo>
                        <a:pt x="447" y="1902"/>
                        <a:pt x="452" y="1913"/>
                        <a:pt x="452" y="1913"/>
                      </a:cubicBezTo>
                      <a:cubicBezTo>
                        <a:pt x="440" y="1913"/>
                        <a:pt x="440" y="1913"/>
                        <a:pt x="440" y="1913"/>
                      </a:cubicBezTo>
                      <a:cubicBezTo>
                        <a:pt x="431" y="1910"/>
                        <a:pt x="419" y="1921"/>
                        <a:pt x="419" y="1921"/>
                      </a:cubicBezTo>
                      <a:cubicBezTo>
                        <a:pt x="428" y="1927"/>
                        <a:pt x="428" y="1927"/>
                        <a:pt x="428" y="1927"/>
                      </a:cubicBezTo>
                      <a:cubicBezTo>
                        <a:pt x="430" y="1945"/>
                        <a:pt x="430" y="1945"/>
                        <a:pt x="430" y="1945"/>
                      </a:cubicBezTo>
                      <a:cubicBezTo>
                        <a:pt x="450" y="1935"/>
                        <a:pt x="450" y="1935"/>
                        <a:pt x="450" y="1935"/>
                      </a:cubicBezTo>
                      <a:cubicBezTo>
                        <a:pt x="450" y="1935"/>
                        <a:pt x="455" y="1946"/>
                        <a:pt x="461" y="1945"/>
                      </a:cubicBezTo>
                      <a:cubicBezTo>
                        <a:pt x="466" y="1944"/>
                        <a:pt x="467" y="1924"/>
                        <a:pt x="476" y="191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3" name="Freeform 326"/>
                <p:cNvSpPr>
                  <a:spLocks/>
                </p:cNvSpPr>
                <p:nvPr/>
              </p:nvSpPr>
              <p:spPr bwMode="gray">
                <a:xfrm>
                  <a:off x="-14398" y="-12507"/>
                  <a:ext cx="406" cy="262"/>
                </a:xfrm>
                <a:custGeom>
                  <a:avLst/>
                  <a:gdLst>
                    <a:gd name="T0" fmla="*/ 165 w 172"/>
                    <a:gd name="T1" fmla="*/ 68 h 111"/>
                    <a:gd name="T2" fmla="*/ 128 w 172"/>
                    <a:gd name="T3" fmla="*/ 43 h 111"/>
                    <a:gd name="T4" fmla="*/ 97 w 172"/>
                    <a:gd name="T5" fmla="*/ 32 h 111"/>
                    <a:gd name="T6" fmla="*/ 75 w 172"/>
                    <a:gd name="T7" fmla="*/ 5 h 111"/>
                    <a:gd name="T8" fmla="*/ 29 w 172"/>
                    <a:gd name="T9" fmla="*/ 0 h 111"/>
                    <a:gd name="T10" fmla="*/ 15 w 172"/>
                    <a:gd name="T11" fmla="*/ 4 h 111"/>
                    <a:gd name="T12" fmla="*/ 21 w 172"/>
                    <a:gd name="T13" fmla="*/ 26 h 111"/>
                    <a:gd name="T14" fmla="*/ 14 w 172"/>
                    <a:gd name="T15" fmla="*/ 48 h 111"/>
                    <a:gd name="T16" fmla="*/ 3 w 172"/>
                    <a:gd name="T17" fmla="*/ 73 h 111"/>
                    <a:gd name="T18" fmla="*/ 10 w 172"/>
                    <a:gd name="T19" fmla="*/ 97 h 111"/>
                    <a:gd name="T20" fmla="*/ 0 w 172"/>
                    <a:gd name="T21" fmla="*/ 84 h 111"/>
                    <a:gd name="T22" fmla="*/ 23 w 172"/>
                    <a:gd name="T23" fmla="*/ 111 h 111"/>
                    <a:gd name="T24" fmla="*/ 56 w 172"/>
                    <a:gd name="T25" fmla="*/ 87 h 111"/>
                    <a:gd name="T26" fmla="*/ 118 w 172"/>
                    <a:gd name="T27" fmla="*/ 89 h 111"/>
                    <a:gd name="T28" fmla="*/ 161 w 172"/>
                    <a:gd name="T29" fmla="*/ 89 h 111"/>
                    <a:gd name="T30" fmla="*/ 165 w 172"/>
                    <a:gd name="T31" fmla="*/ 68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72" h="111">
                      <a:moveTo>
                        <a:pt x="165" y="68"/>
                      </a:moveTo>
                      <a:cubicBezTo>
                        <a:pt x="165" y="68"/>
                        <a:pt x="143" y="49"/>
                        <a:pt x="128" y="43"/>
                      </a:cubicBezTo>
                      <a:cubicBezTo>
                        <a:pt x="114" y="38"/>
                        <a:pt x="108" y="36"/>
                        <a:pt x="97" y="32"/>
                      </a:cubicBezTo>
                      <a:cubicBezTo>
                        <a:pt x="87" y="28"/>
                        <a:pt x="81" y="9"/>
                        <a:pt x="75" y="5"/>
                      </a:cubicBezTo>
                      <a:cubicBezTo>
                        <a:pt x="69" y="2"/>
                        <a:pt x="46" y="0"/>
                        <a:pt x="29" y="0"/>
                      </a:cubicBezTo>
                      <a:cubicBezTo>
                        <a:pt x="22" y="0"/>
                        <a:pt x="18" y="2"/>
                        <a:pt x="15" y="4"/>
                      </a:cubicBezTo>
                      <a:cubicBezTo>
                        <a:pt x="17" y="10"/>
                        <a:pt x="21" y="20"/>
                        <a:pt x="21" y="26"/>
                      </a:cubicBezTo>
                      <a:cubicBezTo>
                        <a:pt x="20" y="36"/>
                        <a:pt x="16" y="39"/>
                        <a:pt x="14" y="48"/>
                      </a:cubicBezTo>
                      <a:cubicBezTo>
                        <a:pt x="11" y="57"/>
                        <a:pt x="3" y="73"/>
                        <a:pt x="3" y="73"/>
                      </a:cubicBezTo>
                      <a:cubicBezTo>
                        <a:pt x="10" y="97"/>
                        <a:pt x="10" y="97"/>
                        <a:pt x="10" y="97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23" y="111"/>
                        <a:pt x="23" y="111"/>
                        <a:pt x="23" y="111"/>
                      </a:cubicBezTo>
                      <a:cubicBezTo>
                        <a:pt x="56" y="87"/>
                        <a:pt x="56" y="87"/>
                        <a:pt x="56" y="87"/>
                      </a:cubicBezTo>
                      <a:cubicBezTo>
                        <a:pt x="56" y="87"/>
                        <a:pt x="85" y="87"/>
                        <a:pt x="118" y="89"/>
                      </a:cubicBezTo>
                      <a:cubicBezTo>
                        <a:pt x="131" y="90"/>
                        <a:pt x="153" y="93"/>
                        <a:pt x="161" y="89"/>
                      </a:cubicBezTo>
                      <a:cubicBezTo>
                        <a:pt x="172" y="83"/>
                        <a:pt x="165" y="68"/>
                        <a:pt x="165" y="6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4" name="Freeform 327"/>
                <p:cNvSpPr>
                  <a:spLocks/>
                </p:cNvSpPr>
                <p:nvPr/>
              </p:nvSpPr>
              <p:spPr bwMode="gray">
                <a:xfrm>
                  <a:off x="-14660" y="-12510"/>
                  <a:ext cx="311" cy="251"/>
                </a:xfrm>
                <a:custGeom>
                  <a:avLst/>
                  <a:gdLst>
                    <a:gd name="T0" fmla="*/ 114 w 132"/>
                    <a:gd name="T1" fmla="*/ 74 h 106"/>
                    <a:gd name="T2" fmla="*/ 125 w 132"/>
                    <a:gd name="T3" fmla="*/ 49 h 106"/>
                    <a:gd name="T4" fmla="*/ 132 w 132"/>
                    <a:gd name="T5" fmla="*/ 27 h 106"/>
                    <a:gd name="T6" fmla="*/ 126 w 132"/>
                    <a:gd name="T7" fmla="*/ 5 h 106"/>
                    <a:gd name="T8" fmla="*/ 120 w 132"/>
                    <a:gd name="T9" fmla="*/ 12 h 106"/>
                    <a:gd name="T10" fmla="*/ 70 w 132"/>
                    <a:gd name="T11" fmla="*/ 0 h 106"/>
                    <a:gd name="T12" fmla="*/ 43 w 132"/>
                    <a:gd name="T13" fmla="*/ 10 h 106"/>
                    <a:gd name="T14" fmla="*/ 68 w 132"/>
                    <a:gd name="T15" fmla="*/ 17 h 106"/>
                    <a:gd name="T16" fmla="*/ 87 w 132"/>
                    <a:gd name="T17" fmla="*/ 31 h 106"/>
                    <a:gd name="T18" fmla="*/ 74 w 132"/>
                    <a:gd name="T19" fmla="*/ 49 h 106"/>
                    <a:gd name="T20" fmla="*/ 72 w 132"/>
                    <a:gd name="T21" fmla="*/ 70 h 106"/>
                    <a:gd name="T22" fmla="*/ 31 w 132"/>
                    <a:gd name="T23" fmla="*/ 64 h 106"/>
                    <a:gd name="T24" fmla="*/ 0 w 132"/>
                    <a:gd name="T25" fmla="*/ 72 h 106"/>
                    <a:gd name="T26" fmla="*/ 26 w 132"/>
                    <a:gd name="T27" fmla="*/ 102 h 106"/>
                    <a:gd name="T28" fmla="*/ 43 w 132"/>
                    <a:gd name="T29" fmla="*/ 87 h 106"/>
                    <a:gd name="T30" fmla="*/ 74 w 132"/>
                    <a:gd name="T31" fmla="*/ 89 h 106"/>
                    <a:gd name="T32" fmla="*/ 111 w 132"/>
                    <a:gd name="T33" fmla="*/ 85 h 106"/>
                    <a:gd name="T34" fmla="*/ 121 w 132"/>
                    <a:gd name="T35" fmla="*/ 98 h 106"/>
                    <a:gd name="T36" fmla="*/ 114 w 132"/>
                    <a:gd name="T37" fmla="*/ 7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2" h="106">
                      <a:moveTo>
                        <a:pt x="114" y="74"/>
                      </a:moveTo>
                      <a:cubicBezTo>
                        <a:pt x="114" y="74"/>
                        <a:pt x="122" y="58"/>
                        <a:pt x="125" y="49"/>
                      </a:cubicBezTo>
                      <a:cubicBezTo>
                        <a:pt x="127" y="40"/>
                        <a:pt x="131" y="37"/>
                        <a:pt x="132" y="27"/>
                      </a:cubicBezTo>
                      <a:cubicBezTo>
                        <a:pt x="132" y="21"/>
                        <a:pt x="128" y="11"/>
                        <a:pt x="126" y="5"/>
                      </a:cubicBezTo>
                      <a:cubicBezTo>
                        <a:pt x="121" y="8"/>
                        <a:pt x="120" y="12"/>
                        <a:pt x="120" y="12"/>
                      </a:cubicBezTo>
                      <a:cubicBezTo>
                        <a:pt x="120" y="12"/>
                        <a:pt x="85" y="0"/>
                        <a:pt x="70" y="0"/>
                      </a:cubicBezTo>
                      <a:cubicBezTo>
                        <a:pt x="56" y="0"/>
                        <a:pt x="49" y="2"/>
                        <a:pt x="43" y="10"/>
                      </a:cubicBezTo>
                      <a:cubicBezTo>
                        <a:pt x="37" y="17"/>
                        <a:pt x="62" y="17"/>
                        <a:pt x="68" y="17"/>
                      </a:cubicBezTo>
                      <a:cubicBezTo>
                        <a:pt x="74" y="17"/>
                        <a:pt x="87" y="31"/>
                        <a:pt x="87" y="31"/>
                      </a:cubicBezTo>
                      <a:cubicBezTo>
                        <a:pt x="87" y="31"/>
                        <a:pt x="72" y="34"/>
                        <a:pt x="74" y="49"/>
                      </a:cubicBezTo>
                      <a:cubicBezTo>
                        <a:pt x="76" y="65"/>
                        <a:pt x="84" y="70"/>
                        <a:pt x="72" y="70"/>
                      </a:cubicBezTo>
                      <a:cubicBezTo>
                        <a:pt x="59" y="70"/>
                        <a:pt x="39" y="63"/>
                        <a:pt x="31" y="64"/>
                      </a:cubicBezTo>
                      <a:cubicBezTo>
                        <a:pt x="22" y="66"/>
                        <a:pt x="6" y="62"/>
                        <a:pt x="0" y="72"/>
                      </a:cubicBezTo>
                      <a:cubicBezTo>
                        <a:pt x="0" y="72"/>
                        <a:pt x="18" y="98"/>
                        <a:pt x="26" y="102"/>
                      </a:cubicBezTo>
                      <a:cubicBezTo>
                        <a:pt x="35" y="106"/>
                        <a:pt x="43" y="87"/>
                        <a:pt x="43" y="87"/>
                      </a:cubicBezTo>
                      <a:cubicBezTo>
                        <a:pt x="43" y="87"/>
                        <a:pt x="57" y="89"/>
                        <a:pt x="74" y="89"/>
                      </a:cubicBezTo>
                      <a:cubicBezTo>
                        <a:pt x="90" y="89"/>
                        <a:pt x="111" y="85"/>
                        <a:pt x="111" y="85"/>
                      </a:cubicBezTo>
                      <a:cubicBezTo>
                        <a:pt x="121" y="98"/>
                        <a:pt x="121" y="98"/>
                        <a:pt x="121" y="98"/>
                      </a:cubicBezTo>
                      <a:lnTo>
                        <a:pt x="114" y="7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5" name="Freeform 328"/>
                <p:cNvSpPr>
                  <a:spLocks noEditPoints="1"/>
                </p:cNvSpPr>
                <p:nvPr/>
              </p:nvSpPr>
              <p:spPr bwMode="gray">
                <a:xfrm>
                  <a:off x="-12589" y="-16443"/>
                  <a:ext cx="7205" cy="6196"/>
                </a:xfrm>
                <a:custGeom>
                  <a:avLst/>
                  <a:gdLst>
                    <a:gd name="T0" fmla="*/ 3045 w 3050"/>
                    <a:gd name="T1" fmla="*/ 429 h 2623"/>
                    <a:gd name="T2" fmla="*/ 3017 w 3050"/>
                    <a:gd name="T3" fmla="*/ 487 h 2623"/>
                    <a:gd name="T4" fmla="*/ 3043 w 3050"/>
                    <a:gd name="T5" fmla="*/ 495 h 2623"/>
                    <a:gd name="T6" fmla="*/ 3048 w 3050"/>
                    <a:gd name="T7" fmla="*/ 446 h 2623"/>
                    <a:gd name="T8" fmla="*/ 2944 w 3050"/>
                    <a:gd name="T9" fmla="*/ 106 h 2623"/>
                    <a:gd name="T10" fmla="*/ 2924 w 3050"/>
                    <a:gd name="T11" fmla="*/ 87 h 2623"/>
                    <a:gd name="T12" fmla="*/ 2899 w 3050"/>
                    <a:gd name="T13" fmla="*/ 85 h 2623"/>
                    <a:gd name="T14" fmla="*/ 2877 w 3050"/>
                    <a:gd name="T15" fmla="*/ 77 h 2623"/>
                    <a:gd name="T16" fmla="*/ 2843 w 3050"/>
                    <a:gd name="T17" fmla="*/ 61 h 2623"/>
                    <a:gd name="T18" fmla="*/ 2800 w 3050"/>
                    <a:gd name="T19" fmla="*/ 37 h 2623"/>
                    <a:gd name="T20" fmla="*/ 2771 w 3050"/>
                    <a:gd name="T21" fmla="*/ 12 h 2623"/>
                    <a:gd name="T22" fmla="*/ 2715 w 3050"/>
                    <a:gd name="T23" fmla="*/ 12 h 2623"/>
                    <a:gd name="T24" fmla="*/ 2686 w 3050"/>
                    <a:gd name="T25" fmla="*/ 60 h 2623"/>
                    <a:gd name="T26" fmla="*/ 2635 w 3050"/>
                    <a:gd name="T27" fmla="*/ 97 h 2623"/>
                    <a:gd name="T28" fmla="*/ 2580 w 3050"/>
                    <a:gd name="T29" fmla="*/ 75 h 2623"/>
                    <a:gd name="T30" fmla="*/ 2550 w 3050"/>
                    <a:gd name="T31" fmla="*/ 125 h 2623"/>
                    <a:gd name="T32" fmla="*/ 2495 w 3050"/>
                    <a:gd name="T33" fmla="*/ 124 h 2623"/>
                    <a:gd name="T34" fmla="*/ 2450 w 3050"/>
                    <a:gd name="T35" fmla="*/ 161 h 2623"/>
                    <a:gd name="T36" fmla="*/ 2514 w 3050"/>
                    <a:gd name="T37" fmla="*/ 184 h 2623"/>
                    <a:gd name="T38" fmla="*/ 2572 w 3050"/>
                    <a:gd name="T39" fmla="*/ 199 h 2623"/>
                    <a:gd name="T40" fmla="*/ 2597 w 3050"/>
                    <a:gd name="T41" fmla="*/ 248 h 2623"/>
                    <a:gd name="T42" fmla="*/ 2617 w 3050"/>
                    <a:gd name="T43" fmla="*/ 320 h 2623"/>
                    <a:gd name="T44" fmla="*/ 2576 w 3050"/>
                    <a:gd name="T45" fmla="*/ 391 h 2623"/>
                    <a:gd name="T46" fmla="*/ 2578 w 3050"/>
                    <a:gd name="T47" fmla="*/ 414 h 2623"/>
                    <a:gd name="T48" fmla="*/ 2612 w 3050"/>
                    <a:gd name="T49" fmla="*/ 437 h 2623"/>
                    <a:gd name="T50" fmla="*/ 2651 w 3050"/>
                    <a:gd name="T51" fmla="*/ 441 h 2623"/>
                    <a:gd name="T52" fmla="*/ 2673 w 3050"/>
                    <a:gd name="T53" fmla="*/ 434 h 2623"/>
                    <a:gd name="T54" fmla="*/ 2697 w 3050"/>
                    <a:gd name="T55" fmla="*/ 446 h 2623"/>
                    <a:gd name="T56" fmla="*/ 2717 w 3050"/>
                    <a:gd name="T57" fmla="*/ 454 h 2623"/>
                    <a:gd name="T58" fmla="*/ 2742 w 3050"/>
                    <a:gd name="T59" fmla="*/ 463 h 2623"/>
                    <a:gd name="T60" fmla="*/ 2763 w 3050"/>
                    <a:gd name="T61" fmla="*/ 453 h 2623"/>
                    <a:gd name="T62" fmla="*/ 2822 w 3050"/>
                    <a:gd name="T63" fmla="*/ 397 h 2623"/>
                    <a:gd name="T64" fmla="*/ 2882 w 3050"/>
                    <a:gd name="T65" fmla="*/ 421 h 2623"/>
                    <a:gd name="T66" fmla="*/ 2957 w 3050"/>
                    <a:gd name="T67" fmla="*/ 388 h 2623"/>
                    <a:gd name="T68" fmla="*/ 2950 w 3050"/>
                    <a:gd name="T69" fmla="*/ 367 h 2623"/>
                    <a:gd name="T70" fmla="*/ 2940 w 3050"/>
                    <a:gd name="T71" fmla="*/ 335 h 2623"/>
                    <a:gd name="T72" fmla="*/ 2922 w 3050"/>
                    <a:gd name="T73" fmla="*/ 314 h 2623"/>
                    <a:gd name="T74" fmla="*/ 2939 w 3050"/>
                    <a:gd name="T75" fmla="*/ 289 h 2623"/>
                    <a:gd name="T76" fmla="*/ 2934 w 3050"/>
                    <a:gd name="T77" fmla="*/ 263 h 2623"/>
                    <a:gd name="T78" fmla="*/ 2902 w 3050"/>
                    <a:gd name="T79" fmla="*/ 259 h 2623"/>
                    <a:gd name="T80" fmla="*/ 2918 w 3050"/>
                    <a:gd name="T81" fmla="*/ 226 h 2623"/>
                    <a:gd name="T82" fmla="*/ 2943 w 3050"/>
                    <a:gd name="T83" fmla="*/ 198 h 2623"/>
                    <a:gd name="T84" fmla="*/ 2966 w 3050"/>
                    <a:gd name="T85" fmla="*/ 186 h 2623"/>
                    <a:gd name="T86" fmla="*/ 2976 w 3050"/>
                    <a:gd name="T87" fmla="*/ 128 h 2623"/>
                    <a:gd name="T88" fmla="*/ 2982 w 3050"/>
                    <a:gd name="T89" fmla="*/ 106 h 2623"/>
                    <a:gd name="T90" fmla="*/ 90 w 3050"/>
                    <a:gd name="T91" fmla="*/ 2439 h 2623"/>
                    <a:gd name="T92" fmla="*/ 32 w 3050"/>
                    <a:gd name="T93" fmla="*/ 2444 h 2623"/>
                    <a:gd name="T94" fmla="*/ 32 w 3050"/>
                    <a:gd name="T95" fmla="*/ 2544 h 2623"/>
                    <a:gd name="T96" fmla="*/ 11 w 3050"/>
                    <a:gd name="T97" fmla="*/ 2594 h 2623"/>
                    <a:gd name="T98" fmla="*/ 38 w 3050"/>
                    <a:gd name="T99" fmla="*/ 2611 h 2623"/>
                    <a:gd name="T100" fmla="*/ 62 w 3050"/>
                    <a:gd name="T101" fmla="*/ 2610 h 2623"/>
                    <a:gd name="T102" fmla="*/ 108 w 3050"/>
                    <a:gd name="T103" fmla="*/ 2570 h 2623"/>
                    <a:gd name="T104" fmla="*/ 125 w 3050"/>
                    <a:gd name="T105" fmla="*/ 2479 h 26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050" h="2623">
                      <a:moveTo>
                        <a:pt x="3048" y="446"/>
                      </a:moveTo>
                      <a:cubicBezTo>
                        <a:pt x="3043" y="444"/>
                        <a:pt x="3043" y="444"/>
                        <a:pt x="3043" y="444"/>
                      </a:cubicBezTo>
                      <a:cubicBezTo>
                        <a:pt x="3043" y="444"/>
                        <a:pt x="3049" y="436"/>
                        <a:pt x="3045" y="429"/>
                      </a:cubicBezTo>
                      <a:cubicBezTo>
                        <a:pt x="3041" y="422"/>
                        <a:pt x="3033" y="440"/>
                        <a:pt x="3033" y="440"/>
                      </a:cubicBezTo>
                      <a:cubicBezTo>
                        <a:pt x="3033" y="440"/>
                        <a:pt x="3004" y="453"/>
                        <a:pt x="3007" y="467"/>
                      </a:cubicBezTo>
                      <a:cubicBezTo>
                        <a:pt x="3010" y="481"/>
                        <a:pt x="3017" y="487"/>
                        <a:pt x="3017" y="487"/>
                      </a:cubicBezTo>
                      <a:cubicBezTo>
                        <a:pt x="3017" y="487"/>
                        <a:pt x="3008" y="498"/>
                        <a:pt x="3016" y="505"/>
                      </a:cubicBezTo>
                      <a:cubicBezTo>
                        <a:pt x="3024" y="512"/>
                        <a:pt x="3033" y="513"/>
                        <a:pt x="3033" y="513"/>
                      </a:cubicBezTo>
                      <a:cubicBezTo>
                        <a:pt x="3033" y="513"/>
                        <a:pt x="3043" y="506"/>
                        <a:pt x="3043" y="495"/>
                      </a:cubicBezTo>
                      <a:cubicBezTo>
                        <a:pt x="3043" y="484"/>
                        <a:pt x="3042" y="481"/>
                        <a:pt x="3042" y="481"/>
                      </a:cubicBezTo>
                      <a:cubicBezTo>
                        <a:pt x="3050" y="477"/>
                        <a:pt x="3050" y="477"/>
                        <a:pt x="3050" y="477"/>
                      </a:cubicBezTo>
                      <a:lnTo>
                        <a:pt x="3048" y="446"/>
                      </a:lnTo>
                      <a:close/>
                      <a:moveTo>
                        <a:pt x="2964" y="107"/>
                      </a:moveTo>
                      <a:cubicBezTo>
                        <a:pt x="2964" y="103"/>
                        <a:pt x="2964" y="103"/>
                        <a:pt x="2964" y="103"/>
                      </a:cubicBezTo>
                      <a:cubicBezTo>
                        <a:pt x="2964" y="103"/>
                        <a:pt x="2950" y="107"/>
                        <a:pt x="2944" y="106"/>
                      </a:cubicBezTo>
                      <a:cubicBezTo>
                        <a:pt x="2938" y="105"/>
                        <a:pt x="2940" y="100"/>
                        <a:pt x="2940" y="100"/>
                      </a:cubicBezTo>
                      <a:cubicBezTo>
                        <a:pt x="2923" y="100"/>
                        <a:pt x="2923" y="100"/>
                        <a:pt x="2923" y="100"/>
                      </a:cubicBezTo>
                      <a:cubicBezTo>
                        <a:pt x="2923" y="100"/>
                        <a:pt x="2927" y="90"/>
                        <a:pt x="2924" y="87"/>
                      </a:cubicBezTo>
                      <a:cubicBezTo>
                        <a:pt x="2921" y="84"/>
                        <a:pt x="2919" y="80"/>
                        <a:pt x="2919" y="80"/>
                      </a:cubicBezTo>
                      <a:cubicBezTo>
                        <a:pt x="2908" y="78"/>
                        <a:pt x="2908" y="78"/>
                        <a:pt x="2908" y="78"/>
                      </a:cubicBezTo>
                      <a:cubicBezTo>
                        <a:pt x="2899" y="85"/>
                        <a:pt x="2899" y="85"/>
                        <a:pt x="2899" y="85"/>
                      </a:cubicBezTo>
                      <a:cubicBezTo>
                        <a:pt x="2894" y="81"/>
                        <a:pt x="2894" y="81"/>
                        <a:pt x="2894" y="81"/>
                      </a:cubicBezTo>
                      <a:cubicBezTo>
                        <a:pt x="2880" y="81"/>
                        <a:pt x="2880" y="81"/>
                        <a:pt x="2880" y="81"/>
                      </a:cubicBezTo>
                      <a:cubicBezTo>
                        <a:pt x="2880" y="81"/>
                        <a:pt x="2879" y="80"/>
                        <a:pt x="2877" y="77"/>
                      </a:cubicBezTo>
                      <a:cubicBezTo>
                        <a:pt x="2875" y="74"/>
                        <a:pt x="2853" y="70"/>
                        <a:pt x="2853" y="70"/>
                      </a:cubicBezTo>
                      <a:cubicBezTo>
                        <a:pt x="2853" y="54"/>
                        <a:pt x="2853" y="54"/>
                        <a:pt x="2853" y="54"/>
                      </a:cubicBezTo>
                      <a:cubicBezTo>
                        <a:pt x="2843" y="61"/>
                        <a:pt x="2843" y="61"/>
                        <a:pt x="2843" y="61"/>
                      </a:cubicBezTo>
                      <a:cubicBezTo>
                        <a:pt x="2828" y="61"/>
                        <a:pt x="2828" y="61"/>
                        <a:pt x="2828" y="61"/>
                      </a:cubicBezTo>
                      <a:cubicBezTo>
                        <a:pt x="2828" y="61"/>
                        <a:pt x="2828" y="45"/>
                        <a:pt x="2823" y="42"/>
                      </a:cubicBezTo>
                      <a:cubicBezTo>
                        <a:pt x="2818" y="39"/>
                        <a:pt x="2800" y="37"/>
                        <a:pt x="2800" y="37"/>
                      </a:cubicBezTo>
                      <a:cubicBezTo>
                        <a:pt x="2793" y="30"/>
                        <a:pt x="2793" y="30"/>
                        <a:pt x="2793" y="30"/>
                      </a:cubicBezTo>
                      <a:cubicBezTo>
                        <a:pt x="2777" y="26"/>
                        <a:pt x="2777" y="26"/>
                        <a:pt x="2777" y="26"/>
                      </a:cubicBezTo>
                      <a:cubicBezTo>
                        <a:pt x="2771" y="12"/>
                        <a:pt x="2771" y="12"/>
                        <a:pt x="2771" y="12"/>
                      </a:cubicBezTo>
                      <a:cubicBezTo>
                        <a:pt x="2772" y="3"/>
                        <a:pt x="2772" y="3"/>
                        <a:pt x="2772" y="3"/>
                      </a:cubicBezTo>
                      <a:cubicBezTo>
                        <a:pt x="2772" y="3"/>
                        <a:pt x="2756" y="0"/>
                        <a:pt x="2746" y="4"/>
                      </a:cubicBezTo>
                      <a:cubicBezTo>
                        <a:pt x="2736" y="8"/>
                        <a:pt x="2711" y="4"/>
                        <a:pt x="2715" y="12"/>
                      </a:cubicBezTo>
                      <a:cubicBezTo>
                        <a:pt x="2719" y="20"/>
                        <a:pt x="2722" y="27"/>
                        <a:pt x="2722" y="27"/>
                      </a:cubicBezTo>
                      <a:cubicBezTo>
                        <a:pt x="2722" y="27"/>
                        <a:pt x="2730" y="44"/>
                        <a:pt x="2719" y="52"/>
                      </a:cubicBezTo>
                      <a:cubicBezTo>
                        <a:pt x="2708" y="60"/>
                        <a:pt x="2686" y="60"/>
                        <a:pt x="2686" y="60"/>
                      </a:cubicBezTo>
                      <a:cubicBezTo>
                        <a:pt x="2661" y="80"/>
                        <a:pt x="2661" y="80"/>
                        <a:pt x="2661" y="80"/>
                      </a:cubicBezTo>
                      <a:cubicBezTo>
                        <a:pt x="2670" y="86"/>
                        <a:pt x="2670" y="86"/>
                        <a:pt x="2670" y="86"/>
                      </a:cubicBezTo>
                      <a:cubicBezTo>
                        <a:pt x="2670" y="86"/>
                        <a:pt x="2650" y="98"/>
                        <a:pt x="2635" y="97"/>
                      </a:cubicBezTo>
                      <a:cubicBezTo>
                        <a:pt x="2620" y="96"/>
                        <a:pt x="2611" y="91"/>
                        <a:pt x="2611" y="91"/>
                      </a:cubicBezTo>
                      <a:cubicBezTo>
                        <a:pt x="2600" y="76"/>
                        <a:pt x="2600" y="76"/>
                        <a:pt x="2600" y="76"/>
                      </a:cubicBezTo>
                      <a:cubicBezTo>
                        <a:pt x="2600" y="76"/>
                        <a:pt x="2579" y="68"/>
                        <a:pt x="2580" y="75"/>
                      </a:cubicBezTo>
                      <a:cubicBezTo>
                        <a:pt x="2581" y="82"/>
                        <a:pt x="2592" y="96"/>
                        <a:pt x="2592" y="96"/>
                      </a:cubicBezTo>
                      <a:cubicBezTo>
                        <a:pt x="2592" y="96"/>
                        <a:pt x="2605" y="120"/>
                        <a:pt x="2587" y="123"/>
                      </a:cubicBezTo>
                      <a:cubicBezTo>
                        <a:pt x="2569" y="126"/>
                        <a:pt x="2550" y="125"/>
                        <a:pt x="2550" y="125"/>
                      </a:cubicBezTo>
                      <a:cubicBezTo>
                        <a:pt x="2543" y="136"/>
                        <a:pt x="2543" y="136"/>
                        <a:pt x="2543" y="136"/>
                      </a:cubicBezTo>
                      <a:cubicBezTo>
                        <a:pt x="2543" y="136"/>
                        <a:pt x="2527" y="116"/>
                        <a:pt x="2521" y="117"/>
                      </a:cubicBezTo>
                      <a:cubicBezTo>
                        <a:pt x="2515" y="118"/>
                        <a:pt x="2495" y="124"/>
                        <a:pt x="2495" y="124"/>
                      </a:cubicBezTo>
                      <a:cubicBezTo>
                        <a:pt x="2495" y="124"/>
                        <a:pt x="2459" y="129"/>
                        <a:pt x="2456" y="136"/>
                      </a:cubicBezTo>
                      <a:cubicBezTo>
                        <a:pt x="2453" y="143"/>
                        <a:pt x="2475" y="149"/>
                        <a:pt x="2474" y="152"/>
                      </a:cubicBezTo>
                      <a:cubicBezTo>
                        <a:pt x="2473" y="155"/>
                        <a:pt x="2444" y="153"/>
                        <a:pt x="2450" y="161"/>
                      </a:cubicBezTo>
                      <a:cubicBezTo>
                        <a:pt x="2456" y="169"/>
                        <a:pt x="2475" y="170"/>
                        <a:pt x="2475" y="170"/>
                      </a:cubicBezTo>
                      <a:cubicBezTo>
                        <a:pt x="2482" y="166"/>
                        <a:pt x="2482" y="166"/>
                        <a:pt x="2482" y="166"/>
                      </a:cubicBezTo>
                      <a:cubicBezTo>
                        <a:pt x="2514" y="184"/>
                        <a:pt x="2514" y="184"/>
                        <a:pt x="2514" y="184"/>
                      </a:cubicBezTo>
                      <a:cubicBezTo>
                        <a:pt x="2534" y="184"/>
                        <a:pt x="2534" y="184"/>
                        <a:pt x="2534" y="184"/>
                      </a:cubicBezTo>
                      <a:cubicBezTo>
                        <a:pt x="2546" y="196"/>
                        <a:pt x="2546" y="196"/>
                        <a:pt x="2546" y="196"/>
                      </a:cubicBezTo>
                      <a:cubicBezTo>
                        <a:pt x="2572" y="199"/>
                        <a:pt x="2572" y="199"/>
                        <a:pt x="2572" y="199"/>
                      </a:cubicBezTo>
                      <a:cubicBezTo>
                        <a:pt x="2553" y="209"/>
                        <a:pt x="2553" y="209"/>
                        <a:pt x="2553" y="209"/>
                      </a:cubicBezTo>
                      <a:cubicBezTo>
                        <a:pt x="2553" y="209"/>
                        <a:pt x="2572" y="240"/>
                        <a:pt x="2576" y="244"/>
                      </a:cubicBezTo>
                      <a:cubicBezTo>
                        <a:pt x="2580" y="248"/>
                        <a:pt x="2597" y="248"/>
                        <a:pt x="2597" y="248"/>
                      </a:cubicBezTo>
                      <a:cubicBezTo>
                        <a:pt x="2595" y="277"/>
                        <a:pt x="2595" y="277"/>
                        <a:pt x="2595" y="277"/>
                      </a:cubicBezTo>
                      <a:cubicBezTo>
                        <a:pt x="2608" y="297"/>
                        <a:pt x="2608" y="297"/>
                        <a:pt x="2608" y="297"/>
                      </a:cubicBezTo>
                      <a:cubicBezTo>
                        <a:pt x="2617" y="320"/>
                        <a:pt x="2617" y="320"/>
                        <a:pt x="2617" y="320"/>
                      </a:cubicBezTo>
                      <a:cubicBezTo>
                        <a:pt x="2596" y="294"/>
                        <a:pt x="2596" y="294"/>
                        <a:pt x="2596" y="294"/>
                      </a:cubicBezTo>
                      <a:cubicBezTo>
                        <a:pt x="2596" y="294"/>
                        <a:pt x="2594" y="323"/>
                        <a:pt x="2593" y="333"/>
                      </a:cubicBezTo>
                      <a:cubicBezTo>
                        <a:pt x="2592" y="343"/>
                        <a:pt x="2581" y="383"/>
                        <a:pt x="2576" y="391"/>
                      </a:cubicBezTo>
                      <a:cubicBezTo>
                        <a:pt x="2572" y="398"/>
                        <a:pt x="2574" y="407"/>
                        <a:pt x="2562" y="409"/>
                      </a:cubicBezTo>
                      <a:cubicBezTo>
                        <a:pt x="2563" y="415"/>
                        <a:pt x="2563" y="415"/>
                        <a:pt x="2563" y="415"/>
                      </a:cubicBezTo>
                      <a:cubicBezTo>
                        <a:pt x="2563" y="415"/>
                        <a:pt x="2572" y="407"/>
                        <a:pt x="2578" y="414"/>
                      </a:cubicBezTo>
                      <a:cubicBezTo>
                        <a:pt x="2584" y="421"/>
                        <a:pt x="2578" y="424"/>
                        <a:pt x="2578" y="424"/>
                      </a:cubicBezTo>
                      <a:cubicBezTo>
                        <a:pt x="2578" y="424"/>
                        <a:pt x="2592" y="426"/>
                        <a:pt x="2599" y="427"/>
                      </a:cubicBezTo>
                      <a:cubicBezTo>
                        <a:pt x="2606" y="428"/>
                        <a:pt x="2612" y="437"/>
                        <a:pt x="2612" y="437"/>
                      </a:cubicBezTo>
                      <a:cubicBezTo>
                        <a:pt x="2612" y="437"/>
                        <a:pt x="2622" y="433"/>
                        <a:pt x="2626" y="435"/>
                      </a:cubicBezTo>
                      <a:cubicBezTo>
                        <a:pt x="2630" y="437"/>
                        <a:pt x="2631" y="440"/>
                        <a:pt x="2631" y="440"/>
                      </a:cubicBezTo>
                      <a:cubicBezTo>
                        <a:pt x="2651" y="441"/>
                        <a:pt x="2651" y="441"/>
                        <a:pt x="2651" y="441"/>
                      </a:cubicBezTo>
                      <a:cubicBezTo>
                        <a:pt x="2653" y="449"/>
                        <a:pt x="2653" y="449"/>
                        <a:pt x="2653" y="449"/>
                      </a:cubicBezTo>
                      <a:cubicBezTo>
                        <a:pt x="2666" y="446"/>
                        <a:pt x="2666" y="446"/>
                        <a:pt x="2666" y="446"/>
                      </a:cubicBezTo>
                      <a:cubicBezTo>
                        <a:pt x="2666" y="446"/>
                        <a:pt x="2660" y="434"/>
                        <a:pt x="2673" y="434"/>
                      </a:cubicBezTo>
                      <a:cubicBezTo>
                        <a:pt x="2686" y="434"/>
                        <a:pt x="2686" y="441"/>
                        <a:pt x="2686" y="441"/>
                      </a:cubicBezTo>
                      <a:cubicBezTo>
                        <a:pt x="2695" y="442"/>
                        <a:pt x="2695" y="442"/>
                        <a:pt x="2695" y="442"/>
                      </a:cubicBezTo>
                      <a:cubicBezTo>
                        <a:pt x="2697" y="446"/>
                        <a:pt x="2697" y="446"/>
                        <a:pt x="2697" y="446"/>
                      </a:cubicBezTo>
                      <a:cubicBezTo>
                        <a:pt x="2698" y="445"/>
                        <a:pt x="2700" y="445"/>
                        <a:pt x="2702" y="445"/>
                      </a:cubicBezTo>
                      <a:cubicBezTo>
                        <a:pt x="2712" y="444"/>
                        <a:pt x="2716" y="445"/>
                        <a:pt x="2716" y="445"/>
                      </a:cubicBezTo>
                      <a:cubicBezTo>
                        <a:pt x="2717" y="454"/>
                        <a:pt x="2717" y="454"/>
                        <a:pt x="2717" y="454"/>
                      </a:cubicBezTo>
                      <a:cubicBezTo>
                        <a:pt x="2720" y="455"/>
                        <a:pt x="2722" y="459"/>
                        <a:pt x="2722" y="459"/>
                      </a:cubicBezTo>
                      <a:cubicBezTo>
                        <a:pt x="2722" y="459"/>
                        <a:pt x="2729" y="457"/>
                        <a:pt x="2732" y="456"/>
                      </a:cubicBezTo>
                      <a:cubicBezTo>
                        <a:pt x="2735" y="455"/>
                        <a:pt x="2742" y="463"/>
                        <a:pt x="2742" y="463"/>
                      </a:cubicBezTo>
                      <a:cubicBezTo>
                        <a:pt x="2742" y="463"/>
                        <a:pt x="2743" y="463"/>
                        <a:pt x="2750" y="463"/>
                      </a:cubicBezTo>
                      <a:cubicBezTo>
                        <a:pt x="2757" y="463"/>
                        <a:pt x="2757" y="453"/>
                        <a:pt x="2757" y="453"/>
                      </a:cubicBezTo>
                      <a:cubicBezTo>
                        <a:pt x="2763" y="453"/>
                        <a:pt x="2763" y="453"/>
                        <a:pt x="2763" y="453"/>
                      </a:cubicBezTo>
                      <a:cubicBezTo>
                        <a:pt x="2763" y="452"/>
                        <a:pt x="2763" y="451"/>
                        <a:pt x="2763" y="450"/>
                      </a:cubicBezTo>
                      <a:cubicBezTo>
                        <a:pt x="2763" y="440"/>
                        <a:pt x="2778" y="417"/>
                        <a:pt x="2785" y="413"/>
                      </a:cubicBezTo>
                      <a:cubicBezTo>
                        <a:pt x="2792" y="409"/>
                        <a:pt x="2813" y="392"/>
                        <a:pt x="2822" y="397"/>
                      </a:cubicBezTo>
                      <a:cubicBezTo>
                        <a:pt x="2831" y="402"/>
                        <a:pt x="2839" y="407"/>
                        <a:pt x="2839" y="407"/>
                      </a:cubicBezTo>
                      <a:cubicBezTo>
                        <a:pt x="2839" y="407"/>
                        <a:pt x="2862" y="401"/>
                        <a:pt x="2867" y="406"/>
                      </a:cubicBezTo>
                      <a:cubicBezTo>
                        <a:pt x="2872" y="411"/>
                        <a:pt x="2879" y="419"/>
                        <a:pt x="2882" y="421"/>
                      </a:cubicBezTo>
                      <a:cubicBezTo>
                        <a:pt x="2882" y="421"/>
                        <a:pt x="2907" y="431"/>
                        <a:pt x="2920" y="421"/>
                      </a:cubicBezTo>
                      <a:cubicBezTo>
                        <a:pt x="2933" y="411"/>
                        <a:pt x="2937" y="392"/>
                        <a:pt x="2943" y="390"/>
                      </a:cubicBezTo>
                      <a:cubicBezTo>
                        <a:pt x="2945" y="389"/>
                        <a:pt x="2951" y="389"/>
                        <a:pt x="2957" y="388"/>
                      </a:cubicBezTo>
                      <a:cubicBezTo>
                        <a:pt x="2957" y="385"/>
                        <a:pt x="2958" y="383"/>
                        <a:pt x="2960" y="383"/>
                      </a:cubicBezTo>
                      <a:cubicBezTo>
                        <a:pt x="2964" y="383"/>
                        <a:pt x="2970" y="373"/>
                        <a:pt x="2967" y="369"/>
                      </a:cubicBezTo>
                      <a:cubicBezTo>
                        <a:pt x="2964" y="365"/>
                        <a:pt x="2950" y="367"/>
                        <a:pt x="2950" y="367"/>
                      </a:cubicBezTo>
                      <a:cubicBezTo>
                        <a:pt x="2947" y="361"/>
                        <a:pt x="2947" y="361"/>
                        <a:pt x="2947" y="361"/>
                      </a:cubicBezTo>
                      <a:cubicBezTo>
                        <a:pt x="2947" y="361"/>
                        <a:pt x="2933" y="360"/>
                        <a:pt x="2934" y="350"/>
                      </a:cubicBezTo>
                      <a:cubicBezTo>
                        <a:pt x="2935" y="340"/>
                        <a:pt x="2941" y="340"/>
                        <a:pt x="2940" y="335"/>
                      </a:cubicBezTo>
                      <a:cubicBezTo>
                        <a:pt x="2939" y="330"/>
                        <a:pt x="2935" y="327"/>
                        <a:pt x="2935" y="327"/>
                      </a:cubicBezTo>
                      <a:cubicBezTo>
                        <a:pt x="2928" y="327"/>
                        <a:pt x="2928" y="327"/>
                        <a:pt x="2928" y="327"/>
                      </a:cubicBezTo>
                      <a:cubicBezTo>
                        <a:pt x="2922" y="314"/>
                        <a:pt x="2922" y="314"/>
                        <a:pt x="2922" y="314"/>
                      </a:cubicBezTo>
                      <a:cubicBezTo>
                        <a:pt x="2931" y="312"/>
                        <a:pt x="2931" y="312"/>
                        <a:pt x="2931" y="312"/>
                      </a:cubicBezTo>
                      <a:cubicBezTo>
                        <a:pt x="2931" y="312"/>
                        <a:pt x="2950" y="311"/>
                        <a:pt x="2950" y="302"/>
                      </a:cubicBezTo>
                      <a:cubicBezTo>
                        <a:pt x="2950" y="293"/>
                        <a:pt x="2939" y="289"/>
                        <a:pt x="2939" y="289"/>
                      </a:cubicBezTo>
                      <a:cubicBezTo>
                        <a:pt x="2931" y="281"/>
                        <a:pt x="2931" y="281"/>
                        <a:pt x="2931" y="281"/>
                      </a:cubicBezTo>
                      <a:cubicBezTo>
                        <a:pt x="2931" y="281"/>
                        <a:pt x="2941" y="277"/>
                        <a:pt x="2941" y="273"/>
                      </a:cubicBezTo>
                      <a:cubicBezTo>
                        <a:pt x="2941" y="269"/>
                        <a:pt x="2934" y="263"/>
                        <a:pt x="2934" y="263"/>
                      </a:cubicBezTo>
                      <a:cubicBezTo>
                        <a:pt x="2935" y="245"/>
                        <a:pt x="2935" y="245"/>
                        <a:pt x="2935" y="245"/>
                      </a:cubicBezTo>
                      <a:cubicBezTo>
                        <a:pt x="2935" y="245"/>
                        <a:pt x="2927" y="239"/>
                        <a:pt x="2920" y="243"/>
                      </a:cubicBezTo>
                      <a:cubicBezTo>
                        <a:pt x="2913" y="247"/>
                        <a:pt x="2908" y="260"/>
                        <a:pt x="2902" y="259"/>
                      </a:cubicBezTo>
                      <a:cubicBezTo>
                        <a:pt x="2896" y="258"/>
                        <a:pt x="2906" y="250"/>
                        <a:pt x="2906" y="250"/>
                      </a:cubicBezTo>
                      <a:cubicBezTo>
                        <a:pt x="2900" y="242"/>
                        <a:pt x="2900" y="242"/>
                        <a:pt x="2900" y="242"/>
                      </a:cubicBezTo>
                      <a:cubicBezTo>
                        <a:pt x="2900" y="242"/>
                        <a:pt x="2912" y="233"/>
                        <a:pt x="2918" y="226"/>
                      </a:cubicBezTo>
                      <a:cubicBezTo>
                        <a:pt x="2924" y="219"/>
                        <a:pt x="2921" y="213"/>
                        <a:pt x="2921" y="213"/>
                      </a:cubicBezTo>
                      <a:cubicBezTo>
                        <a:pt x="2921" y="213"/>
                        <a:pt x="2927" y="219"/>
                        <a:pt x="2932" y="213"/>
                      </a:cubicBezTo>
                      <a:cubicBezTo>
                        <a:pt x="2937" y="207"/>
                        <a:pt x="2943" y="198"/>
                        <a:pt x="2943" y="198"/>
                      </a:cubicBezTo>
                      <a:cubicBezTo>
                        <a:pt x="2948" y="189"/>
                        <a:pt x="2948" y="189"/>
                        <a:pt x="2948" y="189"/>
                      </a:cubicBezTo>
                      <a:cubicBezTo>
                        <a:pt x="2961" y="196"/>
                        <a:pt x="2961" y="196"/>
                        <a:pt x="2961" y="196"/>
                      </a:cubicBezTo>
                      <a:cubicBezTo>
                        <a:pt x="2966" y="186"/>
                        <a:pt x="2966" y="186"/>
                        <a:pt x="2966" y="186"/>
                      </a:cubicBezTo>
                      <a:cubicBezTo>
                        <a:pt x="2966" y="186"/>
                        <a:pt x="2962" y="177"/>
                        <a:pt x="2964" y="166"/>
                      </a:cubicBezTo>
                      <a:cubicBezTo>
                        <a:pt x="2966" y="155"/>
                        <a:pt x="2976" y="136"/>
                        <a:pt x="2976" y="136"/>
                      </a:cubicBezTo>
                      <a:cubicBezTo>
                        <a:pt x="2976" y="128"/>
                        <a:pt x="2976" y="128"/>
                        <a:pt x="2976" y="128"/>
                      </a:cubicBezTo>
                      <a:cubicBezTo>
                        <a:pt x="2990" y="117"/>
                        <a:pt x="2990" y="117"/>
                        <a:pt x="2990" y="117"/>
                      </a:cubicBezTo>
                      <a:cubicBezTo>
                        <a:pt x="2992" y="111"/>
                        <a:pt x="2992" y="111"/>
                        <a:pt x="2992" y="111"/>
                      </a:cubicBezTo>
                      <a:cubicBezTo>
                        <a:pt x="2982" y="106"/>
                        <a:pt x="2982" y="106"/>
                        <a:pt x="2982" y="106"/>
                      </a:cubicBezTo>
                      <a:lnTo>
                        <a:pt x="2964" y="107"/>
                      </a:lnTo>
                      <a:close/>
                      <a:moveTo>
                        <a:pt x="106" y="2472"/>
                      </a:moveTo>
                      <a:cubicBezTo>
                        <a:pt x="90" y="2439"/>
                        <a:pt x="90" y="2439"/>
                        <a:pt x="90" y="2439"/>
                      </a:cubicBezTo>
                      <a:cubicBezTo>
                        <a:pt x="67" y="2439"/>
                        <a:pt x="67" y="2439"/>
                        <a:pt x="67" y="2439"/>
                      </a:cubicBezTo>
                      <a:cubicBezTo>
                        <a:pt x="67" y="2439"/>
                        <a:pt x="44" y="2431"/>
                        <a:pt x="36" y="2423"/>
                      </a:cubicBezTo>
                      <a:cubicBezTo>
                        <a:pt x="32" y="2430"/>
                        <a:pt x="32" y="2439"/>
                        <a:pt x="32" y="2444"/>
                      </a:cubicBezTo>
                      <a:cubicBezTo>
                        <a:pt x="32" y="2451"/>
                        <a:pt x="21" y="2450"/>
                        <a:pt x="10" y="2467"/>
                      </a:cubicBezTo>
                      <a:cubicBezTo>
                        <a:pt x="0" y="2483"/>
                        <a:pt x="10" y="2504"/>
                        <a:pt x="11" y="2517"/>
                      </a:cubicBezTo>
                      <a:cubicBezTo>
                        <a:pt x="12" y="2529"/>
                        <a:pt x="31" y="2534"/>
                        <a:pt x="32" y="2544"/>
                      </a:cubicBezTo>
                      <a:cubicBezTo>
                        <a:pt x="33" y="2554"/>
                        <a:pt x="21" y="2559"/>
                        <a:pt x="21" y="2559"/>
                      </a:cubicBezTo>
                      <a:cubicBezTo>
                        <a:pt x="23" y="2587"/>
                        <a:pt x="23" y="2587"/>
                        <a:pt x="23" y="2587"/>
                      </a:cubicBezTo>
                      <a:cubicBezTo>
                        <a:pt x="23" y="2587"/>
                        <a:pt x="12" y="2591"/>
                        <a:pt x="11" y="2594"/>
                      </a:cubicBezTo>
                      <a:cubicBezTo>
                        <a:pt x="10" y="2597"/>
                        <a:pt x="4" y="2611"/>
                        <a:pt x="4" y="2611"/>
                      </a:cubicBezTo>
                      <a:cubicBezTo>
                        <a:pt x="4" y="2611"/>
                        <a:pt x="6" y="2621"/>
                        <a:pt x="20" y="2622"/>
                      </a:cubicBezTo>
                      <a:cubicBezTo>
                        <a:pt x="34" y="2623"/>
                        <a:pt x="32" y="2617"/>
                        <a:pt x="38" y="2611"/>
                      </a:cubicBezTo>
                      <a:cubicBezTo>
                        <a:pt x="44" y="2605"/>
                        <a:pt x="48" y="2613"/>
                        <a:pt x="48" y="2613"/>
                      </a:cubicBezTo>
                      <a:cubicBezTo>
                        <a:pt x="58" y="2615"/>
                        <a:pt x="58" y="2615"/>
                        <a:pt x="58" y="2615"/>
                      </a:cubicBezTo>
                      <a:cubicBezTo>
                        <a:pt x="62" y="2610"/>
                        <a:pt x="62" y="2610"/>
                        <a:pt x="62" y="2610"/>
                      </a:cubicBezTo>
                      <a:cubicBezTo>
                        <a:pt x="62" y="2610"/>
                        <a:pt x="66" y="2618"/>
                        <a:pt x="66" y="2619"/>
                      </a:cubicBezTo>
                      <a:cubicBezTo>
                        <a:pt x="72" y="2619"/>
                        <a:pt x="87" y="2613"/>
                        <a:pt x="87" y="2613"/>
                      </a:cubicBezTo>
                      <a:cubicBezTo>
                        <a:pt x="104" y="2599"/>
                        <a:pt x="105" y="2580"/>
                        <a:pt x="108" y="2570"/>
                      </a:cubicBezTo>
                      <a:cubicBezTo>
                        <a:pt x="111" y="2560"/>
                        <a:pt x="120" y="2545"/>
                        <a:pt x="127" y="2539"/>
                      </a:cubicBezTo>
                      <a:cubicBezTo>
                        <a:pt x="134" y="2533"/>
                        <a:pt x="139" y="2516"/>
                        <a:pt x="139" y="2516"/>
                      </a:cubicBezTo>
                      <a:cubicBezTo>
                        <a:pt x="137" y="2511"/>
                        <a:pt x="125" y="2479"/>
                        <a:pt x="125" y="2479"/>
                      </a:cubicBezTo>
                      <a:lnTo>
                        <a:pt x="106" y="2472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6" name="Freeform 329"/>
                <p:cNvSpPr>
                  <a:spLocks noEditPoints="1"/>
                </p:cNvSpPr>
                <p:nvPr/>
              </p:nvSpPr>
              <p:spPr bwMode="gray">
                <a:xfrm>
                  <a:off x="-4647" y="-7171"/>
                  <a:ext cx="1793" cy="1611"/>
                </a:xfrm>
                <a:custGeom>
                  <a:avLst/>
                  <a:gdLst>
                    <a:gd name="T0" fmla="*/ 725 w 759"/>
                    <a:gd name="T1" fmla="*/ 254 h 682"/>
                    <a:gd name="T2" fmla="*/ 696 w 759"/>
                    <a:gd name="T3" fmla="*/ 278 h 682"/>
                    <a:gd name="T4" fmla="*/ 673 w 759"/>
                    <a:gd name="T5" fmla="*/ 221 h 682"/>
                    <a:gd name="T6" fmla="*/ 708 w 759"/>
                    <a:gd name="T7" fmla="*/ 206 h 682"/>
                    <a:gd name="T8" fmla="*/ 727 w 759"/>
                    <a:gd name="T9" fmla="*/ 125 h 682"/>
                    <a:gd name="T10" fmla="*/ 696 w 759"/>
                    <a:gd name="T11" fmla="*/ 15 h 682"/>
                    <a:gd name="T12" fmla="*/ 649 w 759"/>
                    <a:gd name="T13" fmla="*/ 8 h 682"/>
                    <a:gd name="T14" fmla="*/ 586 w 759"/>
                    <a:gd name="T15" fmla="*/ 2 h 682"/>
                    <a:gd name="T16" fmla="*/ 549 w 759"/>
                    <a:gd name="T17" fmla="*/ 25 h 682"/>
                    <a:gd name="T18" fmla="*/ 495 w 759"/>
                    <a:gd name="T19" fmla="*/ 77 h 682"/>
                    <a:gd name="T20" fmla="*/ 461 w 759"/>
                    <a:gd name="T21" fmla="*/ 137 h 682"/>
                    <a:gd name="T22" fmla="*/ 436 w 759"/>
                    <a:gd name="T23" fmla="*/ 152 h 682"/>
                    <a:gd name="T24" fmla="*/ 402 w 759"/>
                    <a:gd name="T25" fmla="*/ 192 h 682"/>
                    <a:gd name="T26" fmla="*/ 364 w 759"/>
                    <a:gd name="T27" fmla="*/ 190 h 682"/>
                    <a:gd name="T28" fmla="*/ 337 w 759"/>
                    <a:gd name="T29" fmla="*/ 179 h 682"/>
                    <a:gd name="T30" fmla="*/ 290 w 759"/>
                    <a:gd name="T31" fmla="*/ 212 h 682"/>
                    <a:gd name="T32" fmla="*/ 263 w 759"/>
                    <a:gd name="T33" fmla="*/ 240 h 682"/>
                    <a:gd name="T34" fmla="*/ 244 w 759"/>
                    <a:gd name="T35" fmla="*/ 251 h 682"/>
                    <a:gd name="T36" fmla="*/ 193 w 759"/>
                    <a:gd name="T37" fmla="*/ 231 h 682"/>
                    <a:gd name="T38" fmla="*/ 196 w 759"/>
                    <a:gd name="T39" fmla="*/ 189 h 682"/>
                    <a:gd name="T40" fmla="*/ 166 w 759"/>
                    <a:gd name="T41" fmla="*/ 143 h 682"/>
                    <a:gd name="T42" fmla="*/ 142 w 759"/>
                    <a:gd name="T43" fmla="*/ 343 h 682"/>
                    <a:gd name="T44" fmla="*/ 129 w 759"/>
                    <a:gd name="T45" fmla="*/ 353 h 682"/>
                    <a:gd name="T46" fmla="*/ 114 w 759"/>
                    <a:gd name="T47" fmla="*/ 367 h 682"/>
                    <a:gd name="T48" fmla="*/ 88 w 759"/>
                    <a:gd name="T49" fmla="*/ 369 h 682"/>
                    <a:gd name="T50" fmla="*/ 65 w 759"/>
                    <a:gd name="T51" fmla="*/ 357 h 682"/>
                    <a:gd name="T52" fmla="*/ 41 w 759"/>
                    <a:gd name="T53" fmla="*/ 330 h 682"/>
                    <a:gd name="T54" fmla="*/ 12 w 759"/>
                    <a:gd name="T55" fmla="*/ 340 h 682"/>
                    <a:gd name="T56" fmla="*/ 0 w 759"/>
                    <a:gd name="T57" fmla="*/ 345 h 682"/>
                    <a:gd name="T58" fmla="*/ 31 w 759"/>
                    <a:gd name="T59" fmla="*/ 407 h 682"/>
                    <a:gd name="T60" fmla="*/ 83 w 759"/>
                    <a:gd name="T61" fmla="*/ 523 h 682"/>
                    <a:gd name="T62" fmla="*/ 61 w 759"/>
                    <a:gd name="T63" fmla="*/ 572 h 682"/>
                    <a:gd name="T64" fmla="*/ 81 w 759"/>
                    <a:gd name="T65" fmla="*/ 649 h 682"/>
                    <a:gd name="T66" fmla="*/ 103 w 759"/>
                    <a:gd name="T67" fmla="*/ 650 h 682"/>
                    <a:gd name="T68" fmla="*/ 145 w 759"/>
                    <a:gd name="T69" fmla="*/ 679 h 682"/>
                    <a:gd name="T70" fmla="*/ 233 w 759"/>
                    <a:gd name="T71" fmla="*/ 662 h 682"/>
                    <a:gd name="T72" fmla="*/ 292 w 759"/>
                    <a:gd name="T73" fmla="*/ 646 h 682"/>
                    <a:gd name="T74" fmla="*/ 366 w 759"/>
                    <a:gd name="T75" fmla="*/ 646 h 682"/>
                    <a:gd name="T76" fmla="*/ 406 w 759"/>
                    <a:gd name="T77" fmla="*/ 637 h 682"/>
                    <a:gd name="T78" fmla="*/ 473 w 759"/>
                    <a:gd name="T79" fmla="*/ 617 h 682"/>
                    <a:gd name="T80" fmla="*/ 538 w 759"/>
                    <a:gd name="T81" fmla="*/ 565 h 682"/>
                    <a:gd name="T82" fmla="*/ 615 w 759"/>
                    <a:gd name="T83" fmla="*/ 500 h 682"/>
                    <a:gd name="T84" fmla="*/ 686 w 759"/>
                    <a:gd name="T85" fmla="*/ 379 h 682"/>
                    <a:gd name="T86" fmla="*/ 748 w 759"/>
                    <a:gd name="T87" fmla="*/ 297 h 682"/>
                    <a:gd name="T88" fmla="*/ 746 w 759"/>
                    <a:gd name="T89" fmla="*/ 250 h 682"/>
                    <a:gd name="T90" fmla="*/ 563 w 759"/>
                    <a:gd name="T91" fmla="*/ 428 h 682"/>
                    <a:gd name="T92" fmla="*/ 531 w 759"/>
                    <a:gd name="T93" fmla="*/ 456 h 682"/>
                    <a:gd name="T94" fmla="*/ 498 w 759"/>
                    <a:gd name="T95" fmla="*/ 437 h 682"/>
                    <a:gd name="T96" fmla="*/ 481 w 759"/>
                    <a:gd name="T97" fmla="*/ 401 h 682"/>
                    <a:gd name="T98" fmla="*/ 500 w 759"/>
                    <a:gd name="T99" fmla="*/ 389 h 682"/>
                    <a:gd name="T100" fmla="*/ 519 w 759"/>
                    <a:gd name="T101" fmla="*/ 362 h 682"/>
                    <a:gd name="T102" fmla="*/ 535 w 759"/>
                    <a:gd name="T103" fmla="*/ 351 h 682"/>
                    <a:gd name="T104" fmla="*/ 564 w 759"/>
                    <a:gd name="T105" fmla="*/ 349 h 682"/>
                    <a:gd name="T106" fmla="*/ 591 w 759"/>
                    <a:gd name="T107" fmla="*/ 377 h 682"/>
                    <a:gd name="T108" fmla="*/ 577 w 759"/>
                    <a:gd name="T109" fmla="*/ 406 h 6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59" h="682">
                      <a:moveTo>
                        <a:pt x="746" y="250"/>
                      </a:moveTo>
                      <a:cubicBezTo>
                        <a:pt x="738" y="246"/>
                        <a:pt x="725" y="254"/>
                        <a:pt x="725" y="254"/>
                      </a:cubicBezTo>
                      <a:cubicBezTo>
                        <a:pt x="718" y="279"/>
                        <a:pt x="718" y="279"/>
                        <a:pt x="718" y="279"/>
                      </a:cubicBezTo>
                      <a:cubicBezTo>
                        <a:pt x="718" y="279"/>
                        <a:pt x="703" y="278"/>
                        <a:pt x="696" y="278"/>
                      </a:cubicBezTo>
                      <a:cubicBezTo>
                        <a:pt x="689" y="278"/>
                        <a:pt x="666" y="262"/>
                        <a:pt x="664" y="250"/>
                      </a:cubicBezTo>
                      <a:cubicBezTo>
                        <a:pt x="662" y="238"/>
                        <a:pt x="670" y="225"/>
                        <a:pt x="673" y="221"/>
                      </a:cubicBezTo>
                      <a:cubicBezTo>
                        <a:pt x="676" y="217"/>
                        <a:pt x="682" y="192"/>
                        <a:pt x="689" y="192"/>
                      </a:cubicBezTo>
                      <a:cubicBezTo>
                        <a:pt x="696" y="192"/>
                        <a:pt x="708" y="206"/>
                        <a:pt x="708" y="206"/>
                      </a:cubicBezTo>
                      <a:cubicBezTo>
                        <a:pt x="726" y="182"/>
                        <a:pt x="726" y="182"/>
                        <a:pt x="726" y="182"/>
                      </a:cubicBezTo>
                      <a:cubicBezTo>
                        <a:pt x="726" y="182"/>
                        <a:pt x="726" y="134"/>
                        <a:pt x="727" y="125"/>
                      </a:cubicBezTo>
                      <a:cubicBezTo>
                        <a:pt x="728" y="116"/>
                        <a:pt x="707" y="84"/>
                        <a:pt x="705" y="75"/>
                      </a:cubicBezTo>
                      <a:cubicBezTo>
                        <a:pt x="703" y="66"/>
                        <a:pt x="696" y="15"/>
                        <a:pt x="696" y="15"/>
                      </a:cubicBezTo>
                      <a:cubicBezTo>
                        <a:pt x="684" y="8"/>
                        <a:pt x="684" y="8"/>
                        <a:pt x="684" y="8"/>
                      </a:cubicBezTo>
                      <a:cubicBezTo>
                        <a:pt x="684" y="8"/>
                        <a:pt x="657" y="9"/>
                        <a:pt x="649" y="8"/>
                      </a:cubicBezTo>
                      <a:cubicBezTo>
                        <a:pt x="641" y="7"/>
                        <a:pt x="625" y="0"/>
                        <a:pt x="625" y="0"/>
                      </a:cubicBezTo>
                      <a:cubicBezTo>
                        <a:pt x="586" y="2"/>
                        <a:pt x="586" y="2"/>
                        <a:pt x="586" y="2"/>
                      </a:cubicBezTo>
                      <a:cubicBezTo>
                        <a:pt x="578" y="18"/>
                        <a:pt x="578" y="18"/>
                        <a:pt x="578" y="18"/>
                      </a:cubicBezTo>
                      <a:cubicBezTo>
                        <a:pt x="578" y="18"/>
                        <a:pt x="554" y="19"/>
                        <a:pt x="549" y="25"/>
                      </a:cubicBezTo>
                      <a:cubicBezTo>
                        <a:pt x="544" y="31"/>
                        <a:pt x="530" y="57"/>
                        <a:pt x="519" y="64"/>
                      </a:cubicBezTo>
                      <a:cubicBezTo>
                        <a:pt x="508" y="71"/>
                        <a:pt x="505" y="70"/>
                        <a:pt x="495" y="77"/>
                      </a:cubicBezTo>
                      <a:cubicBezTo>
                        <a:pt x="485" y="84"/>
                        <a:pt x="484" y="107"/>
                        <a:pt x="484" y="113"/>
                      </a:cubicBezTo>
                      <a:cubicBezTo>
                        <a:pt x="484" y="119"/>
                        <a:pt x="461" y="137"/>
                        <a:pt x="461" y="137"/>
                      </a:cubicBezTo>
                      <a:cubicBezTo>
                        <a:pt x="450" y="140"/>
                        <a:pt x="450" y="140"/>
                        <a:pt x="450" y="140"/>
                      </a:cubicBezTo>
                      <a:cubicBezTo>
                        <a:pt x="436" y="152"/>
                        <a:pt x="436" y="152"/>
                        <a:pt x="436" y="152"/>
                      </a:cubicBezTo>
                      <a:cubicBezTo>
                        <a:pt x="436" y="152"/>
                        <a:pt x="432" y="185"/>
                        <a:pt x="421" y="192"/>
                      </a:cubicBezTo>
                      <a:cubicBezTo>
                        <a:pt x="410" y="199"/>
                        <a:pt x="402" y="192"/>
                        <a:pt x="402" y="192"/>
                      </a:cubicBezTo>
                      <a:cubicBezTo>
                        <a:pt x="402" y="192"/>
                        <a:pt x="399" y="197"/>
                        <a:pt x="389" y="199"/>
                      </a:cubicBezTo>
                      <a:cubicBezTo>
                        <a:pt x="379" y="201"/>
                        <a:pt x="364" y="190"/>
                        <a:pt x="364" y="190"/>
                      </a:cubicBezTo>
                      <a:cubicBezTo>
                        <a:pt x="347" y="189"/>
                        <a:pt x="347" y="189"/>
                        <a:pt x="347" y="189"/>
                      </a:cubicBezTo>
                      <a:cubicBezTo>
                        <a:pt x="337" y="179"/>
                        <a:pt x="337" y="179"/>
                        <a:pt x="337" y="179"/>
                      </a:cubicBezTo>
                      <a:cubicBezTo>
                        <a:pt x="337" y="179"/>
                        <a:pt x="321" y="167"/>
                        <a:pt x="308" y="167"/>
                      </a:cubicBezTo>
                      <a:cubicBezTo>
                        <a:pt x="295" y="167"/>
                        <a:pt x="290" y="205"/>
                        <a:pt x="290" y="212"/>
                      </a:cubicBezTo>
                      <a:cubicBezTo>
                        <a:pt x="290" y="219"/>
                        <a:pt x="279" y="217"/>
                        <a:pt x="272" y="220"/>
                      </a:cubicBezTo>
                      <a:cubicBezTo>
                        <a:pt x="265" y="223"/>
                        <a:pt x="263" y="240"/>
                        <a:pt x="263" y="240"/>
                      </a:cubicBezTo>
                      <a:cubicBezTo>
                        <a:pt x="263" y="240"/>
                        <a:pt x="253" y="238"/>
                        <a:pt x="249" y="239"/>
                      </a:cubicBezTo>
                      <a:cubicBezTo>
                        <a:pt x="245" y="240"/>
                        <a:pt x="244" y="251"/>
                        <a:pt x="244" y="251"/>
                      </a:cubicBezTo>
                      <a:cubicBezTo>
                        <a:pt x="244" y="251"/>
                        <a:pt x="198" y="256"/>
                        <a:pt x="193" y="253"/>
                      </a:cubicBezTo>
                      <a:cubicBezTo>
                        <a:pt x="188" y="250"/>
                        <a:pt x="193" y="231"/>
                        <a:pt x="193" y="231"/>
                      </a:cubicBezTo>
                      <a:cubicBezTo>
                        <a:pt x="193" y="231"/>
                        <a:pt x="201" y="218"/>
                        <a:pt x="203" y="209"/>
                      </a:cubicBezTo>
                      <a:cubicBezTo>
                        <a:pt x="205" y="200"/>
                        <a:pt x="196" y="189"/>
                        <a:pt x="196" y="189"/>
                      </a:cubicBezTo>
                      <a:cubicBezTo>
                        <a:pt x="196" y="189"/>
                        <a:pt x="197" y="179"/>
                        <a:pt x="188" y="160"/>
                      </a:cubicBezTo>
                      <a:cubicBezTo>
                        <a:pt x="184" y="152"/>
                        <a:pt x="175" y="147"/>
                        <a:pt x="166" y="143"/>
                      </a:cubicBezTo>
                      <a:cubicBezTo>
                        <a:pt x="163" y="339"/>
                        <a:pt x="163" y="339"/>
                        <a:pt x="163" y="339"/>
                      </a:cubicBezTo>
                      <a:cubicBezTo>
                        <a:pt x="163" y="339"/>
                        <a:pt x="149" y="340"/>
                        <a:pt x="142" y="343"/>
                      </a:cubicBezTo>
                      <a:cubicBezTo>
                        <a:pt x="135" y="346"/>
                        <a:pt x="137" y="351"/>
                        <a:pt x="137" y="351"/>
                      </a:cubicBezTo>
                      <a:cubicBezTo>
                        <a:pt x="129" y="353"/>
                        <a:pt x="129" y="353"/>
                        <a:pt x="129" y="353"/>
                      </a:cubicBezTo>
                      <a:cubicBezTo>
                        <a:pt x="129" y="353"/>
                        <a:pt x="132" y="367"/>
                        <a:pt x="126" y="367"/>
                      </a:cubicBezTo>
                      <a:cubicBezTo>
                        <a:pt x="121" y="367"/>
                        <a:pt x="114" y="367"/>
                        <a:pt x="114" y="367"/>
                      </a:cubicBezTo>
                      <a:cubicBezTo>
                        <a:pt x="114" y="367"/>
                        <a:pt x="110" y="361"/>
                        <a:pt x="102" y="361"/>
                      </a:cubicBezTo>
                      <a:cubicBezTo>
                        <a:pt x="94" y="361"/>
                        <a:pt x="88" y="369"/>
                        <a:pt x="88" y="369"/>
                      </a:cubicBezTo>
                      <a:cubicBezTo>
                        <a:pt x="76" y="369"/>
                        <a:pt x="76" y="369"/>
                        <a:pt x="76" y="369"/>
                      </a:cubicBezTo>
                      <a:cubicBezTo>
                        <a:pt x="76" y="369"/>
                        <a:pt x="72" y="361"/>
                        <a:pt x="65" y="357"/>
                      </a:cubicBezTo>
                      <a:cubicBezTo>
                        <a:pt x="58" y="353"/>
                        <a:pt x="49" y="359"/>
                        <a:pt x="45" y="352"/>
                      </a:cubicBezTo>
                      <a:cubicBezTo>
                        <a:pt x="40" y="345"/>
                        <a:pt x="41" y="330"/>
                        <a:pt x="41" y="330"/>
                      </a:cubicBezTo>
                      <a:cubicBezTo>
                        <a:pt x="41" y="330"/>
                        <a:pt x="31" y="318"/>
                        <a:pt x="27" y="317"/>
                      </a:cubicBezTo>
                      <a:cubicBezTo>
                        <a:pt x="23" y="316"/>
                        <a:pt x="12" y="340"/>
                        <a:pt x="12" y="340"/>
                      </a:cubicBezTo>
                      <a:cubicBezTo>
                        <a:pt x="0" y="346"/>
                        <a:pt x="0" y="346"/>
                        <a:pt x="0" y="346"/>
                      </a:cubicBezTo>
                      <a:cubicBezTo>
                        <a:pt x="0" y="345"/>
                        <a:pt x="0" y="345"/>
                        <a:pt x="0" y="345"/>
                      </a:cubicBezTo>
                      <a:cubicBezTo>
                        <a:pt x="0" y="345"/>
                        <a:pt x="7" y="368"/>
                        <a:pt x="11" y="372"/>
                      </a:cubicBezTo>
                      <a:cubicBezTo>
                        <a:pt x="15" y="376"/>
                        <a:pt x="31" y="394"/>
                        <a:pt x="31" y="407"/>
                      </a:cubicBezTo>
                      <a:cubicBezTo>
                        <a:pt x="31" y="420"/>
                        <a:pt x="28" y="446"/>
                        <a:pt x="38" y="461"/>
                      </a:cubicBezTo>
                      <a:cubicBezTo>
                        <a:pt x="48" y="476"/>
                        <a:pt x="83" y="509"/>
                        <a:pt x="83" y="523"/>
                      </a:cubicBezTo>
                      <a:cubicBezTo>
                        <a:pt x="83" y="537"/>
                        <a:pt x="82" y="564"/>
                        <a:pt x="78" y="568"/>
                      </a:cubicBezTo>
                      <a:cubicBezTo>
                        <a:pt x="74" y="572"/>
                        <a:pt x="62" y="564"/>
                        <a:pt x="61" y="572"/>
                      </a:cubicBezTo>
                      <a:cubicBezTo>
                        <a:pt x="60" y="580"/>
                        <a:pt x="63" y="588"/>
                        <a:pt x="73" y="605"/>
                      </a:cubicBezTo>
                      <a:cubicBezTo>
                        <a:pt x="83" y="622"/>
                        <a:pt x="75" y="641"/>
                        <a:pt x="81" y="649"/>
                      </a:cubicBezTo>
                      <a:cubicBezTo>
                        <a:pt x="87" y="657"/>
                        <a:pt x="84" y="646"/>
                        <a:pt x="90" y="643"/>
                      </a:cubicBezTo>
                      <a:cubicBezTo>
                        <a:pt x="96" y="640"/>
                        <a:pt x="103" y="650"/>
                        <a:pt x="103" y="650"/>
                      </a:cubicBezTo>
                      <a:cubicBezTo>
                        <a:pt x="121" y="656"/>
                        <a:pt x="121" y="656"/>
                        <a:pt x="121" y="656"/>
                      </a:cubicBezTo>
                      <a:cubicBezTo>
                        <a:pt x="121" y="656"/>
                        <a:pt x="126" y="682"/>
                        <a:pt x="145" y="679"/>
                      </a:cubicBezTo>
                      <a:cubicBezTo>
                        <a:pt x="164" y="676"/>
                        <a:pt x="165" y="662"/>
                        <a:pt x="177" y="658"/>
                      </a:cubicBezTo>
                      <a:cubicBezTo>
                        <a:pt x="189" y="654"/>
                        <a:pt x="224" y="665"/>
                        <a:pt x="233" y="662"/>
                      </a:cubicBezTo>
                      <a:cubicBezTo>
                        <a:pt x="242" y="659"/>
                        <a:pt x="238" y="638"/>
                        <a:pt x="261" y="638"/>
                      </a:cubicBezTo>
                      <a:cubicBezTo>
                        <a:pt x="284" y="638"/>
                        <a:pt x="292" y="646"/>
                        <a:pt x="292" y="646"/>
                      </a:cubicBezTo>
                      <a:cubicBezTo>
                        <a:pt x="292" y="646"/>
                        <a:pt x="303" y="635"/>
                        <a:pt x="326" y="636"/>
                      </a:cubicBezTo>
                      <a:cubicBezTo>
                        <a:pt x="349" y="637"/>
                        <a:pt x="361" y="647"/>
                        <a:pt x="366" y="646"/>
                      </a:cubicBezTo>
                      <a:cubicBezTo>
                        <a:pt x="371" y="645"/>
                        <a:pt x="383" y="635"/>
                        <a:pt x="383" y="635"/>
                      </a:cubicBezTo>
                      <a:cubicBezTo>
                        <a:pt x="383" y="635"/>
                        <a:pt x="397" y="642"/>
                        <a:pt x="406" y="637"/>
                      </a:cubicBezTo>
                      <a:cubicBezTo>
                        <a:pt x="415" y="632"/>
                        <a:pt x="427" y="624"/>
                        <a:pt x="427" y="624"/>
                      </a:cubicBezTo>
                      <a:cubicBezTo>
                        <a:pt x="427" y="624"/>
                        <a:pt x="451" y="632"/>
                        <a:pt x="473" y="617"/>
                      </a:cubicBezTo>
                      <a:cubicBezTo>
                        <a:pt x="495" y="602"/>
                        <a:pt x="525" y="573"/>
                        <a:pt x="525" y="573"/>
                      </a:cubicBezTo>
                      <a:cubicBezTo>
                        <a:pt x="538" y="565"/>
                        <a:pt x="538" y="565"/>
                        <a:pt x="538" y="565"/>
                      </a:cubicBezTo>
                      <a:cubicBezTo>
                        <a:pt x="600" y="499"/>
                        <a:pt x="600" y="499"/>
                        <a:pt x="600" y="499"/>
                      </a:cubicBezTo>
                      <a:cubicBezTo>
                        <a:pt x="615" y="500"/>
                        <a:pt x="615" y="500"/>
                        <a:pt x="615" y="500"/>
                      </a:cubicBezTo>
                      <a:cubicBezTo>
                        <a:pt x="615" y="500"/>
                        <a:pt x="652" y="449"/>
                        <a:pt x="656" y="435"/>
                      </a:cubicBezTo>
                      <a:cubicBezTo>
                        <a:pt x="660" y="421"/>
                        <a:pt x="677" y="385"/>
                        <a:pt x="686" y="379"/>
                      </a:cubicBezTo>
                      <a:cubicBezTo>
                        <a:pt x="695" y="373"/>
                        <a:pt x="726" y="360"/>
                        <a:pt x="729" y="349"/>
                      </a:cubicBezTo>
                      <a:cubicBezTo>
                        <a:pt x="732" y="338"/>
                        <a:pt x="748" y="297"/>
                        <a:pt x="748" y="297"/>
                      </a:cubicBezTo>
                      <a:cubicBezTo>
                        <a:pt x="748" y="297"/>
                        <a:pt x="754" y="280"/>
                        <a:pt x="759" y="264"/>
                      </a:cubicBezTo>
                      <a:cubicBezTo>
                        <a:pt x="755" y="258"/>
                        <a:pt x="750" y="252"/>
                        <a:pt x="746" y="250"/>
                      </a:cubicBezTo>
                      <a:close/>
                      <a:moveTo>
                        <a:pt x="580" y="418"/>
                      </a:moveTo>
                      <a:cubicBezTo>
                        <a:pt x="580" y="418"/>
                        <a:pt x="571" y="426"/>
                        <a:pt x="563" y="428"/>
                      </a:cubicBezTo>
                      <a:cubicBezTo>
                        <a:pt x="555" y="430"/>
                        <a:pt x="552" y="428"/>
                        <a:pt x="542" y="432"/>
                      </a:cubicBezTo>
                      <a:cubicBezTo>
                        <a:pt x="532" y="436"/>
                        <a:pt x="531" y="456"/>
                        <a:pt x="531" y="456"/>
                      </a:cubicBezTo>
                      <a:cubicBezTo>
                        <a:pt x="516" y="457"/>
                        <a:pt x="516" y="457"/>
                        <a:pt x="516" y="457"/>
                      </a:cubicBezTo>
                      <a:cubicBezTo>
                        <a:pt x="498" y="437"/>
                        <a:pt x="498" y="437"/>
                        <a:pt x="498" y="437"/>
                      </a:cubicBezTo>
                      <a:cubicBezTo>
                        <a:pt x="498" y="426"/>
                        <a:pt x="498" y="426"/>
                        <a:pt x="498" y="426"/>
                      </a:cubicBezTo>
                      <a:cubicBezTo>
                        <a:pt x="481" y="401"/>
                        <a:pt x="481" y="401"/>
                        <a:pt x="481" y="401"/>
                      </a:cubicBezTo>
                      <a:cubicBezTo>
                        <a:pt x="498" y="399"/>
                        <a:pt x="498" y="399"/>
                        <a:pt x="498" y="399"/>
                      </a:cubicBezTo>
                      <a:cubicBezTo>
                        <a:pt x="500" y="389"/>
                        <a:pt x="500" y="389"/>
                        <a:pt x="500" y="389"/>
                      </a:cubicBezTo>
                      <a:cubicBezTo>
                        <a:pt x="512" y="376"/>
                        <a:pt x="512" y="376"/>
                        <a:pt x="512" y="376"/>
                      </a:cubicBezTo>
                      <a:cubicBezTo>
                        <a:pt x="512" y="376"/>
                        <a:pt x="514" y="366"/>
                        <a:pt x="519" y="362"/>
                      </a:cubicBezTo>
                      <a:cubicBezTo>
                        <a:pt x="524" y="358"/>
                        <a:pt x="534" y="361"/>
                        <a:pt x="534" y="361"/>
                      </a:cubicBezTo>
                      <a:cubicBezTo>
                        <a:pt x="535" y="351"/>
                        <a:pt x="535" y="351"/>
                        <a:pt x="535" y="351"/>
                      </a:cubicBezTo>
                      <a:cubicBezTo>
                        <a:pt x="543" y="348"/>
                        <a:pt x="543" y="348"/>
                        <a:pt x="543" y="348"/>
                      </a:cubicBezTo>
                      <a:cubicBezTo>
                        <a:pt x="543" y="348"/>
                        <a:pt x="559" y="343"/>
                        <a:pt x="564" y="349"/>
                      </a:cubicBezTo>
                      <a:cubicBezTo>
                        <a:pt x="569" y="355"/>
                        <a:pt x="581" y="374"/>
                        <a:pt x="581" y="374"/>
                      </a:cubicBezTo>
                      <a:cubicBezTo>
                        <a:pt x="591" y="377"/>
                        <a:pt x="591" y="377"/>
                        <a:pt x="591" y="377"/>
                      </a:cubicBezTo>
                      <a:cubicBezTo>
                        <a:pt x="592" y="393"/>
                        <a:pt x="592" y="393"/>
                        <a:pt x="592" y="393"/>
                      </a:cubicBezTo>
                      <a:cubicBezTo>
                        <a:pt x="577" y="406"/>
                        <a:pt x="577" y="406"/>
                        <a:pt x="577" y="406"/>
                      </a:cubicBezTo>
                      <a:lnTo>
                        <a:pt x="580" y="41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7" name="Freeform 330"/>
                <p:cNvSpPr>
                  <a:spLocks noEditPoints="1"/>
                </p:cNvSpPr>
                <p:nvPr/>
              </p:nvSpPr>
              <p:spPr bwMode="gray">
                <a:xfrm>
                  <a:off x="-7066" y="-17600"/>
                  <a:ext cx="933" cy="1297"/>
                </a:xfrm>
                <a:custGeom>
                  <a:avLst/>
                  <a:gdLst>
                    <a:gd name="T0" fmla="*/ 118 w 395"/>
                    <a:gd name="T1" fmla="*/ 256 h 549"/>
                    <a:gd name="T2" fmla="*/ 111 w 395"/>
                    <a:gd name="T3" fmla="*/ 221 h 549"/>
                    <a:gd name="T4" fmla="*/ 98 w 395"/>
                    <a:gd name="T5" fmla="*/ 248 h 549"/>
                    <a:gd name="T6" fmla="*/ 222 w 395"/>
                    <a:gd name="T7" fmla="*/ 93 h 549"/>
                    <a:gd name="T8" fmla="*/ 97 w 395"/>
                    <a:gd name="T9" fmla="*/ 159 h 549"/>
                    <a:gd name="T10" fmla="*/ 93 w 395"/>
                    <a:gd name="T11" fmla="*/ 183 h 549"/>
                    <a:gd name="T12" fmla="*/ 325 w 395"/>
                    <a:gd name="T13" fmla="*/ 1 h 549"/>
                    <a:gd name="T14" fmla="*/ 296 w 395"/>
                    <a:gd name="T15" fmla="*/ 36 h 549"/>
                    <a:gd name="T16" fmla="*/ 301 w 395"/>
                    <a:gd name="T17" fmla="*/ 12 h 549"/>
                    <a:gd name="T18" fmla="*/ 296 w 395"/>
                    <a:gd name="T19" fmla="*/ 36 h 549"/>
                    <a:gd name="T20" fmla="*/ 246 w 395"/>
                    <a:gd name="T21" fmla="*/ 96 h 549"/>
                    <a:gd name="T22" fmla="*/ 128 w 395"/>
                    <a:gd name="T23" fmla="*/ 258 h 549"/>
                    <a:gd name="T24" fmla="*/ 331 w 395"/>
                    <a:gd name="T25" fmla="*/ 402 h 549"/>
                    <a:gd name="T26" fmla="*/ 330 w 395"/>
                    <a:gd name="T27" fmla="*/ 357 h 549"/>
                    <a:gd name="T28" fmla="*/ 291 w 395"/>
                    <a:gd name="T29" fmla="*/ 314 h 549"/>
                    <a:gd name="T30" fmla="*/ 265 w 395"/>
                    <a:gd name="T31" fmla="*/ 261 h 549"/>
                    <a:gd name="T32" fmla="*/ 191 w 395"/>
                    <a:gd name="T33" fmla="*/ 235 h 549"/>
                    <a:gd name="T34" fmla="*/ 214 w 395"/>
                    <a:gd name="T35" fmla="*/ 222 h 549"/>
                    <a:gd name="T36" fmla="*/ 261 w 395"/>
                    <a:gd name="T37" fmla="*/ 177 h 549"/>
                    <a:gd name="T38" fmla="*/ 211 w 395"/>
                    <a:gd name="T39" fmla="*/ 154 h 549"/>
                    <a:gd name="T40" fmla="*/ 179 w 395"/>
                    <a:gd name="T41" fmla="*/ 147 h 549"/>
                    <a:gd name="T42" fmla="*/ 224 w 395"/>
                    <a:gd name="T43" fmla="*/ 112 h 549"/>
                    <a:gd name="T44" fmla="*/ 153 w 395"/>
                    <a:gd name="T45" fmla="*/ 110 h 549"/>
                    <a:gd name="T46" fmla="*/ 144 w 395"/>
                    <a:gd name="T47" fmla="*/ 148 h 549"/>
                    <a:gd name="T48" fmla="*/ 121 w 395"/>
                    <a:gd name="T49" fmla="*/ 162 h 549"/>
                    <a:gd name="T50" fmla="*/ 116 w 395"/>
                    <a:gd name="T51" fmla="*/ 198 h 549"/>
                    <a:gd name="T52" fmla="*/ 134 w 395"/>
                    <a:gd name="T53" fmla="*/ 202 h 549"/>
                    <a:gd name="T54" fmla="*/ 116 w 395"/>
                    <a:gd name="T55" fmla="*/ 250 h 549"/>
                    <a:gd name="T56" fmla="*/ 144 w 395"/>
                    <a:gd name="T57" fmla="*/ 251 h 549"/>
                    <a:gd name="T58" fmla="*/ 146 w 395"/>
                    <a:gd name="T59" fmla="*/ 306 h 549"/>
                    <a:gd name="T60" fmla="*/ 211 w 395"/>
                    <a:gd name="T61" fmla="*/ 295 h 549"/>
                    <a:gd name="T62" fmla="*/ 216 w 395"/>
                    <a:gd name="T63" fmla="*/ 349 h 549"/>
                    <a:gd name="T64" fmla="*/ 162 w 395"/>
                    <a:gd name="T65" fmla="*/ 377 h 549"/>
                    <a:gd name="T66" fmla="*/ 135 w 395"/>
                    <a:gd name="T67" fmla="*/ 402 h 549"/>
                    <a:gd name="T68" fmla="*/ 117 w 395"/>
                    <a:gd name="T69" fmla="*/ 448 h 549"/>
                    <a:gd name="T70" fmla="*/ 151 w 395"/>
                    <a:gd name="T71" fmla="*/ 466 h 549"/>
                    <a:gd name="T72" fmla="*/ 202 w 395"/>
                    <a:gd name="T73" fmla="*/ 467 h 549"/>
                    <a:gd name="T74" fmla="*/ 156 w 395"/>
                    <a:gd name="T75" fmla="*/ 485 h 549"/>
                    <a:gd name="T76" fmla="*/ 129 w 395"/>
                    <a:gd name="T77" fmla="*/ 516 h 549"/>
                    <a:gd name="T78" fmla="*/ 83 w 395"/>
                    <a:gd name="T79" fmla="*/ 545 h 549"/>
                    <a:gd name="T80" fmla="*/ 147 w 395"/>
                    <a:gd name="T81" fmla="*/ 530 h 549"/>
                    <a:gd name="T82" fmla="*/ 211 w 395"/>
                    <a:gd name="T83" fmla="*/ 519 h 549"/>
                    <a:gd name="T84" fmla="*/ 273 w 395"/>
                    <a:gd name="T85" fmla="*/ 520 h 549"/>
                    <a:gd name="T86" fmla="*/ 293 w 395"/>
                    <a:gd name="T87" fmla="*/ 508 h 549"/>
                    <a:gd name="T88" fmla="*/ 340 w 395"/>
                    <a:gd name="T89" fmla="*/ 474 h 549"/>
                    <a:gd name="T90" fmla="*/ 375 w 395"/>
                    <a:gd name="T91" fmla="*/ 447 h 549"/>
                    <a:gd name="T92" fmla="*/ 157 w 395"/>
                    <a:gd name="T93" fmla="*/ 325 h 549"/>
                    <a:gd name="T94" fmla="*/ 94 w 395"/>
                    <a:gd name="T95" fmla="*/ 338 h 549"/>
                    <a:gd name="T96" fmla="*/ 110 w 395"/>
                    <a:gd name="T97" fmla="*/ 308 h 549"/>
                    <a:gd name="T98" fmla="*/ 86 w 395"/>
                    <a:gd name="T99" fmla="*/ 281 h 549"/>
                    <a:gd name="T100" fmla="*/ 58 w 395"/>
                    <a:gd name="T101" fmla="*/ 288 h 549"/>
                    <a:gd name="T102" fmla="*/ 13 w 395"/>
                    <a:gd name="T103" fmla="*/ 325 h 549"/>
                    <a:gd name="T104" fmla="*/ 67 w 395"/>
                    <a:gd name="T105" fmla="*/ 335 h 549"/>
                    <a:gd name="T106" fmla="*/ 63 w 395"/>
                    <a:gd name="T107" fmla="*/ 155 h 549"/>
                    <a:gd name="T108" fmla="*/ 63 w 395"/>
                    <a:gd name="T109" fmla="*/ 155 h 549"/>
                    <a:gd name="T110" fmla="*/ 108 w 395"/>
                    <a:gd name="T111" fmla="*/ 115 h 549"/>
                    <a:gd name="T112" fmla="*/ 72 w 395"/>
                    <a:gd name="T113" fmla="*/ 128 h 549"/>
                    <a:gd name="T114" fmla="*/ 57 w 395"/>
                    <a:gd name="T115" fmla="*/ 169 h 549"/>
                    <a:gd name="T116" fmla="*/ 57 w 395"/>
                    <a:gd name="T117" fmla="*/ 169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95" h="549">
                      <a:moveTo>
                        <a:pt x="118" y="256"/>
                      </a:moveTo>
                      <a:cubicBezTo>
                        <a:pt x="110" y="256"/>
                        <a:pt x="109" y="262"/>
                        <a:pt x="106" y="277"/>
                      </a:cubicBezTo>
                      <a:cubicBezTo>
                        <a:pt x="104" y="289"/>
                        <a:pt x="126" y="256"/>
                        <a:pt x="118" y="256"/>
                      </a:cubicBezTo>
                      <a:close/>
                      <a:moveTo>
                        <a:pt x="100" y="210"/>
                      </a:moveTo>
                      <a:cubicBezTo>
                        <a:pt x="96" y="210"/>
                        <a:pt x="90" y="222"/>
                        <a:pt x="94" y="225"/>
                      </a:cubicBezTo>
                      <a:cubicBezTo>
                        <a:pt x="98" y="228"/>
                        <a:pt x="111" y="221"/>
                        <a:pt x="111" y="221"/>
                      </a:cubicBezTo>
                      <a:cubicBezTo>
                        <a:pt x="111" y="221"/>
                        <a:pt x="104" y="210"/>
                        <a:pt x="100" y="210"/>
                      </a:cubicBezTo>
                      <a:close/>
                      <a:moveTo>
                        <a:pt x="87" y="261"/>
                      </a:moveTo>
                      <a:cubicBezTo>
                        <a:pt x="102" y="261"/>
                        <a:pt x="109" y="250"/>
                        <a:pt x="98" y="248"/>
                      </a:cubicBezTo>
                      <a:cubicBezTo>
                        <a:pt x="87" y="246"/>
                        <a:pt x="78" y="261"/>
                        <a:pt x="87" y="261"/>
                      </a:cubicBezTo>
                      <a:close/>
                      <a:moveTo>
                        <a:pt x="231" y="85"/>
                      </a:moveTo>
                      <a:cubicBezTo>
                        <a:pt x="223" y="78"/>
                        <a:pt x="222" y="93"/>
                        <a:pt x="222" y="93"/>
                      </a:cubicBezTo>
                      <a:cubicBezTo>
                        <a:pt x="229" y="99"/>
                        <a:pt x="239" y="92"/>
                        <a:pt x="231" y="85"/>
                      </a:cubicBezTo>
                      <a:close/>
                      <a:moveTo>
                        <a:pt x="103" y="176"/>
                      </a:moveTo>
                      <a:cubicBezTo>
                        <a:pt x="103" y="176"/>
                        <a:pt x="107" y="159"/>
                        <a:pt x="97" y="159"/>
                      </a:cubicBezTo>
                      <a:cubicBezTo>
                        <a:pt x="87" y="159"/>
                        <a:pt x="93" y="169"/>
                        <a:pt x="93" y="169"/>
                      </a:cubicBezTo>
                      <a:cubicBezTo>
                        <a:pt x="93" y="169"/>
                        <a:pt x="85" y="166"/>
                        <a:pt x="82" y="169"/>
                      </a:cubicBezTo>
                      <a:cubicBezTo>
                        <a:pt x="79" y="172"/>
                        <a:pt x="91" y="179"/>
                        <a:pt x="93" y="183"/>
                      </a:cubicBezTo>
                      <a:cubicBezTo>
                        <a:pt x="95" y="187"/>
                        <a:pt x="110" y="184"/>
                        <a:pt x="110" y="184"/>
                      </a:cubicBezTo>
                      <a:lnTo>
                        <a:pt x="103" y="176"/>
                      </a:lnTo>
                      <a:close/>
                      <a:moveTo>
                        <a:pt x="325" y="1"/>
                      </a:moveTo>
                      <a:cubicBezTo>
                        <a:pt x="318" y="2"/>
                        <a:pt x="316" y="11"/>
                        <a:pt x="316" y="11"/>
                      </a:cubicBezTo>
                      <a:cubicBezTo>
                        <a:pt x="327" y="16"/>
                        <a:pt x="332" y="0"/>
                        <a:pt x="325" y="1"/>
                      </a:cubicBezTo>
                      <a:close/>
                      <a:moveTo>
                        <a:pt x="296" y="36"/>
                      </a:moveTo>
                      <a:cubicBezTo>
                        <a:pt x="300" y="45"/>
                        <a:pt x="300" y="45"/>
                        <a:pt x="300" y="45"/>
                      </a:cubicBezTo>
                      <a:cubicBezTo>
                        <a:pt x="305" y="49"/>
                        <a:pt x="312" y="28"/>
                        <a:pt x="311" y="24"/>
                      </a:cubicBezTo>
                      <a:cubicBezTo>
                        <a:pt x="310" y="20"/>
                        <a:pt x="301" y="12"/>
                        <a:pt x="301" y="12"/>
                      </a:cubicBezTo>
                      <a:cubicBezTo>
                        <a:pt x="300" y="21"/>
                        <a:pt x="300" y="21"/>
                        <a:pt x="300" y="21"/>
                      </a:cubicBezTo>
                      <a:cubicBezTo>
                        <a:pt x="300" y="21"/>
                        <a:pt x="287" y="25"/>
                        <a:pt x="288" y="29"/>
                      </a:cubicBezTo>
                      <a:cubicBezTo>
                        <a:pt x="289" y="33"/>
                        <a:pt x="296" y="36"/>
                        <a:pt x="296" y="36"/>
                      </a:cubicBezTo>
                      <a:close/>
                      <a:moveTo>
                        <a:pt x="239" y="94"/>
                      </a:moveTo>
                      <a:cubicBezTo>
                        <a:pt x="237" y="104"/>
                        <a:pt x="237" y="104"/>
                        <a:pt x="237" y="104"/>
                      </a:cubicBezTo>
                      <a:cubicBezTo>
                        <a:pt x="246" y="96"/>
                        <a:pt x="246" y="96"/>
                        <a:pt x="246" y="96"/>
                      </a:cubicBezTo>
                      <a:lnTo>
                        <a:pt x="239" y="94"/>
                      </a:lnTo>
                      <a:close/>
                      <a:moveTo>
                        <a:pt x="137" y="269"/>
                      </a:moveTo>
                      <a:cubicBezTo>
                        <a:pt x="143" y="265"/>
                        <a:pt x="134" y="252"/>
                        <a:pt x="128" y="258"/>
                      </a:cubicBezTo>
                      <a:cubicBezTo>
                        <a:pt x="122" y="264"/>
                        <a:pt x="130" y="273"/>
                        <a:pt x="137" y="269"/>
                      </a:cubicBezTo>
                      <a:close/>
                      <a:moveTo>
                        <a:pt x="346" y="395"/>
                      </a:moveTo>
                      <a:cubicBezTo>
                        <a:pt x="346" y="395"/>
                        <a:pt x="341" y="409"/>
                        <a:pt x="331" y="402"/>
                      </a:cubicBezTo>
                      <a:cubicBezTo>
                        <a:pt x="321" y="394"/>
                        <a:pt x="341" y="387"/>
                        <a:pt x="340" y="378"/>
                      </a:cubicBezTo>
                      <a:cubicBezTo>
                        <a:pt x="339" y="369"/>
                        <a:pt x="308" y="364"/>
                        <a:pt x="308" y="359"/>
                      </a:cubicBezTo>
                      <a:cubicBezTo>
                        <a:pt x="308" y="354"/>
                        <a:pt x="330" y="357"/>
                        <a:pt x="330" y="357"/>
                      </a:cubicBezTo>
                      <a:cubicBezTo>
                        <a:pt x="321" y="349"/>
                        <a:pt x="321" y="349"/>
                        <a:pt x="321" y="349"/>
                      </a:cubicBezTo>
                      <a:cubicBezTo>
                        <a:pt x="321" y="349"/>
                        <a:pt x="312" y="328"/>
                        <a:pt x="308" y="321"/>
                      </a:cubicBezTo>
                      <a:cubicBezTo>
                        <a:pt x="304" y="314"/>
                        <a:pt x="291" y="314"/>
                        <a:pt x="291" y="314"/>
                      </a:cubicBezTo>
                      <a:cubicBezTo>
                        <a:pt x="291" y="314"/>
                        <a:pt x="283" y="305"/>
                        <a:pt x="275" y="299"/>
                      </a:cubicBezTo>
                      <a:cubicBezTo>
                        <a:pt x="267" y="293"/>
                        <a:pt x="273" y="261"/>
                        <a:pt x="273" y="261"/>
                      </a:cubicBezTo>
                      <a:cubicBezTo>
                        <a:pt x="265" y="261"/>
                        <a:pt x="265" y="261"/>
                        <a:pt x="265" y="261"/>
                      </a:cubicBezTo>
                      <a:cubicBezTo>
                        <a:pt x="265" y="261"/>
                        <a:pt x="264" y="255"/>
                        <a:pt x="250" y="245"/>
                      </a:cubicBezTo>
                      <a:cubicBezTo>
                        <a:pt x="235" y="235"/>
                        <a:pt x="216" y="245"/>
                        <a:pt x="208" y="246"/>
                      </a:cubicBezTo>
                      <a:cubicBezTo>
                        <a:pt x="200" y="247"/>
                        <a:pt x="191" y="235"/>
                        <a:pt x="191" y="235"/>
                      </a:cubicBezTo>
                      <a:cubicBezTo>
                        <a:pt x="191" y="235"/>
                        <a:pt x="205" y="240"/>
                        <a:pt x="209" y="239"/>
                      </a:cubicBezTo>
                      <a:cubicBezTo>
                        <a:pt x="213" y="238"/>
                        <a:pt x="231" y="234"/>
                        <a:pt x="232" y="228"/>
                      </a:cubicBezTo>
                      <a:cubicBezTo>
                        <a:pt x="233" y="223"/>
                        <a:pt x="214" y="222"/>
                        <a:pt x="214" y="222"/>
                      </a:cubicBezTo>
                      <a:cubicBezTo>
                        <a:pt x="230" y="218"/>
                        <a:pt x="230" y="218"/>
                        <a:pt x="230" y="218"/>
                      </a:cubicBezTo>
                      <a:cubicBezTo>
                        <a:pt x="230" y="218"/>
                        <a:pt x="239" y="211"/>
                        <a:pt x="245" y="206"/>
                      </a:cubicBezTo>
                      <a:cubicBezTo>
                        <a:pt x="250" y="201"/>
                        <a:pt x="261" y="177"/>
                        <a:pt x="261" y="177"/>
                      </a:cubicBezTo>
                      <a:cubicBezTo>
                        <a:pt x="261" y="177"/>
                        <a:pt x="276" y="168"/>
                        <a:pt x="276" y="161"/>
                      </a:cubicBezTo>
                      <a:cubicBezTo>
                        <a:pt x="276" y="154"/>
                        <a:pt x="222" y="159"/>
                        <a:pt x="222" y="159"/>
                      </a:cubicBezTo>
                      <a:cubicBezTo>
                        <a:pt x="222" y="159"/>
                        <a:pt x="223" y="154"/>
                        <a:pt x="211" y="154"/>
                      </a:cubicBezTo>
                      <a:cubicBezTo>
                        <a:pt x="199" y="154"/>
                        <a:pt x="177" y="162"/>
                        <a:pt x="177" y="162"/>
                      </a:cubicBezTo>
                      <a:cubicBezTo>
                        <a:pt x="185" y="155"/>
                        <a:pt x="185" y="155"/>
                        <a:pt x="185" y="155"/>
                      </a:cubicBezTo>
                      <a:cubicBezTo>
                        <a:pt x="179" y="147"/>
                        <a:pt x="179" y="147"/>
                        <a:pt x="179" y="147"/>
                      </a:cubicBezTo>
                      <a:cubicBezTo>
                        <a:pt x="191" y="145"/>
                        <a:pt x="191" y="145"/>
                        <a:pt x="191" y="145"/>
                      </a:cubicBezTo>
                      <a:cubicBezTo>
                        <a:pt x="212" y="132"/>
                        <a:pt x="212" y="132"/>
                        <a:pt x="212" y="132"/>
                      </a:cubicBezTo>
                      <a:cubicBezTo>
                        <a:pt x="212" y="132"/>
                        <a:pt x="223" y="123"/>
                        <a:pt x="224" y="112"/>
                      </a:cubicBezTo>
                      <a:cubicBezTo>
                        <a:pt x="225" y="105"/>
                        <a:pt x="211" y="107"/>
                        <a:pt x="203" y="108"/>
                      </a:cubicBezTo>
                      <a:cubicBezTo>
                        <a:pt x="195" y="109"/>
                        <a:pt x="183" y="115"/>
                        <a:pt x="175" y="115"/>
                      </a:cubicBezTo>
                      <a:cubicBezTo>
                        <a:pt x="167" y="115"/>
                        <a:pt x="160" y="106"/>
                        <a:pt x="153" y="110"/>
                      </a:cubicBezTo>
                      <a:cubicBezTo>
                        <a:pt x="146" y="114"/>
                        <a:pt x="153" y="124"/>
                        <a:pt x="153" y="124"/>
                      </a:cubicBezTo>
                      <a:cubicBezTo>
                        <a:pt x="153" y="124"/>
                        <a:pt x="146" y="125"/>
                        <a:pt x="141" y="129"/>
                      </a:cubicBezTo>
                      <a:cubicBezTo>
                        <a:pt x="136" y="133"/>
                        <a:pt x="144" y="148"/>
                        <a:pt x="144" y="148"/>
                      </a:cubicBezTo>
                      <a:cubicBezTo>
                        <a:pt x="115" y="151"/>
                        <a:pt x="115" y="151"/>
                        <a:pt x="115" y="151"/>
                      </a:cubicBezTo>
                      <a:cubicBezTo>
                        <a:pt x="115" y="157"/>
                        <a:pt x="115" y="157"/>
                        <a:pt x="115" y="157"/>
                      </a:cubicBezTo>
                      <a:cubicBezTo>
                        <a:pt x="121" y="162"/>
                        <a:pt x="121" y="162"/>
                        <a:pt x="121" y="162"/>
                      </a:cubicBezTo>
                      <a:cubicBezTo>
                        <a:pt x="130" y="180"/>
                        <a:pt x="130" y="180"/>
                        <a:pt x="130" y="180"/>
                      </a:cubicBezTo>
                      <a:cubicBezTo>
                        <a:pt x="130" y="180"/>
                        <a:pt x="124" y="185"/>
                        <a:pt x="121" y="188"/>
                      </a:cubicBezTo>
                      <a:cubicBezTo>
                        <a:pt x="118" y="191"/>
                        <a:pt x="116" y="198"/>
                        <a:pt x="116" y="198"/>
                      </a:cubicBezTo>
                      <a:cubicBezTo>
                        <a:pt x="105" y="203"/>
                        <a:pt x="105" y="203"/>
                        <a:pt x="105" y="203"/>
                      </a:cubicBezTo>
                      <a:cubicBezTo>
                        <a:pt x="105" y="203"/>
                        <a:pt x="111" y="212"/>
                        <a:pt x="119" y="211"/>
                      </a:cubicBezTo>
                      <a:cubicBezTo>
                        <a:pt x="127" y="210"/>
                        <a:pt x="134" y="202"/>
                        <a:pt x="134" y="202"/>
                      </a:cubicBezTo>
                      <a:cubicBezTo>
                        <a:pt x="133" y="214"/>
                        <a:pt x="133" y="214"/>
                        <a:pt x="133" y="214"/>
                      </a:cubicBezTo>
                      <a:cubicBezTo>
                        <a:pt x="133" y="214"/>
                        <a:pt x="120" y="220"/>
                        <a:pt x="115" y="228"/>
                      </a:cubicBezTo>
                      <a:cubicBezTo>
                        <a:pt x="110" y="237"/>
                        <a:pt x="116" y="250"/>
                        <a:pt x="116" y="250"/>
                      </a:cubicBezTo>
                      <a:cubicBezTo>
                        <a:pt x="116" y="250"/>
                        <a:pt x="127" y="242"/>
                        <a:pt x="134" y="247"/>
                      </a:cubicBezTo>
                      <a:cubicBezTo>
                        <a:pt x="140" y="252"/>
                        <a:pt x="153" y="241"/>
                        <a:pt x="153" y="241"/>
                      </a:cubicBezTo>
                      <a:cubicBezTo>
                        <a:pt x="144" y="251"/>
                        <a:pt x="144" y="251"/>
                        <a:pt x="144" y="251"/>
                      </a:cubicBezTo>
                      <a:cubicBezTo>
                        <a:pt x="149" y="269"/>
                        <a:pt x="149" y="269"/>
                        <a:pt x="149" y="269"/>
                      </a:cubicBezTo>
                      <a:cubicBezTo>
                        <a:pt x="149" y="269"/>
                        <a:pt x="138" y="282"/>
                        <a:pt x="130" y="296"/>
                      </a:cubicBezTo>
                      <a:cubicBezTo>
                        <a:pt x="123" y="309"/>
                        <a:pt x="146" y="306"/>
                        <a:pt x="146" y="306"/>
                      </a:cubicBezTo>
                      <a:cubicBezTo>
                        <a:pt x="146" y="306"/>
                        <a:pt x="159" y="300"/>
                        <a:pt x="166" y="303"/>
                      </a:cubicBezTo>
                      <a:cubicBezTo>
                        <a:pt x="173" y="306"/>
                        <a:pt x="189" y="293"/>
                        <a:pt x="189" y="293"/>
                      </a:cubicBezTo>
                      <a:cubicBezTo>
                        <a:pt x="211" y="295"/>
                        <a:pt x="211" y="295"/>
                        <a:pt x="211" y="295"/>
                      </a:cubicBezTo>
                      <a:cubicBezTo>
                        <a:pt x="211" y="295"/>
                        <a:pt x="188" y="308"/>
                        <a:pt x="186" y="318"/>
                      </a:cubicBezTo>
                      <a:cubicBezTo>
                        <a:pt x="185" y="328"/>
                        <a:pt x="215" y="335"/>
                        <a:pt x="215" y="335"/>
                      </a:cubicBezTo>
                      <a:cubicBezTo>
                        <a:pt x="216" y="349"/>
                        <a:pt x="216" y="349"/>
                        <a:pt x="216" y="349"/>
                      </a:cubicBezTo>
                      <a:cubicBezTo>
                        <a:pt x="208" y="361"/>
                        <a:pt x="208" y="361"/>
                        <a:pt x="208" y="361"/>
                      </a:cubicBezTo>
                      <a:cubicBezTo>
                        <a:pt x="208" y="361"/>
                        <a:pt x="210" y="375"/>
                        <a:pt x="207" y="379"/>
                      </a:cubicBezTo>
                      <a:cubicBezTo>
                        <a:pt x="204" y="383"/>
                        <a:pt x="162" y="377"/>
                        <a:pt x="162" y="377"/>
                      </a:cubicBezTo>
                      <a:cubicBezTo>
                        <a:pt x="162" y="377"/>
                        <a:pt x="152" y="374"/>
                        <a:pt x="143" y="376"/>
                      </a:cubicBezTo>
                      <a:cubicBezTo>
                        <a:pt x="134" y="378"/>
                        <a:pt x="149" y="389"/>
                        <a:pt x="149" y="389"/>
                      </a:cubicBezTo>
                      <a:cubicBezTo>
                        <a:pt x="135" y="402"/>
                        <a:pt x="135" y="402"/>
                        <a:pt x="135" y="402"/>
                      </a:cubicBezTo>
                      <a:cubicBezTo>
                        <a:pt x="163" y="400"/>
                        <a:pt x="163" y="400"/>
                        <a:pt x="163" y="400"/>
                      </a:cubicBezTo>
                      <a:cubicBezTo>
                        <a:pt x="163" y="400"/>
                        <a:pt x="163" y="423"/>
                        <a:pt x="156" y="430"/>
                      </a:cubicBezTo>
                      <a:cubicBezTo>
                        <a:pt x="149" y="437"/>
                        <a:pt x="121" y="445"/>
                        <a:pt x="117" y="448"/>
                      </a:cubicBezTo>
                      <a:cubicBezTo>
                        <a:pt x="113" y="451"/>
                        <a:pt x="118" y="466"/>
                        <a:pt x="122" y="468"/>
                      </a:cubicBezTo>
                      <a:cubicBezTo>
                        <a:pt x="126" y="470"/>
                        <a:pt x="144" y="456"/>
                        <a:pt x="144" y="456"/>
                      </a:cubicBezTo>
                      <a:cubicBezTo>
                        <a:pt x="144" y="456"/>
                        <a:pt x="147" y="462"/>
                        <a:pt x="151" y="466"/>
                      </a:cubicBezTo>
                      <a:cubicBezTo>
                        <a:pt x="155" y="470"/>
                        <a:pt x="165" y="466"/>
                        <a:pt x="165" y="466"/>
                      </a:cubicBezTo>
                      <a:cubicBezTo>
                        <a:pt x="165" y="466"/>
                        <a:pt x="173" y="475"/>
                        <a:pt x="181" y="476"/>
                      </a:cubicBezTo>
                      <a:cubicBezTo>
                        <a:pt x="190" y="477"/>
                        <a:pt x="197" y="472"/>
                        <a:pt x="202" y="467"/>
                      </a:cubicBezTo>
                      <a:cubicBezTo>
                        <a:pt x="207" y="462"/>
                        <a:pt x="220" y="463"/>
                        <a:pt x="220" y="463"/>
                      </a:cubicBezTo>
                      <a:cubicBezTo>
                        <a:pt x="220" y="463"/>
                        <a:pt x="204" y="478"/>
                        <a:pt x="194" y="485"/>
                      </a:cubicBezTo>
                      <a:cubicBezTo>
                        <a:pt x="183" y="492"/>
                        <a:pt x="163" y="485"/>
                        <a:pt x="156" y="485"/>
                      </a:cubicBezTo>
                      <a:cubicBezTo>
                        <a:pt x="149" y="485"/>
                        <a:pt x="151" y="495"/>
                        <a:pt x="151" y="495"/>
                      </a:cubicBezTo>
                      <a:cubicBezTo>
                        <a:pt x="151" y="495"/>
                        <a:pt x="142" y="495"/>
                        <a:pt x="135" y="498"/>
                      </a:cubicBezTo>
                      <a:cubicBezTo>
                        <a:pt x="127" y="501"/>
                        <a:pt x="135" y="507"/>
                        <a:pt x="129" y="516"/>
                      </a:cubicBezTo>
                      <a:cubicBezTo>
                        <a:pt x="124" y="524"/>
                        <a:pt x="117" y="520"/>
                        <a:pt x="110" y="520"/>
                      </a:cubicBezTo>
                      <a:cubicBezTo>
                        <a:pt x="103" y="520"/>
                        <a:pt x="106" y="530"/>
                        <a:pt x="99" y="536"/>
                      </a:cubicBezTo>
                      <a:cubicBezTo>
                        <a:pt x="92" y="542"/>
                        <a:pt x="83" y="541"/>
                        <a:pt x="83" y="545"/>
                      </a:cubicBezTo>
                      <a:cubicBezTo>
                        <a:pt x="83" y="549"/>
                        <a:pt x="102" y="549"/>
                        <a:pt x="105" y="549"/>
                      </a:cubicBezTo>
                      <a:cubicBezTo>
                        <a:pt x="108" y="549"/>
                        <a:pt x="116" y="539"/>
                        <a:pt x="122" y="534"/>
                      </a:cubicBezTo>
                      <a:cubicBezTo>
                        <a:pt x="128" y="529"/>
                        <a:pt x="138" y="530"/>
                        <a:pt x="147" y="530"/>
                      </a:cubicBezTo>
                      <a:cubicBezTo>
                        <a:pt x="156" y="530"/>
                        <a:pt x="159" y="540"/>
                        <a:pt x="165" y="540"/>
                      </a:cubicBezTo>
                      <a:cubicBezTo>
                        <a:pt x="171" y="540"/>
                        <a:pt x="184" y="515"/>
                        <a:pt x="191" y="512"/>
                      </a:cubicBezTo>
                      <a:cubicBezTo>
                        <a:pt x="197" y="508"/>
                        <a:pt x="211" y="519"/>
                        <a:pt x="211" y="519"/>
                      </a:cubicBezTo>
                      <a:cubicBezTo>
                        <a:pt x="228" y="520"/>
                        <a:pt x="228" y="520"/>
                        <a:pt x="228" y="520"/>
                      </a:cubicBezTo>
                      <a:cubicBezTo>
                        <a:pt x="248" y="512"/>
                        <a:pt x="248" y="512"/>
                        <a:pt x="248" y="512"/>
                      </a:cubicBezTo>
                      <a:cubicBezTo>
                        <a:pt x="248" y="512"/>
                        <a:pt x="267" y="521"/>
                        <a:pt x="273" y="520"/>
                      </a:cubicBezTo>
                      <a:cubicBezTo>
                        <a:pt x="279" y="519"/>
                        <a:pt x="265" y="508"/>
                        <a:pt x="271" y="503"/>
                      </a:cubicBezTo>
                      <a:cubicBezTo>
                        <a:pt x="277" y="498"/>
                        <a:pt x="286" y="513"/>
                        <a:pt x="286" y="513"/>
                      </a:cubicBezTo>
                      <a:cubicBezTo>
                        <a:pt x="293" y="508"/>
                        <a:pt x="293" y="508"/>
                        <a:pt x="293" y="508"/>
                      </a:cubicBezTo>
                      <a:cubicBezTo>
                        <a:pt x="293" y="508"/>
                        <a:pt x="346" y="508"/>
                        <a:pt x="359" y="501"/>
                      </a:cubicBezTo>
                      <a:cubicBezTo>
                        <a:pt x="371" y="494"/>
                        <a:pt x="379" y="479"/>
                        <a:pt x="379" y="479"/>
                      </a:cubicBezTo>
                      <a:cubicBezTo>
                        <a:pt x="340" y="474"/>
                        <a:pt x="340" y="474"/>
                        <a:pt x="340" y="474"/>
                      </a:cubicBezTo>
                      <a:cubicBezTo>
                        <a:pt x="358" y="471"/>
                        <a:pt x="358" y="471"/>
                        <a:pt x="358" y="471"/>
                      </a:cubicBezTo>
                      <a:cubicBezTo>
                        <a:pt x="354" y="461"/>
                        <a:pt x="354" y="461"/>
                        <a:pt x="354" y="461"/>
                      </a:cubicBezTo>
                      <a:cubicBezTo>
                        <a:pt x="354" y="461"/>
                        <a:pt x="368" y="448"/>
                        <a:pt x="375" y="447"/>
                      </a:cubicBezTo>
                      <a:cubicBezTo>
                        <a:pt x="382" y="446"/>
                        <a:pt x="393" y="435"/>
                        <a:pt x="394" y="415"/>
                      </a:cubicBezTo>
                      <a:cubicBezTo>
                        <a:pt x="395" y="394"/>
                        <a:pt x="346" y="395"/>
                        <a:pt x="346" y="395"/>
                      </a:cubicBezTo>
                      <a:close/>
                      <a:moveTo>
                        <a:pt x="157" y="325"/>
                      </a:moveTo>
                      <a:cubicBezTo>
                        <a:pt x="152" y="310"/>
                        <a:pt x="147" y="330"/>
                        <a:pt x="138" y="338"/>
                      </a:cubicBezTo>
                      <a:cubicBezTo>
                        <a:pt x="138" y="338"/>
                        <a:pt x="162" y="340"/>
                        <a:pt x="157" y="325"/>
                      </a:cubicBezTo>
                      <a:close/>
                      <a:moveTo>
                        <a:pt x="94" y="338"/>
                      </a:moveTo>
                      <a:cubicBezTo>
                        <a:pt x="97" y="335"/>
                        <a:pt x="99" y="329"/>
                        <a:pt x="99" y="329"/>
                      </a:cubicBezTo>
                      <a:cubicBezTo>
                        <a:pt x="99" y="329"/>
                        <a:pt x="104" y="336"/>
                        <a:pt x="107" y="330"/>
                      </a:cubicBezTo>
                      <a:cubicBezTo>
                        <a:pt x="110" y="324"/>
                        <a:pt x="117" y="314"/>
                        <a:pt x="110" y="308"/>
                      </a:cubicBezTo>
                      <a:cubicBezTo>
                        <a:pt x="103" y="302"/>
                        <a:pt x="103" y="293"/>
                        <a:pt x="103" y="293"/>
                      </a:cubicBezTo>
                      <a:cubicBezTo>
                        <a:pt x="98" y="295"/>
                        <a:pt x="98" y="295"/>
                        <a:pt x="98" y="295"/>
                      </a:cubicBezTo>
                      <a:cubicBezTo>
                        <a:pt x="98" y="295"/>
                        <a:pt x="93" y="283"/>
                        <a:pt x="86" y="281"/>
                      </a:cubicBezTo>
                      <a:cubicBezTo>
                        <a:pt x="79" y="279"/>
                        <a:pt x="61" y="282"/>
                        <a:pt x="61" y="282"/>
                      </a:cubicBezTo>
                      <a:cubicBezTo>
                        <a:pt x="61" y="282"/>
                        <a:pt x="61" y="282"/>
                        <a:pt x="61" y="281"/>
                      </a:cubicBezTo>
                      <a:cubicBezTo>
                        <a:pt x="58" y="288"/>
                        <a:pt x="58" y="288"/>
                        <a:pt x="58" y="288"/>
                      </a:cubicBezTo>
                      <a:cubicBezTo>
                        <a:pt x="28" y="302"/>
                        <a:pt x="28" y="302"/>
                        <a:pt x="28" y="302"/>
                      </a:cubicBezTo>
                      <a:cubicBezTo>
                        <a:pt x="29" y="312"/>
                        <a:pt x="29" y="312"/>
                        <a:pt x="29" y="312"/>
                      </a:cubicBezTo>
                      <a:cubicBezTo>
                        <a:pt x="29" y="312"/>
                        <a:pt x="0" y="318"/>
                        <a:pt x="13" y="325"/>
                      </a:cubicBezTo>
                      <a:cubicBezTo>
                        <a:pt x="26" y="333"/>
                        <a:pt x="38" y="335"/>
                        <a:pt x="38" y="335"/>
                      </a:cubicBezTo>
                      <a:cubicBezTo>
                        <a:pt x="55" y="319"/>
                        <a:pt x="55" y="319"/>
                        <a:pt x="55" y="319"/>
                      </a:cubicBezTo>
                      <a:cubicBezTo>
                        <a:pt x="67" y="335"/>
                        <a:pt x="67" y="335"/>
                        <a:pt x="67" y="335"/>
                      </a:cubicBezTo>
                      <a:cubicBezTo>
                        <a:pt x="89" y="340"/>
                        <a:pt x="89" y="340"/>
                        <a:pt x="89" y="340"/>
                      </a:cubicBezTo>
                      <a:cubicBezTo>
                        <a:pt x="91" y="340"/>
                        <a:pt x="93" y="339"/>
                        <a:pt x="94" y="338"/>
                      </a:cubicBezTo>
                      <a:close/>
                      <a:moveTo>
                        <a:pt x="63" y="155"/>
                      </a:moveTo>
                      <a:cubicBezTo>
                        <a:pt x="57" y="155"/>
                        <a:pt x="54" y="155"/>
                        <a:pt x="52" y="163"/>
                      </a:cubicBezTo>
                      <a:cubicBezTo>
                        <a:pt x="66" y="163"/>
                        <a:pt x="66" y="163"/>
                        <a:pt x="66" y="163"/>
                      </a:cubicBezTo>
                      <a:cubicBezTo>
                        <a:pt x="66" y="163"/>
                        <a:pt x="69" y="155"/>
                        <a:pt x="63" y="155"/>
                      </a:cubicBezTo>
                      <a:close/>
                      <a:moveTo>
                        <a:pt x="82" y="144"/>
                      </a:moveTo>
                      <a:cubicBezTo>
                        <a:pt x="82" y="144"/>
                        <a:pt x="88" y="146"/>
                        <a:pt x="94" y="145"/>
                      </a:cubicBezTo>
                      <a:cubicBezTo>
                        <a:pt x="100" y="144"/>
                        <a:pt x="108" y="115"/>
                        <a:pt x="108" y="115"/>
                      </a:cubicBezTo>
                      <a:cubicBezTo>
                        <a:pt x="108" y="115"/>
                        <a:pt x="100" y="117"/>
                        <a:pt x="94" y="122"/>
                      </a:cubicBezTo>
                      <a:cubicBezTo>
                        <a:pt x="88" y="126"/>
                        <a:pt x="86" y="133"/>
                        <a:pt x="86" y="133"/>
                      </a:cubicBezTo>
                      <a:cubicBezTo>
                        <a:pt x="86" y="133"/>
                        <a:pt x="78" y="125"/>
                        <a:pt x="72" y="128"/>
                      </a:cubicBezTo>
                      <a:cubicBezTo>
                        <a:pt x="67" y="131"/>
                        <a:pt x="73" y="153"/>
                        <a:pt x="73" y="153"/>
                      </a:cubicBezTo>
                      <a:lnTo>
                        <a:pt x="82" y="144"/>
                      </a:lnTo>
                      <a:close/>
                      <a:moveTo>
                        <a:pt x="57" y="169"/>
                      </a:moveTo>
                      <a:cubicBezTo>
                        <a:pt x="51" y="191"/>
                        <a:pt x="51" y="191"/>
                        <a:pt x="51" y="191"/>
                      </a:cubicBezTo>
                      <a:cubicBezTo>
                        <a:pt x="62" y="177"/>
                        <a:pt x="62" y="177"/>
                        <a:pt x="62" y="177"/>
                      </a:cubicBezTo>
                      <a:lnTo>
                        <a:pt x="57" y="1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8" name="Freeform 331"/>
                <p:cNvSpPr>
                  <a:spLocks/>
                </p:cNvSpPr>
                <p:nvPr/>
              </p:nvSpPr>
              <p:spPr bwMode="gray">
                <a:xfrm>
                  <a:off x="-7302" y="-16953"/>
                  <a:ext cx="446" cy="477"/>
                </a:xfrm>
                <a:custGeom>
                  <a:avLst/>
                  <a:gdLst>
                    <a:gd name="T0" fmla="*/ 186 w 189"/>
                    <a:gd name="T1" fmla="*/ 104 h 202"/>
                    <a:gd name="T2" fmla="*/ 177 w 189"/>
                    <a:gd name="T3" fmla="*/ 87 h 202"/>
                    <a:gd name="T4" fmla="*/ 175 w 189"/>
                    <a:gd name="T5" fmla="*/ 73 h 202"/>
                    <a:gd name="T6" fmla="*/ 189 w 189"/>
                    <a:gd name="T7" fmla="*/ 66 h 202"/>
                    <a:gd name="T8" fmla="*/ 167 w 189"/>
                    <a:gd name="T9" fmla="*/ 61 h 202"/>
                    <a:gd name="T10" fmla="*/ 155 w 189"/>
                    <a:gd name="T11" fmla="*/ 45 h 202"/>
                    <a:gd name="T12" fmla="*/ 138 w 189"/>
                    <a:gd name="T13" fmla="*/ 61 h 202"/>
                    <a:gd name="T14" fmla="*/ 113 w 189"/>
                    <a:gd name="T15" fmla="*/ 51 h 202"/>
                    <a:gd name="T16" fmla="*/ 129 w 189"/>
                    <a:gd name="T17" fmla="*/ 38 h 202"/>
                    <a:gd name="T18" fmla="*/ 128 w 189"/>
                    <a:gd name="T19" fmla="*/ 28 h 202"/>
                    <a:gd name="T20" fmla="*/ 158 w 189"/>
                    <a:gd name="T21" fmla="*/ 14 h 202"/>
                    <a:gd name="T22" fmla="*/ 161 w 189"/>
                    <a:gd name="T23" fmla="*/ 7 h 202"/>
                    <a:gd name="T24" fmla="*/ 153 w 189"/>
                    <a:gd name="T25" fmla="*/ 2 h 202"/>
                    <a:gd name="T26" fmla="*/ 138 w 189"/>
                    <a:gd name="T27" fmla="*/ 14 h 202"/>
                    <a:gd name="T28" fmla="*/ 134 w 189"/>
                    <a:gd name="T29" fmla="*/ 4 h 202"/>
                    <a:gd name="T30" fmla="*/ 107 w 189"/>
                    <a:gd name="T31" fmla="*/ 9 h 202"/>
                    <a:gd name="T32" fmla="*/ 99 w 189"/>
                    <a:gd name="T33" fmla="*/ 30 h 202"/>
                    <a:gd name="T34" fmla="*/ 84 w 189"/>
                    <a:gd name="T35" fmla="*/ 35 h 202"/>
                    <a:gd name="T36" fmla="*/ 102 w 189"/>
                    <a:gd name="T37" fmla="*/ 44 h 202"/>
                    <a:gd name="T38" fmla="*/ 92 w 189"/>
                    <a:gd name="T39" fmla="*/ 50 h 202"/>
                    <a:gd name="T40" fmla="*/ 87 w 189"/>
                    <a:gd name="T41" fmla="*/ 57 h 202"/>
                    <a:gd name="T42" fmla="*/ 69 w 189"/>
                    <a:gd name="T43" fmla="*/ 56 h 202"/>
                    <a:gd name="T44" fmla="*/ 69 w 189"/>
                    <a:gd name="T45" fmla="*/ 61 h 202"/>
                    <a:gd name="T46" fmla="*/ 48 w 189"/>
                    <a:gd name="T47" fmla="*/ 51 h 202"/>
                    <a:gd name="T48" fmla="*/ 30 w 189"/>
                    <a:gd name="T49" fmla="*/ 54 h 202"/>
                    <a:gd name="T50" fmla="*/ 33 w 189"/>
                    <a:gd name="T51" fmla="*/ 71 h 202"/>
                    <a:gd name="T52" fmla="*/ 42 w 189"/>
                    <a:gd name="T53" fmla="*/ 79 h 202"/>
                    <a:gd name="T54" fmla="*/ 31 w 189"/>
                    <a:gd name="T55" fmla="*/ 86 h 202"/>
                    <a:gd name="T56" fmla="*/ 25 w 189"/>
                    <a:gd name="T57" fmla="*/ 98 h 202"/>
                    <a:gd name="T58" fmla="*/ 48 w 189"/>
                    <a:gd name="T59" fmla="*/ 107 h 202"/>
                    <a:gd name="T60" fmla="*/ 66 w 189"/>
                    <a:gd name="T61" fmla="*/ 107 h 202"/>
                    <a:gd name="T62" fmla="*/ 50 w 189"/>
                    <a:gd name="T63" fmla="*/ 116 h 202"/>
                    <a:gd name="T64" fmla="*/ 50 w 189"/>
                    <a:gd name="T65" fmla="*/ 130 h 202"/>
                    <a:gd name="T66" fmla="*/ 35 w 189"/>
                    <a:gd name="T67" fmla="*/ 134 h 202"/>
                    <a:gd name="T68" fmla="*/ 30 w 189"/>
                    <a:gd name="T69" fmla="*/ 156 h 202"/>
                    <a:gd name="T70" fmla="*/ 4 w 189"/>
                    <a:gd name="T71" fmla="*/ 161 h 202"/>
                    <a:gd name="T72" fmla="*/ 15 w 189"/>
                    <a:gd name="T73" fmla="*/ 167 h 202"/>
                    <a:gd name="T74" fmla="*/ 0 w 189"/>
                    <a:gd name="T75" fmla="*/ 176 h 202"/>
                    <a:gd name="T76" fmla="*/ 7 w 189"/>
                    <a:gd name="T77" fmla="*/ 183 h 202"/>
                    <a:gd name="T78" fmla="*/ 30 w 189"/>
                    <a:gd name="T79" fmla="*/ 180 h 202"/>
                    <a:gd name="T80" fmla="*/ 19 w 189"/>
                    <a:gd name="T81" fmla="*/ 192 h 202"/>
                    <a:gd name="T82" fmla="*/ 35 w 189"/>
                    <a:gd name="T83" fmla="*/ 190 h 202"/>
                    <a:gd name="T84" fmla="*/ 29 w 189"/>
                    <a:gd name="T85" fmla="*/ 202 h 202"/>
                    <a:gd name="T86" fmla="*/ 74 w 189"/>
                    <a:gd name="T87" fmla="*/ 191 h 202"/>
                    <a:gd name="T88" fmla="*/ 83 w 189"/>
                    <a:gd name="T89" fmla="*/ 178 h 202"/>
                    <a:gd name="T90" fmla="*/ 102 w 189"/>
                    <a:gd name="T91" fmla="*/ 178 h 202"/>
                    <a:gd name="T92" fmla="*/ 124 w 189"/>
                    <a:gd name="T93" fmla="*/ 166 h 202"/>
                    <a:gd name="T94" fmla="*/ 140 w 189"/>
                    <a:gd name="T95" fmla="*/ 165 h 202"/>
                    <a:gd name="T96" fmla="*/ 143 w 189"/>
                    <a:gd name="T97" fmla="*/ 159 h 202"/>
                    <a:gd name="T98" fmla="*/ 168 w 189"/>
                    <a:gd name="T99" fmla="*/ 160 h 202"/>
                    <a:gd name="T100" fmla="*/ 167 w 189"/>
                    <a:gd name="T101" fmla="*/ 148 h 202"/>
                    <a:gd name="T102" fmla="*/ 179 w 189"/>
                    <a:gd name="T103" fmla="*/ 146 h 202"/>
                    <a:gd name="T104" fmla="*/ 178 w 189"/>
                    <a:gd name="T105" fmla="*/ 133 h 202"/>
                    <a:gd name="T106" fmla="*/ 186 w 189"/>
                    <a:gd name="T107" fmla="*/ 104 h 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89" h="202">
                      <a:moveTo>
                        <a:pt x="186" y="104"/>
                      </a:moveTo>
                      <a:cubicBezTo>
                        <a:pt x="186" y="94"/>
                        <a:pt x="177" y="87"/>
                        <a:pt x="177" y="87"/>
                      </a:cubicBezTo>
                      <a:cubicBezTo>
                        <a:pt x="177" y="87"/>
                        <a:pt x="177" y="78"/>
                        <a:pt x="175" y="73"/>
                      </a:cubicBezTo>
                      <a:cubicBezTo>
                        <a:pt x="175" y="69"/>
                        <a:pt x="184" y="68"/>
                        <a:pt x="189" y="66"/>
                      </a:cubicBezTo>
                      <a:cubicBezTo>
                        <a:pt x="167" y="61"/>
                        <a:pt x="167" y="61"/>
                        <a:pt x="167" y="61"/>
                      </a:cubicBezTo>
                      <a:cubicBezTo>
                        <a:pt x="155" y="45"/>
                        <a:pt x="155" y="45"/>
                        <a:pt x="155" y="45"/>
                      </a:cubicBezTo>
                      <a:cubicBezTo>
                        <a:pt x="138" y="61"/>
                        <a:pt x="138" y="61"/>
                        <a:pt x="138" y="61"/>
                      </a:cubicBezTo>
                      <a:cubicBezTo>
                        <a:pt x="138" y="61"/>
                        <a:pt x="126" y="59"/>
                        <a:pt x="113" y="51"/>
                      </a:cubicBezTo>
                      <a:cubicBezTo>
                        <a:pt x="100" y="44"/>
                        <a:pt x="129" y="38"/>
                        <a:pt x="129" y="38"/>
                      </a:cubicBezTo>
                      <a:cubicBezTo>
                        <a:pt x="128" y="28"/>
                        <a:pt x="128" y="28"/>
                        <a:pt x="128" y="28"/>
                      </a:cubicBezTo>
                      <a:cubicBezTo>
                        <a:pt x="158" y="14"/>
                        <a:pt x="158" y="14"/>
                        <a:pt x="158" y="14"/>
                      </a:cubicBezTo>
                      <a:cubicBezTo>
                        <a:pt x="161" y="7"/>
                        <a:pt x="161" y="7"/>
                        <a:pt x="161" y="7"/>
                      </a:cubicBezTo>
                      <a:cubicBezTo>
                        <a:pt x="160" y="6"/>
                        <a:pt x="158" y="4"/>
                        <a:pt x="153" y="2"/>
                      </a:cubicBezTo>
                      <a:cubicBezTo>
                        <a:pt x="146" y="0"/>
                        <a:pt x="138" y="14"/>
                        <a:pt x="138" y="14"/>
                      </a:cubicBezTo>
                      <a:cubicBezTo>
                        <a:pt x="134" y="4"/>
                        <a:pt x="134" y="4"/>
                        <a:pt x="134" y="4"/>
                      </a:cubicBezTo>
                      <a:cubicBezTo>
                        <a:pt x="134" y="4"/>
                        <a:pt x="111" y="4"/>
                        <a:pt x="107" y="9"/>
                      </a:cubicBezTo>
                      <a:cubicBezTo>
                        <a:pt x="103" y="15"/>
                        <a:pt x="99" y="30"/>
                        <a:pt x="99" y="30"/>
                      </a:cubicBezTo>
                      <a:cubicBezTo>
                        <a:pt x="99" y="30"/>
                        <a:pt x="84" y="29"/>
                        <a:pt x="84" y="35"/>
                      </a:cubicBezTo>
                      <a:cubicBezTo>
                        <a:pt x="84" y="41"/>
                        <a:pt x="106" y="37"/>
                        <a:pt x="102" y="44"/>
                      </a:cubicBezTo>
                      <a:cubicBezTo>
                        <a:pt x="98" y="51"/>
                        <a:pt x="94" y="47"/>
                        <a:pt x="92" y="50"/>
                      </a:cubicBezTo>
                      <a:cubicBezTo>
                        <a:pt x="90" y="53"/>
                        <a:pt x="87" y="57"/>
                        <a:pt x="87" y="57"/>
                      </a:cubicBezTo>
                      <a:cubicBezTo>
                        <a:pt x="69" y="56"/>
                        <a:pt x="69" y="56"/>
                        <a:pt x="69" y="56"/>
                      </a:cubicBezTo>
                      <a:cubicBezTo>
                        <a:pt x="69" y="61"/>
                        <a:pt x="69" y="61"/>
                        <a:pt x="69" y="61"/>
                      </a:cubicBezTo>
                      <a:cubicBezTo>
                        <a:pt x="69" y="61"/>
                        <a:pt x="56" y="47"/>
                        <a:pt x="48" y="51"/>
                      </a:cubicBezTo>
                      <a:cubicBezTo>
                        <a:pt x="40" y="55"/>
                        <a:pt x="30" y="54"/>
                        <a:pt x="30" y="54"/>
                      </a:cubicBezTo>
                      <a:cubicBezTo>
                        <a:pt x="30" y="54"/>
                        <a:pt x="28" y="71"/>
                        <a:pt x="33" y="71"/>
                      </a:cubicBezTo>
                      <a:cubicBezTo>
                        <a:pt x="38" y="71"/>
                        <a:pt x="42" y="79"/>
                        <a:pt x="42" y="79"/>
                      </a:cubicBezTo>
                      <a:cubicBezTo>
                        <a:pt x="31" y="86"/>
                        <a:pt x="31" y="86"/>
                        <a:pt x="31" y="86"/>
                      </a:cubicBezTo>
                      <a:cubicBezTo>
                        <a:pt x="31" y="86"/>
                        <a:pt x="20" y="90"/>
                        <a:pt x="25" y="98"/>
                      </a:cubicBezTo>
                      <a:cubicBezTo>
                        <a:pt x="30" y="106"/>
                        <a:pt x="48" y="107"/>
                        <a:pt x="48" y="107"/>
                      </a:cubicBezTo>
                      <a:cubicBezTo>
                        <a:pt x="48" y="107"/>
                        <a:pt x="67" y="99"/>
                        <a:pt x="66" y="107"/>
                      </a:cubicBezTo>
                      <a:cubicBezTo>
                        <a:pt x="65" y="115"/>
                        <a:pt x="50" y="116"/>
                        <a:pt x="50" y="116"/>
                      </a:cubicBezTo>
                      <a:cubicBezTo>
                        <a:pt x="50" y="130"/>
                        <a:pt x="50" y="130"/>
                        <a:pt x="50" y="130"/>
                      </a:cubicBezTo>
                      <a:cubicBezTo>
                        <a:pt x="50" y="130"/>
                        <a:pt x="37" y="125"/>
                        <a:pt x="35" y="134"/>
                      </a:cubicBezTo>
                      <a:cubicBezTo>
                        <a:pt x="33" y="143"/>
                        <a:pt x="30" y="156"/>
                        <a:pt x="30" y="156"/>
                      </a:cubicBezTo>
                      <a:cubicBezTo>
                        <a:pt x="30" y="156"/>
                        <a:pt x="5" y="156"/>
                        <a:pt x="4" y="161"/>
                      </a:cubicBezTo>
                      <a:cubicBezTo>
                        <a:pt x="3" y="166"/>
                        <a:pt x="15" y="167"/>
                        <a:pt x="15" y="167"/>
                      </a:cubicBezTo>
                      <a:cubicBezTo>
                        <a:pt x="15" y="167"/>
                        <a:pt x="0" y="169"/>
                        <a:pt x="0" y="176"/>
                      </a:cubicBezTo>
                      <a:cubicBezTo>
                        <a:pt x="0" y="184"/>
                        <a:pt x="7" y="183"/>
                        <a:pt x="7" y="183"/>
                      </a:cubicBezTo>
                      <a:cubicBezTo>
                        <a:pt x="30" y="180"/>
                        <a:pt x="30" y="180"/>
                        <a:pt x="30" y="180"/>
                      </a:cubicBezTo>
                      <a:cubicBezTo>
                        <a:pt x="19" y="192"/>
                        <a:pt x="19" y="192"/>
                        <a:pt x="19" y="192"/>
                      </a:cubicBezTo>
                      <a:cubicBezTo>
                        <a:pt x="19" y="192"/>
                        <a:pt x="36" y="187"/>
                        <a:pt x="35" y="190"/>
                      </a:cubicBezTo>
                      <a:cubicBezTo>
                        <a:pt x="34" y="193"/>
                        <a:pt x="14" y="202"/>
                        <a:pt x="29" y="202"/>
                      </a:cubicBezTo>
                      <a:cubicBezTo>
                        <a:pt x="44" y="202"/>
                        <a:pt x="65" y="196"/>
                        <a:pt x="74" y="191"/>
                      </a:cubicBezTo>
                      <a:cubicBezTo>
                        <a:pt x="83" y="186"/>
                        <a:pt x="83" y="178"/>
                        <a:pt x="83" y="178"/>
                      </a:cubicBezTo>
                      <a:cubicBezTo>
                        <a:pt x="83" y="178"/>
                        <a:pt x="93" y="184"/>
                        <a:pt x="102" y="178"/>
                      </a:cubicBezTo>
                      <a:cubicBezTo>
                        <a:pt x="111" y="173"/>
                        <a:pt x="112" y="167"/>
                        <a:pt x="124" y="166"/>
                      </a:cubicBezTo>
                      <a:cubicBezTo>
                        <a:pt x="135" y="165"/>
                        <a:pt x="140" y="165"/>
                        <a:pt x="140" y="165"/>
                      </a:cubicBezTo>
                      <a:cubicBezTo>
                        <a:pt x="143" y="159"/>
                        <a:pt x="143" y="159"/>
                        <a:pt x="143" y="159"/>
                      </a:cubicBezTo>
                      <a:cubicBezTo>
                        <a:pt x="168" y="160"/>
                        <a:pt x="168" y="160"/>
                        <a:pt x="168" y="160"/>
                      </a:cubicBezTo>
                      <a:cubicBezTo>
                        <a:pt x="167" y="148"/>
                        <a:pt x="167" y="148"/>
                        <a:pt x="167" y="148"/>
                      </a:cubicBezTo>
                      <a:cubicBezTo>
                        <a:pt x="167" y="148"/>
                        <a:pt x="179" y="150"/>
                        <a:pt x="179" y="146"/>
                      </a:cubicBezTo>
                      <a:cubicBezTo>
                        <a:pt x="179" y="142"/>
                        <a:pt x="174" y="138"/>
                        <a:pt x="178" y="133"/>
                      </a:cubicBezTo>
                      <a:cubicBezTo>
                        <a:pt x="181" y="128"/>
                        <a:pt x="186" y="114"/>
                        <a:pt x="186" y="10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9" name="Freeform 332"/>
                <p:cNvSpPr>
                  <a:spLocks noEditPoints="1"/>
                </p:cNvSpPr>
                <p:nvPr/>
              </p:nvSpPr>
              <p:spPr bwMode="gray">
                <a:xfrm>
                  <a:off x="-11311" y="-19887"/>
                  <a:ext cx="6246" cy="3028"/>
                </a:xfrm>
                <a:custGeom>
                  <a:avLst/>
                  <a:gdLst>
                    <a:gd name="T0" fmla="*/ 1565 w 2644"/>
                    <a:gd name="T1" fmla="*/ 52 h 1282"/>
                    <a:gd name="T2" fmla="*/ 1392 w 2644"/>
                    <a:gd name="T3" fmla="*/ 47 h 1282"/>
                    <a:gd name="T4" fmla="*/ 1490 w 2644"/>
                    <a:gd name="T5" fmla="*/ 10 h 1282"/>
                    <a:gd name="T6" fmla="*/ 1129 w 2644"/>
                    <a:gd name="T7" fmla="*/ 20 h 1282"/>
                    <a:gd name="T8" fmla="*/ 1006 w 2644"/>
                    <a:gd name="T9" fmla="*/ 38 h 1282"/>
                    <a:gd name="T10" fmla="*/ 728 w 2644"/>
                    <a:gd name="T11" fmla="*/ 51 h 1282"/>
                    <a:gd name="T12" fmla="*/ 452 w 2644"/>
                    <a:gd name="T13" fmla="*/ 80 h 1282"/>
                    <a:gd name="T14" fmla="*/ 236 w 2644"/>
                    <a:gd name="T15" fmla="*/ 157 h 1282"/>
                    <a:gd name="T16" fmla="*/ 83 w 2644"/>
                    <a:gd name="T17" fmla="*/ 219 h 1282"/>
                    <a:gd name="T18" fmla="*/ 96 w 2644"/>
                    <a:gd name="T19" fmla="*/ 231 h 1282"/>
                    <a:gd name="T20" fmla="*/ 106 w 2644"/>
                    <a:gd name="T21" fmla="*/ 266 h 1282"/>
                    <a:gd name="T22" fmla="*/ 313 w 2644"/>
                    <a:gd name="T23" fmla="*/ 274 h 1282"/>
                    <a:gd name="T24" fmla="*/ 399 w 2644"/>
                    <a:gd name="T25" fmla="*/ 369 h 1282"/>
                    <a:gd name="T26" fmla="*/ 370 w 2644"/>
                    <a:gd name="T27" fmla="*/ 445 h 1282"/>
                    <a:gd name="T28" fmla="*/ 438 w 2644"/>
                    <a:gd name="T29" fmla="*/ 447 h 1282"/>
                    <a:gd name="T30" fmla="*/ 432 w 2644"/>
                    <a:gd name="T31" fmla="*/ 517 h 1282"/>
                    <a:gd name="T32" fmla="*/ 456 w 2644"/>
                    <a:gd name="T33" fmla="*/ 542 h 1282"/>
                    <a:gd name="T34" fmla="*/ 421 w 2644"/>
                    <a:gd name="T35" fmla="*/ 578 h 1282"/>
                    <a:gd name="T36" fmla="*/ 408 w 2644"/>
                    <a:gd name="T37" fmla="*/ 639 h 1282"/>
                    <a:gd name="T38" fmla="*/ 354 w 2644"/>
                    <a:gd name="T39" fmla="*/ 640 h 1282"/>
                    <a:gd name="T40" fmla="*/ 276 w 2644"/>
                    <a:gd name="T41" fmla="*/ 668 h 1282"/>
                    <a:gd name="T42" fmla="*/ 273 w 2644"/>
                    <a:gd name="T43" fmla="*/ 727 h 1282"/>
                    <a:gd name="T44" fmla="*/ 270 w 2644"/>
                    <a:gd name="T45" fmla="*/ 802 h 1282"/>
                    <a:gd name="T46" fmla="*/ 328 w 2644"/>
                    <a:gd name="T47" fmla="*/ 798 h 1282"/>
                    <a:gd name="T48" fmla="*/ 286 w 2644"/>
                    <a:gd name="T49" fmla="*/ 851 h 1282"/>
                    <a:gd name="T50" fmla="*/ 322 w 2644"/>
                    <a:gd name="T51" fmla="*/ 925 h 1282"/>
                    <a:gd name="T52" fmla="*/ 398 w 2644"/>
                    <a:gd name="T53" fmla="*/ 969 h 1282"/>
                    <a:gd name="T54" fmla="*/ 443 w 2644"/>
                    <a:gd name="T55" fmla="*/ 1000 h 1282"/>
                    <a:gd name="T56" fmla="*/ 540 w 2644"/>
                    <a:gd name="T57" fmla="*/ 948 h 1282"/>
                    <a:gd name="T58" fmla="*/ 585 w 2644"/>
                    <a:gd name="T59" fmla="*/ 903 h 1282"/>
                    <a:gd name="T60" fmla="*/ 625 w 2644"/>
                    <a:gd name="T61" fmla="*/ 858 h 1282"/>
                    <a:gd name="T62" fmla="*/ 673 w 2644"/>
                    <a:gd name="T63" fmla="*/ 802 h 1282"/>
                    <a:gd name="T64" fmla="*/ 752 w 2644"/>
                    <a:gd name="T65" fmla="*/ 741 h 1282"/>
                    <a:gd name="T66" fmla="*/ 841 w 2644"/>
                    <a:gd name="T67" fmla="*/ 727 h 1282"/>
                    <a:gd name="T68" fmla="*/ 1053 w 2644"/>
                    <a:gd name="T69" fmla="*/ 599 h 1282"/>
                    <a:gd name="T70" fmla="*/ 1317 w 2644"/>
                    <a:gd name="T71" fmla="*/ 578 h 1282"/>
                    <a:gd name="T72" fmla="*/ 1303 w 2644"/>
                    <a:gd name="T73" fmla="*/ 524 h 1282"/>
                    <a:gd name="T74" fmla="*/ 1217 w 2644"/>
                    <a:gd name="T75" fmla="*/ 512 h 1282"/>
                    <a:gd name="T76" fmla="*/ 1271 w 2644"/>
                    <a:gd name="T77" fmla="*/ 465 h 1282"/>
                    <a:gd name="T78" fmla="*/ 1427 w 2644"/>
                    <a:gd name="T79" fmla="*/ 502 h 1282"/>
                    <a:gd name="T80" fmla="*/ 1425 w 2644"/>
                    <a:gd name="T81" fmla="*/ 459 h 1282"/>
                    <a:gd name="T82" fmla="*/ 1303 w 2644"/>
                    <a:gd name="T83" fmla="*/ 412 h 1282"/>
                    <a:gd name="T84" fmla="*/ 1471 w 2644"/>
                    <a:gd name="T85" fmla="*/ 404 h 1282"/>
                    <a:gd name="T86" fmla="*/ 1535 w 2644"/>
                    <a:gd name="T87" fmla="*/ 368 h 1282"/>
                    <a:gd name="T88" fmla="*/ 1546 w 2644"/>
                    <a:gd name="T89" fmla="*/ 334 h 1282"/>
                    <a:gd name="T90" fmla="*/ 1594 w 2644"/>
                    <a:gd name="T91" fmla="*/ 289 h 1282"/>
                    <a:gd name="T92" fmla="*/ 1590 w 2644"/>
                    <a:gd name="T93" fmla="*/ 221 h 1282"/>
                    <a:gd name="T94" fmla="*/ 1627 w 2644"/>
                    <a:gd name="T95" fmla="*/ 165 h 1282"/>
                    <a:gd name="T96" fmla="*/ 1659 w 2644"/>
                    <a:gd name="T97" fmla="*/ 111 h 1282"/>
                    <a:gd name="T98" fmla="*/ 1807 w 2644"/>
                    <a:gd name="T99" fmla="*/ 79 h 1282"/>
                    <a:gd name="T100" fmla="*/ 371 w 2644"/>
                    <a:gd name="T101" fmla="*/ 534 h 1282"/>
                    <a:gd name="T102" fmla="*/ 2531 w 2644"/>
                    <a:gd name="T103" fmla="*/ 1160 h 1282"/>
                    <a:gd name="T104" fmla="*/ 2458 w 2644"/>
                    <a:gd name="T105" fmla="*/ 1164 h 1282"/>
                    <a:gd name="T106" fmla="*/ 2471 w 2644"/>
                    <a:gd name="T107" fmla="*/ 1249 h 1282"/>
                    <a:gd name="T108" fmla="*/ 2517 w 2644"/>
                    <a:gd name="T109" fmla="*/ 1268 h 1282"/>
                    <a:gd name="T110" fmla="*/ 2531 w 2644"/>
                    <a:gd name="T111" fmla="*/ 1179 h 1282"/>
                    <a:gd name="T112" fmla="*/ 2577 w 2644"/>
                    <a:gd name="T113" fmla="*/ 1240 h 1282"/>
                    <a:gd name="T114" fmla="*/ 2624 w 2644"/>
                    <a:gd name="T115" fmla="*/ 1211 h 1282"/>
                    <a:gd name="T116" fmla="*/ 2629 w 2644"/>
                    <a:gd name="T117" fmla="*/ 1260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644" h="1282">
                      <a:moveTo>
                        <a:pt x="1845" y="57"/>
                      </a:moveTo>
                      <a:cubicBezTo>
                        <a:pt x="1825" y="57"/>
                        <a:pt x="1757" y="51"/>
                        <a:pt x="1752" y="57"/>
                      </a:cubicBezTo>
                      <a:cubicBezTo>
                        <a:pt x="1747" y="63"/>
                        <a:pt x="1722" y="69"/>
                        <a:pt x="1711" y="69"/>
                      </a:cubicBezTo>
                      <a:cubicBezTo>
                        <a:pt x="1700" y="69"/>
                        <a:pt x="1655" y="60"/>
                        <a:pt x="1647" y="64"/>
                      </a:cubicBezTo>
                      <a:cubicBezTo>
                        <a:pt x="1639" y="68"/>
                        <a:pt x="1587" y="83"/>
                        <a:pt x="1581" y="86"/>
                      </a:cubicBezTo>
                      <a:cubicBezTo>
                        <a:pt x="1575" y="89"/>
                        <a:pt x="1523" y="101"/>
                        <a:pt x="1532" y="94"/>
                      </a:cubicBezTo>
                      <a:cubicBezTo>
                        <a:pt x="1541" y="87"/>
                        <a:pt x="1615" y="71"/>
                        <a:pt x="1610" y="61"/>
                      </a:cubicBezTo>
                      <a:cubicBezTo>
                        <a:pt x="1605" y="51"/>
                        <a:pt x="1576" y="48"/>
                        <a:pt x="1565" y="52"/>
                      </a:cubicBezTo>
                      <a:cubicBezTo>
                        <a:pt x="1554" y="56"/>
                        <a:pt x="1536" y="63"/>
                        <a:pt x="1536" y="63"/>
                      </a:cubicBezTo>
                      <a:cubicBezTo>
                        <a:pt x="1457" y="73"/>
                        <a:pt x="1457" y="73"/>
                        <a:pt x="1457" y="73"/>
                      </a:cubicBezTo>
                      <a:cubicBezTo>
                        <a:pt x="1457" y="73"/>
                        <a:pt x="1531" y="55"/>
                        <a:pt x="1513" y="54"/>
                      </a:cubicBezTo>
                      <a:cubicBezTo>
                        <a:pt x="1495" y="53"/>
                        <a:pt x="1427" y="52"/>
                        <a:pt x="1427" y="52"/>
                      </a:cubicBezTo>
                      <a:cubicBezTo>
                        <a:pt x="1403" y="57"/>
                        <a:pt x="1403" y="57"/>
                        <a:pt x="1403" y="57"/>
                      </a:cubicBezTo>
                      <a:cubicBezTo>
                        <a:pt x="1358" y="53"/>
                        <a:pt x="1358" y="53"/>
                        <a:pt x="1358" y="53"/>
                      </a:cubicBezTo>
                      <a:cubicBezTo>
                        <a:pt x="1358" y="53"/>
                        <a:pt x="1307" y="68"/>
                        <a:pt x="1309" y="61"/>
                      </a:cubicBezTo>
                      <a:cubicBezTo>
                        <a:pt x="1311" y="54"/>
                        <a:pt x="1371" y="47"/>
                        <a:pt x="1392" y="47"/>
                      </a:cubicBezTo>
                      <a:cubicBezTo>
                        <a:pt x="1413" y="47"/>
                        <a:pt x="1548" y="45"/>
                        <a:pt x="1557" y="45"/>
                      </a:cubicBezTo>
                      <a:cubicBezTo>
                        <a:pt x="1566" y="45"/>
                        <a:pt x="1645" y="43"/>
                        <a:pt x="1636" y="35"/>
                      </a:cubicBezTo>
                      <a:cubicBezTo>
                        <a:pt x="1627" y="27"/>
                        <a:pt x="1577" y="24"/>
                        <a:pt x="1558" y="27"/>
                      </a:cubicBezTo>
                      <a:cubicBezTo>
                        <a:pt x="1539" y="30"/>
                        <a:pt x="1526" y="29"/>
                        <a:pt x="1526" y="29"/>
                      </a:cubicBezTo>
                      <a:cubicBezTo>
                        <a:pt x="1526" y="29"/>
                        <a:pt x="1551" y="18"/>
                        <a:pt x="1535" y="17"/>
                      </a:cubicBezTo>
                      <a:cubicBezTo>
                        <a:pt x="1519" y="16"/>
                        <a:pt x="1492" y="19"/>
                        <a:pt x="1492" y="19"/>
                      </a:cubicBezTo>
                      <a:cubicBezTo>
                        <a:pt x="1492" y="19"/>
                        <a:pt x="1462" y="18"/>
                        <a:pt x="1455" y="16"/>
                      </a:cubicBezTo>
                      <a:cubicBezTo>
                        <a:pt x="1448" y="14"/>
                        <a:pt x="1483" y="17"/>
                        <a:pt x="1490" y="10"/>
                      </a:cubicBezTo>
                      <a:cubicBezTo>
                        <a:pt x="1497" y="3"/>
                        <a:pt x="1454" y="5"/>
                        <a:pt x="1432" y="5"/>
                      </a:cubicBezTo>
                      <a:cubicBezTo>
                        <a:pt x="1410" y="5"/>
                        <a:pt x="1355" y="8"/>
                        <a:pt x="1355" y="8"/>
                      </a:cubicBezTo>
                      <a:cubicBezTo>
                        <a:pt x="1355" y="8"/>
                        <a:pt x="1315" y="4"/>
                        <a:pt x="1292" y="2"/>
                      </a:cubicBezTo>
                      <a:cubicBezTo>
                        <a:pt x="1269" y="0"/>
                        <a:pt x="1246" y="5"/>
                        <a:pt x="1237" y="6"/>
                      </a:cubicBezTo>
                      <a:cubicBezTo>
                        <a:pt x="1228" y="7"/>
                        <a:pt x="1210" y="7"/>
                        <a:pt x="1188" y="6"/>
                      </a:cubicBezTo>
                      <a:cubicBezTo>
                        <a:pt x="1166" y="5"/>
                        <a:pt x="1144" y="5"/>
                        <a:pt x="1146" y="10"/>
                      </a:cubicBezTo>
                      <a:cubicBezTo>
                        <a:pt x="1148" y="15"/>
                        <a:pt x="1177" y="16"/>
                        <a:pt x="1177" y="16"/>
                      </a:cubicBezTo>
                      <a:cubicBezTo>
                        <a:pt x="1177" y="16"/>
                        <a:pt x="1142" y="21"/>
                        <a:pt x="1129" y="20"/>
                      </a:cubicBezTo>
                      <a:cubicBezTo>
                        <a:pt x="1116" y="19"/>
                        <a:pt x="1061" y="13"/>
                        <a:pt x="1047" y="11"/>
                      </a:cubicBezTo>
                      <a:cubicBezTo>
                        <a:pt x="1033" y="9"/>
                        <a:pt x="995" y="13"/>
                        <a:pt x="990" y="13"/>
                      </a:cubicBezTo>
                      <a:cubicBezTo>
                        <a:pt x="985" y="13"/>
                        <a:pt x="935" y="19"/>
                        <a:pt x="956" y="24"/>
                      </a:cubicBezTo>
                      <a:cubicBezTo>
                        <a:pt x="977" y="29"/>
                        <a:pt x="1046" y="31"/>
                        <a:pt x="1046" y="31"/>
                      </a:cubicBezTo>
                      <a:cubicBezTo>
                        <a:pt x="1103" y="38"/>
                        <a:pt x="1103" y="38"/>
                        <a:pt x="1103" y="38"/>
                      </a:cubicBezTo>
                      <a:cubicBezTo>
                        <a:pt x="1103" y="38"/>
                        <a:pt x="1048" y="40"/>
                        <a:pt x="1040" y="40"/>
                      </a:cubicBezTo>
                      <a:cubicBezTo>
                        <a:pt x="1032" y="40"/>
                        <a:pt x="984" y="27"/>
                        <a:pt x="985" y="31"/>
                      </a:cubicBezTo>
                      <a:cubicBezTo>
                        <a:pt x="986" y="35"/>
                        <a:pt x="1006" y="38"/>
                        <a:pt x="1006" y="38"/>
                      </a:cubicBezTo>
                      <a:cubicBezTo>
                        <a:pt x="975" y="41"/>
                        <a:pt x="975" y="41"/>
                        <a:pt x="975" y="41"/>
                      </a:cubicBezTo>
                      <a:cubicBezTo>
                        <a:pt x="975" y="41"/>
                        <a:pt x="958" y="55"/>
                        <a:pt x="962" y="59"/>
                      </a:cubicBezTo>
                      <a:cubicBezTo>
                        <a:pt x="966" y="63"/>
                        <a:pt x="938" y="64"/>
                        <a:pt x="925" y="56"/>
                      </a:cubicBezTo>
                      <a:cubicBezTo>
                        <a:pt x="912" y="48"/>
                        <a:pt x="885" y="42"/>
                        <a:pt x="859" y="40"/>
                      </a:cubicBezTo>
                      <a:cubicBezTo>
                        <a:pt x="833" y="38"/>
                        <a:pt x="804" y="38"/>
                        <a:pt x="804" y="38"/>
                      </a:cubicBezTo>
                      <a:cubicBezTo>
                        <a:pt x="806" y="58"/>
                        <a:pt x="806" y="58"/>
                        <a:pt x="806" y="58"/>
                      </a:cubicBezTo>
                      <a:cubicBezTo>
                        <a:pt x="806" y="58"/>
                        <a:pt x="786" y="61"/>
                        <a:pt x="773" y="59"/>
                      </a:cubicBezTo>
                      <a:cubicBezTo>
                        <a:pt x="760" y="57"/>
                        <a:pt x="736" y="49"/>
                        <a:pt x="728" y="51"/>
                      </a:cubicBezTo>
                      <a:cubicBezTo>
                        <a:pt x="720" y="53"/>
                        <a:pt x="702" y="62"/>
                        <a:pt x="702" y="62"/>
                      </a:cubicBezTo>
                      <a:cubicBezTo>
                        <a:pt x="702" y="62"/>
                        <a:pt x="713" y="44"/>
                        <a:pt x="700" y="44"/>
                      </a:cubicBezTo>
                      <a:cubicBezTo>
                        <a:pt x="687" y="44"/>
                        <a:pt x="616" y="45"/>
                        <a:pt x="597" y="48"/>
                      </a:cubicBezTo>
                      <a:cubicBezTo>
                        <a:pt x="578" y="51"/>
                        <a:pt x="545" y="44"/>
                        <a:pt x="550" y="49"/>
                      </a:cubicBezTo>
                      <a:cubicBezTo>
                        <a:pt x="555" y="54"/>
                        <a:pt x="590" y="71"/>
                        <a:pt x="590" y="71"/>
                      </a:cubicBezTo>
                      <a:cubicBezTo>
                        <a:pt x="590" y="71"/>
                        <a:pt x="536" y="54"/>
                        <a:pt x="527" y="54"/>
                      </a:cubicBezTo>
                      <a:cubicBezTo>
                        <a:pt x="518" y="54"/>
                        <a:pt x="491" y="49"/>
                        <a:pt x="487" y="59"/>
                      </a:cubicBezTo>
                      <a:cubicBezTo>
                        <a:pt x="483" y="69"/>
                        <a:pt x="465" y="80"/>
                        <a:pt x="452" y="80"/>
                      </a:cubicBezTo>
                      <a:cubicBezTo>
                        <a:pt x="439" y="80"/>
                        <a:pt x="402" y="80"/>
                        <a:pt x="402" y="80"/>
                      </a:cubicBezTo>
                      <a:cubicBezTo>
                        <a:pt x="402" y="80"/>
                        <a:pt x="328" y="94"/>
                        <a:pt x="324" y="95"/>
                      </a:cubicBezTo>
                      <a:cubicBezTo>
                        <a:pt x="320" y="96"/>
                        <a:pt x="248" y="106"/>
                        <a:pt x="259" y="113"/>
                      </a:cubicBezTo>
                      <a:cubicBezTo>
                        <a:pt x="270" y="120"/>
                        <a:pt x="310" y="122"/>
                        <a:pt x="315" y="121"/>
                      </a:cubicBezTo>
                      <a:cubicBezTo>
                        <a:pt x="320" y="120"/>
                        <a:pt x="335" y="118"/>
                        <a:pt x="335" y="118"/>
                      </a:cubicBezTo>
                      <a:cubicBezTo>
                        <a:pt x="311" y="128"/>
                        <a:pt x="311" y="128"/>
                        <a:pt x="311" y="128"/>
                      </a:cubicBezTo>
                      <a:cubicBezTo>
                        <a:pt x="300" y="139"/>
                        <a:pt x="300" y="139"/>
                        <a:pt x="300" y="139"/>
                      </a:cubicBezTo>
                      <a:cubicBezTo>
                        <a:pt x="300" y="139"/>
                        <a:pt x="253" y="157"/>
                        <a:pt x="236" y="157"/>
                      </a:cubicBezTo>
                      <a:cubicBezTo>
                        <a:pt x="219" y="157"/>
                        <a:pt x="151" y="157"/>
                        <a:pt x="137" y="169"/>
                      </a:cubicBezTo>
                      <a:cubicBezTo>
                        <a:pt x="123" y="181"/>
                        <a:pt x="112" y="167"/>
                        <a:pt x="112" y="167"/>
                      </a:cubicBezTo>
                      <a:cubicBezTo>
                        <a:pt x="90" y="176"/>
                        <a:pt x="90" y="176"/>
                        <a:pt x="90" y="176"/>
                      </a:cubicBezTo>
                      <a:cubicBezTo>
                        <a:pt x="57" y="175"/>
                        <a:pt x="57" y="175"/>
                        <a:pt x="57" y="175"/>
                      </a:cubicBezTo>
                      <a:cubicBezTo>
                        <a:pt x="57" y="175"/>
                        <a:pt x="0" y="181"/>
                        <a:pt x="14" y="191"/>
                      </a:cubicBezTo>
                      <a:cubicBezTo>
                        <a:pt x="28" y="201"/>
                        <a:pt x="51" y="212"/>
                        <a:pt x="51" y="212"/>
                      </a:cubicBezTo>
                      <a:cubicBezTo>
                        <a:pt x="71" y="204"/>
                        <a:pt x="71" y="204"/>
                        <a:pt x="71" y="204"/>
                      </a:cubicBezTo>
                      <a:cubicBezTo>
                        <a:pt x="71" y="204"/>
                        <a:pt x="73" y="216"/>
                        <a:pt x="83" y="219"/>
                      </a:cubicBezTo>
                      <a:cubicBezTo>
                        <a:pt x="93" y="222"/>
                        <a:pt x="116" y="209"/>
                        <a:pt x="116" y="209"/>
                      </a:cubicBezTo>
                      <a:cubicBezTo>
                        <a:pt x="116" y="209"/>
                        <a:pt x="112" y="220"/>
                        <a:pt x="122" y="220"/>
                      </a:cubicBezTo>
                      <a:cubicBezTo>
                        <a:pt x="132" y="220"/>
                        <a:pt x="169" y="204"/>
                        <a:pt x="176" y="209"/>
                      </a:cubicBezTo>
                      <a:cubicBezTo>
                        <a:pt x="183" y="214"/>
                        <a:pt x="181" y="220"/>
                        <a:pt x="181" y="220"/>
                      </a:cubicBezTo>
                      <a:cubicBezTo>
                        <a:pt x="170" y="221"/>
                        <a:pt x="170" y="221"/>
                        <a:pt x="170" y="221"/>
                      </a:cubicBezTo>
                      <a:cubicBezTo>
                        <a:pt x="170" y="221"/>
                        <a:pt x="162" y="232"/>
                        <a:pt x="155" y="232"/>
                      </a:cubicBezTo>
                      <a:cubicBezTo>
                        <a:pt x="148" y="232"/>
                        <a:pt x="152" y="226"/>
                        <a:pt x="141" y="226"/>
                      </a:cubicBezTo>
                      <a:cubicBezTo>
                        <a:pt x="130" y="226"/>
                        <a:pt x="96" y="231"/>
                        <a:pt x="96" y="231"/>
                      </a:cubicBezTo>
                      <a:cubicBezTo>
                        <a:pt x="69" y="228"/>
                        <a:pt x="69" y="228"/>
                        <a:pt x="69" y="228"/>
                      </a:cubicBezTo>
                      <a:cubicBezTo>
                        <a:pt x="69" y="228"/>
                        <a:pt x="31" y="208"/>
                        <a:pt x="20" y="227"/>
                      </a:cubicBezTo>
                      <a:cubicBezTo>
                        <a:pt x="9" y="246"/>
                        <a:pt x="36" y="252"/>
                        <a:pt x="44" y="251"/>
                      </a:cubicBezTo>
                      <a:cubicBezTo>
                        <a:pt x="52" y="250"/>
                        <a:pt x="79" y="251"/>
                        <a:pt x="79" y="251"/>
                      </a:cubicBezTo>
                      <a:cubicBezTo>
                        <a:pt x="79" y="251"/>
                        <a:pt x="36" y="254"/>
                        <a:pt x="41" y="261"/>
                      </a:cubicBezTo>
                      <a:cubicBezTo>
                        <a:pt x="46" y="268"/>
                        <a:pt x="74" y="274"/>
                        <a:pt x="74" y="274"/>
                      </a:cubicBezTo>
                      <a:cubicBezTo>
                        <a:pt x="98" y="277"/>
                        <a:pt x="98" y="277"/>
                        <a:pt x="98" y="277"/>
                      </a:cubicBezTo>
                      <a:cubicBezTo>
                        <a:pt x="98" y="277"/>
                        <a:pt x="99" y="267"/>
                        <a:pt x="106" y="266"/>
                      </a:cubicBezTo>
                      <a:cubicBezTo>
                        <a:pt x="113" y="265"/>
                        <a:pt x="121" y="276"/>
                        <a:pt x="121" y="276"/>
                      </a:cubicBezTo>
                      <a:cubicBezTo>
                        <a:pt x="144" y="267"/>
                        <a:pt x="144" y="267"/>
                        <a:pt x="144" y="267"/>
                      </a:cubicBezTo>
                      <a:cubicBezTo>
                        <a:pt x="144" y="267"/>
                        <a:pt x="148" y="277"/>
                        <a:pt x="151" y="277"/>
                      </a:cubicBezTo>
                      <a:cubicBezTo>
                        <a:pt x="154" y="277"/>
                        <a:pt x="184" y="263"/>
                        <a:pt x="193" y="265"/>
                      </a:cubicBezTo>
                      <a:cubicBezTo>
                        <a:pt x="202" y="267"/>
                        <a:pt x="209" y="271"/>
                        <a:pt x="214" y="271"/>
                      </a:cubicBezTo>
                      <a:cubicBezTo>
                        <a:pt x="219" y="271"/>
                        <a:pt x="230" y="262"/>
                        <a:pt x="236" y="262"/>
                      </a:cubicBezTo>
                      <a:cubicBezTo>
                        <a:pt x="242" y="262"/>
                        <a:pt x="259" y="273"/>
                        <a:pt x="259" y="273"/>
                      </a:cubicBezTo>
                      <a:cubicBezTo>
                        <a:pt x="259" y="273"/>
                        <a:pt x="291" y="268"/>
                        <a:pt x="313" y="274"/>
                      </a:cubicBezTo>
                      <a:cubicBezTo>
                        <a:pt x="335" y="280"/>
                        <a:pt x="339" y="291"/>
                        <a:pt x="339" y="291"/>
                      </a:cubicBezTo>
                      <a:cubicBezTo>
                        <a:pt x="339" y="291"/>
                        <a:pt x="361" y="286"/>
                        <a:pt x="361" y="291"/>
                      </a:cubicBezTo>
                      <a:cubicBezTo>
                        <a:pt x="361" y="296"/>
                        <a:pt x="351" y="306"/>
                        <a:pt x="351" y="306"/>
                      </a:cubicBezTo>
                      <a:cubicBezTo>
                        <a:pt x="357" y="315"/>
                        <a:pt x="357" y="315"/>
                        <a:pt x="357" y="315"/>
                      </a:cubicBezTo>
                      <a:cubicBezTo>
                        <a:pt x="357" y="315"/>
                        <a:pt x="390" y="321"/>
                        <a:pt x="390" y="330"/>
                      </a:cubicBezTo>
                      <a:cubicBezTo>
                        <a:pt x="390" y="339"/>
                        <a:pt x="374" y="343"/>
                        <a:pt x="374" y="343"/>
                      </a:cubicBezTo>
                      <a:cubicBezTo>
                        <a:pt x="383" y="359"/>
                        <a:pt x="383" y="359"/>
                        <a:pt x="383" y="359"/>
                      </a:cubicBezTo>
                      <a:cubicBezTo>
                        <a:pt x="399" y="369"/>
                        <a:pt x="399" y="369"/>
                        <a:pt x="399" y="369"/>
                      </a:cubicBezTo>
                      <a:cubicBezTo>
                        <a:pt x="385" y="374"/>
                        <a:pt x="385" y="374"/>
                        <a:pt x="385" y="374"/>
                      </a:cubicBezTo>
                      <a:cubicBezTo>
                        <a:pt x="395" y="387"/>
                        <a:pt x="395" y="387"/>
                        <a:pt x="395" y="387"/>
                      </a:cubicBezTo>
                      <a:cubicBezTo>
                        <a:pt x="395" y="387"/>
                        <a:pt x="383" y="386"/>
                        <a:pt x="383" y="395"/>
                      </a:cubicBezTo>
                      <a:cubicBezTo>
                        <a:pt x="383" y="404"/>
                        <a:pt x="405" y="407"/>
                        <a:pt x="402" y="412"/>
                      </a:cubicBezTo>
                      <a:cubicBezTo>
                        <a:pt x="399" y="417"/>
                        <a:pt x="380" y="426"/>
                        <a:pt x="380" y="426"/>
                      </a:cubicBezTo>
                      <a:cubicBezTo>
                        <a:pt x="388" y="433"/>
                        <a:pt x="388" y="433"/>
                        <a:pt x="388" y="433"/>
                      </a:cubicBezTo>
                      <a:cubicBezTo>
                        <a:pt x="388" y="433"/>
                        <a:pt x="347" y="438"/>
                        <a:pt x="348" y="441"/>
                      </a:cubicBezTo>
                      <a:cubicBezTo>
                        <a:pt x="349" y="444"/>
                        <a:pt x="357" y="446"/>
                        <a:pt x="370" y="445"/>
                      </a:cubicBezTo>
                      <a:cubicBezTo>
                        <a:pt x="383" y="444"/>
                        <a:pt x="367" y="455"/>
                        <a:pt x="367" y="455"/>
                      </a:cubicBezTo>
                      <a:cubicBezTo>
                        <a:pt x="367" y="455"/>
                        <a:pt x="316" y="456"/>
                        <a:pt x="328" y="465"/>
                      </a:cubicBezTo>
                      <a:cubicBezTo>
                        <a:pt x="340" y="474"/>
                        <a:pt x="353" y="479"/>
                        <a:pt x="369" y="478"/>
                      </a:cubicBezTo>
                      <a:cubicBezTo>
                        <a:pt x="385" y="477"/>
                        <a:pt x="389" y="467"/>
                        <a:pt x="389" y="467"/>
                      </a:cubicBezTo>
                      <a:cubicBezTo>
                        <a:pt x="389" y="467"/>
                        <a:pt x="416" y="469"/>
                        <a:pt x="414" y="460"/>
                      </a:cubicBezTo>
                      <a:cubicBezTo>
                        <a:pt x="412" y="451"/>
                        <a:pt x="419" y="439"/>
                        <a:pt x="419" y="439"/>
                      </a:cubicBezTo>
                      <a:cubicBezTo>
                        <a:pt x="421" y="458"/>
                        <a:pt x="421" y="458"/>
                        <a:pt x="421" y="458"/>
                      </a:cubicBezTo>
                      <a:cubicBezTo>
                        <a:pt x="438" y="447"/>
                        <a:pt x="438" y="447"/>
                        <a:pt x="438" y="447"/>
                      </a:cubicBezTo>
                      <a:cubicBezTo>
                        <a:pt x="438" y="447"/>
                        <a:pt x="430" y="453"/>
                        <a:pt x="434" y="458"/>
                      </a:cubicBezTo>
                      <a:cubicBezTo>
                        <a:pt x="438" y="463"/>
                        <a:pt x="463" y="465"/>
                        <a:pt x="463" y="465"/>
                      </a:cubicBezTo>
                      <a:cubicBezTo>
                        <a:pt x="454" y="471"/>
                        <a:pt x="454" y="471"/>
                        <a:pt x="454" y="471"/>
                      </a:cubicBezTo>
                      <a:cubicBezTo>
                        <a:pt x="454" y="471"/>
                        <a:pt x="448" y="484"/>
                        <a:pt x="457" y="487"/>
                      </a:cubicBezTo>
                      <a:cubicBezTo>
                        <a:pt x="466" y="490"/>
                        <a:pt x="479" y="504"/>
                        <a:pt x="473" y="510"/>
                      </a:cubicBezTo>
                      <a:cubicBezTo>
                        <a:pt x="467" y="516"/>
                        <a:pt x="456" y="513"/>
                        <a:pt x="456" y="513"/>
                      </a:cubicBezTo>
                      <a:cubicBezTo>
                        <a:pt x="456" y="519"/>
                        <a:pt x="456" y="519"/>
                        <a:pt x="456" y="519"/>
                      </a:cubicBezTo>
                      <a:cubicBezTo>
                        <a:pt x="456" y="519"/>
                        <a:pt x="441" y="518"/>
                        <a:pt x="432" y="517"/>
                      </a:cubicBezTo>
                      <a:cubicBezTo>
                        <a:pt x="423" y="516"/>
                        <a:pt x="415" y="506"/>
                        <a:pt x="415" y="506"/>
                      </a:cubicBezTo>
                      <a:cubicBezTo>
                        <a:pt x="375" y="505"/>
                        <a:pt x="375" y="505"/>
                        <a:pt x="375" y="505"/>
                      </a:cubicBezTo>
                      <a:cubicBezTo>
                        <a:pt x="375" y="505"/>
                        <a:pt x="351" y="483"/>
                        <a:pt x="345" y="505"/>
                      </a:cubicBezTo>
                      <a:cubicBezTo>
                        <a:pt x="343" y="514"/>
                        <a:pt x="355" y="520"/>
                        <a:pt x="362" y="521"/>
                      </a:cubicBezTo>
                      <a:cubicBezTo>
                        <a:pt x="369" y="522"/>
                        <a:pt x="374" y="518"/>
                        <a:pt x="383" y="522"/>
                      </a:cubicBezTo>
                      <a:cubicBezTo>
                        <a:pt x="392" y="526"/>
                        <a:pt x="400" y="540"/>
                        <a:pt x="415" y="540"/>
                      </a:cubicBezTo>
                      <a:cubicBezTo>
                        <a:pt x="430" y="540"/>
                        <a:pt x="441" y="534"/>
                        <a:pt x="441" y="534"/>
                      </a:cubicBezTo>
                      <a:cubicBezTo>
                        <a:pt x="456" y="542"/>
                        <a:pt x="456" y="542"/>
                        <a:pt x="456" y="542"/>
                      </a:cubicBezTo>
                      <a:cubicBezTo>
                        <a:pt x="470" y="533"/>
                        <a:pt x="470" y="533"/>
                        <a:pt x="470" y="533"/>
                      </a:cubicBezTo>
                      <a:cubicBezTo>
                        <a:pt x="467" y="547"/>
                        <a:pt x="467" y="547"/>
                        <a:pt x="467" y="547"/>
                      </a:cubicBezTo>
                      <a:cubicBezTo>
                        <a:pt x="467" y="547"/>
                        <a:pt x="452" y="540"/>
                        <a:pt x="450" y="547"/>
                      </a:cubicBezTo>
                      <a:cubicBezTo>
                        <a:pt x="448" y="554"/>
                        <a:pt x="459" y="561"/>
                        <a:pt x="459" y="561"/>
                      </a:cubicBezTo>
                      <a:cubicBezTo>
                        <a:pt x="459" y="561"/>
                        <a:pt x="432" y="561"/>
                        <a:pt x="433" y="566"/>
                      </a:cubicBezTo>
                      <a:cubicBezTo>
                        <a:pt x="434" y="571"/>
                        <a:pt x="454" y="572"/>
                        <a:pt x="454" y="572"/>
                      </a:cubicBezTo>
                      <a:cubicBezTo>
                        <a:pt x="454" y="572"/>
                        <a:pt x="451" y="581"/>
                        <a:pt x="446" y="583"/>
                      </a:cubicBezTo>
                      <a:cubicBezTo>
                        <a:pt x="441" y="585"/>
                        <a:pt x="425" y="572"/>
                        <a:pt x="421" y="578"/>
                      </a:cubicBezTo>
                      <a:cubicBezTo>
                        <a:pt x="417" y="584"/>
                        <a:pt x="427" y="592"/>
                        <a:pt x="427" y="592"/>
                      </a:cubicBezTo>
                      <a:cubicBezTo>
                        <a:pt x="411" y="591"/>
                        <a:pt x="411" y="591"/>
                        <a:pt x="411" y="591"/>
                      </a:cubicBezTo>
                      <a:cubicBezTo>
                        <a:pt x="416" y="605"/>
                        <a:pt x="416" y="605"/>
                        <a:pt x="416" y="605"/>
                      </a:cubicBezTo>
                      <a:cubicBezTo>
                        <a:pt x="416" y="605"/>
                        <a:pt x="395" y="606"/>
                        <a:pt x="398" y="616"/>
                      </a:cubicBezTo>
                      <a:cubicBezTo>
                        <a:pt x="401" y="626"/>
                        <a:pt x="420" y="628"/>
                        <a:pt x="420" y="628"/>
                      </a:cubicBezTo>
                      <a:cubicBezTo>
                        <a:pt x="420" y="628"/>
                        <a:pt x="422" y="639"/>
                        <a:pt x="415" y="639"/>
                      </a:cubicBezTo>
                      <a:cubicBezTo>
                        <a:pt x="408" y="639"/>
                        <a:pt x="413" y="647"/>
                        <a:pt x="413" y="647"/>
                      </a:cubicBezTo>
                      <a:cubicBezTo>
                        <a:pt x="413" y="647"/>
                        <a:pt x="411" y="649"/>
                        <a:pt x="408" y="639"/>
                      </a:cubicBezTo>
                      <a:cubicBezTo>
                        <a:pt x="405" y="629"/>
                        <a:pt x="394" y="624"/>
                        <a:pt x="394" y="624"/>
                      </a:cubicBezTo>
                      <a:cubicBezTo>
                        <a:pt x="394" y="624"/>
                        <a:pt x="377" y="593"/>
                        <a:pt x="367" y="595"/>
                      </a:cubicBezTo>
                      <a:cubicBezTo>
                        <a:pt x="357" y="597"/>
                        <a:pt x="331" y="609"/>
                        <a:pt x="345" y="617"/>
                      </a:cubicBezTo>
                      <a:cubicBezTo>
                        <a:pt x="359" y="625"/>
                        <a:pt x="381" y="628"/>
                        <a:pt x="381" y="628"/>
                      </a:cubicBezTo>
                      <a:cubicBezTo>
                        <a:pt x="381" y="628"/>
                        <a:pt x="364" y="630"/>
                        <a:pt x="353" y="630"/>
                      </a:cubicBezTo>
                      <a:cubicBezTo>
                        <a:pt x="342" y="630"/>
                        <a:pt x="328" y="625"/>
                        <a:pt x="320" y="630"/>
                      </a:cubicBezTo>
                      <a:cubicBezTo>
                        <a:pt x="312" y="635"/>
                        <a:pt x="289" y="640"/>
                        <a:pt x="296" y="643"/>
                      </a:cubicBezTo>
                      <a:cubicBezTo>
                        <a:pt x="303" y="646"/>
                        <a:pt x="344" y="639"/>
                        <a:pt x="354" y="640"/>
                      </a:cubicBezTo>
                      <a:cubicBezTo>
                        <a:pt x="364" y="641"/>
                        <a:pt x="388" y="643"/>
                        <a:pt x="388" y="643"/>
                      </a:cubicBezTo>
                      <a:cubicBezTo>
                        <a:pt x="388" y="643"/>
                        <a:pt x="368" y="644"/>
                        <a:pt x="362" y="644"/>
                      </a:cubicBezTo>
                      <a:cubicBezTo>
                        <a:pt x="356" y="644"/>
                        <a:pt x="290" y="649"/>
                        <a:pt x="284" y="654"/>
                      </a:cubicBezTo>
                      <a:cubicBezTo>
                        <a:pt x="278" y="659"/>
                        <a:pt x="278" y="663"/>
                        <a:pt x="294" y="662"/>
                      </a:cubicBezTo>
                      <a:cubicBezTo>
                        <a:pt x="310" y="661"/>
                        <a:pt x="348" y="657"/>
                        <a:pt x="348" y="657"/>
                      </a:cubicBezTo>
                      <a:cubicBezTo>
                        <a:pt x="348" y="657"/>
                        <a:pt x="375" y="656"/>
                        <a:pt x="376" y="659"/>
                      </a:cubicBezTo>
                      <a:cubicBezTo>
                        <a:pt x="377" y="662"/>
                        <a:pt x="330" y="664"/>
                        <a:pt x="330" y="664"/>
                      </a:cubicBezTo>
                      <a:cubicBezTo>
                        <a:pt x="330" y="664"/>
                        <a:pt x="275" y="666"/>
                        <a:pt x="276" y="668"/>
                      </a:cubicBezTo>
                      <a:cubicBezTo>
                        <a:pt x="277" y="670"/>
                        <a:pt x="286" y="675"/>
                        <a:pt x="295" y="675"/>
                      </a:cubicBezTo>
                      <a:cubicBezTo>
                        <a:pt x="304" y="675"/>
                        <a:pt x="318" y="682"/>
                        <a:pt x="318" y="682"/>
                      </a:cubicBezTo>
                      <a:cubicBezTo>
                        <a:pt x="318" y="682"/>
                        <a:pt x="294" y="676"/>
                        <a:pt x="289" y="682"/>
                      </a:cubicBezTo>
                      <a:cubicBezTo>
                        <a:pt x="284" y="688"/>
                        <a:pt x="289" y="690"/>
                        <a:pt x="289" y="690"/>
                      </a:cubicBezTo>
                      <a:cubicBezTo>
                        <a:pt x="289" y="690"/>
                        <a:pt x="258" y="699"/>
                        <a:pt x="262" y="705"/>
                      </a:cubicBezTo>
                      <a:cubicBezTo>
                        <a:pt x="287" y="706"/>
                        <a:pt x="287" y="706"/>
                        <a:pt x="287" y="706"/>
                      </a:cubicBezTo>
                      <a:cubicBezTo>
                        <a:pt x="264" y="716"/>
                        <a:pt x="264" y="716"/>
                        <a:pt x="264" y="716"/>
                      </a:cubicBezTo>
                      <a:cubicBezTo>
                        <a:pt x="264" y="716"/>
                        <a:pt x="263" y="729"/>
                        <a:pt x="273" y="727"/>
                      </a:cubicBezTo>
                      <a:cubicBezTo>
                        <a:pt x="283" y="725"/>
                        <a:pt x="306" y="725"/>
                        <a:pt x="306" y="725"/>
                      </a:cubicBezTo>
                      <a:cubicBezTo>
                        <a:pt x="306" y="725"/>
                        <a:pt x="267" y="736"/>
                        <a:pt x="274" y="744"/>
                      </a:cubicBezTo>
                      <a:cubicBezTo>
                        <a:pt x="281" y="752"/>
                        <a:pt x="304" y="740"/>
                        <a:pt x="304" y="740"/>
                      </a:cubicBezTo>
                      <a:cubicBezTo>
                        <a:pt x="304" y="740"/>
                        <a:pt x="287" y="755"/>
                        <a:pt x="285" y="762"/>
                      </a:cubicBezTo>
                      <a:cubicBezTo>
                        <a:pt x="283" y="769"/>
                        <a:pt x="280" y="775"/>
                        <a:pt x="286" y="775"/>
                      </a:cubicBezTo>
                      <a:cubicBezTo>
                        <a:pt x="292" y="775"/>
                        <a:pt x="303" y="767"/>
                        <a:pt x="303" y="767"/>
                      </a:cubicBezTo>
                      <a:cubicBezTo>
                        <a:pt x="303" y="767"/>
                        <a:pt x="298" y="783"/>
                        <a:pt x="291" y="783"/>
                      </a:cubicBezTo>
                      <a:cubicBezTo>
                        <a:pt x="284" y="783"/>
                        <a:pt x="269" y="792"/>
                        <a:pt x="270" y="802"/>
                      </a:cubicBezTo>
                      <a:cubicBezTo>
                        <a:pt x="271" y="812"/>
                        <a:pt x="294" y="793"/>
                        <a:pt x="294" y="793"/>
                      </a:cubicBezTo>
                      <a:cubicBezTo>
                        <a:pt x="294" y="793"/>
                        <a:pt x="309" y="776"/>
                        <a:pt x="313" y="780"/>
                      </a:cubicBezTo>
                      <a:cubicBezTo>
                        <a:pt x="317" y="784"/>
                        <a:pt x="341" y="774"/>
                        <a:pt x="341" y="774"/>
                      </a:cubicBezTo>
                      <a:cubicBezTo>
                        <a:pt x="338" y="784"/>
                        <a:pt x="338" y="784"/>
                        <a:pt x="338" y="784"/>
                      </a:cubicBezTo>
                      <a:cubicBezTo>
                        <a:pt x="352" y="774"/>
                        <a:pt x="352" y="774"/>
                        <a:pt x="352" y="774"/>
                      </a:cubicBezTo>
                      <a:cubicBezTo>
                        <a:pt x="338" y="791"/>
                        <a:pt x="338" y="791"/>
                        <a:pt x="338" y="791"/>
                      </a:cubicBezTo>
                      <a:cubicBezTo>
                        <a:pt x="360" y="794"/>
                        <a:pt x="360" y="794"/>
                        <a:pt x="360" y="794"/>
                      </a:cubicBezTo>
                      <a:cubicBezTo>
                        <a:pt x="360" y="794"/>
                        <a:pt x="330" y="794"/>
                        <a:pt x="328" y="798"/>
                      </a:cubicBezTo>
                      <a:cubicBezTo>
                        <a:pt x="326" y="802"/>
                        <a:pt x="335" y="804"/>
                        <a:pt x="335" y="804"/>
                      </a:cubicBezTo>
                      <a:cubicBezTo>
                        <a:pt x="335" y="804"/>
                        <a:pt x="312" y="809"/>
                        <a:pt x="306" y="810"/>
                      </a:cubicBezTo>
                      <a:cubicBezTo>
                        <a:pt x="300" y="811"/>
                        <a:pt x="307" y="816"/>
                        <a:pt x="307" y="816"/>
                      </a:cubicBezTo>
                      <a:cubicBezTo>
                        <a:pt x="307" y="816"/>
                        <a:pt x="283" y="821"/>
                        <a:pt x="281" y="826"/>
                      </a:cubicBezTo>
                      <a:cubicBezTo>
                        <a:pt x="279" y="831"/>
                        <a:pt x="305" y="829"/>
                        <a:pt x="305" y="829"/>
                      </a:cubicBezTo>
                      <a:cubicBezTo>
                        <a:pt x="305" y="829"/>
                        <a:pt x="284" y="833"/>
                        <a:pt x="284" y="836"/>
                      </a:cubicBezTo>
                      <a:cubicBezTo>
                        <a:pt x="284" y="839"/>
                        <a:pt x="304" y="844"/>
                        <a:pt x="304" y="844"/>
                      </a:cubicBezTo>
                      <a:cubicBezTo>
                        <a:pt x="304" y="844"/>
                        <a:pt x="287" y="844"/>
                        <a:pt x="286" y="851"/>
                      </a:cubicBezTo>
                      <a:cubicBezTo>
                        <a:pt x="285" y="858"/>
                        <a:pt x="310" y="855"/>
                        <a:pt x="310" y="855"/>
                      </a:cubicBezTo>
                      <a:cubicBezTo>
                        <a:pt x="298" y="870"/>
                        <a:pt x="298" y="870"/>
                        <a:pt x="298" y="870"/>
                      </a:cubicBezTo>
                      <a:cubicBezTo>
                        <a:pt x="317" y="867"/>
                        <a:pt x="317" y="867"/>
                        <a:pt x="317" y="867"/>
                      </a:cubicBezTo>
                      <a:cubicBezTo>
                        <a:pt x="317" y="867"/>
                        <a:pt x="295" y="880"/>
                        <a:pt x="298" y="891"/>
                      </a:cubicBezTo>
                      <a:cubicBezTo>
                        <a:pt x="301" y="902"/>
                        <a:pt x="324" y="900"/>
                        <a:pt x="324" y="900"/>
                      </a:cubicBezTo>
                      <a:cubicBezTo>
                        <a:pt x="313" y="915"/>
                        <a:pt x="313" y="915"/>
                        <a:pt x="313" y="915"/>
                      </a:cubicBezTo>
                      <a:cubicBezTo>
                        <a:pt x="334" y="908"/>
                        <a:pt x="334" y="908"/>
                        <a:pt x="334" y="908"/>
                      </a:cubicBezTo>
                      <a:cubicBezTo>
                        <a:pt x="334" y="908"/>
                        <a:pt x="319" y="920"/>
                        <a:pt x="322" y="925"/>
                      </a:cubicBezTo>
                      <a:cubicBezTo>
                        <a:pt x="325" y="930"/>
                        <a:pt x="344" y="931"/>
                        <a:pt x="344" y="931"/>
                      </a:cubicBezTo>
                      <a:cubicBezTo>
                        <a:pt x="344" y="931"/>
                        <a:pt x="334" y="934"/>
                        <a:pt x="337" y="940"/>
                      </a:cubicBezTo>
                      <a:cubicBezTo>
                        <a:pt x="340" y="946"/>
                        <a:pt x="351" y="943"/>
                        <a:pt x="351" y="943"/>
                      </a:cubicBezTo>
                      <a:cubicBezTo>
                        <a:pt x="351" y="943"/>
                        <a:pt x="336" y="955"/>
                        <a:pt x="339" y="959"/>
                      </a:cubicBezTo>
                      <a:cubicBezTo>
                        <a:pt x="342" y="963"/>
                        <a:pt x="358" y="961"/>
                        <a:pt x="358" y="961"/>
                      </a:cubicBezTo>
                      <a:cubicBezTo>
                        <a:pt x="356" y="969"/>
                        <a:pt x="356" y="969"/>
                        <a:pt x="356" y="969"/>
                      </a:cubicBezTo>
                      <a:cubicBezTo>
                        <a:pt x="382" y="963"/>
                        <a:pt x="382" y="963"/>
                        <a:pt x="382" y="963"/>
                      </a:cubicBezTo>
                      <a:cubicBezTo>
                        <a:pt x="382" y="963"/>
                        <a:pt x="390" y="976"/>
                        <a:pt x="398" y="969"/>
                      </a:cubicBezTo>
                      <a:cubicBezTo>
                        <a:pt x="406" y="962"/>
                        <a:pt x="431" y="946"/>
                        <a:pt x="435" y="948"/>
                      </a:cubicBezTo>
                      <a:cubicBezTo>
                        <a:pt x="439" y="950"/>
                        <a:pt x="428" y="958"/>
                        <a:pt x="428" y="958"/>
                      </a:cubicBezTo>
                      <a:cubicBezTo>
                        <a:pt x="443" y="962"/>
                        <a:pt x="443" y="962"/>
                        <a:pt x="443" y="962"/>
                      </a:cubicBezTo>
                      <a:cubicBezTo>
                        <a:pt x="457" y="955"/>
                        <a:pt x="457" y="955"/>
                        <a:pt x="457" y="955"/>
                      </a:cubicBezTo>
                      <a:cubicBezTo>
                        <a:pt x="457" y="955"/>
                        <a:pt x="436" y="968"/>
                        <a:pt x="431" y="973"/>
                      </a:cubicBezTo>
                      <a:cubicBezTo>
                        <a:pt x="426" y="978"/>
                        <a:pt x="422" y="983"/>
                        <a:pt x="430" y="983"/>
                      </a:cubicBezTo>
                      <a:cubicBezTo>
                        <a:pt x="438" y="983"/>
                        <a:pt x="465" y="978"/>
                        <a:pt x="465" y="978"/>
                      </a:cubicBezTo>
                      <a:cubicBezTo>
                        <a:pt x="465" y="978"/>
                        <a:pt x="434" y="994"/>
                        <a:pt x="443" y="1000"/>
                      </a:cubicBezTo>
                      <a:cubicBezTo>
                        <a:pt x="452" y="1006"/>
                        <a:pt x="471" y="1000"/>
                        <a:pt x="471" y="1000"/>
                      </a:cubicBezTo>
                      <a:cubicBezTo>
                        <a:pt x="471" y="1000"/>
                        <a:pt x="481" y="1019"/>
                        <a:pt x="493" y="1012"/>
                      </a:cubicBezTo>
                      <a:cubicBezTo>
                        <a:pt x="505" y="1005"/>
                        <a:pt x="511" y="998"/>
                        <a:pt x="511" y="998"/>
                      </a:cubicBezTo>
                      <a:cubicBezTo>
                        <a:pt x="511" y="998"/>
                        <a:pt x="506" y="995"/>
                        <a:pt x="502" y="989"/>
                      </a:cubicBezTo>
                      <a:cubicBezTo>
                        <a:pt x="498" y="983"/>
                        <a:pt x="515" y="990"/>
                        <a:pt x="520" y="985"/>
                      </a:cubicBezTo>
                      <a:cubicBezTo>
                        <a:pt x="525" y="980"/>
                        <a:pt x="524" y="964"/>
                        <a:pt x="524" y="964"/>
                      </a:cubicBezTo>
                      <a:cubicBezTo>
                        <a:pt x="524" y="964"/>
                        <a:pt x="546" y="974"/>
                        <a:pt x="545" y="964"/>
                      </a:cubicBezTo>
                      <a:cubicBezTo>
                        <a:pt x="544" y="954"/>
                        <a:pt x="540" y="948"/>
                        <a:pt x="540" y="948"/>
                      </a:cubicBezTo>
                      <a:cubicBezTo>
                        <a:pt x="540" y="948"/>
                        <a:pt x="546" y="957"/>
                        <a:pt x="552" y="958"/>
                      </a:cubicBezTo>
                      <a:cubicBezTo>
                        <a:pt x="557" y="958"/>
                        <a:pt x="562" y="949"/>
                        <a:pt x="559" y="944"/>
                      </a:cubicBezTo>
                      <a:cubicBezTo>
                        <a:pt x="553" y="934"/>
                        <a:pt x="547" y="931"/>
                        <a:pt x="547" y="931"/>
                      </a:cubicBezTo>
                      <a:cubicBezTo>
                        <a:pt x="547" y="931"/>
                        <a:pt x="569" y="937"/>
                        <a:pt x="569" y="933"/>
                      </a:cubicBezTo>
                      <a:cubicBezTo>
                        <a:pt x="569" y="929"/>
                        <a:pt x="564" y="923"/>
                        <a:pt x="564" y="923"/>
                      </a:cubicBezTo>
                      <a:cubicBezTo>
                        <a:pt x="582" y="922"/>
                        <a:pt x="582" y="922"/>
                        <a:pt x="582" y="922"/>
                      </a:cubicBezTo>
                      <a:cubicBezTo>
                        <a:pt x="574" y="908"/>
                        <a:pt x="574" y="908"/>
                        <a:pt x="574" y="908"/>
                      </a:cubicBezTo>
                      <a:cubicBezTo>
                        <a:pt x="585" y="903"/>
                        <a:pt x="585" y="903"/>
                        <a:pt x="585" y="903"/>
                      </a:cubicBezTo>
                      <a:cubicBezTo>
                        <a:pt x="585" y="903"/>
                        <a:pt x="572" y="894"/>
                        <a:pt x="569" y="893"/>
                      </a:cubicBezTo>
                      <a:cubicBezTo>
                        <a:pt x="566" y="892"/>
                        <a:pt x="580" y="887"/>
                        <a:pt x="580" y="887"/>
                      </a:cubicBezTo>
                      <a:cubicBezTo>
                        <a:pt x="566" y="873"/>
                        <a:pt x="566" y="873"/>
                        <a:pt x="566" y="873"/>
                      </a:cubicBezTo>
                      <a:cubicBezTo>
                        <a:pt x="566" y="873"/>
                        <a:pt x="580" y="885"/>
                        <a:pt x="584" y="882"/>
                      </a:cubicBezTo>
                      <a:cubicBezTo>
                        <a:pt x="588" y="879"/>
                        <a:pt x="596" y="873"/>
                        <a:pt x="596" y="873"/>
                      </a:cubicBezTo>
                      <a:cubicBezTo>
                        <a:pt x="596" y="873"/>
                        <a:pt x="612" y="875"/>
                        <a:pt x="615" y="872"/>
                      </a:cubicBezTo>
                      <a:cubicBezTo>
                        <a:pt x="618" y="869"/>
                        <a:pt x="611" y="859"/>
                        <a:pt x="611" y="859"/>
                      </a:cubicBezTo>
                      <a:cubicBezTo>
                        <a:pt x="625" y="858"/>
                        <a:pt x="625" y="858"/>
                        <a:pt x="625" y="858"/>
                      </a:cubicBezTo>
                      <a:cubicBezTo>
                        <a:pt x="630" y="841"/>
                        <a:pt x="630" y="841"/>
                        <a:pt x="630" y="841"/>
                      </a:cubicBezTo>
                      <a:cubicBezTo>
                        <a:pt x="630" y="841"/>
                        <a:pt x="650" y="848"/>
                        <a:pt x="656" y="843"/>
                      </a:cubicBezTo>
                      <a:cubicBezTo>
                        <a:pt x="662" y="838"/>
                        <a:pt x="657" y="829"/>
                        <a:pt x="657" y="829"/>
                      </a:cubicBezTo>
                      <a:cubicBezTo>
                        <a:pt x="657" y="829"/>
                        <a:pt x="664" y="839"/>
                        <a:pt x="671" y="839"/>
                      </a:cubicBezTo>
                      <a:cubicBezTo>
                        <a:pt x="675" y="839"/>
                        <a:pt x="678" y="830"/>
                        <a:pt x="680" y="828"/>
                      </a:cubicBezTo>
                      <a:cubicBezTo>
                        <a:pt x="685" y="821"/>
                        <a:pt x="680" y="811"/>
                        <a:pt x="680" y="811"/>
                      </a:cubicBezTo>
                      <a:cubicBezTo>
                        <a:pt x="655" y="807"/>
                        <a:pt x="655" y="807"/>
                        <a:pt x="655" y="807"/>
                      </a:cubicBezTo>
                      <a:cubicBezTo>
                        <a:pt x="673" y="802"/>
                        <a:pt x="673" y="802"/>
                        <a:pt x="673" y="802"/>
                      </a:cubicBezTo>
                      <a:cubicBezTo>
                        <a:pt x="693" y="794"/>
                        <a:pt x="693" y="794"/>
                        <a:pt x="693" y="794"/>
                      </a:cubicBezTo>
                      <a:cubicBezTo>
                        <a:pt x="694" y="780"/>
                        <a:pt x="694" y="780"/>
                        <a:pt x="694" y="780"/>
                      </a:cubicBezTo>
                      <a:cubicBezTo>
                        <a:pt x="681" y="777"/>
                        <a:pt x="681" y="777"/>
                        <a:pt x="681" y="777"/>
                      </a:cubicBezTo>
                      <a:cubicBezTo>
                        <a:pt x="686" y="765"/>
                        <a:pt x="686" y="765"/>
                        <a:pt x="686" y="765"/>
                      </a:cubicBezTo>
                      <a:cubicBezTo>
                        <a:pt x="707" y="765"/>
                        <a:pt x="707" y="765"/>
                        <a:pt x="707" y="765"/>
                      </a:cubicBezTo>
                      <a:cubicBezTo>
                        <a:pt x="707" y="765"/>
                        <a:pt x="721" y="769"/>
                        <a:pt x="728" y="763"/>
                      </a:cubicBezTo>
                      <a:cubicBezTo>
                        <a:pt x="735" y="757"/>
                        <a:pt x="730" y="745"/>
                        <a:pt x="730" y="745"/>
                      </a:cubicBezTo>
                      <a:cubicBezTo>
                        <a:pt x="752" y="741"/>
                        <a:pt x="752" y="741"/>
                        <a:pt x="752" y="741"/>
                      </a:cubicBezTo>
                      <a:cubicBezTo>
                        <a:pt x="752" y="741"/>
                        <a:pt x="783" y="747"/>
                        <a:pt x="791" y="740"/>
                      </a:cubicBezTo>
                      <a:cubicBezTo>
                        <a:pt x="799" y="733"/>
                        <a:pt x="802" y="726"/>
                        <a:pt x="802" y="726"/>
                      </a:cubicBezTo>
                      <a:cubicBezTo>
                        <a:pt x="811" y="721"/>
                        <a:pt x="811" y="721"/>
                        <a:pt x="811" y="721"/>
                      </a:cubicBezTo>
                      <a:cubicBezTo>
                        <a:pt x="811" y="721"/>
                        <a:pt x="813" y="710"/>
                        <a:pt x="824" y="708"/>
                      </a:cubicBezTo>
                      <a:cubicBezTo>
                        <a:pt x="835" y="706"/>
                        <a:pt x="804" y="740"/>
                        <a:pt x="812" y="740"/>
                      </a:cubicBezTo>
                      <a:cubicBezTo>
                        <a:pt x="820" y="740"/>
                        <a:pt x="828" y="738"/>
                        <a:pt x="828" y="738"/>
                      </a:cubicBezTo>
                      <a:cubicBezTo>
                        <a:pt x="832" y="725"/>
                        <a:pt x="832" y="725"/>
                        <a:pt x="832" y="725"/>
                      </a:cubicBezTo>
                      <a:cubicBezTo>
                        <a:pt x="841" y="727"/>
                        <a:pt x="841" y="727"/>
                        <a:pt x="841" y="727"/>
                      </a:cubicBezTo>
                      <a:cubicBezTo>
                        <a:pt x="849" y="718"/>
                        <a:pt x="849" y="718"/>
                        <a:pt x="849" y="718"/>
                      </a:cubicBezTo>
                      <a:cubicBezTo>
                        <a:pt x="849" y="718"/>
                        <a:pt x="866" y="733"/>
                        <a:pt x="878" y="725"/>
                      </a:cubicBezTo>
                      <a:cubicBezTo>
                        <a:pt x="890" y="717"/>
                        <a:pt x="907" y="704"/>
                        <a:pt x="907" y="704"/>
                      </a:cubicBezTo>
                      <a:cubicBezTo>
                        <a:pt x="907" y="704"/>
                        <a:pt x="923" y="709"/>
                        <a:pt x="950" y="698"/>
                      </a:cubicBezTo>
                      <a:cubicBezTo>
                        <a:pt x="977" y="687"/>
                        <a:pt x="974" y="670"/>
                        <a:pt x="992" y="658"/>
                      </a:cubicBezTo>
                      <a:cubicBezTo>
                        <a:pt x="1010" y="646"/>
                        <a:pt x="1052" y="634"/>
                        <a:pt x="1052" y="634"/>
                      </a:cubicBezTo>
                      <a:cubicBezTo>
                        <a:pt x="1052" y="634"/>
                        <a:pt x="1055" y="625"/>
                        <a:pt x="1054" y="619"/>
                      </a:cubicBezTo>
                      <a:cubicBezTo>
                        <a:pt x="1053" y="613"/>
                        <a:pt x="1046" y="601"/>
                        <a:pt x="1053" y="599"/>
                      </a:cubicBezTo>
                      <a:cubicBezTo>
                        <a:pt x="1060" y="597"/>
                        <a:pt x="1071" y="625"/>
                        <a:pt x="1082" y="625"/>
                      </a:cubicBezTo>
                      <a:cubicBezTo>
                        <a:pt x="1082" y="625"/>
                        <a:pt x="1124" y="624"/>
                        <a:pt x="1135" y="622"/>
                      </a:cubicBezTo>
                      <a:cubicBezTo>
                        <a:pt x="1146" y="620"/>
                        <a:pt x="1167" y="609"/>
                        <a:pt x="1190" y="606"/>
                      </a:cubicBezTo>
                      <a:cubicBezTo>
                        <a:pt x="1213" y="603"/>
                        <a:pt x="1253" y="600"/>
                        <a:pt x="1260" y="598"/>
                      </a:cubicBezTo>
                      <a:cubicBezTo>
                        <a:pt x="1267" y="596"/>
                        <a:pt x="1273" y="589"/>
                        <a:pt x="1273" y="589"/>
                      </a:cubicBezTo>
                      <a:cubicBezTo>
                        <a:pt x="1291" y="589"/>
                        <a:pt x="1291" y="589"/>
                        <a:pt x="1291" y="589"/>
                      </a:cubicBezTo>
                      <a:cubicBezTo>
                        <a:pt x="1300" y="578"/>
                        <a:pt x="1300" y="578"/>
                        <a:pt x="1300" y="578"/>
                      </a:cubicBezTo>
                      <a:cubicBezTo>
                        <a:pt x="1317" y="578"/>
                        <a:pt x="1317" y="578"/>
                        <a:pt x="1317" y="578"/>
                      </a:cubicBezTo>
                      <a:cubicBezTo>
                        <a:pt x="1317" y="578"/>
                        <a:pt x="1335" y="561"/>
                        <a:pt x="1339" y="558"/>
                      </a:cubicBezTo>
                      <a:cubicBezTo>
                        <a:pt x="1343" y="555"/>
                        <a:pt x="1369" y="553"/>
                        <a:pt x="1369" y="553"/>
                      </a:cubicBezTo>
                      <a:cubicBezTo>
                        <a:pt x="1401" y="542"/>
                        <a:pt x="1401" y="542"/>
                        <a:pt x="1401" y="542"/>
                      </a:cubicBezTo>
                      <a:cubicBezTo>
                        <a:pt x="1422" y="537"/>
                        <a:pt x="1422" y="537"/>
                        <a:pt x="1422" y="537"/>
                      </a:cubicBezTo>
                      <a:cubicBezTo>
                        <a:pt x="1427" y="529"/>
                        <a:pt x="1427" y="529"/>
                        <a:pt x="1427" y="529"/>
                      </a:cubicBezTo>
                      <a:cubicBezTo>
                        <a:pt x="1427" y="529"/>
                        <a:pt x="1407" y="531"/>
                        <a:pt x="1395" y="531"/>
                      </a:cubicBezTo>
                      <a:cubicBezTo>
                        <a:pt x="1383" y="531"/>
                        <a:pt x="1375" y="524"/>
                        <a:pt x="1360" y="522"/>
                      </a:cubicBezTo>
                      <a:cubicBezTo>
                        <a:pt x="1345" y="520"/>
                        <a:pt x="1317" y="520"/>
                        <a:pt x="1303" y="524"/>
                      </a:cubicBezTo>
                      <a:cubicBezTo>
                        <a:pt x="1289" y="528"/>
                        <a:pt x="1269" y="528"/>
                        <a:pt x="1269" y="528"/>
                      </a:cubicBezTo>
                      <a:cubicBezTo>
                        <a:pt x="1259" y="537"/>
                        <a:pt x="1259" y="537"/>
                        <a:pt x="1259" y="537"/>
                      </a:cubicBezTo>
                      <a:cubicBezTo>
                        <a:pt x="1259" y="537"/>
                        <a:pt x="1214" y="541"/>
                        <a:pt x="1221" y="535"/>
                      </a:cubicBezTo>
                      <a:cubicBezTo>
                        <a:pt x="1228" y="529"/>
                        <a:pt x="1288" y="520"/>
                        <a:pt x="1288" y="520"/>
                      </a:cubicBezTo>
                      <a:cubicBezTo>
                        <a:pt x="1288" y="520"/>
                        <a:pt x="1348" y="508"/>
                        <a:pt x="1333" y="499"/>
                      </a:cubicBezTo>
                      <a:cubicBezTo>
                        <a:pt x="1318" y="490"/>
                        <a:pt x="1310" y="490"/>
                        <a:pt x="1310" y="490"/>
                      </a:cubicBezTo>
                      <a:cubicBezTo>
                        <a:pt x="1310" y="490"/>
                        <a:pt x="1255" y="508"/>
                        <a:pt x="1249" y="511"/>
                      </a:cubicBezTo>
                      <a:cubicBezTo>
                        <a:pt x="1243" y="514"/>
                        <a:pt x="1217" y="512"/>
                        <a:pt x="1217" y="512"/>
                      </a:cubicBezTo>
                      <a:cubicBezTo>
                        <a:pt x="1241" y="500"/>
                        <a:pt x="1241" y="500"/>
                        <a:pt x="1241" y="500"/>
                      </a:cubicBezTo>
                      <a:cubicBezTo>
                        <a:pt x="1255" y="489"/>
                        <a:pt x="1255" y="489"/>
                        <a:pt x="1255" y="489"/>
                      </a:cubicBezTo>
                      <a:cubicBezTo>
                        <a:pt x="1255" y="489"/>
                        <a:pt x="1279" y="493"/>
                        <a:pt x="1286" y="491"/>
                      </a:cubicBezTo>
                      <a:cubicBezTo>
                        <a:pt x="1293" y="489"/>
                        <a:pt x="1311" y="485"/>
                        <a:pt x="1319" y="485"/>
                      </a:cubicBezTo>
                      <a:cubicBezTo>
                        <a:pt x="1327" y="485"/>
                        <a:pt x="1349" y="483"/>
                        <a:pt x="1337" y="477"/>
                      </a:cubicBezTo>
                      <a:cubicBezTo>
                        <a:pt x="1325" y="471"/>
                        <a:pt x="1287" y="470"/>
                        <a:pt x="1287" y="470"/>
                      </a:cubicBezTo>
                      <a:cubicBezTo>
                        <a:pt x="1255" y="472"/>
                        <a:pt x="1255" y="472"/>
                        <a:pt x="1255" y="472"/>
                      </a:cubicBezTo>
                      <a:cubicBezTo>
                        <a:pt x="1271" y="465"/>
                        <a:pt x="1271" y="465"/>
                        <a:pt x="1271" y="465"/>
                      </a:cubicBezTo>
                      <a:cubicBezTo>
                        <a:pt x="1255" y="455"/>
                        <a:pt x="1255" y="455"/>
                        <a:pt x="1255" y="455"/>
                      </a:cubicBezTo>
                      <a:cubicBezTo>
                        <a:pt x="1255" y="455"/>
                        <a:pt x="1253" y="446"/>
                        <a:pt x="1257" y="446"/>
                      </a:cubicBezTo>
                      <a:cubicBezTo>
                        <a:pt x="1261" y="446"/>
                        <a:pt x="1281" y="463"/>
                        <a:pt x="1294" y="464"/>
                      </a:cubicBezTo>
                      <a:cubicBezTo>
                        <a:pt x="1307" y="465"/>
                        <a:pt x="1348" y="477"/>
                        <a:pt x="1348" y="477"/>
                      </a:cubicBezTo>
                      <a:cubicBezTo>
                        <a:pt x="1348" y="477"/>
                        <a:pt x="1366" y="469"/>
                        <a:pt x="1367" y="478"/>
                      </a:cubicBezTo>
                      <a:cubicBezTo>
                        <a:pt x="1368" y="487"/>
                        <a:pt x="1356" y="501"/>
                        <a:pt x="1377" y="507"/>
                      </a:cubicBezTo>
                      <a:cubicBezTo>
                        <a:pt x="1398" y="513"/>
                        <a:pt x="1421" y="514"/>
                        <a:pt x="1421" y="514"/>
                      </a:cubicBezTo>
                      <a:cubicBezTo>
                        <a:pt x="1421" y="514"/>
                        <a:pt x="1423" y="499"/>
                        <a:pt x="1427" y="502"/>
                      </a:cubicBezTo>
                      <a:cubicBezTo>
                        <a:pt x="1431" y="505"/>
                        <a:pt x="1427" y="520"/>
                        <a:pt x="1436" y="520"/>
                      </a:cubicBezTo>
                      <a:cubicBezTo>
                        <a:pt x="1445" y="520"/>
                        <a:pt x="1457" y="510"/>
                        <a:pt x="1457" y="510"/>
                      </a:cubicBezTo>
                      <a:cubicBezTo>
                        <a:pt x="1457" y="494"/>
                        <a:pt x="1457" y="494"/>
                        <a:pt x="1457" y="494"/>
                      </a:cubicBezTo>
                      <a:cubicBezTo>
                        <a:pt x="1451" y="492"/>
                        <a:pt x="1451" y="492"/>
                        <a:pt x="1451" y="492"/>
                      </a:cubicBezTo>
                      <a:cubicBezTo>
                        <a:pt x="1451" y="492"/>
                        <a:pt x="1465" y="481"/>
                        <a:pt x="1459" y="476"/>
                      </a:cubicBezTo>
                      <a:cubicBezTo>
                        <a:pt x="1453" y="471"/>
                        <a:pt x="1442" y="477"/>
                        <a:pt x="1442" y="477"/>
                      </a:cubicBezTo>
                      <a:cubicBezTo>
                        <a:pt x="1436" y="462"/>
                        <a:pt x="1436" y="462"/>
                        <a:pt x="1436" y="462"/>
                      </a:cubicBezTo>
                      <a:cubicBezTo>
                        <a:pt x="1425" y="459"/>
                        <a:pt x="1425" y="459"/>
                        <a:pt x="1425" y="459"/>
                      </a:cubicBezTo>
                      <a:cubicBezTo>
                        <a:pt x="1428" y="449"/>
                        <a:pt x="1428" y="449"/>
                        <a:pt x="1428" y="449"/>
                      </a:cubicBezTo>
                      <a:cubicBezTo>
                        <a:pt x="1380" y="430"/>
                        <a:pt x="1380" y="430"/>
                        <a:pt x="1380" y="430"/>
                      </a:cubicBezTo>
                      <a:cubicBezTo>
                        <a:pt x="1353" y="437"/>
                        <a:pt x="1353" y="437"/>
                        <a:pt x="1353" y="437"/>
                      </a:cubicBezTo>
                      <a:cubicBezTo>
                        <a:pt x="1347" y="434"/>
                        <a:pt x="1347" y="434"/>
                        <a:pt x="1347" y="434"/>
                      </a:cubicBezTo>
                      <a:cubicBezTo>
                        <a:pt x="1369" y="427"/>
                        <a:pt x="1369" y="427"/>
                        <a:pt x="1369" y="427"/>
                      </a:cubicBezTo>
                      <a:cubicBezTo>
                        <a:pt x="1371" y="424"/>
                        <a:pt x="1371" y="424"/>
                        <a:pt x="1371" y="424"/>
                      </a:cubicBezTo>
                      <a:cubicBezTo>
                        <a:pt x="1371" y="424"/>
                        <a:pt x="1370" y="415"/>
                        <a:pt x="1353" y="415"/>
                      </a:cubicBezTo>
                      <a:cubicBezTo>
                        <a:pt x="1336" y="415"/>
                        <a:pt x="1303" y="412"/>
                        <a:pt x="1303" y="412"/>
                      </a:cubicBezTo>
                      <a:cubicBezTo>
                        <a:pt x="1314" y="398"/>
                        <a:pt x="1314" y="398"/>
                        <a:pt x="1314" y="398"/>
                      </a:cubicBezTo>
                      <a:cubicBezTo>
                        <a:pt x="1314" y="398"/>
                        <a:pt x="1327" y="396"/>
                        <a:pt x="1337" y="400"/>
                      </a:cubicBezTo>
                      <a:cubicBezTo>
                        <a:pt x="1347" y="404"/>
                        <a:pt x="1363" y="393"/>
                        <a:pt x="1363" y="393"/>
                      </a:cubicBezTo>
                      <a:cubicBezTo>
                        <a:pt x="1381" y="390"/>
                        <a:pt x="1381" y="390"/>
                        <a:pt x="1381" y="390"/>
                      </a:cubicBezTo>
                      <a:cubicBezTo>
                        <a:pt x="1413" y="400"/>
                        <a:pt x="1413" y="400"/>
                        <a:pt x="1413" y="400"/>
                      </a:cubicBezTo>
                      <a:cubicBezTo>
                        <a:pt x="1427" y="397"/>
                        <a:pt x="1427" y="397"/>
                        <a:pt x="1427" y="397"/>
                      </a:cubicBezTo>
                      <a:cubicBezTo>
                        <a:pt x="1427" y="397"/>
                        <a:pt x="1453" y="418"/>
                        <a:pt x="1464" y="418"/>
                      </a:cubicBezTo>
                      <a:cubicBezTo>
                        <a:pt x="1475" y="418"/>
                        <a:pt x="1471" y="404"/>
                        <a:pt x="1471" y="404"/>
                      </a:cubicBezTo>
                      <a:cubicBezTo>
                        <a:pt x="1445" y="400"/>
                        <a:pt x="1445" y="400"/>
                        <a:pt x="1445" y="400"/>
                      </a:cubicBezTo>
                      <a:cubicBezTo>
                        <a:pt x="1425" y="390"/>
                        <a:pt x="1425" y="390"/>
                        <a:pt x="1425" y="390"/>
                      </a:cubicBezTo>
                      <a:cubicBezTo>
                        <a:pt x="1394" y="387"/>
                        <a:pt x="1394" y="387"/>
                        <a:pt x="1394" y="387"/>
                      </a:cubicBezTo>
                      <a:cubicBezTo>
                        <a:pt x="1394" y="387"/>
                        <a:pt x="1401" y="378"/>
                        <a:pt x="1408" y="375"/>
                      </a:cubicBezTo>
                      <a:cubicBezTo>
                        <a:pt x="1415" y="372"/>
                        <a:pt x="1432" y="390"/>
                        <a:pt x="1448" y="390"/>
                      </a:cubicBezTo>
                      <a:cubicBezTo>
                        <a:pt x="1464" y="390"/>
                        <a:pt x="1492" y="391"/>
                        <a:pt x="1492" y="391"/>
                      </a:cubicBezTo>
                      <a:cubicBezTo>
                        <a:pt x="1534" y="386"/>
                        <a:pt x="1534" y="386"/>
                        <a:pt x="1534" y="386"/>
                      </a:cubicBezTo>
                      <a:cubicBezTo>
                        <a:pt x="1535" y="368"/>
                        <a:pt x="1535" y="368"/>
                        <a:pt x="1535" y="368"/>
                      </a:cubicBezTo>
                      <a:cubicBezTo>
                        <a:pt x="1506" y="361"/>
                        <a:pt x="1506" y="361"/>
                        <a:pt x="1506" y="361"/>
                      </a:cubicBezTo>
                      <a:cubicBezTo>
                        <a:pt x="1491" y="371"/>
                        <a:pt x="1491" y="371"/>
                        <a:pt x="1491" y="371"/>
                      </a:cubicBezTo>
                      <a:cubicBezTo>
                        <a:pt x="1491" y="371"/>
                        <a:pt x="1477" y="359"/>
                        <a:pt x="1481" y="355"/>
                      </a:cubicBezTo>
                      <a:cubicBezTo>
                        <a:pt x="1485" y="351"/>
                        <a:pt x="1517" y="354"/>
                        <a:pt x="1517" y="354"/>
                      </a:cubicBezTo>
                      <a:cubicBezTo>
                        <a:pt x="1546" y="346"/>
                        <a:pt x="1546" y="346"/>
                        <a:pt x="1546" y="346"/>
                      </a:cubicBezTo>
                      <a:cubicBezTo>
                        <a:pt x="1546" y="346"/>
                        <a:pt x="1563" y="356"/>
                        <a:pt x="1576" y="352"/>
                      </a:cubicBezTo>
                      <a:cubicBezTo>
                        <a:pt x="1589" y="348"/>
                        <a:pt x="1602" y="339"/>
                        <a:pt x="1597" y="337"/>
                      </a:cubicBezTo>
                      <a:cubicBezTo>
                        <a:pt x="1592" y="335"/>
                        <a:pt x="1550" y="334"/>
                        <a:pt x="1546" y="334"/>
                      </a:cubicBezTo>
                      <a:cubicBezTo>
                        <a:pt x="1542" y="334"/>
                        <a:pt x="1550" y="326"/>
                        <a:pt x="1538" y="323"/>
                      </a:cubicBezTo>
                      <a:cubicBezTo>
                        <a:pt x="1526" y="320"/>
                        <a:pt x="1498" y="321"/>
                        <a:pt x="1498" y="321"/>
                      </a:cubicBezTo>
                      <a:cubicBezTo>
                        <a:pt x="1498" y="321"/>
                        <a:pt x="1532" y="320"/>
                        <a:pt x="1535" y="314"/>
                      </a:cubicBezTo>
                      <a:cubicBezTo>
                        <a:pt x="1538" y="308"/>
                        <a:pt x="1499" y="301"/>
                        <a:pt x="1499" y="301"/>
                      </a:cubicBezTo>
                      <a:cubicBezTo>
                        <a:pt x="1499" y="301"/>
                        <a:pt x="1521" y="296"/>
                        <a:pt x="1528" y="299"/>
                      </a:cubicBezTo>
                      <a:cubicBezTo>
                        <a:pt x="1535" y="302"/>
                        <a:pt x="1559" y="310"/>
                        <a:pt x="1565" y="308"/>
                      </a:cubicBezTo>
                      <a:cubicBezTo>
                        <a:pt x="1571" y="306"/>
                        <a:pt x="1573" y="320"/>
                        <a:pt x="1583" y="316"/>
                      </a:cubicBezTo>
                      <a:cubicBezTo>
                        <a:pt x="1593" y="312"/>
                        <a:pt x="1601" y="294"/>
                        <a:pt x="1594" y="289"/>
                      </a:cubicBezTo>
                      <a:cubicBezTo>
                        <a:pt x="1587" y="284"/>
                        <a:pt x="1570" y="272"/>
                        <a:pt x="1570" y="272"/>
                      </a:cubicBezTo>
                      <a:cubicBezTo>
                        <a:pt x="1531" y="264"/>
                        <a:pt x="1531" y="264"/>
                        <a:pt x="1531" y="264"/>
                      </a:cubicBezTo>
                      <a:cubicBezTo>
                        <a:pt x="1531" y="264"/>
                        <a:pt x="1513" y="256"/>
                        <a:pt x="1520" y="250"/>
                      </a:cubicBezTo>
                      <a:cubicBezTo>
                        <a:pt x="1527" y="244"/>
                        <a:pt x="1549" y="249"/>
                        <a:pt x="1549" y="249"/>
                      </a:cubicBezTo>
                      <a:cubicBezTo>
                        <a:pt x="1580" y="242"/>
                        <a:pt x="1580" y="242"/>
                        <a:pt x="1580" y="242"/>
                      </a:cubicBezTo>
                      <a:cubicBezTo>
                        <a:pt x="1580" y="242"/>
                        <a:pt x="1591" y="244"/>
                        <a:pt x="1623" y="246"/>
                      </a:cubicBezTo>
                      <a:cubicBezTo>
                        <a:pt x="1655" y="248"/>
                        <a:pt x="1670" y="225"/>
                        <a:pt x="1647" y="223"/>
                      </a:cubicBezTo>
                      <a:cubicBezTo>
                        <a:pt x="1624" y="221"/>
                        <a:pt x="1590" y="221"/>
                        <a:pt x="1590" y="221"/>
                      </a:cubicBezTo>
                      <a:cubicBezTo>
                        <a:pt x="1589" y="211"/>
                        <a:pt x="1589" y="211"/>
                        <a:pt x="1589" y="211"/>
                      </a:cubicBezTo>
                      <a:cubicBezTo>
                        <a:pt x="1609" y="210"/>
                        <a:pt x="1609" y="210"/>
                        <a:pt x="1609" y="210"/>
                      </a:cubicBezTo>
                      <a:cubicBezTo>
                        <a:pt x="1609" y="210"/>
                        <a:pt x="1603" y="195"/>
                        <a:pt x="1587" y="197"/>
                      </a:cubicBezTo>
                      <a:cubicBezTo>
                        <a:pt x="1571" y="199"/>
                        <a:pt x="1583" y="215"/>
                        <a:pt x="1574" y="216"/>
                      </a:cubicBezTo>
                      <a:cubicBezTo>
                        <a:pt x="1565" y="217"/>
                        <a:pt x="1540" y="204"/>
                        <a:pt x="1549" y="201"/>
                      </a:cubicBezTo>
                      <a:cubicBezTo>
                        <a:pt x="1558" y="198"/>
                        <a:pt x="1582" y="193"/>
                        <a:pt x="1585" y="185"/>
                      </a:cubicBezTo>
                      <a:cubicBezTo>
                        <a:pt x="1588" y="177"/>
                        <a:pt x="1598" y="165"/>
                        <a:pt x="1601" y="164"/>
                      </a:cubicBezTo>
                      <a:cubicBezTo>
                        <a:pt x="1604" y="163"/>
                        <a:pt x="1618" y="170"/>
                        <a:pt x="1627" y="165"/>
                      </a:cubicBezTo>
                      <a:cubicBezTo>
                        <a:pt x="1636" y="160"/>
                        <a:pt x="1649" y="151"/>
                        <a:pt x="1649" y="151"/>
                      </a:cubicBezTo>
                      <a:cubicBezTo>
                        <a:pt x="1639" y="141"/>
                        <a:pt x="1639" y="141"/>
                        <a:pt x="1639" y="141"/>
                      </a:cubicBezTo>
                      <a:cubicBezTo>
                        <a:pt x="1639" y="141"/>
                        <a:pt x="1665" y="128"/>
                        <a:pt x="1671" y="128"/>
                      </a:cubicBezTo>
                      <a:cubicBezTo>
                        <a:pt x="1677" y="128"/>
                        <a:pt x="1687" y="138"/>
                        <a:pt x="1695" y="132"/>
                      </a:cubicBezTo>
                      <a:cubicBezTo>
                        <a:pt x="1703" y="126"/>
                        <a:pt x="1723" y="122"/>
                        <a:pt x="1711" y="119"/>
                      </a:cubicBezTo>
                      <a:cubicBezTo>
                        <a:pt x="1699" y="116"/>
                        <a:pt x="1670" y="119"/>
                        <a:pt x="1670" y="119"/>
                      </a:cubicBezTo>
                      <a:cubicBezTo>
                        <a:pt x="1670" y="119"/>
                        <a:pt x="1615" y="134"/>
                        <a:pt x="1626" y="123"/>
                      </a:cubicBezTo>
                      <a:cubicBezTo>
                        <a:pt x="1637" y="112"/>
                        <a:pt x="1659" y="111"/>
                        <a:pt x="1659" y="111"/>
                      </a:cubicBezTo>
                      <a:cubicBezTo>
                        <a:pt x="1659" y="111"/>
                        <a:pt x="1700" y="113"/>
                        <a:pt x="1721" y="112"/>
                      </a:cubicBezTo>
                      <a:cubicBezTo>
                        <a:pt x="1742" y="111"/>
                        <a:pt x="1758" y="104"/>
                        <a:pt x="1758" y="104"/>
                      </a:cubicBezTo>
                      <a:cubicBezTo>
                        <a:pt x="1758" y="104"/>
                        <a:pt x="1723" y="95"/>
                        <a:pt x="1717" y="98"/>
                      </a:cubicBezTo>
                      <a:cubicBezTo>
                        <a:pt x="1711" y="101"/>
                        <a:pt x="1672" y="102"/>
                        <a:pt x="1672" y="102"/>
                      </a:cubicBezTo>
                      <a:cubicBezTo>
                        <a:pt x="1672" y="102"/>
                        <a:pt x="1625" y="105"/>
                        <a:pt x="1642" y="100"/>
                      </a:cubicBezTo>
                      <a:cubicBezTo>
                        <a:pt x="1659" y="95"/>
                        <a:pt x="1710" y="94"/>
                        <a:pt x="1710" y="94"/>
                      </a:cubicBezTo>
                      <a:cubicBezTo>
                        <a:pt x="1710" y="94"/>
                        <a:pt x="1776" y="95"/>
                        <a:pt x="1787" y="92"/>
                      </a:cubicBezTo>
                      <a:cubicBezTo>
                        <a:pt x="1798" y="89"/>
                        <a:pt x="1807" y="79"/>
                        <a:pt x="1807" y="79"/>
                      </a:cubicBezTo>
                      <a:cubicBezTo>
                        <a:pt x="1807" y="79"/>
                        <a:pt x="1834" y="80"/>
                        <a:pt x="1851" y="78"/>
                      </a:cubicBezTo>
                      <a:cubicBezTo>
                        <a:pt x="1868" y="76"/>
                        <a:pt x="1891" y="67"/>
                        <a:pt x="1891" y="67"/>
                      </a:cubicBezTo>
                      <a:cubicBezTo>
                        <a:pt x="1891" y="67"/>
                        <a:pt x="1865" y="57"/>
                        <a:pt x="1845" y="57"/>
                      </a:cubicBezTo>
                      <a:close/>
                      <a:moveTo>
                        <a:pt x="345" y="566"/>
                      </a:moveTo>
                      <a:cubicBezTo>
                        <a:pt x="353" y="568"/>
                        <a:pt x="353" y="568"/>
                        <a:pt x="353" y="568"/>
                      </a:cubicBezTo>
                      <a:cubicBezTo>
                        <a:pt x="353" y="568"/>
                        <a:pt x="371" y="564"/>
                        <a:pt x="377" y="564"/>
                      </a:cubicBezTo>
                      <a:cubicBezTo>
                        <a:pt x="383" y="564"/>
                        <a:pt x="397" y="554"/>
                        <a:pt x="395" y="546"/>
                      </a:cubicBezTo>
                      <a:cubicBezTo>
                        <a:pt x="393" y="538"/>
                        <a:pt x="371" y="534"/>
                        <a:pt x="371" y="534"/>
                      </a:cubicBezTo>
                      <a:cubicBezTo>
                        <a:pt x="371" y="534"/>
                        <a:pt x="361" y="526"/>
                        <a:pt x="351" y="526"/>
                      </a:cubicBezTo>
                      <a:cubicBezTo>
                        <a:pt x="341" y="526"/>
                        <a:pt x="337" y="532"/>
                        <a:pt x="321" y="526"/>
                      </a:cubicBezTo>
                      <a:cubicBezTo>
                        <a:pt x="317" y="542"/>
                        <a:pt x="317" y="542"/>
                        <a:pt x="317" y="542"/>
                      </a:cubicBezTo>
                      <a:cubicBezTo>
                        <a:pt x="317" y="542"/>
                        <a:pt x="309" y="546"/>
                        <a:pt x="309" y="552"/>
                      </a:cubicBezTo>
                      <a:cubicBezTo>
                        <a:pt x="309" y="558"/>
                        <a:pt x="321" y="564"/>
                        <a:pt x="321" y="564"/>
                      </a:cubicBezTo>
                      <a:cubicBezTo>
                        <a:pt x="317" y="572"/>
                        <a:pt x="317" y="572"/>
                        <a:pt x="317" y="572"/>
                      </a:cubicBezTo>
                      <a:lnTo>
                        <a:pt x="345" y="566"/>
                      </a:lnTo>
                      <a:close/>
                      <a:moveTo>
                        <a:pt x="2531" y="1160"/>
                      </a:moveTo>
                      <a:cubicBezTo>
                        <a:pt x="2535" y="1157"/>
                        <a:pt x="2548" y="1143"/>
                        <a:pt x="2545" y="1138"/>
                      </a:cubicBezTo>
                      <a:cubicBezTo>
                        <a:pt x="2542" y="1133"/>
                        <a:pt x="2538" y="1126"/>
                        <a:pt x="2538" y="1126"/>
                      </a:cubicBezTo>
                      <a:cubicBezTo>
                        <a:pt x="2538" y="1126"/>
                        <a:pt x="2520" y="1124"/>
                        <a:pt x="2519" y="1127"/>
                      </a:cubicBezTo>
                      <a:cubicBezTo>
                        <a:pt x="2518" y="1130"/>
                        <a:pt x="2498" y="1155"/>
                        <a:pt x="2498" y="1160"/>
                      </a:cubicBezTo>
                      <a:cubicBezTo>
                        <a:pt x="2498" y="1165"/>
                        <a:pt x="2501" y="1177"/>
                        <a:pt x="2501" y="1177"/>
                      </a:cubicBezTo>
                      <a:cubicBezTo>
                        <a:pt x="2488" y="1166"/>
                        <a:pt x="2488" y="1166"/>
                        <a:pt x="2488" y="1166"/>
                      </a:cubicBezTo>
                      <a:cubicBezTo>
                        <a:pt x="2482" y="1145"/>
                        <a:pt x="2482" y="1145"/>
                        <a:pt x="2482" y="1145"/>
                      </a:cubicBezTo>
                      <a:cubicBezTo>
                        <a:pt x="2482" y="1145"/>
                        <a:pt x="2457" y="1161"/>
                        <a:pt x="2458" y="1164"/>
                      </a:cubicBezTo>
                      <a:cubicBezTo>
                        <a:pt x="2459" y="1167"/>
                        <a:pt x="2472" y="1165"/>
                        <a:pt x="2473" y="1168"/>
                      </a:cubicBezTo>
                      <a:cubicBezTo>
                        <a:pt x="2474" y="1171"/>
                        <a:pt x="2483" y="1185"/>
                        <a:pt x="2483" y="1185"/>
                      </a:cubicBezTo>
                      <a:cubicBezTo>
                        <a:pt x="2460" y="1181"/>
                        <a:pt x="2460" y="1181"/>
                        <a:pt x="2460" y="1181"/>
                      </a:cubicBezTo>
                      <a:cubicBezTo>
                        <a:pt x="2460" y="1181"/>
                        <a:pt x="2448" y="1196"/>
                        <a:pt x="2449" y="1204"/>
                      </a:cubicBezTo>
                      <a:cubicBezTo>
                        <a:pt x="2450" y="1212"/>
                        <a:pt x="2466" y="1214"/>
                        <a:pt x="2466" y="1214"/>
                      </a:cubicBezTo>
                      <a:cubicBezTo>
                        <a:pt x="2466" y="1214"/>
                        <a:pt x="2452" y="1230"/>
                        <a:pt x="2455" y="1232"/>
                      </a:cubicBezTo>
                      <a:cubicBezTo>
                        <a:pt x="2458" y="1234"/>
                        <a:pt x="2472" y="1234"/>
                        <a:pt x="2472" y="1234"/>
                      </a:cubicBezTo>
                      <a:cubicBezTo>
                        <a:pt x="2471" y="1249"/>
                        <a:pt x="2471" y="1249"/>
                        <a:pt x="2471" y="1249"/>
                      </a:cubicBezTo>
                      <a:cubicBezTo>
                        <a:pt x="2463" y="1259"/>
                        <a:pt x="2463" y="1259"/>
                        <a:pt x="2463" y="1259"/>
                      </a:cubicBezTo>
                      <a:cubicBezTo>
                        <a:pt x="2473" y="1264"/>
                        <a:pt x="2473" y="1264"/>
                        <a:pt x="2473" y="1264"/>
                      </a:cubicBezTo>
                      <a:cubicBezTo>
                        <a:pt x="2473" y="1264"/>
                        <a:pt x="2480" y="1264"/>
                        <a:pt x="2484" y="1264"/>
                      </a:cubicBezTo>
                      <a:cubicBezTo>
                        <a:pt x="2488" y="1264"/>
                        <a:pt x="2496" y="1269"/>
                        <a:pt x="2496" y="1269"/>
                      </a:cubicBezTo>
                      <a:cubicBezTo>
                        <a:pt x="2496" y="1269"/>
                        <a:pt x="2498" y="1267"/>
                        <a:pt x="2506" y="1267"/>
                      </a:cubicBezTo>
                      <a:cubicBezTo>
                        <a:pt x="2513" y="1266"/>
                        <a:pt x="2514" y="1270"/>
                        <a:pt x="2514" y="1270"/>
                      </a:cubicBezTo>
                      <a:cubicBezTo>
                        <a:pt x="2514" y="1270"/>
                        <a:pt x="2515" y="1269"/>
                        <a:pt x="2517" y="1268"/>
                      </a:cubicBezTo>
                      <a:cubicBezTo>
                        <a:pt x="2517" y="1268"/>
                        <a:pt x="2517" y="1268"/>
                        <a:pt x="2517" y="1268"/>
                      </a:cubicBezTo>
                      <a:cubicBezTo>
                        <a:pt x="2513" y="1258"/>
                        <a:pt x="2510" y="1252"/>
                        <a:pt x="2510" y="1252"/>
                      </a:cubicBezTo>
                      <a:cubicBezTo>
                        <a:pt x="2521" y="1239"/>
                        <a:pt x="2521" y="1239"/>
                        <a:pt x="2521" y="1239"/>
                      </a:cubicBezTo>
                      <a:cubicBezTo>
                        <a:pt x="2521" y="1239"/>
                        <a:pt x="2503" y="1224"/>
                        <a:pt x="2513" y="1222"/>
                      </a:cubicBezTo>
                      <a:cubicBezTo>
                        <a:pt x="2523" y="1220"/>
                        <a:pt x="2531" y="1213"/>
                        <a:pt x="2531" y="1213"/>
                      </a:cubicBezTo>
                      <a:cubicBezTo>
                        <a:pt x="2535" y="1194"/>
                        <a:pt x="2535" y="1194"/>
                        <a:pt x="2535" y="1194"/>
                      </a:cubicBezTo>
                      <a:cubicBezTo>
                        <a:pt x="2549" y="1194"/>
                        <a:pt x="2549" y="1194"/>
                        <a:pt x="2549" y="1194"/>
                      </a:cubicBezTo>
                      <a:cubicBezTo>
                        <a:pt x="2554" y="1179"/>
                        <a:pt x="2554" y="1179"/>
                        <a:pt x="2554" y="1179"/>
                      </a:cubicBezTo>
                      <a:cubicBezTo>
                        <a:pt x="2531" y="1179"/>
                        <a:pt x="2531" y="1179"/>
                        <a:pt x="2531" y="1179"/>
                      </a:cubicBezTo>
                      <a:cubicBezTo>
                        <a:pt x="2531" y="1179"/>
                        <a:pt x="2527" y="1163"/>
                        <a:pt x="2531" y="1160"/>
                      </a:cubicBezTo>
                      <a:close/>
                      <a:moveTo>
                        <a:pt x="2525" y="1228"/>
                      </a:moveTo>
                      <a:cubicBezTo>
                        <a:pt x="2527" y="1252"/>
                        <a:pt x="2527" y="1252"/>
                        <a:pt x="2527" y="1252"/>
                      </a:cubicBezTo>
                      <a:cubicBezTo>
                        <a:pt x="2533" y="1252"/>
                        <a:pt x="2543" y="1262"/>
                        <a:pt x="2543" y="1262"/>
                      </a:cubicBezTo>
                      <a:cubicBezTo>
                        <a:pt x="2549" y="1244"/>
                        <a:pt x="2549" y="1244"/>
                        <a:pt x="2549" y="1244"/>
                      </a:cubicBezTo>
                      <a:cubicBezTo>
                        <a:pt x="2537" y="1230"/>
                        <a:pt x="2537" y="1230"/>
                        <a:pt x="2537" y="1230"/>
                      </a:cubicBezTo>
                      <a:lnTo>
                        <a:pt x="2525" y="1228"/>
                      </a:lnTo>
                      <a:close/>
                      <a:moveTo>
                        <a:pt x="2577" y="1240"/>
                      </a:moveTo>
                      <a:cubicBezTo>
                        <a:pt x="2576" y="1251"/>
                        <a:pt x="2567" y="1253"/>
                        <a:pt x="2579" y="1254"/>
                      </a:cubicBezTo>
                      <a:cubicBezTo>
                        <a:pt x="2591" y="1255"/>
                        <a:pt x="2596" y="1253"/>
                        <a:pt x="2596" y="1253"/>
                      </a:cubicBezTo>
                      <a:cubicBezTo>
                        <a:pt x="2596" y="1253"/>
                        <a:pt x="2604" y="1272"/>
                        <a:pt x="2605" y="1265"/>
                      </a:cubicBezTo>
                      <a:cubicBezTo>
                        <a:pt x="2607" y="1259"/>
                        <a:pt x="2617" y="1245"/>
                        <a:pt x="2619" y="1244"/>
                      </a:cubicBezTo>
                      <a:cubicBezTo>
                        <a:pt x="2621" y="1244"/>
                        <a:pt x="2630" y="1244"/>
                        <a:pt x="2622" y="1239"/>
                      </a:cubicBezTo>
                      <a:cubicBezTo>
                        <a:pt x="2614" y="1234"/>
                        <a:pt x="2607" y="1227"/>
                        <a:pt x="2610" y="1227"/>
                      </a:cubicBezTo>
                      <a:cubicBezTo>
                        <a:pt x="2613" y="1226"/>
                        <a:pt x="2620" y="1227"/>
                        <a:pt x="2615" y="1224"/>
                      </a:cubicBezTo>
                      <a:cubicBezTo>
                        <a:pt x="2610" y="1220"/>
                        <a:pt x="2624" y="1211"/>
                        <a:pt x="2624" y="1211"/>
                      </a:cubicBezTo>
                      <a:cubicBezTo>
                        <a:pt x="2624" y="1211"/>
                        <a:pt x="2616" y="1199"/>
                        <a:pt x="2615" y="1200"/>
                      </a:cubicBezTo>
                      <a:cubicBezTo>
                        <a:pt x="2614" y="1200"/>
                        <a:pt x="2601" y="1205"/>
                        <a:pt x="2601" y="1210"/>
                      </a:cubicBezTo>
                      <a:cubicBezTo>
                        <a:pt x="2601" y="1215"/>
                        <a:pt x="2601" y="1219"/>
                        <a:pt x="2601" y="1219"/>
                      </a:cubicBezTo>
                      <a:cubicBezTo>
                        <a:pt x="2601" y="1219"/>
                        <a:pt x="2592" y="1207"/>
                        <a:pt x="2590" y="1208"/>
                      </a:cubicBezTo>
                      <a:cubicBezTo>
                        <a:pt x="2588" y="1209"/>
                        <a:pt x="2585" y="1213"/>
                        <a:pt x="2585" y="1213"/>
                      </a:cubicBezTo>
                      <a:cubicBezTo>
                        <a:pt x="2569" y="1224"/>
                        <a:pt x="2569" y="1224"/>
                        <a:pt x="2569" y="1224"/>
                      </a:cubicBezTo>
                      <a:cubicBezTo>
                        <a:pt x="2569" y="1224"/>
                        <a:pt x="2578" y="1229"/>
                        <a:pt x="2577" y="1240"/>
                      </a:cubicBezTo>
                      <a:close/>
                      <a:moveTo>
                        <a:pt x="2629" y="1260"/>
                      </a:moveTo>
                      <a:cubicBezTo>
                        <a:pt x="2612" y="1266"/>
                        <a:pt x="2612" y="1266"/>
                        <a:pt x="2612" y="1266"/>
                      </a:cubicBezTo>
                      <a:cubicBezTo>
                        <a:pt x="2612" y="1266"/>
                        <a:pt x="2602" y="1270"/>
                        <a:pt x="2598" y="1269"/>
                      </a:cubicBezTo>
                      <a:cubicBezTo>
                        <a:pt x="2594" y="1269"/>
                        <a:pt x="2578" y="1262"/>
                        <a:pt x="2573" y="1262"/>
                      </a:cubicBezTo>
                      <a:cubicBezTo>
                        <a:pt x="2563" y="1262"/>
                        <a:pt x="2565" y="1273"/>
                        <a:pt x="2573" y="1272"/>
                      </a:cubicBezTo>
                      <a:cubicBezTo>
                        <a:pt x="2581" y="1270"/>
                        <a:pt x="2592" y="1282"/>
                        <a:pt x="2592" y="1282"/>
                      </a:cubicBezTo>
                      <a:cubicBezTo>
                        <a:pt x="2592" y="1282"/>
                        <a:pt x="2609" y="1279"/>
                        <a:pt x="2626" y="1275"/>
                      </a:cubicBezTo>
                      <a:cubicBezTo>
                        <a:pt x="2644" y="1272"/>
                        <a:pt x="2629" y="1260"/>
                        <a:pt x="2629" y="12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0" name="Freeform 333"/>
                <p:cNvSpPr>
                  <a:spLocks noEditPoints="1"/>
                </p:cNvSpPr>
                <p:nvPr/>
              </p:nvSpPr>
              <p:spPr bwMode="gray">
                <a:xfrm>
                  <a:off x="-4274" y="-17463"/>
                  <a:ext cx="560" cy="252"/>
                </a:xfrm>
                <a:custGeom>
                  <a:avLst/>
                  <a:gdLst>
                    <a:gd name="T0" fmla="*/ 228 w 237"/>
                    <a:gd name="T1" fmla="*/ 76 h 107"/>
                    <a:gd name="T2" fmla="*/ 221 w 237"/>
                    <a:gd name="T3" fmla="*/ 74 h 107"/>
                    <a:gd name="T4" fmla="*/ 226 w 237"/>
                    <a:gd name="T5" fmla="*/ 56 h 107"/>
                    <a:gd name="T6" fmla="*/ 217 w 237"/>
                    <a:gd name="T7" fmla="*/ 52 h 107"/>
                    <a:gd name="T8" fmla="*/ 220 w 237"/>
                    <a:gd name="T9" fmla="*/ 36 h 107"/>
                    <a:gd name="T10" fmla="*/ 231 w 237"/>
                    <a:gd name="T11" fmla="*/ 30 h 107"/>
                    <a:gd name="T12" fmla="*/ 228 w 237"/>
                    <a:gd name="T13" fmla="*/ 21 h 107"/>
                    <a:gd name="T14" fmla="*/ 231 w 237"/>
                    <a:gd name="T15" fmla="*/ 11 h 107"/>
                    <a:gd name="T16" fmla="*/ 170 w 237"/>
                    <a:gd name="T17" fmla="*/ 1 h 107"/>
                    <a:gd name="T18" fmla="*/ 110 w 237"/>
                    <a:gd name="T19" fmla="*/ 6 h 107"/>
                    <a:gd name="T20" fmla="*/ 60 w 237"/>
                    <a:gd name="T21" fmla="*/ 31 h 107"/>
                    <a:gd name="T22" fmla="*/ 66 w 237"/>
                    <a:gd name="T23" fmla="*/ 56 h 107"/>
                    <a:gd name="T24" fmla="*/ 105 w 237"/>
                    <a:gd name="T25" fmla="*/ 61 h 107"/>
                    <a:gd name="T26" fmla="*/ 98 w 237"/>
                    <a:gd name="T27" fmla="*/ 85 h 107"/>
                    <a:gd name="T28" fmla="*/ 102 w 237"/>
                    <a:gd name="T29" fmla="*/ 85 h 107"/>
                    <a:gd name="T30" fmla="*/ 123 w 237"/>
                    <a:gd name="T31" fmla="*/ 79 h 107"/>
                    <a:gd name="T32" fmla="*/ 144 w 237"/>
                    <a:gd name="T33" fmla="*/ 78 h 107"/>
                    <a:gd name="T34" fmla="*/ 172 w 237"/>
                    <a:gd name="T35" fmla="*/ 95 h 107"/>
                    <a:gd name="T36" fmla="*/ 192 w 237"/>
                    <a:gd name="T37" fmla="*/ 107 h 107"/>
                    <a:gd name="T38" fmla="*/ 203 w 237"/>
                    <a:gd name="T39" fmla="*/ 101 h 107"/>
                    <a:gd name="T40" fmla="*/ 216 w 237"/>
                    <a:gd name="T41" fmla="*/ 106 h 107"/>
                    <a:gd name="T42" fmla="*/ 224 w 237"/>
                    <a:gd name="T43" fmla="*/ 105 h 107"/>
                    <a:gd name="T44" fmla="*/ 224 w 237"/>
                    <a:gd name="T45" fmla="*/ 97 h 107"/>
                    <a:gd name="T46" fmla="*/ 237 w 237"/>
                    <a:gd name="T47" fmla="*/ 88 h 107"/>
                    <a:gd name="T48" fmla="*/ 228 w 237"/>
                    <a:gd name="T49" fmla="*/ 76 h 107"/>
                    <a:gd name="T50" fmla="*/ 27 w 237"/>
                    <a:gd name="T51" fmla="*/ 53 h 107"/>
                    <a:gd name="T52" fmla="*/ 7 w 237"/>
                    <a:gd name="T53" fmla="*/ 55 h 107"/>
                    <a:gd name="T54" fmla="*/ 9 w 237"/>
                    <a:gd name="T55" fmla="*/ 74 h 107"/>
                    <a:gd name="T56" fmla="*/ 14 w 237"/>
                    <a:gd name="T57" fmla="*/ 87 h 107"/>
                    <a:gd name="T58" fmla="*/ 34 w 237"/>
                    <a:gd name="T59" fmla="*/ 74 h 107"/>
                    <a:gd name="T60" fmla="*/ 55 w 237"/>
                    <a:gd name="T61" fmla="*/ 60 h 107"/>
                    <a:gd name="T62" fmla="*/ 51 w 237"/>
                    <a:gd name="T63" fmla="*/ 49 h 107"/>
                    <a:gd name="T64" fmla="*/ 27 w 237"/>
                    <a:gd name="T65" fmla="*/ 53 h 107"/>
                    <a:gd name="T66" fmla="*/ 29 w 237"/>
                    <a:gd name="T67" fmla="*/ 45 h 107"/>
                    <a:gd name="T68" fmla="*/ 35 w 237"/>
                    <a:gd name="T69" fmla="*/ 25 h 107"/>
                    <a:gd name="T70" fmla="*/ 29 w 237"/>
                    <a:gd name="T71" fmla="*/ 45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7" h="107">
                      <a:moveTo>
                        <a:pt x="228" y="76"/>
                      </a:moveTo>
                      <a:cubicBezTo>
                        <a:pt x="221" y="74"/>
                        <a:pt x="221" y="74"/>
                        <a:pt x="221" y="74"/>
                      </a:cubicBezTo>
                      <a:cubicBezTo>
                        <a:pt x="226" y="56"/>
                        <a:pt x="226" y="56"/>
                        <a:pt x="226" y="56"/>
                      </a:cubicBezTo>
                      <a:cubicBezTo>
                        <a:pt x="217" y="52"/>
                        <a:pt x="217" y="52"/>
                        <a:pt x="217" y="52"/>
                      </a:cubicBezTo>
                      <a:cubicBezTo>
                        <a:pt x="217" y="52"/>
                        <a:pt x="216" y="38"/>
                        <a:pt x="220" y="36"/>
                      </a:cubicBezTo>
                      <a:cubicBezTo>
                        <a:pt x="224" y="34"/>
                        <a:pt x="231" y="30"/>
                        <a:pt x="231" y="30"/>
                      </a:cubicBezTo>
                      <a:cubicBezTo>
                        <a:pt x="228" y="21"/>
                        <a:pt x="228" y="21"/>
                        <a:pt x="228" y="21"/>
                      </a:cubicBezTo>
                      <a:cubicBezTo>
                        <a:pt x="231" y="11"/>
                        <a:pt x="231" y="11"/>
                        <a:pt x="231" y="11"/>
                      </a:cubicBezTo>
                      <a:cubicBezTo>
                        <a:pt x="215" y="8"/>
                        <a:pt x="180" y="2"/>
                        <a:pt x="170" y="1"/>
                      </a:cubicBezTo>
                      <a:cubicBezTo>
                        <a:pt x="157" y="0"/>
                        <a:pt x="110" y="6"/>
                        <a:pt x="110" y="6"/>
                      </a:cubicBezTo>
                      <a:cubicBezTo>
                        <a:pt x="110" y="6"/>
                        <a:pt x="60" y="24"/>
                        <a:pt x="60" y="31"/>
                      </a:cubicBezTo>
                      <a:cubicBezTo>
                        <a:pt x="60" y="38"/>
                        <a:pt x="66" y="56"/>
                        <a:pt x="66" y="56"/>
                      </a:cubicBezTo>
                      <a:cubicBezTo>
                        <a:pt x="105" y="61"/>
                        <a:pt x="105" y="61"/>
                        <a:pt x="105" y="61"/>
                      </a:cubicBezTo>
                      <a:cubicBezTo>
                        <a:pt x="98" y="85"/>
                        <a:pt x="98" y="85"/>
                        <a:pt x="98" y="85"/>
                      </a:cubicBezTo>
                      <a:cubicBezTo>
                        <a:pt x="102" y="85"/>
                        <a:pt x="102" y="85"/>
                        <a:pt x="102" y="85"/>
                      </a:cubicBezTo>
                      <a:cubicBezTo>
                        <a:pt x="123" y="79"/>
                        <a:pt x="123" y="79"/>
                        <a:pt x="123" y="79"/>
                      </a:cubicBezTo>
                      <a:cubicBezTo>
                        <a:pt x="123" y="79"/>
                        <a:pt x="129" y="75"/>
                        <a:pt x="144" y="78"/>
                      </a:cubicBezTo>
                      <a:cubicBezTo>
                        <a:pt x="159" y="81"/>
                        <a:pt x="161" y="86"/>
                        <a:pt x="172" y="95"/>
                      </a:cubicBezTo>
                      <a:cubicBezTo>
                        <a:pt x="183" y="104"/>
                        <a:pt x="186" y="107"/>
                        <a:pt x="192" y="107"/>
                      </a:cubicBezTo>
                      <a:cubicBezTo>
                        <a:pt x="198" y="107"/>
                        <a:pt x="200" y="100"/>
                        <a:pt x="203" y="101"/>
                      </a:cubicBezTo>
                      <a:cubicBezTo>
                        <a:pt x="206" y="102"/>
                        <a:pt x="216" y="106"/>
                        <a:pt x="216" y="106"/>
                      </a:cubicBezTo>
                      <a:cubicBezTo>
                        <a:pt x="224" y="105"/>
                        <a:pt x="224" y="105"/>
                        <a:pt x="224" y="105"/>
                      </a:cubicBezTo>
                      <a:cubicBezTo>
                        <a:pt x="224" y="97"/>
                        <a:pt x="224" y="97"/>
                        <a:pt x="224" y="97"/>
                      </a:cubicBezTo>
                      <a:cubicBezTo>
                        <a:pt x="237" y="88"/>
                        <a:pt x="237" y="88"/>
                        <a:pt x="237" y="88"/>
                      </a:cubicBezTo>
                      <a:lnTo>
                        <a:pt x="228" y="76"/>
                      </a:lnTo>
                      <a:close/>
                      <a:moveTo>
                        <a:pt x="27" y="53"/>
                      </a:moveTo>
                      <a:cubicBezTo>
                        <a:pt x="27" y="53"/>
                        <a:pt x="14" y="52"/>
                        <a:pt x="7" y="55"/>
                      </a:cubicBezTo>
                      <a:cubicBezTo>
                        <a:pt x="0" y="57"/>
                        <a:pt x="9" y="74"/>
                        <a:pt x="9" y="74"/>
                      </a:cubicBezTo>
                      <a:cubicBezTo>
                        <a:pt x="14" y="87"/>
                        <a:pt x="14" y="87"/>
                        <a:pt x="14" y="87"/>
                      </a:cubicBezTo>
                      <a:cubicBezTo>
                        <a:pt x="14" y="87"/>
                        <a:pt x="30" y="74"/>
                        <a:pt x="34" y="74"/>
                      </a:cubicBezTo>
                      <a:cubicBezTo>
                        <a:pt x="38" y="74"/>
                        <a:pt x="55" y="60"/>
                        <a:pt x="55" y="60"/>
                      </a:cubicBezTo>
                      <a:cubicBezTo>
                        <a:pt x="51" y="49"/>
                        <a:pt x="51" y="49"/>
                        <a:pt x="51" y="49"/>
                      </a:cubicBezTo>
                      <a:lnTo>
                        <a:pt x="27" y="53"/>
                      </a:lnTo>
                      <a:close/>
                      <a:moveTo>
                        <a:pt x="29" y="45"/>
                      </a:moveTo>
                      <a:cubicBezTo>
                        <a:pt x="44" y="45"/>
                        <a:pt x="48" y="23"/>
                        <a:pt x="35" y="25"/>
                      </a:cubicBezTo>
                      <a:cubicBezTo>
                        <a:pt x="22" y="28"/>
                        <a:pt x="15" y="45"/>
                        <a:pt x="29" y="4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1" name="Freeform 334"/>
                <p:cNvSpPr>
                  <a:spLocks noEditPoints="1"/>
                </p:cNvSpPr>
                <p:nvPr/>
              </p:nvSpPr>
              <p:spPr bwMode="gray">
                <a:xfrm>
                  <a:off x="7393" y="-8936"/>
                  <a:ext cx="397" cy="182"/>
                </a:xfrm>
                <a:custGeom>
                  <a:avLst/>
                  <a:gdLst>
                    <a:gd name="T0" fmla="*/ 53 w 168"/>
                    <a:gd name="T1" fmla="*/ 33 h 77"/>
                    <a:gd name="T2" fmla="*/ 53 w 168"/>
                    <a:gd name="T3" fmla="*/ 33 h 77"/>
                    <a:gd name="T4" fmla="*/ 53 w 168"/>
                    <a:gd name="T5" fmla="*/ 33 h 77"/>
                    <a:gd name="T6" fmla="*/ 53 w 168"/>
                    <a:gd name="T7" fmla="*/ 33 h 77"/>
                    <a:gd name="T8" fmla="*/ 152 w 168"/>
                    <a:gd name="T9" fmla="*/ 0 h 77"/>
                    <a:gd name="T10" fmla="*/ 139 w 168"/>
                    <a:gd name="T11" fmla="*/ 14 h 77"/>
                    <a:gd name="T12" fmla="*/ 84 w 168"/>
                    <a:gd name="T13" fmla="*/ 15 h 77"/>
                    <a:gd name="T14" fmla="*/ 67 w 168"/>
                    <a:gd name="T15" fmla="*/ 33 h 77"/>
                    <a:gd name="T16" fmla="*/ 53 w 168"/>
                    <a:gd name="T17" fmla="*/ 33 h 77"/>
                    <a:gd name="T18" fmla="*/ 60 w 168"/>
                    <a:gd name="T19" fmla="*/ 47 h 77"/>
                    <a:gd name="T20" fmla="*/ 50 w 168"/>
                    <a:gd name="T21" fmla="*/ 66 h 77"/>
                    <a:gd name="T22" fmla="*/ 52 w 168"/>
                    <a:gd name="T23" fmla="*/ 77 h 77"/>
                    <a:gd name="T24" fmla="*/ 57 w 168"/>
                    <a:gd name="T25" fmla="*/ 72 h 77"/>
                    <a:gd name="T26" fmla="*/ 67 w 168"/>
                    <a:gd name="T27" fmla="*/ 69 h 77"/>
                    <a:gd name="T28" fmla="*/ 89 w 168"/>
                    <a:gd name="T29" fmla="*/ 53 h 77"/>
                    <a:gd name="T30" fmla="*/ 111 w 168"/>
                    <a:gd name="T31" fmla="*/ 59 h 77"/>
                    <a:gd name="T32" fmla="*/ 168 w 168"/>
                    <a:gd name="T33" fmla="*/ 9 h 77"/>
                    <a:gd name="T34" fmla="*/ 152 w 168"/>
                    <a:gd name="T35" fmla="*/ 0 h 77"/>
                    <a:gd name="T36" fmla="*/ 0 w 168"/>
                    <a:gd name="T37" fmla="*/ 58 h 77"/>
                    <a:gd name="T38" fmla="*/ 4 w 168"/>
                    <a:gd name="T39" fmla="*/ 67 h 77"/>
                    <a:gd name="T40" fmla="*/ 24 w 168"/>
                    <a:gd name="T41" fmla="*/ 61 h 77"/>
                    <a:gd name="T42" fmla="*/ 28 w 168"/>
                    <a:gd name="T43" fmla="*/ 48 h 77"/>
                    <a:gd name="T44" fmla="*/ 11 w 168"/>
                    <a:gd name="T45" fmla="*/ 47 h 77"/>
                    <a:gd name="T46" fmla="*/ 0 w 168"/>
                    <a:gd name="T47" fmla="*/ 5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68" h="77">
                      <a:moveTo>
                        <a:pt x="53" y="33"/>
                      </a:move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lose/>
                      <a:moveTo>
                        <a:pt x="152" y="0"/>
                      </a:moveTo>
                      <a:cubicBezTo>
                        <a:pt x="139" y="14"/>
                        <a:pt x="139" y="14"/>
                        <a:pt x="139" y="14"/>
                      </a:cubicBezTo>
                      <a:cubicBezTo>
                        <a:pt x="139" y="14"/>
                        <a:pt x="96" y="15"/>
                        <a:pt x="84" y="15"/>
                      </a:cubicBezTo>
                      <a:cubicBezTo>
                        <a:pt x="73" y="15"/>
                        <a:pt x="67" y="33"/>
                        <a:pt x="67" y="33"/>
                      </a:cubicBezTo>
                      <a:cubicBezTo>
                        <a:pt x="67" y="33"/>
                        <a:pt x="61" y="32"/>
                        <a:pt x="53" y="33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60" y="47"/>
                        <a:pt x="56" y="54"/>
                        <a:pt x="50" y="66"/>
                      </a:cubicBezTo>
                      <a:cubicBezTo>
                        <a:pt x="46" y="72"/>
                        <a:pt x="49" y="76"/>
                        <a:pt x="52" y="77"/>
                      </a:cubicBezTo>
                      <a:cubicBezTo>
                        <a:pt x="55" y="74"/>
                        <a:pt x="57" y="72"/>
                        <a:pt x="57" y="72"/>
                      </a:cubicBezTo>
                      <a:cubicBezTo>
                        <a:pt x="67" y="69"/>
                        <a:pt x="67" y="69"/>
                        <a:pt x="67" y="69"/>
                      </a:cubicBezTo>
                      <a:cubicBezTo>
                        <a:pt x="89" y="53"/>
                        <a:pt x="89" y="53"/>
                        <a:pt x="89" y="53"/>
                      </a:cubicBezTo>
                      <a:cubicBezTo>
                        <a:pt x="89" y="53"/>
                        <a:pt x="98" y="62"/>
                        <a:pt x="111" y="59"/>
                      </a:cubicBezTo>
                      <a:cubicBezTo>
                        <a:pt x="124" y="56"/>
                        <a:pt x="168" y="9"/>
                        <a:pt x="168" y="9"/>
                      </a:cubicBezTo>
                      <a:lnTo>
                        <a:pt x="152" y="0"/>
                      </a:lnTo>
                      <a:close/>
                      <a:moveTo>
                        <a:pt x="0" y="58"/>
                      </a:move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15" y="58"/>
                        <a:pt x="24" y="61"/>
                        <a:pt x="24" y="61"/>
                      </a:cubicBezTo>
                      <a:cubicBezTo>
                        <a:pt x="24" y="61"/>
                        <a:pt x="24" y="54"/>
                        <a:pt x="28" y="48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lnTo>
                        <a:pt x="0" y="5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2" name="Freeform 335"/>
                <p:cNvSpPr>
                  <a:spLocks noEditPoints="1"/>
                </p:cNvSpPr>
                <p:nvPr/>
              </p:nvSpPr>
              <p:spPr bwMode="gray">
                <a:xfrm>
                  <a:off x="9262" y="-9767"/>
                  <a:ext cx="1724" cy="1160"/>
                </a:xfrm>
                <a:custGeom>
                  <a:avLst/>
                  <a:gdLst>
                    <a:gd name="T0" fmla="*/ 296 w 730"/>
                    <a:gd name="T1" fmla="*/ 19 h 491"/>
                    <a:gd name="T2" fmla="*/ 331 w 730"/>
                    <a:gd name="T3" fmla="*/ 7 h 491"/>
                    <a:gd name="T4" fmla="*/ 521 w 730"/>
                    <a:gd name="T5" fmla="*/ 171 h 491"/>
                    <a:gd name="T6" fmla="*/ 476 w 730"/>
                    <a:gd name="T7" fmla="*/ 209 h 491"/>
                    <a:gd name="T8" fmla="*/ 404 w 730"/>
                    <a:gd name="T9" fmla="*/ 228 h 491"/>
                    <a:gd name="T10" fmla="*/ 398 w 730"/>
                    <a:gd name="T11" fmla="*/ 257 h 491"/>
                    <a:gd name="T12" fmla="*/ 474 w 730"/>
                    <a:gd name="T13" fmla="*/ 251 h 491"/>
                    <a:gd name="T14" fmla="*/ 523 w 730"/>
                    <a:gd name="T15" fmla="*/ 228 h 491"/>
                    <a:gd name="T16" fmla="*/ 536 w 730"/>
                    <a:gd name="T17" fmla="*/ 206 h 491"/>
                    <a:gd name="T18" fmla="*/ 555 w 730"/>
                    <a:gd name="T19" fmla="*/ 140 h 491"/>
                    <a:gd name="T20" fmla="*/ 564 w 730"/>
                    <a:gd name="T21" fmla="*/ 94 h 491"/>
                    <a:gd name="T22" fmla="*/ 520 w 730"/>
                    <a:gd name="T23" fmla="*/ 58 h 491"/>
                    <a:gd name="T24" fmla="*/ 494 w 730"/>
                    <a:gd name="T25" fmla="*/ 31 h 491"/>
                    <a:gd name="T26" fmla="*/ 516 w 730"/>
                    <a:gd name="T27" fmla="*/ 69 h 491"/>
                    <a:gd name="T28" fmla="*/ 576 w 730"/>
                    <a:gd name="T29" fmla="*/ 122 h 491"/>
                    <a:gd name="T30" fmla="*/ 599 w 730"/>
                    <a:gd name="T31" fmla="*/ 131 h 491"/>
                    <a:gd name="T32" fmla="*/ 728 w 730"/>
                    <a:gd name="T33" fmla="*/ 249 h 491"/>
                    <a:gd name="T34" fmla="*/ 664 w 730"/>
                    <a:gd name="T35" fmla="*/ 185 h 491"/>
                    <a:gd name="T36" fmla="*/ 670 w 730"/>
                    <a:gd name="T37" fmla="*/ 225 h 491"/>
                    <a:gd name="T38" fmla="*/ 730 w 730"/>
                    <a:gd name="T39" fmla="*/ 300 h 491"/>
                    <a:gd name="T40" fmla="*/ 17 w 730"/>
                    <a:gd name="T41" fmla="*/ 401 h 491"/>
                    <a:gd name="T42" fmla="*/ 17 w 730"/>
                    <a:gd name="T43" fmla="*/ 401 h 491"/>
                    <a:gd name="T44" fmla="*/ 452 w 730"/>
                    <a:gd name="T45" fmla="*/ 453 h 491"/>
                    <a:gd name="T46" fmla="*/ 437 w 730"/>
                    <a:gd name="T47" fmla="*/ 426 h 491"/>
                    <a:gd name="T48" fmla="*/ 408 w 730"/>
                    <a:gd name="T49" fmla="*/ 388 h 491"/>
                    <a:gd name="T50" fmla="*/ 374 w 730"/>
                    <a:gd name="T51" fmla="*/ 375 h 491"/>
                    <a:gd name="T52" fmla="*/ 357 w 730"/>
                    <a:gd name="T53" fmla="*/ 337 h 491"/>
                    <a:gd name="T54" fmla="*/ 304 w 730"/>
                    <a:gd name="T55" fmla="*/ 274 h 491"/>
                    <a:gd name="T56" fmla="*/ 308 w 730"/>
                    <a:gd name="T57" fmla="*/ 220 h 491"/>
                    <a:gd name="T58" fmla="*/ 256 w 730"/>
                    <a:gd name="T59" fmla="*/ 169 h 491"/>
                    <a:gd name="T60" fmla="*/ 200 w 730"/>
                    <a:gd name="T61" fmla="*/ 113 h 491"/>
                    <a:gd name="T62" fmla="*/ 151 w 730"/>
                    <a:gd name="T63" fmla="*/ 91 h 491"/>
                    <a:gd name="T64" fmla="*/ 49 w 730"/>
                    <a:gd name="T65" fmla="*/ 49 h 491"/>
                    <a:gd name="T66" fmla="*/ 6 w 730"/>
                    <a:gd name="T67" fmla="*/ 36 h 491"/>
                    <a:gd name="T68" fmla="*/ 30 w 730"/>
                    <a:gd name="T69" fmla="*/ 155 h 491"/>
                    <a:gd name="T70" fmla="*/ 27 w 730"/>
                    <a:gd name="T71" fmla="*/ 253 h 491"/>
                    <a:gd name="T72" fmla="*/ 26 w 730"/>
                    <a:gd name="T73" fmla="*/ 282 h 491"/>
                    <a:gd name="T74" fmla="*/ 15 w 730"/>
                    <a:gd name="T75" fmla="*/ 353 h 491"/>
                    <a:gd name="T76" fmla="*/ 17 w 730"/>
                    <a:gd name="T77" fmla="*/ 401 h 491"/>
                    <a:gd name="T78" fmla="*/ 88 w 730"/>
                    <a:gd name="T79" fmla="*/ 408 h 491"/>
                    <a:gd name="T80" fmla="*/ 71 w 730"/>
                    <a:gd name="T81" fmla="*/ 347 h 491"/>
                    <a:gd name="T82" fmla="*/ 130 w 730"/>
                    <a:gd name="T83" fmla="*/ 329 h 491"/>
                    <a:gd name="T84" fmla="*/ 146 w 730"/>
                    <a:gd name="T85" fmla="*/ 313 h 491"/>
                    <a:gd name="T86" fmla="*/ 185 w 730"/>
                    <a:gd name="T87" fmla="*/ 311 h 491"/>
                    <a:gd name="T88" fmla="*/ 258 w 730"/>
                    <a:gd name="T89" fmla="*/ 342 h 491"/>
                    <a:gd name="T90" fmla="*/ 302 w 730"/>
                    <a:gd name="T91" fmla="*/ 398 h 491"/>
                    <a:gd name="T92" fmla="*/ 418 w 730"/>
                    <a:gd name="T93" fmla="*/ 464 h 491"/>
                    <a:gd name="T94" fmla="*/ 450 w 730"/>
                    <a:gd name="T95" fmla="*/ 464 h 4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30" h="491">
                      <a:moveTo>
                        <a:pt x="331" y="7"/>
                      </a:moveTo>
                      <a:cubicBezTo>
                        <a:pt x="318" y="0"/>
                        <a:pt x="296" y="19"/>
                        <a:pt x="296" y="19"/>
                      </a:cubicBezTo>
                      <a:cubicBezTo>
                        <a:pt x="315" y="31"/>
                        <a:pt x="315" y="31"/>
                        <a:pt x="315" y="31"/>
                      </a:cubicBezTo>
                      <a:cubicBezTo>
                        <a:pt x="333" y="35"/>
                        <a:pt x="344" y="14"/>
                        <a:pt x="331" y="7"/>
                      </a:cubicBezTo>
                      <a:close/>
                      <a:moveTo>
                        <a:pt x="508" y="150"/>
                      </a:moveTo>
                      <a:cubicBezTo>
                        <a:pt x="499" y="159"/>
                        <a:pt x="521" y="171"/>
                        <a:pt x="521" y="171"/>
                      </a:cubicBezTo>
                      <a:cubicBezTo>
                        <a:pt x="523" y="184"/>
                        <a:pt x="523" y="184"/>
                        <a:pt x="523" y="184"/>
                      </a:cubicBezTo>
                      <a:cubicBezTo>
                        <a:pt x="476" y="209"/>
                        <a:pt x="476" y="209"/>
                        <a:pt x="476" y="209"/>
                      </a:cubicBezTo>
                      <a:cubicBezTo>
                        <a:pt x="476" y="209"/>
                        <a:pt x="452" y="207"/>
                        <a:pt x="436" y="210"/>
                      </a:cubicBezTo>
                      <a:cubicBezTo>
                        <a:pt x="420" y="213"/>
                        <a:pt x="414" y="222"/>
                        <a:pt x="404" y="228"/>
                      </a:cubicBezTo>
                      <a:cubicBezTo>
                        <a:pt x="394" y="234"/>
                        <a:pt x="388" y="222"/>
                        <a:pt x="382" y="234"/>
                      </a:cubicBezTo>
                      <a:cubicBezTo>
                        <a:pt x="398" y="257"/>
                        <a:pt x="398" y="257"/>
                        <a:pt x="398" y="257"/>
                      </a:cubicBezTo>
                      <a:cubicBezTo>
                        <a:pt x="463" y="260"/>
                        <a:pt x="463" y="260"/>
                        <a:pt x="463" y="260"/>
                      </a:cubicBezTo>
                      <a:cubicBezTo>
                        <a:pt x="474" y="251"/>
                        <a:pt x="474" y="251"/>
                        <a:pt x="474" y="251"/>
                      </a:cubicBezTo>
                      <a:cubicBezTo>
                        <a:pt x="474" y="251"/>
                        <a:pt x="486" y="251"/>
                        <a:pt x="499" y="250"/>
                      </a:cubicBezTo>
                      <a:cubicBezTo>
                        <a:pt x="513" y="248"/>
                        <a:pt x="523" y="228"/>
                        <a:pt x="523" y="228"/>
                      </a:cubicBezTo>
                      <a:cubicBezTo>
                        <a:pt x="542" y="223"/>
                        <a:pt x="542" y="223"/>
                        <a:pt x="542" y="223"/>
                      </a:cubicBezTo>
                      <a:cubicBezTo>
                        <a:pt x="536" y="206"/>
                        <a:pt x="536" y="206"/>
                        <a:pt x="536" y="206"/>
                      </a:cubicBezTo>
                      <a:cubicBezTo>
                        <a:pt x="554" y="209"/>
                        <a:pt x="554" y="209"/>
                        <a:pt x="554" y="209"/>
                      </a:cubicBezTo>
                      <a:cubicBezTo>
                        <a:pt x="554" y="209"/>
                        <a:pt x="562" y="157"/>
                        <a:pt x="555" y="140"/>
                      </a:cubicBezTo>
                      <a:cubicBezTo>
                        <a:pt x="548" y="122"/>
                        <a:pt x="517" y="141"/>
                        <a:pt x="508" y="150"/>
                      </a:cubicBezTo>
                      <a:close/>
                      <a:moveTo>
                        <a:pt x="564" y="94"/>
                      </a:moveTo>
                      <a:cubicBezTo>
                        <a:pt x="555" y="94"/>
                        <a:pt x="555" y="94"/>
                        <a:pt x="555" y="94"/>
                      </a:cubicBezTo>
                      <a:cubicBezTo>
                        <a:pt x="555" y="94"/>
                        <a:pt x="524" y="60"/>
                        <a:pt x="520" y="58"/>
                      </a:cubicBezTo>
                      <a:cubicBezTo>
                        <a:pt x="516" y="55"/>
                        <a:pt x="508" y="55"/>
                        <a:pt x="508" y="55"/>
                      </a:cubicBezTo>
                      <a:cubicBezTo>
                        <a:pt x="494" y="31"/>
                        <a:pt x="494" y="31"/>
                        <a:pt x="494" y="31"/>
                      </a:cubicBezTo>
                      <a:cubicBezTo>
                        <a:pt x="486" y="63"/>
                        <a:pt x="486" y="63"/>
                        <a:pt x="486" y="63"/>
                      </a:cubicBezTo>
                      <a:cubicBezTo>
                        <a:pt x="516" y="69"/>
                        <a:pt x="516" y="69"/>
                        <a:pt x="516" y="69"/>
                      </a:cubicBezTo>
                      <a:cubicBezTo>
                        <a:pt x="516" y="69"/>
                        <a:pt x="539" y="96"/>
                        <a:pt x="545" y="102"/>
                      </a:cubicBezTo>
                      <a:cubicBezTo>
                        <a:pt x="551" y="107"/>
                        <a:pt x="571" y="109"/>
                        <a:pt x="576" y="122"/>
                      </a:cubicBezTo>
                      <a:cubicBezTo>
                        <a:pt x="580" y="135"/>
                        <a:pt x="562" y="179"/>
                        <a:pt x="589" y="181"/>
                      </a:cubicBezTo>
                      <a:cubicBezTo>
                        <a:pt x="604" y="182"/>
                        <a:pt x="612" y="150"/>
                        <a:pt x="599" y="131"/>
                      </a:cubicBezTo>
                      <a:cubicBezTo>
                        <a:pt x="586" y="112"/>
                        <a:pt x="564" y="94"/>
                        <a:pt x="564" y="94"/>
                      </a:cubicBezTo>
                      <a:close/>
                      <a:moveTo>
                        <a:pt x="728" y="249"/>
                      </a:moveTo>
                      <a:cubicBezTo>
                        <a:pt x="687" y="202"/>
                        <a:pt x="687" y="202"/>
                        <a:pt x="687" y="202"/>
                      </a:cubicBezTo>
                      <a:cubicBezTo>
                        <a:pt x="687" y="202"/>
                        <a:pt x="683" y="177"/>
                        <a:pt x="664" y="185"/>
                      </a:cubicBezTo>
                      <a:cubicBezTo>
                        <a:pt x="653" y="190"/>
                        <a:pt x="659" y="206"/>
                        <a:pt x="659" y="206"/>
                      </a:cubicBezTo>
                      <a:cubicBezTo>
                        <a:pt x="670" y="225"/>
                        <a:pt x="670" y="225"/>
                        <a:pt x="670" y="225"/>
                      </a:cubicBezTo>
                      <a:cubicBezTo>
                        <a:pt x="687" y="257"/>
                        <a:pt x="687" y="257"/>
                        <a:pt x="687" y="257"/>
                      </a:cubicBezTo>
                      <a:cubicBezTo>
                        <a:pt x="730" y="300"/>
                        <a:pt x="730" y="300"/>
                        <a:pt x="730" y="300"/>
                      </a:cubicBezTo>
                      <a:lnTo>
                        <a:pt x="728" y="249"/>
                      </a:lnTo>
                      <a:close/>
                      <a:moveTo>
                        <a:pt x="17" y="401"/>
                      </a:move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lose/>
                      <a:moveTo>
                        <a:pt x="452" y="453"/>
                      </a:moveTo>
                      <a:cubicBezTo>
                        <a:pt x="425" y="436"/>
                        <a:pt x="425" y="436"/>
                        <a:pt x="425" y="436"/>
                      </a:cubicBezTo>
                      <a:cubicBezTo>
                        <a:pt x="437" y="426"/>
                        <a:pt x="437" y="426"/>
                        <a:pt x="437" y="426"/>
                      </a:cubicBezTo>
                      <a:cubicBezTo>
                        <a:pt x="437" y="426"/>
                        <a:pt x="413" y="425"/>
                        <a:pt x="406" y="418"/>
                      </a:cubicBezTo>
                      <a:cubicBezTo>
                        <a:pt x="400" y="411"/>
                        <a:pt x="408" y="397"/>
                        <a:pt x="408" y="388"/>
                      </a:cubicBezTo>
                      <a:cubicBezTo>
                        <a:pt x="408" y="379"/>
                        <a:pt x="375" y="396"/>
                        <a:pt x="375" y="396"/>
                      </a:cubicBezTo>
                      <a:cubicBezTo>
                        <a:pt x="374" y="375"/>
                        <a:pt x="374" y="375"/>
                        <a:pt x="374" y="375"/>
                      </a:cubicBezTo>
                      <a:cubicBezTo>
                        <a:pt x="357" y="367"/>
                        <a:pt x="357" y="367"/>
                        <a:pt x="357" y="367"/>
                      </a:cubicBezTo>
                      <a:cubicBezTo>
                        <a:pt x="357" y="337"/>
                        <a:pt x="357" y="337"/>
                        <a:pt x="357" y="337"/>
                      </a:cubicBezTo>
                      <a:cubicBezTo>
                        <a:pt x="321" y="311"/>
                        <a:pt x="321" y="311"/>
                        <a:pt x="321" y="311"/>
                      </a:cubicBezTo>
                      <a:cubicBezTo>
                        <a:pt x="304" y="274"/>
                        <a:pt x="304" y="274"/>
                        <a:pt x="304" y="274"/>
                      </a:cubicBezTo>
                      <a:cubicBezTo>
                        <a:pt x="304" y="274"/>
                        <a:pt x="342" y="261"/>
                        <a:pt x="342" y="245"/>
                      </a:cubicBezTo>
                      <a:cubicBezTo>
                        <a:pt x="342" y="229"/>
                        <a:pt x="308" y="220"/>
                        <a:pt x="308" y="220"/>
                      </a:cubicBezTo>
                      <a:cubicBezTo>
                        <a:pt x="306" y="216"/>
                        <a:pt x="256" y="202"/>
                        <a:pt x="256" y="202"/>
                      </a:cubicBezTo>
                      <a:cubicBezTo>
                        <a:pt x="256" y="202"/>
                        <a:pt x="252" y="189"/>
                        <a:pt x="256" y="169"/>
                      </a:cubicBezTo>
                      <a:cubicBezTo>
                        <a:pt x="260" y="150"/>
                        <a:pt x="232" y="147"/>
                        <a:pt x="232" y="147"/>
                      </a:cubicBezTo>
                      <a:cubicBezTo>
                        <a:pt x="200" y="113"/>
                        <a:pt x="200" y="113"/>
                        <a:pt x="200" y="113"/>
                      </a:cubicBezTo>
                      <a:cubicBezTo>
                        <a:pt x="175" y="114"/>
                        <a:pt x="175" y="114"/>
                        <a:pt x="175" y="114"/>
                      </a:cubicBezTo>
                      <a:cubicBezTo>
                        <a:pt x="151" y="91"/>
                        <a:pt x="151" y="91"/>
                        <a:pt x="151" y="91"/>
                      </a:cubicBezTo>
                      <a:cubicBezTo>
                        <a:pt x="131" y="87"/>
                        <a:pt x="131" y="87"/>
                        <a:pt x="131" y="87"/>
                      </a:cubicBezTo>
                      <a:cubicBezTo>
                        <a:pt x="49" y="49"/>
                        <a:pt x="49" y="49"/>
                        <a:pt x="49" y="49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2" y="55"/>
                        <a:pt x="32" y="55"/>
                        <a:pt x="32" y="55"/>
                      </a:cubicBezTo>
                      <a:cubicBezTo>
                        <a:pt x="32" y="75"/>
                        <a:pt x="30" y="139"/>
                        <a:pt x="30" y="155"/>
                      </a:cubicBezTo>
                      <a:cubicBezTo>
                        <a:pt x="30" y="175"/>
                        <a:pt x="22" y="197"/>
                        <a:pt x="24" y="212"/>
                      </a:cubicBezTo>
                      <a:cubicBezTo>
                        <a:pt x="26" y="227"/>
                        <a:pt x="27" y="253"/>
                        <a:pt x="27" y="253"/>
                      </a:cubicBezTo>
                      <a:cubicBezTo>
                        <a:pt x="27" y="253"/>
                        <a:pt x="0" y="271"/>
                        <a:pt x="11" y="277"/>
                      </a:cubicBezTo>
                      <a:cubicBezTo>
                        <a:pt x="22" y="284"/>
                        <a:pt x="26" y="282"/>
                        <a:pt x="26" y="282"/>
                      </a:cubicBezTo>
                      <a:cubicBezTo>
                        <a:pt x="26" y="282"/>
                        <a:pt x="23" y="319"/>
                        <a:pt x="21" y="327"/>
                      </a:cubicBezTo>
                      <a:cubicBezTo>
                        <a:pt x="19" y="334"/>
                        <a:pt x="15" y="353"/>
                        <a:pt x="15" y="353"/>
                      </a:cubicBezTo>
                      <a:cubicBezTo>
                        <a:pt x="19" y="369"/>
                        <a:pt x="19" y="369"/>
                        <a:pt x="19" y="369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34" y="405"/>
                        <a:pt x="75" y="396"/>
                        <a:pt x="75" y="396"/>
                      </a:cubicBezTo>
                      <a:cubicBezTo>
                        <a:pt x="88" y="408"/>
                        <a:pt x="88" y="408"/>
                        <a:pt x="88" y="408"/>
                      </a:cubicBezTo>
                      <a:cubicBezTo>
                        <a:pt x="88" y="408"/>
                        <a:pt x="114" y="398"/>
                        <a:pt x="126" y="388"/>
                      </a:cubicBezTo>
                      <a:cubicBezTo>
                        <a:pt x="138" y="377"/>
                        <a:pt x="71" y="347"/>
                        <a:pt x="71" y="347"/>
                      </a:cubicBezTo>
                      <a:cubicBezTo>
                        <a:pt x="71" y="347"/>
                        <a:pt x="126" y="355"/>
                        <a:pt x="138" y="353"/>
                      </a:cubicBezTo>
                      <a:cubicBezTo>
                        <a:pt x="150" y="350"/>
                        <a:pt x="130" y="329"/>
                        <a:pt x="130" y="329"/>
                      </a:cubicBezTo>
                      <a:cubicBezTo>
                        <a:pt x="130" y="329"/>
                        <a:pt x="146" y="341"/>
                        <a:pt x="151" y="338"/>
                      </a:cubicBezTo>
                      <a:cubicBezTo>
                        <a:pt x="156" y="336"/>
                        <a:pt x="146" y="313"/>
                        <a:pt x="146" y="313"/>
                      </a:cubicBezTo>
                      <a:cubicBezTo>
                        <a:pt x="146" y="313"/>
                        <a:pt x="156" y="322"/>
                        <a:pt x="163" y="324"/>
                      </a:cubicBezTo>
                      <a:cubicBezTo>
                        <a:pt x="169" y="325"/>
                        <a:pt x="179" y="312"/>
                        <a:pt x="185" y="311"/>
                      </a:cubicBezTo>
                      <a:cubicBezTo>
                        <a:pt x="192" y="309"/>
                        <a:pt x="202" y="329"/>
                        <a:pt x="209" y="333"/>
                      </a:cubicBezTo>
                      <a:cubicBezTo>
                        <a:pt x="215" y="337"/>
                        <a:pt x="240" y="332"/>
                        <a:pt x="258" y="342"/>
                      </a:cubicBezTo>
                      <a:cubicBezTo>
                        <a:pt x="277" y="353"/>
                        <a:pt x="270" y="376"/>
                        <a:pt x="277" y="388"/>
                      </a:cubicBezTo>
                      <a:cubicBezTo>
                        <a:pt x="283" y="400"/>
                        <a:pt x="296" y="392"/>
                        <a:pt x="302" y="398"/>
                      </a:cubicBezTo>
                      <a:cubicBezTo>
                        <a:pt x="307" y="405"/>
                        <a:pt x="316" y="446"/>
                        <a:pt x="330" y="456"/>
                      </a:cubicBezTo>
                      <a:cubicBezTo>
                        <a:pt x="345" y="466"/>
                        <a:pt x="409" y="460"/>
                        <a:pt x="418" y="464"/>
                      </a:cubicBezTo>
                      <a:cubicBezTo>
                        <a:pt x="427" y="468"/>
                        <a:pt x="447" y="491"/>
                        <a:pt x="459" y="491"/>
                      </a:cubicBezTo>
                      <a:cubicBezTo>
                        <a:pt x="471" y="491"/>
                        <a:pt x="450" y="464"/>
                        <a:pt x="450" y="464"/>
                      </a:cubicBezTo>
                      <a:lnTo>
                        <a:pt x="452" y="45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3" name="Freeform 336"/>
                <p:cNvSpPr>
                  <a:spLocks noEditPoints="1"/>
                </p:cNvSpPr>
                <p:nvPr/>
              </p:nvSpPr>
              <p:spPr bwMode="gray">
                <a:xfrm>
                  <a:off x="4190" y="-10710"/>
                  <a:ext cx="5147" cy="2077"/>
                </a:xfrm>
                <a:custGeom>
                  <a:avLst/>
                  <a:gdLst>
                    <a:gd name="T0" fmla="*/ 455 w 2179"/>
                    <a:gd name="T1" fmla="*/ 287 h 879"/>
                    <a:gd name="T2" fmla="*/ 603 w 2179"/>
                    <a:gd name="T3" fmla="*/ 446 h 879"/>
                    <a:gd name="T4" fmla="*/ 558 w 2179"/>
                    <a:gd name="T5" fmla="*/ 443 h 879"/>
                    <a:gd name="T6" fmla="*/ 162 w 2179"/>
                    <a:gd name="T7" fmla="*/ 330 h 879"/>
                    <a:gd name="T8" fmla="*/ 40 w 2179"/>
                    <a:gd name="T9" fmla="*/ 174 h 879"/>
                    <a:gd name="T10" fmla="*/ 1708 w 2179"/>
                    <a:gd name="T11" fmla="*/ 314 h 879"/>
                    <a:gd name="T12" fmla="*/ 1627 w 2179"/>
                    <a:gd name="T13" fmla="*/ 412 h 879"/>
                    <a:gd name="T14" fmla="*/ 1950 w 2179"/>
                    <a:gd name="T15" fmla="*/ 413 h 879"/>
                    <a:gd name="T16" fmla="*/ 1124 w 2179"/>
                    <a:gd name="T17" fmla="*/ 485 h 879"/>
                    <a:gd name="T18" fmla="*/ 1210 w 2179"/>
                    <a:gd name="T19" fmla="*/ 476 h 879"/>
                    <a:gd name="T20" fmla="*/ 1285 w 2179"/>
                    <a:gd name="T21" fmla="*/ 614 h 879"/>
                    <a:gd name="T22" fmla="*/ 1291 w 2179"/>
                    <a:gd name="T23" fmla="*/ 446 h 879"/>
                    <a:gd name="T24" fmla="*/ 1240 w 2179"/>
                    <a:gd name="T25" fmla="*/ 370 h 879"/>
                    <a:gd name="T26" fmla="*/ 1415 w 2179"/>
                    <a:gd name="T27" fmla="*/ 258 h 879"/>
                    <a:gd name="T28" fmla="*/ 1253 w 2179"/>
                    <a:gd name="T29" fmla="*/ 232 h 879"/>
                    <a:gd name="T30" fmla="*/ 1328 w 2179"/>
                    <a:gd name="T31" fmla="*/ 387 h 879"/>
                    <a:gd name="T32" fmla="*/ 1127 w 2179"/>
                    <a:gd name="T33" fmla="*/ 743 h 879"/>
                    <a:gd name="T34" fmla="*/ 1542 w 2179"/>
                    <a:gd name="T35" fmla="*/ 370 h 879"/>
                    <a:gd name="T36" fmla="*/ 1603 w 2179"/>
                    <a:gd name="T37" fmla="*/ 288 h 879"/>
                    <a:gd name="T38" fmla="*/ 1548 w 2179"/>
                    <a:gd name="T39" fmla="*/ 230 h 879"/>
                    <a:gd name="T40" fmla="*/ 1517 w 2179"/>
                    <a:gd name="T41" fmla="*/ 471 h 879"/>
                    <a:gd name="T42" fmla="*/ 1634 w 2179"/>
                    <a:gd name="T43" fmla="*/ 448 h 879"/>
                    <a:gd name="T44" fmla="*/ 1654 w 2179"/>
                    <a:gd name="T45" fmla="*/ 509 h 879"/>
                    <a:gd name="T46" fmla="*/ 2007 w 2179"/>
                    <a:gd name="T47" fmla="*/ 423 h 879"/>
                    <a:gd name="T48" fmla="*/ 1820 w 2179"/>
                    <a:gd name="T49" fmla="*/ 350 h 879"/>
                    <a:gd name="T50" fmla="*/ 1749 w 2179"/>
                    <a:gd name="T51" fmla="*/ 393 h 879"/>
                    <a:gd name="T52" fmla="*/ 1790 w 2179"/>
                    <a:gd name="T53" fmla="*/ 530 h 879"/>
                    <a:gd name="T54" fmla="*/ 1964 w 2179"/>
                    <a:gd name="T55" fmla="*/ 567 h 879"/>
                    <a:gd name="T56" fmla="*/ 2077 w 2179"/>
                    <a:gd name="T57" fmla="*/ 729 h 879"/>
                    <a:gd name="T58" fmla="*/ 2168 w 2179"/>
                    <a:gd name="T59" fmla="*/ 726 h 879"/>
                    <a:gd name="T60" fmla="*/ 258 w 2179"/>
                    <a:gd name="T61" fmla="*/ 478 h 879"/>
                    <a:gd name="T62" fmla="*/ 2037 w 2179"/>
                    <a:gd name="T63" fmla="*/ 711 h 879"/>
                    <a:gd name="T64" fmla="*/ 1860 w 2179"/>
                    <a:gd name="T65" fmla="*/ 679 h 879"/>
                    <a:gd name="T66" fmla="*/ 1427 w 2179"/>
                    <a:gd name="T67" fmla="*/ 403 h 879"/>
                    <a:gd name="T68" fmla="*/ 863 w 2179"/>
                    <a:gd name="T69" fmla="*/ 677 h 879"/>
                    <a:gd name="T70" fmla="*/ 499 w 2179"/>
                    <a:gd name="T71" fmla="*/ 620 h 879"/>
                    <a:gd name="T72" fmla="*/ 450 w 2179"/>
                    <a:gd name="T73" fmla="*/ 413 h 879"/>
                    <a:gd name="T74" fmla="*/ 340 w 2179"/>
                    <a:gd name="T75" fmla="*/ 238 h 879"/>
                    <a:gd name="T76" fmla="*/ 151 w 2179"/>
                    <a:gd name="T77" fmla="*/ 72 h 879"/>
                    <a:gd name="T78" fmla="*/ 119 w 2179"/>
                    <a:gd name="T79" fmla="*/ 154 h 879"/>
                    <a:gd name="T80" fmla="*/ 275 w 2179"/>
                    <a:gd name="T81" fmla="*/ 408 h 879"/>
                    <a:gd name="T82" fmla="*/ 444 w 2179"/>
                    <a:gd name="T83" fmla="*/ 630 h 879"/>
                    <a:gd name="T84" fmla="*/ 1408 w 2179"/>
                    <a:gd name="T85" fmla="*/ 828 h 879"/>
                    <a:gd name="T86" fmla="*/ 778 w 2179"/>
                    <a:gd name="T87" fmla="*/ 674 h 879"/>
                    <a:gd name="T88" fmla="*/ 535 w 2179"/>
                    <a:gd name="T89" fmla="*/ 624 h 879"/>
                    <a:gd name="T90" fmla="*/ 705 w 2179"/>
                    <a:gd name="T91" fmla="*/ 728 h 879"/>
                    <a:gd name="T92" fmla="*/ 1004 w 2179"/>
                    <a:gd name="T93" fmla="*/ 484 h 879"/>
                    <a:gd name="T94" fmla="*/ 1139 w 2179"/>
                    <a:gd name="T95" fmla="*/ 271 h 879"/>
                    <a:gd name="T96" fmla="*/ 1086 w 2179"/>
                    <a:gd name="T97" fmla="*/ 110 h 879"/>
                    <a:gd name="T98" fmla="*/ 939 w 2179"/>
                    <a:gd name="T99" fmla="*/ 208 h 879"/>
                    <a:gd name="T100" fmla="*/ 712 w 2179"/>
                    <a:gd name="T101" fmla="*/ 247 h 879"/>
                    <a:gd name="T102" fmla="*/ 716 w 2179"/>
                    <a:gd name="T103" fmla="*/ 388 h 879"/>
                    <a:gd name="T104" fmla="*/ 822 w 2179"/>
                    <a:gd name="T105" fmla="*/ 472 h 879"/>
                    <a:gd name="T106" fmla="*/ 974 w 2179"/>
                    <a:gd name="T107" fmla="*/ 755 h 879"/>
                    <a:gd name="T108" fmla="*/ 1187 w 2179"/>
                    <a:gd name="T109" fmla="*/ 827 h 879"/>
                    <a:gd name="T110" fmla="*/ 1151 w 2179"/>
                    <a:gd name="T111" fmla="*/ 787 h 879"/>
                    <a:gd name="T112" fmla="*/ 1056 w 2179"/>
                    <a:gd name="T113" fmla="*/ 774 h 879"/>
                    <a:gd name="T114" fmla="*/ 1067 w 2179"/>
                    <a:gd name="T115" fmla="*/ 771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179" h="879">
                      <a:moveTo>
                        <a:pt x="1196" y="656"/>
                      </a:moveTo>
                      <a:cubicBezTo>
                        <a:pt x="1210" y="655"/>
                        <a:pt x="1210" y="655"/>
                        <a:pt x="1210" y="655"/>
                      </a:cubicBezTo>
                      <a:cubicBezTo>
                        <a:pt x="1218" y="637"/>
                        <a:pt x="1218" y="637"/>
                        <a:pt x="1218" y="637"/>
                      </a:cubicBezTo>
                      <a:cubicBezTo>
                        <a:pt x="1215" y="622"/>
                        <a:pt x="1215" y="622"/>
                        <a:pt x="1215" y="622"/>
                      </a:cubicBezTo>
                      <a:lnTo>
                        <a:pt x="1196" y="656"/>
                      </a:lnTo>
                      <a:close/>
                      <a:moveTo>
                        <a:pt x="453" y="310"/>
                      </a:moveTo>
                      <a:cubicBezTo>
                        <a:pt x="472" y="321"/>
                        <a:pt x="472" y="321"/>
                        <a:pt x="472" y="321"/>
                      </a:cubicBezTo>
                      <a:cubicBezTo>
                        <a:pt x="472" y="300"/>
                        <a:pt x="472" y="300"/>
                        <a:pt x="472" y="300"/>
                      </a:cubicBezTo>
                      <a:cubicBezTo>
                        <a:pt x="455" y="287"/>
                        <a:pt x="455" y="287"/>
                        <a:pt x="455" y="287"/>
                      </a:cubicBezTo>
                      <a:lnTo>
                        <a:pt x="453" y="310"/>
                      </a:lnTo>
                      <a:close/>
                      <a:moveTo>
                        <a:pt x="455" y="331"/>
                      </a:moveTo>
                      <a:cubicBezTo>
                        <a:pt x="441" y="344"/>
                        <a:pt x="441" y="344"/>
                        <a:pt x="441" y="344"/>
                      </a:cubicBezTo>
                      <a:cubicBezTo>
                        <a:pt x="458" y="365"/>
                        <a:pt x="458" y="365"/>
                        <a:pt x="458" y="365"/>
                      </a:cubicBezTo>
                      <a:lnTo>
                        <a:pt x="455" y="331"/>
                      </a:lnTo>
                      <a:close/>
                      <a:moveTo>
                        <a:pt x="611" y="478"/>
                      </a:moveTo>
                      <a:cubicBezTo>
                        <a:pt x="624" y="491"/>
                        <a:pt x="624" y="491"/>
                        <a:pt x="624" y="491"/>
                      </a:cubicBezTo>
                      <a:cubicBezTo>
                        <a:pt x="630" y="474"/>
                        <a:pt x="630" y="474"/>
                        <a:pt x="630" y="474"/>
                      </a:cubicBezTo>
                      <a:cubicBezTo>
                        <a:pt x="630" y="474"/>
                        <a:pt x="622" y="444"/>
                        <a:pt x="603" y="446"/>
                      </a:cubicBezTo>
                      <a:cubicBezTo>
                        <a:pt x="584" y="447"/>
                        <a:pt x="590" y="466"/>
                        <a:pt x="596" y="484"/>
                      </a:cubicBezTo>
                      <a:lnTo>
                        <a:pt x="611" y="478"/>
                      </a:lnTo>
                      <a:close/>
                      <a:moveTo>
                        <a:pt x="459" y="249"/>
                      </a:moveTo>
                      <a:cubicBezTo>
                        <a:pt x="454" y="237"/>
                        <a:pt x="440" y="244"/>
                        <a:pt x="450" y="260"/>
                      </a:cubicBezTo>
                      <a:cubicBezTo>
                        <a:pt x="461" y="279"/>
                        <a:pt x="464" y="261"/>
                        <a:pt x="459" y="249"/>
                      </a:cubicBezTo>
                      <a:close/>
                      <a:moveTo>
                        <a:pt x="507" y="418"/>
                      </a:moveTo>
                      <a:cubicBezTo>
                        <a:pt x="507" y="418"/>
                        <a:pt x="512" y="447"/>
                        <a:pt x="523" y="459"/>
                      </a:cubicBezTo>
                      <a:cubicBezTo>
                        <a:pt x="533" y="471"/>
                        <a:pt x="559" y="471"/>
                        <a:pt x="559" y="471"/>
                      </a:cubicBezTo>
                      <a:cubicBezTo>
                        <a:pt x="558" y="443"/>
                        <a:pt x="558" y="443"/>
                        <a:pt x="558" y="443"/>
                      </a:cubicBezTo>
                      <a:cubicBezTo>
                        <a:pt x="546" y="435"/>
                        <a:pt x="546" y="435"/>
                        <a:pt x="546" y="435"/>
                      </a:cubicBezTo>
                      <a:cubicBezTo>
                        <a:pt x="545" y="415"/>
                        <a:pt x="545" y="415"/>
                        <a:pt x="545" y="415"/>
                      </a:cubicBezTo>
                      <a:cubicBezTo>
                        <a:pt x="545" y="415"/>
                        <a:pt x="530" y="390"/>
                        <a:pt x="508" y="384"/>
                      </a:cubicBezTo>
                      <a:cubicBezTo>
                        <a:pt x="486" y="378"/>
                        <a:pt x="487" y="403"/>
                        <a:pt x="487" y="403"/>
                      </a:cubicBezTo>
                      <a:cubicBezTo>
                        <a:pt x="487" y="403"/>
                        <a:pt x="473" y="399"/>
                        <a:pt x="480" y="419"/>
                      </a:cubicBezTo>
                      <a:lnTo>
                        <a:pt x="507" y="418"/>
                      </a:lnTo>
                      <a:close/>
                      <a:moveTo>
                        <a:pt x="169" y="296"/>
                      </a:moveTo>
                      <a:cubicBezTo>
                        <a:pt x="154" y="310"/>
                        <a:pt x="154" y="310"/>
                        <a:pt x="154" y="310"/>
                      </a:cubicBezTo>
                      <a:cubicBezTo>
                        <a:pt x="162" y="330"/>
                        <a:pt x="162" y="330"/>
                        <a:pt x="162" y="330"/>
                      </a:cubicBezTo>
                      <a:cubicBezTo>
                        <a:pt x="162" y="330"/>
                        <a:pt x="152" y="348"/>
                        <a:pt x="164" y="344"/>
                      </a:cubicBezTo>
                      <a:cubicBezTo>
                        <a:pt x="171" y="341"/>
                        <a:pt x="168" y="316"/>
                        <a:pt x="168" y="316"/>
                      </a:cubicBezTo>
                      <a:cubicBezTo>
                        <a:pt x="175" y="307"/>
                        <a:pt x="175" y="307"/>
                        <a:pt x="175" y="307"/>
                      </a:cubicBezTo>
                      <a:lnTo>
                        <a:pt x="169" y="296"/>
                      </a:lnTo>
                      <a:close/>
                      <a:moveTo>
                        <a:pt x="180" y="360"/>
                      </a:moveTo>
                      <a:cubicBezTo>
                        <a:pt x="170" y="372"/>
                        <a:pt x="176" y="414"/>
                        <a:pt x="198" y="410"/>
                      </a:cubicBezTo>
                      <a:cubicBezTo>
                        <a:pt x="207" y="408"/>
                        <a:pt x="191" y="348"/>
                        <a:pt x="180" y="360"/>
                      </a:cubicBezTo>
                      <a:close/>
                      <a:moveTo>
                        <a:pt x="35" y="152"/>
                      </a:moveTo>
                      <a:cubicBezTo>
                        <a:pt x="30" y="157"/>
                        <a:pt x="28" y="173"/>
                        <a:pt x="40" y="174"/>
                      </a:cubicBezTo>
                      <a:cubicBezTo>
                        <a:pt x="52" y="176"/>
                        <a:pt x="55" y="189"/>
                        <a:pt x="66" y="181"/>
                      </a:cubicBezTo>
                      <a:cubicBezTo>
                        <a:pt x="73" y="175"/>
                        <a:pt x="40" y="146"/>
                        <a:pt x="35" y="152"/>
                      </a:cubicBezTo>
                      <a:close/>
                      <a:moveTo>
                        <a:pt x="112" y="221"/>
                      </a:moveTo>
                      <a:cubicBezTo>
                        <a:pt x="104" y="221"/>
                        <a:pt x="94" y="234"/>
                        <a:pt x="106" y="242"/>
                      </a:cubicBezTo>
                      <a:cubicBezTo>
                        <a:pt x="118" y="250"/>
                        <a:pt x="122" y="280"/>
                        <a:pt x="134" y="280"/>
                      </a:cubicBezTo>
                      <a:cubicBezTo>
                        <a:pt x="141" y="280"/>
                        <a:pt x="142" y="249"/>
                        <a:pt x="138" y="245"/>
                      </a:cubicBezTo>
                      <a:cubicBezTo>
                        <a:pt x="134" y="241"/>
                        <a:pt x="120" y="221"/>
                        <a:pt x="112" y="221"/>
                      </a:cubicBezTo>
                      <a:close/>
                      <a:moveTo>
                        <a:pt x="1721" y="328"/>
                      </a:moveTo>
                      <a:cubicBezTo>
                        <a:pt x="1721" y="328"/>
                        <a:pt x="1725" y="316"/>
                        <a:pt x="1708" y="314"/>
                      </a:cubicBezTo>
                      <a:cubicBezTo>
                        <a:pt x="1691" y="311"/>
                        <a:pt x="1680" y="316"/>
                        <a:pt x="1680" y="316"/>
                      </a:cubicBezTo>
                      <a:cubicBezTo>
                        <a:pt x="1684" y="334"/>
                        <a:pt x="1684" y="334"/>
                        <a:pt x="1684" y="334"/>
                      </a:cubicBezTo>
                      <a:cubicBezTo>
                        <a:pt x="1693" y="333"/>
                        <a:pt x="1721" y="328"/>
                        <a:pt x="1721" y="328"/>
                      </a:cubicBezTo>
                      <a:close/>
                      <a:moveTo>
                        <a:pt x="230" y="434"/>
                      </a:moveTo>
                      <a:cubicBezTo>
                        <a:pt x="239" y="433"/>
                        <a:pt x="226" y="413"/>
                        <a:pt x="218" y="418"/>
                      </a:cubicBezTo>
                      <a:cubicBezTo>
                        <a:pt x="211" y="422"/>
                        <a:pt x="220" y="436"/>
                        <a:pt x="230" y="434"/>
                      </a:cubicBezTo>
                      <a:close/>
                      <a:moveTo>
                        <a:pt x="1652" y="438"/>
                      </a:moveTo>
                      <a:cubicBezTo>
                        <a:pt x="1674" y="429"/>
                        <a:pt x="1672" y="413"/>
                        <a:pt x="1672" y="413"/>
                      </a:cubicBezTo>
                      <a:cubicBezTo>
                        <a:pt x="1627" y="412"/>
                        <a:pt x="1627" y="412"/>
                        <a:pt x="1627" y="412"/>
                      </a:cubicBezTo>
                      <a:cubicBezTo>
                        <a:pt x="1627" y="412"/>
                        <a:pt x="1630" y="447"/>
                        <a:pt x="1652" y="438"/>
                      </a:cubicBezTo>
                      <a:close/>
                      <a:moveTo>
                        <a:pt x="1609" y="194"/>
                      </a:moveTo>
                      <a:cubicBezTo>
                        <a:pt x="1624" y="182"/>
                        <a:pt x="1618" y="175"/>
                        <a:pt x="1605" y="171"/>
                      </a:cubicBezTo>
                      <a:cubicBezTo>
                        <a:pt x="1592" y="167"/>
                        <a:pt x="1586" y="172"/>
                        <a:pt x="1586" y="172"/>
                      </a:cubicBezTo>
                      <a:cubicBezTo>
                        <a:pt x="1586" y="172"/>
                        <a:pt x="1601" y="202"/>
                        <a:pt x="1609" y="194"/>
                      </a:cubicBezTo>
                      <a:close/>
                      <a:moveTo>
                        <a:pt x="1918" y="353"/>
                      </a:moveTo>
                      <a:cubicBezTo>
                        <a:pt x="1937" y="362"/>
                        <a:pt x="1945" y="353"/>
                        <a:pt x="1930" y="346"/>
                      </a:cubicBezTo>
                      <a:cubicBezTo>
                        <a:pt x="1916" y="340"/>
                        <a:pt x="1910" y="349"/>
                        <a:pt x="1918" y="353"/>
                      </a:cubicBezTo>
                      <a:close/>
                      <a:moveTo>
                        <a:pt x="1950" y="413"/>
                      </a:moveTo>
                      <a:cubicBezTo>
                        <a:pt x="1959" y="413"/>
                        <a:pt x="1986" y="406"/>
                        <a:pt x="1986" y="406"/>
                      </a:cubicBezTo>
                      <a:cubicBezTo>
                        <a:pt x="1986" y="406"/>
                        <a:pt x="1962" y="396"/>
                        <a:pt x="1957" y="395"/>
                      </a:cubicBezTo>
                      <a:cubicBezTo>
                        <a:pt x="1953" y="394"/>
                        <a:pt x="1924" y="400"/>
                        <a:pt x="1924" y="400"/>
                      </a:cubicBezTo>
                      <a:cubicBezTo>
                        <a:pt x="1924" y="400"/>
                        <a:pt x="1940" y="413"/>
                        <a:pt x="1950" y="413"/>
                      </a:cubicBezTo>
                      <a:close/>
                      <a:moveTo>
                        <a:pt x="1145" y="370"/>
                      </a:moveTo>
                      <a:cubicBezTo>
                        <a:pt x="1142" y="380"/>
                        <a:pt x="1161" y="400"/>
                        <a:pt x="1153" y="409"/>
                      </a:cubicBezTo>
                      <a:cubicBezTo>
                        <a:pt x="1145" y="418"/>
                        <a:pt x="1122" y="424"/>
                        <a:pt x="1120" y="437"/>
                      </a:cubicBezTo>
                      <a:cubicBezTo>
                        <a:pt x="1119" y="451"/>
                        <a:pt x="1130" y="464"/>
                        <a:pt x="1130" y="464"/>
                      </a:cubicBezTo>
                      <a:cubicBezTo>
                        <a:pt x="1130" y="464"/>
                        <a:pt x="1114" y="478"/>
                        <a:pt x="1124" y="485"/>
                      </a:cubicBezTo>
                      <a:cubicBezTo>
                        <a:pt x="1135" y="492"/>
                        <a:pt x="1153" y="477"/>
                        <a:pt x="1157" y="489"/>
                      </a:cubicBezTo>
                      <a:cubicBezTo>
                        <a:pt x="1161" y="501"/>
                        <a:pt x="1153" y="510"/>
                        <a:pt x="1153" y="510"/>
                      </a:cubicBezTo>
                      <a:cubicBezTo>
                        <a:pt x="1164" y="524"/>
                        <a:pt x="1164" y="524"/>
                        <a:pt x="1164" y="524"/>
                      </a:cubicBezTo>
                      <a:cubicBezTo>
                        <a:pt x="1158" y="568"/>
                        <a:pt x="1158" y="568"/>
                        <a:pt x="1158" y="568"/>
                      </a:cubicBezTo>
                      <a:cubicBezTo>
                        <a:pt x="1158" y="568"/>
                        <a:pt x="1134" y="582"/>
                        <a:pt x="1146" y="606"/>
                      </a:cubicBezTo>
                      <a:cubicBezTo>
                        <a:pt x="1157" y="630"/>
                        <a:pt x="1173" y="630"/>
                        <a:pt x="1191" y="612"/>
                      </a:cubicBezTo>
                      <a:cubicBezTo>
                        <a:pt x="1208" y="595"/>
                        <a:pt x="1188" y="566"/>
                        <a:pt x="1188" y="566"/>
                      </a:cubicBezTo>
                      <a:cubicBezTo>
                        <a:pt x="1188" y="566"/>
                        <a:pt x="1209" y="551"/>
                        <a:pt x="1209" y="530"/>
                      </a:cubicBezTo>
                      <a:cubicBezTo>
                        <a:pt x="1208" y="508"/>
                        <a:pt x="1217" y="489"/>
                        <a:pt x="1210" y="476"/>
                      </a:cubicBezTo>
                      <a:cubicBezTo>
                        <a:pt x="1202" y="464"/>
                        <a:pt x="1198" y="439"/>
                        <a:pt x="1200" y="434"/>
                      </a:cubicBezTo>
                      <a:cubicBezTo>
                        <a:pt x="1201" y="429"/>
                        <a:pt x="1207" y="401"/>
                        <a:pt x="1217" y="419"/>
                      </a:cubicBezTo>
                      <a:cubicBezTo>
                        <a:pt x="1228" y="437"/>
                        <a:pt x="1228" y="468"/>
                        <a:pt x="1228" y="468"/>
                      </a:cubicBezTo>
                      <a:cubicBezTo>
                        <a:pt x="1251" y="494"/>
                        <a:pt x="1251" y="494"/>
                        <a:pt x="1251" y="494"/>
                      </a:cubicBezTo>
                      <a:cubicBezTo>
                        <a:pt x="1248" y="529"/>
                        <a:pt x="1248" y="529"/>
                        <a:pt x="1248" y="529"/>
                      </a:cubicBezTo>
                      <a:cubicBezTo>
                        <a:pt x="1265" y="551"/>
                        <a:pt x="1265" y="551"/>
                        <a:pt x="1265" y="551"/>
                      </a:cubicBezTo>
                      <a:cubicBezTo>
                        <a:pt x="1266" y="575"/>
                        <a:pt x="1266" y="575"/>
                        <a:pt x="1266" y="575"/>
                      </a:cubicBezTo>
                      <a:cubicBezTo>
                        <a:pt x="1275" y="624"/>
                        <a:pt x="1275" y="624"/>
                        <a:pt x="1275" y="624"/>
                      </a:cubicBezTo>
                      <a:cubicBezTo>
                        <a:pt x="1285" y="614"/>
                        <a:pt x="1285" y="614"/>
                        <a:pt x="1285" y="614"/>
                      </a:cubicBezTo>
                      <a:cubicBezTo>
                        <a:pt x="1312" y="622"/>
                        <a:pt x="1312" y="622"/>
                        <a:pt x="1312" y="622"/>
                      </a:cubicBezTo>
                      <a:cubicBezTo>
                        <a:pt x="1312" y="622"/>
                        <a:pt x="1314" y="605"/>
                        <a:pt x="1313" y="592"/>
                      </a:cubicBezTo>
                      <a:cubicBezTo>
                        <a:pt x="1312" y="579"/>
                        <a:pt x="1319" y="572"/>
                        <a:pt x="1319" y="572"/>
                      </a:cubicBezTo>
                      <a:cubicBezTo>
                        <a:pt x="1325" y="588"/>
                        <a:pt x="1325" y="588"/>
                        <a:pt x="1325" y="588"/>
                      </a:cubicBezTo>
                      <a:cubicBezTo>
                        <a:pt x="1325" y="588"/>
                        <a:pt x="1342" y="590"/>
                        <a:pt x="1344" y="574"/>
                      </a:cubicBezTo>
                      <a:cubicBezTo>
                        <a:pt x="1345" y="558"/>
                        <a:pt x="1341" y="546"/>
                        <a:pt x="1341" y="546"/>
                      </a:cubicBezTo>
                      <a:cubicBezTo>
                        <a:pt x="1341" y="546"/>
                        <a:pt x="1301" y="514"/>
                        <a:pt x="1303" y="502"/>
                      </a:cubicBezTo>
                      <a:cubicBezTo>
                        <a:pt x="1305" y="490"/>
                        <a:pt x="1324" y="477"/>
                        <a:pt x="1313" y="467"/>
                      </a:cubicBezTo>
                      <a:cubicBezTo>
                        <a:pt x="1301" y="457"/>
                        <a:pt x="1292" y="454"/>
                        <a:pt x="1291" y="446"/>
                      </a:cubicBezTo>
                      <a:cubicBezTo>
                        <a:pt x="1291" y="437"/>
                        <a:pt x="1304" y="418"/>
                        <a:pt x="1290" y="412"/>
                      </a:cubicBezTo>
                      <a:cubicBezTo>
                        <a:pt x="1277" y="407"/>
                        <a:pt x="1257" y="390"/>
                        <a:pt x="1257" y="390"/>
                      </a:cubicBezTo>
                      <a:cubicBezTo>
                        <a:pt x="1257" y="390"/>
                        <a:pt x="1279" y="395"/>
                        <a:pt x="1289" y="385"/>
                      </a:cubicBezTo>
                      <a:cubicBezTo>
                        <a:pt x="1298" y="376"/>
                        <a:pt x="1308" y="354"/>
                        <a:pt x="1308" y="354"/>
                      </a:cubicBezTo>
                      <a:cubicBezTo>
                        <a:pt x="1308" y="354"/>
                        <a:pt x="1347" y="356"/>
                        <a:pt x="1348" y="348"/>
                      </a:cubicBezTo>
                      <a:cubicBezTo>
                        <a:pt x="1349" y="339"/>
                        <a:pt x="1338" y="324"/>
                        <a:pt x="1328" y="323"/>
                      </a:cubicBezTo>
                      <a:cubicBezTo>
                        <a:pt x="1317" y="323"/>
                        <a:pt x="1310" y="341"/>
                        <a:pt x="1310" y="341"/>
                      </a:cubicBezTo>
                      <a:cubicBezTo>
                        <a:pt x="1310" y="341"/>
                        <a:pt x="1281" y="333"/>
                        <a:pt x="1269" y="337"/>
                      </a:cubicBezTo>
                      <a:cubicBezTo>
                        <a:pt x="1258" y="340"/>
                        <a:pt x="1252" y="369"/>
                        <a:pt x="1240" y="370"/>
                      </a:cubicBezTo>
                      <a:cubicBezTo>
                        <a:pt x="1229" y="370"/>
                        <a:pt x="1230" y="350"/>
                        <a:pt x="1213" y="340"/>
                      </a:cubicBezTo>
                      <a:cubicBezTo>
                        <a:pt x="1196" y="330"/>
                        <a:pt x="1188" y="333"/>
                        <a:pt x="1188" y="333"/>
                      </a:cubicBezTo>
                      <a:cubicBezTo>
                        <a:pt x="1188" y="333"/>
                        <a:pt x="1193" y="274"/>
                        <a:pt x="1209" y="273"/>
                      </a:cubicBezTo>
                      <a:cubicBezTo>
                        <a:pt x="1225" y="272"/>
                        <a:pt x="1255" y="283"/>
                        <a:pt x="1269" y="279"/>
                      </a:cubicBezTo>
                      <a:cubicBezTo>
                        <a:pt x="1282" y="276"/>
                        <a:pt x="1273" y="264"/>
                        <a:pt x="1284" y="266"/>
                      </a:cubicBezTo>
                      <a:cubicBezTo>
                        <a:pt x="1296" y="267"/>
                        <a:pt x="1349" y="293"/>
                        <a:pt x="1359" y="294"/>
                      </a:cubicBezTo>
                      <a:cubicBezTo>
                        <a:pt x="1370" y="294"/>
                        <a:pt x="1372" y="285"/>
                        <a:pt x="1379" y="281"/>
                      </a:cubicBezTo>
                      <a:cubicBezTo>
                        <a:pt x="1386" y="277"/>
                        <a:pt x="1399" y="283"/>
                        <a:pt x="1408" y="278"/>
                      </a:cubicBezTo>
                      <a:cubicBezTo>
                        <a:pt x="1417" y="272"/>
                        <a:pt x="1406" y="267"/>
                        <a:pt x="1415" y="258"/>
                      </a:cubicBezTo>
                      <a:cubicBezTo>
                        <a:pt x="1423" y="249"/>
                        <a:pt x="1443" y="240"/>
                        <a:pt x="1443" y="240"/>
                      </a:cubicBezTo>
                      <a:cubicBezTo>
                        <a:pt x="1436" y="220"/>
                        <a:pt x="1436" y="220"/>
                        <a:pt x="1436" y="220"/>
                      </a:cubicBezTo>
                      <a:cubicBezTo>
                        <a:pt x="1384" y="242"/>
                        <a:pt x="1384" y="242"/>
                        <a:pt x="1384" y="242"/>
                      </a:cubicBezTo>
                      <a:cubicBezTo>
                        <a:pt x="1384" y="242"/>
                        <a:pt x="1396" y="255"/>
                        <a:pt x="1381" y="256"/>
                      </a:cubicBezTo>
                      <a:cubicBezTo>
                        <a:pt x="1366" y="257"/>
                        <a:pt x="1353" y="248"/>
                        <a:pt x="1344" y="248"/>
                      </a:cubicBezTo>
                      <a:cubicBezTo>
                        <a:pt x="1336" y="248"/>
                        <a:pt x="1321" y="261"/>
                        <a:pt x="1311" y="259"/>
                      </a:cubicBezTo>
                      <a:cubicBezTo>
                        <a:pt x="1300" y="256"/>
                        <a:pt x="1275" y="244"/>
                        <a:pt x="1268" y="244"/>
                      </a:cubicBezTo>
                      <a:cubicBezTo>
                        <a:pt x="1261" y="244"/>
                        <a:pt x="1245" y="244"/>
                        <a:pt x="1245" y="244"/>
                      </a:cubicBezTo>
                      <a:cubicBezTo>
                        <a:pt x="1253" y="232"/>
                        <a:pt x="1253" y="232"/>
                        <a:pt x="1253" y="232"/>
                      </a:cubicBezTo>
                      <a:cubicBezTo>
                        <a:pt x="1253" y="232"/>
                        <a:pt x="1226" y="225"/>
                        <a:pt x="1223" y="228"/>
                      </a:cubicBezTo>
                      <a:cubicBezTo>
                        <a:pt x="1219" y="232"/>
                        <a:pt x="1224" y="249"/>
                        <a:pt x="1212" y="256"/>
                      </a:cubicBezTo>
                      <a:cubicBezTo>
                        <a:pt x="1201" y="263"/>
                        <a:pt x="1179" y="261"/>
                        <a:pt x="1179" y="267"/>
                      </a:cubicBezTo>
                      <a:cubicBezTo>
                        <a:pt x="1179" y="273"/>
                        <a:pt x="1178" y="287"/>
                        <a:pt x="1178" y="287"/>
                      </a:cubicBezTo>
                      <a:cubicBezTo>
                        <a:pt x="1164" y="289"/>
                        <a:pt x="1164" y="289"/>
                        <a:pt x="1164" y="289"/>
                      </a:cubicBezTo>
                      <a:cubicBezTo>
                        <a:pt x="1174" y="336"/>
                        <a:pt x="1174" y="336"/>
                        <a:pt x="1174" y="336"/>
                      </a:cubicBezTo>
                      <a:cubicBezTo>
                        <a:pt x="1164" y="335"/>
                        <a:pt x="1164" y="335"/>
                        <a:pt x="1164" y="335"/>
                      </a:cubicBezTo>
                      <a:cubicBezTo>
                        <a:pt x="1164" y="335"/>
                        <a:pt x="1147" y="360"/>
                        <a:pt x="1145" y="370"/>
                      </a:cubicBezTo>
                      <a:close/>
                      <a:moveTo>
                        <a:pt x="1328" y="387"/>
                      </a:moveTo>
                      <a:cubicBezTo>
                        <a:pt x="1328" y="400"/>
                        <a:pt x="1328" y="400"/>
                        <a:pt x="1328" y="400"/>
                      </a:cubicBezTo>
                      <a:cubicBezTo>
                        <a:pt x="1328" y="400"/>
                        <a:pt x="1343" y="412"/>
                        <a:pt x="1350" y="395"/>
                      </a:cubicBezTo>
                      <a:cubicBezTo>
                        <a:pt x="1358" y="379"/>
                        <a:pt x="1328" y="387"/>
                        <a:pt x="1328" y="387"/>
                      </a:cubicBezTo>
                      <a:close/>
                      <a:moveTo>
                        <a:pt x="1127" y="743"/>
                      </a:moveTo>
                      <a:cubicBezTo>
                        <a:pt x="1118" y="740"/>
                        <a:pt x="1111" y="746"/>
                        <a:pt x="1111" y="746"/>
                      </a:cubicBezTo>
                      <a:cubicBezTo>
                        <a:pt x="1080" y="739"/>
                        <a:pt x="1080" y="739"/>
                        <a:pt x="1080" y="739"/>
                      </a:cubicBezTo>
                      <a:cubicBezTo>
                        <a:pt x="1099" y="766"/>
                        <a:pt x="1099" y="766"/>
                        <a:pt x="1099" y="766"/>
                      </a:cubicBezTo>
                      <a:cubicBezTo>
                        <a:pt x="1099" y="766"/>
                        <a:pt x="1126" y="793"/>
                        <a:pt x="1132" y="775"/>
                      </a:cubicBezTo>
                      <a:cubicBezTo>
                        <a:pt x="1137" y="758"/>
                        <a:pt x="1136" y="746"/>
                        <a:pt x="1127" y="743"/>
                      </a:cubicBezTo>
                      <a:close/>
                      <a:moveTo>
                        <a:pt x="1400" y="740"/>
                      </a:moveTo>
                      <a:cubicBezTo>
                        <a:pt x="1379" y="754"/>
                        <a:pt x="1379" y="754"/>
                        <a:pt x="1379" y="754"/>
                      </a:cubicBezTo>
                      <a:cubicBezTo>
                        <a:pt x="1400" y="759"/>
                        <a:pt x="1400" y="759"/>
                        <a:pt x="1400" y="759"/>
                      </a:cubicBezTo>
                      <a:lnTo>
                        <a:pt x="1400" y="740"/>
                      </a:lnTo>
                      <a:close/>
                      <a:moveTo>
                        <a:pt x="327" y="200"/>
                      </a:moveTo>
                      <a:cubicBezTo>
                        <a:pt x="315" y="190"/>
                        <a:pt x="304" y="196"/>
                        <a:pt x="310" y="212"/>
                      </a:cubicBezTo>
                      <a:cubicBezTo>
                        <a:pt x="314" y="226"/>
                        <a:pt x="339" y="209"/>
                        <a:pt x="327" y="200"/>
                      </a:cubicBezTo>
                      <a:close/>
                      <a:moveTo>
                        <a:pt x="1569" y="393"/>
                      </a:moveTo>
                      <a:cubicBezTo>
                        <a:pt x="1561" y="383"/>
                        <a:pt x="1542" y="370"/>
                        <a:pt x="1542" y="370"/>
                      </a:cubicBezTo>
                      <a:cubicBezTo>
                        <a:pt x="1540" y="400"/>
                        <a:pt x="1540" y="400"/>
                        <a:pt x="1540" y="400"/>
                      </a:cubicBezTo>
                      <a:cubicBezTo>
                        <a:pt x="1552" y="408"/>
                        <a:pt x="1578" y="404"/>
                        <a:pt x="1569" y="393"/>
                      </a:cubicBezTo>
                      <a:close/>
                      <a:moveTo>
                        <a:pt x="1543" y="318"/>
                      </a:moveTo>
                      <a:cubicBezTo>
                        <a:pt x="1552" y="325"/>
                        <a:pt x="1590" y="359"/>
                        <a:pt x="1599" y="356"/>
                      </a:cubicBezTo>
                      <a:cubicBezTo>
                        <a:pt x="1608" y="353"/>
                        <a:pt x="1598" y="340"/>
                        <a:pt x="1587" y="334"/>
                      </a:cubicBezTo>
                      <a:cubicBezTo>
                        <a:pt x="1577" y="328"/>
                        <a:pt x="1571" y="316"/>
                        <a:pt x="1581" y="306"/>
                      </a:cubicBezTo>
                      <a:cubicBezTo>
                        <a:pt x="1592" y="296"/>
                        <a:pt x="1611" y="306"/>
                        <a:pt x="1611" y="306"/>
                      </a:cubicBezTo>
                      <a:cubicBezTo>
                        <a:pt x="1620" y="299"/>
                        <a:pt x="1620" y="299"/>
                        <a:pt x="1620" y="299"/>
                      </a:cubicBezTo>
                      <a:cubicBezTo>
                        <a:pt x="1603" y="288"/>
                        <a:pt x="1603" y="288"/>
                        <a:pt x="1603" y="288"/>
                      </a:cubicBezTo>
                      <a:cubicBezTo>
                        <a:pt x="1603" y="288"/>
                        <a:pt x="1617" y="281"/>
                        <a:pt x="1620" y="269"/>
                      </a:cubicBezTo>
                      <a:cubicBezTo>
                        <a:pt x="1623" y="258"/>
                        <a:pt x="1608" y="250"/>
                        <a:pt x="1598" y="249"/>
                      </a:cubicBezTo>
                      <a:cubicBezTo>
                        <a:pt x="1587" y="247"/>
                        <a:pt x="1577" y="274"/>
                        <a:pt x="1565" y="275"/>
                      </a:cubicBezTo>
                      <a:cubicBezTo>
                        <a:pt x="1554" y="277"/>
                        <a:pt x="1557" y="250"/>
                        <a:pt x="1557" y="250"/>
                      </a:cubicBezTo>
                      <a:cubicBezTo>
                        <a:pt x="1557" y="250"/>
                        <a:pt x="1567" y="237"/>
                        <a:pt x="1570" y="227"/>
                      </a:cubicBezTo>
                      <a:cubicBezTo>
                        <a:pt x="1573" y="216"/>
                        <a:pt x="1567" y="211"/>
                        <a:pt x="1567" y="211"/>
                      </a:cubicBezTo>
                      <a:cubicBezTo>
                        <a:pt x="1576" y="184"/>
                        <a:pt x="1576" y="184"/>
                        <a:pt x="1576" y="184"/>
                      </a:cubicBezTo>
                      <a:cubicBezTo>
                        <a:pt x="1548" y="211"/>
                        <a:pt x="1548" y="211"/>
                        <a:pt x="1548" y="211"/>
                      </a:cubicBezTo>
                      <a:cubicBezTo>
                        <a:pt x="1548" y="230"/>
                        <a:pt x="1548" y="230"/>
                        <a:pt x="1548" y="230"/>
                      </a:cubicBezTo>
                      <a:cubicBezTo>
                        <a:pt x="1548" y="230"/>
                        <a:pt x="1525" y="240"/>
                        <a:pt x="1527" y="265"/>
                      </a:cubicBezTo>
                      <a:cubicBezTo>
                        <a:pt x="1529" y="281"/>
                        <a:pt x="1540" y="284"/>
                        <a:pt x="1543" y="293"/>
                      </a:cubicBezTo>
                      <a:cubicBezTo>
                        <a:pt x="1546" y="302"/>
                        <a:pt x="1535" y="310"/>
                        <a:pt x="1543" y="318"/>
                      </a:cubicBezTo>
                      <a:close/>
                      <a:moveTo>
                        <a:pt x="1505" y="474"/>
                      </a:moveTo>
                      <a:cubicBezTo>
                        <a:pt x="1496" y="464"/>
                        <a:pt x="1496" y="464"/>
                        <a:pt x="1496" y="464"/>
                      </a:cubicBezTo>
                      <a:cubicBezTo>
                        <a:pt x="1482" y="475"/>
                        <a:pt x="1482" y="475"/>
                        <a:pt x="1482" y="475"/>
                      </a:cubicBezTo>
                      <a:cubicBezTo>
                        <a:pt x="1482" y="475"/>
                        <a:pt x="1475" y="494"/>
                        <a:pt x="1489" y="503"/>
                      </a:cubicBezTo>
                      <a:cubicBezTo>
                        <a:pt x="1502" y="513"/>
                        <a:pt x="1521" y="509"/>
                        <a:pt x="1521" y="509"/>
                      </a:cubicBezTo>
                      <a:cubicBezTo>
                        <a:pt x="1529" y="498"/>
                        <a:pt x="1517" y="471"/>
                        <a:pt x="1517" y="471"/>
                      </a:cubicBezTo>
                      <a:lnTo>
                        <a:pt x="1505" y="474"/>
                      </a:lnTo>
                      <a:close/>
                      <a:moveTo>
                        <a:pt x="1437" y="740"/>
                      </a:moveTo>
                      <a:cubicBezTo>
                        <a:pt x="1487" y="728"/>
                        <a:pt x="1487" y="728"/>
                        <a:pt x="1487" y="728"/>
                      </a:cubicBezTo>
                      <a:cubicBezTo>
                        <a:pt x="1449" y="718"/>
                        <a:pt x="1449" y="718"/>
                        <a:pt x="1449" y="718"/>
                      </a:cubicBezTo>
                      <a:lnTo>
                        <a:pt x="1437" y="740"/>
                      </a:lnTo>
                      <a:close/>
                      <a:moveTo>
                        <a:pt x="1700" y="502"/>
                      </a:moveTo>
                      <a:cubicBezTo>
                        <a:pt x="1686" y="490"/>
                        <a:pt x="1686" y="490"/>
                        <a:pt x="1686" y="490"/>
                      </a:cubicBezTo>
                      <a:cubicBezTo>
                        <a:pt x="1687" y="479"/>
                        <a:pt x="1687" y="479"/>
                        <a:pt x="1687" y="479"/>
                      </a:cubicBezTo>
                      <a:cubicBezTo>
                        <a:pt x="1687" y="479"/>
                        <a:pt x="1681" y="458"/>
                        <a:pt x="1634" y="448"/>
                      </a:cubicBezTo>
                      <a:cubicBezTo>
                        <a:pt x="1618" y="444"/>
                        <a:pt x="1608" y="454"/>
                        <a:pt x="1597" y="459"/>
                      </a:cubicBezTo>
                      <a:cubicBezTo>
                        <a:pt x="1591" y="461"/>
                        <a:pt x="1583" y="457"/>
                        <a:pt x="1579" y="460"/>
                      </a:cubicBezTo>
                      <a:cubicBezTo>
                        <a:pt x="1566" y="468"/>
                        <a:pt x="1562" y="484"/>
                        <a:pt x="1566" y="487"/>
                      </a:cubicBezTo>
                      <a:cubicBezTo>
                        <a:pt x="1573" y="493"/>
                        <a:pt x="1580" y="479"/>
                        <a:pt x="1580" y="479"/>
                      </a:cubicBezTo>
                      <a:cubicBezTo>
                        <a:pt x="1580" y="479"/>
                        <a:pt x="1580" y="495"/>
                        <a:pt x="1591" y="497"/>
                      </a:cubicBezTo>
                      <a:cubicBezTo>
                        <a:pt x="1602" y="498"/>
                        <a:pt x="1604" y="478"/>
                        <a:pt x="1604" y="478"/>
                      </a:cubicBezTo>
                      <a:cubicBezTo>
                        <a:pt x="1604" y="478"/>
                        <a:pt x="1612" y="489"/>
                        <a:pt x="1619" y="489"/>
                      </a:cubicBezTo>
                      <a:cubicBezTo>
                        <a:pt x="1626" y="489"/>
                        <a:pt x="1644" y="474"/>
                        <a:pt x="1644" y="474"/>
                      </a:cubicBezTo>
                      <a:cubicBezTo>
                        <a:pt x="1654" y="509"/>
                        <a:pt x="1654" y="509"/>
                        <a:pt x="1654" y="509"/>
                      </a:cubicBezTo>
                      <a:cubicBezTo>
                        <a:pt x="1673" y="495"/>
                        <a:pt x="1673" y="495"/>
                        <a:pt x="1673" y="495"/>
                      </a:cubicBezTo>
                      <a:cubicBezTo>
                        <a:pt x="1695" y="519"/>
                        <a:pt x="1695" y="519"/>
                        <a:pt x="1695" y="519"/>
                      </a:cubicBezTo>
                      <a:lnTo>
                        <a:pt x="1700" y="502"/>
                      </a:lnTo>
                      <a:close/>
                      <a:moveTo>
                        <a:pt x="2179" y="454"/>
                      </a:moveTo>
                      <a:cubicBezTo>
                        <a:pt x="2153" y="435"/>
                        <a:pt x="2153" y="435"/>
                        <a:pt x="2153" y="435"/>
                      </a:cubicBezTo>
                      <a:cubicBezTo>
                        <a:pt x="2153" y="435"/>
                        <a:pt x="2134" y="437"/>
                        <a:pt x="2124" y="437"/>
                      </a:cubicBezTo>
                      <a:cubicBezTo>
                        <a:pt x="2113" y="437"/>
                        <a:pt x="2045" y="394"/>
                        <a:pt x="2032" y="390"/>
                      </a:cubicBezTo>
                      <a:cubicBezTo>
                        <a:pt x="2019" y="386"/>
                        <a:pt x="1998" y="405"/>
                        <a:pt x="1998" y="405"/>
                      </a:cubicBezTo>
                      <a:cubicBezTo>
                        <a:pt x="2007" y="423"/>
                        <a:pt x="2007" y="423"/>
                        <a:pt x="2007" y="423"/>
                      </a:cubicBezTo>
                      <a:cubicBezTo>
                        <a:pt x="1956" y="428"/>
                        <a:pt x="1956" y="428"/>
                        <a:pt x="1956" y="428"/>
                      </a:cubicBezTo>
                      <a:cubicBezTo>
                        <a:pt x="1960" y="446"/>
                        <a:pt x="1960" y="446"/>
                        <a:pt x="1960" y="446"/>
                      </a:cubicBezTo>
                      <a:cubicBezTo>
                        <a:pt x="1960" y="446"/>
                        <a:pt x="1950" y="477"/>
                        <a:pt x="1913" y="484"/>
                      </a:cubicBezTo>
                      <a:cubicBezTo>
                        <a:pt x="1876" y="492"/>
                        <a:pt x="1886" y="443"/>
                        <a:pt x="1880" y="443"/>
                      </a:cubicBezTo>
                      <a:cubicBezTo>
                        <a:pt x="1875" y="443"/>
                        <a:pt x="1869" y="465"/>
                        <a:pt x="1869" y="465"/>
                      </a:cubicBezTo>
                      <a:cubicBezTo>
                        <a:pt x="1869" y="465"/>
                        <a:pt x="1861" y="448"/>
                        <a:pt x="1861" y="439"/>
                      </a:cubicBezTo>
                      <a:cubicBezTo>
                        <a:pt x="1861" y="429"/>
                        <a:pt x="1862" y="402"/>
                        <a:pt x="1859" y="385"/>
                      </a:cubicBezTo>
                      <a:cubicBezTo>
                        <a:pt x="1857" y="368"/>
                        <a:pt x="1846" y="350"/>
                        <a:pt x="1846" y="350"/>
                      </a:cubicBezTo>
                      <a:cubicBezTo>
                        <a:pt x="1820" y="350"/>
                        <a:pt x="1820" y="350"/>
                        <a:pt x="1820" y="350"/>
                      </a:cubicBezTo>
                      <a:cubicBezTo>
                        <a:pt x="1820" y="350"/>
                        <a:pt x="1799" y="326"/>
                        <a:pt x="1781" y="326"/>
                      </a:cubicBezTo>
                      <a:cubicBezTo>
                        <a:pt x="1763" y="326"/>
                        <a:pt x="1744" y="351"/>
                        <a:pt x="1744" y="351"/>
                      </a:cubicBezTo>
                      <a:cubicBezTo>
                        <a:pt x="1728" y="355"/>
                        <a:pt x="1728" y="355"/>
                        <a:pt x="1728" y="355"/>
                      </a:cubicBezTo>
                      <a:cubicBezTo>
                        <a:pt x="1723" y="367"/>
                        <a:pt x="1723" y="367"/>
                        <a:pt x="1723" y="367"/>
                      </a:cubicBezTo>
                      <a:cubicBezTo>
                        <a:pt x="1711" y="373"/>
                        <a:pt x="1711" y="373"/>
                        <a:pt x="1711" y="373"/>
                      </a:cubicBezTo>
                      <a:cubicBezTo>
                        <a:pt x="1711" y="364"/>
                        <a:pt x="1711" y="364"/>
                        <a:pt x="1711" y="364"/>
                      </a:cubicBezTo>
                      <a:cubicBezTo>
                        <a:pt x="1711" y="364"/>
                        <a:pt x="1704" y="352"/>
                        <a:pt x="1693" y="356"/>
                      </a:cubicBezTo>
                      <a:cubicBezTo>
                        <a:pt x="1693" y="356"/>
                        <a:pt x="1693" y="369"/>
                        <a:pt x="1702" y="382"/>
                      </a:cubicBezTo>
                      <a:cubicBezTo>
                        <a:pt x="1711" y="395"/>
                        <a:pt x="1732" y="388"/>
                        <a:pt x="1749" y="393"/>
                      </a:cubicBezTo>
                      <a:cubicBezTo>
                        <a:pt x="1766" y="398"/>
                        <a:pt x="1751" y="406"/>
                        <a:pt x="1760" y="422"/>
                      </a:cubicBezTo>
                      <a:cubicBezTo>
                        <a:pt x="1769" y="437"/>
                        <a:pt x="1799" y="424"/>
                        <a:pt x="1821" y="424"/>
                      </a:cubicBezTo>
                      <a:cubicBezTo>
                        <a:pt x="1844" y="424"/>
                        <a:pt x="1845" y="429"/>
                        <a:pt x="1845" y="440"/>
                      </a:cubicBezTo>
                      <a:cubicBezTo>
                        <a:pt x="1845" y="450"/>
                        <a:pt x="1819" y="440"/>
                        <a:pt x="1811" y="441"/>
                      </a:cubicBezTo>
                      <a:cubicBezTo>
                        <a:pt x="1803" y="443"/>
                        <a:pt x="1785" y="454"/>
                        <a:pt x="1785" y="454"/>
                      </a:cubicBezTo>
                      <a:cubicBezTo>
                        <a:pt x="1785" y="454"/>
                        <a:pt x="1757" y="454"/>
                        <a:pt x="1751" y="461"/>
                      </a:cubicBezTo>
                      <a:cubicBezTo>
                        <a:pt x="1744" y="467"/>
                        <a:pt x="1774" y="474"/>
                        <a:pt x="1781" y="478"/>
                      </a:cubicBezTo>
                      <a:cubicBezTo>
                        <a:pt x="1787" y="482"/>
                        <a:pt x="1797" y="498"/>
                        <a:pt x="1797" y="498"/>
                      </a:cubicBezTo>
                      <a:cubicBezTo>
                        <a:pt x="1797" y="498"/>
                        <a:pt x="1781" y="517"/>
                        <a:pt x="1790" y="530"/>
                      </a:cubicBezTo>
                      <a:cubicBezTo>
                        <a:pt x="1799" y="543"/>
                        <a:pt x="1819" y="508"/>
                        <a:pt x="1819" y="504"/>
                      </a:cubicBezTo>
                      <a:cubicBezTo>
                        <a:pt x="1819" y="500"/>
                        <a:pt x="1838" y="471"/>
                        <a:pt x="1838" y="471"/>
                      </a:cubicBezTo>
                      <a:cubicBezTo>
                        <a:pt x="1836" y="496"/>
                        <a:pt x="1836" y="496"/>
                        <a:pt x="1836" y="496"/>
                      </a:cubicBezTo>
                      <a:cubicBezTo>
                        <a:pt x="1836" y="496"/>
                        <a:pt x="1849" y="509"/>
                        <a:pt x="1859" y="518"/>
                      </a:cubicBezTo>
                      <a:cubicBezTo>
                        <a:pt x="1870" y="528"/>
                        <a:pt x="1891" y="520"/>
                        <a:pt x="1891" y="520"/>
                      </a:cubicBezTo>
                      <a:cubicBezTo>
                        <a:pt x="1882" y="529"/>
                        <a:pt x="1882" y="529"/>
                        <a:pt x="1882" y="529"/>
                      </a:cubicBezTo>
                      <a:cubicBezTo>
                        <a:pt x="1903" y="549"/>
                        <a:pt x="1903" y="549"/>
                        <a:pt x="1903" y="549"/>
                      </a:cubicBezTo>
                      <a:cubicBezTo>
                        <a:pt x="1941" y="550"/>
                        <a:pt x="1941" y="550"/>
                        <a:pt x="1941" y="550"/>
                      </a:cubicBezTo>
                      <a:cubicBezTo>
                        <a:pt x="1964" y="567"/>
                        <a:pt x="1964" y="567"/>
                        <a:pt x="1964" y="567"/>
                      </a:cubicBezTo>
                      <a:cubicBezTo>
                        <a:pt x="1964" y="567"/>
                        <a:pt x="2006" y="581"/>
                        <a:pt x="2030" y="598"/>
                      </a:cubicBezTo>
                      <a:cubicBezTo>
                        <a:pt x="2053" y="615"/>
                        <a:pt x="2048" y="621"/>
                        <a:pt x="2049" y="640"/>
                      </a:cubicBezTo>
                      <a:cubicBezTo>
                        <a:pt x="2051" y="660"/>
                        <a:pt x="2073" y="669"/>
                        <a:pt x="2073" y="669"/>
                      </a:cubicBezTo>
                      <a:cubicBezTo>
                        <a:pt x="2073" y="669"/>
                        <a:pt x="2056" y="672"/>
                        <a:pt x="2056" y="681"/>
                      </a:cubicBezTo>
                      <a:cubicBezTo>
                        <a:pt x="2056" y="690"/>
                        <a:pt x="2082" y="691"/>
                        <a:pt x="2082" y="691"/>
                      </a:cubicBezTo>
                      <a:cubicBezTo>
                        <a:pt x="2066" y="697"/>
                        <a:pt x="2066" y="697"/>
                        <a:pt x="2066" y="697"/>
                      </a:cubicBezTo>
                      <a:cubicBezTo>
                        <a:pt x="2067" y="705"/>
                        <a:pt x="2067" y="705"/>
                        <a:pt x="2067" y="705"/>
                      </a:cubicBezTo>
                      <a:cubicBezTo>
                        <a:pt x="2072" y="708"/>
                        <a:pt x="2072" y="708"/>
                        <a:pt x="2072" y="708"/>
                      </a:cubicBezTo>
                      <a:cubicBezTo>
                        <a:pt x="2077" y="729"/>
                        <a:pt x="2077" y="729"/>
                        <a:pt x="2077" y="729"/>
                      </a:cubicBezTo>
                      <a:cubicBezTo>
                        <a:pt x="2067" y="750"/>
                        <a:pt x="2067" y="750"/>
                        <a:pt x="2067" y="750"/>
                      </a:cubicBezTo>
                      <a:cubicBezTo>
                        <a:pt x="2073" y="749"/>
                        <a:pt x="2078" y="748"/>
                        <a:pt x="2081" y="749"/>
                      </a:cubicBezTo>
                      <a:cubicBezTo>
                        <a:pt x="2086" y="752"/>
                        <a:pt x="2120" y="737"/>
                        <a:pt x="2120" y="737"/>
                      </a:cubicBezTo>
                      <a:cubicBezTo>
                        <a:pt x="2120" y="755"/>
                        <a:pt x="2120" y="755"/>
                        <a:pt x="2120" y="755"/>
                      </a:cubicBezTo>
                      <a:cubicBezTo>
                        <a:pt x="2120" y="755"/>
                        <a:pt x="2147" y="788"/>
                        <a:pt x="2159" y="797"/>
                      </a:cubicBezTo>
                      <a:cubicBezTo>
                        <a:pt x="2161" y="798"/>
                        <a:pt x="2162" y="799"/>
                        <a:pt x="2164" y="800"/>
                      </a:cubicBezTo>
                      <a:cubicBezTo>
                        <a:pt x="2166" y="768"/>
                        <a:pt x="2166" y="768"/>
                        <a:pt x="2166" y="768"/>
                      </a:cubicBezTo>
                      <a:cubicBezTo>
                        <a:pt x="2162" y="752"/>
                        <a:pt x="2162" y="752"/>
                        <a:pt x="2162" y="752"/>
                      </a:cubicBezTo>
                      <a:cubicBezTo>
                        <a:pt x="2162" y="752"/>
                        <a:pt x="2166" y="733"/>
                        <a:pt x="2168" y="726"/>
                      </a:cubicBezTo>
                      <a:cubicBezTo>
                        <a:pt x="2170" y="718"/>
                        <a:pt x="2173" y="681"/>
                        <a:pt x="2173" y="681"/>
                      </a:cubicBezTo>
                      <a:cubicBezTo>
                        <a:pt x="2173" y="681"/>
                        <a:pt x="2169" y="683"/>
                        <a:pt x="2158" y="676"/>
                      </a:cubicBezTo>
                      <a:cubicBezTo>
                        <a:pt x="2147" y="670"/>
                        <a:pt x="2174" y="652"/>
                        <a:pt x="2174" y="652"/>
                      </a:cubicBezTo>
                      <a:cubicBezTo>
                        <a:pt x="2174" y="652"/>
                        <a:pt x="2173" y="626"/>
                        <a:pt x="2171" y="611"/>
                      </a:cubicBezTo>
                      <a:cubicBezTo>
                        <a:pt x="2169" y="596"/>
                        <a:pt x="2177" y="574"/>
                        <a:pt x="2177" y="554"/>
                      </a:cubicBezTo>
                      <a:cubicBezTo>
                        <a:pt x="2177" y="538"/>
                        <a:pt x="2179" y="474"/>
                        <a:pt x="2179" y="454"/>
                      </a:cubicBezTo>
                      <a:close/>
                      <a:moveTo>
                        <a:pt x="228" y="446"/>
                      </a:moveTo>
                      <a:cubicBezTo>
                        <a:pt x="220" y="453"/>
                        <a:pt x="238" y="462"/>
                        <a:pt x="238" y="462"/>
                      </a:cubicBezTo>
                      <a:cubicBezTo>
                        <a:pt x="238" y="462"/>
                        <a:pt x="250" y="486"/>
                        <a:pt x="258" y="478"/>
                      </a:cubicBezTo>
                      <a:cubicBezTo>
                        <a:pt x="266" y="470"/>
                        <a:pt x="234" y="442"/>
                        <a:pt x="228" y="446"/>
                      </a:cubicBezTo>
                      <a:close/>
                      <a:moveTo>
                        <a:pt x="1691" y="739"/>
                      </a:moveTo>
                      <a:cubicBezTo>
                        <a:pt x="1701" y="745"/>
                        <a:pt x="1701" y="745"/>
                        <a:pt x="1701" y="745"/>
                      </a:cubicBezTo>
                      <a:cubicBezTo>
                        <a:pt x="1720" y="730"/>
                        <a:pt x="1720" y="730"/>
                        <a:pt x="1720" y="730"/>
                      </a:cubicBezTo>
                      <a:cubicBezTo>
                        <a:pt x="1720" y="730"/>
                        <a:pt x="1742" y="738"/>
                        <a:pt x="1742" y="716"/>
                      </a:cubicBezTo>
                      <a:cubicBezTo>
                        <a:pt x="1742" y="694"/>
                        <a:pt x="1691" y="720"/>
                        <a:pt x="1691" y="739"/>
                      </a:cubicBezTo>
                      <a:close/>
                      <a:moveTo>
                        <a:pt x="2068" y="714"/>
                      </a:moveTo>
                      <a:cubicBezTo>
                        <a:pt x="2067" y="713"/>
                        <a:pt x="2067" y="713"/>
                        <a:pt x="2067" y="713"/>
                      </a:cubicBezTo>
                      <a:cubicBezTo>
                        <a:pt x="2065" y="710"/>
                        <a:pt x="2056" y="702"/>
                        <a:pt x="2037" y="711"/>
                      </a:cubicBezTo>
                      <a:cubicBezTo>
                        <a:pt x="2015" y="721"/>
                        <a:pt x="2011" y="759"/>
                        <a:pt x="2011" y="759"/>
                      </a:cubicBezTo>
                      <a:cubicBezTo>
                        <a:pt x="2053" y="754"/>
                        <a:pt x="2053" y="754"/>
                        <a:pt x="2053" y="754"/>
                      </a:cubicBezTo>
                      <a:cubicBezTo>
                        <a:pt x="2053" y="754"/>
                        <a:pt x="2059" y="752"/>
                        <a:pt x="2066" y="750"/>
                      </a:cubicBezTo>
                      <a:cubicBezTo>
                        <a:pt x="2072" y="728"/>
                        <a:pt x="2072" y="728"/>
                        <a:pt x="2072" y="728"/>
                      </a:cubicBezTo>
                      <a:lnTo>
                        <a:pt x="2068" y="714"/>
                      </a:lnTo>
                      <a:close/>
                      <a:moveTo>
                        <a:pt x="1857" y="631"/>
                      </a:moveTo>
                      <a:cubicBezTo>
                        <a:pt x="1847" y="641"/>
                        <a:pt x="1847" y="641"/>
                        <a:pt x="1847" y="641"/>
                      </a:cubicBezTo>
                      <a:cubicBezTo>
                        <a:pt x="1849" y="676"/>
                        <a:pt x="1849" y="676"/>
                        <a:pt x="1849" y="676"/>
                      </a:cubicBezTo>
                      <a:cubicBezTo>
                        <a:pt x="1860" y="679"/>
                        <a:pt x="1860" y="679"/>
                        <a:pt x="1860" y="679"/>
                      </a:cubicBezTo>
                      <a:cubicBezTo>
                        <a:pt x="1859" y="666"/>
                        <a:pt x="1859" y="666"/>
                        <a:pt x="1859" y="666"/>
                      </a:cubicBezTo>
                      <a:cubicBezTo>
                        <a:pt x="1866" y="663"/>
                        <a:pt x="1866" y="663"/>
                        <a:pt x="1866" y="663"/>
                      </a:cubicBezTo>
                      <a:cubicBezTo>
                        <a:pt x="1865" y="648"/>
                        <a:pt x="1865" y="648"/>
                        <a:pt x="1865" y="648"/>
                      </a:cubicBezTo>
                      <a:cubicBezTo>
                        <a:pt x="1856" y="648"/>
                        <a:pt x="1856" y="648"/>
                        <a:pt x="1856" y="648"/>
                      </a:cubicBezTo>
                      <a:cubicBezTo>
                        <a:pt x="1868" y="628"/>
                        <a:pt x="1868" y="628"/>
                        <a:pt x="1868" y="628"/>
                      </a:cubicBezTo>
                      <a:cubicBezTo>
                        <a:pt x="1881" y="606"/>
                        <a:pt x="1881" y="606"/>
                        <a:pt x="1881" y="606"/>
                      </a:cubicBezTo>
                      <a:cubicBezTo>
                        <a:pt x="1862" y="610"/>
                        <a:pt x="1862" y="610"/>
                        <a:pt x="1862" y="610"/>
                      </a:cubicBezTo>
                      <a:lnTo>
                        <a:pt x="1857" y="631"/>
                      </a:lnTo>
                      <a:close/>
                      <a:moveTo>
                        <a:pt x="1427" y="403"/>
                      </a:moveTo>
                      <a:cubicBezTo>
                        <a:pt x="1427" y="403"/>
                        <a:pt x="1405" y="391"/>
                        <a:pt x="1398" y="394"/>
                      </a:cubicBezTo>
                      <a:cubicBezTo>
                        <a:pt x="1392" y="397"/>
                        <a:pt x="1389" y="406"/>
                        <a:pt x="1389" y="406"/>
                      </a:cubicBezTo>
                      <a:cubicBezTo>
                        <a:pt x="1396" y="420"/>
                        <a:pt x="1427" y="415"/>
                        <a:pt x="1427" y="415"/>
                      </a:cubicBezTo>
                      <a:cubicBezTo>
                        <a:pt x="1480" y="405"/>
                        <a:pt x="1480" y="405"/>
                        <a:pt x="1480" y="405"/>
                      </a:cubicBezTo>
                      <a:lnTo>
                        <a:pt x="1427" y="403"/>
                      </a:lnTo>
                      <a:close/>
                      <a:moveTo>
                        <a:pt x="879" y="696"/>
                      </a:moveTo>
                      <a:cubicBezTo>
                        <a:pt x="917" y="669"/>
                        <a:pt x="917" y="669"/>
                        <a:pt x="917" y="669"/>
                      </a:cubicBezTo>
                      <a:cubicBezTo>
                        <a:pt x="914" y="663"/>
                        <a:pt x="914" y="663"/>
                        <a:pt x="914" y="663"/>
                      </a:cubicBezTo>
                      <a:cubicBezTo>
                        <a:pt x="914" y="663"/>
                        <a:pt x="864" y="667"/>
                        <a:pt x="863" y="677"/>
                      </a:cubicBezTo>
                      <a:cubicBezTo>
                        <a:pt x="858" y="702"/>
                        <a:pt x="879" y="696"/>
                        <a:pt x="879" y="696"/>
                      </a:cubicBezTo>
                      <a:close/>
                      <a:moveTo>
                        <a:pt x="959" y="747"/>
                      </a:moveTo>
                      <a:cubicBezTo>
                        <a:pt x="949" y="747"/>
                        <a:pt x="933" y="747"/>
                        <a:pt x="933" y="747"/>
                      </a:cubicBezTo>
                      <a:cubicBezTo>
                        <a:pt x="930" y="766"/>
                        <a:pt x="930" y="766"/>
                        <a:pt x="930" y="766"/>
                      </a:cubicBezTo>
                      <a:cubicBezTo>
                        <a:pt x="930" y="766"/>
                        <a:pt x="940" y="794"/>
                        <a:pt x="953" y="783"/>
                      </a:cubicBezTo>
                      <a:cubicBezTo>
                        <a:pt x="966" y="773"/>
                        <a:pt x="969" y="747"/>
                        <a:pt x="959" y="747"/>
                      </a:cubicBezTo>
                      <a:close/>
                      <a:moveTo>
                        <a:pt x="475" y="622"/>
                      </a:moveTo>
                      <a:cubicBezTo>
                        <a:pt x="480" y="617"/>
                        <a:pt x="480" y="602"/>
                        <a:pt x="480" y="602"/>
                      </a:cubicBezTo>
                      <a:cubicBezTo>
                        <a:pt x="499" y="620"/>
                        <a:pt x="499" y="620"/>
                        <a:pt x="499" y="620"/>
                      </a:cubicBezTo>
                      <a:cubicBezTo>
                        <a:pt x="499" y="620"/>
                        <a:pt x="507" y="597"/>
                        <a:pt x="507" y="581"/>
                      </a:cubicBezTo>
                      <a:cubicBezTo>
                        <a:pt x="507" y="565"/>
                        <a:pt x="516" y="521"/>
                        <a:pt x="516" y="521"/>
                      </a:cubicBezTo>
                      <a:cubicBezTo>
                        <a:pt x="516" y="521"/>
                        <a:pt x="507" y="516"/>
                        <a:pt x="507" y="506"/>
                      </a:cubicBezTo>
                      <a:cubicBezTo>
                        <a:pt x="507" y="497"/>
                        <a:pt x="526" y="482"/>
                        <a:pt x="520" y="477"/>
                      </a:cubicBezTo>
                      <a:cubicBezTo>
                        <a:pt x="515" y="472"/>
                        <a:pt x="510" y="468"/>
                        <a:pt x="510" y="468"/>
                      </a:cubicBezTo>
                      <a:cubicBezTo>
                        <a:pt x="502" y="437"/>
                        <a:pt x="502" y="437"/>
                        <a:pt x="502" y="437"/>
                      </a:cubicBezTo>
                      <a:cubicBezTo>
                        <a:pt x="474" y="438"/>
                        <a:pt x="474" y="438"/>
                        <a:pt x="474" y="438"/>
                      </a:cubicBezTo>
                      <a:cubicBezTo>
                        <a:pt x="474" y="438"/>
                        <a:pt x="478" y="420"/>
                        <a:pt x="471" y="416"/>
                      </a:cubicBezTo>
                      <a:cubicBezTo>
                        <a:pt x="464" y="412"/>
                        <a:pt x="450" y="413"/>
                        <a:pt x="450" y="413"/>
                      </a:cubicBezTo>
                      <a:cubicBezTo>
                        <a:pt x="444" y="366"/>
                        <a:pt x="444" y="366"/>
                        <a:pt x="444" y="366"/>
                      </a:cubicBezTo>
                      <a:cubicBezTo>
                        <a:pt x="444" y="366"/>
                        <a:pt x="402" y="370"/>
                        <a:pt x="399" y="357"/>
                      </a:cubicBezTo>
                      <a:cubicBezTo>
                        <a:pt x="396" y="344"/>
                        <a:pt x="410" y="328"/>
                        <a:pt x="410" y="328"/>
                      </a:cubicBezTo>
                      <a:cubicBezTo>
                        <a:pt x="394" y="326"/>
                        <a:pt x="394" y="326"/>
                        <a:pt x="394" y="326"/>
                      </a:cubicBezTo>
                      <a:cubicBezTo>
                        <a:pt x="394" y="326"/>
                        <a:pt x="419" y="297"/>
                        <a:pt x="410" y="289"/>
                      </a:cubicBezTo>
                      <a:cubicBezTo>
                        <a:pt x="400" y="281"/>
                        <a:pt x="358" y="300"/>
                        <a:pt x="358" y="300"/>
                      </a:cubicBezTo>
                      <a:cubicBezTo>
                        <a:pt x="358" y="300"/>
                        <a:pt x="383" y="276"/>
                        <a:pt x="375" y="272"/>
                      </a:cubicBezTo>
                      <a:cubicBezTo>
                        <a:pt x="367" y="268"/>
                        <a:pt x="343" y="264"/>
                        <a:pt x="343" y="264"/>
                      </a:cubicBezTo>
                      <a:cubicBezTo>
                        <a:pt x="343" y="264"/>
                        <a:pt x="354" y="256"/>
                        <a:pt x="340" y="238"/>
                      </a:cubicBezTo>
                      <a:cubicBezTo>
                        <a:pt x="327" y="221"/>
                        <a:pt x="304" y="220"/>
                        <a:pt x="304" y="220"/>
                      </a:cubicBezTo>
                      <a:cubicBezTo>
                        <a:pt x="304" y="220"/>
                        <a:pt x="298" y="200"/>
                        <a:pt x="291" y="192"/>
                      </a:cubicBezTo>
                      <a:cubicBezTo>
                        <a:pt x="284" y="184"/>
                        <a:pt x="275" y="190"/>
                        <a:pt x="275" y="190"/>
                      </a:cubicBezTo>
                      <a:cubicBezTo>
                        <a:pt x="279" y="205"/>
                        <a:pt x="279" y="205"/>
                        <a:pt x="279" y="205"/>
                      </a:cubicBezTo>
                      <a:cubicBezTo>
                        <a:pt x="279" y="205"/>
                        <a:pt x="254" y="186"/>
                        <a:pt x="248" y="180"/>
                      </a:cubicBezTo>
                      <a:cubicBezTo>
                        <a:pt x="243" y="173"/>
                        <a:pt x="232" y="146"/>
                        <a:pt x="232" y="146"/>
                      </a:cubicBezTo>
                      <a:cubicBezTo>
                        <a:pt x="232" y="146"/>
                        <a:pt x="202" y="125"/>
                        <a:pt x="188" y="113"/>
                      </a:cubicBezTo>
                      <a:cubicBezTo>
                        <a:pt x="175" y="101"/>
                        <a:pt x="152" y="82"/>
                        <a:pt x="152" y="82"/>
                      </a:cubicBezTo>
                      <a:cubicBezTo>
                        <a:pt x="152" y="82"/>
                        <a:pt x="156" y="77"/>
                        <a:pt x="151" y="72"/>
                      </a:cubicBezTo>
                      <a:cubicBezTo>
                        <a:pt x="146" y="66"/>
                        <a:pt x="139" y="60"/>
                        <a:pt x="139" y="60"/>
                      </a:cubicBezTo>
                      <a:cubicBezTo>
                        <a:pt x="139" y="60"/>
                        <a:pt x="128" y="41"/>
                        <a:pt x="120" y="34"/>
                      </a:cubicBezTo>
                      <a:cubicBezTo>
                        <a:pt x="112" y="28"/>
                        <a:pt x="104" y="29"/>
                        <a:pt x="104" y="29"/>
                      </a:cubicBezTo>
                      <a:cubicBezTo>
                        <a:pt x="47" y="25"/>
                        <a:pt x="47" y="25"/>
                        <a:pt x="47" y="25"/>
                      </a:cubicBezTo>
                      <a:cubicBezTo>
                        <a:pt x="47" y="25"/>
                        <a:pt x="27" y="0"/>
                        <a:pt x="16" y="2"/>
                      </a:cubicBezTo>
                      <a:cubicBezTo>
                        <a:pt x="6" y="5"/>
                        <a:pt x="0" y="29"/>
                        <a:pt x="7" y="41"/>
                      </a:cubicBezTo>
                      <a:cubicBezTo>
                        <a:pt x="14" y="53"/>
                        <a:pt x="88" y="121"/>
                        <a:pt x="88" y="121"/>
                      </a:cubicBezTo>
                      <a:cubicBezTo>
                        <a:pt x="111" y="157"/>
                        <a:pt x="111" y="157"/>
                        <a:pt x="111" y="157"/>
                      </a:cubicBezTo>
                      <a:cubicBezTo>
                        <a:pt x="119" y="154"/>
                        <a:pt x="119" y="154"/>
                        <a:pt x="119" y="154"/>
                      </a:cubicBezTo>
                      <a:cubicBezTo>
                        <a:pt x="119" y="154"/>
                        <a:pt x="122" y="178"/>
                        <a:pt x="128" y="184"/>
                      </a:cubicBezTo>
                      <a:cubicBezTo>
                        <a:pt x="135" y="189"/>
                        <a:pt x="170" y="202"/>
                        <a:pt x="178" y="218"/>
                      </a:cubicBezTo>
                      <a:cubicBezTo>
                        <a:pt x="186" y="234"/>
                        <a:pt x="194" y="266"/>
                        <a:pt x="194" y="266"/>
                      </a:cubicBezTo>
                      <a:cubicBezTo>
                        <a:pt x="194" y="266"/>
                        <a:pt x="191" y="301"/>
                        <a:pt x="199" y="301"/>
                      </a:cubicBezTo>
                      <a:cubicBezTo>
                        <a:pt x="207" y="301"/>
                        <a:pt x="219" y="293"/>
                        <a:pt x="222" y="302"/>
                      </a:cubicBezTo>
                      <a:cubicBezTo>
                        <a:pt x="224" y="312"/>
                        <a:pt x="230" y="328"/>
                        <a:pt x="230" y="328"/>
                      </a:cubicBezTo>
                      <a:cubicBezTo>
                        <a:pt x="255" y="349"/>
                        <a:pt x="255" y="349"/>
                        <a:pt x="255" y="349"/>
                      </a:cubicBezTo>
                      <a:cubicBezTo>
                        <a:pt x="254" y="365"/>
                        <a:pt x="254" y="365"/>
                        <a:pt x="254" y="365"/>
                      </a:cubicBezTo>
                      <a:cubicBezTo>
                        <a:pt x="275" y="408"/>
                        <a:pt x="275" y="408"/>
                        <a:pt x="275" y="408"/>
                      </a:cubicBezTo>
                      <a:cubicBezTo>
                        <a:pt x="275" y="408"/>
                        <a:pt x="268" y="421"/>
                        <a:pt x="278" y="436"/>
                      </a:cubicBezTo>
                      <a:cubicBezTo>
                        <a:pt x="287" y="450"/>
                        <a:pt x="296" y="453"/>
                        <a:pt x="296" y="453"/>
                      </a:cubicBezTo>
                      <a:cubicBezTo>
                        <a:pt x="296" y="453"/>
                        <a:pt x="306" y="477"/>
                        <a:pt x="314" y="485"/>
                      </a:cubicBezTo>
                      <a:cubicBezTo>
                        <a:pt x="322" y="493"/>
                        <a:pt x="343" y="501"/>
                        <a:pt x="343" y="501"/>
                      </a:cubicBezTo>
                      <a:cubicBezTo>
                        <a:pt x="343" y="526"/>
                        <a:pt x="343" y="526"/>
                        <a:pt x="343" y="526"/>
                      </a:cubicBezTo>
                      <a:cubicBezTo>
                        <a:pt x="343" y="526"/>
                        <a:pt x="392" y="568"/>
                        <a:pt x="395" y="572"/>
                      </a:cubicBezTo>
                      <a:cubicBezTo>
                        <a:pt x="398" y="576"/>
                        <a:pt x="411" y="577"/>
                        <a:pt x="411" y="577"/>
                      </a:cubicBezTo>
                      <a:cubicBezTo>
                        <a:pt x="411" y="577"/>
                        <a:pt x="422" y="602"/>
                        <a:pt x="430" y="606"/>
                      </a:cubicBezTo>
                      <a:cubicBezTo>
                        <a:pt x="438" y="610"/>
                        <a:pt x="440" y="632"/>
                        <a:pt x="444" y="630"/>
                      </a:cubicBezTo>
                      <a:cubicBezTo>
                        <a:pt x="448" y="629"/>
                        <a:pt x="442" y="608"/>
                        <a:pt x="447" y="605"/>
                      </a:cubicBezTo>
                      <a:cubicBezTo>
                        <a:pt x="452" y="602"/>
                        <a:pt x="470" y="628"/>
                        <a:pt x="475" y="622"/>
                      </a:cubicBezTo>
                      <a:close/>
                      <a:moveTo>
                        <a:pt x="1416" y="798"/>
                      </a:moveTo>
                      <a:cubicBezTo>
                        <a:pt x="1409" y="784"/>
                        <a:pt x="1409" y="784"/>
                        <a:pt x="1409" y="784"/>
                      </a:cubicBezTo>
                      <a:cubicBezTo>
                        <a:pt x="1404" y="785"/>
                        <a:pt x="1397" y="786"/>
                        <a:pt x="1392" y="790"/>
                      </a:cubicBezTo>
                      <a:cubicBezTo>
                        <a:pt x="1380" y="797"/>
                        <a:pt x="1380" y="812"/>
                        <a:pt x="1380" y="812"/>
                      </a:cubicBezTo>
                      <a:cubicBezTo>
                        <a:pt x="1380" y="812"/>
                        <a:pt x="1369" y="809"/>
                        <a:pt x="1357" y="820"/>
                      </a:cubicBezTo>
                      <a:cubicBezTo>
                        <a:pt x="1345" y="832"/>
                        <a:pt x="1322" y="855"/>
                        <a:pt x="1342" y="870"/>
                      </a:cubicBezTo>
                      <a:cubicBezTo>
                        <a:pt x="1353" y="879"/>
                        <a:pt x="1393" y="842"/>
                        <a:pt x="1408" y="828"/>
                      </a:cubicBezTo>
                      <a:cubicBezTo>
                        <a:pt x="1405" y="827"/>
                        <a:pt x="1402" y="823"/>
                        <a:pt x="1406" y="817"/>
                      </a:cubicBezTo>
                      <a:cubicBezTo>
                        <a:pt x="1412" y="805"/>
                        <a:pt x="1416" y="798"/>
                        <a:pt x="1416" y="798"/>
                      </a:cubicBezTo>
                      <a:close/>
                      <a:moveTo>
                        <a:pt x="921" y="753"/>
                      </a:moveTo>
                      <a:cubicBezTo>
                        <a:pt x="921" y="734"/>
                        <a:pt x="894" y="734"/>
                        <a:pt x="879" y="731"/>
                      </a:cubicBezTo>
                      <a:cubicBezTo>
                        <a:pt x="865" y="728"/>
                        <a:pt x="866" y="759"/>
                        <a:pt x="866" y="759"/>
                      </a:cubicBezTo>
                      <a:cubicBezTo>
                        <a:pt x="841" y="740"/>
                        <a:pt x="841" y="740"/>
                        <a:pt x="841" y="740"/>
                      </a:cubicBezTo>
                      <a:cubicBezTo>
                        <a:pt x="841" y="740"/>
                        <a:pt x="847" y="724"/>
                        <a:pt x="847" y="700"/>
                      </a:cubicBezTo>
                      <a:cubicBezTo>
                        <a:pt x="847" y="677"/>
                        <a:pt x="799" y="686"/>
                        <a:pt x="799" y="686"/>
                      </a:cubicBezTo>
                      <a:cubicBezTo>
                        <a:pt x="778" y="674"/>
                        <a:pt x="778" y="674"/>
                        <a:pt x="778" y="674"/>
                      </a:cubicBezTo>
                      <a:cubicBezTo>
                        <a:pt x="775" y="659"/>
                        <a:pt x="775" y="659"/>
                        <a:pt x="775" y="659"/>
                      </a:cubicBezTo>
                      <a:cubicBezTo>
                        <a:pt x="749" y="659"/>
                        <a:pt x="749" y="659"/>
                        <a:pt x="749" y="659"/>
                      </a:cubicBezTo>
                      <a:cubicBezTo>
                        <a:pt x="749" y="659"/>
                        <a:pt x="744" y="680"/>
                        <a:pt x="744" y="684"/>
                      </a:cubicBezTo>
                      <a:cubicBezTo>
                        <a:pt x="744" y="688"/>
                        <a:pt x="709" y="677"/>
                        <a:pt x="693" y="674"/>
                      </a:cubicBezTo>
                      <a:cubicBezTo>
                        <a:pt x="677" y="671"/>
                        <a:pt x="648" y="672"/>
                        <a:pt x="648" y="672"/>
                      </a:cubicBezTo>
                      <a:cubicBezTo>
                        <a:pt x="648" y="672"/>
                        <a:pt x="630" y="650"/>
                        <a:pt x="621" y="640"/>
                      </a:cubicBezTo>
                      <a:cubicBezTo>
                        <a:pt x="612" y="630"/>
                        <a:pt x="598" y="641"/>
                        <a:pt x="598" y="641"/>
                      </a:cubicBezTo>
                      <a:cubicBezTo>
                        <a:pt x="598" y="641"/>
                        <a:pt x="573" y="628"/>
                        <a:pt x="567" y="627"/>
                      </a:cubicBezTo>
                      <a:cubicBezTo>
                        <a:pt x="561" y="625"/>
                        <a:pt x="535" y="624"/>
                        <a:pt x="535" y="624"/>
                      </a:cubicBezTo>
                      <a:cubicBezTo>
                        <a:pt x="535" y="624"/>
                        <a:pt x="524" y="615"/>
                        <a:pt x="511" y="619"/>
                      </a:cubicBezTo>
                      <a:cubicBezTo>
                        <a:pt x="498" y="624"/>
                        <a:pt x="498" y="652"/>
                        <a:pt x="491" y="656"/>
                      </a:cubicBezTo>
                      <a:cubicBezTo>
                        <a:pt x="483" y="661"/>
                        <a:pt x="469" y="666"/>
                        <a:pt x="472" y="677"/>
                      </a:cubicBezTo>
                      <a:cubicBezTo>
                        <a:pt x="496" y="672"/>
                        <a:pt x="496" y="672"/>
                        <a:pt x="496" y="672"/>
                      </a:cubicBezTo>
                      <a:cubicBezTo>
                        <a:pt x="527" y="675"/>
                        <a:pt x="527" y="675"/>
                        <a:pt x="527" y="675"/>
                      </a:cubicBezTo>
                      <a:cubicBezTo>
                        <a:pt x="527" y="675"/>
                        <a:pt x="504" y="688"/>
                        <a:pt x="514" y="699"/>
                      </a:cubicBezTo>
                      <a:cubicBezTo>
                        <a:pt x="524" y="709"/>
                        <a:pt x="558" y="691"/>
                        <a:pt x="558" y="691"/>
                      </a:cubicBezTo>
                      <a:cubicBezTo>
                        <a:pt x="558" y="691"/>
                        <a:pt x="608" y="718"/>
                        <a:pt x="623" y="722"/>
                      </a:cubicBezTo>
                      <a:cubicBezTo>
                        <a:pt x="637" y="727"/>
                        <a:pt x="687" y="728"/>
                        <a:pt x="705" y="728"/>
                      </a:cubicBezTo>
                      <a:cubicBezTo>
                        <a:pt x="722" y="728"/>
                        <a:pt x="727" y="747"/>
                        <a:pt x="737" y="756"/>
                      </a:cubicBezTo>
                      <a:cubicBezTo>
                        <a:pt x="747" y="765"/>
                        <a:pt x="780" y="771"/>
                        <a:pt x="794" y="772"/>
                      </a:cubicBezTo>
                      <a:cubicBezTo>
                        <a:pt x="809" y="774"/>
                        <a:pt x="815" y="771"/>
                        <a:pt x="837" y="772"/>
                      </a:cubicBezTo>
                      <a:cubicBezTo>
                        <a:pt x="859" y="774"/>
                        <a:pt x="877" y="801"/>
                        <a:pt x="885" y="806"/>
                      </a:cubicBezTo>
                      <a:cubicBezTo>
                        <a:pt x="894" y="810"/>
                        <a:pt x="904" y="801"/>
                        <a:pt x="904" y="801"/>
                      </a:cubicBezTo>
                      <a:cubicBezTo>
                        <a:pt x="904" y="801"/>
                        <a:pt x="921" y="810"/>
                        <a:pt x="921" y="804"/>
                      </a:cubicBezTo>
                      <a:cubicBezTo>
                        <a:pt x="921" y="793"/>
                        <a:pt x="910" y="778"/>
                        <a:pt x="910" y="778"/>
                      </a:cubicBezTo>
                      <a:cubicBezTo>
                        <a:pt x="910" y="778"/>
                        <a:pt x="921" y="772"/>
                        <a:pt x="921" y="753"/>
                      </a:cubicBezTo>
                      <a:close/>
                      <a:moveTo>
                        <a:pt x="1004" y="484"/>
                      </a:moveTo>
                      <a:cubicBezTo>
                        <a:pt x="1004" y="484"/>
                        <a:pt x="1025" y="467"/>
                        <a:pt x="1031" y="460"/>
                      </a:cubicBezTo>
                      <a:cubicBezTo>
                        <a:pt x="1036" y="453"/>
                        <a:pt x="1055" y="403"/>
                        <a:pt x="1055" y="403"/>
                      </a:cubicBezTo>
                      <a:cubicBezTo>
                        <a:pt x="1055" y="403"/>
                        <a:pt x="1037" y="401"/>
                        <a:pt x="1034" y="388"/>
                      </a:cubicBezTo>
                      <a:cubicBezTo>
                        <a:pt x="1031" y="376"/>
                        <a:pt x="1037" y="361"/>
                        <a:pt x="1042" y="348"/>
                      </a:cubicBezTo>
                      <a:cubicBezTo>
                        <a:pt x="1048" y="334"/>
                        <a:pt x="1070" y="336"/>
                        <a:pt x="1083" y="334"/>
                      </a:cubicBezTo>
                      <a:cubicBezTo>
                        <a:pt x="1095" y="333"/>
                        <a:pt x="1102" y="309"/>
                        <a:pt x="1101" y="301"/>
                      </a:cubicBezTo>
                      <a:cubicBezTo>
                        <a:pt x="1099" y="293"/>
                        <a:pt x="1079" y="301"/>
                        <a:pt x="1079" y="301"/>
                      </a:cubicBezTo>
                      <a:cubicBezTo>
                        <a:pt x="1079" y="301"/>
                        <a:pt x="1076" y="288"/>
                        <a:pt x="1088" y="275"/>
                      </a:cubicBezTo>
                      <a:cubicBezTo>
                        <a:pt x="1101" y="264"/>
                        <a:pt x="1128" y="269"/>
                        <a:pt x="1139" y="271"/>
                      </a:cubicBezTo>
                      <a:cubicBezTo>
                        <a:pt x="1150" y="274"/>
                        <a:pt x="1150" y="257"/>
                        <a:pt x="1150" y="257"/>
                      </a:cubicBezTo>
                      <a:cubicBezTo>
                        <a:pt x="1124" y="235"/>
                        <a:pt x="1124" y="235"/>
                        <a:pt x="1124" y="235"/>
                      </a:cubicBezTo>
                      <a:cubicBezTo>
                        <a:pt x="1124" y="208"/>
                        <a:pt x="1124" y="208"/>
                        <a:pt x="1124" y="208"/>
                      </a:cubicBezTo>
                      <a:cubicBezTo>
                        <a:pt x="1124" y="208"/>
                        <a:pt x="1105" y="207"/>
                        <a:pt x="1105" y="199"/>
                      </a:cubicBezTo>
                      <a:cubicBezTo>
                        <a:pt x="1105" y="191"/>
                        <a:pt x="1117" y="179"/>
                        <a:pt x="1116" y="168"/>
                      </a:cubicBezTo>
                      <a:cubicBezTo>
                        <a:pt x="1115" y="156"/>
                        <a:pt x="1082" y="153"/>
                        <a:pt x="1082" y="153"/>
                      </a:cubicBezTo>
                      <a:cubicBezTo>
                        <a:pt x="1093" y="135"/>
                        <a:pt x="1093" y="135"/>
                        <a:pt x="1093" y="135"/>
                      </a:cubicBezTo>
                      <a:cubicBezTo>
                        <a:pt x="1082" y="130"/>
                        <a:pt x="1082" y="130"/>
                        <a:pt x="1082" y="130"/>
                      </a:cubicBezTo>
                      <a:cubicBezTo>
                        <a:pt x="1086" y="110"/>
                        <a:pt x="1086" y="110"/>
                        <a:pt x="1086" y="110"/>
                      </a:cubicBezTo>
                      <a:cubicBezTo>
                        <a:pt x="1078" y="99"/>
                        <a:pt x="1078" y="99"/>
                        <a:pt x="1078" y="99"/>
                      </a:cubicBezTo>
                      <a:cubicBezTo>
                        <a:pt x="1070" y="92"/>
                        <a:pt x="1051" y="75"/>
                        <a:pt x="1047" y="75"/>
                      </a:cubicBezTo>
                      <a:cubicBezTo>
                        <a:pt x="1043" y="74"/>
                        <a:pt x="1002" y="73"/>
                        <a:pt x="987" y="74"/>
                      </a:cubicBezTo>
                      <a:cubicBezTo>
                        <a:pt x="973" y="75"/>
                        <a:pt x="980" y="97"/>
                        <a:pt x="978" y="113"/>
                      </a:cubicBezTo>
                      <a:cubicBezTo>
                        <a:pt x="977" y="129"/>
                        <a:pt x="968" y="144"/>
                        <a:pt x="968" y="144"/>
                      </a:cubicBezTo>
                      <a:cubicBezTo>
                        <a:pt x="968" y="144"/>
                        <a:pt x="961" y="143"/>
                        <a:pt x="955" y="152"/>
                      </a:cubicBezTo>
                      <a:cubicBezTo>
                        <a:pt x="948" y="161"/>
                        <a:pt x="960" y="177"/>
                        <a:pt x="960" y="177"/>
                      </a:cubicBezTo>
                      <a:cubicBezTo>
                        <a:pt x="938" y="196"/>
                        <a:pt x="938" y="196"/>
                        <a:pt x="938" y="196"/>
                      </a:cubicBezTo>
                      <a:cubicBezTo>
                        <a:pt x="939" y="208"/>
                        <a:pt x="939" y="208"/>
                        <a:pt x="939" y="208"/>
                      </a:cubicBezTo>
                      <a:cubicBezTo>
                        <a:pt x="922" y="231"/>
                        <a:pt x="922" y="231"/>
                        <a:pt x="922" y="231"/>
                      </a:cubicBezTo>
                      <a:cubicBezTo>
                        <a:pt x="906" y="231"/>
                        <a:pt x="906" y="231"/>
                        <a:pt x="906" y="231"/>
                      </a:cubicBezTo>
                      <a:cubicBezTo>
                        <a:pt x="906" y="231"/>
                        <a:pt x="888" y="244"/>
                        <a:pt x="885" y="244"/>
                      </a:cubicBezTo>
                      <a:cubicBezTo>
                        <a:pt x="882" y="245"/>
                        <a:pt x="857" y="229"/>
                        <a:pt x="853" y="227"/>
                      </a:cubicBezTo>
                      <a:cubicBezTo>
                        <a:pt x="849" y="224"/>
                        <a:pt x="824" y="227"/>
                        <a:pt x="824" y="227"/>
                      </a:cubicBezTo>
                      <a:cubicBezTo>
                        <a:pt x="824" y="227"/>
                        <a:pt x="811" y="248"/>
                        <a:pt x="801" y="254"/>
                      </a:cubicBezTo>
                      <a:cubicBezTo>
                        <a:pt x="791" y="260"/>
                        <a:pt x="778" y="251"/>
                        <a:pt x="764" y="251"/>
                      </a:cubicBezTo>
                      <a:cubicBezTo>
                        <a:pt x="749" y="251"/>
                        <a:pt x="750" y="259"/>
                        <a:pt x="746" y="261"/>
                      </a:cubicBezTo>
                      <a:cubicBezTo>
                        <a:pt x="742" y="264"/>
                        <a:pt x="720" y="256"/>
                        <a:pt x="712" y="247"/>
                      </a:cubicBezTo>
                      <a:cubicBezTo>
                        <a:pt x="708" y="243"/>
                        <a:pt x="706" y="237"/>
                        <a:pt x="703" y="231"/>
                      </a:cubicBezTo>
                      <a:cubicBezTo>
                        <a:pt x="703" y="231"/>
                        <a:pt x="703" y="231"/>
                        <a:pt x="703" y="231"/>
                      </a:cubicBezTo>
                      <a:cubicBezTo>
                        <a:pt x="703" y="231"/>
                        <a:pt x="684" y="213"/>
                        <a:pt x="671" y="227"/>
                      </a:cubicBezTo>
                      <a:cubicBezTo>
                        <a:pt x="657" y="242"/>
                        <a:pt x="650" y="278"/>
                        <a:pt x="650" y="278"/>
                      </a:cubicBezTo>
                      <a:cubicBezTo>
                        <a:pt x="666" y="300"/>
                        <a:pt x="666" y="300"/>
                        <a:pt x="666" y="300"/>
                      </a:cubicBezTo>
                      <a:cubicBezTo>
                        <a:pt x="673" y="335"/>
                        <a:pt x="673" y="335"/>
                        <a:pt x="673" y="335"/>
                      </a:cubicBezTo>
                      <a:cubicBezTo>
                        <a:pt x="704" y="353"/>
                        <a:pt x="704" y="353"/>
                        <a:pt x="704" y="353"/>
                      </a:cubicBezTo>
                      <a:cubicBezTo>
                        <a:pt x="699" y="377"/>
                        <a:pt x="699" y="377"/>
                        <a:pt x="699" y="377"/>
                      </a:cubicBezTo>
                      <a:cubicBezTo>
                        <a:pt x="716" y="388"/>
                        <a:pt x="716" y="388"/>
                        <a:pt x="716" y="388"/>
                      </a:cubicBezTo>
                      <a:cubicBezTo>
                        <a:pt x="705" y="407"/>
                        <a:pt x="705" y="407"/>
                        <a:pt x="705" y="407"/>
                      </a:cubicBezTo>
                      <a:cubicBezTo>
                        <a:pt x="718" y="425"/>
                        <a:pt x="718" y="425"/>
                        <a:pt x="718" y="425"/>
                      </a:cubicBezTo>
                      <a:cubicBezTo>
                        <a:pt x="707" y="432"/>
                        <a:pt x="707" y="432"/>
                        <a:pt x="707" y="432"/>
                      </a:cubicBezTo>
                      <a:cubicBezTo>
                        <a:pt x="717" y="470"/>
                        <a:pt x="717" y="470"/>
                        <a:pt x="717" y="470"/>
                      </a:cubicBezTo>
                      <a:cubicBezTo>
                        <a:pt x="745" y="466"/>
                        <a:pt x="745" y="466"/>
                        <a:pt x="745" y="466"/>
                      </a:cubicBezTo>
                      <a:cubicBezTo>
                        <a:pt x="765" y="473"/>
                        <a:pt x="765" y="473"/>
                        <a:pt x="765" y="473"/>
                      </a:cubicBezTo>
                      <a:cubicBezTo>
                        <a:pt x="765" y="473"/>
                        <a:pt x="777" y="451"/>
                        <a:pt x="789" y="451"/>
                      </a:cubicBezTo>
                      <a:cubicBezTo>
                        <a:pt x="801" y="451"/>
                        <a:pt x="789" y="483"/>
                        <a:pt x="801" y="493"/>
                      </a:cubicBezTo>
                      <a:cubicBezTo>
                        <a:pt x="812" y="502"/>
                        <a:pt x="822" y="472"/>
                        <a:pt x="822" y="472"/>
                      </a:cubicBezTo>
                      <a:cubicBezTo>
                        <a:pt x="840" y="484"/>
                        <a:pt x="840" y="484"/>
                        <a:pt x="840" y="484"/>
                      </a:cubicBezTo>
                      <a:cubicBezTo>
                        <a:pt x="840" y="484"/>
                        <a:pt x="856" y="470"/>
                        <a:pt x="865" y="470"/>
                      </a:cubicBezTo>
                      <a:cubicBezTo>
                        <a:pt x="874" y="469"/>
                        <a:pt x="868" y="495"/>
                        <a:pt x="878" y="498"/>
                      </a:cubicBezTo>
                      <a:cubicBezTo>
                        <a:pt x="888" y="502"/>
                        <a:pt x="919" y="486"/>
                        <a:pt x="935" y="489"/>
                      </a:cubicBezTo>
                      <a:cubicBezTo>
                        <a:pt x="951" y="493"/>
                        <a:pt x="936" y="542"/>
                        <a:pt x="936" y="542"/>
                      </a:cubicBezTo>
                      <a:cubicBezTo>
                        <a:pt x="936" y="542"/>
                        <a:pt x="950" y="538"/>
                        <a:pt x="966" y="531"/>
                      </a:cubicBezTo>
                      <a:cubicBezTo>
                        <a:pt x="982" y="523"/>
                        <a:pt x="1004" y="484"/>
                        <a:pt x="1004" y="484"/>
                      </a:cubicBezTo>
                      <a:close/>
                      <a:moveTo>
                        <a:pt x="990" y="745"/>
                      </a:moveTo>
                      <a:cubicBezTo>
                        <a:pt x="980" y="744"/>
                        <a:pt x="974" y="755"/>
                        <a:pt x="974" y="755"/>
                      </a:cubicBezTo>
                      <a:cubicBezTo>
                        <a:pt x="974" y="755"/>
                        <a:pt x="991" y="770"/>
                        <a:pt x="1002" y="763"/>
                      </a:cubicBezTo>
                      <a:cubicBezTo>
                        <a:pt x="1012" y="755"/>
                        <a:pt x="1000" y="747"/>
                        <a:pt x="990" y="745"/>
                      </a:cubicBezTo>
                      <a:close/>
                      <a:moveTo>
                        <a:pt x="1148" y="822"/>
                      </a:moveTo>
                      <a:cubicBezTo>
                        <a:pt x="1125" y="815"/>
                        <a:pt x="1125" y="815"/>
                        <a:pt x="1125" y="815"/>
                      </a:cubicBezTo>
                      <a:cubicBezTo>
                        <a:pt x="1118" y="821"/>
                        <a:pt x="1119" y="822"/>
                        <a:pt x="1129" y="838"/>
                      </a:cubicBezTo>
                      <a:cubicBezTo>
                        <a:pt x="1140" y="854"/>
                        <a:pt x="1147" y="843"/>
                        <a:pt x="1160" y="843"/>
                      </a:cubicBezTo>
                      <a:cubicBezTo>
                        <a:pt x="1173" y="843"/>
                        <a:pt x="1163" y="852"/>
                        <a:pt x="1173" y="862"/>
                      </a:cubicBezTo>
                      <a:cubicBezTo>
                        <a:pt x="1184" y="872"/>
                        <a:pt x="1204" y="863"/>
                        <a:pt x="1204" y="863"/>
                      </a:cubicBezTo>
                      <a:cubicBezTo>
                        <a:pt x="1204" y="863"/>
                        <a:pt x="1200" y="844"/>
                        <a:pt x="1187" y="827"/>
                      </a:cubicBezTo>
                      <a:cubicBezTo>
                        <a:pt x="1173" y="809"/>
                        <a:pt x="1148" y="822"/>
                        <a:pt x="1148" y="822"/>
                      </a:cubicBezTo>
                      <a:close/>
                      <a:moveTo>
                        <a:pt x="1312" y="751"/>
                      </a:moveTo>
                      <a:cubicBezTo>
                        <a:pt x="1293" y="767"/>
                        <a:pt x="1293" y="767"/>
                        <a:pt x="1293" y="767"/>
                      </a:cubicBezTo>
                      <a:cubicBezTo>
                        <a:pt x="1293" y="767"/>
                        <a:pt x="1282" y="755"/>
                        <a:pt x="1271" y="756"/>
                      </a:cubicBezTo>
                      <a:cubicBezTo>
                        <a:pt x="1261" y="758"/>
                        <a:pt x="1249" y="771"/>
                        <a:pt x="1249" y="771"/>
                      </a:cubicBezTo>
                      <a:cubicBezTo>
                        <a:pt x="1249" y="771"/>
                        <a:pt x="1239" y="745"/>
                        <a:pt x="1221" y="748"/>
                      </a:cubicBezTo>
                      <a:cubicBezTo>
                        <a:pt x="1204" y="751"/>
                        <a:pt x="1182" y="777"/>
                        <a:pt x="1182" y="777"/>
                      </a:cubicBezTo>
                      <a:cubicBezTo>
                        <a:pt x="1158" y="775"/>
                        <a:pt x="1158" y="775"/>
                        <a:pt x="1158" y="775"/>
                      </a:cubicBezTo>
                      <a:cubicBezTo>
                        <a:pt x="1151" y="787"/>
                        <a:pt x="1151" y="787"/>
                        <a:pt x="1151" y="787"/>
                      </a:cubicBezTo>
                      <a:cubicBezTo>
                        <a:pt x="1167" y="784"/>
                        <a:pt x="1167" y="784"/>
                        <a:pt x="1167" y="784"/>
                      </a:cubicBezTo>
                      <a:cubicBezTo>
                        <a:pt x="1167" y="784"/>
                        <a:pt x="1179" y="790"/>
                        <a:pt x="1191" y="795"/>
                      </a:cubicBezTo>
                      <a:cubicBezTo>
                        <a:pt x="1202" y="799"/>
                        <a:pt x="1214" y="781"/>
                        <a:pt x="1214" y="781"/>
                      </a:cubicBezTo>
                      <a:cubicBezTo>
                        <a:pt x="1276" y="780"/>
                        <a:pt x="1276" y="780"/>
                        <a:pt x="1276" y="780"/>
                      </a:cubicBezTo>
                      <a:cubicBezTo>
                        <a:pt x="1308" y="775"/>
                        <a:pt x="1308" y="775"/>
                        <a:pt x="1308" y="775"/>
                      </a:cubicBezTo>
                      <a:cubicBezTo>
                        <a:pt x="1334" y="752"/>
                        <a:pt x="1334" y="752"/>
                        <a:pt x="1334" y="752"/>
                      </a:cubicBezTo>
                      <a:cubicBezTo>
                        <a:pt x="1333" y="742"/>
                        <a:pt x="1333" y="742"/>
                        <a:pt x="1333" y="742"/>
                      </a:cubicBezTo>
                      <a:lnTo>
                        <a:pt x="1312" y="751"/>
                      </a:lnTo>
                      <a:close/>
                      <a:moveTo>
                        <a:pt x="1056" y="774"/>
                      </a:moveTo>
                      <a:cubicBezTo>
                        <a:pt x="1056" y="774"/>
                        <a:pt x="1042" y="759"/>
                        <a:pt x="1034" y="761"/>
                      </a:cubicBezTo>
                      <a:cubicBezTo>
                        <a:pt x="1025" y="762"/>
                        <a:pt x="1006" y="791"/>
                        <a:pt x="1006" y="791"/>
                      </a:cubicBezTo>
                      <a:cubicBezTo>
                        <a:pt x="1041" y="796"/>
                        <a:pt x="1041" y="796"/>
                        <a:pt x="1041" y="796"/>
                      </a:cubicBezTo>
                      <a:cubicBezTo>
                        <a:pt x="1042" y="810"/>
                        <a:pt x="1042" y="810"/>
                        <a:pt x="1042" y="810"/>
                      </a:cubicBezTo>
                      <a:cubicBezTo>
                        <a:pt x="1057" y="808"/>
                        <a:pt x="1057" y="808"/>
                        <a:pt x="1057" y="808"/>
                      </a:cubicBezTo>
                      <a:cubicBezTo>
                        <a:pt x="1063" y="794"/>
                        <a:pt x="1063" y="794"/>
                        <a:pt x="1063" y="794"/>
                      </a:cubicBezTo>
                      <a:cubicBezTo>
                        <a:pt x="1082" y="805"/>
                        <a:pt x="1082" y="805"/>
                        <a:pt x="1082" y="805"/>
                      </a:cubicBezTo>
                      <a:cubicBezTo>
                        <a:pt x="1101" y="783"/>
                        <a:pt x="1101" y="783"/>
                        <a:pt x="1101" y="783"/>
                      </a:cubicBezTo>
                      <a:cubicBezTo>
                        <a:pt x="1067" y="771"/>
                        <a:pt x="1067" y="771"/>
                        <a:pt x="1067" y="771"/>
                      </a:cubicBezTo>
                      <a:lnTo>
                        <a:pt x="1056" y="77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4" name="Freeform 337"/>
                <p:cNvSpPr>
                  <a:spLocks noEditPoints="1"/>
                </p:cNvSpPr>
                <p:nvPr/>
              </p:nvSpPr>
              <p:spPr bwMode="gray">
                <a:xfrm>
                  <a:off x="10263" y="-5628"/>
                  <a:ext cx="2011" cy="1549"/>
                </a:xfrm>
                <a:custGeom>
                  <a:avLst/>
                  <a:gdLst>
                    <a:gd name="T0" fmla="*/ 489 w 851"/>
                    <a:gd name="T1" fmla="*/ 375 h 656"/>
                    <a:gd name="T2" fmla="*/ 477 w 851"/>
                    <a:gd name="T3" fmla="*/ 361 h 656"/>
                    <a:gd name="T4" fmla="*/ 456 w 851"/>
                    <a:gd name="T5" fmla="*/ 351 h 656"/>
                    <a:gd name="T6" fmla="*/ 425 w 851"/>
                    <a:gd name="T7" fmla="*/ 380 h 656"/>
                    <a:gd name="T8" fmla="*/ 360 w 851"/>
                    <a:gd name="T9" fmla="*/ 432 h 656"/>
                    <a:gd name="T10" fmla="*/ 261 w 851"/>
                    <a:gd name="T11" fmla="*/ 484 h 656"/>
                    <a:gd name="T12" fmla="*/ 177 w 851"/>
                    <a:gd name="T13" fmla="*/ 513 h 656"/>
                    <a:gd name="T14" fmla="*/ 112 w 851"/>
                    <a:gd name="T15" fmla="*/ 564 h 656"/>
                    <a:gd name="T16" fmla="*/ 56 w 851"/>
                    <a:gd name="T17" fmla="*/ 583 h 656"/>
                    <a:gd name="T18" fmla="*/ 0 w 851"/>
                    <a:gd name="T19" fmla="*/ 608 h 656"/>
                    <a:gd name="T20" fmla="*/ 12 w 851"/>
                    <a:gd name="T21" fmla="*/ 629 h 656"/>
                    <a:gd name="T22" fmla="*/ 47 w 851"/>
                    <a:gd name="T23" fmla="*/ 631 h 656"/>
                    <a:gd name="T24" fmla="*/ 65 w 851"/>
                    <a:gd name="T25" fmla="*/ 637 h 656"/>
                    <a:gd name="T26" fmla="*/ 96 w 851"/>
                    <a:gd name="T27" fmla="*/ 648 h 656"/>
                    <a:gd name="T28" fmla="*/ 152 w 851"/>
                    <a:gd name="T29" fmla="*/ 653 h 656"/>
                    <a:gd name="T30" fmla="*/ 215 w 851"/>
                    <a:gd name="T31" fmla="*/ 620 h 656"/>
                    <a:gd name="T32" fmla="*/ 265 w 851"/>
                    <a:gd name="T33" fmla="*/ 574 h 656"/>
                    <a:gd name="T34" fmla="*/ 279 w 851"/>
                    <a:gd name="T35" fmla="*/ 557 h 656"/>
                    <a:gd name="T36" fmla="*/ 306 w 851"/>
                    <a:gd name="T37" fmla="*/ 517 h 656"/>
                    <a:gd name="T38" fmla="*/ 343 w 851"/>
                    <a:gd name="T39" fmla="*/ 510 h 656"/>
                    <a:gd name="T40" fmla="*/ 388 w 851"/>
                    <a:gd name="T41" fmla="*/ 503 h 656"/>
                    <a:gd name="T42" fmla="*/ 395 w 851"/>
                    <a:gd name="T43" fmla="*/ 480 h 656"/>
                    <a:gd name="T44" fmla="*/ 430 w 851"/>
                    <a:gd name="T45" fmla="*/ 456 h 656"/>
                    <a:gd name="T46" fmla="*/ 468 w 851"/>
                    <a:gd name="T47" fmla="*/ 430 h 656"/>
                    <a:gd name="T48" fmla="*/ 518 w 851"/>
                    <a:gd name="T49" fmla="*/ 389 h 656"/>
                    <a:gd name="T50" fmla="*/ 498 w 851"/>
                    <a:gd name="T51" fmla="*/ 375 h 656"/>
                    <a:gd name="T52" fmla="*/ 841 w 851"/>
                    <a:gd name="T53" fmla="*/ 205 h 656"/>
                    <a:gd name="T54" fmla="*/ 821 w 851"/>
                    <a:gd name="T55" fmla="*/ 186 h 656"/>
                    <a:gd name="T56" fmla="*/ 768 w 851"/>
                    <a:gd name="T57" fmla="*/ 192 h 656"/>
                    <a:gd name="T58" fmla="*/ 777 w 851"/>
                    <a:gd name="T59" fmla="*/ 120 h 656"/>
                    <a:gd name="T60" fmla="*/ 756 w 851"/>
                    <a:gd name="T61" fmla="*/ 129 h 656"/>
                    <a:gd name="T62" fmla="*/ 740 w 851"/>
                    <a:gd name="T63" fmla="*/ 126 h 656"/>
                    <a:gd name="T64" fmla="*/ 750 w 851"/>
                    <a:gd name="T65" fmla="*/ 62 h 656"/>
                    <a:gd name="T66" fmla="*/ 720 w 851"/>
                    <a:gd name="T67" fmla="*/ 27 h 656"/>
                    <a:gd name="T68" fmla="*/ 692 w 851"/>
                    <a:gd name="T69" fmla="*/ 11 h 656"/>
                    <a:gd name="T70" fmla="*/ 679 w 851"/>
                    <a:gd name="T71" fmla="*/ 12 h 656"/>
                    <a:gd name="T72" fmla="*/ 686 w 851"/>
                    <a:gd name="T73" fmla="*/ 60 h 656"/>
                    <a:gd name="T74" fmla="*/ 692 w 851"/>
                    <a:gd name="T75" fmla="*/ 70 h 656"/>
                    <a:gd name="T76" fmla="*/ 712 w 851"/>
                    <a:gd name="T77" fmla="*/ 89 h 656"/>
                    <a:gd name="T78" fmla="*/ 705 w 851"/>
                    <a:gd name="T79" fmla="*/ 102 h 656"/>
                    <a:gd name="T80" fmla="*/ 715 w 851"/>
                    <a:gd name="T81" fmla="*/ 136 h 656"/>
                    <a:gd name="T82" fmla="*/ 694 w 851"/>
                    <a:gd name="T83" fmla="*/ 148 h 656"/>
                    <a:gd name="T84" fmla="*/ 682 w 851"/>
                    <a:gd name="T85" fmla="*/ 185 h 656"/>
                    <a:gd name="T86" fmla="*/ 656 w 851"/>
                    <a:gd name="T87" fmla="*/ 209 h 656"/>
                    <a:gd name="T88" fmla="*/ 578 w 851"/>
                    <a:gd name="T89" fmla="*/ 255 h 656"/>
                    <a:gd name="T90" fmla="*/ 609 w 851"/>
                    <a:gd name="T91" fmla="*/ 302 h 656"/>
                    <a:gd name="T92" fmla="*/ 576 w 851"/>
                    <a:gd name="T93" fmla="*/ 359 h 656"/>
                    <a:gd name="T94" fmla="*/ 557 w 851"/>
                    <a:gd name="T95" fmla="*/ 381 h 656"/>
                    <a:gd name="T96" fmla="*/ 644 w 851"/>
                    <a:gd name="T97" fmla="*/ 340 h 656"/>
                    <a:gd name="T98" fmla="*/ 697 w 851"/>
                    <a:gd name="T99" fmla="*/ 308 h 656"/>
                    <a:gd name="T100" fmla="*/ 715 w 851"/>
                    <a:gd name="T101" fmla="*/ 277 h 656"/>
                    <a:gd name="T102" fmla="*/ 774 w 851"/>
                    <a:gd name="T103" fmla="*/ 266 h 656"/>
                    <a:gd name="T104" fmla="*/ 805 w 851"/>
                    <a:gd name="T105" fmla="*/ 236 h 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1" h="656">
                      <a:moveTo>
                        <a:pt x="498" y="375"/>
                      </a:moveTo>
                      <a:cubicBezTo>
                        <a:pt x="489" y="375"/>
                        <a:pt x="489" y="375"/>
                        <a:pt x="489" y="375"/>
                      </a:cubicBezTo>
                      <a:cubicBezTo>
                        <a:pt x="495" y="350"/>
                        <a:pt x="495" y="350"/>
                        <a:pt x="495" y="350"/>
                      </a:cubicBezTo>
                      <a:cubicBezTo>
                        <a:pt x="477" y="361"/>
                        <a:pt x="477" y="361"/>
                        <a:pt x="477" y="361"/>
                      </a:cubicBezTo>
                      <a:cubicBezTo>
                        <a:pt x="477" y="361"/>
                        <a:pt x="490" y="335"/>
                        <a:pt x="478" y="335"/>
                      </a:cubicBezTo>
                      <a:cubicBezTo>
                        <a:pt x="466" y="334"/>
                        <a:pt x="456" y="351"/>
                        <a:pt x="456" y="351"/>
                      </a:cubicBezTo>
                      <a:cubicBezTo>
                        <a:pt x="445" y="358"/>
                        <a:pt x="445" y="358"/>
                        <a:pt x="445" y="358"/>
                      </a:cubicBezTo>
                      <a:cubicBezTo>
                        <a:pt x="445" y="358"/>
                        <a:pt x="434" y="369"/>
                        <a:pt x="425" y="380"/>
                      </a:cubicBezTo>
                      <a:cubicBezTo>
                        <a:pt x="417" y="391"/>
                        <a:pt x="396" y="393"/>
                        <a:pt x="381" y="403"/>
                      </a:cubicBezTo>
                      <a:cubicBezTo>
                        <a:pt x="366" y="414"/>
                        <a:pt x="360" y="432"/>
                        <a:pt x="360" y="432"/>
                      </a:cubicBezTo>
                      <a:cubicBezTo>
                        <a:pt x="360" y="432"/>
                        <a:pt x="313" y="446"/>
                        <a:pt x="300" y="455"/>
                      </a:cubicBezTo>
                      <a:cubicBezTo>
                        <a:pt x="285" y="464"/>
                        <a:pt x="261" y="484"/>
                        <a:pt x="261" y="484"/>
                      </a:cubicBezTo>
                      <a:cubicBezTo>
                        <a:pt x="261" y="484"/>
                        <a:pt x="234" y="488"/>
                        <a:pt x="217" y="495"/>
                      </a:cubicBezTo>
                      <a:cubicBezTo>
                        <a:pt x="201" y="503"/>
                        <a:pt x="192" y="505"/>
                        <a:pt x="177" y="513"/>
                      </a:cubicBezTo>
                      <a:cubicBezTo>
                        <a:pt x="161" y="522"/>
                        <a:pt x="131" y="533"/>
                        <a:pt x="119" y="539"/>
                      </a:cubicBezTo>
                      <a:cubicBezTo>
                        <a:pt x="106" y="545"/>
                        <a:pt x="112" y="564"/>
                        <a:pt x="112" y="564"/>
                      </a:cubicBezTo>
                      <a:cubicBezTo>
                        <a:pt x="102" y="555"/>
                        <a:pt x="102" y="555"/>
                        <a:pt x="102" y="555"/>
                      </a:cubicBezTo>
                      <a:cubicBezTo>
                        <a:pt x="102" y="555"/>
                        <a:pt x="67" y="577"/>
                        <a:pt x="56" y="583"/>
                      </a:cubicBezTo>
                      <a:cubicBezTo>
                        <a:pt x="44" y="590"/>
                        <a:pt x="39" y="587"/>
                        <a:pt x="23" y="593"/>
                      </a:cubicBezTo>
                      <a:cubicBezTo>
                        <a:pt x="7" y="599"/>
                        <a:pt x="0" y="608"/>
                        <a:pt x="0" y="608"/>
                      </a:cubicBezTo>
                      <a:cubicBezTo>
                        <a:pt x="0" y="608"/>
                        <a:pt x="20" y="607"/>
                        <a:pt x="18" y="611"/>
                      </a:cubicBezTo>
                      <a:cubicBezTo>
                        <a:pt x="16" y="615"/>
                        <a:pt x="8" y="620"/>
                        <a:pt x="12" y="629"/>
                      </a:cubicBezTo>
                      <a:cubicBezTo>
                        <a:pt x="17" y="638"/>
                        <a:pt x="40" y="624"/>
                        <a:pt x="40" y="624"/>
                      </a:cubicBezTo>
                      <a:cubicBezTo>
                        <a:pt x="47" y="631"/>
                        <a:pt x="47" y="631"/>
                        <a:pt x="47" y="631"/>
                      </a:cubicBezTo>
                      <a:cubicBezTo>
                        <a:pt x="63" y="631"/>
                        <a:pt x="63" y="631"/>
                        <a:pt x="63" y="631"/>
                      </a:cubicBezTo>
                      <a:cubicBezTo>
                        <a:pt x="65" y="637"/>
                        <a:pt x="65" y="637"/>
                        <a:pt x="65" y="637"/>
                      </a:cubicBezTo>
                      <a:cubicBezTo>
                        <a:pt x="87" y="634"/>
                        <a:pt x="87" y="634"/>
                        <a:pt x="87" y="634"/>
                      </a:cubicBezTo>
                      <a:cubicBezTo>
                        <a:pt x="96" y="648"/>
                        <a:pt x="96" y="648"/>
                        <a:pt x="96" y="648"/>
                      </a:cubicBezTo>
                      <a:cubicBezTo>
                        <a:pt x="118" y="645"/>
                        <a:pt x="118" y="645"/>
                        <a:pt x="118" y="645"/>
                      </a:cubicBezTo>
                      <a:cubicBezTo>
                        <a:pt x="118" y="645"/>
                        <a:pt x="136" y="656"/>
                        <a:pt x="152" y="653"/>
                      </a:cubicBezTo>
                      <a:cubicBezTo>
                        <a:pt x="167" y="650"/>
                        <a:pt x="172" y="634"/>
                        <a:pt x="182" y="627"/>
                      </a:cubicBezTo>
                      <a:cubicBezTo>
                        <a:pt x="192" y="620"/>
                        <a:pt x="200" y="630"/>
                        <a:pt x="215" y="620"/>
                      </a:cubicBezTo>
                      <a:cubicBezTo>
                        <a:pt x="230" y="610"/>
                        <a:pt x="220" y="597"/>
                        <a:pt x="232" y="586"/>
                      </a:cubicBezTo>
                      <a:cubicBezTo>
                        <a:pt x="243" y="574"/>
                        <a:pt x="257" y="582"/>
                        <a:pt x="265" y="574"/>
                      </a:cubicBezTo>
                      <a:cubicBezTo>
                        <a:pt x="273" y="567"/>
                        <a:pt x="265" y="558"/>
                        <a:pt x="265" y="558"/>
                      </a:cubicBezTo>
                      <a:cubicBezTo>
                        <a:pt x="279" y="557"/>
                        <a:pt x="279" y="557"/>
                        <a:pt x="279" y="557"/>
                      </a:cubicBezTo>
                      <a:cubicBezTo>
                        <a:pt x="318" y="527"/>
                        <a:pt x="318" y="527"/>
                        <a:pt x="318" y="527"/>
                      </a:cubicBezTo>
                      <a:cubicBezTo>
                        <a:pt x="306" y="517"/>
                        <a:pt x="306" y="517"/>
                        <a:pt x="306" y="517"/>
                      </a:cubicBezTo>
                      <a:cubicBezTo>
                        <a:pt x="333" y="527"/>
                        <a:pt x="333" y="527"/>
                        <a:pt x="333" y="527"/>
                      </a:cubicBezTo>
                      <a:cubicBezTo>
                        <a:pt x="333" y="527"/>
                        <a:pt x="334" y="511"/>
                        <a:pt x="343" y="510"/>
                      </a:cubicBezTo>
                      <a:cubicBezTo>
                        <a:pt x="352" y="509"/>
                        <a:pt x="360" y="517"/>
                        <a:pt x="372" y="520"/>
                      </a:cubicBezTo>
                      <a:cubicBezTo>
                        <a:pt x="383" y="522"/>
                        <a:pt x="388" y="503"/>
                        <a:pt x="388" y="503"/>
                      </a:cubicBezTo>
                      <a:cubicBezTo>
                        <a:pt x="378" y="495"/>
                        <a:pt x="378" y="495"/>
                        <a:pt x="378" y="495"/>
                      </a:cubicBezTo>
                      <a:cubicBezTo>
                        <a:pt x="395" y="480"/>
                        <a:pt x="395" y="480"/>
                        <a:pt x="395" y="480"/>
                      </a:cubicBezTo>
                      <a:cubicBezTo>
                        <a:pt x="407" y="466"/>
                        <a:pt x="407" y="466"/>
                        <a:pt x="407" y="466"/>
                      </a:cubicBezTo>
                      <a:cubicBezTo>
                        <a:pt x="407" y="466"/>
                        <a:pt x="418" y="459"/>
                        <a:pt x="430" y="456"/>
                      </a:cubicBezTo>
                      <a:cubicBezTo>
                        <a:pt x="442" y="453"/>
                        <a:pt x="447" y="436"/>
                        <a:pt x="447" y="436"/>
                      </a:cubicBezTo>
                      <a:cubicBezTo>
                        <a:pt x="447" y="436"/>
                        <a:pt x="458" y="434"/>
                        <a:pt x="468" y="430"/>
                      </a:cubicBezTo>
                      <a:cubicBezTo>
                        <a:pt x="479" y="426"/>
                        <a:pt x="488" y="408"/>
                        <a:pt x="488" y="408"/>
                      </a:cubicBezTo>
                      <a:cubicBezTo>
                        <a:pt x="488" y="408"/>
                        <a:pt x="508" y="401"/>
                        <a:pt x="518" y="389"/>
                      </a:cubicBezTo>
                      <a:cubicBezTo>
                        <a:pt x="529" y="376"/>
                        <a:pt x="516" y="353"/>
                        <a:pt x="516" y="353"/>
                      </a:cubicBezTo>
                      <a:lnTo>
                        <a:pt x="498" y="375"/>
                      </a:lnTo>
                      <a:close/>
                      <a:moveTo>
                        <a:pt x="815" y="215"/>
                      </a:moveTo>
                      <a:cubicBezTo>
                        <a:pt x="823" y="210"/>
                        <a:pt x="831" y="213"/>
                        <a:pt x="841" y="205"/>
                      </a:cubicBezTo>
                      <a:cubicBezTo>
                        <a:pt x="851" y="197"/>
                        <a:pt x="847" y="183"/>
                        <a:pt x="839" y="176"/>
                      </a:cubicBezTo>
                      <a:cubicBezTo>
                        <a:pt x="831" y="168"/>
                        <a:pt x="821" y="186"/>
                        <a:pt x="821" y="186"/>
                      </a:cubicBezTo>
                      <a:cubicBezTo>
                        <a:pt x="821" y="186"/>
                        <a:pt x="815" y="186"/>
                        <a:pt x="806" y="184"/>
                      </a:cubicBezTo>
                      <a:cubicBezTo>
                        <a:pt x="798" y="181"/>
                        <a:pt x="780" y="195"/>
                        <a:pt x="768" y="192"/>
                      </a:cubicBezTo>
                      <a:cubicBezTo>
                        <a:pt x="756" y="189"/>
                        <a:pt x="761" y="145"/>
                        <a:pt x="761" y="145"/>
                      </a:cubicBezTo>
                      <a:cubicBezTo>
                        <a:pt x="777" y="120"/>
                        <a:pt x="777" y="120"/>
                        <a:pt x="777" y="120"/>
                      </a:cubicBezTo>
                      <a:cubicBezTo>
                        <a:pt x="777" y="120"/>
                        <a:pt x="777" y="102"/>
                        <a:pt x="767" y="103"/>
                      </a:cubicBezTo>
                      <a:cubicBezTo>
                        <a:pt x="756" y="103"/>
                        <a:pt x="756" y="119"/>
                        <a:pt x="756" y="129"/>
                      </a:cubicBezTo>
                      <a:cubicBezTo>
                        <a:pt x="755" y="138"/>
                        <a:pt x="743" y="146"/>
                        <a:pt x="743" y="146"/>
                      </a:cubicBezTo>
                      <a:cubicBezTo>
                        <a:pt x="740" y="126"/>
                        <a:pt x="740" y="126"/>
                        <a:pt x="740" y="126"/>
                      </a:cubicBezTo>
                      <a:cubicBezTo>
                        <a:pt x="726" y="113"/>
                        <a:pt x="726" y="113"/>
                        <a:pt x="726" y="113"/>
                      </a:cubicBezTo>
                      <a:cubicBezTo>
                        <a:pt x="726" y="113"/>
                        <a:pt x="750" y="82"/>
                        <a:pt x="750" y="62"/>
                      </a:cubicBezTo>
                      <a:cubicBezTo>
                        <a:pt x="751" y="42"/>
                        <a:pt x="717" y="41"/>
                        <a:pt x="717" y="41"/>
                      </a:cubicBezTo>
                      <a:cubicBezTo>
                        <a:pt x="720" y="27"/>
                        <a:pt x="720" y="27"/>
                        <a:pt x="720" y="27"/>
                      </a:cubicBezTo>
                      <a:cubicBezTo>
                        <a:pt x="707" y="25"/>
                        <a:pt x="707" y="25"/>
                        <a:pt x="707" y="25"/>
                      </a:cubicBezTo>
                      <a:cubicBezTo>
                        <a:pt x="692" y="11"/>
                        <a:pt x="692" y="11"/>
                        <a:pt x="692" y="11"/>
                      </a:cubicBezTo>
                      <a:cubicBezTo>
                        <a:pt x="699" y="0"/>
                        <a:pt x="699" y="0"/>
                        <a:pt x="699" y="0"/>
                      </a:cubicBezTo>
                      <a:cubicBezTo>
                        <a:pt x="679" y="12"/>
                        <a:pt x="679" y="12"/>
                        <a:pt x="679" y="12"/>
                      </a:cubicBezTo>
                      <a:cubicBezTo>
                        <a:pt x="692" y="35"/>
                        <a:pt x="692" y="35"/>
                        <a:pt x="692" y="35"/>
                      </a:cubicBezTo>
                      <a:cubicBezTo>
                        <a:pt x="686" y="60"/>
                        <a:pt x="686" y="60"/>
                        <a:pt x="686" y="60"/>
                      </a:cubicBezTo>
                      <a:cubicBezTo>
                        <a:pt x="701" y="66"/>
                        <a:pt x="701" y="66"/>
                        <a:pt x="701" y="66"/>
                      </a:cubicBezTo>
                      <a:cubicBezTo>
                        <a:pt x="692" y="70"/>
                        <a:pt x="692" y="70"/>
                        <a:pt x="692" y="70"/>
                      </a:cubicBezTo>
                      <a:cubicBezTo>
                        <a:pt x="696" y="84"/>
                        <a:pt x="696" y="84"/>
                        <a:pt x="696" y="84"/>
                      </a:cubicBezTo>
                      <a:cubicBezTo>
                        <a:pt x="712" y="89"/>
                        <a:pt x="712" y="89"/>
                        <a:pt x="712" y="89"/>
                      </a:cubicBezTo>
                      <a:cubicBezTo>
                        <a:pt x="696" y="97"/>
                        <a:pt x="696" y="97"/>
                        <a:pt x="696" y="97"/>
                      </a:cubicBezTo>
                      <a:cubicBezTo>
                        <a:pt x="705" y="102"/>
                        <a:pt x="705" y="102"/>
                        <a:pt x="705" y="102"/>
                      </a:cubicBezTo>
                      <a:cubicBezTo>
                        <a:pt x="705" y="102"/>
                        <a:pt x="702" y="116"/>
                        <a:pt x="702" y="122"/>
                      </a:cubicBezTo>
                      <a:cubicBezTo>
                        <a:pt x="702" y="129"/>
                        <a:pt x="715" y="136"/>
                        <a:pt x="715" y="136"/>
                      </a:cubicBezTo>
                      <a:cubicBezTo>
                        <a:pt x="702" y="138"/>
                        <a:pt x="702" y="138"/>
                        <a:pt x="702" y="138"/>
                      </a:cubicBezTo>
                      <a:cubicBezTo>
                        <a:pt x="694" y="148"/>
                        <a:pt x="694" y="148"/>
                        <a:pt x="694" y="148"/>
                      </a:cubicBezTo>
                      <a:cubicBezTo>
                        <a:pt x="705" y="154"/>
                        <a:pt x="705" y="154"/>
                        <a:pt x="705" y="154"/>
                      </a:cubicBezTo>
                      <a:cubicBezTo>
                        <a:pt x="705" y="154"/>
                        <a:pt x="684" y="174"/>
                        <a:pt x="682" y="185"/>
                      </a:cubicBezTo>
                      <a:cubicBezTo>
                        <a:pt x="681" y="196"/>
                        <a:pt x="691" y="199"/>
                        <a:pt x="691" y="199"/>
                      </a:cubicBezTo>
                      <a:cubicBezTo>
                        <a:pt x="691" y="199"/>
                        <a:pt x="669" y="203"/>
                        <a:pt x="656" y="209"/>
                      </a:cubicBezTo>
                      <a:cubicBezTo>
                        <a:pt x="643" y="214"/>
                        <a:pt x="646" y="217"/>
                        <a:pt x="630" y="229"/>
                      </a:cubicBezTo>
                      <a:cubicBezTo>
                        <a:pt x="613" y="242"/>
                        <a:pt x="599" y="243"/>
                        <a:pt x="578" y="255"/>
                      </a:cubicBezTo>
                      <a:cubicBezTo>
                        <a:pt x="557" y="268"/>
                        <a:pt x="576" y="302"/>
                        <a:pt x="576" y="302"/>
                      </a:cubicBezTo>
                      <a:cubicBezTo>
                        <a:pt x="576" y="302"/>
                        <a:pt x="599" y="300"/>
                        <a:pt x="609" y="302"/>
                      </a:cubicBezTo>
                      <a:cubicBezTo>
                        <a:pt x="619" y="304"/>
                        <a:pt x="609" y="323"/>
                        <a:pt x="609" y="338"/>
                      </a:cubicBezTo>
                      <a:cubicBezTo>
                        <a:pt x="610" y="354"/>
                        <a:pt x="593" y="353"/>
                        <a:pt x="576" y="359"/>
                      </a:cubicBezTo>
                      <a:cubicBezTo>
                        <a:pt x="559" y="365"/>
                        <a:pt x="567" y="370"/>
                        <a:pt x="567" y="370"/>
                      </a:cubicBezTo>
                      <a:cubicBezTo>
                        <a:pt x="557" y="381"/>
                        <a:pt x="557" y="381"/>
                        <a:pt x="557" y="381"/>
                      </a:cubicBezTo>
                      <a:cubicBezTo>
                        <a:pt x="557" y="381"/>
                        <a:pt x="575" y="394"/>
                        <a:pt x="589" y="390"/>
                      </a:cubicBezTo>
                      <a:cubicBezTo>
                        <a:pt x="602" y="385"/>
                        <a:pt x="633" y="351"/>
                        <a:pt x="644" y="340"/>
                      </a:cubicBezTo>
                      <a:cubicBezTo>
                        <a:pt x="655" y="329"/>
                        <a:pt x="682" y="321"/>
                        <a:pt x="687" y="321"/>
                      </a:cubicBezTo>
                      <a:cubicBezTo>
                        <a:pt x="692" y="320"/>
                        <a:pt x="697" y="308"/>
                        <a:pt x="697" y="308"/>
                      </a:cubicBezTo>
                      <a:cubicBezTo>
                        <a:pt x="697" y="308"/>
                        <a:pt x="704" y="305"/>
                        <a:pt x="715" y="301"/>
                      </a:cubicBezTo>
                      <a:cubicBezTo>
                        <a:pt x="726" y="296"/>
                        <a:pt x="715" y="277"/>
                        <a:pt x="715" y="277"/>
                      </a:cubicBezTo>
                      <a:cubicBezTo>
                        <a:pt x="715" y="277"/>
                        <a:pt x="725" y="269"/>
                        <a:pt x="738" y="263"/>
                      </a:cubicBezTo>
                      <a:cubicBezTo>
                        <a:pt x="752" y="257"/>
                        <a:pt x="762" y="269"/>
                        <a:pt x="774" y="266"/>
                      </a:cubicBezTo>
                      <a:cubicBezTo>
                        <a:pt x="786" y="264"/>
                        <a:pt x="782" y="240"/>
                        <a:pt x="782" y="240"/>
                      </a:cubicBezTo>
                      <a:cubicBezTo>
                        <a:pt x="782" y="240"/>
                        <a:pt x="793" y="237"/>
                        <a:pt x="805" y="236"/>
                      </a:cubicBezTo>
                      <a:cubicBezTo>
                        <a:pt x="816" y="235"/>
                        <a:pt x="808" y="221"/>
                        <a:pt x="815" y="2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5" name="Freeform 338"/>
                <p:cNvSpPr>
                  <a:spLocks noEditPoints="1"/>
                </p:cNvSpPr>
                <p:nvPr/>
              </p:nvSpPr>
              <p:spPr bwMode="gray">
                <a:xfrm>
                  <a:off x="5728" y="-8631"/>
                  <a:ext cx="4483" cy="4191"/>
                </a:xfrm>
                <a:custGeom>
                  <a:avLst/>
                  <a:gdLst>
                    <a:gd name="T0" fmla="*/ 971 w 1898"/>
                    <a:gd name="T1" fmla="*/ 1367 h 1774"/>
                    <a:gd name="T2" fmla="*/ 1008 w 1898"/>
                    <a:gd name="T3" fmla="*/ 1349 h 1774"/>
                    <a:gd name="T4" fmla="*/ 1830 w 1898"/>
                    <a:gd name="T5" fmla="*/ 698 h 1774"/>
                    <a:gd name="T6" fmla="*/ 1797 w 1898"/>
                    <a:gd name="T7" fmla="*/ 622 h 1774"/>
                    <a:gd name="T8" fmla="*/ 1707 w 1898"/>
                    <a:gd name="T9" fmla="*/ 471 h 1774"/>
                    <a:gd name="T10" fmla="*/ 1649 w 1898"/>
                    <a:gd name="T11" fmla="*/ 192 h 1774"/>
                    <a:gd name="T12" fmla="*/ 1596 w 1898"/>
                    <a:gd name="T13" fmla="*/ 64 h 1774"/>
                    <a:gd name="T14" fmla="*/ 1541 w 1898"/>
                    <a:gd name="T15" fmla="*/ 18 h 1774"/>
                    <a:gd name="T16" fmla="*/ 1494 w 1898"/>
                    <a:gd name="T17" fmla="*/ 189 h 1774"/>
                    <a:gd name="T18" fmla="*/ 1283 w 1898"/>
                    <a:gd name="T19" fmla="*/ 306 h 1774"/>
                    <a:gd name="T20" fmla="*/ 1239 w 1898"/>
                    <a:gd name="T21" fmla="*/ 181 h 1774"/>
                    <a:gd name="T22" fmla="*/ 1269 w 1898"/>
                    <a:gd name="T23" fmla="*/ 69 h 1774"/>
                    <a:gd name="T24" fmla="*/ 1170 w 1898"/>
                    <a:gd name="T25" fmla="*/ 75 h 1774"/>
                    <a:gd name="T26" fmla="*/ 1050 w 1898"/>
                    <a:gd name="T27" fmla="*/ 42 h 1774"/>
                    <a:gd name="T28" fmla="*/ 1012 w 1898"/>
                    <a:gd name="T29" fmla="*/ 86 h 1774"/>
                    <a:gd name="T30" fmla="*/ 910 w 1898"/>
                    <a:gd name="T31" fmla="*/ 212 h 1774"/>
                    <a:gd name="T32" fmla="*/ 872 w 1898"/>
                    <a:gd name="T33" fmla="*/ 235 h 1774"/>
                    <a:gd name="T34" fmla="*/ 848 w 1898"/>
                    <a:gd name="T35" fmla="*/ 215 h 1774"/>
                    <a:gd name="T36" fmla="*/ 788 w 1898"/>
                    <a:gd name="T37" fmla="*/ 185 h 1774"/>
                    <a:gd name="T38" fmla="*/ 731 w 1898"/>
                    <a:gd name="T39" fmla="*/ 238 h 1774"/>
                    <a:gd name="T40" fmla="*/ 676 w 1898"/>
                    <a:gd name="T41" fmla="*/ 279 h 1774"/>
                    <a:gd name="T42" fmla="*/ 614 w 1898"/>
                    <a:gd name="T43" fmla="*/ 310 h 1774"/>
                    <a:gd name="T44" fmla="*/ 606 w 1898"/>
                    <a:gd name="T45" fmla="*/ 348 h 1774"/>
                    <a:gd name="T46" fmla="*/ 531 w 1898"/>
                    <a:gd name="T47" fmla="*/ 409 h 1774"/>
                    <a:gd name="T48" fmla="*/ 359 w 1898"/>
                    <a:gd name="T49" fmla="*/ 505 h 1774"/>
                    <a:gd name="T50" fmla="*/ 218 w 1898"/>
                    <a:gd name="T51" fmla="*/ 554 h 1774"/>
                    <a:gd name="T52" fmla="*/ 83 w 1898"/>
                    <a:gd name="T53" fmla="*/ 649 h 1774"/>
                    <a:gd name="T54" fmla="*/ 48 w 1898"/>
                    <a:gd name="T55" fmla="*/ 813 h 1774"/>
                    <a:gd name="T56" fmla="*/ 35 w 1898"/>
                    <a:gd name="T57" fmla="*/ 937 h 1774"/>
                    <a:gd name="T58" fmla="*/ 87 w 1898"/>
                    <a:gd name="T59" fmla="*/ 1141 h 1774"/>
                    <a:gd name="T60" fmla="*/ 56 w 1898"/>
                    <a:gd name="T61" fmla="*/ 1305 h 1774"/>
                    <a:gd name="T62" fmla="*/ 186 w 1898"/>
                    <a:gd name="T63" fmla="*/ 1285 h 1774"/>
                    <a:gd name="T64" fmla="*/ 384 w 1898"/>
                    <a:gd name="T65" fmla="*/ 1244 h 1774"/>
                    <a:gd name="T66" fmla="*/ 594 w 1898"/>
                    <a:gd name="T67" fmla="*/ 1153 h 1774"/>
                    <a:gd name="T68" fmla="*/ 896 w 1898"/>
                    <a:gd name="T69" fmla="*/ 1136 h 1774"/>
                    <a:gd name="T70" fmla="*/ 932 w 1898"/>
                    <a:gd name="T71" fmla="*/ 1225 h 1774"/>
                    <a:gd name="T72" fmla="*/ 962 w 1898"/>
                    <a:gd name="T73" fmla="*/ 1304 h 1774"/>
                    <a:gd name="T74" fmla="*/ 1060 w 1898"/>
                    <a:gd name="T75" fmla="*/ 1224 h 1774"/>
                    <a:gd name="T76" fmla="*/ 1083 w 1898"/>
                    <a:gd name="T77" fmla="*/ 1210 h 1774"/>
                    <a:gd name="T78" fmla="*/ 1011 w 1898"/>
                    <a:gd name="T79" fmla="*/ 1319 h 1774"/>
                    <a:gd name="T80" fmla="*/ 1072 w 1898"/>
                    <a:gd name="T81" fmla="*/ 1339 h 1774"/>
                    <a:gd name="T82" fmla="*/ 1118 w 1898"/>
                    <a:gd name="T83" fmla="*/ 1477 h 1774"/>
                    <a:gd name="T84" fmla="*/ 1319 w 1898"/>
                    <a:gd name="T85" fmla="*/ 1502 h 1774"/>
                    <a:gd name="T86" fmla="*/ 1360 w 1898"/>
                    <a:gd name="T87" fmla="*/ 1532 h 1774"/>
                    <a:gd name="T88" fmla="*/ 1533 w 1898"/>
                    <a:gd name="T89" fmla="*/ 1461 h 1774"/>
                    <a:gd name="T90" fmla="*/ 1641 w 1898"/>
                    <a:gd name="T91" fmla="*/ 1275 h 1774"/>
                    <a:gd name="T92" fmla="*/ 1874 w 1898"/>
                    <a:gd name="T93" fmla="*/ 952 h 1774"/>
                    <a:gd name="T94" fmla="*/ 1364 w 1898"/>
                    <a:gd name="T95" fmla="*/ 1612 h 1774"/>
                    <a:gd name="T96" fmla="*/ 1274 w 1898"/>
                    <a:gd name="T97" fmla="*/ 1651 h 1774"/>
                    <a:gd name="T98" fmla="*/ 1184 w 1898"/>
                    <a:gd name="T99" fmla="*/ 1616 h 1774"/>
                    <a:gd name="T100" fmla="*/ 1155 w 1898"/>
                    <a:gd name="T101" fmla="*/ 1713 h 1774"/>
                    <a:gd name="T102" fmla="*/ 1214 w 1898"/>
                    <a:gd name="T103" fmla="*/ 1769 h 1774"/>
                    <a:gd name="T104" fmla="*/ 1282 w 1898"/>
                    <a:gd name="T105" fmla="*/ 1706 h 1774"/>
                    <a:gd name="T106" fmla="*/ 1290 w 1898"/>
                    <a:gd name="T107" fmla="*/ 195 h 1774"/>
                    <a:gd name="T108" fmla="*/ 1209 w 1898"/>
                    <a:gd name="T109" fmla="*/ 1549 h 1774"/>
                    <a:gd name="T110" fmla="*/ 1357 w 1898"/>
                    <a:gd name="T111" fmla="*/ 1597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98" h="1774">
                      <a:moveTo>
                        <a:pt x="1024" y="43"/>
                      </a:moveTo>
                      <a:cubicBezTo>
                        <a:pt x="1014" y="29"/>
                        <a:pt x="990" y="54"/>
                        <a:pt x="999" y="65"/>
                      </a:cubicBezTo>
                      <a:cubicBezTo>
                        <a:pt x="1008" y="75"/>
                        <a:pt x="1024" y="43"/>
                        <a:pt x="1024" y="43"/>
                      </a:cubicBezTo>
                      <a:close/>
                      <a:moveTo>
                        <a:pt x="986" y="1341"/>
                      </a:moveTo>
                      <a:cubicBezTo>
                        <a:pt x="972" y="1343"/>
                        <a:pt x="954" y="1348"/>
                        <a:pt x="961" y="1354"/>
                      </a:cubicBezTo>
                      <a:cubicBezTo>
                        <a:pt x="968" y="1360"/>
                        <a:pt x="971" y="1367"/>
                        <a:pt x="971" y="1367"/>
                      </a:cubicBezTo>
                      <a:cubicBezTo>
                        <a:pt x="985" y="1367"/>
                        <a:pt x="999" y="1359"/>
                        <a:pt x="999" y="1359"/>
                      </a:cubicBezTo>
                      <a:cubicBezTo>
                        <a:pt x="1007" y="1359"/>
                        <a:pt x="1007" y="1359"/>
                        <a:pt x="1007" y="1359"/>
                      </a:cubicBezTo>
                      <a:cubicBezTo>
                        <a:pt x="1011" y="1356"/>
                        <a:pt x="1011" y="1356"/>
                        <a:pt x="1011" y="1356"/>
                      </a:cubicBezTo>
                      <a:cubicBezTo>
                        <a:pt x="1022" y="1356"/>
                        <a:pt x="1022" y="1356"/>
                        <a:pt x="1022" y="1356"/>
                      </a:cubicBezTo>
                      <a:cubicBezTo>
                        <a:pt x="1026" y="1351"/>
                        <a:pt x="1026" y="1351"/>
                        <a:pt x="1026" y="1351"/>
                      </a:cubicBezTo>
                      <a:cubicBezTo>
                        <a:pt x="1008" y="1349"/>
                        <a:pt x="1008" y="1349"/>
                        <a:pt x="1008" y="1349"/>
                      </a:cubicBezTo>
                      <a:cubicBezTo>
                        <a:pt x="1008" y="1349"/>
                        <a:pt x="1000" y="1340"/>
                        <a:pt x="986" y="1341"/>
                      </a:cubicBezTo>
                      <a:close/>
                      <a:moveTo>
                        <a:pt x="1869" y="774"/>
                      </a:moveTo>
                      <a:cubicBezTo>
                        <a:pt x="1869" y="774"/>
                        <a:pt x="1866" y="733"/>
                        <a:pt x="1865" y="727"/>
                      </a:cubicBezTo>
                      <a:cubicBezTo>
                        <a:pt x="1863" y="721"/>
                        <a:pt x="1843" y="720"/>
                        <a:pt x="1843" y="720"/>
                      </a:cubicBezTo>
                      <a:cubicBezTo>
                        <a:pt x="1843" y="706"/>
                        <a:pt x="1843" y="706"/>
                        <a:pt x="1843" y="706"/>
                      </a:cubicBezTo>
                      <a:cubicBezTo>
                        <a:pt x="1830" y="698"/>
                        <a:pt x="1830" y="698"/>
                        <a:pt x="1830" y="698"/>
                      </a:cubicBezTo>
                      <a:cubicBezTo>
                        <a:pt x="1830" y="698"/>
                        <a:pt x="1835" y="681"/>
                        <a:pt x="1830" y="674"/>
                      </a:cubicBezTo>
                      <a:cubicBezTo>
                        <a:pt x="1825" y="667"/>
                        <a:pt x="1805" y="660"/>
                        <a:pt x="1805" y="660"/>
                      </a:cubicBezTo>
                      <a:cubicBezTo>
                        <a:pt x="1805" y="660"/>
                        <a:pt x="1840" y="654"/>
                        <a:pt x="1842" y="641"/>
                      </a:cubicBezTo>
                      <a:cubicBezTo>
                        <a:pt x="1844" y="627"/>
                        <a:pt x="1822" y="623"/>
                        <a:pt x="1822" y="623"/>
                      </a:cubicBezTo>
                      <a:cubicBezTo>
                        <a:pt x="1822" y="623"/>
                        <a:pt x="1815" y="602"/>
                        <a:pt x="1804" y="603"/>
                      </a:cubicBezTo>
                      <a:cubicBezTo>
                        <a:pt x="1792" y="604"/>
                        <a:pt x="1797" y="622"/>
                        <a:pt x="1797" y="622"/>
                      </a:cubicBezTo>
                      <a:cubicBezTo>
                        <a:pt x="1783" y="619"/>
                        <a:pt x="1783" y="619"/>
                        <a:pt x="1783" y="619"/>
                      </a:cubicBezTo>
                      <a:cubicBezTo>
                        <a:pt x="1783" y="619"/>
                        <a:pt x="1796" y="578"/>
                        <a:pt x="1796" y="568"/>
                      </a:cubicBezTo>
                      <a:cubicBezTo>
                        <a:pt x="1795" y="559"/>
                        <a:pt x="1775" y="557"/>
                        <a:pt x="1771" y="547"/>
                      </a:cubicBezTo>
                      <a:cubicBezTo>
                        <a:pt x="1768" y="538"/>
                        <a:pt x="1781" y="521"/>
                        <a:pt x="1777" y="507"/>
                      </a:cubicBezTo>
                      <a:cubicBezTo>
                        <a:pt x="1773" y="494"/>
                        <a:pt x="1713" y="465"/>
                        <a:pt x="1713" y="465"/>
                      </a:cubicBezTo>
                      <a:cubicBezTo>
                        <a:pt x="1707" y="471"/>
                        <a:pt x="1707" y="471"/>
                        <a:pt x="1707" y="471"/>
                      </a:cubicBezTo>
                      <a:cubicBezTo>
                        <a:pt x="1707" y="471"/>
                        <a:pt x="1679" y="439"/>
                        <a:pt x="1677" y="417"/>
                      </a:cubicBezTo>
                      <a:cubicBezTo>
                        <a:pt x="1676" y="394"/>
                        <a:pt x="1685" y="381"/>
                        <a:pt x="1685" y="361"/>
                      </a:cubicBezTo>
                      <a:cubicBezTo>
                        <a:pt x="1685" y="341"/>
                        <a:pt x="1666" y="298"/>
                        <a:pt x="1662" y="282"/>
                      </a:cubicBezTo>
                      <a:cubicBezTo>
                        <a:pt x="1658" y="266"/>
                        <a:pt x="1669" y="256"/>
                        <a:pt x="1671" y="247"/>
                      </a:cubicBezTo>
                      <a:cubicBezTo>
                        <a:pt x="1673" y="238"/>
                        <a:pt x="1666" y="200"/>
                        <a:pt x="1666" y="200"/>
                      </a:cubicBezTo>
                      <a:cubicBezTo>
                        <a:pt x="1649" y="192"/>
                        <a:pt x="1649" y="192"/>
                        <a:pt x="1649" y="192"/>
                      </a:cubicBezTo>
                      <a:cubicBezTo>
                        <a:pt x="1649" y="192"/>
                        <a:pt x="1635" y="177"/>
                        <a:pt x="1625" y="177"/>
                      </a:cubicBezTo>
                      <a:cubicBezTo>
                        <a:pt x="1615" y="176"/>
                        <a:pt x="1609" y="191"/>
                        <a:pt x="1609" y="191"/>
                      </a:cubicBezTo>
                      <a:cubicBezTo>
                        <a:pt x="1609" y="191"/>
                        <a:pt x="1602" y="176"/>
                        <a:pt x="1601" y="167"/>
                      </a:cubicBezTo>
                      <a:cubicBezTo>
                        <a:pt x="1600" y="159"/>
                        <a:pt x="1607" y="135"/>
                        <a:pt x="1607" y="135"/>
                      </a:cubicBezTo>
                      <a:cubicBezTo>
                        <a:pt x="1596" y="120"/>
                        <a:pt x="1596" y="120"/>
                        <a:pt x="1596" y="120"/>
                      </a:cubicBezTo>
                      <a:cubicBezTo>
                        <a:pt x="1596" y="64"/>
                        <a:pt x="1596" y="64"/>
                        <a:pt x="1596" y="64"/>
                      </a:cubicBezTo>
                      <a:cubicBezTo>
                        <a:pt x="1596" y="64"/>
                        <a:pt x="1575" y="50"/>
                        <a:pt x="1578" y="41"/>
                      </a:cubicBezTo>
                      <a:cubicBezTo>
                        <a:pt x="1582" y="32"/>
                        <a:pt x="1586" y="20"/>
                        <a:pt x="1581" y="15"/>
                      </a:cubicBezTo>
                      <a:cubicBezTo>
                        <a:pt x="1576" y="11"/>
                        <a:pt x="1564" y="9"/>
                        <a:pt x="1564" y="9"/>
                      </a:cubicBezTo>
                      <a:cubicBezTo>
                        <a:pt x="1565" y="0"/>
                        <a:pt x="1565" y="0"/>
                        <a:pt x="1565" y="0"/>
                      </a:cubicBezTo>
                      <a:cubicBezTo>
                        <a:pt x="1545" y="5"/>
                        <a:pt x="1545" y="5"/>
                        <a:pt x="1545" y="5"/>
                      </a:cubicBezTo>
                      <a:cubicBezTo>
                        <a:pt x="1541" y="18"/>
                        <a:pt x="1541" y="18"/>
                        <a:pt x="1541" y="18"/>
                      </a:cubicBezTo>
                      <a:cubicBezTo>
                        <a:pt x="1541" y="18"/>
                        <a:pt x="1529" y="26"/>
                        <a:pt x="1523" y="30"/>
                      </a:cubicBezTo>
                      <a:cubicBezTo>
                        <a:pt x="1518" y="34"/>
                        <a:pt x="1531" y="60"/>
                        <a:pt x="1531" y="70"/>
                      </a:cubicBezTo>
                      <a:cubicBezTo>
                        <a:pt x="1530" y="81"/>
                        <a:pt x="1496" y="118"/>
                        <a:pt x="1496" y="118"/>
                      </a:cubicBezTo>
                      <a:cubicBezTo>
                        <a:pt x="1507" y="127"/>
                        <a:pt x="1507" y="127"/>
                        <a:pt x="1507" y="127"/>
                      </a:cubicBezTo>
                      <a:cubicBezTo>
                        <a:pt x="1507" y="127"/>
                        <a:pt x="1492" y="147"/>
                        <a:pt x="1490" y="155"/>
                      </a:cubicBezTo>
                      <a:cubicBezTo>
                        <a:pt x="1488" y="163"/>
                        <a:pt x="1494" y="189"/>
                        <a:pt x="1494" y="189"/>
                      </a:cubicBezTo>
                      <a:cubicBezTo>
                        <a:pt x="1494" y="189"/>
                        <a:pt x="1473" y="273"/>
                        <a:pt x="1472" y="285"/>
                      </a:cubicBezTo>
                      <a:cubicBezTo>
                        <a:pt x="1471" y="296"/>
                        <a:pt x="1444" y="325"/>
                        <a:pt x="1444" y="325"/>
                      </a:cubicBezTo>
                      <a:cubicBezTo>
                        <a:pt x="1444" y="325"/>
                        <a:pt x="1445" y="358"/>
                        <a:pt x="1428" y="366"/>
                      </a:cubicBezTo>
                      <a:cubicBezTo>
                        <a:pt x="1411" y="373"/>
                        <a:pt x="1375" y="381"/>
                        <a:pt x="1375" y="381"/>
                      </a:cubicBezTo>
                      <a:cubicBezTo>
                        <a:pt x="1375" y="381"/>
                        <a:pt x="1354" y="347"/>
                        <a:pt x="1349" y="337"/>
                      </a:cubicBezTo>
                      <a:cubicBezTo>
                        <a:pt x="1344" y="328"/>
                        <a:pt x="1303" y="314"/>
                        <a:pt x="1283" y="306"/>
                      </a:cubicBezTo>
                      <a:cubicBezTo>
                        <a:pt x="1262" y="299"/>
                        <a:pt x="1249" y="266"/>
                        <a:pt x="1246" y="262"/>
                      </a:cubicBezTo>
                      <a:cubicBezTo>
                        <a:pt x="1243" y="259"/>
                        <a:pt x="1223" y="261"/>
                        <a:pt x="1223" y="261"/>
                      </a:cubicBezTo>
                      <a:cubicBezTo>
                        <a:pt x="1207" y="231"/>
                        <a:pt x="1207" y="231"/>
                        <a:pt x="1207" y="231"/>
                      </a:cubicBezTo>
                      <a:cubicBezTo>
                        <a:pt x="1220" y="217"/>
                        <a:pt x="1220" y="217"/>
                        <a:pt x="1220" y="217"/>
                      </a:cubicBezTo>
                      <a:cubicBezTo>
                        <a:pt x="1220" y="217"/>
                        <a:pt x="1213" y="206"/>
                        <a:pt x="1221" y="195"/>
                      </a:cubicBezTo>
                      <a:cubicBezTo>
                        <a:pt x="1229" y="184"/>
                        <a:pt x="1239" y="181"/>
                        <a:pt x="1239" y="181"/>
                      </a:cubicBezTo>
                      <a:cubicBezTo>
                        <a:pt x="1235" y="151"/>
                        <a:pt x="1235" y="151"/>
                        <a:pt x="1235" y="151"/>
                      </a:cubicBezTo>
                      <a:cubicBezTo>
                        <a:pt x="1248" y="139"/>
                        <a:pt x="1248" y="139"/>
                        <a:pt x="1248" y="139"/>
                      </a:cubicBezTo>
                      <a:cubicBezTo>
                        <a:pt x="1248" y="139"/>
                        <a:pt x="1262" y="146"/>
                        <a:pt x="1267" y="144"/>
                      </a:cubicBezTo>
                      <a:cubicBezTo>
                        <a:pt x="1273" y="142"/>
                        <a:pt x="1274" y="119"/>
                        <a:pt x="1274" y="119"/>
                      </a:cubicBezTo>
                      <a:cubicBezTo>
                        <a:pt x="1299" y="95"/>
                        <a:pt x="1299" y="95"/>
                        <a:pt x="1299" y="95"/>
                      </a:cubicBezTo>
                      <a:cubicBezTo>
                        <a:pt x="1299" y="95"/>
                        <a:pt x="1285" y="72"/>
                        <a:pt x="1269" y="69"/>
                      </a:cubicBezTo>
                      <a:cubicBezTo>
                        <a:pt x="1252" y="67"/>
                        <a:pt x="1231" y="92"/>
                        <a:pt x="1231" y="92"/>
                      </a:cubicBezTo>
                      <a:cubicBezTo>
                        <a:pt x="1229" y="78"/>
                        <a:pt x="1229" y="78"/>
                        <a:pt x="1229" y="78"/>
                      </a:cubicBezTo>
                      <a:cubicBezTo>
                        <a:pt x="1209" y="80"/>
                        <a:pt x="1209" y="80"/>
                        <a:pt x="1209" y="80"/>
                      </a:cubicBezTo>
                      <a:cubicBezTo>
                        <a:pt x="1200" y="89"/>
                        <a:pt x="1200" y="89"/>
                        <a:pt x="1200" y="89"/>
                      </a:cubicBezTo>
                      <a:cubicBezTo>
                        <a:pt x="1194" y="78"/>
                        <a:pt x="1194" y="78"/>
                        <a:pt x="1194" y="78"/>
                      </a:cubicBezTo>
                      <a:cubicBezTo>
                        <a:pt x="1170" y="75"/>
                        <a:pt x="1170" y="75"/>
                        <a:pt x="1170" y="75"/>
                      </a:cubicBezTo>
                      <a:cubicBezTo>
                        <a:pt x="1170" y="75"/>
                        <a:pt x="1144" y="56"/>
                        <a:pt x="1139" y="56"/>
                      </a:cubicBezTo>
                      <a:cubicBezTo>
                        <a:pt x="1135" y="57"/>
                        <a:pt x="1101" y="53"/>
                        <a:pt x="1101" y="53"/>
                      </a:cubicBezTo>
                      <a:cubicBezTo>
                        <a:pt x="1101" y="53"/>
                        <a:pt x="1093" y="31"/>
                        <a:pt x="1086" y="28"/>
                      </a:cubicBezTo>
                      <a:cubicBezTo>
                        <a:pt x="1080" y="24"/>
                        <a:pt x="1078" y="38"/>
                        <a:pt x="1078" y="38"/>
                      </a:cubicBezTo>
                      <a:cubicBezTo>
                        <a:pt x="1078" y="38"/>
                        <a:pt x="1053" y="25"/>
                        <a:pt x="1047" y="30"/>
                      </a:cubicBezTo>
                      <a:cubicBezTo>
                        <a:pt x="1041" y="34"/>
                        <a:pt x="1050" y="42"/>
                        <a:pt x="1050" y="42"/>
                      </a:cubicBezTo>
                      <a:cubicBezTo>
                        <a:pt x="1050" y="42"/>
                        <a:pt x="1037" y="41"/>
                        <a:pt x="1035" y="46"/>
                      </a:cubicBezTo>
                      <a:cubicBezTo>
                        <a:pt x="1032" y="52"/>
                        <a:pt x="1049" y="58"/>
                        <a:pt x="1060" y="61"/>
                      </a:cubicBezTo>
                      <a:cubicBezTo>
                        <a:pt x="1071" y="64"/>
                        <a:pt x="1077" y="56"/>
                        <a:pt x="1077" y="56"/>
                      </a:cubicBezTo>
                      <a:cubicBezTo>
                        <a:pt x="1099" y="65"/>
                        <a:pt x="1099" y="65"/>
                        <a:pt x="1099" y="65"/>
                      </a:cubicBezTo>
                      <a:cubicBezTo>
                        <a:pt x="1099" y="65"/>
                        <a:pt x="1077" y="78"/>
                        <a:pt x="1065" y="83"/>
                      </a:cubicBezTo>
                      <a:cubicBezTo>
                        <a:pt x="1054" y="88"/>
                        <a:pt x="1020" y="84"/>
                        <a:pt x="1012" y="86"/>
                      </a:cubicBezTo>
                      <a:cubicBezTo>
                        <a:pt x="1005" y="88"/>
                        <a:pt x="955" y="114"/>
                        <a:pt x="955" y="114"/>
                      </a:cubicBezTo>
                      <a:cubicBezTo>
                        <a:pt x="955" y="114"/>
                        <a:pt x="949" y="131"/>
                        <a:pt x="948" y="142"/>
                      </a:cubicBezTo>
                      <a:cubicBezTo>
                        <a:pt x="947" y="152"/>
                        <a:pt x="968" y="161"/>
                        <a:pt x="968" y="161"/>
                      </a:cubicBezTo>
                      <a:cubicBezTo>
                        <a:pt x="935" y="163"/>
                        <a:pt x="935" y="163"/>
                        <a:pt x="935" y="163"/>
                      </a:cubicBezTo>
                      <a:cubicBezTo>
                        <a:pt x="912" y="185"/>
                        <a:pt x="912" y="185"/>
                        <a:pt x="912" y="185"/>
                      </a:cubicBezTo>
                      <a:cubicBezTo>
                        <a:pt x="912" y="185"/>
                        <a:pt x="916" y="205"/>
                        <a:pt x="910" y="212"/>
                      </a:cubicBezTo>
                      <a:cubicBezTo>
                        <a:pt x="904" y="219"/>
                        <a:pt x="927" y="226"/>
                        <a:pt x="936" y="231"/>
                      </a:cubicBezTo>
                      <a:cubicBezTo>
                        <a:pt x="946" y="235"/>
                        <a:pt x="942" y="256"/>
                        <a:pt x="942" y="256"/>
                      </a:cubicBezTo>
                      <a:cubicBezTo>
                        <a:pt x="927" y="242"/>
                        <a:pt x="927" y="242"/>
                        <a:pt x="927" y="242"/>
                      </a:cubicBezTo>
                      <a:cubicBezTo>
                        <a:pt x="907" y="244"/>
                        <a:pt x="907" y="244"/>
                        <a:pt x="907" y="244"/>
                      </a:cubicBezTo>
                      <a:cubicBezTo>
                        <a:pt x="899" y="256"/>
                        <a:pt x="899" y="256"/>
                        <a:pt x="899" y="256"/>
                      </a:cubicBezTo>
                      <a:cubicBezTo>
                        <a:pt x="872" y="235"/>
                        <a:pt x="872" y="235"/>
                        <a:pt x="872" y="235"/>
                      </a:cubicBezTo>
                      <a:cubicBezTo>
                        <a:pt x="869" y="256"/>
                        <a:pt x="869" y="256"/>
                        <a:pt x="869" y="256"/>
                      </a:cubicBezTo>
                      <a:cubicBezTo>
                        <a:pt x="853" y="261"/>
                        <a:pt x="853" y="261"/>
                        <a:pt x="853" y="261"/>
                      </a:cubicBezTo>
                      <a:cubicBezTo>
                        <a:pt x="856" y="279"/>
                        <a:pt x="856" y="279"/>
                        <a:pt x="856" y="279"/>
                      </a:cubicBezTo>
                      <a:cubicBezTo>
                        <a:pt x="837" y="276"/>
                        <a:pt x="837" y="276"/>
                        <a:pt x="837" y="276"/>
                      </a:cubicBezTo>
                      <a:cubicBezTo>
                        <a:pt x="856" y="232"/>
                        <a:pt x="856" y="232"/>
                        <a:pt x="856" y="232"/>
                      </a:cubicBezTo>
                      <a:cubicBezTo>
                        <a:pt x="856" y="232"/>
                        <a:pt x="851" y="226"/>
                        <a:pt x="848" y="215"/>
                      </a:cubicBezTo>
                      <a:cubicBezTo>
                        <a:pt x="846" y="203"/>
                        <a:pt x="827" y="205"/>
                        <a:pt x="827" y="205"/>
                      </a:cubicBezTo>
                      <a:cubicBezTo>
                        <a:pt x="816" y="187"/>
                        <a:pt x="816" y="187"/>
                        <a:pt x="816" y="187"/>
                      </a:cubicBezTo>
                      <a:cubicBezTo>
                        <a:pt x="816" y="187"/>
                        <a:pt x="825" y="167"/>
                        <a:pt x="814" y="159"/>
                      </a:cubicBezTo>
                      <a:cubicBezTo>
                        <a:pt x="802" y="151"/>
                        <a:pt x="787" y="162"/>
                        <a:pt x="787" y="169"/>
                      </a:cubicBezTo>
                      <a:cubicBezTo>
                        <a:pt x="786" y="176"/>
                        <a:pt x="792" y="176"/>
                        <a:pt x="792" y="176"/>
                      </a:cubicBezTo>
                      <a:cubicBezTo>
                        <a:pt x="788" y="185"/>
                        <a:pt x="788" y="185"/>
                        <a:pt x="788" y="185"/>
                      </a:cubicBezTo>
                      <a:cubicBezTo>
                        <a:pt x="768" y="184"/>
                        <a:pt x="768" y="184"/>
                        <a:pt x="768" y="184"/>
                      </a:cubicBezTo>
                      <a:cubicBezTo>
                        <a:pt x="771" y="202"/>
                        <a:pt x="771" y="202"/>
                        <a:pt x="771" y="202"/>
                      </a:cubicBezTo>
                      <a:cubicBezTo>
                        <a:pt x="758" y="196"/>
                        <a:pt x="758" y="196"/>
                        <a:pt x="758" y="196"/>
                      </a:cubicBezTo>
                      <a:cubicBezTo>
                        <a:pt x="746" y="201"/>
                        <a:pt x="746" y="201"/>
                        <a:pt x="746" y="201"/>
                      </a:cubicBezTo>
                      <a:cubicBezTo>
                        <a:pt x="746" y="201"/>
                        <a:pt x="751" y="209"/>
                        <a:pt x="749" y="219"/>
                      </a:cubicBezTo>
                      <a:cubicBezTo>
                        <a:pt x="747" y="230"/>
                        <a:pt x="731" y="238"/>
                        <a:pt x="731" y="238"/>
                      </a:cubicBezTo>
                      <a:cubicBezTo>
                        <a:pt x="736" y="214"/>
                        <a:pt x="736" y="214"/>
                        <a:pt x="736" y="214"/>
                      </a:cubicBezTo>
                      <a:cubicBezTo>
                        <a:pt x="724" y="229"/>
                        <a:pt x="724" y="229"/>
                        <a:pt x="724" y="229"/>
                      </a:cubicBezTo>
                      <a:cubicBezTo>
                        <a:pt x="724" y="229"/>
                        <a:pt x="713" y="227"/>
                        <a:pt x="706" y="237"/>
                      </a:cubicBezTo>
                      <a:cubicBezTo>
                        <a:pt x="699" y="247"/>
                        <a:pt x="710" y="268"/>
                        <a:pt x="710" y="268"/>
                      </a:cubicBezTo>
                      <a:cubicBezTo>
                        <a:pt x="679" y="255"/>
                        <a:pt x="679" y="255"/>
                        <a:pt x="679" y="255"/>
                      </a:cubicBezTo>
                      <a:cubicBezTo>
                        <a:pt x="676" y="279"/>
                        <a:pt x="676" y="279"/>
                        <a:pt x="676" y="279"/>
                      </a:cubicBezTo>
                      <a:cubicBezTo>
                        <a:pt x="665" y="281"/>
                        <a:pt x="665" y="281"/>
                        <a:pt x="665" y="281"/>
                      </a:cubicBezTo>
                      <a:cubicBezTo>
                        <a:pt x="676" y="298"/>
                        <a:pt x="676" y="298"/>
                        <a:pt x="676" y="298"/>
                      </a:cubicBezTo>
                      <a:cubicBezTo>
                        <a:pt x="688" y="297"/>
                        <a:pt x="688" y="297"/>
                        <a:pt x="688" y="297"/>
                      </a:cubicBezTo>
                      <a:cubicBezTo>
                        <a:pt x="685" y="308"/>
                        <a:pt x="685" y="308"/>
                        <a:pt x="685" y="308"/>
                      </a:cubicBezTo>
                      <a:cubicBezTo>
                        <a:pt x="638" y="312"/>
                        <a:pt x="638" y="312"/>
                        <a:pt x="638" y="312"/>
                      </a:cubicBezTo>
                      <a:cubicBezTo>
                        <a:pt x="638" y="312"/>
                        <a:pt x="624" y="302"/>
                        <a:pt x="614" y="310"/>
                      </a:cubicBezTo>
                      <a:cubicBezTo>
                        <a:pt x="604" y="319"/>
                        <a:pt x="620" y="337"/>
                        <a:pt x="620" y="337"/>
                      </a:cubicBezTo>
                      <a:cubicBezTo>
                        <a:pt x="622" y="359"/>
                        <a:pt x="622" y="359"/>
                        <a:pt x="622" y="359"/>
                      </a:cubicBezTo>
                      <a:cubicBezTo>
                        <a:pt x="616" y="373"/>
                        <a:pt x="616" y="373"/>
                        <a:pt x="616" y="373"/>
                      </a:cubicBezTo>
                      <a:cubicBezTo>
                        <a:pt x="620" y="399"/>
                        <a:pt x="620" y="399"/>
                        <a:pt x="620" y="399"/>
                      </a:cubicBezTo>
                      <a:cubicBezTo>
                        <a:pt x="609" y="400"/>
                        <a:pt x="609" y="400"/>
                        <a:pt x="609" y="400"/>
                      </a:cubicBezTo>
                      <a:cubicBezTo>
                        <a:pt x="606" y="348"/>
                        <a:pt x="606" y="348"/>
                        <a:pt x="606" y="348"/>
                      </a:cubicBezTo>
                      <a:cubicBezTo>
                        <a:pt x="595" y="337"/>
                        <a:pt x="595" y="337"/>
                        <a:pt x="595" y="337"/>
                      </a:cubicBezTo>
                      <a:cubicBezTo>
                        <a:pt x="593" y="316"/>
                        <a:pt x="593" y="316"/>
                        <a:pt x="593" y="316"/>
                      </a:cubicBezTo>
                      <a:cubicBezTo>
                        <a:pt x="580" y="317"/>
                        <a:pt x="580" y="317"/>
                        <a:pt x="580" y="317"/>
                      </a:cubicBezTo>
                      <a:cubicBezTo>
                        <a:pt x="569" y="333"/>
                        <a:pt x="569" y="333"/>
                        <a:pt x="569" y="333"/>
                      </a:cubicBezTo>
                      <a:cubicBezTo>
                        <a:pt x="569" y="333"/>
                        <a:pt x="556" y="344"/>
                        <a:pt x="537" y="360"/>
                      </a:cubicBezTo>
                      <a:cubicBezTo>
                        <a:pt x="519" y="376"/>
                        <a:pt x="531" y="409"/>
                        <a:pt x="531" y="409"/>
                      </a:cubicBezTo>
                      <a:cubicBezTo>
                        <a:pt x="531" y="409"/>
                        <a:pt x="548" y="414"/>
                        <a:pt x="546" y="423"/>
                      </a:cubicBezTo>
                      <a:cubicBezTo>
                        <a:pt x="543" y="433"/>
                        <a:pt x="510" y="445"/>
                        <a:pt x="504" y="448"/>
                      </a:cubicBezTo>
                      <a:cubicBezTo>
                        <a:pt x="498" y="451"/>
                        <a:pt x="501" y="461"/>
                        <a:pt x="501" y="461"/>
                      </a:cubicBezTo>
                      <a:cubicBezTo>
                        <a:pt x="501" y="461"/>
                        <a:pt x="480" y="480"/>
                        <a:pt x="463" y="494"/>
                      </a:cubicBezTo>
                      <a:cubicBezTo>
                        <a:pt x="445" y="507"/>
                        <a:pt x="393" y="512"/>
                        <a:pt x="393" y="512"/>
                      </a:cubicBezTo>
                      <a:cubicBezTo>
                        <a:pt x="359" y="505"/>
                        <a:pt x="359" y="505"/>
                        <a:pt x="359" y="505"/>
                      </a:cubicBezTo>
                      <a:cubicBezTo>
                        <a:pt x="332" y="519"/>
                        <a:pt x="332" y="519"/>
                        <a:pt x="332" y="519"/>
                      </a:cubicBezTo>
                      <a:cubicBezTo>
                        <a:pt x="295" y="524"/>
                        <a:pt x="295" y="524"/>
                        <a:pt x="295" y="524"/>
                      </a:cubicBezTo>
                      <a:cubicBezTo>
                        <a:pt x="290" y="529"/>
                        <a:pt x="290" y="529"/>
                        <a:pt x="290" y="529"/>
                      </a:cubicBezTo>
                      <a:cubicBezTo>
                        <a:pt x="290" y="529"/>
                        <a:pt x="280" y="529"/>
                        <a:pt x="271" y="534"/>
                      </a:cubicBezTo>
                      <a:cubicBezTo>
                        <a:pt x="262" y="538"/>
                        <a:pt x="251" y="549"/>
                        <a:pt x="251" y="549"/>
                      </a:cubicBezTo>
                      <a:cubicBezTo>
                        <a:pt x="251" y="549"/>
                        <a:pt x="232" y="550"/>
                        <a:pt x="218" y="554"/>
                      </a:cubicBezTo>
                      <a:cubicBezTo>
                        <a:pt x="204" y="558"/>
                        <a:pt x="188" y="587"/>
                        <a:pt x="188" y="587"/>
                      </a:cubicBezTo>
                      <a:cubicBezTo>
                        <a:pt x="188" y="587"/>
                        <a:pt x="153" y="595"/>
                        <a:pt x="146" y="599"/>
                      </a:cubicBezTo>
                      <a:cubicBezTo>
                        <a:pt x="138" y="604"/>
                        <a:pt x="103" y="649"/>
                        <a:pt x="103" y="649"/>
                      </a:cubicBezTo>
                      <a:cubicBezTo>
                        <a:pt x="109" y="605"/>
                        <a:pt x="109" y="605"/>
                        <a:pt x="109" y="605"/>
                      </a:cubicBezTo>
                      <a:cubicBezTo>
                        <a:pt x="97" y="612"/>
                        <a:pt x="97" y="612"/>
                        <a:pt x="97" y="612"/>
                      </a:cubicBezTo>
                      <a:cubicBezTo>
                        <a:pt x="83" y="649"/>
                        <a:pt x="83" y="649"/>
                        <a:pt x="83" y="649"/>
                      </a:cubicBezTo>
                      <a:cubicBezTo>
                        <a:pt x="83" y="649"/>
                        <a:pt x="69" y="675"/>
                        <a:pt x="62" y="690"/>
                      </a:cubicBezTo>
                      <a:cubicBezTo>
                        <a:pt x="56" y="705"/>
                        <a:pt x="79" y="711"/>
                        <a:pt x="79" y="711"/>
                      </a:cubicBezTo>
                      <a:cubicBezTo>
                        <a:pt x="79" y="711"/>
                        <a:pt x="59" y="732"/>
                        <a:pt x="49" y="741"/>
                      </a:cubicBezTo>
                      <a:cubicBezTo>
                        <a:pt x="38" y="750"/>
                        <a:pt x="58" y="789"/>
                        <a:pt x="59" y="795"/>
                      </a:cubicBezTo>
                      <a:cubicBezTo>
                        <a:pt x="59" y="802"/>
                        <a:pt x="84" y="845"/>
                        <a:pt x="78" y="849"/>
                      </a:cubicBezTo>
                      <a:cubicBezTo>
                        <a:pt x="72" y="854"/>
                        <a:pt x="48" y="813"/>
                        <a:pt x="48" y="813"/>
                      </a:cubicBezTo>
                      <a:cubicBezTo>
                        <a:pt x="36" y="811"/>
                        <a:pt x="36" y="811"/>
                        <a:pt x="36" y="811"/>
                      </a:cubicBezTo>
                      <a:cubicBezTo>
                        <a:pt x="46" y="841"/>
                        <a:pt x="46" y="841"/>
                        <a:pt x="46" y="841"/>
                      </a:cubicBezTo>
                      <a:cubicBezTo>
                        <a:pt x="23" y="821"/>
                        <a:pt x="23" y="821"/>
                        <a:pt x="23" y="821"/>
                      </a:cubicBezTo>
                      <a:cubicBezTo>
                        <a:pt x="23" y="821"/>
                        <a:pt x="19" y="844"/>
                        <a:pt x="22" y="858"/>
                      </a:cubicBezTo>
                      <a:cubicBezTo>
                        <a:pt x="25" y="872"/>
                        <a:pt x="48" y="907"/>
                        <a:pt x="48" y="907"/>
                      </a:cubicBezTo>
                      <a:cubicBezTo>
                        <a:pt x="48" y="907"/>
                        <a:pt x="37" y="929"/>
                        <a:pt x="35" y="937"/>
                      </a:cubicBezTo>
                      <a:cubicBezTo>
                        <a:pt x="33" y="945"/>
                        <a:pt x="63" y="968"/>
                        <a:pt x="64" y="974"/>
                      </a:cubicBezTo>
                      <a:cubicBezTo>
                        <a:pt x="65" y="981"/>
                        <a:pt x="66" y="1003"/>
                        <a:pt x="60" y="1011"/>
                      </a:cubicBezTo>
                      <a:cubicBezTo>
                        <a:pt x="55" y="1019"/>
                        <a:pt x="68" y="1065"/>
                        <a:pt x="68" y="1065"/>
                      </a:cubicBezTo>
                      <a:cubicBezTo>
                        <a:pt x="68" y="1065"/>
                        <a:pt x="64" y="1067"/>
                        <a:pt x="56" y="1073"/>
                      </a:cubicBezTo>
                      <a:cubicBezTo>
                        <a:pt x="49" y="1079"/>
                        <a:pt x="65" y="1115"/>
                        <a:pt x="65" y="1115"/>
                      </a:cubicBezTo>
                      <a:cubicBezTo>
                        <a:pt x="65" y="1115"/>
                        <a:pt x="85" y="1124"/>
                        <a:pt x="87" y="1141"/>
                      </a:cubicBezTo>
                      <a:cubicBezTo>
                        <a:pt x="89" y="1157"/>
                        <a:pt x="60" y="1186"/>
                        <a:pt x="60" y="1186"/>
                      </a:cubicBezTo>
                      <a:cubicBezTo>
                        <a:pt x="60" y="1186"/>
                        <a:pt x="69" y="1219"/>
                        <a:pt x="52" y="1236"/>
                      </a:cubicBezTo>
                      <a:cubicBezTo>
                        <a:pt x="35" y="1252"/>
                        <a:pt x="4" y="1244"/>
                        <a:pt x="4" y="1244"/>
                      </a:cubicBezTo>
                      <a:cubicBezTo>
                        <a:pt x="0" y="1276"/>
                        <a:pt x="0" y="1276"/>
                        <a:pt x="0" y="1276"/>
                      </a:cubicBezTo>
                      <a:cubicBezTo>
                        <a:pt x="0" y="1276"/>
                        <a:pt x="32" y="1284"/>
                        <a:pt x="41" y="1289"/>
                      </a:cubicBezTo>
                      <a:cubicBezTo>
                        <a:pt x="50" y="1295"/>
                        <a:pt x="56" y="1305"/>
                        <a:pt x="56" y="1305"/>
                      </a:cubicBezTo>
                      <a:cubicBezTo>
                        <a:pt x="73" y="1303"/>
                        <a:pt x="73" y="1303"/>
                        <a:pt x="73" y="1303"/>
                      </a:cubicBezTo>
                      <a:cubicBezTo>
                        <a:pt x="73" y="1303"/>
                        <a:pt x="82" y="1312"/>
                        <a:pt x="96" y="1317"/>
                      </a:cubicBezTo>
                      <a:cubicBezTo>
                        <a:pt x="109" y="1322"/>
                        <a:pt x="140" y="1312"/>
                        <a:pt x="153" y="1311"/>
                      </a:cubicBezTo>
                      <a:cubicBezTo>
                        <a:pt x="165" y="1311"/>
                        <a:pt x="155" y="1295"/>
                        <a:pt x="155" y="1295"/>
                      </a:cubicBezTo>
                      <a:cubicBezTo>
                        <a:pt x="180" y="1297"/>
                        <a:pt x="180" y="1297"/>
                        <a:pt x="180" y="1297"/>
                      </a:cubicBezTo>
                      <a:cubicBezTo>
                        <a:pt x="186" y="1285"/>
                        <a:pt x="186" y="1285"/>
                        <a:pt x="186" y="1285"/>
                      </a:cubicBezTo>
                      <a:cubicBezTo>
                        <a:pt x="213" y="1281"/>
                        <a:pt x="213" y="1281"/>
                        <a:pt x="213" y="1281"/>
                      </a:cubicBezTo>
                      <a:cubicBezTo>
                        <a:pt x="213" y="1281"/>
                        <a:pt x="237" y="1256"/>
                        <a:pt x="250" y="1255"/>
                      </a:cubicBezTo>
                      <a:cubicBezTo>
                        <a:pt x="262" y="1255"/>
                        <a:pt x="274" y="1270"/>
                        <a:pt x="281" y="1268"/>
                      </a:cubicBezTo>
                      <a:cubicBezTo>
                        <a:pt x="289" y="1266"/>
                        <a:pt x="326" y="1248"/>
                        <a:pt x="326" y="1248"/>
                      </a:cubicBezTo>
                      <a:cubicBezTo>
                        <a:pt x="326" y="1248"/>
                        <a:pt x="348" y="1258"/>
                        <a:pt x="359" y="1256"/>
                      </a:cubicBezTo>
                      <a:cubicBezTo>
                        <a:pt x="370" y="1255"/>
                        <a:pt x="377" y="1245"/>
                        <a:pt x="384" y="1244"/>
                      </a:cubicBezTo>
                      <a:cubicBezTo>
                        <a:pt x="392" y="1244"/>
                        <a:pt x="411" y="1256"/>
                        <a:pt x="426" y="1253"/>
                      </a:cubicBezTo>
                      <a:cubicBezTo>
                        <a:pt x="441" y="1250"/>
                        <a:pt x="438" y="1231"/>
                        <a:pt x="438" y="1231"/>
                      </a:cubicBezTo>
                      <a:cubicBezTo>
                        <a:pt x="438" y="1231"/>
                        <a:pt x="450" y="1228"/>
                        <a:pt x="454" y="1225"/>
                      </a:cubicBezTo>
                      <a:cubicBezTo>
                        <a:pt x="459" y="1222"/>
                        <a:pt x="465" y="1195"/>
                        <a:pt x="478" y="1183"/>
                      </a:cubicBezTo>
                      <a:cubicBezTo>
                        <a:pt x="491" y="1171"/>
                        <a:pt x="524" y="1179"/>
                        <a:pt x="535" y="1176"/>
                      </a:cubicBezTo>
                      <a:cubicBezTo>
                        <a:pt x="545" y="1174"/>
                        <a:pt x="579" y="1155"/>
                        <a:pt x="594" y="1153"/>
                      </a:cubicBezTo>
                      <a:cubicBezTo>
                        <a:pt x="610" y="1151"/>
                        <a:pt x="612" y="1158"/>
                        <a:pt x="631" y="1161"/>
                      </a:cubicBezTo>
                      <a:cubicBezTo>
                        <a:pt x="650" y="1164"/>
                        <a:pt x="697" y="1131"/>
                        <a:pt x="716" y="1125"/>
                      </a:cubicBezTo>
                      <a:cubicBezTo>
                        <a:pt x="736" y="1119"/>
                        <a:pt x="819" y="1113"/>
                        <a:pt x="819" y="1113"/>
                      </a:cubicBezTo>
                      <a:cubicBezTo>
                        <a:pt x="826" y="1106"/>
                        <a:pt x="826" y="1106"/>
                        <a:pt x="826" y="1106"/>
                      </a:cubicBezTo>
                      <a:cubicBezTo>
                        <a:pt x="826" y="1106"/>
                        <a:pt x="854" y="1131"/>
                        <a:pt x="872" y="1138"/>
                      </a:cubicBezTo>
                      <a:cubicBezTo>
                        <a:pt x="889" y="1145"/>
                        <a:pt x="896" y="1136"/>
                        <a:pt x="896" y="1136"/>
                      </a:cubicBezTo>
                      <a:cubicBezTo>
                        <a:pt x="896" y="1136"/>
                        <a:pt x="899" y="1153"/>
                        <a:pt x="907" y="1156"/>
                      </a:cubicBezTo>
                      <a:cubicBezTo>
                        <a:pt x="915" y="1159"/>
                        <a:pt x="920" y="1152"/>
                        <a:pt x="920" y="1152"/>
                      </a:cubicBezTo>
                      <a:cubicBezTo>
                        <a:pt x="923" y="1167"/>
                        <a:pt x="923" y="1167"/>
                        <a:pt x="923" y="1167"/>
                      </a:cubicBezTo>
                      <a:cubicBezTo>
                        <a:pt x="923" y="1167"/>
                        <a:pt x="935" y="1165"/>
                        <a:pt x="936" y="1174"/>
                      </a:cubicBezTo>
                      <a:cubicBezTo>
                        <a:pt x="937" y="1182"/>
                        <a:pt x="918" y="1206"/>
                        <a:pt x="918" y="1206"/>
                      </a:cubicBezTo>
                      <a:cubicBezTo>
                        <a:pt x="932" y="1225"/>
                        <a:pt x="932" y="1225"/>
                        <a:pt x="932" y="1225"/>
                      </a:cubicBezTo>
                      <a:cubicBezTo>
                        <a:pt x="941" y="1216"/>
                        <a:pt x="941" y="1216"/>
                        <a:pt x="941" y="1216"/>
                      </a:cubicBezTo>
                      <a:cubicBezTo>
                        <a:pt x="954" y="1243"/>
                        <a:pt x="954" y="1243"/>
                        <a:pt x="954" y="1243"/>
                      </a:cubicBezTo>
                      <a:cubicBezTo>
                        <a:pt x="954" y="1243"/>
                        <a:pt x="963" y="1270"/>
                        <a:pt x="964" y="1279"/>
                      </a:cubicBezTo>
                      <a:cubicBezTo>
                        <a:pt x="965" y="1287"/>
                        <a:pt x="937" y="1280"/>
                        <a:pt x="937" y="1280"/>
                      </a:cubicBezTo>
                      <a:cubicBezTo>
                        <a:pt x="944" y="1303"/>
                        <a:pt x="944" y="1303"/>
                        <a:pt x="944" y="1303"/>
                      </a:cubicBezTo>
                      <a:cubicBezTo>
                        <a:pt x="944" y="1303"/>
                        <a:pt x="953" y="1303"/>
                        <a:pt x="962" y="1304"/>
                      </a:cubicBezTo>
                      <a:cubicBezTo>
                        <a:pt x="971" y="1304"/>
                        <a:pt x="970" y="1311"/>
                        <a:pt x="970" y="1311"/>
                      </a:cubicBezTo>
                      <a:cubicBezTo>
                        <a:pt x="983" y="1308"/>
                        <a:pt x="983" y="1308"/>
                        <a:pt x="983" y="1308"/>
                      </a:cubicBezTo>
                      <a:cubicBezTo>
                        <a:pt x="983" y="1308"/>
                        <a:pt x="979" y="1294"/>
                        <a:pt x="979" y="1283"/>
                      </a:cubicBezTo>
                      <a:cubicBezTo>
                        <a:pt x="980" y="1272"/>
                        <a:pt x="998" y="1263"/>
                        <a:pt x="1010" y="1261"/>
                      </a:cubicBezTo>
                      <a:cubicBezTo>
                        <a:pt x="1022" y="1258"/>
                        <a:pt x="1045" y="1222"/>
                        <a:pt x="1045" y="1222"/>
                      </a:cubicBezTo>
                      <a:cubicBezTo>
                        <a:pt x="1060" y="1224"/>
                        <a:pt x="1060" y="1224"/>
                        <a:pt x="1060" y="1224"/>
                      </a:cubicBezTo>
                      <a:cubicBezTo>
                        <a:pt x="1074" y="1191"/>
                        <a:pt x="1074" y="1191"/>
                        <a:pt x="1074" y="1191"/>
                      </a:cubicBezTo>
                      <a:cubicBezTo>
                        <a:pt x="1074" y="1191"/>
                        <a:pt x="1093" y="1188"/>
                        <a:pt x="1102" y="1187"/>
                      </a:cubicBezTo>
                      <a:cubicBezTo>
                        <a:pt x="1110" y="1186"/>
                        <a:pt x="1115" y="1156"/>
                        <a:pt x="1115" y="1156"/>
                      </a:cubicBezTo>
                      <a:cubicBezTo>
                        <a:pt x="1115" y="1156"/>
                        <a:pt x="1120" y="1180"/>
                        <a:pt x="1121" y="1187"/>
                      </a:cubicBezTo>
                      <a:cubicBezTo>
                        <a:pt x="1122" y="1195"/>
                        <a:pt x="1093" y="1209"/>
                        <a:pt x="1093" y="1209"/>
                      </a:cubicBezTo>
                      <a:cubicBezTo>
                        <a:pt x="1083" y="1210"/>
                        <a:pt x="1083" y="1210"/>
                        <a:pt x="1083" y="1210"/>
                      </a:cubicBezTo>
                      <a:cubicBezTo>
                        <a:pt x="1078" y="1217"/>
                        <a:pt x="1078" y="1217"/>
                        <a:pt x="1078" y="1217"/>
                      </a:cubicBezTo>
                      <a:cubicBezTo>
                        <a:pt x="1089" y="1240"/>
                        <a:pt x="1089" y="1240"/>
                        <a:pt x="1089" y="1240"/>
                      </a:cubicBezTo>
                      <a:cubicBezTo>
                        <a:pt x="1089" y="1240"/>
                        <a:pt x="1079" y="1244"/>
                        <a:pt x="1072" y="1248"/>
                      </a:cubicBezTo>
                      <a:cubicBezTo>
                        <a:pt x="1065" y="1253"/>
                        <a:pt x="1047" y="1276"/>
                        <a:pt x="1047" y="1276"/>
                      </a:cubicBezTo>
                      <a:cubicBezTo>
                        <a:pt x="1047" y="1276"/>
                        <a:pt x="1042" y="1295"/>
                        <a:pt x="1035" y="1299"/>
                      </a:cubicBezTo>
                      <a:cubicBezTo>
                        <a:pt x="1028" y="1304"/>
                        <a:pt x="1004" y="1313"/>
                        <a:pt x="1011" y="1319"/>
                      </a:cubicBezTo>
                      <a:cubicBezTo>
                        <a:pt x="1018" y="1326"/>
                        <a:pt x="1045" y="1316"/>
                        <a:pt x="1054" y="1313"/>
                      </a:cubicBezTo>
                      <a:cubicBezTo>
                        <a:pt x="1062" y="1309"/>
                        <a:pt x="1063" y="1296"/>
                        <a:pt x="1069" y="1287"/>
                      </a:cubicBezTo>
                      <a:cubicBezTo>
                        <a:pt x="1076" y="1277"/>
                        <a:pt x="1090" y="1267"/>
                        <a:pt x="1090" y="1267"/>
                      </a:cubicBezTo>
                      <a:cubicBezTo>
                        <a:pt x="1090" y="1267"/>
                        <a:pt x="1093" y="1292"/>
                        <a:pt x="1095" y="1298"/>
                      </a:cubicBezTo>
                      <a:cubicBezTo>
                        <a:pt x="1097" y="1304"/>
                        <a:pt x="1084" y="1315"/>
                        <a:pt x="1075" y="1320"/>
                      </a:cubicBezTo>
                      <a:cubicBezTo>
                        <a:pt x="1067" y="1325"/>
                        <a:pt x="1066" y="1333"/>
                        <a:pt x="1072" y="1339"/>
                      </a:cubicBezTo>
                      <a:cubicBezTo>
                        <a:pt x="1079" y="1344"/>
                        <a:pt x="1110" y="1344"/>
                        <a:pt x="1110" y="1344"/>
                      </a:cubicBezTo>
                      <a:cubicBezTo>
                        <a:pt x="1115" y="1351"/>
                        <a:pt x="1115" y="1351"/>
                        <a:pt x="1115" y="1351"/>
                      </a:cubicBezTo>
                      <a:cubicBezTo>
                        <a:pt x="1100" y="1364"/>
                        <a:pt x="1100" y="1364"/>
                        <a:pt x="1100" y="1364"/>
                      </a:cubicBezTo>
                      <a:cubicBezTo>
                        <a:pt x="1100" y="1364"/>
                        <a:pt x="1116" y="1393"/>
                        <a:pt x="1118" y="1403"/>
                      </a:cubicBezTo>
                      <a:cubicBezTo>
                        <a:pt x="1121" y="1414"/>
                        <a:pt x="1097" y="1430"/>
                        <a:pt x="1088" y="1441"/>
                      </a:cubicBezTo>
                      <a:cubicBezTo>
                        <a:pt x="1078" y="1452"/>
                        <a:pt x="1110" y="1474"/>
                        <a:pt x="1118" y="1477"/>
                      </a:cubicBezTo>
                      <a:cubicBezTo>
                        <a:pt x="1125" y="1480"/>
                        <a:pt x="1139" y="1500"/>
                        <a:pt x="1154" y="1505"/>
                      </a:cubicBezTo>
                      <a:cubicBezTo>
                        <a:pt x="1169" y="1510"/>
                        <a:pt x="1180" y="1501"/>
                        <a:pt x="1194" y="1504"/>
                      </a:cubicBezTo>
                      <a:cubicBezTo>
                        <a:pt x="1207" y="1507"/>
                        <a:pt x="1210" y="1524"/>
                        <a:pt x="1229" y="1527"/>
                      </a:cubicBezTo>
                      <a:cubicBezTo>
                        <a:pt x="1249" y="1531"/>
                        <a:pt x="1297" y="1498"/>
                        <a:pt x="1297" y="1498"/>
                      </a:cubicBezTo>
                      <a:cubicBezTo>
                        <a:pt x="1297" y="1498"/>
                        <a:pt x="1290" y="1484"/>
                        <a:pt x="1305" y="1475"/>
                      </a:cubicBezTo>
                      <a:cubicBezTo>
                        <a:pt x="1320" y="1466"/>
                        <a:pt x="1319" y="1502"/>
                        <a:pt x="1319" y="1502"/>
                      </a:cubicBezTo>
                      <a:cubicBezTo>
                        <a:pt x="1330" y="1501"/>
                        <a:pt x="1330" y="1501"/>
                        <a:pt x="1330" y="1501"/>
                      </a:cubicBezTo>
                      <a:cubicBezTo>
                        <a:pt x="1320" y="1517"/>
                        <a:pt x="1320" y="1517"/>
                        <a:pt x="1320" y="1517"/>
                      </a:cubicBezTo>
                      <a:cubicBezTo>
                        <a:pt x="1333" y="1518"/>
                        <a:pt x="1333" y="1518"/>
                        <a:pt x="1333" y="1518"/>
                      </a:cubicBezTo>
                      <a:cubicBezTo>
                        <a:pt x="1333" y="1518"/>
                        <a:pt x="1334" y="1530"/>
                        <a:pt x="1341" y="1539"/>
                      </a:cubicBezTo>
                      <a:cubicBezTo>
                        <a:pt x="1347" y="1547"/>
                        <a:pt x="1354" y="1543"/>
                        <a:pt x="1354" y="1543"/>
                      </a:cubicBezTo>
                      <a:cubicBezTo>
                        <a:pt x="1360" y="1532"/>
                        <a:pt x="1360" y="1532"/>
                        <a:pt x="1360" y="1532"/>
                      </a:cubicBezTo>
                      <a:cubicBezTo>
                        <a:pt x="1360" y="1532"/>
                        <a:pt x="1378" y="1530"/>
                        <a:pt x="1388" y="1521"/>
                      </a:cubicBezTo>
                      <a:cubicBezTo>
                        <a:pt x="1399" y="1513"/>
                        <a:pt x="1443" y="1482"/>
                        <a:pt x="1443" y="1482"/>
                      </a:cubicBezTo>
                      <a:cubicBezTo>
                        <a:pt x="1438" y="1472"/>
                        <a:pt x="1438" y="1472"/>
                        <a:pt x="1438" y="1472"/>
                      </a:cubicBezTo>
                      <a:cubicBezTo>
                        <a:pt x="1462" y="1468"/>
                        <a:pt x="1462" y="1468"/>
                        <a:pt x="1462" y="1468"/>
                      </a:cubicBezTo>
                      <a:cubicBezTo>
                        <a:pt x="1471" y="1476"/>
                        <a:pt x="1471" y="1476"/>
                        <a:pt x="1471" y="1476"/>
                      </a:cubicBezTo>
                      <a:cubicBezTo>
                        <a:pt x="1471" y="1476"/>
                        <a:pt x="1510" y="1469"/>
                        <a:pt x="1533" y="1461"/>
                      </a:cubicBezTo>
                      <a:cubicBezTo>
                        <a:pt x="1555" y="1452"/>
                        <a:pt x="1557" y="1408"/>
                        <a:pt x="1560" y="1396"/>
                      </a:cubicBezTo>
                      <a:cubicBezTo>
                        <a:pt x="1564" y="1385"/>
                        <a:pt x="1590" y="1370"/>
                        <a:pt x="1590" y="1370"/>
                      </a:cubicBezTo>
                      <a:cubicBezTo>
                        <a:pt x="1590" y="1355"/>
                        <a:pt x="1590" y="1355"/>
                        <a:pt x="1590" y="1355"/>
                      </a:cubicBezTo>
                      <a:cubicBezTo>
                        <a:pt x="1590" y="1355"/>
                        <a:pt x="1605" y="1349"/>
                        <a:pt x="1613" y="1338"/>
                      </a:cubicBezTo>
                      <a:cubicBezTo>
                        <a:pt x="1620" y="1328"/>
                        <a:pt x="1631" y="1314"/>
                        <a:pt x="1631" y="1314"/>
                      </a:cubicBezTo>
                      <a:cubicBezTo>
                        <a:pt x="1631" y="1314"/>
                        <a:pt x="1633" y="1285"/>
                        <a:pt x="1641" y="1275"/>
                      </a:cubicBezTo>
                      <a:cubicBezTo>
                        <a:pt x="1648" y="1266"/>
                        <a:pt x="1682" y="1228"/>
                        <a:pt x="1695" y="1222"/>
                      </a:cubicBezTo>
                      <a:cubicBezTo>
                        <a:pt x="1707" y="1216"/>
                        <a:pt x="1709" y="1185"/>
                        <a:pt x="1709" y="1185"/>
                      </a:cubicBezTo>
                      <a:cubicBezTo>
                        <a:pt x="1709" y="1185"/>
                        <a:pt x="1732" y="1189"/>
                        <a:pt x="1741" y="1179"/>
                      </a:cubicBezTo>
                      <a:cubicBezTo>
                        <a:pt x="1750" y="1170"/>
                        <a:pt x="1797" y="1111"/>
                        <a:pt x="1800" y="1104"/>
                      </a:cubicBezTo>
                      <a:cubicBezTo>
                        <a:pt x="1804" y="1098"/>
                        <a:pt x="1803" y="1067"/>
                        <a:pt x="1813" y="1060"/>
                      </a:cubicBezTo>
                      <a:cubicBezTo>
                        <a:pt x="1822" y="1053"/>
                        <a:pt x="1864" y="971"/>
                        <a:pt x="1874" y="952"/>
                      </a:cubicBezTo>
                      <a:cubicBezTo>
                        <a:pt x="1884" y="933"/>
                        <a:pt x="1872" y="920"/>
                        <a:pt x="1871" y="907"/>
                      </a:cubicBezTo>
                      <a:cubicBezTo>
                        <a:pt x="1870" y="894"/>
                        <a:pt x="1880" y="873"/>
                        <a:pt x="1889" y="859"/>
                      </a:cubicBezTo>
                      <a:cubicBezTo>
                        <a:pt x="1898" y="845"/>
                        <a:pt x="1888" y="783"/>
                        <a:pt x="1888" y="783"/>
                      </a:cubicBezTo>
                      <a:lnTo>
                        <a:pt x="1869" y="774"/>
                      </a:lnTo>
                      <a:close/>
                      <a:moveTo>
                        <a:pt x="1347" y="1624"/>
                      </a:moveTo>
                      <a:cubicBezTo>
                        <a:pt x="1349" y="1631"/>
                        <a:pt x="1373" y="1619"/>
                        <a:pt x="1364" y="1612"/>
                      </a:cubicBezTo>
                      <a:cubicBezTo>
                        <a:pt x="1355" y="1605"/>
                        <a:pt x="1347" y="1624"/>
                        <a:pt x="1347" y="1624"/>
                      </a:cubicBezTo>
                      <a:close/>
                      <a:moveTo>
                        <a:pt x="1332" y="1632"/>
                      </a:moveTo>
                      <a:cubicBezTo>
                        <a:pt x="1323" y="1626"/>
                        <a:pt x="1312" y="1646"/>
                        <a:pt x="1312" y="1646"/>
                      </a:cubicBezTo>
                      <a:cubicBezTo>
                        <a:pt x="1312" y="1646"/>
                        <a:pt x="1308" y="1640"/>
                        <a:pt x="1304" y="1640"/>
                      </a:cubicBezTo>
                      <a:cubicBezTo>
                        <a:pt x="1300" y="1639"/>
                        <a:pt x="1277" y="1643"/>
                        <a:pt x="1277" y="1643"/>
                      </a:cubicBezTo>
                      <a:cubicBezTo>
                        <a:pt x="1274" y="1651"/>
                        <a:pt x="1274" y="1651"/>
                        <a:pt x="1274" y="1651"/>
                      </a:cubicBezTo>
                      <a:cubicBezTo>
                        <a:pt x="1261" y="1640"/>
                        <a:pt x="1261" y="1640"/>
                        <a:pt x="1261" y="1640"/>
                      </a:cubicBezTo>
                      <a:cubicBezTo>
                        <a:pt x="1236" y="1638"/>
                        <a:pt x="1236" y="1638"/>
                        <a:pt x="1236" y="1638"/>
                      </a:cubicBezTo>
                      <a:cubicBezTo>
                        <a:pt x="1221" y="1620"/>
                        <a:pt x="1221" y="1620"/>
                        <a:pt x="1221" y="1620"/>
                      </a:cubicBezTo>
                      <a:cubicBezTo>
                        <a:pt x="1221" y="1620"/>
                        <a:pt x="1216" y="1623"/>
                        <a:pt x="1210" y="1624"/>
                      </a:cubicBezTo>
                      <a:cubicBezTo>
                        <a:pt x="1205" y="1625"/>
                        <a:pt x="1188" y="1605"/>
                        <a:pt x="1188" y="1605"/>
                      </a:cubicBezTo>
                      <a:cubicBezTo>
                        <a:pt x="1184" y="1616"/>
                        <a:pt x="1184" y="1616"/>
                        <a:pt x="1184" y="1616"/>
                      </a:cubicBezTo>
                      <a:cubicBezTo>
                        <a:pt x="1188" y="1629"/>
                        <a:pt x="1188" y="1629"/>
                        <a:pt x="1188" y="1629"/>
                      </a:cubicBezTo>
                      <a:cubicBezTo>
                        <a:pt x="1188" y="1629"/>
                        <a:pt x="1189" y="1645"/>
                        <a:pt x="1187" y="1650"/>
                      </a:cubicBezTo>
                      <a:cubicBezTo>
                        <a:pt x="1185" y="1655"/>
                        <a:pt x="1179" y="1663"/>
                        <a:pt x="1185" y="1674"/>
                      </a:cubicBezTo>
                      <a:cubicBezTo>
                        <a:pt x="1191" y="1685"/>
                        <a:pt x="1184" y="1691"/>
                        <a:pt x="1176" y="1694"/>
                      </a:cubicBezTo>
                      <a:cubicBezTo>
                        <a:pt x="1167" y="1696"/>
                        <a:pt x="1160" y="1686"/>
                        <a:pt x="1160" y="1686"/>
                      </a:cubicBezTo>
                      <a:cubicBezTo>
                        <a:pt x="1160" y="1686"/>
                        <a:pt x="1156" y="1700"/>
                        <a:pt x="1155" y="1713"/>
                      </a:cubicBezTo>
                      <a:cubicBezTo>
                        <a:pt x="1154" y="1727"/>
                        <a:pt x="1166" y="1748"/>
                        <a:pt x="1166" y="1748"/>
                      </a:cubicBezTo>
                      <a:cubicBezTo>
                        <a:pt x="1181" y="1750"/>
                        <a:pt x="1181" y="1750"/>
                        <a:pt x="1181" y="1750"/>
                      </a:cubicBezTo>
                      <a:cubicBezTo>
                        <a:pt x="1168" y="1757"/>
                        <a:pt x="1168" y="1757"/>
                        <a:pt x="1168" y="1757"/>
                      </a:cubicBezTo>
                      <a:cubicBezTo>
                        <a:pt x="1173" y="1774"/>
                        <a:pt x="1173" y="1774"/>
                        <a:pt x="1173" y="1774"/>
                      </a:cubicBezTo>
                      <a:cubicBezTo>
                        <a:pt x="1173" y="1774"/>
                        <a:pt x="1185" y="1769"/>
                        <a:pt x="1191" y="1766"/>
                      </a:cubicBezTo>
                      <a:cubicBezTo>
                        <a:pt x="1198" y="1763"/>
                        <a:pt x="1203" y="1773"/>
                        <a:pt x="1214" y="1769"/>
                      </a:cubicBezTo>
                      <a:cubicBezTo>
                        <a:pt x="1225" y="1764"/>
                        <a:pt x="1232" y="1748"/>
                        <a:pt x="1239" y="1752"/>
                      </a:cubicBezTo>
                      <a:cubicBezTo>
                        <a:pt x="1247" y="1757"/>
                        <a:pt x="1236" y="1768"/>
                        <a:pt x="1236" y="1768"/>
                      </a:cubicBezTo>
                      <a:cubicBezTo>
                        <a:pt x="1247" y="1772"/>
                        <a:pt x="1247" y="1772"/>
                        <a:pt x="1247" y="1772"/>
                      </a:cubicBezTo>
                      <a:cubicBezTo>
                        <a:pt x="1247" y="1772"/>
                        <a:pt x="1268" y="1744"/>
                        <a:pt x="1277" y="1738"/>
                      </a:cubicBezTo>
                      <a:cubicBezTo>
                        <a:pt x="1285" y="1733"/>
                        <a:pt x="1268" y="1726"/>
                        <a:pt x="1268" y="1726"/>
                      </a:cubicBezTo>
                      <a:cubicBezTo>
                        <a:pt x="1282" y="1706"/>
                        <a:pt x="1282" y="1706"/>
                        <a:pt x="1282" y="1706"/>
                      </a:cubicBezTo>
                      <a:cubicBezTo>
                        <a:pt x="1282" y="1706"/>
                        <a:pt x="1292" y="1710"/>
                        <a:pt x="1303" y="1704"/>
                      </a:cubicBezTo>
                      <a:cubicBezTo>
                        <a:pt x="1314" y="1699"/>
                        <a:pt x="1305" y="1678"/>
                        <a:pt x="1315" y="1667"/>
                      </a:cubicBezTo>
                      <a:cubicBezTo>
                        <a:pt x="1326" y="1656"/>
                        <a:pt x="1340" y="1638"/>
                        <a:pt x="1332" y="1632"/>
                      </a:cubicBezTo>
                      <a:close/>
                      <a:moveTo>
                        <a:pt x="1269" y="162"/>
                      </a:moveTo>
                      <a:cubicBezTo>
                        <a:pt x="1263" y="162"/>
                        <a:pt x="1259" y="193"/>
                        <a:pt x="1259" y="193"/>
                      </a:cubicBezTo>
                      <a:cubicBezTo>
                        <a:pt x="1269" y="207"/>
                        <a:pt x="1290" y="195"/>
                        <a:pt x="1290" y="195"/>
                      </a:cubicBezTo>
                      <a:cubicBezTo>
                        <a:pt x="1286" y="186"/>
                        <a:pt x="1286" y="186"/>
                        <a:pt x="1286" y="186"/>
                      </a:cubicBezTo>
                      <a:cubicBezTo>
                        <a:pt x="1290" y="167"/>
                        <a:pt x="1290" y="167"/>
                        <a:pt x="1290" y="167"/>
                      </a:cubicBezTo>
                      <a:cubicBezTo>
                        <a:pt x="1290" y="167"/>
                        <a:pt x="1274" y="162"/>
                        <a:pt x="1269" y="162"/>
                      </a:cubicBezTo>
                      <a:close/>
                      <a:moveTo>
                        <a:pt x="1182" y="1554"/>
                      </a:moveTo>
                      <a:cubicBezTo>
                        <a:pt x="1175" y="1581"/>
                        <a:pt x="1175" y="1581"/>
                        <a:pt x="1175" y="1581"/>
                      </a:cubicBezTo>
                      <a:cubicBezTo>
                        <a:pt x="1209" y="1549"/>
                        <a:pt x="1209" y="1549"/>
                        <a:pt x="1209" y="1549"/>
                      </a:cubicBezTo>
                      <a:lnTo>
                        <a:pt x="1182" y="1554"/>
                      </a:lnTo>
                      <a:close/>
                      <a:moveTo>
                        <a:pt x="1357" y="1597"/>
                      </a:moveTo>
                      <a:cubicBezTo>
                        <a:pt x="1345" y="1572"/>
                        <a:pt x="1345" y="1572"/>
                        <a:pt x="1345" y="1572"/>
                      </a:cubicBezTo>
                      <a:cubicBezTo>
                        <a:pt x="1345" y="1572"/>
                        <a:pt x="1333" y="1579"/>
                        <a:pt x="1332" y="1587"/>
                      </a:cubicBezTo>
                      <a:cubicBezTo>
                        <a:pt x="1332" y="1594"/>
                        <a:pt x="1334" y="1597"/>
                        <a:pt x="1343" y="1600"/>
                      </a:cubicBezTo>
                      <a:cubicBezTo>
                        <a:pt x="1352" y="1603"/>
                        <a:pt x="1357" y="1597"/>
                        <a:pt x="1357" y="15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6" name="Freeform 339"/>
                <p:cNvSpPr>
                  <a:spLocks/>
                </p:cNvSpPr>
                <p:nvPr/>
              </p:nvSpPr>
              <p:spPr bwMode="gray">
                <a:xfrm>
                  <a:off x="-14816" y="-15399"/>
                  <a:ext cx="52" cy="59"/>
                </a:xfrm>
                <a:custGeom>
                  <a:avLst/>
                  <a:gdLst>
                    <a:gd name="T0" fmla="*/ 0 w 22"/>
                    <a:gd name="T1" fmla="*/ 15 h 25"/>
                    <a:gd name="T2" fmla="*/ 12 w 22"/>
                    <a:gd name="T3" fmla="*/ 22 h 25"/>
                    <a:gd name="T4" fmla="*/ 15 w 22"/>
                    <a:gd name="T5" fmla="*/ 9 h 25"/>
                    <a:gd name="T6" fmla="*/ 0 w 22"/>
                    <a:gd name="T7" fmla="*/ 1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" h="25">
                      <a:moveTo>
                        <a:pt x="0" y="15"/>
                      </a:moveTo>
                      <a:cubicBezTo>
                        <a:pt x="0" y="15"/>
                        <a:pt x="2" y="25"/>
                        <a:pt x="12" y="22"/>
                      </a:cubicBezTo>
                      <a:cubicBezTo>
                        <a:pt x="22" y="19"/>
                        <a:pt x="18" y="18"/>
                        <a:pt x="15" y="9"/>
                      </a:cubicBezTo>
                      <a:cubicBezTo>
                        <a:pt x="12" y="0"/>
                        <a:pt x="0" y="4"/>
                        <a:pt x="0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7" name="Freeform 340"/>
                <p:cNvSpPr>
                  <a:spLocks noEditPoints="1"/>
                </p:cNvSpPr>
                <p:nvPr/>
              </p:nvSpPr>
              <p:spPr bwMode="gray">
                <a:xfrm>
                  <a:off x="-18896" y="-19856"/>
                  <a:ext cx="8783" cy="4554"/>
                </a:xfrm>
                <a:custGeom>
                  <a:avLst/>
                  <a:gdLst>
                    <a:gd name="T0" fmla="*/ 1824 w 3718"/>
                    <a:gd name="T1" fmla="*/ 304 h 1928"/>
                    <a:gd name="T2" fmla="*/ 1868 w 3718"/>
                    <a:gd name="T3" fmla="*/ 216 h 1928"/>
                    <a:gd name="T4" fmla="*/ 141 w 3718"/>
                    <a:gd name="T5" fmla="*/ 1354 h 1928"/>
                    <a:gd name="T6" fmla="*/ 138 w 3718"/>
                    <a:gd name="T7" fmla="*/ 1561 h 1928"/>
                    <a:gd name="T8" fmla="*/ 1554 w 3718"/>
                    <a:gd name="T9" fmla="*/ 213 h 1928"/>
                    <a:gd name="T10" fmla="*/ 34 w 3718"/>
                    <a:gd name="T11" fmla="*/ 1340 h 1928"/>
                    <a:gd name="T12" fmla="*/ 1227 w 3718"/>
                    <a:gd name="T13" fmla="*/ 437 h 1928"/>
                    <a:gd name="T14" fmla="*/ 2245 w 3718"/>
                    <a:gd name="T15" fmla="*/ 414 h 1928"/>
                    <a:gd name="T16" fmla="*/ 2627 w 3718"/>
                    <a:gd name="T17" fmla="*/ 171 h 1928"/>
                    <a:gd name="T18" fmla="*/ 2592 w 3718"/>
                    <a:gd name="T19" fmla="*/ 114 h 1928"/>
                    <a:gd name="T20" fmla="*/ 2731 w 3718"/>
                    <a:gd name="T21" fmla="*/ 327 h 1928"/>
                    <a:gd name="T22" fmla="*/ 2578 w 3718"/>
                    <a:gd name="T23" fmla="*/ 240 h 1928"/>
                    <a:gd name="T24" fmla="*/ 2488 w 3718"/>
                    <a:gd name="T25" fmla="*/ 156 h 1928"/>
                    <a:gd name="T26" fmla="*/ 1744 w 3718"/>
                    <a:gd name="T27" fmla="*/ 405 h 1928"/>
                    <a:gd name="T28" fmla="*/ 1851 w 3718"/>
                    <a:gd name="T29" fmla="*/ 586 h 1928"/>
                    <a:gd name="T30" fmla="*/ 2278 w 3718"/>
                    <a:gd name="T31" fmla="*/ 144 h 1928"/>
                    <a:gd name="T32" fmla="*/ 3024 w 3718"/>
                    <a:gd name="T33" fmla="*/ 564 h 1928"/>
                    <a:gd name="T34" fmla="*/ 2988 w 3718"/>
                    <a:gd name="T35" fmla="*/ 474 h 1928"/>
                    <a:gd name="T36" fmla="*/ 2753 w 3718"/>
                    <a:gd name="T37" fmla="*/ 381 h 1928"/>
                    <a:gd name="T38" fmla="*/ 2565 w 3718"/>
                    <a:gd name="T39" fmla="*/ 358 h 1928"/>
                    <a:gd name="T40" fmla="*/ 2816 w 3718"/>
                    <a:gd name="T41" fmla="*/ 590 h 1928"/>
                    <a:gd name="T42" fmla="*/ 2732 w 3718"/>
                    <a:gd name="T43" fmla="*/ 829 h 1928"/>
                    <a:gd name="T44" fmla="*/ 2995 w 3718"/>
                    <a:gd name="T45" fmla="*/ 792 h 1928"/>
                    <a:gd name="T46" fmla="*/ 3152 w 3718"/>
                    <a:gd name="T47" fmla="*/ 694 h 1928"/>
                    <a:gd name="T48" fmla="*/ 2821 w 3718"/>
                    <a:gd name="T49" fmla="*/ 613 h 1928"/>
                    <a:gd name="T50" fmla="*/ 3034 w 3718"/>
                    <a:gd name="T51" fmla="*/ 25 h 1928"/>
                    <a:gd name="T52" fmla="*/ 3027 w 3718"/>
                    <a:gd name="T53" fmla="*/ 92 h 1928"/>
                    <a:gd name="T54" fmla="*/ 2737 w 3718"/>
                    <a:gd name="T55" fmla="*/ 191 h 1928"/>
                    <a:gd name="T56" fmla="*/ 2975 w 3718"/>
                    <a:gd name="T57" fmla="*/ 248 h 1928"/>
                    <a:gd name="T58" fmla="*/ 3379 w 3718"/>
                    <a:gd name="T59" fmla="*/ 91 h 1928"/>
                    <a:gd name="T60" fmla="*/ 2747 w 3718"/>
                    <a:gd name="T61" fmla="*/ 549 h 1928"/>
                    <a:gd name="T62" fmla="*/ 2686 w 3718"/>
                    <a:gd name="T63" fmla="*/ 1536 h 1928"/>
                    <a:gd name="T64" fmla="*/ 2958 w 3718"/>
                    <a:gd name="T65" fmla="*/ 1304 h 1928"/>
                    <a:gd name="T66" fmla="*/ 2899 w 3718"/>
                    <a:gd name="T67" fmla="*/ 1093 h 1928"/>
                    <a:gd name="T68" fmla="*/ 2744 w 3718"/>
                    <a:gd name="T69" fmla="*/ 1079 h 1928"/>
                    <a:gd name="T70" fmla="*/ 2677 w 3718"/>
                    <a:gd name="T71" fmla="*/ 900 h 1928"/>
                    <a:gd name="T72" fmla="*/ 2180 w 3718"/>
                    <a:gd name="T73" fmla="*/ 1298 h 1928"/>
                    <a:gd name="T74" fmla="*/ 1908 w 3718"/>
                    <a:gd name="T75" fmla="*/ 1200 h 1928"/>
                    <a:gd name="T76" fmla="*/ 1986 w 3718"/>
                    <a:gd name="T77" fmla="*/ 814 h 1928"/>
                    <a:gd name="T78" fmla="*/ 2401 w 3718"/>
                    <a:gd name="T79" fmla="*/ 658 h 1928"/>
                    <a:gd name="T80" fmla="*/ 2262 w 3718"/>
                    <a:gd name="T81" fmla="*/ 563 h 1928"/>
                    <a:gd name="T82" fmla="*/ 2163 w 3718"/>
                    <a:gd name="T83" fmla="*/ 561 h 1928"/>
                    <a:gd name="T84" fmla="*/ 1863 w 3718"/>
                    <a:gd name="T85" fmla="*/ 625 h 1928"/>
                    <a:gd name="T86" fmla="*/ 1155 w 3718"/>
                    <a:gd name="T87" fmla="*/ 554 h 1928"/>
                    <a:gd name="T88" fmla="*/ 983 w 3718"/>
                    <a:gd name="T89" fmla="*/ 514 h 1928"/>
                    <a:gd name="T90" fmla="*/ 52 w 3718"/>
                    <a:gd name="T91" fmla="*/ 964 h 1928"/>
                    <a:gd name="T92" fmla="*/ 225 w 3718"/>
                    <a:gd name="T93" fmla="*/ 1187 h 1928"/>
                    <a:gd name="T94" fmla="*/ 184 w 3718"/>
                    <a:gd name="T95" fmla="*/ 1387 h 1928"/>
                    <a:gd name="T96" fmla="*/ 1394 w 3718"/>
                    <a:gd name="T97" fmla="*/ 1537 h 1928"/>
                    <a:gd name="T98" fmla="*/ 1727 w 3718"/>
                    <a:gd name="T99" fmla="*/ 1604 h 1928"/>
                    <a:gd name="T100" fmla="*/ 1868 w 3718"/>
                    <a:gd name="T101" fmla="*/ 1783 h 1928"/>
                    <a:gd name="T102" fmla="*/ 1928 w 3718"/>
                    <a:gd name="T103" fmla="*/ 1826 h 1928"/>
                    <a:gd name="T104" fmla="*/ 2453 w 3718"/>
                    <a:gd name="T105" fmla="*/ 1735 h 1928"/>
                    <a:gd name="T106" fmla="*/ 2655 w 3718"/>
                    <a:gd name="T107" fmla="*/ 1772 h 1928"/>
                    <a:gd name="T108" fmla="*/ 2574 w 3718"/>
                    <a:gd name="T109" fmla="*/ 1597 h 1928"/>
                    <a:gd name="T110" fmla="*/ 2967 w 3718"/>
                    <a:gd name="T111" fmla="*/ 1436 h 1928"/>
                    <a:gd name="T112" fmla="*/ 1119 w 3718"/>
                    <a:gd name="T113" fmla="*/ 664 h 1928"/>
                    <a:gd name="T114" fmla="*/ 990 w 3718"/>
                    <a:gd name="T115" fmla="*/ 760 h 1928"/>
                    <a:gd name="T116" fmla="*/ 985 w 3718"/>
                    <a:gd name="T117" fmla="*/ 939 h 1928"/>
                    <a:gd name="T118" fmla="*/ 1403 w 3718"/>
                    <a:gd name="T119" fmla="*/ 1433 h 1928"/>
                    <a:gd name="T120" fmla="*/ 2456 w 3718"/>
                    <a:gd name="T121" fmla="*/ 825 h 1928"/>
                    <a:gd name="T122" fmla="*/ 2386 w 3718"/>
                    <a:gd name="T123" fmla="*/ 823 h 19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718" h="1928">
                      <a:moveTo>
                        <a:pt x="2074" y="170"/>
                      </a:moveTo>
                      <a:cubicBezTo>
                        <a:pt x="2084" y="169"/>
                        <a:pt x="2113" y="177"/>
                        <a:pt x="2115" y="169"/>
                      </a:cubicBezTo>
                      <a:cubicBezTo>
                        <a:pt x="2117" y="160"/>
                        <a:pt x="2107" y="154"/>
                        <a:pt x="2091" y="154"/>
                      </a:cubicBezTo>
                      <a:cubicBezTo>
                        <a:pt x="2074" y="154"/>
                        <a:pt x="2009" y="165"/>
                        <a:pt x="2009" y="165"/>
                      </a:cubicBezTo>
                      <a:cubicBezTo>
                        <a:pt x="2009" y="165"/>
                        <a:pt x="2065" y="171"/>
                        <a:pt x="2074" y="170"/>
                      </a:cubicBezTo>
                      <a:close/>
                      <a:moveTo>
                        <a:pt x="1990" y="214"/>
                      </a:moveTo>
                      <a:cubicBezTo>
                        <a:pt x="2052" y="218"/>
                        <a:pt x="2047" y="199"/>
                        <a:pt x="2047" y="199"/>
                      </a:cubicBezTo>
                      <a:cubicBezTo>
                        <a:pt x="2043" y="189"/>
                        <a:pt x="2043" y="189"/>
                        <a:pt x="2043" y="189"/>
                      </a:cubicBezTo>
                      <a:cubicBezTo>
                        <a:pt x="2089" y="184"/>
                        <a:pt x="2089" y="184"/>
                        <a:pt x="2089" y="184"/>
                      </a:cubicBezTo>
                      <a:cubicBezTo>
                        <a:pt x="2078" y="176"/>
                        <a:pt x="2078" y="176"/>
                        <a:pt x="2078" y="176"/>
                      </a:cubicBezTo>
                      <a:cubicBezTo>
                        <a:pt x="2033" y="178"/>
                        <a:pt x="2033" y="178"/>
                        <a:pt x="2033" y="178"/>
                      </a:cubicBezTo>
                      <a:cubicBezTo>
                        <a:pt x="2025" y="186"/>
                        <a:pt x="2025" y="186"/>
                        <a:pt x="2025" y="186"/>
                      </a:cubicBezTo>
                      <a:cubicBezTo>
                        <a:pt x="2025" y="186"/>
                        <a:pt x="1966" y="173"/>
                        <a:pt x="1959" y="189"/>
                      </a:cubicBezTo>
                      <a:cubicBezTo>
                        <a:pt x="1953" y="205"/>
                        <a:pt x="1990" y="214"/>
                        <a:pt x="1990" y="214"/>
                      </a:cubicBezTo>
                      <a:close/>
                      <a:moveTo>
                        <a:pt x="1785" y="257"/>
                      </a:moveTo>
                      <a:cubicBezTo>
                        <a:pt x="1749" y="275"/>
                        <a:pt x="1749" y="275"/>
                        <a:pt x="1749" y="275"/>
                      </a:cubicBezTo>
                      <a:cubicBezTo>
                        <a:pt x="1749" y="275"/>
                        <a:pt x="1784" y="281"/>
                        <a:pt x="1768" y="284"/>
                      </a:cubicBezTo>
                      <a:cubicBezTo>
                        <a:pt x="1752" y="288"/>
                        <a:pt x="1694" y="292"/>
                        <a:pt x="1694" y="292"/>
                      </a:cubicBezTo>
                      <a:cubicBezTo>
                        <a:pt x="1680" y="308"/>
                        <a:pt x="1680" y="308"/>
                        <a:pt x="1680" y="308"/>
                      </a:cubicBezTo>
                      <a:cubicBezTo>
                        <a:pt x="1717" y="303"/>
                        <a:pt x="1717" y="303"/>
                        <a:pt x="1717" y="303"/>
                      </a:cubicBezTo>
                      <a:cubicBezTo>
                        <a:pt x="1717" y="303"/>
                        <a:pt x="1732" y="308"/>
                        <a:pt x="1751" y="311"/>
                      </a:cubicBezTo>
                      <a:cubicBezTo>
                        <a:pt x="1770" y="314"/>
                        <a:pt x="1826" y="295"/>
                        <a:pt x="1826" y="295"/>
                      </a:cubicBezTo>
                      <a:cubicBezTo>
                        <a:pt x="1824" y="304"/>
                        <a:pt x="1824" y="304"/>
                        <a:pt x="1824" y="304"/>
                      </a:cubicBezTo>
                      <a:cubicBezTo>
                        <a:pt x="1824" y="304"/>
                        <a:pt x="1862" y="299"/>
                        <a:pt x="1892" y="297"/>
                      </a:cubicBezTo>
                      <a:cubicBezTo>
                        <a:pt x="1920" y="295"/>
                        <a:pt x="1895" y="302"/>
                        <a:pt x="1885" y="304"/>
                      </a:cubicBezTo>
                      <a:cubicBezTo>
                        <a:pt x="1875" y="305"/>
                        <a:pt x="1841" y="309"/>
                        <a:pt x="1816" y="312"/>
                      </a:cubicBezTo>
                      <a:cubicBezTo>
                        <a:pt x="1791" y="315"/>
                        <a:pt x="1760" y="326"/>
                        <a:pt x="1760" y="326"/>
                      </a:cubicBezTo>
                      <a:cubicBezTo>
                        <a:pt x="1760" y="326"/>
                        <a:pt x="1788" y="331"/>
                        <a:pt x="1838" y="333"/>
                      </a:cubicBezTo>
                      <a:cubicBezTo>
                        <a:pt x="1886" y="334"/>
                        <a:pt x="1920" y="313"/>
                        <a:pt x="1920" y="313"/>
                      </a:cubicBezTo>
                      <a:cubicBezTo>
                        <a:pt x="1970" y="300"/>
                        <a:pt x="1970" y="300"/>
                        <a:pt x="1970" y="300"/>
                      </a:cubicBezTo>
                      <a:cubicBezTo>
                        <a:pt x="1970" y="300"/>
                        <a:pt x="1987" y="306"/>
                        <a:pt x="2035" y="300"/>
                      </a:cubicBezTo>
                      <a:cubicBezTo>
                        <a:pt x="2081" y="294"/>
                        <a:pt x="2084" y="284"/>
                        <a:pt x="2103" y="279"/>
                      </a:cubicBezTo>
                      <a:cubicBezTo>
                        <a:pt x="2121" y="274"/>
                        <a:pt x="2106" y="254"/>
                        <a:pt x="2086" y="254"/>
                      </a:cubicBezTo>
                      <a:cubicBezTo>
                        <a:pt x="2066" y="255"/>
                        <a:pt x="2072" y="268"/>
                        <a:pt x="2072" y="268"/>
                      </a:cubicBezTo>
                      <a:cubicBezTo>
                        <a:pt x="2045" y="267"/>
                        <a:pt x="2045" y="267"/>
                        <a:pt x="2045" y="267"/>
                      </a:cubicBezTo>
                      <a:cubicBezTo>
                        <a:pt x="2045" y="267"/>
                        <a:pt x="2050" y="260"/>
                        <a:pt x="2055" y="252"/>
                      </a:cubicBezTo>
                      <a:cubicBezTo>
                        <a:pt x="2060" y="244"/>
                        <a:pt x="2073" y="229"/>
                        <a:pt x="2061" y="229"/>
                      </a:cubicBezTo>
                      <a:cubicBezTo>
                        <a:pt x="2049" y="228"/>
                        <a:pt x="2024" y="239"/>
                        <a:pt x="1991" y="249"/>
                      </a:cubicBezTo>
                      <a:cubicBezTo>
                        <a:pt x="1957" y="259"/>
                        <a:pt x="2012" y="256"/>
                        <a:pt x="2012" y="256"/>
                      </a:cubicBezTo>
                      <a:cubicBezTo>
                        <a:pt x="2009" y="272"/>
                        <a:pt x="2009" y="272"/>
                        <a:pt x="2009" y="272"/>
                      </a:cubicBezTo>
                      <a:cubicBezTo>
                        <a:pt x="1929" y="282"/>
                        <a:pt x="1929" y="282"/>
                        <a:pt x="1929" y="282"/>
                      </a:cubicBezTo>
                      <a:cubicBezTo>
                        <a:pt x="1929" y="282"/>
                        <a:pt x="1923" y="262"/>
                        <a:pt x="1928" y="253"/>
                      </a:cubicBezTo>
                      <a:cubicBezTo>
                        <a:pt x="1932" y="244"/>
                        <a:pt x="1875" y="240"/>
                        <a:pt x="1875" y="240"/>
                      </a:cubicBezTo>
                      <a:lnTo>
                        <a:pt x="1785" y="257"/>
                      </a:lnTo>
                      <a:close/>
                      <a:moveTo>
                        <a:pt x="1887" y="230"/>
                      </a:moveTo>
                      <a:cubicBezTo>
                        <a:pt x="1905" y="215"/>
                        <a:pt x="1886" y="206"/>
                        <a:pt x="1868" y="216"/>
                      </a:cubicBezTo>
                      <a:cubicBezTo>
                        <a:pt x="1849" y="226"/>
                        <a:pt x="1887" y="230"/>
                        <a:pt x="1887" y="230"/>
                      </a:cubicBezTo>
                      <a:close/>
                      <a:moveTo>
                        <a:pt x="2008" y="377"/>
                      </a:moveTo>
                      <a:cubicBezTo>
                        <a:pt x="1988" y="361"/>
                        <a:pt x="1988" y="361"/>
                        <a:pt x="1988" y="361"/>
                      </a:cubicBezTo>
                      <a:cubicBezTo>
                        <a:pt x="1969" y="363"/>
                        <a:pt x="1969" y="363"/>
                        <a:pt x="1969" y="363"/>
                      </a:cubicBezTo>
                      <a:cubicBezTo>
                        <a:pt x="1969" y="363"/>
                        <a:pt x="1957" y="348"/>
                        <a:pt x="1932" y="357"/>
                      </a:cubicBezTo>
                      <a:cubicBezTo>
                        <a:pt x="1906" y="365"/>
                        <a:pt x="1964" y="389"/>
                        <a:pt x="1964" y="389"/>
                      </a:cubicBezTo>
                      <a:lnTo>
                        <a:pt x="2008" y="377"/>
                      </a:lnTo>
                      <a:close/>
                      <a:moveTo>
                        <a:pt x="1638" y="280"/>
                      </a:moveTo>
                      <a:cubicBezTo>
                        <a:pt x="1598" y="290"/>
                        <a:pt x="1626" y="295"/>
                        <a:pt x="1626" y="295"/>
                      </a:cubicBezTo>
                      <a:cubicBezTo>
                        <a:pt x="1683" y="281"/>
                        <a:pt x="1679" y="269"/>
                        <a:pt x="1638" y="280"/>
                      </a:cubicBezTo>
                      <a:close/>
                      <a:moveTo>
                        <a:pt x="1978" y="572"/>
                      </a:moveTo>
                      <a:cubicBezTo>
                        <a:pt x="1997" y="574"/>
                        <a:pt x="2006" y="580"/>
                        <a:pt x="2022" y="588"/>
                      </a:cubicBezTo>
                      <a:cubicBezTo>
                        <a:pt x="2038" y="596"/>
                        <a:pt x="2092" y="587"/>
                        <a:pt x="2092" y="587"/>
                      </a:cubicBezTo>
                      <a:cubicBezTo>
                        <a:pt x="2078" y="542"/>
                        <a:pt x="2078" y="542"/>
                        <a:pt x="2078" y="542"/>
                      </a:cubicBezTo>
                      <a:cubicBezTo>
                        <a:pt x="2012" y="528"/>
                        <a:pt x="2012" y="528"/>
                        <a:pt x="2012" y="528"/>
                      </a:cubicBezTo>
                      <a:cubicBezTo>
                        <a:pt x="1990" y="553"/>
                        <a:pt x="1990" y="553"/>
                        <a:pt x="1990" y="553"/>
                      </a:cubicBezTo>
                      <a:cubicBezTo>
                        <a:pt x="1968" y="555"/>
                        <a:pt x="1968" y="555"/>
                        <a:pt x="1968" y="555"/>
                      </a:cubicBezTo>
                      <a:cubicBezTo>
                        <a:pt x="1968" y="555"/>
                        <a:pt x="1959" y="571"/>
                        <a:pt x="1978" y="572"/>
                      </a:cubicBezTo>
                      <a:close/>
                      <a:moveTo>
                        <a:pt x="109" y="1360"/>
                      </a:moveTo>
                      <a:cubicBezTo>
                        <a:pt x="109" y="1369"/>
                        <a:pt x="126" y="1366"/>
                        <a:pt x="126" y="1366"/>
                      </a:cubicBezTo>
                      <a:cubicBezTo>
                        <a:pt x="124" y="1383"/>
                        <a:pt x="124" y="1383"/>
                        <a:pt x="124" y="1383"/>
                      </a:cubicBezTo>
                      <a:cubicBezTo>
                        <a:pt x="143" y="1371"/>
                        <a:pt x="143" y="1371"/>
                        <a:pt x="143" y="1371"/>
                      </a:cubicBezTo>
                      <a:cubicBezTo>
                        <a:pt x="141" y="1354"/>
                        <a:pt x="141" y="1354"/>
                        <a:pt x="141" y="1354"/>
                      </a:cubicBezTo>
                      <a:cubicBezTo>
                        <a:pt x="141" y="1354"/>
                        <a:pt x="109" y="1351"/>
                        <a:pt x="109" y="1360"/>
                      </a:cubicBezTo>
                      <a:close/>
                      <a:moveTo>
                        <a:pt x="166" y="1535"/>
                      </a:moveTo>
                      <a:cubicBezTo>
                        <a:pt x="166" y="1535"/>
                        <a:pt x="163" y="1521"/>
                        <a:pt x="164" y="1514"/>
                      </a:cubicBezTo>
                      <a:cubicBezTo>
                        <a:pt x="165" y="1507"/>
                        <a:pt x="170" y="1495"/>
                        <a:pt x="162" y="1485"/>
                      </a:cubicBezTo>
                      <a:cubicBezTo>
                        <a:pt x="162" y="1485"/>
                        <a:pt x="136" y="1481"/>
                        <a:pt x="127" y="1479"/>
                      </a:cubicBezTo>
                      <a:cubicBezTo>
                        <a:pt x="118" y="1477"/>
                        <a:pt x="103" y="1453"/>
                        <a:pt x="91" y="1452"/>
                      </a:cubicBezTo>
                      <a:cubicBezTo>
                        <a:pt x="79" y="1451"/>
                        <a:pt x="59" y="1463"/>
                        <a:pt x="64" y="1471"/>
                      </a:cubicBezTo>
                      <a:cubicBezTo>
                        <a:pt x="69" y="1479"/>
                        <a:pt x="78" y="1477"/>
                        <a:pt x="78" y="1477"/>
                      </a:cubicBezTo>
                      <a:cubicBezTo>
                        <a:pt x="87" y="1471"/>
                        <a:pt x="87" y="1471"/>
                        <a:pt x="87" y="1471"/>
                      </a:cubicBezTo>
                      <a:cubicBezTo>
                        <a:pt x="94" y="1476"/>
                        <a:pt x="94" y="1476"/>
                        <a:pt x="94" y="1476"/>
                      </a:cubicBezTo>
                      <a:cubicBezTo>
                        <a:pt x="88" y="1483"/>
                        <a:pt x="88" y="1483"/>
                        <a:pt x="88" y="1483"/>
                      </a:cubicBezTo>
                      <a:cubicBezTo>
                        <a:pt x="88" y="1483"/>
                        <a:pt x="59" y="1488"/>
                        <a:pt x="67" y="1497"/>
                      </a:cubicBezTo>
                      <a:cubicBezTo>
                        <a:pt x="75" y="1506"/>
                        <a:pt x="90" y="1497"/>
                        <a:pt x="90" y="1497"/>
                      </a:cubicBezTo>
                      <a:cubicBezTo>
                        <a:pt x="85" y="1512"/>
                        <a:pt x="85" y="1512"/>
                        <a:pt x="85" y="1512"/>
                      </a:cubicBezTo>
                      <a:cubicBezTo>
                        <a:pt x="100" y="1511"/>
                        <a:pt x="100" y="1511"/>
                        <a:pt x="100" y="1511"/>
                      </a:cubicBezTo>
                      <a:cubicBezTo>
                        <a:pt x="86" y="1522"/>
                        <a:pt x="86" y="1522"/>
                        <a:pt x="86" y="1522"/>
                      </a:cubicBezTo>
                      <a:cubicBezTo>
                        <a:pt x="112" y="1520"/>
                        <a:pt x="112" y="1520"/>
                        <a:pt x="112" y="1520"/>
                      </a:cubicBezTo>
                      <a:cubicBezTo>
                        <a:pt x="112" y="1520"/>
                        <a:pt x="85" y="1531"/>
                        <a:pt x="91" y="1536"/>
                      </a:cubicBezTo>
                      <a:cubicBezTo>
                        <a:pt x="97" y="1541"/>
                        <a:pt x="109" y="1520"/>
                        <a:pt x="115" y="1531"/>
                      </a:cubicBezTo>
                      <a:cubicBezTo>
                        <a:pt x="121" y="1542"/>
                        <a:pt x="99" y="1546"/>
                        <a:pt x="105" y="1553"/>
                      </a:cubicBezTo>
                      <a:cubicBezTo>
                        <a:pt x="111" y="1560"/>
                        <a:pt x="137" y="1555"/>
                        <a:pt x="137" y="1555"/>
                      </a:cubicBezTo>
                      <a:cubicBezTo>
                        <a:pt x="150" y="1547"/>
                        <a:pt x="150" y="1547"/>
                        <a:pt x="150" y="1547"/>
                      </a:cubicBezTo>
                      <a:cubicBezTo>
                        <a:pt x="138" y="1561"/>
                        <a:pt x="138" y="1561"/>
                        <a:pt x="138" y="1561"/>
                      </a:cubicBezTo>
                      <a:cubicBezTo>
                        <a:pt x="138" y="1561"/>
                        <a:pt x="113" y="1561"/>
                        <a:pt x="124" y="1570"/>
                      </a:cubicBezTo>
                      <a:cubicBezTo>
                        <a:pt x="135" y="1579"/>
                        <a:pt x="144" y="1579"/>
                        <a:pt x="144" y="1579"/>
                      </a:cubicBezTo>
                      <a:cubicBezTo>
                        <a:pt x="144" y="1579"/>
                        <a:pt x="168" y="1596"/>
                        <a:pt x="180" y="1586"/>
                      </a:cubicBezTo>
                      <a:cubicBezTo>
                        <a:pt x="192" y="1576"/>
                        <a:pt x="201" y="1568"/>
                        <a:pt x="192" y="1557"/>
                      </a:cubicBezTo>
                      <a:cubicBezTo>
                        <a:pt x="183" y="1546"/>
                        <a:pt x="166" y="1535"/>
                        <a:pt x="166" y="1535"/>
                      </a:cubicBezTo>
                      <a:close/>
                      <a:moveTo>
                        <a:pt x="1536" y="249"/>
                      </a:moveTo>
                      <a:cubicBezTo>
                        <a:pt x="1536" y="249"/>
                        <a:pt x="1574" y="242"/>
                        <a:pt x="1583" y="248"/>
                      </a:cubicBezTo>
                      <a:cubicBezTo>
                        <a:pt x="1593" y="254"/>
                        <a:pt x="1587" y="264"/>
                        <a:pt x="1599" y="264"/>
                      </a:cubicBezTo>
                      <a:cubicBezTo>
                        <a:pt x="1612" y="264"/>
                        <a:pt x="1634" y="259"/>
                        <a:pt x="1634" y="259"/>
                      </a:cubicBezTo>
                      <a:cubicBezTo>
                        <a:pt x="1634" y="259"/>
                        <a:pt x="1650" y="268"/>
                        <a:pt x="1665" y="261"/>
                      </a:cubicBezTo>
                      <a:cubicBezTo>
                        <a:pt x="1681" y="255"/>
                        <a:pt x="1678" y="238"/>
                        <a:pt x="1678" y="238"/>
                      </a:cubicBezTo>
                      <a:cubicBezTo>
                        <a:pt x="1700" y="238"/>
                        <a:pt x="1700" y="238"/>
                        <a:pt x="1700" y="238"/>
                      </a:cubicBezTo>
                      <a:cubicBezTo>
                        <a:pt x="1744" y="224"/>
                        <a:pt x="1744" y="224"/>
                        <a:pt x="1744" y="224"/>
                      </a:cubicBezTo>
                      <a:cubicBezTo>
                        <a:pt x="1719" y="247"/>
                        <a:pt x="1719" y="247"/>
                        <a:pt x="1719" y="247"/>
                      </a:cubicBezTo>
                      <a:cubicBezTo>
                        <a:pt x="1754" y="253"/>
                        <a:pt x="1754" y="253"/>
                        <a:pt x="1754" y="253"/>
                      </a:cubicBezTo>
                      <a:cubicBezTo>
                        <a:pt x="1791" y="238"/>
                        <a:pt x="1791" y="238"/>
                        <a:pt x="1791" y="238"/>
                      </a:cubicBezTo>
                      <a:cubicBezTo>
                        <a:pt x="1854" y="209"/>
                        <a:pt x="1854" y="209"/>
                        <a:pt x="1854" y="209"/>
                      </a:cubicBezTo>
                      <a:cubicBezTo>
                        <a:pt x="1854" y="209"/>
                        <a:pt x="1806" y="194"/>
                        <a:pt x="1797" y="194"/>
                      </a:cubicBezTo>
                      <a:cubicBezTo>
                        <a:pt x="1787" y="194"/>
                        <a:pt x="1734" y="190"/>
                        <a:pt x="1734" y="190"/>
                      </a:cubicBezTo>
                      <a:cubicBezTo>
                        <a:pt x="1683" y="198"/>
                        <a:pt x="1683" y="198"/>
                        <a:pt x="1683" y="198"/>
                      </a:cubicBezTo>
                      <a:cubicBezTo>
                        <a:pt x="1680" y="212"/>
                        <a:pt x="1680" y="212"/>
                        <a:pt x="1680" y="212"/>
                      </a:cubicBezTo>
                      <a:cubicBezTo>
                        <a:pt x="1602" y="218"/>
                        <a:pt x="1602" y="218"/>
                        <a:pt x="1602" y="218"/>
                      </a:cubicBezTo>
                      <a:cubicBezTo>
                        <a:pt x="1602" y="218"/>
                        <a:pt x="1576" y="209"/>
                        <a:pt x="1554" y="213"/>
                      </a:cubicBezTo>
                      <a:cubicBezTo>
                        <a:pt x="1532" y="216"/>
                        <a:pt x="1535" y="224"/>
                        <a:pt x="1535" y="224"/>
                      </a:cubicBezTo>
                      <a:cubicBezTo>
                        <a:pt x="1535" y="229"/>
                        <a:pt x="1536" y="249"/>
                        <a:pt x="1536" y="249"/>
                      </a:cubicBezTo>
                      <a:close/>
                      <a:moveTo>
                        <a:pt x="100" y="1323"/>
                      </a:moveTo>
                      <a:cubicBezTo>
                        <a:pt x="102" y="1338"/>
                        <a:pt x="113" y="1344"/>
                        <a:pt x="113" y="1344"/>
                      </a:cubicBezTo>
                      <a:cubicBezTo>
                        <a:pt x="121" y="1323"/>
                        <a:pt x="121" y="1323"/>
                        <a:pt x="121" y="1323"/>
                      </a:cubicBezTo>
                      <a:cubicBezTo>
                        <a:pt x="121" y="1323"/>
                        <a:pt x="98" y="1308"/>
                        <a:pt x="100" y="1323"/>
                      </a:cubicBezTo>
                      <a:close/>
                      <a:moveTo>
                        <a:pt x="82" y="1291"/>
                      </a:moveTo>
                      <a:cubicBezTo>
                        <a:pt x="78" y="1290"/>
                        <a:pt x="62" y="1294"/>
                        <a:pt x="56" y="1297"/>
                      </a:cubicBezTo>
                      <a:cubicBezTo>
                        <a:pt x="50" y="1300"/>
                        <a:pt x="45" y="1315"/>
                        <a:pt x="35" y="1315"/>
                      </a:cubicBezTo>
                      <a:cubicBezTo>
                        <a:pt x="25" y="1315"/>
                        <a:pt x="24" y="1307"/>
                        <a:pt x="34" y="1307"/>
                      </a:cubicBezTo>
                      <a:cubicBezTo>
                        <a:pt x="44" y="1307"/>
                        <a:pt x="62" y="1294"/>
                        <a:pt x="48" y="1295"/>
                      </a:cubicBezTo>
                      <a:cubicBezTo>
                        <a:pt x="34" y="1296"/>
                        <a:pt x="32" y="1299"/>
                        <a:pt x="32" y="1299"/>
                      </a:cubicBezTo>
                      <a:cubicBezTo>
                        <a:pt x="32" y="1299"/>
                        <a:pt x="35" y="1285"/>
                        <a:pt x="24" y="1289"/>
                      </a:cubicBezTo>
                      <a:cubicBezTo>
                        <a:pt x="13" y="1293"/>
                        <a:pt x="11" y="1306"/>
                        <a:pt x="11" y="1306"/>
                      </a:cubicBezTo>
                      <a:cubicBezTo>
                        <a:pt x="3" y="1324"/>
                        <a:pt x="3" y="1324"/>
                        <a:pt x="3" y="1324"/>
                      </a:cubicBezTo>
                      <a:cubicBezTo>
                        <a:pt x="3" y="1324"/>
                        <a:pt x="0" y="1336"/>
                        <a:pt x="3" y="1337"/>
                      </a:cubicBezTo>
                      <a:cubicBezTo>
                        <a:pt x="6" y="1338"/>
                        <a:pt x="9" y="1347"/>
                        <a:pt x="9" y="1347"/>
                      </a:cubicBezTo>
                      <a:cubicBezTo>
                        <a:pt x="0" y="1351"/>
                        <a:pt x="0" y="1351"/>
                        <a:pt x="0" y="1351"/>
                      </a:cubicBezTo>
                      <a:cubicBezTo>
                        <a:pt x="5" y="1386"/>
                        <a:pt x="5" y="1386"/>
                        <a:pt x="5" y="1386"/>
                      </a:cubicBezTo>
                      <a:cubicBezTo>
                        <a:pt x="5" y="1386"/>
                        <a:pt x="0" y="1398"/>
                        <a:pt x="16" y="1397"/>
                      </a:cubicBezTo>
                      <a:cubicBezTo>
                        <a:pt x="27" y="1396"/>
                        <a:pt x="16" y="1379"/>
                        <a:pt x="13" y="1372"/>
                      </a:cubicBezTo>
                      <a:cubicBezTo>
                        <a:pt x="10" y="1365"/>
                        <a:pt x="18" y="1359"/>
                        <a:pt x="23" y="1356"/>
                      </a:cubicBezTo>
                      <a:cubicBezTo>
                        <a:pt x="28" y="1353"/>
                        <a:pt x="36" y="1344"/>
                        <a:pt x="34" y="1340"/>
                      </a:cubicBezTo>
                      <a:cubicBezTo>
                        <a:pt x="34" y="1340"/>
                        <a:pt x="32" y="1329"/>
                        <a:pt x="38" y="1324"/>
                      </a:cubicBezTo>
                      <a:cubicBezTo>
                        <a:pt x="44" y="1319"/>
                        <a:pt x="55" y="1308"/>
                        <a:pt x="64" y="1303"/>
                      </a:cubicBezTo>
                      <a:cubicBezTo>
                        <a:pt x="73" y="1298"/>
                        <a:pt x="86" y="1292"/>
                        <a:pt x="82" y="1291"/>
                      </a:cubicBezTo>
                      <a:close/>
                      <a:moveTo>
                        <a:pt x="1263" y="454"/>
                      </a:moveTo>
                      <a:cubicBezTo>
                        <a:pt x="1268" y="466"/>
                        <a:pt x="1238" y="482"/>
                        <a:pt x="1266" y="478"/>
                      </a:cubicBezTo>
                      <a:cubicBezTo>
                        <a:pt x="1294" y="474"/>
                        <a:pt x="1328" y="462"/>
                        <a:pt x="1328" y="462"/>
                      </a:cubicBezTo>
                      <a:cubicBezTo>
                        <a:pt x="1354" y="468"/>
                        <a:pt x="1354" y="468"/>
                        <a:pt x="1354" y="468"/>
                      </a:cubicBezTo>
                      <a:cubicBezTo>
                        <a:pt x="1405" y="430"/>
                        <a:pt x="1405" y="430"/>
                        <a:pt x="1405" y="430"/>
                      </a:cubicBezTo>
                      <a:cubicBezTo>
                        <a:pt x="1493" y="402"/>
                        <a:pt x="1493" y="402"/>
                        <a:pt x="1493" y="402"/>
                      </a:cubicBezTo>
                      <a:cubicBezTo>
                        <a:pt x="1576" y="379"/>
                        <a:pt x="1576" y="379"/>
                        <a:pt x="1576" y="379"/>
                      </a:cubicBezTo>
                      <a:cubicBezTo>
                        <a:pt x="1642" y="366"/>
                        <a:pt x="1642" y="366"/>
                        <a:pt x="1642" y="366"/>
                      </a:cubicBezTo>
                      <a:cubicBezTo>
                        <a:pt x="1642" y="366"/>
                        <a:pt x="1603" y="334"/>
                        <a:pt x="1600" y="330"/>
                      </a:cubicBezTo>
                      <a:cubicBezTo>
                        <a:pt x="1596" y="327"/>
                        <a:pt x="1549" y="333"/>
                        <a:pt x="1549" y="333"/>
                      </a:cubicBezTo>
                      <a:cubicBezTo>
                        <a:pt x="1505" y="339"/>
                        <a:pt x="1505" y="339"/>
                        <a:pt x="1505" y="339"/>
                      </a:cubicBezTo>
                      <a:cubicBezTo>
                        <a:pt x="1481" y="321"/>
                        <a:pt x="1481" y="321"/>
                        <a:pt x="1481" y="321"/>
                      </a:cubicBezTo>
                      <a:cubicBezTo>
                        <a:pt x="1427" y="328"/>
                        <a:pt x="1427" y="328"/>
                        <a:pt x="1427" y="328"/>
                      </a:cubicBezTo>
                      <a:cubicBezTo>
                        <a:pt x="1393" y="338"/>
                        <a:pt x="1393" y="338"/>
                        <a:pt x="1393" y="338"/>
                      </a:cubicBezTo>
                      <a:cubicBezTo>
                        <a:pt x="1383" y="351"/>
                        <a:pt x="1383" y="351"/>
                        <a:pt x="1383" y="351"/>
                      </a:cubicBezTo>
                      <a:cubicBezTo>
                        <a:pt x="1372" y="371"/>
                        <a:pt x="1372" y="371"/>
                        <a:pt x="1372" y="371"/>
                      </a:cubicBezTo>
                      <a:cubicBezTo>
                        <a:pt x="1340" y="380"/>
                        <a:pt x="1340" y="380"/>
                        <a:pt x="1340" y="380"/>
                      </a:cubicBezTo>
                      <a:cubicBezTo>
                        <a:pt x="1294" y="393"/>
                        <a:pt x="1294" y="393"/>
                        <a:pt x="1294" y="393"/>
                      </a:cubicBezTo>
                      <a:cubicBezTo>
                        <a:pt x="1307" y="401"/>
                        <a:pt x="1307" y="401"/>
                        <a:pt x="1307" y="401"/>
                      </a:cubicBezTo>
                      <a:cubicBezTo>
                        <a:pt x="1227" y="437"/>
                        <a:pt x="1227" y="437"/>
                        <a:pt x="1227" y="437"/>
                      </a:cubicBezTo>
                      <a:cubicBezTo>
                        <a:pt x="1227" y="437"/>
                        <a:pt x="1259" y="442"/>
                        <a:pt x="1263" y="454"/>
                      </a:cubicBezTo>
                      <a:close/>
                      <a:moveTo>
                        <a:pt x="132" y="1313"/>
                      </a:moveTo>
                      <a:cubicBezTo>
                        <a:pt x="125" y="1331"/>
                        <a:pt x="125" y="1331"/>
                        <a:pt x="125" y="1331"/>
                      </a:cubicBezTo>
                      <a:cubicBezTo>
                        <a:pt x="127" y="1343"/>
                        <a:pt x="127" y="1343"/>
                        <a:pt x="127" y="1343"/>
                      </a:cubicBezTo>
                      <a:cubicBezTo>
                        <a:pt x="143" y="1333"/>
                        <a:pt x="143" y="1333"/>
                        <a:pt x="143" y="1333"/>
                      </a:cubicBezTo>
                      <a:lnTo>
                        <a:pt x="132" y="1313"/>
                      </a:lnTo>
                      <a:close/>
                      <a:moveTo>
                        <a:pt x="2786" y="403"/>
                      </a:moveTo>
                      <a:cubicBezTo>
                        <a:pt x="2802" y="409"/>
                        <a:pt x="2824" y="395"/>
                        <a:pt x="2824" y="395"/>
                      </a:cubicBezTo>
                      <a:cubicBezTo>
                        <a:pt x="2865" y="394"/>
                        <a:pt x="2865" y="394"/>
                        <a:pt x="2865" y="394"/>
                      </a:cubicBezTo>
                      <a:cubicBezTo>
                        <a:pt x="2865" y="394"/>
                        <a:pt x="2891" y="404"/>
                        <a:pt x="2899" y="398"/>
                      </a:cubicBezTo>
                      <a:cubicBezTo>
                        <a:pt x="2906" y="393"/>
                        <a:pt x="2900" y="370"/>
                        <a:pt x="2883" y="366"/>
                      </a:cubicBezTo>
                      <a:cubicBezTo>
                        <a:pt x="2865" y="362"/>
                        <a:pt x="2849" y="367"/>
                        <a:pt x="2849" y="367"/>
                      </a:cubicBezTo>
                      <a:cubicBezTo>
                        <a:pt x="2823" y="367"/>
                        <a:pt x="2823" y="367"/>
                        <a:pt x="2823" y="367"/>
                      </a:cubicBezTo>
                      <a:cubicBezTo>
                        <a:pt x="2823" y="367"/>
                        <a:pt x="2793" y="355"/>
                        <a:pt x="2782" y="364"/>
                      </a:cubicBezTo>
                      <a:cubicBezTo>
                        <a:pt x="2772" y="372"/>
                        <a:pt x="2768" y="378"/>
                        <a:pt x="2768" y="378"/>
                      </a:cubicBezTo>
                      <a:cubicBezTo>
                        <a:pt x="2781" y="385"/>
                        <a:pt x="2781" y="385"/>
                        <a:pt x="2781" y="385"/>
                      </a:cubicBezTo>
                      <a:cubicBezTo>
                        <a:pt x="2781" y="385"/>
                        <a:pt x="2772" y="397"/>
                        <a:pt x="2786" y="403"/>
                      </a:cubicBezTo>
                      <a:close/>
                      <a:moveTo>
                        <a:pt x="2471" y="347"/>
                      </a:moveTo>
                      <a:cubicBezTo>
                        <a:pt x="2457" y="346"/>
                        <a:pt x="2380" y="337"/>
                        <a:pt x="2339" y="339"/>
                      </a:cubicBezTo>
                      <a:cubicBezTo>
                        <a:pt x="2300" y="340"/>
                        <a:pt x="2311" y="339"/>
                        <a:pt x="2310" y="347"/>
                      </a:cubicBezTo>
                      <a:cubicBezTo>
                        <a:pt x="2308" y="356"/>
                        <a:pt x="2294" y="359"/>
                        <a:pt x="2260" y="367"/>
                      </a:cubicBezTo>
                      <a:cubicBezTo>
                        <a:pt x="2227" y="374"/>
                        <a:pt x="2259" y="375"/>
                        <a:pt x="2257" y="397"/>
                      </a:cubicBezTo>
                      <a:cubicBezTo>
                        <a:pt x="2245" y="414"/>
                        <a:pt x="2245" y="414"/>
                        <a:pt x="2245" y="414"/>
                      </a:cubicBezTo>
                      <a:cubicBezTo>
                        <a:pt x="2265" y="426"/>
                        <a:pt x="2265" y="426"/>
                        <a:pt x="2265" y="426"/>
                      </a:cubicBezTo>
                      <a:cubicBezTo>
                        <a:pt x="2318" y="404"/>
                        <a:pt x="2318" y="404"/>
                        <a:pt x="2318" y="404"/>
                      </a:cubicBezTo>
                      <a:cubicBezTo>
                        <a:pt x="2318" y="404"/>
                        <a:pt x="2299" y="397"/>
                        <a:pt x="2323" y="390"/>
                      </a:cubicBezTo>
                      <a:cubicBezTo>
                        <a:pt x="2348" y="383"/>
                        <a:pt x="2365" y="403"/>
                        <a:pt x="2365" y="403"/>
                      </a:cubicBezTo>
                      <a:cubicBezTo>
                        <a:pt x="2403" y="398"/>
                        <a:pt x="2403" y="398"/>
                        <a:pt x="2403" y="398"/>
                      </a:cubicBezTo>
                      <a:cubicBezTo>
                        <a:pt x="2398" y="383"/>
                        <a:pt x="2398" y="383"/>
                        <a:pt x="2398" y="383"/>
                      </a:cubicBezTo>
                      <a:cubicBezTo>
                        <a:pt x="2398" y="383"/>
                        <a:pt x="2447" y="381"/>
                        <a:pt x="2457" y="369"/>
                      </a:cubicBezTo>
                      <a:cubicBezTo>
                        <a:pt x="2467" y="358"/>
                        <a:pt x="2484" y="347"/>
                        <a:pt x="2471" y="347"/>
                      </a:cubicBezTo>
                      <a:close/>
                      <a:moveTo>
                        <a:pt x="2526" y="101"/>
                      </a:moveTo>
                      <a:cubicBezTo>
                        <a:pt x="2489" y="105"/>
                        <a:pt x="2489" y="105"/>
                        <a:pt x="2489" y="105"/>
                      </a:cubicBezTo>
                      <a:cubicBezTo>
                        <a:pt x="2503" y="123"/>
                        <a:pt x="2503" y="123"/>
                        <a:pt x="2503" y="123"/>
                      </a:cubicBezTo>
                      <a:lnTo>
                        <a:pt x="2526" y="101"/>
                      </a:lnTo>
                      <a:close/>
                      <a:moveTo>
                        <a:pt x="2406" y="324"/>
                      </a:moveTo>
                      <a:cubicBezTo>
                        <a:pt x="2417" y="317"/>
                        <a:pt x="2442" y="298"/>
                        <a:pt x="2438" y="290"/>
                      </a:cubicBezTo>
                      <a:cubicBezTo>
                        <a:pt x="2434" y="281"/>
                        <a:pt x="2400" y="283"/>
                        <a:pt x="2389" y="284"/>
                      </a:cubicBezTo>
                      <a:cubicBezTo>
                        <a:pt x="2366" y="286"/>
                        <a:pt x="2322" y="301"/>
                        <a:pt x="2334" y="309"/>
                      </a:cubicBezTo>
                      <a:cubicBezTo>
                        <a:pt x="2346" y="316"/>
                        <a:pt x="2406" y="324"/>
                        <a:pt x="2406" y="324"/>
                      </a:cubicBezTo>
                      <a:close/>
                      <a:moveTo>
                        <a:pt x="2634" y="123"/>
                      </a:moveTo>
                      <a:cubicBezTo>
                        <a:pt x="2598" y="131"/>
                        <a:pt x="2598" y="131"/>
                        <a:pt x="2598" y="131"/>
                      </a:cubicBezTo>
                      <a:cubicBezTo>
                        <a:pt x="2623" y="142"/>
                        <a:pt x="2623" y="142"/>
                        <a:pt x="2623" y="142"/>
                      </a:cubicBezTo>
                      <a:cubicBezTo>
                        <a:pt x="2623" y="142"/>
                        <a:pt x="2609" y="146"/>
                        <a:pt x="2611" y="156"/>
                      </a:cubicBezTo>
                      <a:cubicBezTo>
                        <a:pt x="2613" y="165"/>
                        <a:pt x="2640" y="162"/>
                        <a:pt x="2640" y="162"/>
                      </a:cubicBezTo>
                      <a:cubicBezTo>
                        <a:pt x="2627" y="171"/>
                        <a:pt x="2627" y="171"/>
                        <a:pt x="2627" y="171"/>
                      </a:cubicBezTo>
                      <a:cubicBezTo>
                        <a:pt x="2627" y="171"/>
                        <a:pt x="2645" y="175"/>
                        <a:pt x="2659" y="184"/>
                      </a:cubicBezTo>
                      <a:cubicBezTo>
                        <a:pt x="2673" y="192"/>
                        <a:pt x="2698" y="172"/>
                        <a:pt x="2698" y="172"/>
                      </a:cubicBezTo>
                      <a:cubicBezTo>
                        <a:pt x="2714" y="164"/>
                        <a:pt x="2714" y="164"/>
                        <a:pt x="2714" y="164"/>
                      </a:cubicBezTo>
                      <a:cubicBezTo>
                        <a:pt x="2714" y="164"/>
                        <a:pt x="2719" y="170"/>
                        <a:pt x="2725" y="181"/>
                      </a:cubicBezTo>
                      <a:cubicBezTo>
                        <a:pt x="2732" y="191"/>
                        <a:pt x="2756" y="173"/>
                        <a:pt x="2765" y="171"/>
                      </a:cubicBezTo>
                      <a:cubicBezTo>
                        <a:pt x="2774" y="169"/>
                        <a:pt x="2787" y="155"/>
                        <a:pt x="2787" y="155"/>
                      </a:cubicBezTo>
                      <a:cubicBezTo>
                        <a:pt x="2795" y="164"/>
                        <a:pt x="2795" y="164"/>
                        <a:pt x="2795" y="164"/>
                      </a:cubicBezTo>
                      <a:cubicBezTo>
                        <a:pt x="2795" y="164"/>
                        <a:pt x="2808" y="151"/>
                        <a:pt x="2810" y="146"/>
                      </a:cubicBezTo>
                      <a:cubicBezTo>
                        <a:pt x="2812" y="141"/>
                        <a:pt x="2865" y="143"/>
                        <a:pt x="2877" y="143"/>
                      </a:cubicBezTo>
                      <a:cubicBezTo>
                        <a:pt x="2889" y="143"/>
                        <a:pt x="2886" y="129"/>
                        <a:pt x="2886" y="129"/>
                      </a:cubicBezTo>
                      <a:cubicBezTo>
                        <a:pt x="2844" y="128"/>
                        <a:pt x="2844" y="128"/>
                        <a:pt x="2844" y="128"/>
                      </a:cubicBezTo>
                      <a:cubicBezTo>
                        <a:pt x="2864" y="117"/>
                        <a:pt x="2864" y="117"/>
                        <a:pt x="2864" y="117"/>
                      </a:cubicBezTo>
                      <a:cubicBezTo>
                        <a:pt x="2864" y="117"/>
                        <a:pt x="2872" y="97"/>
                        <a:pt x="2867" y="90"/>
                      </a:cubicBezTo>
                      <a:cubicBezTo>
                        <a:pt x="2863" y="84"/>
                        <a:pt x="2829" y="102"/>
                        <a:pt x="2829" y="102"/>
                      </a:cubicBezTo>
                      <a:cubicBezTo>
                        <a:pt x="2826" y="85"/>
                        <a:pt x="2826" y="85"/>
                        <a:pt x="2826" y="85"/>
                      </a:cubicBezTo>
                      <a:cubicBezTo>
                        <a:pt x="2794" y="91"/>
                        <a:pt x="2794" y="91"/>
                        <a:pt x="2794" y="91"/>
                      </a:cubicBezTo>
                      <a:cubicBezTo>
                        <a:pt x="2794" y="91"/>
                        <a:pt x="2791" y="71"/>
                        <a:pt x="2781" y="60"/>
                      </a:cubicBezTo>
                      <a:cubicBezTo>
                        <a:pt x="2772" y="49"/>
                        <a:pt x="2730" y="72"/>
                        <a:pt x="2730" y="72"/>
                      </a:cubicBezTo>
                      <a:cubicBezTo>
                        <a:pt x="2678" y="75"/>
                        <a:pt x="2678" y="75"/>
                        <a:pt x="2678" y="75"/>
                      </a:cubicBezTo>
                      <a:cubicBezTo>
                        <a:pt x="2695" y="88"/>
                        <a:pt x="2695" y="88"/>
                        <a:pt x="2695" y="88"/>
                      </a:cubicBezTo>
                      <a:cubicBezTo>
                        <a:pt x="2695" y="88"/>
                        <a:pt x="2658" y="85"/>
                        <a:pt x="2645" y="89"/>
                      </a:cubicBezTo>
                      <a:cubicBezTo>
                        <a:pt x="2633" y="93"/>
                        <a:pt x="2653" y="106"/>
                        <a:pt x="2653" y="106"/>
                      </a:cubicBezTo>
                      <a:cubicBezTo>
                        <a:pt x="2653" y="106"/>
                        <a:pt x="2596" y="100"/>
                        <a:pt x="2592" y="114"/>
                      </a:cubicBezTo>
                      <a:cubicBezTo>
                        <a:pt x="2587" y="128"/>
                        <a:pt x="2634" y="123"/>
                        <a:pt x="2634" y="123"/>
                      </a:cubicBezTo>
                      <a:close/>
                      <a:moveTo>
                        <a:pt x="2644" y="199"/>
                      </a:moveTo>
                      <a:cubicBezTo>
                        <a:pt x="2622" y="203"/>
                        <a:pt x="2622" y="213"/>
                        <a:pt x="2622" y="213"/>
                      </a:cubicBezTo>
                      <a:cubicBezTo>
                        <a:pt x="2640" y="216"/>
                        <a:pt x="2640" y="216"/>
                        <a:pt x="2640" y="216"/>
                      </a:cubicBezTo>
                      <a:cubicBezTo>
                        <a:pt x="2655" y="216"/>
                        <a:pt x="2667" y="195"/>
                        <a:pt x="2644" y="199"/>
                      </a:cubicBezTo>
                      <a:close/>
                      <a:moveTo>
                        <a:pt x="2488" y="226"/>
                      </a:moveTo>
                      <a:cubicBezTo>
                        <a:pt x="2484" y="226"/>
                        <a:pt x="2476" y="222"/>
                        <a:pt x="2476" y="222"/>
                      </a:cubicBezTo>
                      <a:cubicBezTo>
                        <a:pt x="2476" y="222"/>
                        <a:pt x="2416" y="222"/>
                        <a:pt x="2416" y="230"/>
                      </a:cubicBezTo>
                      <a:cubicBezTo>
                        <a:pt x="2416" y="239"/>
                        <a:pt x="2435" y="241"/>
                        <a:pt x="2435" y="241"/>
                      </a:cubicBezTo>
                      <a:cubicBezTo>
                        <a:pt x="2436" y="253"/>
                        <a:pt x="2436" y="253"/>
                        <a:pt x="2436" y="253"/>
                      </a:cubicBezTo>
                      <a:cubicBezTo>
                        <a:pt x="2436" y="253"/>
                        <a:pt x="2486" y="258"/>
                        <a:pt x="2490" y="256"/>
                      </a:cubicBezTo>
                      <a:cubicBezTo>
                        <a:pt x="2494" y="254"/>
                        <a:pt x="2506" y="255"/>
                        <a:pt x="2512" y="255"/>
                      </a:cubicBezTo>
                      <a:cubicBezTo>
                        <a:pt x="2510" y="263"/>
                        <a:pt x="2508" y="274"/>
                        <a:pt x="2508" y="274"/>
                      </a:cubicBezTo>
                      <a:cubicBezTo>
                        <a:pt x="2471" y="301"/>
                        <a:pt x="2471" y="301"/>
                        <a:pt x="2471" y="301"/>
                      </a:cubicBezTo>
                      <a:cubicBezTo>
                        <a:pt x="2485" y="307"/>
                        <a:pt x="2485" y="307"/>
                        <a:pt x="2485" y="307"/>
                      </a:cubicBezTo>
                      <a:cubicBezTo>
                        <a:pt x="2485" y="307"/>
                        <a:pt x="2461" y="322"/>
                        <a:pt x="2473" y="322"/>
                      </a:cubicBezTo>
                      <a:cubicBezTo>
                        <a:pt x="2485" y="322"/>
                        <a:pt x="2503" y="312"/>
                        <a:pt x="2503" y="312"/>
                      </a:cubicBezTo>
                      <a:cubicBezTo>
                        <a:pt x="2503" y="312"/>
                        <a:pt x="2494" y="325"/>
                        <a:pt x="2513" y="324"/>
                      </a:cubicBezTo>
                      <a:cubicBezTo>
                        <a:pt x="2532" y="323"/>
                        <a:pt x="2568" y="311"/>
                        <a:pt x="2568" y="311"/>
                      </a:cubicBezTo>
                      <a:cubicBezTo>
                        <a:pt x="2569" y="325"/>
                        <a:pt x="2569" y="325"/>
                        <a:pt x="2569" y="325"/>
                      </a:cubicBezTo>
                      <a:cubicBezTo>
                        <a:pt x="2614" y="322"/>
                        <a:pt x="2614" y="322"/>
                        <a:pt x="2614" y="322"/>
                      </a:cubicBezTo>
                      <a:cubicBezTo>
                        <a:pt x="2667" y="332"/>
                        <a:pt x="2667" y="332"/>
                        <a:pt x="2667" y="332"/>
                      </a:cubicBezTo>
                      <a:cubicBezTo>
                        <a:pt x="2731" y="327"/>
                        <a:pt x="2731" y="327"/>
                        <a:pt x="2731" y="327"/>
                      </a:cubicBezTo>
                      <a:cubicBezTo>
                        <a:pt x="2749" y="312"/>
                        <a:pt x="2749" y="312"/>
                        <a:pt x="2749" y="312"/>
                      </a:cubicBezTo>
                      <a:cubicBezTo>
                        <a:pt x="2749" y="312"/>
                        <a:pt x="2738" y="326"/>
                        <a:pt x="2751" y="327"/>
                      </a:cubicBezTo>
                      <a:cubicBezTo>
                        <a:pt x="2764" y="328"/>
                        <a:pt x="2839" y="326"/>
                        <a:pt x="2839" y="326"/>
                      </a:cubicBezTo>
                      <a:cubicBezTo>
                        <a:pt x="2846" y="312"/>
                        <a:pt x="2846" y="312"/>
                        <a:pt x="2846" y="312"/>
                      </a:cubicBezTo>
                      <a:cubicBezTo>
                        <a:pt x="2890" y="294"/>
                        <a:pt x="2890" y="294"/>
                        <a:pt x="2890" y="294"/>
                      </a:cubicBezTo>
                      <a:cubicBezTo>
                        <a:pt x="2879" y="290"/>
                        <a:pt x="2879" y="290"/>
                        <a:pt x="2879" y="290"/>
                      </a:cubicBezTo>
                      <a:cubicBezTo>
                        <a:pt x="2879" y="281"/>
                        <a:pt x="2879" y="281"/>
                        <a:pt x="2879" y="281"/>
                      </a:cubicBezTo>
                      <a:cubicBezTo>
                        <a:pt x="2879" y="281"/>
                        <a:pt x="2834" y="270"/>
                        <a:pt x="2818" y="270"/>
                      </a:cubicBezTo>
                      <a:cubicBezTo>
                        <a:pt x="2802" y="270"/>
                        <a:pt x="2681" y="294"/>
                        <a:pt x="2681" y="294"/>
                      </a:cubicBezTo>
                      <a:cubicBezTo>
                        <a:pt x="2681" y="294"/>
                        <a:pt x="2666" y="283"/>
                        <a:pt x="2658" y="282"/>
                      </a:cubicBezTo>
                      <a:cubicBezTo>
                        <a:pt x="2651" y="281"/>
                        <a:pt x="2621" y="294"/>
                        <a:pt x="2621" y="294"/>
                      </a:cubicBezTo>
                      <a:cubicBezTo>
                        <a:pt x="2608" y="280"/>
                        <a:pt x="2608" y="280"/>
                        <a:pt x="2608" y="280"/>
                      </a:cubicBezTo>
                      <a:cubicBezTo>
                        <a:pt x="2596" y="286"/>
                        <a:pt x="2596" y="286"/>
                        <a:pt x="2596" y="286"/>
                      </a:cubicBezTo>
                      <a:cubicBezTo>
                        <a:pt x="2574" y="282"/>
                        <a:pt x="2574" y="282"/>
                        <a:pt x="2574" y="282"/>
                      </a:cubicBezTo>
                      <a:cubicBezTo>
                        <a:pt x="2596" y="274"/>
                        <a:pt x="2596" y="274"/>
                        <a:pt x="2596" y="274"/>
                      </a:cubicBezTo>
                      <a:cubicBezTo>
                        <a:pt x="2583" y="268"/>
                        <a:pt x="2583" y="268"/>
                        <a:pt x="2583" y="268"/>
                      </a:cubicBezTo>
                      <a:cubicBezTo>
                        <a:pt x="2546" y="272"/>
                        <a:pt x="2546" y="272"/>
                        <a:pt x="2546" y="272"/>
                      </a:cubicBezTo>
                      <a:cubicBezTo>
                        <a:pt x="2570" y="265"/>
                        <a:pt x="2570" y="265"/>
                        <a:pt x="2570" y="265"/>
                      </a:cubicBezTo>
                      <a:cubicBezTo>
                        <a:pt x="2569" y="260"/>
                        <a:pt x="2569" y="260"/>
                        <a:pt x="2569" y="260"/>
                      </a:cubicBezTo>
                      <a:cubicBezTo>
                        <a:pt x="2615" y="259"/>
                        <a:pt x="2615" y="259"/>
                        <a:pt x="2615" y="259"/>
                      </a:cubicBezTo>
                      <a:cubicBezTo>
                        <a:pt x="2592" y="251"/>
                        <a:pt x="2592" y="251"/>
                        <a:pt x="2592" y="251"/>
                      </a:cubicBezTo>
                      <a:cubicBezTo>
                        <a:pt x="2576" y="251"/>
                        <a:pt x="2576" y="251"/>
                        <a:pt x="2576" y="251"/>
                      </a:cubicBezTo>
                      <a:cubicBezTo>
                        <a:pt x="2576" y="251"/>
                        <a:pt x="2588" y="241"/>
                        <a:pt x="2578" y="240"/>
                      </a:cubicBezTo>
                      <a:cubicBezTo>
                        <a:pt x="2570" y="239"/>
                        <a:pt x="2539" y="241"/>
                        <a:pt x="2523" y="244"/>
                      </a:cubicBezTo>
                      <a:cubicBezTo>
                        <a:pt x="2521" y="237"/>
                        <a:pt x="2492" y="226"/>
                        <a:pt x="2488" y="226"/>
                      </a:cubicBezTo>
                      <a:close/>
                      <a:moveTo>
                        <a:pt x="2173" y="281"/>
                      </a:moveTo>
                      <a:cubicBezTo>
                        <a:pt x="2182" y="281"/>
                        <a:pt x="2226" y="288"/>
                        <a:pt x="2226" y="288"/>
                      </a:cubicBezTo>
                      <a:cubicBezTo>
                        <a:pt x="2226" y="288"/>
                        <a:pt x="2202" y="308"/>
                        <a:pt x="2217" y="308"/>
                      </a:cubicBezTo>
                      <a:cubicBezTo>
                        <a:pt x="2232" y="308"/>
                        <a:pt x="2270" y="308"/>
                        <a:pt x="2270" y="308"/>
                      </a:cubicBezTo>
                      <a:cubicBezTo>
                        <a:pt x="2284" y="308"/>
                        <a:pt x="2309" y="302"/>
                        <a:pt x="2305" y="294"/>
                      </a:cubicBezTo>
                      <a:cubicBezTo>
                        <a:pt x="2301" y="285"/>
                        <a:pt x="2341" y="282"/>
                        <a:pt x="2339" y="273"/>
                      </a:cubicBezTo>
                      <a:cubicBezTo>
                        <a:pt x="2338" y="265"/>
                        <a:pt x="2376" y="259"/>
                        <a:pt x="2362" y="247"/>
                      </a:cubicBezTo>
                      <a:cubicBezTo>
                        <a:pt x="2348" y="236"/>
                        <a:pt x="2329" y="244"/>
                        <a:pt x="2329" y="244"/>
                      </a:cubicBezTo>
                      <a:cubicBezTo>
                        <a:pt x="2329" y="244"/>
                        <a:pt x="2282" y="229"/>
                        <a:pt x="2279" y="238"/>
                      </a:cubicBezTo>
                      <a:cubicBezTo>
                        <a:pt x="2276" y="246"/>
                        <a:pt x="2276" y="267"/>
                        <a:pt x="2276" y="267"/>
                      </a:cubicBezTo>
                      <a:cubicBezTo>
                        <a:pt x="2276" y="267"/>
                        <a:pt x="2255" y="242"/>
                        <a:pt x="2244" y="251"/>
                      </a:cubicBezTo>
                      <a:cubicBezTo>
                        <a:pt x="2232" y="259"/>
                        <a:pt x="2222" y="283"/>
                        <a:pt x="2213" y="276"/>
                      </a:cubicBezTo>
                      <a:cubicBezTo>
                        <a:pt x="2205" y="270"/>
                        <a:pt x="2200" y="245"/>
                        <a:pt x="2191" y="243"/>
                      </a:cubicBezTo>
                      <a:cubicBezTo>
                        <a:pt x="2181" y="241"/>
                        <a:pt x="2155" y="243"/>
                        <a:pt x="2156" y="256"/>
                      </a:cubicBezTo>
                      <a:cubicBezTo>
                        <a:pt x="2157" y="269"/>
                        <a:pt x="2165" y="281"/>
                        <a:pt x="2173" y="281"/>
                      </a:cubicBezTo>
                      <a:close/>
                      <a:moveTo>
                        <a:pt x="2477" y="192"/>
                      </a:moveTo>
                      <a:cubicBezTo>
                        <a:pt x="2487" y="195"/>
                        <a:pt x="2490" y="205"/>
                        <a:pt x="2490" y="205"/>
                      </a:cubicBezTo>
                      <a:cubicBezTo>
                        <a:pt x="2490" y="205"/>
                        <a:pt x="2532" y="202"/>
                        <a:pt x="2552" y="201"/>
                      </a:cubicBezTo>
                      <a:cubicBezTo>
                        <a:pt x="2571" y="200"/>
                        <a:pt x="2528" y="189"/>
                        <a:pt x="2528" y="189"/>
                      </a:cubicBezTo>
                      <a:cubicBezTo>
                        <a:pt x="2528" y="189"/>
                        <a:pt x="2537" y="179"/>
                        <a:pt x="2547" y="177"/>
                      </a:cubicBezTo>
                      <a:cubicBezTo>
                        <a:pt x="2558" y="175"/>
                        <a:pt x="2518" y="162"/>
                        <a:pt x="2488" y="156"/>
                      </a:cubicBezTo>
                      <a:cubicBezTo>
                        <a:pt x="2488" y="156"/>
                        <a:pt x="2464" y="160"/>
                        <a:pt x="2460" y="164"/>
                      </a:cubicBezTo>
                      <a:cubicBezTo>
                        <a:pt x="2456" y="169"/>
                        <a:pt x="2468" y="190"/>
                        <a:pt x="2477" y="192"/>
                      </a:cubicBezTo>
                      <a:close/>
                      <a:moveTo>
                        <a:pt x="2188" y="339"/>
                      </a:moveTo>
                      <a:cubicBezTo>
                        <a:pt x="2188" y="339"/>
                        <a:pt x="2127" y="341"/>
                        <a:pt x="2093" y="352"/>
                      </a:cubicBezTo>
                      <a:cubicBezTo>
                        <a:pt x="2060" y="363"/>
                        <a:pt x="2112" y="372"/>
                        <a:pt x="2101" y="385"/>
                      </a:cubicBezTo>
                      <a:cubicBezTo>
                        <a:pt x="2090" y="399"/>
                        <a:pt x="2068" y="364"/>
                        <a:pt x="2030" y="380"/>
                      </a:cubicBezTo>
                      <a:cubicBezTo>
                        <a:pt x="2042" y="405"/>
                        <a:pt x="2042" y="405"/>
                        <a:pt x="2042" y="405"/>
                      </a:cubicBezTo>
                      <a:cubicBezTo>
                        <a:pt x="2042" y="405"/>
                        <a:pt x="2048" y="415"/>
                        <a:pt x="2065" y="418"/>
                      </a:cubicBezTo>
                      <a:cubicBezTo>
                        <a:pt x="2083" y="421"/>
                        <a:pt x="2082" y="456"/>
                        <a:pt x="2082" y="456"/>
                      </a:cubicBezTo>
                      <a:cubicBezTo>
                        <a:pt x="2082" y="456"/>
                        <a:pt x="2152" y="447"/>
                        <a:pt x="2174" y="442"/>
                      </a:cubicBezTo>
                      <a:cubicBezTo>
                        <a:pt x="2196" y="436"/>
                        <a:pt x="2196" y="395"/>
                        <a:pt x="2196" y="395"/>
                      </a:cubicBezTo>
                      <a:cubicBezTo>
                        <a:pt x="2152" y="385"/>
                        <a:pt x="2152" y="385"/>
                        <a:pt x="2152" y="385"/>
                      </a:cubicBezTo>
                      <a:cubicBezTo>
                        <a:pt x="2152" y="385"/>
                        <a:pt x="2205" y="367"/>
                        <a:pt x="2232" y="358"/>
                      </a:cubicBezTo>
                      <a:cubicBezTo>
                        <a:pt x="2258" y="348"/>
                        <a:pt x="2188" y="339"/>
                        <a:pt x="2188" y="339"/>
                      </a:cubicBezTo>
                      <a:close/>
                      <a:moveTo>
                        <a:pt x="1929" y="499"/>
                      </a:moveTo>
                      <a:cubicBezTo>
                        <a:pt x="1927" y="493"/>
                        <a:pt x="1862" y="494"/>
                        <a:pt x="1862" y="494"/>
                      </a:cubicBezTo>
                      <a:cubicBezTo>
                        <a:pt x="1915" y="466"/>
                        <a:pt x="1915" y="466"/>
                        <a:pt x="1915" y="466"/>
                      </a:cubicBezTo>
                      <a:cubicBezTo>
                        <a:pt x="1915" y="466"/>
                        <a:pt x="1947" y="392"/>
                        <a:pt x="1918" y="383"/>
                      </a:cubicBezTo>
                      <a:cubicBezTo>
                        <a:pt x="1891" y="375"/>
                        <a:pt x="1852" y="393"/>
                        <a:pt x="1852" y="393"/>
                      </a:cubicBezTo>
                      <a:cubicBezTo>
                        <a:pt x="1852" y="393"/>
                        <a:pt x="1826" y="447"/>
                        <a:pt x="1802" y="450"/>
                      </a:cubicBezTo>
                      <a:cubicBezTo>
                        <a:pt x="1778" y="453"/>
                        <a:pt x="1818" y="413"/>
                        <a:pt x="1816" y="403"/>
                      </a:cubicBezTo>
                      <a:cubicBezTo>
                        <a:pt x="1814" y="393"/>
                        <a:pt x="1750" y="392"/>
                        <a:pt x="1750" y="392"/>
                      </a:cubicBezTo>
                      <a:cubicBezTo>
                        <a:pt x="1744" y="405"/>
                        <a:pt x="1744" y="405"/>
                        <a:pt x="1744" y="405"/>
                      </a:cubicBezTo>
                      <a:cubicBezTo>
                        <a:pt x="1744" y="405"/>
                        <a:pt x="1708" y="420"/>
                        <a:pt x="1671" y="423"/>
                      </a:cubicBezTo>
                      <a:cubicBezTo>
                        <a:pt x="1635" y="425"/>
                        <a:pt x="1687" y="412"/>
                        <a:pt x="1723" y="400"/>
                      </a:cubicBezTo>
                      <a:cubicBezTo>
                        <a:pt x="1761" y="388"/>
                        <a:pt x="1704" y="386"/>
                        <a:pt x="1704" y="386"/>
                      </a:cubicBezTo>
                      <a:cubicBezTo>
                        <a:pt x="1664" y="398"/>
                        <a:pt x="1664" y="398"/>
                        <a:pt x="1664" y="398"/>
                      </a:cubicBezTo>
                      <a:cubicBezTo>
                        <a:pt x="1636" y="401"/>
                        <a:pt x="1636" y="401"/>
                        <a:pt x="1636" y="401"/>
                      </a:cubicBezTo>
                      <a:cubicBezTo>
                        <a:pt x="1636" y="401"/>
                        <a:pt x="1651" y="391"/>
                        <a:pt x="1667" y="380"/>
                      </a:cubicBezTo>
                      <a:cubicBezTo>
                        <a:pt x="1682" y="369"/>
                        <a:pt x="1663" y="371"/>
                        <a:pt x="1663" y="371"/>
                      </a:cubicBezTo>
                      <a:cubicBezTo>
                        <a:pt x="1564" y="402"/>
                        <a:pt x="1564" y="402"/>
                        <a:pt x="1564" y="402"/>
                      </a:cubicBezTo>
                      <a:cubicBezTo>
                        <a:pt x="1550" y="403"/>
                        <a:pt x="1550" y="403"/>
                        <a:pt x="1550" y="403"/>
                      </a:cubicBezTo>
                      <a:cubicBezTo>
                        <a:pt x="1494" y="420"/>
                        <a:pt x="1494" y="420"/>
                        <a:pt x="1494" y="420"/>
                      </a:cubicBezTo>
                      <a:cubicBezTo>
                        <a:pt x="1496" y="428"/>
                        <a:pt x="1496" y="428"/>
                        <a:pt x="1496" y="428"/>
                      </a:cubicBezTo>
                      <a:cubicBezTo>
                        <a:pt x="1456" y="443"/>
                        <a:pt x="1456" y="443"/>
                        <a:pt x="1456" y="443"/>
                      </a:cubicBezTo>
                      <a:cubicBezTo>
                        <a:pt x="1447" y="453"/>
                        <a:pt x="1447" y="453"/>
                        <a:pt x="1447" y="453"/>
                      </a:cubicBezTo>
                      <a:cubicBezTo>
                        <a:pt x="1465" y="461"/>
                        <a:pt x="1465" y="461"/>
                        <a:pt x="1465" y="461"/>
                      </a:cubicBezTo>
                      <a:cubicBezTo>
                        <a:pt x="1465" y="461"/>
                        <a:pt x="1487" y="446"/>
                        <a:pt x="1492" y="458"/>
                      </a:cubicBezTo>
                      <a:cubicBezTo>
                        <a:pt x="1497" y="470"/>
                        <a:pt x="1451" y="464"/>
                        <a:pt x="1440" y="483"/>
                      </a:cubicBezTo>
                      <a:cubicBezTo>
                        <a:pt x="1428" y="503"/>
                        <a:pt x="1587" y="484"/>
                        <a:pt x="1565" y="502"/>
                      </a:cubicBezTo>
                      <a:cubicBezTo>
                        <a:pt x="1544" y="519"/>
                        <a:pt x="1417" y="508"/>
                        <a:pt x="1406" y="525"/>
                      </a:cubicBezTo>
                      <a:cubicBezTo>
                        <a:pt x="1395" y="542"/>
                        <a:pt x="1427" y="540"/>
                        <a:pt x="1450" y="552"/>
                      </a:cubicBezTo>
                      <a:cubicBezTo>
                        <a:pt x="1473" y="564"/>
                        <a:pt x="1438" y="557"/>
                        <a:pt x="1434" y="574"/>
                      </a:cubicBezTo>
                      <a:cubicBezTo>
                        <a:pt x="1430" y="590"/>
                        <a:pt x="1533" y="582"/>
                        <a:pt x="1533" y="582"/>
                      </a:cubicBezTo>
                      <a:cubicBezTo>
                        <a:pt x="1533" y="582"/>
                        <a:pt x="1702" y="566"/>
                        <a:pt x="1741" y="554"/>
                      </a:cubicBezTo>
                      <a:cubicBezTo>
                        <a:pt x="1768" y="545"/>
                        <a:pt x="1819" y="583"/>
                        <a:pt x="1851" y="586"/>
                      </a:cubicBezTo>
                      <a:cubicBezTo>
                        <a:pt x="1884" y="588"/>
                        <a:pt x="1895" y="551"/>
                        <a:pt x="1895" y="551"/>
                      </a:cubicBezTo>
                      <a:cubicBezTo>
                        <a:pt x="1843" y="550"/>
                        <a:pt x="1843" y="550"/>
                        <a:pt x="1843" y="550"/>
                      </a:cubicBezTo>
                      <a:cubicBezTo>
                        <a:pt x="1865" y="533"/>
                        <a:pt x="1865" y="533"/>
                        <a:pt x="1865" y="533"/>
                      </a:cubicBezTo>
                      <a:cubicBezTo>
                        <a:pt x="1865" y="533"/>
                        <a:pt x="1897" y="539"/>
                        <a:pt x="1929" y="532"/>
                      </a:cubicBezTo>
                      <a:cubicBezTo>
                        <a:pt x="1962" y="525"/>
                        <a:pt x="1931" y="506"/>
                        <a:pt x="1929" y="499"/>
                      </a:cubicBezTo>
                      <a:close/>
                      <a:moveTo>
                        <a:pt x="1909" y="590"/>
                      </a:moveTo>
                      <a:cubicBezTo>
                        <a:pt x="1941" y="591"/>
                        <a:pt x="1947" y="573"/>
                        <a:pt x="1925" y="574"/>
                      </a:cubicBezTo>
                      <a:cubicBezTo>
                        <a:pt x="1903" y="574"/>
                        <a:pt x="1909" y="590"/>
                        <a:pt x="1909" y="590"/>
                      </a:cubicBezTo>
                      <a:close/>
                      <a:moveTo>
                        <a:pt x="2183" y="224"/>
                      </a:moveTo>
                      <a:cubicBezTo>
                        <a:pt x="2201" y="221"/>
                        <a:pt x="2202" y="193"/>
                        <a:pt x="2187" y="193"/>
                      </a:cubicBezTo>
                      <a:cubicBezTo>
                        <a:pt x="2173" y="193"/>
                        <a:pt x="2166" y="226"/>
                        <a:pt x="2183" y="224"/>
                      </a:cubicBezTo>
                      <a:close/>
                      <a:moveTo>
                        <a:pt x="2307" y="155"/>
                      </a:moveTo>
                      <a:cubicBezTo>
                        <a:pt x="2307" y="155"/>
                        <a:pt x="2289" y="172"/>
                        <a:pt x="2303" y="173"/>
                      </a:cubicBezTo>
                      <a:cubicBezTo>
                        <a:pt x="2317" y="174"/>
                        <a:pt x="2349" y="175"/>
                        <a:pt x="2349" y="175"/>
                      </a:cubicBezTo>
                      <a:cubicBezTo>
                        <a:pt x="2349" y="175"/>
                        <a:pt x="2363" y="191"/>
                        <a:pt x="2380" y="191"/>
                      </a:cubicBezTo>
                      <a:cubicBezTo>
                        <a:pt x="2398" y="191"/>
                        <a:pt x="2411" y="177"/>
                        <a:pt x="2411" y="177"/>
                      </a:cubicBezTo>
                      <a:cubicBezTo>
                        <a:pt x="2402" y="169"/>
                        <a:pt x="2402" y="169"/>
                        <a:pt x="2402" y="169"/>
                      </a:cubicBezTo>
                      <a:cubicBezTo>
                        <a:pt x="2423" y="165"/>
                        <a:pt x="2423" y="165"/>
                        <a:pt x="2423" y="165"/>
                      </a:cubicBezTo>
                      <a:cubicBezTo>
                        <a:pt x="2393" y="143"/>
                        <a:pt x="2393" y="143"/>
                        <a:pt x="2393" y="143"/>
                      </a:cubicBezTo>
                      <a:cubicBezTo>
                        <a:pt x="2365" y="147"/>
                        <a:pt x="2365" y="147"/>
                        <a:pt x="2365" y="147"/>
                      </a:cubicBezTo>
                      <a:cubicBezTo>
                        <a:pt x="2355" y="132"/>
                        <a:pt x="2355" y="132"/>
                        <a:pt x="2355" y="132"/>
                      </a:cubicBezTo>
                      <a:cubicBezTo>
                        <a:pt x="2336" y="132"/>
                        <a:pt x="2336" y="132"/>
                        <a:pt x="2336" y="132"/>
                      </a:cubicBezTo>
                      <a:cubicBezTo>
                        <a:pt x="2314" y="132"/>
                        <a:pt x="2279" y="132"/>
                        <a:pt x="2278" y="144"/>
                      </a:cubicBezTo>
                      <a:cubicBezTo>
                        <a:pt x="2277" y="156"/>
                        <a:pt x="2307" y="155"/>
                        <a:pt x="2307" y="155"/>
                      </a:cubicBezTo>
                      <a:close/>
                      <a:moveTo>
                        <a:pt x="2285" y="872"/>
                      </a:moveTo>
                      <a:cubicBezTo>
                        <a:pt x="2230" y="922"/>
                        <a:pt x="2320" y="886"/>
                        <a:pt x="2320" y="886"/>
                      </a:cubicBezTo>
                      <a:cubicBezTo>
                        <a:pt x="2366" y="843"/>
                        <a:pt x="2339" y="821"/>
                        <a:pt x="2285" y="872"/>
                      </a:cubicBezTo>
                      <a:close/>
                      <a:moveTo>
                        <a:pt x="2943" y="929"/>
                      </a:moveTo>
                      <a:cubicBezTo>
                        <a:pt x="2953" y="921"/>
                        <a:pt x="2946" y="918"/>
                        <a:pt x="2946" y="918"/>
                      </a:cubicBezTo>
                      <a:cubicBezTo>
                        <a:pt x="2946" y="918"/>
                        <a:pt x="2924" y="913"/>
                        <a:pt x="2921" y="922"/>
                      </a:cubicBezTo>
                      <a:cubicBezTo>
                        <a:pt x="2921" y="922"/>
                        <a:pt x="2932" y="936"/>
                        <a:pt x="2943" y="929"/>
                      </a:cubicBezTo>
                      <a:close/>
                      <a:moveTo>
                        <a:pt x="2077" y="1360"/>
                      </a:moveTo>
                      <a:cubicBezTo>
                        <a:pt x="2105" y="1356"/>
                        <a:pt x="2070" y="1342"/>
                        <a:pt x="2070" y="1342"/>
                      </a:cubicBezTo>
                      <a:cubicBezTo>
                        <a:pt x="2026" y="1351"/>
                        <a:pt x="2048" y="1363"/>
                        <a:pt x="2077" y="1360"/>
                      </a:cubicBezTo>
                      <a:close/>
                      <a:moveTo>
                        <a:pt x="3172" y="665"/>
                      </a:moveTo>
                      <a:cubicBezTo>
                        <a:pt x="3167" y="669"/>
                        <a:pt x="3155" y="660"/>
                        <a:pt x="3155" y="660"/>
                      </a:cubicBezTo>
                      <a:cubicBezTo>
                        <a:pt x="3133" y="673"/>
                        <a:pt x="3133" y="673"/>
                        <a:pt x="3133" y="673"/>
                      </a:cubicBezTo>
                      <a:cubicBezTo>
                        <a:pt x="3135" y="656"/>
                        <a:pt x="3135" y="656"/>
                        <a:pt x="3135" y="656"/>
                      </a:cubicBezTo>
                      <a:cubicBezTo>
                        <a:pt x="3107" y="656"/>
                        <a:pt x="3107" y="656"/>
                        <a:pt x="3107" y="656"/>
                      </a:cubicBezTo>
                      <a:cubicBezTo>
                        <a:pt x="3107" y="656"/>
                        <a:pt x="3139" y="646"/>
                        <a:pt x="3133" y="636"/>
                      </a:cubicBezTo>
                      <a:cubicBezTo>
                        <a:pt x="3128" y="625"/>
                        <a:pt x="3079" y="624"/>
                        <a:pt x="3079" y="624"/>
                      </a:cubicBezTo>
                      <a:cubicBezTo>
                        <a:pt x="3073" y="613"/>
                        <a:pt x="3073" y="613"/>
                        <a:pt x="3073" y="613"/>
                      </a:cubicBezTo>
                      <a:cubicBezTo>
                        <a:pt x="3041" y="612"/>
                        <a:pt x="3041" y="612"/>
                        <a:pt x="3041" y="612"/>
                      </a:cubicBezTo>
                      <a:cubicBezTo>
                        <a:pt x="2997" y="581"/>
                        <a:pt x="2997" y="581"/>
                        <a:pt x="2997" y="581"/>
                      </a:cubicBezTo>
                      <a:cubicBezTo>
                        <a:pt x="3044" y="578"/>
                        <a:pt x="3044" y="578"/>
                        <a:pt x="3044" y="578"/>
                      </a:cubicBezTo>
                      <a:cubicBezTo>
                        <a:pt x="3024" y="564"/>
                        <a:pt x="3024" y="564"/>
                        <a:pt x="3024" y="564"/>
                      </a:cubicBezTo>
                      <a:cubicBezTo>
                        <a:pt x="3024" y="564"/>
                        <a:pt x="3037" y="560"/>
                        <a:pt x="3041" y="560"/>
                      </a:cubicBezTo>
                      <a:cubicBezTo>
                        <a:pt x="3045" y="560"/>
                        <a:pt x="3097" y="572"/>
                        <a:pt x="3091" y="558"/>
                      </a:cubicBezTo>
                      <a:cubicBezTo>
                        <a:pt x="3084" y="545"/>
                        <a:pt x="3029" y="548"/>
                        <a:pt x="3029" y="548"/>
                      </a:cubicBezTo>
                      <a:cubicBezTo>
                        <a:pt x="3011" y="546"/>
                        <a:pt x="3011" y="546"/>
                        <a:pt x="3011" y="546"/>
                      </a:cubicBezTo>
                      <a:cubicBezTo>
                        <a:pt x="3011" y="546"/>
                        <a:pt x="3088" y="544"/>
                        <a:pt x="3091" y="534"/>
                      </a:cubicBezTo>
                      <a:cubicBezTo>
                        <a:pt x="3093" y="525"/>
                        <a:pt x="3069" y="525"/>
                        <a:pt x="3069" y="525"/>
                      </a:cubicBezTo>
                      <a:cubicBezTo>
                        <a:pt x="3000" y="536"/>
                        <a:pt x="3000" y="536"/>
                        <a:pt x="3000" y="536"/>
                      </a:cubicBezTo>
                      <a:cubicBezTo>
                        <a:pt x="3040" y="512"/>
                        <a:pt x="3040" y="512"/>
                        <a:pt x="3040" y="512"/>
                      </a:cubicBezTo>
                      <a:cubicBezTo>
                        <a:pt x="3040" y="512"/>
                        <a:pt x="3093" y="518"/>
                        <a:pt x="3077" y="504"/>
                      </a:cubicBezTo>
                      <a:cubicBezTo>
                        <a:pt x="3061" y="489"/>
                        <a:pt x="3035" y="489"/>
                        <a:pt x="3035" y="489"/>
                      </a:cubicBezTo>
                      <a:cubicBezTo>
                        <a:pt x="3009" y="504"/>
                        <a:pt x="3009" y="504"/>
                        <a:pt x="3009" y="504"/>
                      </a:cubicBezTo>
                      <a:cubicBezTo>
                        <a:pt x="2999" y="500"/>
                        <a:pt x="2999" y="500"/>
                        <a:pt x="2999" y="500"/>
                      </a:cubicBezTo>
                      <a:cubicBezTo>
                        <a:pt x="2971" y="520"/>
                        <a:pt x="2971" y="520"/>
                        <a:pt x="2971" y="520"/>
                      </a:cubicBezTo>
                      <a:cubicBezTo>
                        <a:pt x="2973" y="505"/>
                        <a:pt x="2973" y="505"/>
                        <a:pt x="2973" y="505"/>
                      </a:cubicBezTo>
                      <a:cubicBezTo>
                        <a:pt x="2959" y="517"/>
                        <a:pt x="2959" y="517"/>
                        <a:pt x="2959" y="517"/>
                      </a:cubicBezTo>
                      <a:cubicBezTo>
                        <a:pt x="2973" y="497"/>
                        <a:pt x="2973" y="497"/>
                        <a:pt x="2973" y="497"/>
                      </a:cubicBezTo>
                      <a:cubicBezTo>
                        <a:pt x="2973" y="497"/>
                        <a:pt x="2993" y="502"/>
                        <a:pt x="3003" y="493"/>
                      </a:cubicBezTo>
                      <a:cubicBezTo>
                        <a:pt x="3012" y="484"/>
                        <a:pt x="3012" y="470"/>
                        <a:pt x="3005" y="472"/>
                      </a:cubicBezTo>
                      <a:cubicBezTo>
                        <a:pt x="2999" y="473"/>
                        <a:pt x="2991" y="485"/>
                        <a:pt x="2991" y="485"/>
                      </a:cubicBezTo>
                      <a:cubicBezTo>
                        <a:pt x="2967" y="486"/>
                        <a:pt x="2967" y="486"/>
                        <a:pt x="2967" y="486"/>
                      </a:cubicBezTo>
                      <a:cubicBezTo>
                        <a:pt x="2952" y="493"/>
                        <a:pt x="2952" y="493"/>
                        <a:pt x="2952" y="493"/>
                      </a:cubicBezTo>
                      <a:cubicBezTo>
                        <a:pt x="2968" y="474"/>
                        <a:pt x="2968" y="474"/>
                        <a:pt x="2968" y="474"/>
                      </a:cubicBezTo>
                      <a:cubicBezTo>
                        <a:pt x="2988" y="474"/>
                        <a:pt x="2988" y="474"/>
                        <a:pt x="2988" y="474"/>
                      </a:cubicBezTo>
                      <a:cubicBezTo>
                        <a:pt x="2988" y="474"/>
                        <a:pt x="3012" y="465"/>
                        <a:pt x="2999" y="457"/>
                      </a:cubicBezTo>
                      <a:cubicBezTo>
                        <a:pt x="2985" y="449"/>
                        <a:pt x="2941" y="469"/>
                        <a:pt x="2941" y="469"/>
                      </a:cubicBezTo>
                      <a:cubicBezTo>
                        <a:pt x="2933" y="460"/>
                        <a:pt x="2933" y="460"/>
                        <a:pt x="2933" y="460"/>
                      </a:cubicBezTo>
                      <a:cubicBezTo>
                        <a:pt x="2917" y="472"/>
                        <a:pt x="2917" y="472"/>
                        <a:pt x="2917" y="472"/>
                      </a:cubicBezTo>
                      <a:cubicBezTo>
                        <a:pt x="2932" y="452"/>
                        <a:pt x="2932" y="452"/>
                        <a:pt x="2932" y="452"/>
                      </a:cubicBezTo>
                      <a:cubicBezTo>
                        <a:pt x="2895" y="465"/>
                        <a:pt x="2895" y="465"/>
                        <a:pt x="2895" y="465"/>
                      </a:cubicBezTo>
                      <a:cubicBezTo>
                        <a:pt x="2895" y="450"/>
                        <a:pt x="2895" y="450"/>
                        <a:pt x="2895" y="450"/>
                      </a:cubicBezTo>
                      <a:cubicBezTo>
                        <a:pt x="2895" y="450"/>
                        <a:pt x="2931" y="441"/>
                        <a:pt x="2931" y="437"/>
                      </a:cubicBezTo>
                      <a:cubicBezTo>
                        <a:pt x="2931" y="433"/>
                        <a:pt x="2881" y="442"/>
                        <a:pt x="2881" y="442"/>
                      </a:cubicBezTo>
                      <a:cubicBezTo>
                        <a:pt x="2880" y="434"/>
                        <a:pt x="2880" y="434"/>
                        <a:pt x="2880" y="434"/>
                      </a:cubicBezTo>
                      <a:cubicBezTo>
                        <a:pt x="2880" y="434"/>
                        <a:pt x="2928" y="424"/>
                        <a:pt x="2923" y="417"/>
                      </a:cubicBezTo>
                      <a:cubicBezTo>
                        <a:pt x="2917" y="410"/>
                        <a:pt x="2852" y="409"/>
                        <a:pt x="2844" y="406"/>
                      </a:cubicBezTo>
                      <a:cubicBezTo>
                        <a:pt x="2836" y="404"/>
                        <a:pt x="2820" y="406"/>
                        <a:pt x="2819" y="410"/>
                      </a:cubicBezTo>
                      <a:cubicBezTo>
                        <a:pt x="2817" y="414"/>
                        <a:pt x="2828" y="428"/>
                        <a:pt x="2828" y="428"/>
                      </a:cubicBezTo>
                      <a:cubicBezTo>
                        <a:pt x="2804" y="424"/>
                        <a:pt x="2804" y="424"/>
                        <a:pt x="2804" y="424"/>
                      </a:cubicBezTo>
                      <a:cubicBezTo>
                        <a:pt x="2807" y="442"/>
                        <a:pt x="2807" y="442"/>
                        <a:pt x="2807" y="442"/>
                      </a:cubicBezTo>
                      <a:cubicBezTo>
                        <a:pt x="2793" y="425"/>
                        <a:pt x="2793" y="425"/>
                        <a:pt x="2793" y="425"/>
                      </a:cubicBezTo>
                      <a:cubicBezTo>
                        <a:pt x="2768" y="441"/>
                        <a:pt x="2768" y="441"/>
                        <a:pt x="2768" y="441"/>
                      </a:cubicBezTo>
                      <a:cubicBezTo>
                        <a:pt x="2768" y="441"/>
                        <a:pt x="2773" y="426"/>
                        <a:pt x="2768" y="422"/>
                      </a:cubicBezTo>
                      <a:cubicBezTo>
                        <a:pt x="2763" y="418"/>
                        <a:pt x="2715" y="438"/>
                        <a:pt x="2715" y="438"/>
                      </a:cubicBezTo>
                      <a:cubicBezTo>
                        <a:pt x="2727" y="413"/>
                        <a:pt x="2727" y="413"/>
                        <a:pt x="2727" y="413"/>
                      </a:cubicBezTo>
                      <a:cubicBezTo>
                        <a:pt x="2727" y="413"/>
                        <a:pt x="2767" y="412"/>
                        <a:pt x="2767" y="402"/>
                      </a:cubicBezTo>
                      <a:cubicBezTo>
                        <a:pt x="2767" y="393"/>
                        <a:pt x="2753" y="381"/>
                        <a:pt x="2753" y="381"/>
                      </a:cubicBezTo>
                      <a:cubicBezTo>
                        <a:pt x="2753" y="381"/>
                        <a:pt x="2777" y="364"/>
                        <a:pt x="2761" y="361"/>
                      </a:cubicBezTo>
                      <a:cubicBezTo>
                        <a:pt x="2745" y="358"/>
                        <a:pt x="2699" y="362"/>
                        <a:pt x="2699" y="362"/>
                      </a:cubicBezTo>
                      <a:cubicBezTo>
                        <a:pt x="2684" y="373"/>
                        <a:pt x="2684" y="373"/>
                        <a:pt x="2684" y="373"/>
                      </a:cubicBezTo>
                      <a:cubicBezTo>
                        <a:pt x="2625" y="374"/>
                        <a:pt x="2625" y="374"/>
                        <a:pt x="2625" y="374"/>
                      </a:cubicBezTo>
                      <a:cubicBezTo>
                        <a:pt x="2632" y="385"/>
                        <a:pt x="2632" y="385"/>
                        <a:pt x="2632" y="385"/>
                      </a:cubicBezTo>
                      <a:cubicBezTo>
                        <a:pt x="2652" y="393"/>
                        <a:pt x="2652" y="393"/>
                        <a:pt x="2652" y="393"/>
                      </a:cubicBezTo>
                      <a:cubicBezTo>
                        <a:pt x="2623" y="385"/>
                        <a:pt x="2623" y="385"/>
                        <a:pt x="2623" y="385"/>
                      </a:cubicBezTo>
                      <a:cubicBezTo>
                        <a:pt x="2629" y="401"/>
                        <a:pt x="2629" y="401"/>
                        <a:pt x="2629" y="401"/>
                      </a:cubicBezTo>
                      <a:cubicBezTo>
                        <a:pt x="2629" y="401"/>
                        <a:pt x="2597" y="388"/>
                        <a:pt x="2588" y="400"/>
                      </a:cubicBezTo>
                      <a:cubicBezTo>
                        <a:pt x="2579" y="412"/>
                        <a:pt x="2596" y="424"/>
                        <a:pt x="2596" y="424"/>
                      </a:cubicBezTo>
                      <a:cubicBezTo>
                        <a:pt x="2599" y="441"/>
                        <a:pt x="2599" y="441"/>
                        <a:pt x="2599" y="441"/>
                      </a:cubicBezTo>
                      <a:cubicBezTo>
                        <a:pt x="2599" y="441"/>
                        <a:pt x="2579" y="429"/>
                        <a:pt x="2568" y="432"/>
                      </a:cubicBezTo>
                      <a:cubicBezTo>
                        <a:pt x="2557" y="434"/>
                        <a:pt x="2543" y="453"/>
                        <a:pt x="2555" y="454"/>
                      </a:cubicBezTo>
                      <a:cubicBezTo>
                        <a:pt x="2567" y="456"/>
                        <a:pt x="2571" y="462"/>
                        <a:pt x="2571" y="462"/>
                      </a:cubicBezTo>
                      <a:cubicBezTo>
                        <a:pt x="2540" y="477"/>
                        <a:pt x="2540" y="477"/>
                        <a:pt x="2540" y="477"/>
                      </a:cubicBezTo>
                      <a:cubicBezTo>
                        <a:pt x="2500" y="481"/>
                        <a:pt x="2500" y="481"/>
                        <a:pt x="2500" y="481"/>
                      </a:cubicBezTo>
                      <a:cubicBezTo>
                        <a:pt x="2500" y="481"/>
                        <a:pt x="2539" y="473"/>
                        <a:pt x="2539" y="464"/>
                      </a:cubicBezTo>
                      <a:cubicBezTo>
                        <a:pt x="2539" y="454"/>
                        <a:pt x="2515" y="453"/>
                        <a:pt x="2525" y="440"/>
                      </a:cubicBezTo>
                      <a:cubicBezTo>
                        <a:pt x="2536" y="426"/>
                        <a:pt x="2549" y="425"/>
                        <a:pt x="2549" y="425"/>
                      </a:cubicBezTo>
                      <a:cubicBezTo>
                        <a:pt x="2549" y="406"/>
                        <a:pt x="2549" y="406"/>
                        <a:pt x="2549" y="406"/>
                      </a:cubicBezTo>
                      <a:cubicBezTo>
                        <a:pt x="2549" y="406"/>
                        <a:pt x="2584" y="384"/>
                        <a:pt x="2596" y="378"/>
                      </a:cubicBezTo>
                      <a:cubicBezTo>
                        <a:pt x="2608" y="373"/>
                        <a:pt x="2653" y="366"/>
                        <a:pt x="2645" y="362"/>
                      </a:cubicBezTo>
                      <a:cubicBezTo>
                        <a:pt x="2637" y="358"/>
                        <a:pt x="2591" y="357"/>
                        <a:pt x="2565" y="358"/>
                      </a:cubicBezTo>
                      <a:cubicBezTo>
                        <a:pt x="2540" y="360"/>
                        <a:pt x="2472" y="401"/>
                        <a:pt x="2472" y="401"/>
                      </a:cubicBezTo>
                      <a:cubicBezTo>
                        <a:pt x="2472" y="401"/>
                        <a:pt x="2443" y="414"/>
                        <a:pt x="2433" y="416"/>
                      </a:cubicBezTo>
                      <a:cubicBezTo>
                        <a:pt x="2424" y="417"/>
                        <a:pt x="2420" y="428"/>
                        <a:pt x="2420" y="428"/>
                      </a:cubicBezTo>
                      <a:cubicBezTo>
                        <a:pt x="2420" y="428"/>
                        <a:pt x="2373" y="454"/>
                        <a:pt x="2391" y="461"/>
                      </a:cubicBezTo>
                      <a:cubicBezTo>
                        <a:pt x="2408" y="468"/>
                        <a:pt x="2460" y="464"/>
                        <a:pt x="2453" y="473"/>
                      </a:cubicBezTo>
                      <a:cubicBezTo>
                        <a:pt x="2447" y="482"/>
                        <a:pt x="2360" y="481"/>
                        <a:pt x="2381" y="496"/>
                      </a:cubicBezTo>
                      <a:cubicBezTo>
                        <a:pt x="2403" y="510"/>
                        <a:pt x="2429" y="513"/>
                        <a:pt x="2429" y="513"/>
                      </a:cubicBezTo>
                      <a:cubicBezTo>
                        <a:pt x="2460" y="501"/>
                        <a:pt x="2460" y="501"/>
                        <a:pt x="2460" y="501"/>
                      </a:cubicBezTo>
                      <a:cubicBezTo>
                        <a:pt x="2460" y="501"/>
                        <a:pt x="2451" y="517"/>
                        <a:pt x="2473" y="517"/>
                      </a:cubicBezTo>
                      <a:cubicBezTo>
                        <a:pt x="2496" y="517"/>
                        <a:pt x="2584" y="536"/>
                        <a:pt x="2595" y="530"/>
                      </a:cubicBezTo>
                      <a:cubicBezTo>
                        <a:pt x="2605" y="525"/>
                        <a:pt x="2581" y="513"/>
                        <a:pt x="2581" y="513"/>
                      </a:cubicBezTo>
                      <a:cubicBezTo>
                        <a:pt x="2581" y="513"/>
                        <a:pt x="2648" y="520"/>
                        <a:pt x="2659" y="521"/>
                      </a:cubicBezTo>
                      <a:cubicBezTo>
                        <a:pt x="2669" y="522"/>
                        <a:pt x="2696" y="533"/>
                        <a:pt x="2705" y="528"/>
                      </a:cubicBezTo>
                      <a:cubicBezTo>
                        <a:pt x="2715" y="522"/>
                        <a:pt x="2696" y="502"/>
                        <a:pt x="2696" y="502"/>
                      </a:cubicBezTo>
                      <a:cubicBezTo>
                        <a:pt x="2727" y="496"/>
                        <a:pt x="2727" y="496"/>
                        <a:pt x="2727" y="496"/>
                      </a:cubicBezTo>
                      <a:cubicBezTo>
                        <a:pt x="2727" y="496"/>
                        <a:pt x="2735" y="518"/>
                        <a:pt x="2739" y="517"/>
                      </a:cubicBezTo>
                      <a:cubicBezTo>
                        <a:pt x="2743" y="516"/>
                        <a:pt x="2757" y="532"/>
                        <a:pt x="2757" y="532"/>
                      </a:cubicBezTo>
                      <a:cubicBezTo>
                        <a:pt x="2777" y="525"/>
                        <a:pt x="2777" y="525"/>
                        <a:pt x="2777" y="525"/>
                      </a:cubicBezTo>
                      <a:cubicBezTo>
                        <a:pt x="2777" y="525"/>
                        <a:pt x="2769" y="545"/>
                        <a:pt x="2773" y="546"/>
                      </a:cubicBezTo>
                      <a:cubicBezTo>
                        <a:pt x="2777" y="548"/>
                        <a:pt x="2807" y="554"/>
                        <a:pt x="2807" y="554"/>
                      </a:cubicBezTo>
                      <a:cubicBezTo>
                        <a:pt x="2807" y="554"/>
                        <a:pt x="2785" y="573"/>
                        <a:pt x="2793" y="573"/>
                      </a:cubicBezTo>
                      <a:cubicBezTo>
                        <a:pt x="2801" y="573"/>
                        <a:pt x="2820" y="573"/>
                        <a:pt x="2820" y="573"/>
                      </a:cubicBezTo>
                      <a:cubicBezTo>
                        <a:pt x="2816" y="590"/>
                        <a:pt x="2816" y="590"/>
                        <a:pt x="2816" y="590"/>
                      </a:cubicBezTo>
                      <a:cubicBezTo>
                        <a:pt x="2816" y="590"/>
                        <a:pt x="2849" y="594"/>
                        <a:pt x="2849" y="610"/>
                      </a:cubicBezTo>
                      <a:cubicBezTo>
                        <a:pt x="2849" y="626"/>
                        <a:pt x="2827" y="660"/>
                        <a:pt x="2821" y="661"/>
                      </a:cubicBezTo>
                      <a:cubicBezTo>
                        <a:pt x="2816" y="662"/>
                        <a:pt x="2728" y="701"/>
                        <a:pt x="2728" y="701"/>
                      </a:cubicBezTo>
                      <a:cubicBezTo>
                        <a:pt x="2728" y="701"/>
                        <a:pt x="2756" y="720"/>
                        <a:pt x="2741" y="726"/>
                      </a:cubicBezTo>
                      <a:cubicBezTo>
                        <a:pt x="2727" y="733"/>
                        <a:pt x="2707" y="734"/>
                        <a:pt x="2707" y="734"/>
                      </a:cubicBezTo>
                      <a:cubicBezTo>
                        <a:pt x="2655" y="741"/>
                        <a:pt x="2655" y="741"/>
                        <a:pt x="2655" y="741"/>
                      </a:cubicBezTo>
                      <a:cubicBezTo>
                        <a:pt x="2649" y="756"/>
                        <a:pt x="2649" y="756"/>
                        <a:pt x="2649" y="756"/>
                      </a:cubicBezTo>
                      <a:cubicBezTo>
                        <a:pt x="2640" y="742"/>
                        <a:pt x="2640" y="742"/>
                        <a:pt x="2640" y="742"/>
                      </a:cubicBezTo>
                      <a:cubicBezTo>
                        <a:pt x="2640" y="742"/>
                        <a:pt x="2613" y="733"/>
                        <a:pt x="2600" y="736"/>
                      </a:cubicBezTo>
                      <a:cubicBezTo>
                        <a:pt x="2587" y="738"/>
                        <a:pt x="2588" y="750"/>
                        <a:pt x="2588" y="750"/>
                      </a:cubicBezTo>
                      <a:cubicBezTo>
                        <a:pt x="2588" y="750"/>
                        <a:pt x="2543" y="760"/>
                        <a:pt x="2543" y="776"/>
                      </a:cubicBezTo>
                      <a:cubicBezTo>
                        <a:pt x="2543" y="800"/>
                        <a:pt x="2577" y="794"/>
                        <a:pt x="2604" y="785"/>
                      </a:cubicBezTo>
                      <a:cubicBezTo>
                        <a:pt x="2631" y="776"/>
                        <a:pt x="2637" y="777"/>
                        <a:pt x="2637" y="777"/>
                      </a:cubicBezTo>
                      <a:cubicBezTo>
                        <a:pt x="2637" y="777"/>
                        <a:pt x="2656" y="790"/>
                        <a:pt x="2663" y="785"/>
                      </a:cubicBezTo>
                      <a:cubicBezTo>
                        <a:pt x="2669" y="780"/>
                        <a:pt x="2665" y="769"/>
                        <a:pt x="2665" y="769"/>
                      </a:cubicBezTo>
                      <a:cubicBezTo>
                        <a:pt x="2681" y="754"/>
                        <a:pt x="2681" y="754"/>
                        <a:pt x="2681" y="754"/>
                      </a:cubicBezTo>
                      <a:cubicBezTo>
                        <a:pt x="2681" y="754"/>
                        <a:pt x="2668" y="766"/>
                        <a:pt x="2677" y="769"/>
                      </a:cubicBezTo>
                      <a:cubicBezTo>
                        <a:pt x="2687" y="772"/>
                        <a:pt x="2721" y="772"/>
                        <a:pt x="2721" y="772"/>
                      </a:cubicBezTo>
                      <a:cubicBezTo>
                        <a:pt x="2721" y="772"/>
                        <a:pt x="2707" y="778"/>
                        <a:pt x="2708" y="785"/>
                      </a:cubicBezTo>
                      <a:cubicBezTo>
                        <a:pt x="2709" y="792"/>
                        <a:pt x="2731" y="796"/>
                        <a:pt x="2731" y="796"/>
                      </a:cubicBezTo>
                      <a:cubicBezTo>
                        <a:pt x="2731" y="796"/>
                        <a:pt x="2717" y="805"/>
                        <a:pt x="2728" y="812"/>
                      </a:cubicBezTo>
                      <a:cubicBezTo>
                        <a:pt x="2739" y="818"/>
                        <a:pt x="2763" y="818"/>
                        <a:pt x="2763" y="818"/>
                      </a:cubicBezTo>
                      <a:cubicBezTo>
                        <a:pt x="2732" y="829"/>
                        <a:pt x="2732" y="829"/>
                        <a:pt x="2732" y="829"/>
                      </a:cubicBezTo>
                      <a:cubicBezTo>
                        <a:pt x="2732" y="829"/>
                        <a:pt x="2737" y="850"/>
                        <a:pt x="2743" y="849"/>
                      </a:cubicBezTo>
                      <a:cubicBezTo>
                        <a:pt x="2748" y="848"/>
                        <a:pt x="2759" y="841"/>
                        <a:pt x="2759" y="841"/>
                      </a:cubicBezTo>
                      <a:cubicBezTo>
                        <a:pt x="2759" y="841"/>
                        <a:pt x="2761" y="856"/>
                        <a:pt x="2771" y="857"/>
                      </a:cubicBezTo>
                      <a:cubicBezTo>
                        <a:pt x="2780" y="858"/>
                        <a:pt x="2801" y="861"/>
                        <a:pt x="2801" y="861"/>
                      </a:cubicBezTo>
                      <a:cubicBezTo>
                        <a:pt x="2801" y="861"/>
                        <a:pt x="2800" y="878"/>
                        <a:pt x="2816" y="882"/>
                      </a:cubicBezTo>
                      <a:cubicBezTo>
                        <a:pt x="2832" y="886"/>
                        <a:pt x="2843" y="878"/>
                        <a:pt x="2857" y="886"/>
                      </a:cubicBezTo>
                      <a:cubicBezTo>
                        <a:pt x="2872" y="894"/>
                        <a:pt x="2908" y="909"/>
                        <a:pt x="2908" y="909"/>
                      </a:cubicBezTo>
                      <a:cubicBezTo>
                        <a:pt x="2908" y="909"/>
                        <a:pt x="2919" y="889"/>
                        <a:pt x="2907" y="876"/>
                      </a:cubicBezTo>
                      <a:cubicBezTo>
                        <a:pt x="2895" y="862"/>
                        <a:pt x="2875" y="850"/>
                        <a:pt x="2875" y="850"/>
                      </a:cubicBezTo>
                      <a:cubicBezTo>
                        <a:pt x="2875" y="850"/>
                        <a:pt x="2855" y="825"/>
                        <a:pt x="2860" y="817"/>
                      </a:cubicBezTo>
                      <a:cubicBezTo>
                        <a:pt x="2865" y="809"/>
                        <a:pt x="2888" y="832"/>
                        <a:pt x="2888" y="832"/>
                      </a:cubicBezTo>
                      <a:cubicBezTo>
                        <a:pt x="2888" y="812"/>
                        <a:pt x="2888" y="812"/>
                        <a:pt x="2888" y="812"/>
                      </a:cubicBezTo>
                      <a:cubicBezTo>
                        <a:pt x="2888" y="812"/>
                        <a:pt x="2897" y="837"/>
                        <a:pt x="2907" y="837"/>
                      </a:cubicBezTo>
                      <a:cubicBezTo>
                        <a:pt x="2916" y="837"/>
                        <a:pt x="2931" y="833"/>
                        <a:pt x="2931" y="833"/>
                      </a:cubicBezTo>
                      <a:cubicBezTo>
                        <a:pt x="2931" y="833"/>
                        <a:pt x="2927" y="854"/>
                        <a:pt x="2937" y="853"/>
                      </a:cubicBezTo>
                      <a:cubicBezTo>
                        <a:pt x="2948" y="852"/>
                        <a:pt x="2952" y="864"/>
                        <a:pt x="2952" y="864"/>
                      </a:cubicBezTo>
                      <a:cubicBezTo>
                        <a:pt x="2965" y="849"/>
                        <a:pt x="2965" y="849"/>
                        <a:pt x="2965" y="849"/>
                      </a:cubicBezTo>
                      <a:cubicBezTo>
                        <a:pt x="2965" y="849"/>
                        <a:pt x="2975" y="861"/>
                        <a:pt x="2980" y="858"/>
                      </a:cubicBezTo>
                      <a:cubicBezTo>
                        <a:pt x="2985" y="856"/>
                        <a:pt x="2979" y="840"/>
                        <a:pt x="2979" y="840"/>
                      </a:cubicBezTo>
                      <a:cubicBezTo>
                        <a:pt x="2989" y="809"/>
                        <a:pt x="2989" y="809"/>
                        <a:pt x="2989" y="809"/>
                      </a:cubicBezTo>
                      <a:cubicBezTo>
                        <a:pt x="2989" y="809"/>
                        <a:pt x="2989" y="836"/>
                        <a:pt x="2997" y="836"/>
                      </a:cubicBezTo>
                      <a:cubicBezTo>
                        <a:pt x="3005" y="836"/>
                        <a:pt x="3009" y="808"/>
                        <a:pt x="3009" y="808"/>
                      </a:cubicBezTo>
                      <a:cubicBezTo>
                        <a:pt x="2995" y="792"/>
                        <a:pt x="2995" y="792"/>
                        <a:pt x="2995" y="792"/>
                      </a:cubicBezTo>
                      <a:cubicBezTo>
                        <a:pt x="3009" y="788"/>
                        <a:pt x="3009" y="788"/>
                        <a:pt x="3009" y="788"/>
                      </a:cubicBezTo>
                      <a:cubicBezTo>
                        <a:pt x="2997" y="778"/>
                        <a:pt x="2997" y="778"/>
                        <a:pt x="2997" y="778"/>
                      </a:cubicBezTo>
                      <a:cubicBezTo>
                        <a:pt x="2999" y="765"/>
                        <a:pt x="2999" y="765"/>
                        <a:pt x="2999" y="765"/>
                      </a:cubicBezTo>
                      <a:cubicBezTo>
                        <a:pt x="2979" y="768"/>
                        <a:pt x="2979" y="768"/>
                        <a:pt x="2979" y="768"/>
                      </a:cubicBezTo>
                      <a:cubicBezTo>
                        <a:pt x="2979" y="757"/>
                        <a:pt x="2979" y="757"/>
                        <a:pt x="2979" y="757"/>
                      </a:cubicBezTo>
                      <a:cubicBezTo>
                        <a:pt x="2964" y="757"/>
                        <a:pt x="2964" y="757"/>
                        <a:pt x="2964" y="757"/>
                      </a:cubicBezTo>
                      <a:cubicBezTo>
                        <a:pt x="2963" y="724"/>
                        <a:pt x="2963" y="724"/>
                        <a:pt x="2963" y="724"/>
                      </a:cubicBezTo>
                      <a:cubicBezTo>
                        <a:pt x="2941" y="725"/>
                        <a:pt x="2941" y="725"/>
                        <a:pt x="2941" y="725"/>
                      </a:cubicBezTo>
                      <a:cubicBezTo>
                        <a:pt x="2941" y="725"/>
                        <a:pt x="2929" y="705"/>
                        <a:pt x="2941" y="702"/>
                      </a:cubicBezTo>
                      <a:cubicBezTo>
                        <a:pt x="2953" y="700"/>
                        <a:pt x="2961" y="717"/>
                        <a:pt x="2969" y="714"/>
                      </a:cubicBezTo>
                      <a:cubicBezTo>
                        <a:pt x="2977" y="712"/>
                        <a:pt x="2976" y="686"/>
                        <a:pt x="2976" y="686"/>
                      </a:cubicBezTo>
                      <a:cubicBezTo>
                        <a:pt x="2991" y="690"/>
                        <a:pt x="2991" y="690"/>
                        <a:pt x="2991" y="690"/>
                      </a:cubicBezTo>
                      <a:cubicBezTo>
                        <a:pt x="3016" y="678"/>
                        <a:pt x="3016" y="678"/>
                        <a:pt x="3016" y="678"/>
                      </a:cubicBezTo>
                      <a:cubicBezTo>
                        <a:pt x="3016" y="678"/>
                        <a:pt x="3017" y="710"/>
                        <a:pt x="3024" y="704"/>
                      </a:cubicBezTo>
                      <a:cubicBezTo>
                        <a:pt x="3031" y="697"/>
                        <a:pt x="3044" y="697"/>
                        <a:pt x="3044" y="697"/>
                      </a:cubicBezTo>
                      <a:cubicBezTo>
                        <a:pt x="3036" y="709"/>
                        <a:pt x="3036" y="709"/>
                        <a:pt x="3036" y="709"/>
                      </a:cubicBezTo>
                      <a:cubicBezTo>
                        <a:pt x="3051" y="710"/>
                        <a:pt x="3051" y="710"/>
                        <a:pt x="3051" y="710"/>
                      </a:cubicBezTo>
                      <a:cubicBezTo>
                        <a:pt x="3044" y="729"/>
                        <a:pt x="3044" y="729"/>
                        <a:pt x="3044" y="729"/>
                      </a:cubicBezTo>
                      <a:cubicBezTo>
                        <a:pt x="3044" y="729"/>
                        <a:pt x="3067" y="770"/>
                        <a:pt x="3083" y="760"/>
                      </a:cubicBezTo>
                      <a:cubicBezTo>
                        <a:pt x="3099" y="749"/>
                        <a:pt x="3101" y="724"/>
                        <a:pt x="3101" y="724"/>
                      </a:cubicBezTo>
                      <a:cubicBezTo>
                        <a:pt x="3108" y="714"/>
                        <a:pt x="3108" y="714"/>
                        <a:pt x="3108" y="714"/>
                      </a:cubicBezTo>
                      <a:cubicBezTo>
                        <a:pt x="3108" y="714"/>
                        <a:pt x="3127" y="730"/>
                        <a:pt x="3140" y="721"/>
                      </a:cubicBezTo>
                      <a:cubicBezTo>
                        <a:pt x="3153" y="712"/>
                        <a:pt x="3152" y="694"/>
                        <a:pt x="3152" y="694"/>
                      </a:cubicBezTo>
                      <a:cubicBezTo>
                        <a:pt x="3152" y="694"/>
                        <a:pt x="3187" y="704"/>
                        <a:pt x="3201" y="688"/>
                      </a:cubicBezTo>
                      <a:cubicBezTo>
                        <a:pt x="3216" y="672"/>
                        <a:pt x="3177" y="661"/>
                        <a:pt x="3172" y="665"/>
                      </a:cubicBezTo>
                      <a:close/>
                      <a:moveTo>
                        <a:pt x="2983" y="872"/>
                      </a:moveTo>
                      <a:cubicBezTo>
                        <a:pt x="2963" y="876"/>
                        <a:pt x="2963" y="876"/>
                        <a:pt x="2963" y="876"/>
                      </a:cubicBezTo>
                      <a:cubicBezTo>
                        <a:pt x="2960" y="885"/>
                        <a:pt x="2960" y="885"/>
                        <a:pt x="2960" y="885"/>
                      </a:cubicBezTo>
                      <a:cubicBezTo>
                        <a:pt x="2983" y="882"/>
                        <a:pt x="2983" y="882"/>
                        <a:pt x="2983" y="882"/>
                      </a:cubicBezTo>
                      <a:lnTo>
                        <a:pt x="2983" y="872"/>
                      </a:lnTo>
                      <a:close/>
                      <a:moveTo>
                        <a:pt x="2758" y="861"/>
                      </a:moveTo>
                      <a:cubicBezTo>
                        <a:pt x="2746" y="862"/>
                        <a:pt x="2747" y="878"/>
                        <a:pt x="2761" y="878"/>
                      </a:cubicBezTo>
                      <a:cubicBezTo>
                        <a:pt x="2785" y="878"/>
                        <a:pt x="2771" y="859"/>
                        <a:pt x="2758" y="861"/>
                      </a:cubicBezTo>
                      <a:close/>
                      <a:moveTo>
                        <a:pt x="2555" y="832"/>
                      </a:moveTo>
                      <a:cubicBezTo>
                        <a:pt x="2565" y="822"/>
                        <a:pt x="2540" y="818"/>
                        <a:pt x="2540" y="818"/>
                      </a:cubicBezTo>
                      <a:cubicBezTo>
                        <a:pt x="2540" y="818"/>
                        <a:pt x="2540" y="847"/>
                        <a:pt x="2555" y="832"/>
                      </a:cubicBezTo>
                      <a:close/>
                      <a:moveTo>
                        <a:pt x="2800" y="969"/>
                      </a:moveTo>
                      <a:cubicBezTo>
                        <a:pt x="2777" y="971"/>
                        <a:pt x="2777" y="971"/>
                        <a:pt x="2777" y="971"/>
                      </a:cubicBezTo>
                      <a:cubicBezTo>
                        <a:pt x="2801" y="987"/>
                        <a:pt x="2801" y="987"/>
                        <a:pt x="2801" y="987"/>
                      </a:cubicBezTo>
                      <a:cubicBezTo>
                        <a:pt x="2820" y="978"/>
                        <a:pt x="2800" y="969"/>
                        <a:pt x="2800" y="969"/>
                      </a:cubicBezTo>
                      <a:close/>
                      <a:moveTo>
                        <a:pt x="2779" y="582"/>
                      </a:moveTo>
                      <a:cubicBezTo>
                        <a:pt x="2752" y="576"/>
                        <a:pt x="2779" y="594"/>
                        <a:pt x="2779" y="594"/>
                      </a:cubicBezTo>
                      <a:cubicBezTo>
                        <a:pt x="2795" y="592"/>
                        <a:pt x="2807" y="588"/>
                        <a:pt x="2779" y="582"/>
                      </a:cubicBezTo>
                      <a:close/>
                      <a:moveTo>
                        <a:pt x="2779" y="626"/>
                      </a:moveTo>
                      <a:cubicBezTo>
                        <a:pt x="2821" y="624"/>
                        <a:pt x="2821" y="624"/>
                        <a:pt x="2821" y="624"/>
                      </a:cubicBezTo>
                      <a:cubicBezTo>
                        <a:pt x="2821" y="613"/>
                        <a:pt x="2821" y="613"/>
                        <a:pt x="2821" y="613"/>
                      </a:cubicBezTo>
                      <a:cubicBezTo>
                        <a:pt x="2791" y="615"/>
                        <a:pt x="2791" y="615"/>
                        <a:pt x="2791" y="615"/>
                      </a:cubicBezTo>
                      <a:lnTo>
                        <a:pt x="2779" y="626"/>
                      </a:lnTo>
                      <a:close/>
                      <a:moveTo>
                        <a:pt x="3715" y="26"/>
                      </a:moveTo>
                      <a:cubicBezTo>
                        <a:pt x="3713" y="23"/>
                        <a:pt x="3658" y="28"/>
                        <a:pt x="3658" y="28"/>
                      </a:cubicBezTo>
                      <a:cubicBezTo>
                        <a:pt x="3660" y="18"/>
                        <a:pt x="3660" y="18"/>
                        <a:pt x="3660" y="18"/>
                      </a:cubicBezTo>
                      <a:cubicBezTo>
                        <a:pt x="3660" y="18"/>
                        <a:pt x="3625" y="10"/>
                        <a:pt x="3612" y="10"/>
                      </a:cubicBezTo>
                      <a:cubicBezTo>
                        <a:pt x="3599" y="10"/>
                        <a:pt x="3527" y="25"/>
                        <a:pt x="3527" y="25"/>
                      </a:cubicBezTo>
                      <a:cubicBezTo>
                        <a:pt x="3560" y="10"/>
                        <a:pt x="3560" y="10"/>
                        <a:pt x="3560" y="10"/>
                      </a:cubicBezTo>
                      <a:cubicBezTo>
                        <a:pt x="3515" y="12"/>
                        <a:pt x="3515" y="12"/>
                        <a:pt x="3515" y="12"/>
                      </a:cubicBezTo>
                      <a:cubicBezTo>
                        <a:pt x="3515" y="12"/>
                        <a:pt x="3479" y="0"/>
                        <a:pt x="3469" y="2"/>
                      </a:cubicBezTo>
                      <a:cubicBezTo>
                        <a:pt x="3458" y="4"/>
                        <a:pt x="3453" y="15"/>
                        <a:pt x="3453" y="15"/>
                      </a:cubicBezTo>
                      <a:cubicBezTo>
                        <a:pt x="3453" y="15"/>
                        <a:pt x="3427" y="3"/>
                        <a:pt x="3418" y="3"/>
                      </a:cubicBezTo>
                      <a:cubicBezTo>
                        <a:pt x="3409" y="3"/>
                        <a:pt x="3389" y="18"/>
                        <a:pt x="3389" y="18"/>
                      </a:cubicBezTo>
                      <a:cubicBezTo>
                        <a:pt x="3363" y="10"/>
                        <a:pt x="3363" y="10"/>
                        <a:pt x="3363" y="10"/>
                      </a:cubicBezTo>
                      <a:cubicBezTo>
                        <a:pt x="3290" y="7"/>
                        <a:pt x="3290" y="7"/>
                        <a:pt x="3290" y="7"/>
                      </a:cubicBezTo>
                      <a:cubicBezTo>
                        <a:pt x="3308" y="25"/>
                        <a:pt x="3308" y="25"/>
                        <a:pt x="3308" y="25"/>
                      </a:cubicBezTo>
                      <a:cubicBezTo>
                        <a:pt x="3266" y="11"/>
                        <a:pt x="3266" y="11"/>
                        <a:pt x="3266" y="11"/>
                      </a:cubicBezTo>
                      <a:cubicBezTo>
                        <a:pt x="3225" y="18"/>
                        <a:pt x="3225" y="18"/>
                        <a:pt x="3225" y="18"/>
                      </a:cubicBezTo>
                      <a:cubicBezTo>
                        <a:pt x="3225" y="18"/>
                        <a:pt x="3195" y="12"/>
                        <a:pt x="3179" y="12"/>
                      </a:cubicBezTo>
                      <a:cubicBezTo>
                        <a:pt x="3163" y="12"/>
                        <a:pt x="3114" y="24"/>
                        <a:pt x="3114" y="24"/>
                      </a:cubicBezTo>
                      <a:cubicBezTo>
                        <a:pt x="3172" y="42"/>
                        <a:pt x="3172" y="42"/>
                        <a:pt x="3172" y="42"/>
                      </a:cubicBezTo>
                      <a:cubicBezTo>
                        <a:pt x="3114" y="34"/>
                        <a:pt x="3114" y="34"/>
                        <a:pt x="3114" y="34"/>
                      </a:cubicBezTo>
                      <a:cubicBezTo>
                        <a:pt x="3114" y="34"/>
                        <a:pt x="3059" y="23"/>
                        <a:pt x="3034" y="25"/>
                      </a:cubicBezTo>
                      <a:cubicBezTo>
                        <a:pt x="3010" y="28"/>
                        <a:pt x="3018" y="42"/>
                        <a:pt x="3018" y="42"/>
                      </a:cubicBezTo>
                      <a:cubicBezTo>
                        <a:pt x="3018" y="42"/>
                        <a:pt x="2956" y="36"/>
                        <a:pt x="2943" y="36"/>
                      </a:cubicBezTo>
                      <a:cubicBezTo>
                        <a:pt x="2930" y="36"/>
                        <a:pt x="2830" y="46"/>
                        <a:pt x="2826" y="48"/>
                      </a:cubicBezTo>
                      <a:cubicBezTo>
                        <a:pt x="2823" y="50"/>
                        <a:pt x="2849" y="56"/>
                        <a:pt x="2849" y="56"/>
                      </a:cubicBezTo>
                      <a:cubicBezTo>
                        <a:pt x="2905" y="59"/>
                        <a:pt x="2905" y="59"/>
                        <a:pt x="2905" y="59"/>
                      </a:cubicBezTo>
                      <a:cubicBezTo>
                        <a:pt x="2850" y="67"/>
                        <a:pt x="2850" y="67"/>
                        <a:pt x="2850" y="67"/>
                      </a:cubicBezTo>
                      <a:cubicBezTo>
                        <a:pt x="2850" y="67"/>
                        <a:pt x="2870" y="76"/>
                        <a:pt x="2884" y="76"/>
                      </a:cubicBezTo>
                      <a:cubicBezTo>
                        <a:pt x="2898" y="76"/>
                        <a:pt x="2935" y="70"/>
                        <a:pt x="2935" y="70"/>
                      </a:cubicBezTo>
                      <a:cubicBezTo>
                        <a:pt x="2935" y="70"/>
                        <a:pt x="2960" y="62"/>
                        <a:pt x="2978" y="62"/>
                      </a:cubicBezTo>
                      <a:cubicBezTo>
                        <a:pt x="2997" y="62"/>
                        <a:pt x="3040" y="71"/>
                        <a:pt x="3040" y="71"/>
                      </a:cubicBezTo>
                      <a:cubicBezTo>
                        <a:pt x="3040" y="71"/>
                        <a:pt x="2989" y="72"/>
                        <a:pt x="2977" y="73"/>
                      </a:cubicBezTo>
                      <a:cubicBezTo>
                        <a:pt x="2965" y="74"/>
                        <a:pt x="2930" y="87"/>
                        <a:pt x="2930" y="87"/>
                      </a:cubicBezTo>
                      <a:cubicBezTo>
                        <a:pt x="2930" y="87"/>
                        <a:pt x="2958" y="87"/>
                        <a:pt x="2979" y="89"/>
                      </a:cubicBezTo>
                      <a:cubicBezTo>
                        <a:pt x="3001" y="91"/>
                        <a:pt x="3006" y="83"/>
                        <a:pt x="3006" y="83"/>
                      </a:cubicBezTo>
                      <a:cubicBezTo>
                        <a:pt x="3050" y="83"/>
                        <a:pt x="3050" y="83"/>
                        <a:pt x="3050" y="83"/>
                      </a:cubicBezTo>
                      <a:cubicBezTo>
                        <a:pt x="3050" y="83"/>
                        <a:pt x="3064" y="84"/>
                        <a:pt x="3081" y="84"/>
                      </a:cubicBezTo>
                      <a:cubicBezTo>
                        <a:pt x="3098" y="84"/>
                        <a:pt x="3138" y="73"/>
                        <a:pt x="3142" y="70"/>
                      </a:cubicBezTo>
                      <a:cubicBezTo>
                        <a:pt x="3147" y="66"/>
                        <a:pt x="3173" y="63"/>
                        <a:pt x="3186" y="59"/>
                      </a:cubicBezTo>
                      <a:cubicBezTo>
                        <a:pt x="3199" y="54"/>
                        <a:pt x="3220" y="59"/>
                        <a:pt x="3220" y="59"/>
                      </a:cubicBezTo>
                      <a:cubicBezTo>
                        <a:pt x="3162" y="76"/>
                        <a:pt x="3162" y="76"/>
                        <a:pt x="3162" y="76"/>
                      </a:cubicBezTo>
                      <a:cubicBezTo>
                        <a:pt x="3185" y="77"/>
                        <a:pt x="3185" y="77"/>
                        <a:pt x="3185" y="77"/>
                      </a:cubicBezTo>
                      <a:cubicBezTo>
                        <a:pt x="3153" y="87"/>
                        <a:pt x="3153" y="87"/>
                        <a:pt x="3153" y="87"/>
                      </a:cubicBezTo>
                      <a:cubicBezTo>
                        <a:pt x="3153" y="87"/>
                        <a:pt x="3040" y="92"/>
                        <a:pt x="3027" y="92"/>
                      </a:cubicBezTo>
                      <a:cubicBezTo>
                        <a:pt x="3014" y="92"/>
                        <a:pt x="3014" y="104"/>
                        <a:pt x="3014" y="104"/>
                      </a:cubicBezTo>
                      <a:cubicBezTo>
                        <a:pt x="3065" y="119"/>
                        <a:pt x="3065" y="119"/>
                        <a:pt x="3065" y="119"/>
                      </a:cubicBezTo>
                      <a:cubicBezTo>
                        <a:pt x="3065" y="119"/>
                        <a:pt x="3045" y="125"/>
                        <a:pt x="3033" y="125"/>
                      </a:cubicBezTo>
                      <a:cubicBezTo>
                        <a:pt x="3022" y="125"/>
                        <a:pt x="2974" y="99"/>
                        <a:pt x="2974" y="99"/>
                      </a:cubicBezTo>
                      <a:cubicBezTo>
                        <a:pt x="2974" y="99"/>
                        <a:pt x="2925" y="100"/>
                        <a:pt x="2912" y="100"/>
                      </a:cubicBezTo>
                      <a:cubicBezTo>
                        <a:pt x="2899" y="100"/>
                        <a:pt x="2891" y="115"/>
                        <a:pt x="2891" y="115"/>
                      </a:cubicBezTo>
                      <a:cubicBezTo>
                        <a:pt x="2912" y="126"/>
                        <a:pt x="2912" y="126"/>
                        <a:pt x="2912" y="126"/>
                      </a:cubicBezTo>
                      <a:cubicBezTo>
                        <a:pt x="2912" y="126"/>
                        <a:pt x="2923" y="142"/>
                        <a:pt x="2940" y="145"/>
                      </a:cubicBezTo>
                      <a:cubicBezTo>
                        <a:pt x="2956" y="148"/>
                        <a:pt x="2989" y="144"/>
                        <a:pt x="2989" y="144"/>
                      </a:cubicBezTo>
                      <a:cubicBezTo>
                        <a:pt x="2989" y="144"/>
                        <a:pt x="2981" y="153"/>
                        <a:pt x="2964" y="155"/>
                      </a:cubicBezTo>
                      <a:cubicBezTo>
                        <a:pt x="2948" y="157"/>
                        <a:pt x="2917" y="151"/>
                        <a:pt x="2909" y="149"/>
                      </a:cubicBezTo>
                      <a:cubicBezTo>
                        <a:pt x="2902" y="147"/>
                        <a:pt x="2846" y="157"/>
                        <a:pt x="2828" y="157"/>
                      </a:cubicBezTo>
                      <a:cubicBezTo>
                        <a:pt x="2809" y="157"/>
                        <a:pt x="2774" y="182"/>
                        <a:pt x="2774" y="182"/>
                      </a:cubicBezTo>
                      <a:cubicBezTo>
                        <a:pt x="2823" y="174"/>
                        <a:pt x="2823" y="174"/>
                        <a:pt x="2823" y="174"/>
                      </a:cubicBezTo>
                      <a:cubicBezTo>
                        <a:pt x="2821" y="186"/>
                        <a:pt x="2821" y="186"/>
                        <a:pt x="2821" y="186"/>
                      </a:cubicBezTo>
                      <a:cubicBezTo>
                        <a:pt x="2863" y="174"/>
                        <a:pt x="2863" y="174"/>
                        <a:pt x="2863" y="174"/>
                      </a:cubicBezTo>
                      <a:cubicBezTo>
                        <a:pt x="2816" y="192"/>
                        <a:pt x="2816" y="192"/>
                        <a:pt x="2816" y="192"/>
                      </a:cubicBezTo>
                      <a:cubicBezTo>
                        <a:pt x="2816" y="192"/>
                        <a:pt x="2824" y="203"/>
                        <a:pt x="2840" y="203"/>
                      </a:cubicBezTo>
                      <a:cubicBezTo>
                        <a:pt x="2857" y="203"/>
                        <a:pt x="2902" y="186"/>
                        <a:pt x="2902" y="186"/>
                      </a:cubicBezTo>
                      <a:cubicBezTo>
                        <a:pt x="2834" y="212"/>
                        <a:pt x="2834" y="212"/>
                        <a:pt x="2834" y="212"/>
                      </a:cubicBezTo>
                      <a:cubicBezTo>
                        <a:pt x="2789" y="209"/>
                        <a:pt x="2789" y="209"/>
                        <a:pt x="2789" y="209"/>
                      </a:cubicBezTo>
                      <a:cubicBezTo>
                        <a:pt x="2780" y="192"/>
                        <a:pt x="2780" y="192"/>
                        <a:pt x="2780" y="192"/>
                      </a:cubicBezTo>
                      <a:cubicBezTo>
                        <a:pt x="2780" y="192"/>
                        <a:pt x="2747" y="189"/>
                        <a:pt x="2737" y="191"/>
                      </a:cubicBezTo>
                      <a:cubicBezTo>
                        <a:pt x="2727" y="193"/>
                        <a:pt x="2741" y="218"/>
                        <a:pt x="2741" y="218"/>
                      </a:cubicBezTo>
                      <a:cubicBezTo>
                        <a:pt x="2741" y="218"/>
                        <a:pt x="2697" y="222"/>
                        <a:pt x="2691" y="222"/>
                      </a:cubicBezTo>
                      <a:cubicBezTo>
                        <a:pt x="2684" y="222"/>
                        <a:pt x="2654" y="237"/>
                        <a:pt x="2634" y="239"/>
                      </a:cubicBezTo>
                      <a:cubicBezTo>
                        <a:pt x="2622" y="240"/>
                        <a:pt x="2613" y="241"/>
                        <a:pt x="2610" y="241"/>
                      </a:cubicBezTo>
                      <a:cubicBezTo>
                        <a:pt x="2607" y="241"/>
                        <a:pt x="2626" y="247"/>
                        <a:pt x="2641" y="247"/>
                      </a:cubicBezTo>
                      <a:cubicBezTo>
                        <a:pt x="2656" y="247"/>
                        <a:pt x="2663" y="240"/>
                        <a:pt x="2663" y="240"/>
                      </a:cubicBezTo>
                      <a:cubicBezTo>
                        <a:pt x="2655" y="252"/>
                        <a:pt x="2655" y="252"/>
                        <a:pt x="2655" y="252"/>
                      </a:cubicBezTo>
                      <a:cubicBezTo>
                        <a:pt x="2680" y="247"/>
                        <a:pt x="2680" y="247"/>
                        <a:pt x="2680" y="247"/>
                      </a:cubicBezTo>
                      <a:cubicBezTo>
                        <a:pt x="2695" y="240"/>
                        <a:pt x="2695" y="240"/>
                        <a:pt x="2695" y="240"/>
                      </a:cubicBezTo>
                      <a:cubicBezTo>
                        <a:pt x="2695" y="248"/>
                        <a:pt x="2695" y="248"/>
                        <a:pt x="2695" y="248"/>
                      </a:cubicBezTo>
                      <a:cubicBezTo>
                        <a:pt x="2712" y="246"/>
                        <a:pt x="2712" y="246"/>
                        <a:pt x="2712" y="246"/>
                      </a:cubicBezTo>
                      <a:cubicBezTo>
                        <a:pt x="2728" y="244"/>
                        <a:pt x="2728" y="244"/>
                        <a:pt x="2728" y="244"/>
                      </a:cubicBezTo>
                      <a:cubicBezTo>
                        <a:pt x="2728" y="244"/>
                        <a:pt x="2729" y="253"/>
                        <a:pt x="2740" y="254"/>
                      </a:cubicBezTo>
                      <a:cubicBezTo>
                        <a:pt x="2751" y="255"/>
                        <a:pt x="2773" y="241"/>
                        <a:pt x="2773" y="241"/>
                      </a:cubicBezTo>
                      <a:cubicBezTo>
                        <a:pt x="2778" y="250"/>
                        <a:pt x="2778" y="250"/>
                        <a:pt x="2778" y="250"/>
                      </a:cubicBezTo>
                      <a:cubicBezTo>
                        <a:pt x="2796" y="240"/>
                        <a:pt x="2796" y="240"/>
                        <a:pt x="2796" y="240"/>
                      </a:cubicBezTo>
                      <a:cubicBezTo>
                        <a:pt x="2796" y="240"/>
                        <a:pt x="2802" y="248"/>
                        <a:pt x="2810" y="251"/>
                      </a:cubicBezTo>
                      <a:cubicBezTo>
                        <a:pt x="2819" y="253"/>
                        <a:pt x="2828" y="242"/>
                        <a:pt x="2828" y="242"/>
                      </a:cubicBezTo>
                      <a:cubicBezTo>
                        <a:pt x="2828" y="242"/>
                        <a:pt x="2837" y="250"/>
                        <a:pt x="2850" y="250"/>
                      </a:cubicBezTo>
                      <a:cubicBezTo>
                        <a:pt x="2863" y="250"/>
                        <a:pt x="2853" y="238"/>
                        <a:pt x="2853" y="238"/>
                      </a:cubicBezTo>
                      <a:cubicBezTo>
                        <a:pt x="2891" y="252"/>
                        <a:pt x="2891" y="252"/>
                        <a:pt x="2891" y="252"/>
                      </a:cubicBezTo>
                      <a:cubicBezTo>
                        <a:pt x="2891" y="252"/>
                        <a:pt x="2898" y="261"/>
                        <a:pt x="2902" y="261"/>
                      </a:cubicBezTo>
                      <a:cubicBezTo>
                        <a:pt x="2906" y="261"/>
                        <a:pt x="2964" y="248"/>
                        <a:pt x="2975" y="248"/>
                      </a:cubicBezTo>
                      <a:cubicBezTo>
                        <a:pt x="2986" y="248"/>
                        <a:pt x="3011" y="238"/>
                        <a:pt x="3015" y="231"/>
                      </a:cubicBezTo>
                      <a:cubicBezTo>
                        <a:pt x="3019" y="225"/>
                        <a:pt x="2973" y="230"/>
                        <a:pt x="2973" y="230"/>
                      </a:cubicBezTo>
                      <a:cubicBezTo>
                        <a:pt x="2973" y="230"/>
                        <a:pt x="2982" y="223"/>
                        <a:pt x="2975" y="220"/>
                      </a:cubicBezTo>
                      <a:cubicBezTo>
                        <a:pt x="2969" y="218"/>
                        <a:pt x="2943" y="220"/>
                        <a:pt x="2943" y="220"/>
                      </a:cubicBezTo>
                      <a:cubicBezTo>
                        <a:pt x="2905" y="214"/>
                        <a:pt x="2905" y="214"/>
                        <a:pt x="2905" y="214"/>
                      </a:cubicBezTo>
                      <a:cubicBezTo>
                        <a:pt x="2917" y="201"/>
                        <a:pt x="2917" y="201"/>
                        <a:pt x="2917" y="201"/>
                      </a:cubicBezTo>
                      <a:cubicBezTo>
                        <a:pt x="2959" y="215"/>
                        <a:pt x="2959" y="215"/>
                        <a:pt x="2959" y="215"/>
                      </a:cubicBezTo>
                      <a:cubicBezTo>
                        <a:pt x="2959" y="215"/>
                        <a:pt x="3014" y="212"/>
                        <a:pt x="3034" y="211"/>
                      </a:cubicBezTo>
                      <a:cubicBezTo>
                        <a:pt x="3055" y="210"/>
                        <a:pt x="3050" y="192"/>
                        <a:pt x="3050" y="192"/>
                      </a:cubicBezTo>
                      <a:cubicBezTo>
                        <a:pt x="3050" y="192"/>
                        <a:pt x="3075" y="187"/>
                        <a:pt x="3094" y="187"/>
                      </a:cubicBezTo>
                      <a:cubicBezTo>
                        <a:pt x="3112" y="187"/>
                        <a:pt x="3150" y="178"/>
                        <a:pt x="3150" y="178"/>
                      </a:cubicBezTo>
                      <a:cubicBezTo>
                        <a:pt x="3132" y="167"/>
                        <a:pt x="3132" y="167"/>
                        <a:pt x="3132" y="167"/>
                      </a:cubicBezTo>
                      <a:cubicBezTo>
                        <a:pt x="3132" y="167"/>
                        <a:pt x="3155" y="167"/>
                        <a:pt x="3180" y="161"/>
                      </a:cubicBezTo>
                      <a:cubicBezTo>
                        <a:pt x="3205" y="156"/>
                        <a:pt x="3147" y="146"/>
                        <a:pt x="3147" y="146"/>
                      </a:cubicBezTo>
                      <a:cubicBezTo>
                        <a:pt x="3147" y="146"/>
                        <a:pt x="3115" y="147"/>
                        <a:pt x="3104" y="143"/>
                      </a:cubicBezTo>
                      <a:cubicBezTo>
                        <a:pt x="3094" y="139"/>
                        <a:pt x="3152" y="125"/>
                        <a:pt x="3155" y="126"/>
                      </a:cubicBezTo>
                      <a:cubicBezTo>
                        <a:pt x="3158" y="127"/>
                        <a:pt x="3200" y="131"/>
                        <a:pt x="3200" y="131"/>
                      </a:cubicBezTo>
                      <a:cubicBezTo>
                        <a:pt x="3200" y="131"/>
                        <a:pt x="3248" y="129"/>
                        <a:pt x="3263" y="126"/>
                      </a:cubicBezTo>
                      <a:cubicBezTo>
                        <a:pt x="3278" y="122"/>
                        <a:pt x="3229" y="120"/>
                        <a:pt x="3247" y="113"/>
                      </a:cubicBezTo>
                      <a:cubicBezTo>
                        <a:pt x="3264" y="105"/>
                        <a:pt x="3296" y="119"/>
                        <a:pt x="3316" y="119"/>
                      </a:cubicBezTo>
                      <a:cubicBezTo>
                        <a:pt x="3335" y="119"/>
                        <a:pt x="3328" y="102"/>
                        <a:pt x="3328" y="102"/>
                      </a:cubicBezTo>
                      <a:cubicBezTo>
                        <a:pt x="3376" y="105"/>
                        <a:pt x="3376" y="105"/>
                        <a:pt x="3376" y="105"/>
                      </a:cubicBezTo>
                      <a:cubicBezTo>
                        <a:pt x="3379" y="91"/>
                        <a:pt x="3379" y="91"/>
                        <a:pt x="3379" y="91"/>
                      </a:cubicBezTo>
                      <a:cubicBezTo>
                        <a:pt x="3379" y="91"/>
                        <a:pt x="3392" y="95"/>
                        <a:pt x="3401" y="95"/>
                      </a:cubicBezTo>
                      <a:cubicBezTo>
                        <a:pt x="3409" y="95"/>
                        <a:pt x="3440" y="83"/>
                        <a:pt x="3440" y="83"/>
                      </a:cubicBezTo>
                      <a:cubicBezTo>
                        <a:pt x="3440" y="83"/>
                        <a:pt x="3499" y="73"/>
                        <a:pt x="3531" y="67"/>
                      </a:cubicBezTo>
                      <a:cubicBezTo>
                        <a:pt x="3564" y="62"/>
                        <a:pt x="3567" y="57"/>
                        <a:pt x="3562" y="57"/>
                      </a:cubicBezTo>
                      <a:cubicBezTo>
                        <a:pt x="3558" y="57"/>
                        <a:pt x="3491" y="60"/>
                        <a:pt x="3491" y="60"/>
                      </a:cubicBezTo>
                      <a:cubicBezTo>
                        <a:pt x="3474" y="67"/>
                        <a:pt x="3474" y="67"/>
                        <a:pt x="3474" y="67"/>
                      </a:cubicBezTo>
                      <a:cubicBezTo>
                        <a:pt x="3428" y="64"/>
                        <a:pt x="3428" y="64"/>
                        <a:pt x="3428" y="64"/>
                      </a:cubicBezTo>
                      <a:cubicBezTo>
                        <a:pt x="3481" y="61"/>
                        <a:pt x="3481" y="61"/>
                        <a:pt x="3481" y="61"/>
                      </a:cubicBezTo>
                      <a:cubicBezTo>
                        <a:pt x="3479" y="52"/>
                        <a:pt x="3479" y="52"/>
                        <a:pt x="3479" y="52"/>
                      </a:cubicBezTo>
                      <a:cubicBezTo>
                        <a:pt x="3512" y="57"/>
                        <a:pt x="3512" y="57"/>
                        <a:pt x="3512" y="57"/>
                      </a:cubicBezTo>
                      <a:cubicBezTo>
                        <a:pt x="3512" y="57"/>
                        <a:pt x="3517" y="49"/>
                        <a:pt x="3526" y="49"/>
                      </a:cubicBezTo>
                      <a:cubicBezTo>
                        <a:pt x="3534" y="49"/>
                        <a:pt x="3635" y="45"/>
                        <a:pt x="3653" y="44"/>
                      </a:cubicBezTo>
                      <a:cubicBezTo>
                        <a:pt x="3671" y="43"/>
                        <a:pt x="3718" y="30"/>
                        <a:pt x="3715" y="26"/>
                      </a:cubicBezTo>
                      <a:close/>
                      <a:moveTo>
                        <a:pt x="2687" y="644"/>
                      </a:moveTo>
                      <a:cubicBezTo>
                        <a:pt x="2722" y="650"/>
                        <a:pt x="2732" y="643"/>
                        <a:pt x="2747" y="633"/>
                      </a:cubicBezTo>
                      <a:cubicBezTo>
                        <a:pt x="2763" y="624"/>
                        <a:pt x="2759" y="608"/>
                        <a:pt x="2745" y="604"/>
                      </a:cubicBezTo>
                      <a:cubicBezTo>
                        <a:pt x="2731" y="601"/>
                        <a:pt x="2698" y="610"/>
                        <a:pt x="2698" y="610"/>
                      </a:cubicBezTo>
                      <a:cubicBezTo>
                        <a:pt x="2660" y="634"/>
                        <a:pt x="2652" y="639"/>
                        <a:pt x="2687" y="644"/>
                      </a:cubicBezTo>
                      <a:close/>
                      <a:moveTo>
                        <a:pt x="2674" y="560"/>
                      </a:moveTo>
                      <a:cubicBezTo>
                        <a:pt x="2658" y="565"/>
                        <a:pt x="2633" y="576"/>
                        <a:pt x="2657" y="571"/>
                      </a:cubicBezTo>
                      <a:cubicBezTo>
                        <a:pt x="2680" y="566"/>
                        <a:pt x="2700" y="558"/>
                        <a:pt x="2700" y="558"/>
                      </a:cubicBezTo>
                      <a:cubicBezTo>
                        <a:pt x="2724" y="540"/>
                        <a:pt x="2690" y="555"/>
                        <a:pt x="2674" y="560"/>
                      </a:cubicBezTo>
                      <a:close/>
                      <a:moveTo>
                        <a:pt x="2747" y="549"/>
                      </a:moveTo>
                      <a:cubicBezTo>
                        <a:pt x="2733" y="543"/>
                        <a:pt x="2722" y="562"/>
                        <a:pt x="2735" y="566"/>
                      </a:cubicBezTo>
                      <a:cubicBezTo>
                        <a:pt x="2735" y="566"/>
                        <a:pt x="2761" y="555"/>
                        <a:pt x="2747" y="549"/>
                      </a:cubicBezTo>
                      <a:close/>
                      <a:moveTo>
                        <a:pt x="2349" y="710"/>
                      </a:moveTo>
                      <a:cubicBezTo>
                        <a:pt x="2337" y="712"/>
                        <a:pt x="2327" y="729"/>
                        <a:pt x="2346" y="729"/>
                      </a:cubicBezTo>
                      <a:cubicBezTo>
                        <a:pt x="2357" y="729"/>
                        <a:pt x="2362" y="708"/>
                        <a:pt x="2349" y="710"/>
                      </a:cubicBezTo>
                      <a:close/>
                      <a:moveTo>
                        <a:pt x="2390" y="712"/>
                      </a:moveTo>
                      <a:cubicBezTo>
                        <a:pt x="2374" y="710"/>
                        <a:pt x="2385" y="727"/>
                        <a:pt x="2385" y="727"/>
                      </a:cubicBezTo>
                      <a:cubicBezTo>
                        <a:pt x="2396" y="726"/>
                        <a:pt x="2405" y="713"/>
                        <a:pt x="2390" y="712"/>
                      </a:cubicBezTo>
                      <a:close/>
                      <a:moveTo>
                        <a:pt x="2500" y="829"/>
                      </a:moveTo>
                      <a:cubicBezTo>
                        <a:pt x="2477" y="841"/>
                        <a:pt x="2509" y="849"/>
                        <a:pt x="2509" y="849"/>
                      </a:cubicBezTo>
                      <a:cubicBezTo>
                        <a:pt x="2532" y="836"/>
                        <a:pt x="2524" y="816"/>
                        <a:pt x="2500" y="829"/>
                      </a:cubicBezTo>
                      <a:close/>
                      <a:moveTo>
                        <a:pt x="2653" y="1691"/>
                      </a:moveTo>
                      <a:cubicBezTo>
                        <a:pt x="2633" y="1687"/>
                        <a:pt x="2622" y="1678"/>
                        <a:pt x="2622" y="1678"/>
                      </a:cubicBezTo>
                      <a:cubicBezTo>
                        <a:pt x="2612" y="1687"/>
                        <a:pt x="2612" y="1687"/>
                        <a:pt x="2612" y="1687"/>
                      </a:cubicBezTo>
                      <a:cubicBezTo>
                        <a:pt x="2612" y="1687"/>
                        <a:pt x="2629" y="1696"/>
                        <a:pt x="2633" y="1699"/>
                      </a:cubicBezTo>
                      <a:cubicBezTo>
                        <a:pt x="2637" y="1702"/>
                        <a:pt x="2656" y="1701"/>
                        <a:pt x="2656" y="1701"/>
                      </a:cubicBezTo>
                      <a:cubicBezTo>
                        <a:pt x="2656" y="1701"/>
                        <a:pt x="2666" y="1706"/>
                        <a:pt x="2676" y="1705"/>
                      </a:cubicBezTo>
                      <a:cubicBezTo>
                        <a:pt x="2687" y="1704"/>
                        <a:pt x="2691" y="1693"/>
                        <a:pt x="2691" y="1693"/>
                      </a:cubicBezTo>
                      <a:cubicBezTo>
                        <a:pt x="2691" y="1693"/>
                        <a:pt x="2674" y="1695"/>
                        <a:pt x="2653" y="1691"/>
                      </a:cubicBezTo>
                      <a:close/>
                      <a:moveTo>
                        <a:pt x="2731" y="1524"/>
                      </a:moveTo>
                      <a:cubicBezTo>
                        <a:pt x="2731" y="1524"/>
                        <a:pt x="2698" y="1516"/>
                        <a:pt x="2671" y="1515"/>
                      </a:cubicBezTo>
                      <a:cubicBezTo>
                        <a:pt x="2644" y="1514"/>
                        <a:pt x="2686" y="1526"/>
                        <a:pt x="2686" y="1526"/>
                      </a:cubicBezTo>
                      <a:cubicBezTo>
                        <a:pt x="2686" y="1536"/>
                        <a:pt x="2686" y="1536"/>
                        <a:pt x="2686" y="1536"/>
                      </a:cubicBezTo>
                      <a:cubicBezTo>
                        <a:pt x="2686" y="1536"/>
                        <a:pt x="2719" y="1541"/>
                        <a:pt x="2748" y="1546"/>
                      </a:cubicBezTo>
                      <a:cubicBezTo>
                        <a:pt x="2777" y="1551"/>
                        <a:pt x="2804" y="1540"/>
                        <a:pt x="2731" y="1524"/>
                      </a:cubicBezTo>
                      <a:close/>
                      <a:moveTo>
                        <a:pt x="2793" y="1702"/>
                      </a:moveTo>
                      <a:cubicBezTo>
                        <a:pt x="2780" y="1699"/>
                        <a:pt x="2766" y="1706"/>
                        <a:pt x="2761" y="1709"/>
                      </a:cubicBezTo>
                      <a:cubicBezTo>
                        <a:pt x="2765" y="1706"/>
                        <a:pt x="2774" y="1700"/>
                        <a:pt x="2783" y="1690"/>
                      </a:cubicBezTo>
                      <a:cubicBezTo>
                        <a:pt x="2795" y="1677"/>
                        <a:pt x="2764" y="1676"/>
                        <a:pt x="2750" y="1692"/>
                      </a:cubicBezTo>
                      <a:cubicBezTo>
                        <a:pt x="2744" y="1706"/>
                        <a:pt x="2744" y="1706"/>
                        <a:pt x="2744" y="1706"/>
                      </a:cubicBezTo>
                      <a:cubicBezTo>
                        <a:pt x="2736" y="1720"/>
                        <a:pt x="2736" y="1720"/>
                        <a:pt x="2736" y="1720"/>
                      </a:cubicBezTo>
                      <a:cubicBezTo>
                        <a:pt x="2773" y="1715"/>
                        <a:pt x="2773" y="1715"/>
                        <a:pt x="2773" y="1715"/>
                      </a:cubicBezTo>
                      <a:cubicBezTo>
                        <a:pt x="2773" y="1715"/>
                        <a:pt x="2810" y="1706"/>
                        <a:pt x="2793" y="1702"/>
                      </a:cubicBezTo>
                      <a:close/>
                      <a:moveTo>
                        <a:pt x="3058" y="1312"/>
                      </a:moveTo>
                      <a:cubicBezTo>
                        <a:pt x="3051" y="1320"/>
                        <a:pt x="3052" y="1335"/>
                        <a:pt x="3037" y="1324"/>
                      </a:cubicBezTo>
                      <a:cubicBezTo>
                        <a:pt x="3022" y="1313"/>
                        <a:pt x="3046" y="1306"/>
                        <a:pt x="3046" y="1306"/>
                      </a:cubicBezTo>
                      <a:cubicBezTo>
                        <a:pt x="3043" y="1289"/>
                        <a:pt x="3043" y="1289"/>
                        <a:pt x="3043" y="1289"/>
                      </a:cubicBezTo>
                      <a:cubicBezTo>
                        <a:pt x="3023" y="1288"/>
                        <a:pt x="3023" y="1288"/>
                        <a:pt x="3023" y="1288"/>
                      </a:cubicBezTo>
                      <a:cubicBezTo>
                        <a:pt x="3023" y="1288"/>
                        <a:pt x="2977" y="1308"/>
                        <a:pt x="2974" y="1312"/>
                      </a:cubicBezTo>
                      <a:cubicBezTo>
                        <a:pt x="2971" y="1316"/>
                        <a:pt x="2935" y="1320"/>
                        <a:pt x="2935" y="1320"/>
                      </a:cubicBezTo>
                      <a:cubicBezTo>
                        <a:pt x="2914" y="1334"/>
                        <a:pt x="2914" y="1334"/>
                        <a:pt x="2914" y="1334"/>
                      </a:cubicBezTo>
                      <a:cubicBezTo>
                        <a:pt x="2922" y="1319"/>
                        <a:pt x="2922" y="1319"/>
                        <a:pt x="2922" y="1319"/>
                      </a:cubicBezTo>
                      <a:cubicBezTo>
                        <a:pt x="2907" y="1308"/>
                        <a:pt x="2907" y="1308"/>
                        <a:pt x="2907" y="1308"/>
                      </a:cubicBezTo>
                      <a:cubicBezTo>
                        <a:pt x="2930" y="1313"/>
                        <a:pt x="2930" y="1313"/>
                        <a:pt x="2930" y="1313"/>
                      </a:cubicBezTo>
                      <a:cubicBezTo>
                        <a:pt x="2940" y="1305"/>
                        <a:pt x="2940" y="1305"/>
                        <a:pt x="2940" y="1305"/>
                      </a:cubicBezTo>
                      <a:cubicBezTo>
                        <a:pt x="2958" y="1304"/>
                        <a:pt x="2958" y="1304"/>
                        <a:pt x="2958" y="1304"/>
                      </a:cubicBezTo>
                      <a:cubicBezTo>
                        <a:pt x="2960" y="1291"/>
                        <a:pt x="2960" y="1291"/>
                        <a:pt x="2960" y="1291"/>
                      </a:cubicBezTo>
                      <a:cubicBezTo>
                        <a:pt x="2960" y="1291"/>
                        <a:pt x="2981" y="1294"/>
                        <a:pt x="2993" y="1289"/>
                      </a:cubicBezTo>
                      <a:cubicBezTo>
                        <a:pt x="3005" y="1284"/>
                        <a:pt x="3022" y="1275"/>
                        <a:pt x="3022" y="1275"/>
                      </a:cubicBezTo>
                      <a:cubicBezTo>
                        <a:pt x="3022" y="1275"/>
                        <a:pt x="3070" y="1280"/>
                        <a:pt x="3069" y="1275"/>
                      </a:cubicBezTo>
                      <a:cubicBezTo>
                        <a:pt x="3068" y="1270"/>
                        <a:pt x="3050" y="1262"/>
                        <a:pt x="3050" y="1262"/>
                      </a:cubicBezTo>
                      <a:cubicBezTo>
                        <a:pt x="3049" y="1246"/>
                        <a:pt x="3049" y="1246"/>
                        <a:pt x="3049" y="1246"/>
                      </a:cubicBezTo>
                      <a:cubicBezTo>
                        <a:pt x="3049" y="1246"/>
                        <a:pt x="3021" y="1255"/>
                        <a:pt x="3015" y="1254"/>
                      </a:cubicBezTo>
                      <a:cubicBezTo>
                        <a:pt x="3009" y="1253"/>
                        <a:pt x="3007" y="1241"/>
                        <a:pt x="3007" y="1241"/>
                      </a:cubicBezTo>
                      <a:cubicBezTo>
                        <a:pt x="2967" y="1253"/>
                        <a:pt x="2967" y="1253"/>
                        <a:pt x="2967" y="1253"/>
                      </a:cubicBezTo>
                      <a:cubicBezTo>
                        <a:pt x="2969" y="1233"/>
                        <a:pt x="2969" y="1233"/>
                        <a:pt x="2969" y="1233"/>
                      </a:cubicBezTo>
                      <a:cubicBezTo>
                        <a:pt x="2940" y="1243"/>
                        <a:pt x="2940" y="1243"/>
                        <a:pt x="2940" y="1243"/>
                      </a:cubicBezTo>
                      <a:cubicBezTo>
                        <a:pt x="2940" y="1243"/>
                        <a:pt x="2971" y="1208"/>
                        <a:pt x="2963" y="1204"/>
                      </a:cubicBezTo>
                      <a:cubicBezTo>
                        <a:pt x="2955" y="1200"/>
                        <a:pt x="2930" y="1200"/>
                        <a:pt x="2930" y="1200"/>
                      </a:cubicBezTo>
                      <a:cubicBezTo>
                        <a:pt x="2933" y="1184"/>
                        <a:pt x="2933" y="1184"/>
                        <a:pt x="2933" y="1184"/>
                      </a:cubicBezTo>
                      <a:cubicBezTo>
                        <a:pt x="2911" y="1184"/>
                        <a:pt x="2911" y="1184"/>
                        <a:pt x="2911" y="1184"/>
                      </a:cubicBezTo>
                      <a:cubicBezTo>
                        <a:pt x="2920" y="1170"/>
                        <a:pt x="2920" y="1170"/>
                        <a:pt x="2920" y="1170"/>
                      </a:cubicBezTo>
                      <a:cubicBezTo>
                        <a:pt x="2902" y="1154"/>
                        <a:pt x="2902" y="1154"/>
                        <a:pt x="2902" y="1154"/>
                      </a:cubicBezTo>
                      <a:cubicBezTo>
                        <a:pt x="2902" y="1154"/>
                        <a:pt x="2932" y="1161"/>
                        <a:pt x="2940" y="1155"/>
                      </a:cubicBezTo>
                      <a:cubicBezTo>
                        <a:pt x="2948" y="1149"/>
                        <a:pt x="2959" y="1144"/>
                        <a:pt x="2959" y="1144"/>
                      </a:cubicBezTo>
                      <a:cubicBezTo>
                        <a:pt x="2929" y="1126"/>
                        <a:pt x="2929" y="1126"/>
                        <a:pt x="2929" y="1126"/>
                      </a:cubicBezTo>
                      <a:cubicBezTo>
                        <a:pt x="2962" y="1107"/>
                        <a:pt x="2962" y="1107"/>
                        <a:pt x="2962" y="1107"/>
                      </a:cubicBezTo>
                      <a:cubicBezTo>
                        <a:pt x="2929" y="1092"/>
                        <a:pt x="2929" y="1092"/>
                        <a:pt x="2929" y="1092"/>
                      </a:cubicBezTo>
                      <a:cubicBezTo>
                        <a:pt x="2899" y="1093"/>
                        <a:pt x="2899" y="1093"/>
                        <a:pt x="2899" y="1093"/>
                      </a:cubicBezTo>
                      <a:cubicBezTo>
                        <a:pt x="2935" y="1080"/>
                        <a:pt x="2935" y="1080"/>
                        <a:pt x="2935" y="1080"/>
                      </a:cubicBezTo>
                      <a:cubicBezTo>
                        <a:pt x="2910" y="1074"/>
                        <a:pt x="2910" y="1074"/>
                        <a:pt x="2910" y="1074"/>
                      </a:cubicBezTo>
                      <a:cubicBezTo>
                        <a:pt x="2940" y="1060"/>
                        <a:pt x="2940" y="1060"/>
                        <a:pt x="2940" y="1060"/>
                      </a:cubicBezTo>
                      <a:cubicBezTo>
                        <a:pt x="2935" y="1044"/>
                        <a:pt x="2935" y="1044"/>
                        <a:pt x="2935" y="1044"/>
                      </a:cubicBezTo>
                      <a:cubicBezTo>
                        <a:pt x="2913" y="1042"/>
                        <a:pt x="2913" y="1042"/>
                        <a:pt x="2913" y="1042"/>
                      </a:cubicBezTo>
                      <a:cubicBezTo>
                        <a:pt x="2913" y="1042"/>
                        <a:pt x="2931" y="1032"/>
                        <a:pt x="2923" y="1013"/>
                      </a:cubicBezTo>
                      <a:cubicBezTo>
                        <a:pt x="2915" y="994"/>
                        <a:pt x="2907" y="997"/>
                        <a:pt x="2907" y="997"/>
                      </a:cubicBezTo>
                      <a:cubicBezTo>
                        <a:pt x="2916" y="983"/>
                        <a:pt x="2916" y="983"/>
                        <a:pt x="2916" y="983"/>
                      </a:cubicBezTo>
                      <a:cubicBezTo>
                        <a:pt x="2916" y="983"/>
                        <a:pt x="2892" y="994"/>
                        <a:pt x="2887" y="1001"/>
                      </a:cubicBezTo>
                      <a:cubicBezTo>
                        <a:pt x="2882" y="1008"/>
                        <a:pt x="2886" y="1014"/>
                        <a:pt x="2886" y="1014"/>
                      </a:cubicBezTo>
                      <a:cubicBezTo>
                        <a:pt x="2867" y="1008"/>
                        <a:pt x="2867" y="1008"/>
                        <a:pt x="2867" y="1008"/>
                      </a:cubicBezTo>
                      <a:cubicBezTo>
                        <a:pt x="2871" y="1030"/>
                        <a:pt x="2871" y="1030"/>
                        <a:pt x="2871" y="1030"/>
                      </a:cubicBezTo>
                      <a:cubicBezTo>
                        <a:pt x="2853" y="1029"/>
                        <a:pt x="2853" y="1029"/>
                        <a:pt x="2853" y="1029"/>
                      </a:cubicBezTo>
                      <a:cubicBezTo>
                        <a:pt x="2845" y="1043"/>
                        <a:pt x="2845" y="1043"/>
                        <a:pt x="2845" y="1043"/>
                      </a:cubicBezTo>
                      <a:cubicBezTo>
                        <a:pt x="2850" y="1049"/>
                        <a:pt x="2850" y="1049"/>
                        <a:pt x="2850" y="1049"/>
                      </a:cubicBezTo>
                      <a:cubicBezTo>
                        <a:pt x="2834" y="1050"/>
                        <a:pt x="2834" y="1050"/>
                        <a:pt x="2834" y="1050"/>
                      </a:cubicBezTo>
                      <a:cubicBezTo>
                        <a:pt x="2819" y="1080"/>
                        <a:pt x="2819" y="1080"/>
                        <a:pt x="2819" y="1080"/>
                      </a:cubicBezTo>
                      <a:cubicBezTo>
                        <a:pt x="2811" y="1080"/>
                        <a:pt x="2811" y="1080"/>
                        <a:pt x="2811" y="1080"/>
                      </a:cubicBezTo>
                      <a:cubicBezTo>
                        <a:pt x="2821" y="1055"/>
                        <a:pt x="2821" y="1055"/>
                        <a:pt x="2821" y="1055"/>
                      </a:cubicBezTo>
                      <a:cubicBezTo>
                        <a:pt x="2821" y="1055"/>
                        <a:pt x="2811" y="1040"/>
                        <a:pt x="2802" y="1049"/>
                      </a:cubicBezTo>
                      <a:cubicBezTo>
                        <a:pt x="2793" y="1058"/>
                        <a:pt x="2781" y="1071"/>
                        <a:pt x="2774" y="1072"/>
                      </a:cubicBezTo>
                      <a:cubicBezTo>
                        <a:pt x="2767" y="1073"/>
                        <a:pt x="2739" y="1094"/>
                        <a:pt x="2739" y="1094"/>
                      </a:cubicBezTo>
                      <a:cubicBezTo>
                        <a:pt x="2744" y="1079"/>
                        <a:pt x="2744" y="1079"/>
                        <a:pt x="2744" y="1079"/>
                      </a:cubicBezTo>
                      <a:cubicBezTo>
                        <a:pt x="2743" y="1068"/>
                        <a:pt x="2743" y="1068"/>
                        <a:pt x="2743" y="1068"/>
                      </a:cubicBezTo>
                      <a:cubicBezTo>
                        <a:pt x="2718" y="1089"/>
                        <a:pt x="2718" y="1089"/>
                        <a:pt x="2718" y="1089"/>
                      </a:cubicBezTo>
                      <a:cubicBezTo>
                        <a:pt x="2674" y="1099"/>
                        <a:pt x="2674" y="1099"/>
                        <a:pt x="2674" y="1099"/>
                      </a:cubicBezTo>
                      <a:cubicBezTo>
                        <a:pt x="2715" y="1085"/>
                        <a:pt x="2715" y="1085"/>
                        <a:pt x="2715" y="1085"/>
                      </a:cubicBezTo>
                      <a:cubicBezTo>
                        <a:pt x="2715" y="1085"/>
                        <a:pt x="2739" y="1058"/>
                        <a:pt x="2726" y="1052"/>
                      </a:cubicBezTo>
                      <a:cubicBezTo>
                        <a:pt x="2713" y="1046"/>
                        <a:pt x="2698" y="1052"/>
                        <a:pt x="2698" y="1052"/>
                      </a:cubicBezTo>
                      <a:cubicBezTo>
                        <a:pt x="2698" y="1052"/>
                        <a:pt x="2665" y="1067"/>
                        <a:pt x="2667" y="1056"/>
                      </a:cubicBezTo>
                      <a:cubicBezTo>
                        <a:pt x="2669" y="1045"/>
                        <a:pt x="2686" y="1042"/>
                        <a:pt x="2686" y="1042"/>
                      </a:cubicBezTo>
                      <a:cubicBezTo>
                        <a:pt x="2685" y="1049"/>
                        <a:pt x="2685" y="1049"/>
                        <a:pt x="2685" y="1049"/>
                      </a:cubicBezTo>
                      <a:cubicBezTo>
                        <a:pt x="2699" y="1044"/>
                        <a:pt x="2699" y="1044"/>
                        <a:pt x="2699" y="1044"/>
                      </a:cubicBezTo>
                      <a:cubicBezTo>
                        <a:pt x="2696" y="1025"/>
                        <a:pt x="2696" y="1025"/>
                        <a:pt x="2696" y="1025"/>
                      </a:cubicBezTo>
                      <a:cubicBezTo>
                        <a:pt x="2696" y="1025"/>
                        <a:pt x="2721" y="1011"/>
                        <a:pt x="2712" y="1004"/>
                      </a:cubicBezTo>
                      <a:cubicBezTo>
                        <a:pt x="2703" y="997"/>
                        <a:pt x="2676" y="993"/>
                        <a:pt x="2676" y="993"/>
                      </a:cubicBezTo>
                      <a:cubicBezTo>
                        <a:pt x="2676" y="993"/>
                        <a:pt x="2721" y="995"/>
                        <a:pt x="2724" y="983"/>
                      </a:cubicBezTo>
                      <a:cubicBezTo>
                        <a:pt x="2727" y="971"/>
                        <a:pt x="2730" y="968"/>
                        <a:pt x="2736" y="964"/>
                      </a:cubicBezTo>
                      <a:cubicBezTo>
                        <a:pt x="2742" y="960"/>
                        <a:pt x="2762" y="959"/>
                        <a:pt x="2752" y="950"/>
                      </a:cubicBezTo>
                      <a:cubicBezTo>
                        <a:pt x="2742" y="941"/>
                        <a:pt x="2732" y="957"/>
                        <a:pt x="2732" y="957"/>
                      </a:cubicBezTo>
                      <a:cubicBezTo>
                        <a:pt x="2726" y="940"/>
                        <a:pt x="2726" y="940"/>
                        <a:pt x="2726" y="940"/>
                      </a:cubicBezTo>
                      <a:cubicBezTo>
                        <a:pt x="2726" y="940"/>
                        <a:pt x="2695" y="941"/>
                        <a:pt x="2686" y="941"/>
                      </a:cubicBezTo>
                      <a:cubicBezTo>
                        <a:pt x="2677" y="941"/>
                        <a:pt x="2675" y="926"/>
                        <a:pt x="2683" y="923"/>
                      </a:cubicBezTo>
                      <a:cubicBezTo>
                        <a:pt x="2691" y="920"/>
                        <a:pt x="2692" y="913"/>
                        <a:pt x="2685" y="911"/>
                      </a:cubicBezTo>
                      <a:cubicBezTo>
                        <a:pt x="2678" y="909"/>
                        <a:pt x="2672" y="916"/>
                        <a:pt x="2672" y="916"/>
                      </a:cubicBezTo>
                      <a:cubicBezTo>
                        <a:pt x="2677" y="900"/>
                        <a:pt x="2677" y="900"/>
                        <a:pt x="2677" y="900"/>
                      </a:cubicBezTo>
                      <a:cubicBezTo>
                        <a:pt x="2653" y="904"/>
                        <a:pt x="2653" y="904"/>
                        <a:pt x="2653" y="904"/>
                      </a:cubicBezTo>
                      <a:cubicBezTo>
                        <a:pt x="2653" y="904"/>
                        <a:pt x="2657" y="875"/>
                        <a:pt x="2640" y="875"/>
                      </a:cubicBezTo>
                      <a:cubicBezTo>
                        <a:pt x="2623" y="875"/>
                        <a:pt x="2595" y="892"/>
                        <a:pt x="2595" y="892"/>
                      </a:cubicBezTo>
                      <a:cubicBezTo>
                        <a:pt x="2595" y="892"/>
                        <a:pt x="2587" y="881"/>
                        <a:pt x="2579" y="881"/>
                      </a:cubicBezTo>
                      <a:cubicBezTo>
                        <a:pt x="2571" y="881"/>
                        <a:pt x="2554" y="890"/>
                        <a:pt x="2554" y="890"/>
                      </a:cubicBezTo>
                      <a:cubicBezTo>
                        <a:pt x="2554" y="890"/>
                        <a:pt x="2508" y="868"/>
                        <a:pt x="2492" y="871"/>
                      </a:cubicBezTo>
                      <a:cubicBezTo>
                        <a:pt x="2476" y="874"/>
                        <a:pt x="2470" y="886"/>
                        <a:pt x="2470" y="886"/>
                      </a:cubicBezTo>
                      <a:cubicBezTo>
                        <a:pt x="2470" y="886"/>
                        <a:pt x="2449" y="896"/>
                        <a:pt x="2456" y="904"/>
                      </a:cubicBezTo>
                      <a:cubicBezTo>
                        <a:pt x="2463" y="912"/>
                        <a:pt x="2476" y="913"/>
                        <a:pt x="2470" y="921"/>
                      </a:cubicBezTo>
                      <a:cubicBezTo>
                        <a:pt x="2464" y="929"/>
                        <a:pt x="2439" y="945"/>
                        <a:pt x="2439" y="945"/>
                      </a:cubicBezTo>
                      <a:cubicBezTo>
                        <a:pt x="2421" y="952"/>
                        <a:pt x="2421" y="952"/>
                        <a:pt x="2421" y="952"/>
                      </a:cubicBezTo>
                      <a:cubicBezTo>
                        <a:pt x="2438" y="961"/>
                        <a:pt x="2438" y="961"/>
                        <a:pt x="2438" y="961"/>
                      </a:cubicBezTo>
                      <a:cubicBezTo>
                        <a:pt x="2438" y="961"/>
                        <a:pt x="2423" y="968"/>
                        <a:pt x="2422" y="977"/>
                      </a:cubicBezTo>
                      <a:cubicBezTo>
                        <a:pt x="2421" y="986"/>
                        <a:pt x="2429" y="993"/>
                        <a:pt x="2421" y="1003"/>
                      </a:cubicBezTo>
                      <a:cubicBezTo>
                        <a:pt x="2413" y="1013"/>
                        <a:pt x="2406" y="1005"/>
                        <a:pt x="2393" y="1013"/>
                      </a:cubicBezTo>
                      <a:cubicBezTo>
                        <a:pt x="2380" y="1021"/>
                        <a:pt x="2382" y="1034"/>
                        <a:pt x="2382" y="1034"/>
                      </a:cubicBezTo>
                      <a:cubicBezTo>
                        <a:pt x="2382" y="1034"/>
                        <a:pt x="2366" y="1037"/>
                        <a:pt x="2360" y="1043"/>
                      </a:cubicBezTo>
                      <a:cubicBezTo>
                        <a:pt x="2354" y="1049"/>
                        <a:pt x="2334" y="1054"/>
                        <a:pt x="2336" y="1062"/>
                      </a:cubicBezTo>
                      <a:cubicBezTo>
                        <a:pt x="2338" y="1070"/>
                        <a:pt x="2375" y="1084"/>
                        <a:pt x="2375" y="1093"/>
                      </a:cubicBezTo>
                      <a:cubicBezTo>
                        <a:pt x="2375" y="1102"/>
                        <a:pt x="2374" y="1167"/>
                        <a:pt x="2339" y="1187"/>
                      </a:cubicBezTo>
                      <a:cubicBezTo>
                        <a:pt x="2304" y="1207"/>
                        <a:pt x="2259" y="1242"/>
                        <a:pt x="2241" y="1243"/>
                      </a:cubicBezTo>
                      <a:cubicBezTo>
                        <a:pt x="2223" y="1244"/>
                        <a:pt x="2174" y="1247"/>
                        <a:pt x="2171" y="1256"/>
                      </a:cubicBezTo>
                      <a:cubicBezTo>
                        <a:pt x="2168" y="1265"/>
                        <a:pt x="2180" y="1293"/>
                        <a:pt x="2180" y="1298"/>
                      </a:cubicBezTo>
                      <a:cubicBezTo>
                        <a:pt x="2180" y="1303"/>
                        <a:pt x="2159" y="1324"/>
                        <a:pt x="2155" y="1339"/>
                      </a:cubicBezTo>
                      <a:cubicBezTo>
                        <a:pt x="2151" y="1354"/>
                        <a:pt x="2154" y="1387"/>
                        <a:pt x="2154" y="1387"/>
                      </a:cubicBezTo>
                      <a:cubicBezTo>
                        <a:pt x="2154" y="1387"/>
                        <a:pt x="2120" y="1404"/>
                        <a:pt x="2119" y="1409"/>
                      </a:cubicBezTo>
                      <a:cubicBezTo>
                        <a:pt x="2118" y="1414"/>
                        <a:pt x="2117" y="1431"/>
                        <a:pt x="2117" y="1431"/>
                      </a:cubicBezTo>
                      <a:cubicBezTo>
                        <a:pt x="2104" y="1447"/>
                        <a:pt x="2104" y="1447"/>
                        <a:pt x="2104" y="1447"/>
                      </a:cubicBezTo>
                      <a:cubicBezTo>
                        <a:pt x="2104" y="1447"/>
                        <a:pt x="2111" y="1423"/>
                        <a:pt x="2100" y="1422"/>
                      </a:cubicBezTo>
                      <a:cubicBezTo>
                        <a:pt x="2089" y="1421"/>
                        <a:pt x="2067" y="1435"/>
                        <a:pt x="2072" y="1446"/>
                      </a:cubicBezTo>
                      <a:cubicBezTo>
                        <a:pt x="2077" y="1457"/>
                        <a:pt x="2071" y="1466"/>
                        <a:pt x="2071" y="1466"/>
                      </a:cubicBezTo>
                      <a:cubicBezTo>
                        <a:pt x="2071" y="1466"/>
                        <a:pt x="2069" y="1446"/>
                        <a:pt x="2063" y="1441"/>
                      </a:cubicBezTo>
                      <a:cubicBezTo>
                        <a:pt x="2057" y="1436"/>
                        <a:pt x="2019" y="1447"/>
                        <a:pt x="2019" y="1447"/>
                      </a:cubicBezTo>
                      <a:cubicBezTo>
                        <a:pt x="2019" y="1447"/>
                        <a:pt x="2055" y="1426"/>
                        <a:pt x="2051" y="1413"/>
                      </a:cubicBezTo>
                      <a:cubicBezTo>
                        <a:pt x="2047" y="1400"/>
                        <a:pt x="2011" y="1389"/>
                        <a:pt x="2011" y="1389"/>
                      </a:cubicBezTo>
                      <a:cubicBezTo>
                        <a:pt x="2011" y="1389"/>
                        <a:pt x="2028" y="1386"/>
                        <a:pt x="2028" y="1379"/>
                      </a:cubicBezTo>
                      <a:cubicBezTo>
                        <a:pt x="2028" y="1372"/>
                        <a:pt x="2016" y="1346"/>
                        <a:pt x="2016" y="1346"/>
                      </a:cubicBezTo>
                      <a:cubicBezTo>
                        <a:pt x="2038" y="1331"/>
                        <a:pt x="2038" y="1331"/>
                        <a:pt x="2038" y="1331"/>
                      </a:cubicBezTo>
                      <a:cubicBezTo>
                        <a:pt x="2037" y="1316"/>
                        <a:pt x="2037" y="1316"/>
                        <a:pt x="2037" y="1316"/>
                      </a:cubicBezTo>
                      <a:cubicBezTo>
                        <a:pt x="2054" y="1305"/>
                        <a:pt x="2054" y="1305"/>
                        <a:pt x="2054" y="1305"/>
                      </a:cubicBezTo>
                      <a:cubicBezTo>
                        <a:pt x="2053" y="1280"/>
                        <a:pt x="2053" y="1280"/>
                        <a:pt x="2053" y="1280"/>
                      </a:cubicBezTo>
                      <a:cubicBezTo>
                        <a:pt x="2053" y="1280"/>
                        <a:pt x="2102" y="1253"/>
                        <a:pt x="2078" y="1241"/>
                      </a:cubicBezTo>
                      <a:cubicBezTo>
                        <a:pt x="2054" y="1229"/>
                        <a:pt x="1982" y="1233"/>
                        <a:pt x="1982" y="1233"/>
                      </a:cubicBezTo>
                      <a:cubicBezTo>
                        <a:pt x="1958" y="1241"/>
                        <a:pt x="1958" y="1241"/>
                        <a:pt x="1958" y="1241"/>
                      </a:cubicBezTo>
                      <a:cubicBezTo>
                        <a:pt x="1958" y="1241"/>
                        <a:pt x="1976" y="1220"/>
                        <a:pt x="1966" y="1215"/>
                      </a:cubicBezTo>
                      <a:cubicBezTo>
                        <a:pt x="1956" y="1210"/>
                        <a:pt x="1908" y="1200"/>
                        <a:pt x="1908" y="1200"/>
                      </a:cubicBezTo>
                      <a:cubicBezTo>
                        <a:pt x="1908" y="1200"/>
                        <a:pt x="1913" y="1178"/>
                        <a:pt x="1894" y="1164"/>
                      </a:cubicBezTo>
                      <a:cubicBezTo>
                        <a:pt x="1875" y="1150"/>
                        <a:pt x="1850" y="1149"/>
                        <a:pt x="1850" y="1149"/>
                      </a:cubicBezTo>
                      <a:cubicBezTo>
                        <a:pt x="1850" y="1149"/>
                        <a:pt x="1851" y="1137"/>
                        <a:pt x="1823" y="1136"/>
                      </a:cubicBezTo>
                      <a:cubicBezTo>
                        <a:pt x="1795" y="1135"/>
                        <a:pt x="1726" y="1147"/>
                        <a:pt x="1726" y="1147"/>
                      </a:cubicBezTo>
                      <a:cubicBezTo>
                        <a:pt x="1726" y="1147"/>
                        <a:pt x="1759" y="1137"/>
                        <a:pt x="1760" y="1125"/>
                      </a:cubicBezTo>
                      <a:cubicBezTo>
                        <a:pt x="1761" y="1113"/>
                        <a:pt x="1779" y="1061"/>
                        <a:pt x="1779" y="1061"/>
                      </a:cubicBezTo>
                      <a:cubicBezTo>
                        <a:pt x="1779" y="1061"/>
                        <a:pt x="1749" y="1055"/>
                        <a:pt x="1746" y="1057"/>
                      </a:cubicBezTo>
                      <a:cubicBezTo>
                        <a:pt x="1743" y="1059"/>
                        <a:pt x="1720" y="1075"/>
                        <a:pt x="1720" y="1075"/>
                      </a:cubicBezTo>
                      <a:cubicBezTo>
                        <a:pt x="1730" y="1056"/>
                        <a:pt x="1730" y="1056"/>
                        <a:pt x="1730" y="1056"/>
                      </a:cubicBezTo>
                      <a:cubicBezTo>
                        <a:pt x="1726" y="1041"/>
                        <a:pt x="1726" y="1041"/>
                        <a:pt x="1726" y="1041"/>
                      </a:cubicBezTo>
                      <a:cubicBezTo>
                        <a:pt x="1726" y="1041"/>
                        <a:pt x="1752" y="1019"/>
                        <a:pt x="1764" y="998"/>
                      </a:cubicBezTo>
                      <a:cubicBezTo>
                        <a:pt x="1776" y="977"/>
                        <a:pt x="1844" y="940"/>
                        <a:pt x="1844" y="940"/>
                      </a:cubicBezTo>
                      <a:cubicBezTo>
                        <a:pt x="1838" y="929"/>
                        <a:pt x="1838" y="929"/>
                        <a:pt x="1838" y="929"/>
                      </a:cubicBezTo>
                      <a:cubicBezTo>
                        <a:pt x="1881" y="915"/>
                        <a:pt x="1881" y="915"/>
                        <a:pt x="1881" y="915"/>
                      </a:cubicBezTo>
                      <a:cubicBezTo>
                        <a:pt x="1882" y="904"/>
                        <a:pt x="1882" y="904"/>
                        <a:pt x="1882" y="904"/>
                      </a:cubicBezTo>
                      <a:cubicBezTo>
                        <a:pt x="1909" y="900"/>
                        <a:pt x="1909" y="900"/>
                        <a:pt x="1909" y="900"/>
                      </a:cubicBezTo>
                      <a:cubicBezTo>
                        <a:pt x="1911" y="887"/>
                        <a:pt x="1911" y="887"/>
                        <a:pt x="1911" y="887"/>
                      </a:cubicBezTo>
                      <a:cubicBezTo>
                        <a:pt x="1932" y="884"/>
                        <a:pt x="1932" y="884"/>
                        <a:pt x="1932" y="884"/>
                      </a:cubicBezTo>
                      <a:cubicBezTo>
                        <a:pt x="1966" y="857"/>
                        <a:pt x="1966" y="857"/>
                        <a:pt x="1966" y="857"/>
                      </a:cubicBezTo>
                      <a:cubicBezTo>
                        <a:pt x="1966" y="857"/>
                        <a:pt x="2040" y="860"/>
                        <a:pt x="2040" y="847"/>
                      </a:cubicBezTo>
                      <a:cubicBezTo>
                        <a:pt x="2040" y="834"/>
                        <a:pt x="2020" y="819"/>
                        <a:pt x="2020" y="819"/>
                      </a:cubicBezTo>
                      <a:cubicBezTo>
                        <a:pt x="1980" y="824"/>
                        <a:pt x="1980" y="824"/>
                        <a:pt x="1980" y="824"/>
                      </a:cubicBezTo>
                      <a:cubicBezTo>
                        <a:pt x="1986" y="814"/>
                        <a:pt x="1986" y="814"/>
                        <a:pt x="1986" y="814"/>
                      </a:cubicBezTo>
                      <a:cubicBezTo>
                        <a:pt x="1950" y="800"/>
                        <a:pt x="1950" y="800"/>
                        <a:pt x="1950" y="800"/>
                      </a:cubicBezTo>
                      <a:cubicBezTo>
                        <a:pt x="1966" y="795"/>
                        <a:pt x="1966" y="795"/>
                        <a:pt x="1966" y="795"/>
                      </a:cubicBezTo>
                      <a:cubicBezTo>
                        <a:pt x="2021" y="811"/>
                        <a:pt x="2021" y="811"/>
                        <a:pt x="2021" y="811"/>
                      </a:cubicBezTo>
                      <a:cubicBezTo>
                        <a:pt x="2021" y="811"/>
                        <a:pt x="2042" y="833"/>
                        <a:pt x="2061" y="825"/>
                      </a:cubicBezTo>
                      <a:cubicBezTo>
                        <a:pt x="2080" y="817"/>
                        <a:pt x="2096" y="784"/>
                        <a:pt x="2103" y="789"/>
                      </a:cubicBezTo>
                      <a:cubicBezTo>
                        <a:pt x="2110" y="794"/>
                        <a:pt x="2131" y="804"/>
                        <a:pt x="2140" y="802"/>
                      </a:cubicBezTo>
                      <a:cubicBezTo>
                        <a:pt x="2140" y="802"/>
                        <a:pt x="2185" y="783"/>
                        <a:pt x="2203" y="776"/>
                      </a:cubicBezTo>
                      <a:cubicBezTo>
                        <a:pt x="2221" y="769"/>
                        <a:pt x="2255" y="750"/>
                        <a:pt x="2243" y="747"/>
                      </a:cubicBezTo>
                      <a:cubicBezTo>
                        <a:pt x="2231" y="744"/>
                        <a:pt x="2175" y="744"/>
                        <a:pt x="2175" y="744"/>
                      </a:cubicBezTo>
                      <a:cubicBezTo>
                        <a:pt x="2171" y="728"/>
                        <a:pt x="2171" y="728"/>
                        <a:pt x="2171" y="728"/>
                      </a:cubicBezTo>
                      <a:cubicBezTo>
                        <a:pt x="2115" y="708"/>
                        <a:pt x="2115" y="708"/>
                        <a:pt x="2115" y="708"/>
                      </a:cubicBezTo>
                      <a:cubicBezTo>
                        <a:pt x="2115" y="708"/>
                        <a:pt x="2171" y="700"/>
                        <a:pt x="2186" y="706"/>
                      </a:cubicBezTo>
                      <a:cubicBezTo>
                        <a:pt x="2201" y="712"/>
                        <a:pt x="2215" y="738"/>
                        <a:pt x="2230" y="738"/>
                      </a:cubicBezTo>
                      <a:cubicBezTo>
                        <a:pt x="2245" y="738"/>
                        <a:pt x="2324" y="700"/>
                        <a:pt x="2324" y="700"/>
                      </a:cubicBezTo>
                      <a:cubicBezTo>
                        <a:pt x="2305" y="692"/>
                        <a:pt x="2305" y="692"/>
                        <a:pt x="2305" y="692"/>
                      </a:cubicBezTo>
                      <a:cubicBezTo>
                        <a:pt x="2305" y="692"/>
                        <a:pt x="2319" y="680"/>
                        <a:pt x="2337" y="680"/>
                      </a:cubicBezTo>
                      <a:cubicBezTo>
                        <a:pt x="2355" y="680"/>
                        <a:pt x="2360" y="694"/>
                        <a:pt x="2360" y="694"/>
                      </a:cubicBezTo>
                      <a:cubicBezTo>
                        <a:pt x="2380" y="701"/>
                        <a:pt x="2380" y="701"/>
                        <a:pt x="2380" y="701"/>
                      </a:cubicBezTo>
                      <a:cubicBezTo>
                        <a:pt x="2381" y="688"/>
                        <a:pt x="2381" y="688"/>
                        <a:pt x="2381" y="688"/>
                      </a:cubicBezTo>
                      <a:cubicBezTo>
                        <a:pt x="2381" y="688"/>
                        <a:pt x="2395" y="705"/>
                        <a:pt x="2400" y="696"/>
                      </a:cubicBezTo>
                      <a:cubicBezTo>
                        <a:pt x="2405" y="687"/>
                        <a:pt x="2388" y="669"/>
                        <a:pt x="2388" y="669"/>
                      </a:cubicBezTo>
                      <a:cubicBezTo>
                        <a:pt x="2374" y="663"/>
                        <a:pt x="2374" y="663"/>
                        <a:pt x="2374" y="663"/>
                      </a:cubicBezTo>
                      <a:cubicBezTo>
                        <a:pt x="2401" y="658"/>
                        <a:pt x="2401" y="658"/>
                        <a:pt x="2401" y="658"/>
                      </a:cubicBezTo>
                      <a:cubicBezTo>
                        <a:pt x="2401" y="658"/>
                        <a:pt x="2415" y="697"/>
                        <a:pt x="2424" y="695"/>
                      </a:cubicBezTo>
                      <a:cubicBezTo>
                        <a:pt x="2433" y="693"/>
                        <a:pt x="2546" y="660"/>
                        <a:pt x="2532" y="641"/>
                      </a:cubicBezTo>
                      <a:cubicBezTo>
                        <a:pt x="2518" y="622"/>
                        <a:pt x="2507" y="607"/>
                        <a:pt x="2518" y="600"/>
                      </a:cubicBezTo>
                      <a:cubicBezTo>
                        <a:pt x="2529" y="593"/>
                        <a:pt x="2579" y="591"/>
                        <a:pt x="2580" y="585"/>
                      </a:cubicBezTo>
                      <a:cubicBezTo>
                        <a:pt x="2581" y="579"/>
                        <a:pt x="2570" y="553"/>
                        <a:pt x="2570" y="553"/>
                      </a:cubicBezTo>
                      <a:cubicBezTo>
                        <a:pt x="2558" y="538"/>
                        <a:pt x="2558" y="538"/>
                        <a:pt x="2558" y="538"/>
                      </a:cubicBezTo>
                      <a:cubicBezTo>
                        <a:pt x="2558" y="538"/>
                        <a:pt x="2496" y="520"/>
                        <a:pt x="2470" y="538"/>
                      </a:cubicBezTo>
                      <a:cubicBezTo>
                        <a:pt x="2444" y="556"/>
                        <a:pt x="2466" y="568"/>
                        <a:pt x="2466" y="568"/>
                      </a:cubicBezTo>
                      <a:cubicBezTo>
                        <a:pt x="2442" y="583"/>
                        <a:pt x="2442" y="583"/>
                        <a:pt x="2442" y="583"/>
                      </a:cubicBezTo>
                      <a:cubicBezTo>
                        <a:pt x="2428" y="583"/>
                        <a:pt x="2428" y="583"/>
                        <a:pt x="2428" y="583"/>
                      </a:cubicBezTo>
                      <a:cubicBezTo>
                        <a:pt x="2383" y="614"/>
                        <a:pt x="2383" y="614"/>
                        <a:pt x="2383" y="614"/>
                      </a:cubicBezTo>
                      <a:cubicBezTo>
                        <a:pt x="2366" y="621"/>
                        <a:pt x="2366" y="621"/>
                        <a:pt x="2366" y="621"/>
                      </a:cubicBezTo>
                      <a:cubicBezTo>
                        <a:pt x="2366" y="621"/>
                        <a:pt x="2354" y="639"/>
                        <a:pt x="2350" y="642"/>
                      </a:cubicBezTo>
                      <a:cubicBezTo>
                        <a:pt x="2346" y="645"/>
                        <a:pt x="2327" y="646"/>
                        <a:pt x="2327" y="646"/>
                      </a:cubicBezTo>
                      <a:cubicBezTo>
                        <a:pt x="2304" y="658"/>
                        <a:pt x="2304" y="658"/>
                        <a:pt x="2304" y="658"/>
                      </a:cubicBezTo>
                      <a:cubicBezTo>
                        <a:pt x="2304" y="658"/>
                        <a:pt x="2293" y="624"/>
                        <a:pt x="2299" y="613"/>
                      </a:cubicBezTo>
                      <a:cubicBezTo>
                        <a:pt x="2305" y="602"/>
                        <a:pt x="2336" y="607"/>
                        <a:pt x="2341" y="591"/>
                      </a:cubicBezTo>
                      <a:cubicBezTo>
                        <a:pt x="2346" y="575"/>
                        <a:pt x="2330" y="558"/>
                        <a:pt x="2327" y="558"/>
                      </a:cubicBezTo>
                      <a:cubicBezTo>
                        <a:pt x="2324" y="558"/>
                        <a:pt x="2271" y="582"/>
                        <a:pt x="2271" y="582"/>
                      </a:cubicBezTo>
                      <a:cubicBezTo>
                        <a:pt x="2252" y="603"/>
                        <a:pt x="2252" y="603"/>
                        <a:pt x="2252" y="603"/>
                      </a:cubicBezTo>
                      <a:cubicBezTo>
                        <a:pt x="2246" y="594"/>
                        <a:pt x="2246" y="594"/>
                        <a:pt x="2246" y="594"/>
                      </a:cubicBezTo>
                      <a:cubicBezTo>
                        <a:pt x="2264" y="576"/>
                        <a:pt x="2264" y="576"/>
                        <a:pt x="2264" y="576"/>
                      </a:cubicBezTo>
                      <a:cubicBezTo>
                        <a:pt x="2262" y="563"/>
                        <a:pt x="2262" y="563"/>
                        <a:pt x="2262" y="563"/>
                      </a:cubicBezTo>
                      <a:cubicBezTo>
                        <a:pt x="2292" y="552"/>
                        <a:pt x="2292" y="552"/>
                        <a:pt x="2292" y="552"/>
                      </a:cubicBezTo>
                      <a:cubicBezTo>
                        <a:pt x="2265" y="547"/>
                        <a:pt x="2265" y="547"/>
                        <a:pt x="2265" y="547"/>
                      </a:cubicBezTo>
                      <a:cubicBezTo>
                        <a:pt x="2270" y="537"/>
                        <a:pt x="2270" y="537"/>
                        <a:pt x="2270" y="537"/>
                      </a:cubicBezTo>
                      <a:cubicBezTo>
                        <a:pt x="2238" y="547"/>
                        <a:pt x="2238" y="547"/>
                        <a:pt x="2238" y="547"/>
                      </a:cubicBezTo>
                      <a:cubicBezTo>
                        <a:pt x="2224" y="539"/>
                        <a:pt x="2224" y="539"/>
                        <a:pt x="2224" y="539"/>
                      </a:cubicBezTo>
                      <a:cubicBezTo>
                        <a:pt x="2249" y="530"/>
                        <a:pt x="2249" y="530"/>
                        <a:pt x="2249" y="530"/>
                      </a:cubicBezTo>
                      <a:cubicBezTo>
                        <a:pt x="2250" y="520"/>
                        <a:pt x="2250" y="520"/>
                        <a:pt x="2250" y="520"/>
                      </a:cubicBezTo>
                      <a:cubicBezTo>
                        <a:pt x="2250" y="520"/>
                        <a:pt x="2286" y="528"/>
                        <a:pt x="2284" y="515"/>
                      </a:cubicBezTo>
                      <a:cubicBezTo>
                        <a:pt x="2282" y="502"/>
                        <a:pt x="2254" y="505"/>
                        <a:pt x="2266" y="488"/>
                      </a:cubicBezTo>
                      <a:cubicBezTo>
                        <a:pt x="2278" y="471"/>
                        <a:pt x="2289" y="446"/>
                        <a:pt x="2273" y="445"/>
                      </a:cubicBezTo>
                      <a:cubicBezTo>
                        <a:pt x="2248" y="435"/>
                        <a:pt x="2248" y="435"/>
                        <a:pt x="2248" y="435"/>
                      </a:cubicBezTo>
                      <a:cubicBezTo>
                        <a:pt x="2229" y="443"/>
                        <a:pt x="2229" y="443"/>
                        <a:pt x="2229" y="443"/>
                      </a:cubicBezTo>
                      <a:cubicBezTo>
                        <a:pt x="2229" y="443"/>
                        <a:pt x="2202" y="445"/>
                        <a:pt x="2201" y="449"/>
                      </a:cubicBezTo>
                      <a:cubicBezTo>
                        <a:pt x="2200" y="453"/>
                        <a:pt x="2208" y="462"/>
                        <a:pt x="2202" y="463"/>
                      </a:cubicBezTo>
                      <a:cubicBezTo>
                        <a:pt x="2196" y="464"/>
                        <a:pt x="2160" y="457"/>
                        <a:pt x="2152" y="466"/>
                      </a:cubicBezTo>
                      <a:cubicBezTo>
                        <a:pt x="2144" y="475"/>
                        <a:pt x="2127" y="484"/>
                        <a:pt x="2136" y="488"/>
                      </a:cubicBezTo>
                      <a:cubicBezTo>
                        <a:pt x="2145" y="492"/>
                        <a:pt x="2156" y="494"/>
                        <a:pt x="2156" y="494"/>
                      </a:cubicBezTo>
                      <a:cubicBezTo>
                        <a:pt x="2156" y="494"/>
                        <a:pt x="2107" y="507"/>
                        <a:pt x="2109" y="520"/>
                      </a:cubicBezTo>
                      <a:cubicBezTo>
                        <a:pt x="2111" y="533"/>
                        <a:pt x="2138" y="543"/>
                        <a:pt x="2138" y="543"/>
                      </a:cubicBezTo>
                      <a:cubicBezTo>
                        <a:pt x="2154" y="536"/>
                        <a:pt x="2154" y="536"/>
                        <a:pt x="2154" y="536"/>
                      </a:cubicBezTo>
                      <a:cubicBezTo>
                        <a:pt x="2154" y="536"/>
                        <a:pt x="2153" y="557"/>
                        <a:pt x="2159" y="554"/>
                      </a:cubicBezTo>
                      <a:cubicBezTo>
                        <a:pt x="2165" y="551"/>
                        <a:pt x="2194" y="546"/>
                        <a:pt x="2183" y="554"/>
                      </a:cubicBezTo>
                      <a:cubicBezTo>
                        <a:pt x="2172" y="562"/>
                        <a:pt x="2163" y="561"/>
                        <a:pt x="2163" y="561"/>
                      </a:cubicBezTo>
                      <a:cubicBezTo>
                        <a:pt x="2150" y="556"/>
                        <a:pt x="2150" y="556"/>
                        <a:pt x="2150" y="556"/>
                      </a:cubicBezTo>
                      <a:cubicBezTo>
                        <a:pt x="2148" y="565"/>
                        <a:pt x="2148" y="565"/>
                        <a:pt x="2148" y="565"/>
                      </a:cubicBezTo>
                      <a:cubicBezTo>
                        <a:pt x="2148" y="565"/>
                        <a:pt x="2112" y="571"/>
                        <a:pt x="2124" y="575"/>
                      </a:cubicBezTo>
                      <a:cubicBezTo>
                        <a:pt x="2136" y="579"/>
                        <a:pt x="2163" y="559"/>
                        <a:pt x="2157" y="572"/>
                      </a:cubicBezTo>
                      <a:cubicBezTo>
                        <a:pt x="2151" y="585"/>
                        <a:pt x="2132" y="594"/>
                        <a:pt x="2119" y="598"/>
                      </a:cubicBezTo>
                      <a:cubicBezTo>
                        <a:pt x="2106" y="602"/>
                        <a:pt x="2086" y="617"/>
                        <a:pt x="2086" y="617"/>
                      </a:cubicBezTo>
                      <a:cubicBezTo>
                        <a:pt x="2086" y="617"/>
                        <a:pt x="2064" y="605"/>
                        <a:pt x="2060" y="612"/>
                      </a:cubicBezTo>
                      <a:cubicBezTo>
                        <a:pt x="2056" y="619"/>
                        <a:pt x="2035" y="625"/>
                        <a:pt x="2036" y="635"/>
                      </a:cubicBezTo>
                      <a:cubicBezTo>
                        <a:pt x="2037" y="645"/>
                        <a:pt x="2030" y="654"/>
                        <a:pt x="2030" y="654"/>
                      </a:cubicBezTo>
                      <a:cubicBezTo>
                        <a:pt x="2026" y="645"/>
                        <a:pt x="2026" y="645"/>
                        <a:pt x="2026" y="645"/>
                      </a:cubicBezTo>
                      <a:cubicBezTo>
                        <a:pt x="2026" y="645"/>
                        <a:pt x="2001" y="644"/>
                        <a:pt x="2003" y="638"/>
                      </a:cubicBezTo>
                      <a:cubicBezTo>
                        <a:pt x="2005" y="632"/>
                        <a:pt x="2047" y="604"/>
                        <a:pt x="2047" y="604"/>
                      </a:cubicBezTo>
                      <a:cubicBezTo>
                        <a:pt x="2022" y="604"/>
                        <a:pt x="2022" y="604"/>
                        <a:pt x="2022" y="604"/>
                      </a:cubicBezTo>
                      <a:cubicBezTo>
                        <a:pt x="2022" y="604"/>
                        <a:pt x="2015" y="590"/>
                        <a:pt x="2008" y="590"/>
                      </a:cubicBezTo>
                      <a:cubicBezTo>
                        <a:pt x="2001" y="590"/>
                        <a:pt x="1985" y="596"/>
                        <a:pt x="1985" y="596"/>
                      </a:cubicBezTo>
                      <a:cubicBezTo>
                        <a:pt x="1985" y="596"/>
                        <a:pt x="1964" y="589"/>
                        <a:pt x="1961" y="597"/>
                      </a:cubicBezTo>
                      <a:cubicBezTo>
                        <a:pt x="1958" y="605"/>
                        <a:pt x="1956" y="612"/>
                        <a:pt x="1960" y="613"/>
                      </a:cubicBezTo>
                      <a:cubicBezTo>
                        <a:pt x="1964" y="614"/>
                        <a:pt x="1993" y="627"/>
                        <a:pt x="1983" y="630"/>
                      </a:cubicBezTo>
                      <a:cubicBezTo>
                        <a:pt x="1973" y="633"/>
                        <a:pt x="1955" y="618"/>
                        <a:pt x="1955" y="618"/>
                      </a:cubicBezTo>
                      <a:cubicBezTo>
                        <a:pt x="1941" y="609"/>
                        <a:pt x="1941" y="609"/>
                        <a:pt x="1941" y="609"/>
                      </a:cubicBezTo>
                      <a:cubicBezTo>
                        <a:pt x="1940" y="629"/>
                        <a:pt x="1940" y="629"/>
                        <a:pt x="1940" y="629"/>
                      </a:cubicBezTo>
                      <a:cubicBezTo>
                        <a:pt x="1940" y="629"/>
                        <a:pt x="1925" y="638"/>
                        <a:pt x="1916" y="636"/>
                      </a:cubicBezTo>
                      <a:cubicBezTo>
                        <a:pt x="1907" y="634"/>
                        <a:pt x="1874" y="625"/>
                        <a:pt x="1863" y="625"/>
                      </a:cubicBezTo>
                      <a:cubicBezTo>
                        <a:pt x="1852" y="625"/>
                        <a:pt x="1830" y="629"/>
                        <a:pt x="1819" y="628"/>
                      </a:cubicBezTo>
                      <a:cubicBezTo>
                        <a:pt x="1808" y="627"/>
                        <a:pt x="1791" y="610"/>
                        <a:pt x="1791" y="610"/>
                      </a:cubicBezTo>
                      <a:cubicBezTo>
                        <a:pt x="1752" y="613"/>
                        <a:pt x="1752" y="613"/>
                        <a:pt x="1752" y="613"/>
                      </a:cubicBezTo>
                      <a:cubicBezTo>
                        <a:pt x="1752" y="613"/>
                        <a:pt x="1737" y="599"/>
                        <a:pt x="1729" y="597"/>
                      </a:cubicBezTo>
                      <a:cubicBezTo>
                        <a:pt x="1721" y="595"/>
                        <a:pt x="1704" y="595"/>
                        <a:pt x="1692" y="601"/>
                      </a:cubicBezTo>
                      <a:cubicBezTo>
                        <a:pt x="1680" y="607"/>
                        <a:pt x="1685" y="609"/>
                        <a:pt x="1672" y="609"/>
                      </a:cubicBezTo>
                      <a:cubicBezTo>
                        <a:pt x="1659" y="609"/>
                        <a:pt x="1631" y="602"/>
                        <a:pt x="1624" y="611"/>
                      </a:cubicBezTo>
                      <a:cubicBezTo>
                        <a:pt x="1617" y="620"/>
                        <a:pt x="1605" y="646"/>
                        <a:pt x="1605" y="646"/>
                      </a:cubicBezTo>
                      <a:cubicBezTo>
                        <a:pt x="1597" y="666"/>
                        <a:pt x="1597" y="666"/>
                        <a:pt x="1597" y="666"/>
                      </a:cubicBezTo>
                      <a:cubicBezTo>
                        <a:pt x="1576" y="668"/>
                        <a:pt x="1576" y="668"/>
                        <a:pt x="1576" y="668"/>
                      </a:cubicBezTo>
                      <a:cubicBezTo>
                        <a:pt x="1571" y="687"/>
                        <a:pt x="1571" y="687"/>
                        <a:pt x="1571" y="687"/>
                      </a:cubicBezTo>
                      <a:cubicBezTo>
                        <a:pt x="1556" y="654"/>
                        <a:pt x="1556" y="654"/>
                        <a:pt x="1556" y="654"/>
                      </a:cubicBezTo>
                      <a:cubicBezTo>
                        <a:pt x="1556" y="654"/>
                        <a:pt x="1598" y="665"/>
                        <a:pt x="1587" y="646"/>
                      </a:cubicBezTo>
                      <a:cubicBezTo>
                        <a:pt x="1576" y="627"/>
                        <a:pt x="1544" y="625"/>
                        <a:pt x="1544" y="625"/>
                      </a:cubicBezTo>
                      <a:cubicBezTo>
                        <a:pt x="1546" y="616"/>
                        <a:pt x="1546" y="616"/>
                        <a:pt x="1546" y="616"/>
                      </a:cubicBezTo>
                      <a:cubicBezTo>
                        <a:pt x="1546" y="616"/>
                        <a:pt x="1477" y="629"/>
                        <a:pt x="1440" y="629"/>
                      </a:cubicBezTo>
                      <a:cubicBezTo>
                        <a:pt x="1403" y="629"/>
                        <a:pt x="1337" y="625"/>
                        <a:pt x="1350" y="619"/>
                      </a:cubicBezTo>
                      <a:cubicBezTo>
                        <a:pt x="1363" y="613"/>
                        <a:pt x="1447" y="616"/>
                        <a:pt x="1427" y="594"/>
                      </a:cubicBezTo>
                      <a:cubicBezTo>
                        <a:pt x="1407" y="572"/>
                        <a:pt x="1388" y="570"/>
                        <a:pt x="1364" y="572"/>
                      </a:cubicBezTo>
                      <a:cubicBezTo>
                        <a:pt x="1340" y="574"/>
                        <a:pt x="1301" y="560"/>
                        <a:pt x="1295" y="557"/>
                      </a:cubicBezTo>
                      <a:cubicBezTo>
                        <a:pt x="1289" y="554"/>
                        <a:pt x="1271" y="554"/>
                        <a:pt x="1271" y="554"/>
                      </a:cubicBezTo>
                      <a:cubicBezTo>
                        <a:pt x="1271" y="554"/>
                        <a:pt x="1223" y="527"/>
                        <a:pt x="1205" y="528"/>
                      </a:cubicBezTo>
                      <a:cubicBezTo>
                        <a:pt x="1187" y="529"/>
                        <a:pt x="1155" y="554"/>
                        <a:pt x="1155" y="554"/>
                      </a:cubicBezTo>
                      <a:cubicBezTo>
                        <a:pt x="1119" y="554"/>
                        <a:pt x="1119" y="554"/>
                        <a:pt x="1119" y="554"/>
                      </a:cubicBezTo>
                      <a:cubicBezTo>
                        <a:pt x="1139" y="542"/>
                        <a:pt x="1139" y="542"/>
                        <a:pt x="1139" y="542"/>
                      </a:cubicBezTo>
                      <a:cubicBezTo>
                        <a:pt x="1139" y="534"/>
                        <a:pt x="1139" y="534"/>
                        <a:pt x="1139" y="534"/>
                      </a:cubicBezTo>
                      <a:cubicBezTo>
                        <a:pt x="1156" y="514"/>
                        <a:pt x="1156" y="514"/>
                        <a:pt x="1156" y="514"/>
                      </a:cubicBezTo>
                      <a:cubicBezTo>
                        <a:pt x="1156" y="514"/>
                        <a:pt x="1117" y="532"/>
                        <a:pt x="1110" y="539"/>
                      </a:cubicBezTo>
                      <a:cubicBezTo>
                        <a:pt x="1103" y="546"/>
                        <a:pt x="1087" y="568"/>
                        <a:pt x="1072" y="553"/>
                      </a:cubicBezTo>
                      <a:cubicBezTo>
                        <a:pt x="1057" y="538"/>
                        <a:pt x="1078" y="522"/>
                        <a:pt x="1075" y="511"/>
                      </a:cubicBezTo>
                      <a:cubicBezTo>
                        <a:pt x="1072" y="500"/>
                        <a:pt x="1049" y="489"/>
                        <a:pt x="1046" y="498"/>
                      </a:cubicBezTo>
                      <a:cubicBezTo>
                        <a:pt x="1043" y="507"/>
                        <a:pt x="1056" y="513"/>
                        <a:pt x="1056" y="513"/>
                      </a:cubicBezTo>
                      <a:cubicBezTo>
                        <a:pt x="1056" y="513"/>
                        <a:pt x="1036" y="511"/>
                        <a:pt x="1025" y="515"/>
                      </a:cubicBezTo>
                      <a:cubicBezTo>
                        <a:pt x="1014" y="519"/>
                        <a:pt x="998" y="530"/>
                        <a:pt x="993" y="534"/>
                      </a:cubicBezTo>
                      <a:cubicBezTo>
                        <a:pt x="988" y="538"/>
                        <a:pt x="970" y="533"/>
                        <a:pt x="970" y="533"/>
                      </a:cubicBezTo>
                      <a:cubicBezTo>
                        <a:pt x="970" y="533"/>
                        <a:pt x="923" y="543"/>
                        <a:pt x="919" y="544"/>
                      </a:cubicBezTo>
                      <a:cubicBezTo>
                        <a:pt x="915" y="545"/>
                        <a:pt x="890" y="560"/>
                        <a:pt x="890" y="560"/>
                      </a:cubicBezTo>
                      <a:cubicBezTo>
                        <a:pt x="876" y="547"/>
                        <a:pt x="876" y="547"/>
                        <a:pt x="876" y="547"/>
                      </a:cubicBezTo>
                      <a:cubicBezTo>
                        <a:pt x="876" y="547"/>
                        <a:pt x="843" y="564"/>
                        <a:pt x="833" y="565"/>
                      </a:cubicBezTo>
                      <a:cubicBezTo>
                        <a:pt x="823" y="566"/>
                        <a:pt x="805" y="578"/>
                        <a:pt x="805" y="578"/>
                      </a:cubicBezTo>
                      <a:cubicBezTo>
                        <a:pt x="783" y="580"/>
                        <a:pt x="783" y="580"/>
                        <a:pt x="783" y="580"/>
                      </a:cubicBezTo>
                      <a:cubicBezTo>
                        <a:pt x="783" y="580"/>
                        <a:pt x="800" y="562"/>
                        <a:pt x="815" y="559"/>
                      </a:cubicBezTo>
                      <a:cubicBezTo>
                        <a:pt x="830" y="556"/>
                        <a:pt x="864" y="543"/>
                        <a:pt x="864" y="543"/>
                      </a:cubicBezTo>
                      <a:cubicBezTo>
                        <a:pt x="864" y="543"/>
                        <a:pt x="895" y="546"/>
                        <a:pt x="906" y="541"/>
                      </a:cubicBezTo>
                      <a:cubicBezTo>
                        <a:pt x="917" y="536"/>
                        <a:pt x="978" y="522"/>
                        <a:pt x="978" y="522"/>
                      </a:cubicBezTo>
                      <a:cubicBezTo>
                        <a:pt x="978" y="522"/>
                        <a:pt x="990" y="519"/>
                        <a:pt x="983" y="514"/>
                      </a:cubicBezTo>
                      <a:cubicBezTo>
                        <a:pt x="976" y="509"/>
                        <a:pt x="955" y="516"/>
                        <a:pt x="955" y="516"/>
                      </a:cubicBezTo>
                      <a:cubicBezTo>
                        <a:pt x="955" y="516"/>
                        <a:pt x="937" y="515"/>
                        <a:pt x="930" y="517"/>
                      </a:cubicBezTo>
                      <a:cubicBezTo>
                        <a:pt x="923" y="519"/>
                        <a:pt x="916" y="527"/>
                        <a:pt x="911" y="528"/>
                      </a:cubicBezTo>
                      <a:cubicBezTo>
                        <a:pt x="906" y="529"/>
                        <a:pt x="887" y="529"/>
                        <a:pt x="887" y="529"/>
                      </a:cubicBezTo>
                      <a:cubicBezTo>
                        <a:pt x="872" y="532"/>
                        <a:pt x="872" y="532"/>
                        <a:pt x="872" y="532"/>
                      </a:cubicBezTo>
                      <a:cubicBezTo>
                        <a:pt x="872" y="532"/>
                        <a:pt x="855" y="532"/>
                        <a:pt x="843" y="535"/>
                      </a:cubicBezTo>
                      <a:cubicBezTo>
                        <a:pt x="831" y="538"/>
                        <a:pt x="820" y="550"/>
                        <a:pt x="820" y="550"/>
                      </a:cubicBezTo>
                      <a:cubicBezTo>
                        <a:pt x="806" y="552"/>
                        <a:pt x="806" y="552"/>
                        <a:pt x="806" y="552"/>
                      </a:cubicBezTo>
                      <a:cubicBezTo>
                        <a:pt x="771" y="565"/>
                        <a:pt x="771" y="565"/>
                        <a:pt x="771" y="565"/>
                      </a:cubicBezTo>
                      <a:cubicBezTo>
                        <a:pt x="771" y="565"/>
                        <a:pt x="756" y="568"/>
                        <a:pt x="753" y="571"/>
                      </a:cubicBezTo>
                      <a:cubicBezTo>
                        <a:pt x="750" y="574"/>
                        <a:pt x="748" y="590"/>
                        <a:pt x="741" y="586"/>
                      </a:cubicBezTo>
                      <a:cubicBezTo>
                        <a:pt x="734" y="582"/>
                        <a:pt x="733" y="567"/>
                        <a:pt x="744" y="565"/>
                      </a:cubicBezTo>
                      <a:cubicBezTo>
                        <a:pt x="755" y="563"/>
                        <a:pt x="784" y="553"/>
                        <a:pt x="793" y="547"/>
                      </a:cubicBezTo>
                      <a:cubicBezTo>
                        <a:pt x="802" y="541"/>
                        <a:pt x="760" y="535"/>
                        <a:pt x="753" y="544"/>
                      </a:cubicBezTo>
                      <a:cubicBezTo>
                        <a:pt x="746" y="553"/>
                        <a:pt x="719" y="558"/>
                        <a:pt x="712" y="558"/>
                      </a:cubicBezTo>
                      <a:cubicBezTo>
                        <a:pt x="705" y="558"/>
                        <a:pt x="705" y="585"/>
                        <a:pt x="705" y="585"/>
                      </a:cubicBezTo>
                      <a:cubicBezTo>
                        <a:pt x="689" y="576"/>
                        <a:pt x="689" y="576"/>
                        <a:pt x="689" y="576"/>
                      </a:cubicBezTo>
                      <a:cubicBezTo>
                        <a:pt x="647" y="570"/>
                        <a:pt x="647" y="570"/>
                        <a:pt x="647" y="570"/>
                      </a:cubicBezTo>
                      <a:cubicBezTo>
                        <a:pt x="647" y="570"/>
                        <a:pt x="621" y="558"/>
                        <a:pt x="623" y="553"/>
                      </a:cubicBezTo>
                      <a:cubicBezTo>
                        <a:pt x="625" y="548"/>
                        <a:pt x="629" y="539"/>
                        <a:pt x="629" y="539"/>
                      </a:cubicBezTo>
                      <a:cubicBezTo>
                        <a:pt x="555" y="540"/>
                        <a:pt x="555" y="540"/>
                        <a:pt x="555" y="540"/>
                      </a:cubicBezTo>
                      <a:cubicBezTo>
                        <a:pt x="567" y="540"/>
                        <a:pt x="567" y="540"/>
                        <a:pt x="567" y="540"/>
                      </a:cubicBezTo>
                      <a:cubicBezTo>
                        <a:pt x="52" y="964"/>
                        <a:pt x="52" y="964"/>
                        <a:pt x="52" y="964"/>
                      </a:cubicBezTo>
                      <a:cubicBezTo>
                        <a:pt x="52" y="964"/>
                        <a:pt x="26" y="978"/>
                        <a:pt x="32" y="984"/>
                      </a:cubicBezTo>
                      <a:cubicBezTo>
                        <a:pt x="38" y="990"/>
                        <a:pt x="67" y="984"/>
                        <a:pt x="67" y="984"/>
                      </a:cubicBezTo>
                      <a:cubicBezTo>
                        <a:pt x="70" y="984"/>
                        <a:pt x="79" y="979"/>
                        <a:pt x="79" y="979"/>
                      </a:cubicBezTo>
                      <a:cubicBezTo>
                        <a:pt x="103" y="979"/>
                        <a:pt x="103" y="979"/>
                        <a:pt x="103" y="979"/>
                      </a:cubicBezTo>
                      <a:cubicBezTo>
                        <a:pt x="88" y="994"/>
                        <a:pt x="88" y="994"/>
                        <a:pt x="88" y="994"/>
                      </a:cubicBezTo>
                      <a:cubicBezTo>
                        <a:pt x="88" y="994"/>
                        <a:pt x="88" y="1003"/>
                        <a:pt x="88" y="1013"/>
                      </a:cubicBezTo>
                      <a:cubicBezTo>
                        <a:pt x="88" y="1024"/>
                        <a:pt x="107" y="1032"/>
                        <a:pt x="107" y="1032"/>
                      </a:cubicBezTo>
                      <a:cubicBezTo>
                        <a:pt x="107" y="1032"/>
                        <a:pt x="88" y="1051"/>
                        <a:pt x="93" y="1051"/>
                      </a:cubicBezTo>
                      <a:cubicBezTo>
                        <a:pt x="99" y="1051"/>
                        <a:pt x="115" y="1038"/>
                        <a:pt x="115" y="1038"/>
                      </a:cubicBezTo>
                      <a:cubicBezTo>
                        <a:pt x="115" y="1038"/>
                        <a:pt x="136" y="1031"/>
                        <a:pt x="143" y="1031"/>
                      </a:cubicBezTo>
                      <a:cubicBezTo>
                        <a:pt x="151" y="1031"/>
                        <a:pt x="157" y="1021"/>
                        <a:pt x="157" y="1021"/>
                      </a:cubicBezTo>
                      <a:cubicBezTo>
                        <a:pt x="169" y="1021"/>
                        <a:pt x="169" y="1021"/>
                        <a:pt x="169" y="1021"/>
                      </a:cubicBezTo>
                      <a:cubicBezTo>
                        <a:pt x="171" y="1013"/>
                        <a:pt x="171" y="1013"/>
                        <a:pt x="171" y="1013"/>
                      </a:cubicBezTo>
                      <a:cubicBezTo>
                        <a:pt x="171" y="1013"/>
                        <a:pt x="199" y="1003"/>
                        <a:pt x="217" y="1008"/>
                      </a:cubicBezTo>
                      <a:cubicBezTo>
                        <a:pt x="236" y="1014"/>
                        <a:pt x="209" y="1024"/>
                        <a:pt x="209" y="1024"/>
                      </a:cubicBezTo>
                      <a:cubicBezTo>
                        <a:pt x="209" y="1041"/>
                        <a:pt x="209" y="1041"/>
                        <a:pt x="209" y="1041"/>
                      </a:cubicBezTo>
                      <a:cubicBezTo>
                        <a:pt x="203" y="1052"/>
                        <a:pt x="203" y="1052"/>
                        <a:pt x="203" y="1052"/>
                      </a:cubicBezTo>
                      <a:cubicBezTo>
                        <a:pt x="203" y="1052"/>
                        <a:pt x="210" y="1054"/>
                        <a:pt x="216" y="1072"/>
                      </a:cubicBezTo>
                      <a:cubicBezTo>
                        <a:pt x="223" y="1089"/>
                        <a:pt x="206" y="1108"/>
                        <a:pt x="206" y="1108"/>
                      </a:cubicBezTo>
                      <a:cubicBezTo>
                        <a:pt x="206" y="1132"/>
                        <a:pt x="206" y="1132"/>
                        <a:pt x="206" y="1132"/>
                      </a:cubicBezTo>
                      <a:cubicBezTo>
                        <a:pt x="206" y="1132"/>
                        <a:pt x="200" y="1149"/>
                        <a:pt x="195" y="1162"/>
                      </a:cubicBezTo>
                      <a:cubicBezTo>
                        <a:pt x="190" y="1175"/>
                        <a:pt x="218" y="1176"/>
                        <a:pt x="218" y="1180"/>
                      </a:cubicBezTo>
                      <a:cubicBezTo>
                        <a:pt x="218" y="1185"/>
                        <a:pt x="225" y="1187"/>
                        <a:pt x="225" y="1187"/>
                      </a:cubicBezTo>
                      <a:cubicBezTo>
                        <a:pt x="225" y="1187"/>
                        <a:pt x="235" y="1186"/>
                        <a:pt x="235" y="1194"/>
                      </a:cubicBezTo>
                      <a:cubicBezTo>
                        <a:pt x="235" y="1202"/>
                        <a:pt x="208" y="1213"/>
                        <a:pt x="208" y="1213"/>
                      </a:cubicBezTo>
                      <a:cubicBezTo>
                        <a:pt x="208" y="1213"/>
                        <a:pt x="208" y="1229"/>
                        <a:pt x="198" y="1239"/>
                      </a:cubicBezTo>
                      <a:cubicBezTo>
                        <a:pt x="194" y="1243"/>
                        <a:pt x="173" y="1254"/>
                        <a:pt x="152" y="1264"/>
                      </a:cubicBezTo>
                      <a:cubicBezTo>
                        <a:pt x="150" y="1269"/>
                        <a:pt x="149" y="1274"/>
                        <a:pt x="148" y="1278"/>
                      </a:cubicBezTo>
                      <a:cubicBezTo>
                        <a:pt x="147" y="1285"/>
                        <a:pt x="142" y="1299"/>
                        <a:pt x="142" y="1299"/>
                      </a:cubicBezTo>
                      <a:cubicBezTo>
                        <a:pt x="133" y="1305"/>
                        <a:pt x="133" y="1305"/>
                        <a:pt x="133" y="1305"/>
                      </a:cubicBezTo>
                      <a:cubicBezTo>
                        <a:pt x="133" y="1305"/>
                        <a:pt x="142" y="1309"/>
                        <a:pt x="143" y="1316"/>
                      </a:cubicBezTo>
                      <a:cubicBezTo>
                        <a:pt x="144" y="1323"/>
                        <a:pt x="151" y="1326"/>
                        <a:pt x="151" y="1326"/>
                      </a:cubicBezTo>
                      <a:cubicBezTo>
                        <a:pt x="151" y="1326"/>
                        <a:pt x="201" y="1287"/>
                        <a:pt x="201" y="1296"/>
                      </a:cubicBezTo>
                      <a:cubicBezTo>
                        <a:pt x="201" y="1305"/>
                        <a:pt x="185" y="1306"/>
                        <a:pt x="183" y="1311"/>
                      </a:cubicBezTo>
                      <a:cubicBezTo>
                        <a:pt x="181" y="1316"/>
                        <a:pt x="185" y="1326"/>
                        <a:pt x="185" y="1326"/>
                      </a:cubicBezTo>
                      <a:cubicBezTo>
                        <a:pt x="194" y="1333"/>
                        <a:pt x="194" y="1333"/>
                        <a:pt x="194" y="1333"/>
                      </a:cubicBezTo>
                      <a:cubicBezTo>
                        <a:pt x="165" y="1332"/>
                        <a:pt x="165" y="1332"/>
                        <a:pt x="165" y="1332"/>
                      </a:cubicBezTo>
                      <a:cubicBezTo>
                        <a:pt x="165" y="1332"/>
                        <a:pt x="143" y="1359"/>
                        <a:pt x="153" y="1360"/>
                      </a:cubicBezTo>
                      <a:cubicBezTo>
                        <a:pt x="163" y="1361"/>
                        <a:pt x="169" y="1367"/>
                        <a:pt x="169" y="1367"/>
                      </a:cubicBezTo>
                      <a:cubicBezTo>
                        <a:pt x="169" y="1367"/>
                        <a:pt x="157" y="1388"/>
                        <a:pt x="164" y="1385"/>
                      </a:cubicBezTo>
                      <a:cubicBezTo>
                        <a:pt x="171" y="1382"/>
                        <a:pt x="212" y="1354"/>
                        <a:pt x="212" y="1354"/>
                      </a:cubicBezTo>
                      <a:cubicBezTo>
                        <a:pt x="211" y="1363"/>
                        <a:pt x="211" y="1363"/>
                        <a:pt x="211" y="1363"/>
                      </a:cubicBezTo>
                      <a:cubicBezTo>
                        <a:pt x="192" y="1374"/>
                        <a:pt x="192" y="1374"/>
                        <a:pt x="192" y="1374"/>
                      </a:cubicBezTo>
                      <a:cubicBezTo>
                        <a:pt x="207" y="1380"/>
                        <a:pt x="207" y="1380"/>
                        <a:pt x="207" y="1380"/>
                      </a:cubicBezTo>
                      <a:cubicBezTo>
                        <a:pt x="207" y="1380"/>
                        <a:pt x="202" y="1400"/>
                        <a:pt x="194" y="1398"/>
                      </a:cubicBezTo>
                      <a:cubicBezTo>
                        <a:pt x="186" y="1396"/>
                        <a:pt x="184" y="1387"/>
                        <a:pt x="184" y="1387"/>
                      </a:cubicBezTo>
                      <a:cubicBezTo>
                        <a:pt x="184" y="1387"/>
                        <a:pt x="151" y="1397"/>
                        <a:pt x="145" y="1403"/>
                      </a:cubicBezTo>
                      <a:cubicBezTo>
                        <a:pt x="139" y="1409"/>
                        <a:pt x="133" y="1417"/>
                        <a:pt x="133" y="1417"/>
                      </a:cubicBezTo>
                      <a:cubicBezTo>
                        <a:pt x="133" y="1417"/>
                        <a:pt x="151" y="1412"/>
                        <a:pt x="156" y="1412"/>
                      </a:cubicBezTo>
                      <a:cubicBezTo>
                        <a:pt x="161" y="1412"/>
                        <a:pt x="182" y="1412"/>
                        <a:pt x="182" y="1412"/>
                      </a:cubicBezTo>
                      <a:cubicBezTo>
                        <a:pt x="182" y="1412"/>
                        <a:pt x="146" y="1421"/>
                        <a:pt x="140" y="1424"/>
                      </a:cubicBezTo>
                      <a:cubicBezTo>
                        <a:pt x="134" y="1427"/>
                        <a:pt x="138" y="1435"/>
                        <a:pt x="138" y="1435"/>
                      </a:cubicBezTo>
                      <a:cubicBezTo>
                        <a:pt x="138" y="1435"/>
                        <a:pt x="105" y="1423"/>
                        <a:pt x="114" y="1437"/>
                      </a:cubicBezTo>
                      <a:cubicBezTo>
                        <a:pt x="123" y="1451"/>
                        <a:pt x="132" y="1455"/>
                        <a:pt x="132" y="1455"/>
                      </a:cubicBezTo>
                      <a:cubicBezTo>
                        <a:pt x="164" y="1444"/>
                        <a:pt x="164" y="1444"/>
                        <a:pt x="164" y="1444"/>
                      </a:cubicBezTo>
                      <a:cubicBezTo>
                        <a:pt x="173" y="1459"/>
                        <a:pt x="173" y="1459"/>
                        <a:pt x="173" y="1459"/>
                      </a:cubicBezTo>
                      <a:cubicBezTo>
                        <a:pt x="198" y="1445"/>
                        <a:pt x="198" y="1445"/>
                        <a:pt x="198" y="1445"/>
                      </a:cubicBezTo>
                      <a:cubicBezTo>
                        <a:pt x="198" y="1445"/>
                        <a:pt x="165" y="1479"/>
                        <a:pt x="176" y="1478"/>
                      </a:cubicBezTo>
                      <a:cubicBezTo>
                        <a:pt x="187" y="1477"/>
                        <a:pt x="217" y="1454"/>
                        <a:pt x="217" y="1454"/>
                      </a:cubicBezTo>
                      <a:cubicBezTo>
                        <a:pt x="217" y="1454"/>
                        <a:pt x="190" y="1484"/>
                        <a:pt x="194" y="1484"/>
                      </a:cubicBezTo>
                      <a:cubicBezTo>
                        <a:pt x="198" y="1484"/>
                        <a:pt x="216" y="1479"/>
                        <a:pt x="216" y="1479"/>
                      </a:cubicBezTo>
                      <a:cubicBezTo>
                        <a:pt x="216" y="1479"/>
                        <a:pt x="178" y="1508"/>
                        <a:pt x="190" y="1509"/>
                      </a:cubicBezTo>
                      <a:cubicBezTo>
                        <a:pt x="202" y="1510"/>
                        <a:pt x="229" y="1490"/>
                        <a:pt x="229" y="1490"/>
                      </a:cubicBezTo>
                      <a:cubicBezTo>
                        <a:pt x="229" y="1490"/>
                        <a:pt x="203" y="1518"/>
                        <a:pt x="210" y="1520"/>
                      </a:cubicBezTo>
                      <a:cubicBezTo>
                        <a:pt x="217" y="1522"/>
                        <a:pt x="233" y="1526"/>
                        <a:pt x="233" y="1529"/>
                      </a:cubicBezTo>
                      <a:cubicBezTo>
                        <a:pt x="233" y="1531"/>
                        <a:pt x="231" y="1548"/>
                        <a:pt x="228" y="1561"/>
                      </a:cubicBezTo>
                      <a:cubicBezTo>
                        <a:pt x="228" y="1561"/>
                        <a:pt x="228" y="1561"/>
                        <a:pt x="228" y="1561"/>
                      </a:cubicBezTo>
                      <a:cubicBezTo>
                        <a:pt x="1370" y="1561"/>
                        <a:pt x="1370" y="1561"/>
                        <a:pt x="1370" y="1561"/>
                      </a:cubicBezTo>
                      <a:cubicBezTo>
                        <a:pt x="1370" y="1561"/>
                        <a:pt x="1384" y="1526"/>
                        <a:pt x="1394" y="1537"/>
                      </a:cubicBezTo>
                      <a:cubicBezTo>
                        <a:pt x="1404" y="1547"/>
                        <a:pt x="1379" y="1557"/>
                        <a:pt x="1388" y="1566"/>
                      </a:cubicBezTo>
                      <a:cubicBezTo>
                        <a:pt x="1396" y="1574"/>
                        <a:pt x="1415" y="1575"/>
                        <a:pt x="1415" y="1575"/>
                      </a:cubicBezTo>
                      <a:cubicBezTo>
                        <a:pt x="1415" y="1575"/>
                        <a:pt x="1422" y="1585"/>
                        <a:pt x="1430" y="1585"/>
                      </a:cubicBezTo>
                      <a:cubicBezTo>
                        <a:pt x="1438" y="1585"/>
                        <a:pt x="1436" y="1573"/>
                        <a:pt x="1449" y="1573"/>
                      </a:cubicBezTo>
                      <a:cubicBezTo>
                        <a:pt x="1462" y="1573"/>
                        <a:pt x="1465" y="1593"/>
                        <a:pt x="1471" y="1593"/>
                      </a:cubicBezTo>
                      <a:cubicBezTo>
                        <a:pt x="1477" y="1593"/>
                        <a:pt x="1484" y="1596"/>
                        <a:pt x="1487" y="1593"/>
                      </a:cubicBezTo>
                      <a:cubicBezTo>
                        <a:pt x="1490" y="1590"/>
                        <a:pt x="1503" y="1614"/>
                        <a:pt x="1509" y="1608"/>
                      </a:cubicBezTo>
                      <a:cubicBezTo>
                        <a:pt x="1515" y="1602"/>
                        <a:pt x="1531" y="1591"/>
                        <a:pt x="1531" y="1591"/>
                      </a:cubicBezTo>
                      <a:cubicBezTo>
                        <a:pt x="1531" y="1601"/>
                        <a:pt x="1531" y="1601"/>
                        <a:pt x="1531" y="1601"/>
                      </a:cubicBezTo>
                      <a:cubicBezTo>
                        <a:pt x="1561" y="1600"/>
                        <a:pt x="1561" y="1600"/>
                        <a:pt x="1561" y="1600"/>
                      </a:cubicBezTo>
                      <a:cubicBezTo>
                        <a:pt x="1561" y="1600"/>
                        <a:pt x="1558" y="1606"/>
                        <a:pt x="1586" y="1606"/>
                      </a:cubicBezTo>
                      <a:cubicBezTo>
                        <a:pt x="1598" y="1598"/>
                        <a:pt x="1605" y="1585"/>
                        <a:pt x="1606" y="1582"/>
                      </a:cubicBezTo>
                      <a:cubicBezTo>
                        <a:pt x="1607" y="1578"/>
                        <a:pt x="1626" y="1586"/>
                        <a:pt x="1626" y="1586"/>
                      </a:cubicBezTo>
                      <a:cubicBezTo>
                        <a:pt x="1634" y="1580"/>
                        <a:pt x="1634" y="1580"/>
                        <a:pt x="1634" y="1580"/>
                      </a:cubicBezTo>
                      <a:cubicBezTo>
                        <a:pt x="1634" y="1580"/>
                        <a:pt x="1641" y="1568"/>
                        <a:pt x="1642" y="1565"/>
                      </a:cubicBezTo>
                      <a:cubicBezTo>
                        <a:pt x="1643" y="1562"/>
                        <a:pt x="1651" y="1575"/>
                        <a:pt x="1651" y="1575"/>
                      </a:cubicBezTo>
                      <a:cubicBezTo>
                        <a:pt x="1668" y="1572"/>
                        <a:pt x="1668" y="1572"/>
                        <a:pt x="1668" y="1572"/>
                      </a:cubicBezTo>
                      <a:cubicBezTo>
                        <a:pt x="1668" y="1572"/>
                        <a:pt x="1659" y="1562"/>
                        <a:pt x="1668" y="1555"/>
                      </a:cubicBezTo>
                      <a:cubicBezTo>
                        <a:pt x="1677" y="1548"/>
                        <a:pt x="1686" y="1563"/>
                        <a:pt x="1686" y="1563"/>
                      </a:cubicBezTo>
                      <a:cubicBezTo>
                        <a:pt x="1704" y="1563"/>
                        <a:pt x="1704" y="1563"/>
                        <a:pt x="1704" y="1563"/>
                      </a:cubicBezTo>
                      <a:cubicBezTo>
                        <a:pt x="1708" y="1567"/>
                        <a:pt x="1708" y="1567"/>
                        <a:pt x="1708" y="1567"/>
                      </a:cubicBezTo>
                      <a:cubicBezTo>
                        <a:pt x="1708" y="1567"/>
                        <a:pt x="1728" y="1568"/>
                        <a:pt x="1733" y="1573"/>
                      </a:cubicBezTo>
                      <a:cubicBezTo>
                        <a:pt x="1738" y="1578"/>
                        <a:pt x="1727" y="1604"/>
                        <a:pt x="1727" y="1604"/>
                      </a:cubicBezTo>
                      <a:cubicBezTo>
                        <a:pt x="1733" y="1611"/>
                        <a:pt x="1733" y="1611"/>
                        <a:pt x="1733" y="1611"/>
                      </a:cubicBezTo>
                      <a:cubicBezTo>
                        <a:pt x="1727" y="1626"/>
                        <a:pt x="1727" y="1626"/>
                        <a:pt x="1727" y="1626"/>
                      </a:cubicBezTo>
                      <a:cubicBezTo>
                        <a:pt x="1727" y="1626"/>
                        <a:pt x="1766" y="1603"/>
                        <a:pt x="1777" y="1610"/>
                      </a:cubicBezTo>
                      <a:cubicBezTo>
                        <a:pt x="1788" y="1617"/>
                        <a:pt x="1760" y="1627"/>
                        <a:pt x="1759" y="1631"/>
                      </a:cubicBezTo>
                      <a:cubicBezTo>
                        <a:pt x="1758" y="1635"/>
                        <a:pt x="1773" y="1638"/>
                        <a:pt x="1773" y="1643"/>
                      </a:cubicBezTo>
                      <a:cubicBezTo>
                        <a:pt x="1773" y="1648"/>
                        <a:pt x="1757" y="1654"/>
                        <a:pt x="1757" y="1659"/>
                      </a:cubicBezTo>
                      <a:cubicBezTo>
                        <a:pt x="1757" y="1664"/>
                        <a:pt x="1770" y="1664"/>
                        <a:pt x="1767" y="1671"/>
                      </a:cubicBezTo>
                      <a:cubicBezTo>
                        <a:pt x="1764" y="1678"/>
                        <a:pt x="1758" y="1679"/>
                        <a:pt x="1758" y="1679"/>
                      </a:cubicBezTo>
                      <a:cubicBezTo>
                        <a:pt x="1756" y="1685"/>
                        <a:pt x="1756" y="1685"/>
                        <a:pt x="1756" y="1685"/>
                      </a:cubicBezTo>
                      <a:cubicBezTo>
                        <a:pt x="1769" y="1685"/>
                        <a:pt x="1769" y="1685"/>
                        <a:pt x="1769" y="1685"/>
                      </a:cubicBezTo>
                      <a:cubicBezTo>
                        <a:pt x="1765" y="1700"/>
                        <a:pt x="1765" y="1700"/>
                        <a:pt x="1765" y="1700"/>
                      </a:cubicBezTo>
                      <a:cubicBezTo>
                        <a:pt x="1771" y="1700"/>
                        <a:pt x="1778" y="1701"/>
                        <a:pt x="1781" y="1701"/>
                      </a:cubicBezTo>
                      <a:cubicBezTo>
                        <a:pt x="1786" y="1700"/>
                        <a:pt x="1794" y="1703"/>
                        <a:pt x="1806" y="1704"/>
                      </a:cubicBezTo>
                      <a:cubicBezTo>
                        <a:pt x="1818" y="1705"/>
                        <a:pt x="1825" y="1703"/>
                        <a:pt x="1825" y="1703"/>
                      </a:cubicBezTo>
                      <a:cubicBezTo>
                        <a:pt x="1837" y="1703"/>
                        <a:pt x="1852" y="1715"/>
                        <a:pt x="1863" y="1715"/>
                      </a:cubicBezTo>
                      <a:cubicBezTo>
                        <a:pt x="1874" y="1715"/>
                        <a:pt x="1884" y="1715"/>
                        <a:pt x="1884" y="1715"/>
                      </a:cubicBezTo>
                      <a:cubicBezTo>
                        <a:pt x="1906" y="1715"/>
                        <a:pt x="1904" y="1729"/>
                        <a:pt x="1904" y="1738"/>
                      </a:cubicBezTo>
                      <a:cubicBezTo>
                        <a:pt x="1904" y="1747"/>
                        <a:pt x="1914" y="1736"/>
                        <a:pt x="1914" y="1746"/>
                      </a:cubicBezTo>
                      <a:cubicBezTo>
                        <a:pt x="1914" y="1756"/>
                        <a:pt x="1910" y="1759"/>
                        <a:pt x="1905" y="1764"/>
                      </a:cubicBezTo>
                      <a:cubicBezTo>
                        <a:pt x="1900" y="1769"/>
                        <a:pt x="1918" y="1777"/>
                        <a:pt x="1918" y="1777"/>
                      </a:cubicBezTo>
                      <a:cubicBezTo>
                        <a:pt x="1903" y="1776"/>
                        <a:pt x="1903" y="1776"/>
                        <a:pt x="1903" y="1776"/>
                      </a:cubicBezTo>
                      <a:cubicBezTo>
                        <a:pt x="1903" y="1776"/>
                        <a:pt x="1903" y="1785"/>
                        <a:pt x="1896" y="1793"/>
                      </a:cubicBezTo>
                      <a:cubicBezTo>
                        <a:pt x="1888" y="1800"/>
                        <a:pt x="1887" y="1793"/>
                        <a:pt x="1868" y="1783"/>
                      </a:cubicBezTo>
                      <a:cubicBezTo>
                        <a:pt x="1849" y="1773"/>
                        <a:pt x="1855" y="1754"/>
                        <a:pt x="1855" y="1754"/>
                      </a:cubicBezTo>
                      <a:cubicBezTo>
                        <a:pt x="1844" y="1749"/>
                        <a:pt x="1844" y="1749"/>
                        <a:pt x="1844" y="1749"/>
                      </a:cubicBezTo>
                      <a:cubicBezTo>
                        <a:pt x="1846" y="1761"/>
                        <a:pt x="1846" y="1761"/>
                        <a:pt x="1846" y="1761"/>
                      </a:cubicBezTo>
                      <a:cubicBezTo>
                        <a:pt x="1846" y="1761"/>
                        <a:pt x="1854" y="1774"/>
                        <a:pt x="1846" y="1788"/>
                      </a:cubicBezTo>
                      <a:cubicBezTo>
                        <a:pt x="1838" y="1802"/>
                        <a:pt x="1820" y="1806"/>
                        <a:pt x="1812" y="1819"/>
                      </a:cubicBezTo>
                      <a:cubicBezTo>
                        <a:pt x="1804" y="1832"/>
                        <a:pt x="1801" y="1844"/>
                        <a:pt x="1793" y="1853"/>
                      </a:cubicBezTo>
                      <a:cubicBezTo>
                        <a:pt x="1785" y="1861"/>
                        <a:pt x="1769" y="1868"/>
                        <a:pt x="1762" y="1864"/>
                      </a:cubicBezTo>
                      <a:cubicBezTo>
                        <a:pt x="1758" y="1869"/>
                        <a:pt x="1755" y="1873"/>
                        <a:pt x="1755" y="1873"/>
                      </a:cubicBezTo>
                      <a:cubicBezTo>
                        <a:pt x="1755" y="1873"/>
                        <a:pt x="1757" y="1894"/>
                        <a:pt x="1749" y="1894"/>
                      </a:cubicBezTo>
                      <a:cubicBezTo>
                        <a:pt x="1741" y="1894"/>
                        <a:pt x="1696" y="1916"/>
                        <a:pt x="1706" y="1926"/>
                      </a:cubicBezTo>
                      <a:cubicBezTo>
                        <a:pt x="1707" y="1926"/>
                        <a:pt x="1707" y="1927"/>
                        <a:pt x="1708" y="1928"/>
                      </a:cubicBezTo>
                      <a:cubicBezTo>
                        <a:pt x="1716" y="1924"/>
                        <a:pt x="1723" y="1921"/>
                        <a:pt x="1724" y="1921"/>
                      </a:cubicBezTo>
                      <a:cubicBezTo>
                        <a:pt x="1727" y="1921"/>
                        <a:pt x="1731" y="1926"/>
                        <a:pt x="1731" y="1926"/>
                      </a:cubicBezTo>
                      <a:cubicBezTo>
                        <a:pt x="1731" y="1926"/>
                        <a:pt x="1746" y="1912"/>
                        <a:pt x="1754" y="1910"/>
                      </a:cubicBezTo>
                      <a:cubicBezTo>
                        <a:pt x="1762" y="1908"/>
                        <a:pt x="1770" y="1911"/>
                        <a:pt x="1770" y="1911"/>
                      </a:cubicBezTo>
                      <a:cubicBezTo>
                        <a:pt x="1770" y="1911"/>
                        <a:pt x="1775" y="1890"/>
                        <a:pt x="1800" y="1889"/>
                      </a:cubicBezTo>
                      <a:cubicBezTo>
                        <a:pt x="1825" y="1888"/>
                        <a:pt x="1842" y="1895"/>
                        <a:pt x="1842" y="1895"/>
                      </a:cubicBezTo>
                      <a:cubicBezTo>
                        <a:pt x="1858" y="1881"/>
                        <a:pt x="1858" y="1881"/>
                        <a:pt x="1858" y="1881"/>
                      </a:cubicBezTo>
                      <a:cubicBezTo>
                        <a:pt x="1900" y="1883"/>
                        <a:pt x="1900" y="1883"/>
                        <a:pt x="1900" y="1883"/>
                      </a:cubicBezTo>
                      <a:cubicBezTo>
                        <a:pt x="1903" y="1880"/>
                        <a:pt x="1905" y="1878"/>
                        <a:pt x="1906" y="1876"/>
                      </a:cubicBezTo>
                      <a:cubicBezTo>
                        <a:pt x="1908" y="1870"/>
                        <a:pt x="1908" y="1866"/>
                        <a:pt x="1907" y="1862"/>
                      </a:cubicBezTo>
                      <a:cubicBezTo>
                        <a:pt x="1889" y="1866"/>
                        <a:pt x="1883" y="1865"/>
                        <a:pt x="1882" y="1858"/>
                      </a:cubicBezTo>
                      <a:cubicBezTo>
                        <a:pt x="1881" y="1848"/>
                        <a:pt x="1915" y="1826"/>
                        <a:pt x="1928" y="1826"/>
                      </a:cubicBezTo>
                      <a:cubicBezTo>
                        <a:pt x="1941" y="1826"/>
                        <a:pt x="1960" y="1821"/>
                        <a:pt x="1964" y="1821"/>
                      </a:cubicBezTo>
                      <a:cubicBezTo>
                        <a:pt x="1968" y="1821"/>
                        <a:pt x="1985" y="1815"/>
                        <a:pt x="1985" y="1815"/>
                      </a:cubicBezTo>
                      <a:cubicBezTo>
                        <a:pt x="1985" y="1815"/>
                        <a:pt x="2012" y="1825"/>
                        <a:pt x="2016" y="1825"/>
                      </a:cubicBezTo>
                      <a:cubicBezTo>
                        <a:pt x="2020" y="1825"/>
                        <a:pt x="2020" y="1809"/>
                        <a:pt x="2020" y="1809"/>
                      </a:cubicBezTo>
                      <a:cubicBezTo>
                        <a:pt x="2020" y="1809"/>
                        <a:pt x="2027" y="1800"/>
                        <a:pt x="2037" y="1803"/>
                      </a:cubicBezTo>
                      <a:cubicBezTo>
                        <a:pt x="2040" y="1804"/>
                        <a:pt x="2042" y="1805"/>
                        <a:pt x="2043" y="1806"/>
                      </a:cubicBezTo>
                      <a:cubicBezTo>
                        <a:pt x="2045" y="1805"/>
                        <a:pt x="2047" y="1804"/>
                        <a:pt x="2048" y="1804"/>
                      </a:cubicBezTo>
                      <a:cubicBezTo>
                        <a:pt x="2054" y="1804"/>
                        <a:pt x="2056" y="1802"/>
                        <a:pt x="2064" y="1802"/>
                      </a:cubicBezTo>
                      <a:cubicBezTo>
                        <a:pt x="2072" y="1802"/>
                        <a:pt x="2106" y="1764"/>
                        <a:pt x="2123" y="1764"/>
                      </a:cubicBezTo>
                      <a:cubicBezTo>
                        <a:pt x="2140" y="1764"/>
                        <a:pt x="2271" y="1764"/>
                        <a:pt x="2271" y="1764"/>
                      </a:cubicBezTo>
                      <a:cubicBezTo>
                        <a:pt x="2271" y="1764"/>
                        <a:pt x="2271" y="1749"/>
                        <a:pt x="2283" y="1749"/>
                      </a:cubicBezTo>
                      <a:cubicBezTo>
                        <a:pt x="2295" y="1749"/>
                        <a:pt x="2303" y="1748"/>
                        <a:pt x="2303" y="1748"/>
                      </a:cubicBezTo>
                      <a:cubicBezTo>
                        <a:pt x="2303" y="1748"/>
                        <a:pt x="2314" y="1727"/>
                        <a:pt x="2323" y="1727"/>
                      </a:cubicBezTo>
                      <a:cubicBezTo>
                        <a:pt x="2333" y="1727"/>
                        <a:pt x="2340" y="1734"/>
                        <a:pt x="2340" y="1727"/>
                      </a:cubicBezTo>
                      <a:cubicBezTo>
                        <a:pt x="2340" y="1720"/>
                        <a:pt x="2343" y="1698"/>
                        <a:pt x="2349" y="1698"/>
                      </a:cubicBezTo>
                      <a:cubicBezTo>
                        <a:pt x="2355" y="1698"/>
                        <a:pt x="2363" y="1690"/>
                        <a:pt x="2363" y="1690"/>
                      </a:cubicBezTo>
                      <a:cubicBezTo>
                        <a:pt x="2363" y="1676"/>
                        <a:pt x="2363" y="1676"/>
                        <a:pt x="2363" y="1676"/>
                      </a:cubicBezTo>
                      <a:cubicBezTo>
                        <a:pt x="2390" y="1657"/>
                        <a:pt x="2390" y="1657"/>
                        <a:pt x="2390" y="1657"/>
                      </a:cubicBezTo>
                      <a:cubicBezTo>
                        <a:pt x="2390" y="1657"/>
                        <a:pt x="2401" y="1636"/>
                        <a:pt x="2414" y="1636"/>
                      </a:cubicBezTo>
                      <a:cubicBezTo>
                        <a:pt x="2427" y="1636"/>
                        <a:pt x="2418" y="1645"/>
                        <a:pt x="2430" y="1645"/>
                      </a:cubicBezTo>
                      <a:cubicBezTo>
                        <a:pt x="2442" y="1645"/>
                        <a:pt x="2469" y="1634"/>
                        <a:pt x="2469" y="1651"/>
                      </a:cubicBezTo>
                      <a:cubicBezTo>
                        <a:pt x="2469" y="1668"/>
                        <a:pt x="2439" y="1725"/>
                        <a:pt x="2442" y="1728"/>
                      </a:cubicBezTo>
                      <a:cubicBezTo>
                        <a:pt x="2445" y="1731"/>
                        <a:pt x="2453" y="1735"/>
                        <a:pt x="2453" y="1735"/>
                      </a:cubicBezTo>
                      <a:cubicBezTo>
                        <a:pt x="2453" y="1735"/>
                        <a:pt x="2439" y="1748"/>
                        <a:pt x="2444" y="1753"/>
                      </a:cubicBezTo>
                      <a:cubicBezTo>
                        <a:pt x="2449" y="1758"/>
                        <a:pt x="2457" y="1755"/>
                        <a:pt x="2457" y="1755"/>
                      </a:cubicBezTo>
                      <a:cubicBezTo>
                        <a:pt x="2458" y="1759"/>
                        <a:pt x="2458" y="1759"/>
                        <a:pt x="2458" y="1759"/>
                      </a:cubicBezTo>
                      <a:cubicBezTo>
                        <a:pt x="2462" y="1761"/>
                        <a:pt x="2472" y="1765"/>
                        <a:pt x="2484" y="1760"/>
                      </a:cubicBezTo>
                      <a:cubicBezTo>
                        <a:pt x="2499" y="1754"/>
                        <a:pt x="2511" y="1738"/>
                        <a:pt x="2511" y="1738"/>
                      </a:cubicBezTo>
                      <a:cubicBezTo>
                        <a:pt x="2517" y="1752"/>
                        <a:pt x="2517" y="1752"/>
                        <a:pt x="2517" y="1752"/>
                      </a:cubicBezTo>
                      <a:cubicBezTo>
                        <a:pt x="2517" y="1752"/>
                        <a:pt x="2549" y="1738"/>
                        <a:pt x="2554" y="1734"/>
                      </a:cubicBezTo>
                      <a:cubicBezTo>
                        <a:pt x="2559" y="1730"/>
                        <a:pt x="2580" y="1724"/>
                        <a:pt x="2580" y="1724"/>
                      </a:cubicBezTo>
                      <a:cubicBezTo>
                        <a:pt x="2590" y="1725"/>
                        <a:pt x="2590" y="1725"/>
                        <a:pt x="2590" y="1725"/>
                      </a:cubicBezTo>
                      <a:cubicBezTo>
                        <a:pt x="2561" y="1748"/>
                        <a:pt x="2561" y="1748"/>
                        <a:pt x="2561" y="1748"/>
                      </a:cubicBezTo>
                      <a:cubicBezTo>
                        <a:pt x="2622" y="1742"/>
                        <a:pt x="2622" y="1742"/>
                        <a:pt x="2622" y="1742"/>
                      </a:cubicBezTo>
                      <a:cubicBezTo>
                        <a:pt x="2622" y="1742"/>
                        <a:pt x="2593" y="1745"/>
                        <a:pt x="2592" y="1751"/>
                      </a:cubicBezTo>
                      <a:cubicBezTo>
                        <a:pt x="2591" y="1757"/>
                        <a:pt x="2587" y="1764"/>
                        <a:pt x="2587" y="1764"/>
                      </a:cubicBezTo>
                      <a:cubicBezTo>
                        <a:pt x="2587" y="1764"/>
                        <a:pt x="2568" y="1753"/>
                        <a:pt x="2561" y="1756"/>
                      </a:cubicBezTo>
                      <a:cubicBezTo>
                        <a:pt x="2554" y="1759"/>
                        <a:pt x="2486" y="1793"/>
                        <a:pt x="2483" y="1801"/>
                      </a:cubicBezTo>
                      <a:cubicBezTo>
                        <a:pt x="2480" y="1809"/>
                        <a:pt x="2474" y="1833"/>
                        <a:pt x="2479" y="1834"/>
                      </a:cubicBezTo>
                      <a:cubicBezTo>
                        <a:pt x="2484" y="1835"/>
                        <a:pt x="2491" y="1829"/>
                        <a:pt x="2491" y="1829"/>
                      </a:cubicBezTo>
                      <a:cubicBezTo>
                        <a:pt x="2491" y="1829"/>
                        <a:pt x="2489" y="1845"/>
                        <a:pt x="2498" y="1843"/>
                      </a:cubicBezTo>
                      <a:cubicBezTo>
                        <a:pt x="2507" y="1841"/>
                        <a:pt x="2513" y="1828"/>
                        <a:pt x="2513" y="1828"/>
                      </a:cubicBezTo>
                      <a:cubicBezTo>
                        <a:pt x="2513" y="1828"/>
                        <a:pt x="2539" y="1825"/>
                        <a:pt x="2553" y="1813"/>
                      </a:cubicBezTo>
                      <a:cubicBezTo>
                        <a:pt x="2567" y="1801"/>
                        <a:pt x="2582" y="1780"/>
                        <a:pt x="2582" y="1780"/>
                      </a:cubicBezTo>
                      <a:cubicBezTo>
                        <a:pt x="2582" y="1780"/>
                        <a:pt x="2582" y="1796"/>
                        <a:pt x="2596" y="1793"/>
                      </a:cubicBezTo>
                      <a:cubicBezTo>
                        <a:pt x="2610" y="1790"/>
                        <a:pt x="2644" y="1775"/>
                        <a:pt x="2655" y="1772"/>
                      </a:cubicBezTo>
                      <a:cubicBezTo>
                        <a:pt x="2666" y="1769"/>
                        <a:pt x="2718" y="1756"/>
                        <a:pt x="2718" y="1756"/>
                      </a:cubicBezTo>
                      <a:cubicBezTo>
                        <a:pt x="2709" y="1746"/>
                        <a:pt x="2709" y="1746"/>
                        <a:pt x="2709" y="1746"/>
                      </a:cubicBezTo>
                      <a:cubicBezTo>
                        <a:pt x="2713" y="1733"/>
                        <a:pt x="2713" y="1733"/>
                        <a:pt x="2713" y="1733"/>
                      </a:cubicBezTo>
                      <a:cubicBezTo>
                        <a:pt x="2692" y="1737"/>
                        <a:pt x="2692" y="1737"/>
                        <a:pt x="2692" y="1737"/>
                      </a:cubicBezTo>
                      <a:cubicBezTo>
                        <a:pt x="2691" y="1721"/>
                        <a:pt x="2691" y="1721"/>
                        <a:pt x="2691" y="1721"/>
                      </a:cubicBezTo>
                      <a:cubicBezTo>
                        <a:pt x="2691" y="1721"/>
                        <a:pt x="2667" y="1735"/>
                        <a:pt x="2661" y="1734"/>
                      </a:cubicBezTo>
                      <a:cubicBezTo>
                        <a:pt x="2655" y="1733"/>
                        <a:pt x="2657" y="1724"/>
                        <a:pt x="2657" y="1724"/>
                      </a:cubicBezTo>
                      <a:cubicBezTo>
                        <a:pt x="2657" y="1724"/>
                        <a:pt x="2625" y="1727"/>
                        <a:pt x="2619" y="1722"/>
                      </a:cubicBezTo>
                      <a:cubicBezTo>
                        <a:pt x="2613" y="1717"/>
                        <a:pt x="2605" y="1707"/>
                        <a:pt x="2614" y="1707"/>
                      </a:cubicBezTo>
                      <a:cubicBezTo>
                        <a:pt x="2623" y="1707"/>
                        <a:pt x="2610" y="1694"/>
                        <a:pt x="2599" y="1697"/>
                      </a:cubicBezTo>
                      <a:cubicBezTo>
                        <a:pt x="2588" y="1700"/>
                        <a:pt x="2584" y="1681"/>
                        <a:pt x="2584" y="1676"/>
                      </a:cubicBezTo>
                      <a:cubicBezTo>
                        <a:pt x="2584" y="1671"/>
                        <a:pt x="2596" y="1658"/>
                        <a:pt x="2596" y="1658"/>
                      </a:cubicBezTo>
                      <a:cubicBezTo>
                        <a:pt x="2580" y="1657"/>
                        <a:pt x="2580" y="1657"/>
                        <a:pt x="2580" y="1657"/>
                      </a:cubicBezTo>
                      <a:cubicBezTo>
                        <a:pt x="2580" y="1657"/>
                        <a:pt x="2599" y="1642"/>
                        <a:pt x="2606" y="1634"/>
                      </a:cubicBezTo>
                      <a:cubicBezTo>
                        <a:pt x="2613" y="1626"/>
                        <a:pt x="2632" y="1607"/>
                        <a:pt x="2632" y="1607"/>
                      </a:cubicBezTo>
                      <a:cubicBezTo>
                        <a:pt x="2622" y="1604"/>
                        <a:pt x="2622" y="1604"/>
                        <a:pt x="2622" y="1604"/>
                      </a:cubicBezTo>
                      <a:cubicBezTo>
                        <a:pt x="2608" y="1622"/>
                        <a:pt x="2608" y="1622"/>
                        <a:pt x="2608" y="1622"/>
                      </a:cubicBezTo>
                      <a:cubicBezTo>
                        <a:pt x="2593" y="1614"/>
                        <a:pt x="2593" y="1614"/>
                        <a:pt x="2593" y="1614"/>
                      </a:cubicBezTo>
                      <a:cubicBezTo>
                        <a:pt x="2574" y="1628"/>
                        <a:pt x="2574" y="1628"/>
                        <a:pt x="2574" y="1628"/>
                      </a:cubicBezTo>
                      <a:cubicBezTo>
                        <a:pt x="2571" y="1615"/>
                        <a:pt x="2571" y="1615"/>
                        <a:pt x="2571" y="1615"/>
                      </a:cubicBezTo>
                      <a:cubicBezTo>
                        <a:pt x="2552" y="1608"/>
                        <a:pt x="2552" y="1608"/>
                        <a:pt x="2552" y="1608"/>
                      </a:cubicBezTo>
                      <a:cubicBezTo>
                        <a:pt x="2537" y="1610"/>
                        <a:pt x="2537" y="1610"/>
                        <a:pt x="2537" y="1610"/>
                      </a:cubicBezTo>
                      <a:cubicBezTo>
                        <a:pt x="2574" y="1597"/>
                        <a:pt x="2574" y="1597"/>
                        <a:pt x="2574" y="1597"/>
                      </a:cubicBezTo>
                      <a:cubicBezTo>
                        <a:pt x="2574" y="1597"/>
                        <a:pt x="2581" y="1607"/>
                        <a:pt x="2591" y="1606"/>
                      </a:cubicBezTo>
                      <a:cubicBezTo>
                        <a:pt x="2601" y="1605"/>
                        <a:pt x="2624" y="1587"/>
                        <a:pt x="2624" y="1587"/>
                      </a:cubicBezTo>
                      <a:cubicBezTo>
                        <a:pt x="2624" y="1587"/>
                        <a:pt x="2650" y="1592"/>
                        <a:pt x="2651" y="1585"/>
                      </a:cubicBezTo>
                      <a:cubicBezTo>
                        <a:pt x="2652" y="1578"/>
                        <a:pt x="2644" y="1567"/>
                        <a:pt x="2644" y="1567"/>
                      </a:cubicBezTo>
                      <a:cubicBezTo>
                        <a:pt x="2660" y="1566"/>
                        <a:pt x="2660" y="1566"/>
                        <a:pt x="2660" y="1566"/>
                      </a:cubicBezTo>
                      <a:cubicBezTo>
                        <a:pt x="2660" y="1566"/>
                        <a:pt x="2651" y="1543"/>
                        <a:pt x="2609" y="1543"/>
                      </a:cubicBezTo>
                      <a:cubicBezTo>
                        <a:pt x="2567" y="1543"/>
                        <a:pt x="2517" y="1564"/>
                        <a:pt x="2494" y="1569"/>
                      </a:cubicBezTo>
                      <a:cubicBezTo>
                        <a:pt x="2471" y="1574"/>
                        <a:pt x="2434" y="1597"/>
                        <a:pt x="2427" y="1603"/>
                      </a:cubicBezTo>
                      <a:cubicBezTo>
                        <a:pt x="2420" y="1609"/>
                        <a:pt x="2378" y="1642"/>
                        <a:pt x="2368" y="1650"/>
                      </a:cubicBezTo>
                      <a:cubicBezTo>
                        <a:pt x="2358" y="1658"/>
                        <a:pt x="2322" y="1663"/>
                        <a:pt x="2322" y="1663"/>
                      </a:cubicBezTo>
                      <a:cubicBezTo>
                        <a:pt x="2322" y="1663"/>
                        <a:pt x="2372" y="1635"/>
                        <a:pt x="2381" y="1626"/>
                      </a:cubicBezTo>
                      <a:cubicBezTo>
                        <a:pt x="2390" y="1617"/>
                        <a:pt x="2403" y="1603"/>
                        <a:pt x="2403" y="1603"/>
                      </a:cubicBezTo>
                      <a:cubicBezTo>
                        <a:pt x="2388" y="1594"/>
                        <a:pt x="2388" y="1594"/>
                        <a:pt x="2388" y="1594"/>
                      </a:cubicBezTo>
                      <a:cubicBezTo>
                        <a:pt x="2388" y="1594"/>
                        <a:pt x="2409" y="1602"/>
                        <a:pt x="2414" y="1597"/>
                      </a:cubicBezTo>
                      <a:cubicBezTo>
                        <a:pt x="2419" y="1592"/>
                        <a:pt x="2469" y="1559"/>
                        <a:pt x="2481" y="1550"/>
                      </a:cubicBezTo>
                      <a:cubicBezTo>
                        <a:pt x="2493" y="1541"/>
                        <a:pt x="2531" y="1535"/>
                        <a:pt x="2535" y="1537"/>
                      </a:cubicBezTo>
                      <a:cubicBezTo>
                        <a:pt x="2539" y="1539"/>
                        <a:pt x="2561" y="1501"/>
                        <a:pt x="2591" y="1496"/>
                      </a:cubicBezTo>
                      <a:cubicBezTo>
                        <a:pt x="2621" y="1491"/>
                        <a:pt x="2697" y="1487"/>
                        <a:pt x="2713" y="1487"/>
                      </a:cubicBezTo>
                      <a:cubicBezTo>
                        <a:pt x="2729" y="1487"/>
                        <a:pt x="2788" y="1504"/>
                        <a:pt x="2798" y="1502"/>
                      </a:cubicBezTo>
                      <a:cubicBezTo>
                        <a:pt x="2808" y="1500"/>
                        <a:pt x="2829" y="1489"/>
                        <a:pt x="2839" y="1488"/>
                      </a:cubicBezTo>
                      <a:cubicBezTo>
                        <a:pt x="2849" y="1487"/>
                        <a:pt x="2880" y="1482"/>
                        <a:pt x="2892" y="1473"/>
                      </a:cubicBezTo>
                      <a:cubicBezTo>
                        <a:pt x="2904" y="1464"/>
                        <a:pt x="2930" y="1439"/>
                        <a:pt x="2940" y="1437"/>
                      </a:cubicBezTo>
                      <a:cubicBezTo>
                        <a:pt x="2950" y="1435"/>
                        <a:pt x="2967" y="1436"/>
                        <a:pt x="2967" y="1436"/>
                      </a:cubicBezTo>
                      <a:cubicBezTo>
                        <a:pt x="2967" y="1436"/>
                        <a:pt x="2980" y="1424"/>
                        <a:pt x="2990" y="1424"/>
                      </a:cubicBezTo>
                      <a:cubicBezTo>
                        <a:pt x="3000" y="1424"/>
                        <a:pt x="3001" y="1429"/>
                        <a:pt x="3018" y="1421"/>
                      </a:cubicBezTo>
                      <a:cubicBezTo>
                        <a:pt x="3018" y="1421"/>
                        <a:pt x="3083" y="1404"/>
                        <a:pt x="3077" y="1394"/>
                      </a:cubicBezTo>
                      <a:cubicBezTo>
                        <a:pt x="3071" y="1384"/>
                        <a:pt x="3052" y="1371"/>
                        <a:pt x="3052" y="1371"/>
                      </a:cubicBezTo>
                      <a:cubicBezTo>
                        <a:pt x="3052" y="1371"/>
                        <a:pt x="3076" y="1373"/>
                        <a:pt x="3076" y="1364"/>
                      </a:cubicBezTo>
                      <a:cubicBezTo>
                        <a:pt x="3076" y="1355"/>
                        <a:pt x="3072" y="1343"/>
                        <a:pt x="3072" y="1343"/>
                      </a:cubicBezTo>
                      <a:cubicBezTo>
                        <a:pt x="3072" y="1343"/>
                        <a:pt x="3100" y="1347"/>
                        <a:pt x="3094" y="1331"/>
                      </a:cubicBezTo>
                      <a:cubicBezTo>
                        <a:pt x="3088" y="1315"/>
                        <a:pt x="3065" y="1304"/>
                        <a:pt x="3058" y="1312"/>
                      </a:cubicBezTo>
                      <a:close/>
                      <a:moveTo>
                        <a:pt x="969" y="735"/>
                      </a:moveTo>
                      <a:cubicBezTo>
                        <a:pt x="976" y="730"/>
                        <a:pt x="1004" y="720"/>
                        <a:pt x="1004" y="720"/>
                      </a:cubicBezTo>
                      <a:cubicBezTo>
                        <a:pt x="1004" y="720"/>
                        <a:pt x="999" y="712"/>
                        <a:pt x="1005" y="709"/>
                      </a:cubicBezTo>
                      <a:cubicBezTo>
                        <a:pt x="1011" y="706"/>
                        <a:pt x="1029" y="715"/>
                        <a:pt x="1051" y="709"/>
                      </a:cubicBezTo>
                      <a:cubicBezTo>
                        <a:pt x="1073" y="703"/>
                        <a:pt x="1053" y="691"/>
                        <a:pt x="1034" y="691"/>
                      </a:cubicBezTo>
                      <a:cubicBezTo>
                        <a:pt x="1015" y="691"/>
                        <a:pt x="1010" y="698"/>
                        <a:pt x="999" y="703"/>
                      </a:cubicBezTo>
                      <a:cubicBezTo>
                        <a:pt x="988" y="708"/>
                        <a:pt x="989" y="698"/>
                        <a:pt x="989" y="698"/>
                      </a:cubicBezTo>
                      <a:cubicBezTo>
                        <a:pt x="977" y="703"/>
                        <a:pt x="977" y="703"/>
                        <a:pt x="977" y="703"/>
                      </a:cubicBezTo>
                      <a:cubicBezTo>
                        <a:pt x="954" y="700"/>
                        <a:pt x="954" y="700"/>
                        <a:pt x="954" y="700"/>
                      </a:cubicBezTo>
                      <a:cubicBezTo>
                        <a:pt x="954" y="700"/>
                        <a:pt x="933" y="710"/>
                        <a:pt x="924" y="707"/>
                      </a:cubicBezTo>
                      <a:cubicBezTo>
                        <a:pt x="915" y="704"/>
                        <a:pt x="950" y="694"/>
                        <a:pt x="960" y="689"/>
                      </a:cubicBezTo>
                      <a:cubicBezTo>
                        <a:pt x="970" y="684"/>
                        <a:pt x="979" y="690"/>
                        <a:pt x="992" y="690"/>
                      </a:cubicBezTo>
                      <a:cubicBezTo>
                        <a:pt x="1005" y="690"/>
                        <a:pt x="1001" y="681"/>
                        <a:pt x="1001" y="681"/>
                      </a:cubicBezTo>
                      <a:cubicBezTo>
                        <a:pt x="1071" y="676"/>
                        <a:pt x="1071" y="676"/>
                        <a:pt x="1071" y="676"/>
                      </a:cubicBezTo>
                      <a:cubicBezTo>
                        <a:pt x="1071" y="676"/>
                        <a:pt x="1106" y="666"/>
                        <a:pt x="1119" y="664"/>
                      </a:cubicBezTo>
                      <a:cubicBezTo>
                        <a:pt x="1132" y="662"/>
                        <a:pt x="1140" y="669"/>
                        <a:pt x="1140" y="669"/>
                      </a:cubicBezTo>
                      <a:cubicBezTo>
                        <a:pt x="1140" y="669"/>
                        <a:pt x="1143" y="663"/>
                        <a:pt x="1150" y="660"/>
                      </a:cubicBezTo>
                      <a:cubicBezTo>
                        <a:pt x="1157" y="657"/>
                        <a:pt x="1179" y="667"/>
                        <a:pt x="1179" y="667"/>
                      </a:cubicBezTo>
                      <a:cubicBezTo>
                        <a:pt x="1179" y="667"/>
                        <a:pt x="1157" y="673"/>
                        <a:pt x="1149" y="677"/>
                      </a:cubicBezTo>
                      <a:cubicBezTo>
                        <a:pt x="1141" y="681"/>
                        <a:pt x="1107" y="683"/>
                        <a:pt x="1107" y="683"/>
                      </a:cubicBezTo>
                      <a:cubicBezTo>
                        <a:pt x="1105" y="691"/>
                        <a:pt x="1105" y="691"/>
                        <a:pt x="1105" y="691"/>
                      </a:cubicBezTo>
                      <a:cubicBezTo>
                        <a:pt x="1123" y="691"/>
                        <a:pt x="1123" y="691"/>
                        <a:pt x="1123" y="691"/>
                      </a:cubicBezTo>
                      <a:cubicBezTo>
                        <a:pt x="1123" y="691"/>
                        <a:pt x="1134" y="694"/>
                        <a:pt x="1138" y="694"/>
                      </a:cubicBezTo>
                      <a:cubicBezTo>
                        <a:pt x="1142" y="694"/>
                        <a:pt x="1168" y="691"/>
                        <a:pt x="1182" y="690"/>
                      </a:cubicBezTo>
                      <a:cubicBezTo>
                        <a:pt x="1196" y="689"/>
                        <a:pt x="1176" y="680"/>
                        <a:pt x="1176" y="680"/>
                      </a:cubicBezTo>
                      <a:cubicBezTo>
                        <a:pt x="1213" y="679"/>
                        <a:pt x="1213" y="679"/>
                        <a:pt x="1213" y="679"/>
                      </a:cubicBezTo>
                      <a:cubicBezTo>
                        <a:pt x="1213" y="679"/>
                        <a:pt x="1208" y="692"/>
                        <a:pt x="1189" y="698"/>
                      </a:cubicBezTo>
                      <a:cubicBezTo>
                        <a:pt x="1170" y="704"/>
                        <a:pt x="1158" y="711"/>
                        <a:pt x="1158" y="711"/>
                      </a:cubicBezTo>
                      <a:cubicBezTo>
                        <a:pt x="1158" y="711"/>
                        <a:pt x="1157" y="723"/>
                        <a:pt x="1149" y="725"/>
                      </a:cubicBezTo>
                      <a:cubicBezTo>
                        <a:pt x="1141" y="727"/>
                        <a:pt x="1119" y="716"/>
                        <a:pt x="1119" y="716"/>
                      </a:cubicBezTo>
                      <a:cubicBezTo>
                        <a:pt x="1114" y="723"/>
                        <a:pt x="1114" y="723"/>
                        <a:pt x="1114" y="723"/>
                      </a:cubicBezTo>
                      <a:cubicBezTo>
                        <a:pt x="1104" y="714"/>
                        <a:pt x="1104" y="714"/>
                        <a:pt x="1104" y="714"/>
                      </a:cubicBezTo>
                      <a:cubicBezTo>
                        <a:pt x="1094" y="724"/>
                        <a:pt x="1094" y="724"/>
                        <a:pt x="1094" y="724"/>
                      </a:cubicBezTo>
                      <a:cubicBezTo>
                        <a:pt x="1094" y="724"/>
                        <a:pt x="1086" y="718"/>
                        <a:pt x="1080" y="725"/>
                      </a:cubicBezTo>
                      <a:cubicBezTo>
                        <a:pt x="1074" y="732"/>
                        <a:pt x="1086" y="738"/>
                        <a:pt x="1086" y="738"/>
                      </a:cubicBezTo>
                      <a:cubicBezTo>
                        <a:pt x="1065" y="741"/>
                        <a:pt x="1065" y="741"/>
                        <a:pt x="1065" y="741"/>
                      </a:cubicBezTo>
                      <a:cubicBezTo>
                        <a:pt x="1065" y="741"/>
                        <a:pt x="1050" y="751"/>
                        <a:pt x="1047" y="751"/>
                      </a:cubicBezTo>
                      <a:cubicBezTo>
                        <a:pt x="1044" y="751"/>
                        <a:pt x="1001" y="764"/>
                        <a:pt x="990" y="760"/>
                      </a:cubicBezTo>
                      <a:cubicBezTo>
                        <a:pt x="979" y="756"/>
                        <a:pt x="1018" y="749"/>
                        <a:pt x="1033" y="746"/>
                      </a:cubicBezTo>
                      <a:cubicBezTo>
                        <a:pt x="1048" y="743"/>
                        <a:pt x="1070" y="726"/>
                        <a:pt x="1057" y="724"/>
                      </a:cubicBezTo>
                      <a:cubicBezTo>
                        <a:pt x="1044" y="722"/>
                        <a:pt x="992" y="751"/>
                        <a:pt x="979" y="753"/>
                      </a:cubicBezTo>
                      <a:cubicBezTo>
                        <a:pt x="966" y="755"/>
                        <a:pt x="940" y="751"/>
                        <a:pt x="931" y="746"/>
                      </a:cubicBezTo>
                      <a:cubicBezTo>
                        <a:pt x="922" y="741"/>
                        <a:pt x="962" y="740"/>
                        <a:pt x="969" y="735"/>
                      </a:cubicBezTo>
                      <a:close/>
                      <a:moveTo>
                        <a:pt x="1324" y="872"/>
                      </a:moveTo>
                      <a:cubicBezTo>
                        <a:pt x="1324" y="869"/>
                        <a:pt x="1312" y="855"/>
                        <a:pt x="1308" y="862"/>
                      </a:cubicBezTo>
                      <a:cubicBezTo>
                        <a:pt x="1304" y="869"/>
                        <a:pt x="1305" y="876"/>
                        <a:pt x="1305" y="876"/>
                      </a:cubicBezTo>
                      <a:cubicBezTo>
                        <a:pt x="1305" y="876"/>
                        <a:pt x="1291" y="868"/>
                        <a:pt x="1285" y="870"/>
                      </a:cubicBezTo>
                      <a:cubicBezTo>
                        <a:pt x="1279" y="872"/>
                        <a:pt x="1283" y="879"/>
                        <a:pt x="1283" y="879"/>
                      </a:cubicBezTo>
                      <a:cubicBezTo>
                        <a:pt x="1266" y="881"/>
                        <a:pt x="1266" y="881"/>
                        <a:pt x="1266" y="881"/>
                      </a:cubicBezTo>
                      <a:cubicBezTo>
                        <a:pt x="1266" y="881"/>
                        <a:pt x="1254" y="877"/>
                        <a:pt x="1239" y="887"/>
                      </a:cubicBezTo>
                      <a:cubicBezTo>
                        <a:pt x="1224" y="897"/>
                        <a:pt x="1195" y="916"/>
                        <a:pt x="1181" y="919"/>
                      </a:cubicBezTo>
                      <a:cubicBezTo>
                        <a:pt x="1167" y="922"/>
                        <a:pt x="1147" y="928"/>
                        <a:pt x="1147" y="928"/>
                      </a:cubicBezTo>
                      <a:cubicBezTo>
                        <a:pt x="1147" y="928"/>
                        <a:pt x="1116" y="920"/>
                        <a:pt x="1108" y="928"/>
                      </a:cubicBezTo>
                      <a:cubicBezTo>
                        <a:pt x="1100" y="936"/>
                        <a:pt x="1094" y="947"/>
                        <a:pt x="1094" y="947"/>
                      </a:cubicBezTo>
                      <a:cubicBezTo>
                        <a:pt x="1065" y="947"/>
                        <a:pt x="1065" y="947"/>
                        <a:pt x="1065" y="947"/>
                      </a:cubicBezTo>
                      <a:cubicBezTo>
                        <a:pt x="1059" y="953"/>
                        <a:pt x="1059" y="953"/>
                        <a:pt x="1059" y="953"/>
                      </a:cubicBezTo>
                      <a:cubicBezTo>
                        <a:pt x="1059" y="953"/>
                        <a:pt x="1045" y="950"/>
                        <a:pt x="1038" y="952"/>
                      </a:cubicBezTo>
                      <a:cubicBezTo>
                        <a:pt x="1031" y="954"/>
                        <a:pt x="1012" y="957"/>
                        <a:pt x="1005" y="956"/>
                      </a:cubicBezTo>
                      <a:cubicBezTo>
                        <a:pt x="998" y="955"/>
                        <a:pt x="987" y="947"/>
                        <a:pt x="984" y="948"/>
                      </a:cubicBezTo>
                      <a:cubicBezTo>
                        <a:pt x="981" y="949"/>
                        <a:pt x="963" y="946"/>
                        <a:pt x="963" y="942"/>
                      </a:cubicBezTo>
                      <a:cubicBezTo>
                        <a:pt x="963" y="938"/>
                        <a:pt x="985" y="939"/>
                        <a:pt x="985" y="939"/>
                      </a:cubicBezTo>
                      <a:cubicBezTo>
                        <a:pt x="985" y="939"/>
                        <a:pt x="994" y="929"/>
                        <a:pt x="997" y="929"/>
                      </a:cubicBezTo>
                      <a:cubicBezTo>
                        <a:pt x="1000" y="929"/>
                        <a:pt x="1008" y="937"/>
                        <a:pt x="1018" y="937"/>
                      </a:cubicBezTo>
                      <a:cubicBezTo>
                        <a:pt x="1028" y="937"/>
                        <a:pt x="1028" y="929"/>
                        <a:pt x="1028" y="929"/>
                      </a:cubicBezTo>
                      <a:cubicBezTo>
                        <a:pt x="1039" y="929"/>
                        <a:pt x="1039" y="929"/>
                        <a:pt x="1039" y="929"/>
                      </a:cubicBezTo>
                      <a:cubicBezTo>
                        <a:pt x="1039" y="929"/>
                        <a:pt x="1049" y="911"/>
                        <a:pt x="1059" y="910"/>
                      </a:cubicBezTo>
                      <a:cubicBezTo>
                        <a:pt x="1069" y="909"/>
                        <a:pt x="1072" y="918"/>
                        <a:pt x="1090" y="911"/>
                      </a:cubicBezTo>
                      <a:cubicBezTo>
                        <a:pt x="1108" y="904"/>
                        <a:pt x="1093" y="882"/>
                        <a:pt x="1093" y="882"/>
                      </a:cubicBezTo>
                      <a:cubicBezTo>
                        <a:pt x="1093" y="882"/>
                        <a:pt x="1071" y="868"/>
                        <a:pt x="1085" y="862"/>
                      </a:cubicBezTo>
                      <a:cubicBezTo>
                        <a:pt x="1091" y="859"/>
                        <a:pt x="1099" y="872"/>
                        <a:pt x="1099" y="872"/>
                      </a:cubicBezTo>
                      <a:cubicBezTo>
                        <a:pt x="1107" y="871"/>
                        <a:pt x="1107" y="871"/>
                        <a:pt x="1107" y="871"/>
                      </a:cubicBezTo>
                      <a:cubicBezTo>
                        <a:pt x="1119" y="882"/>
                        <a:pt x="1119" y="882"/>
                        <a:pt x="1119" y="882"/>
                      </a:cubicBezTo>
                      <a:cubicBezTo>
                        <a:pt x="1119" y="882"/>
                        <a:pt x="1133" y="881"/>
                        <a:pt x="1137" y="884"/>
                      </a:cubicBezTo>
                      <a:cubicBezTo>
                        <a:pt x="1141" y="887"/>
                        <a:pt x="1130" y="902"/>
                        <a:pt x="1153" y="901"/>
                      </a:cubicBezTo>
                      <a:cubicBezTo>
                        <a:pt x="1176" y="900"/>
                        <a:pt x="1176" y="895"/>
                        <a:pt x="1176" y="895"/>
                      </a:cubicBezTo>
                      <a:cubicBezTo>
                        <a:pt x="1187" y="896"/>
                        <a:pt x="1187" y="896"/>
                        <a:pt x="1187" y="896"/>
                      </a:cubicBezTo>
                      <a:cubicBezTo>
                        <a:pt x="1187" y="896"/>
                        <a:pt x="1227" y="880"/>
                        <a:pt x="1241" y="871"/>
                      </a:cubicBezTo>
                      <a:cubicBezTo>
                        <a:pt x="1255" y="862"/>
                        <a:pt x="1277" y="855"/>
                        <a:pt x="1295" y="854"/>
                      </a:cubicBezTo>
                      <a:cubicBezTo>
                        <a:pt x="1313" y="853"/>
                        <a:pt x="1351" y="857"/>
                        <a:pt x="1348" y="861"/>
                      </a:cubicBezTo>
                      <a:cubicBezTo>
                        <a:pt x="1345" y="865"/>
                        <a:pt x="1324" y="875"/>
                        <a:pt x="1324" y="872"/>
                      </a:cubicBezTo>
                      <a:close/>
                      <a:moveTo>
                        <a:pt x="1405" y="1355"/>
                      </a:moveTo>
                      <a:cubicBezTo>
                        <a:pt x="1405" y="1355"/>
                        <a:pt x="1402" y="1384"/>
                        <a:pt x="1403" y="1393"/>
                      </a:cubicBezTo>
                      <a:cubicBezTo>
                        <a:pt x="1404" y="1402"/>
                        <a:pt x="1399" y="1411"/>
                        <a:pt x="1396" y="1416"/>
                      </a:cubicBezTo>
                      <a:cubicBezTo>
                        <a:pt x="1393" y="1421"/>
                        <a:pt x="1400" y="1422"/>
                        <a:pt x="1403" y="1433"/>
                      </a:cubicBezTo>
                      <a:cubicBezTo>
                        <a:pt x="1406" y="1444"/>
                        <a:pt x="1382" y="1471"/>
                        <a:pt x="1382" y="1471"/>
                      </a:cubicBezTo>
                      <a:cubicBezTo>
                        <a:pt x="1368" y="1466"/>
                        <a:pt x="1368" y="1466"/>
                        <a:pt x="1368" y="1466"/>
                      </a:cubicBezTo>
                      <a:cubicBezTo>
                        <a:pt x="1368" y="1466"/>
                        <a:pt x="1365" y="1485"/>
                        <a:pt x="1348" y="1482"/>
                      </a:cubicBezTo>
                      <a:cubicBezTo>
                        <a:pt x="1331" y="1479"/>
                        <a:pt x="1387" y="1431"/>
                        <a:pt x="1387" y="1419"/>
                      </a:cubicBezTo>
                      <a:cubicBezTo>
                        <a:pt x="1387" y="1407"/>
                        <a:pt x="1366" y="1427"/>
                        <a:pt x="1366" y="1427"/>
                      </a:cubicBezTo>
                      <a:cubicBezTo>
                        <a:pt x="1379" y="1406"/>
                        <a:pt x="1379" y="1406"/>
                        <a:pt x="1379" y="1406"/>
                      </a:cubicBezTo>
                      <a:cubicBezTo>
                        <a:pt x="1379" y="1406"/>
                        <a:pt x="1383" y="1393"/>
                        <a:pt x="1372" y="1390"/>
                      </a:cubicBezTo>
                      <a:cubicBezTo>
                        <a:pt x="1361" y="1387"/>
                        <a:pt x="1367" y="1407"/>
                        <a:pt x="1354" y="1407"/>
                      </a:cubicBezTo>
                      <a:cubicBezTo>
                        <a:pt x="1341" y="1407"/>
                        <a:pt x="1351" y="1376"/>
                        <a:pt x="1351" y="1376"/>
                      </a:cubicBezTo>
                      <a:cubicBezTo>
                        <a:pt x="1351" y="1376"/>
                        <a:pt x="1345" y="1370"/>
                        <a:pt x="1343" y="1361"/>
                      </a:cubicBezTo>
                      <a:cubicBezTo>
                        <a:pt x="1341" y="1352"/>
                        <a:pt x="1365" y="1352"/>
                        <a:pt x="1367" y="1346"/>
                      </a:cubicBezTo>
                      <a:cubicBezTo>
                        <a:pt x="1369" y="1340"/>
                        <a:pt x="1347" y="1349"/>
                        <a:pt x="1343" y="1340"/>
                      </a:cubicBezTo>
                      <a:cubicBezTo>
                        <a:pt x="1342" y="1338"/>
                        <a:pt x="1372" y="1307"/>
                        <a:pt x="1382" y="1303"/>
                      </a:cubicBezTo>
                      <a:cubicBezTo>
                        <a:pt x="1392" y="1299"/>
                        <a:pt x="1391" y="1306"/>
                        <a:pt x="1395" y="1307"/>
                      </a:cubicBezTo>
                      <a:cubicBezTo>
                        <a:pt x="1399" y="1308"/>
                        <a:pt x="1410" y="1305"/>
                        <a:pt x="1418" y="1322"/>
                      </a:cubicBezTo>
                      <a:cubicBezTo>
                        <a:pt x="1426" y="1339"/>
                        <a:pt x="1405" y="1355"/>
                        <a:pt x="1405" y="1355"/>
                      </a:cubicBezTo>
                      <a:close/>
                      <a:moveTo>
                        <a:pt x="156" y="1459"/>
                      </a:moveTo>
                      <a:cubicBezTo>
                        <a:pt x="146" y="1456"/>
                        <a:pt x="147" y="1473"/>
                        <a:pt x="147" y="1473"/>
                      </a:cubicBezTo>
                      <a:cubicBezTo>
                        <a:pt x="155" y="1473"/>
                        <a:pt x="166" y="1462"/>
                        <a:pt x="156" y="1459"/>
                      </a:cubicBezTo>
                      <a:close/>
                      <a:moveTo>
                        <a:pt x="2216" y="1197"/>
                      </a:moveTo>
                      <a:cubicBezTo>
                        <a:pt x="2248" y="1196"/>
                        <a:pt x="2259" y="1170"/>
                        <a:pt x="2228" y="1170"/>
                      </a:cubicBezTo>
                      <a:cubicBezTo>
                        <a:pt x="2196" y="1171"/>
                        <a:pt x="2216" y="1197"/>
                        <a:pt x="2216" y="1197"/>
                      </a:cubicBezTo>
                      <a:close/>
                      <a:moveTo>
                        <a:pt x="2456" y="825"/>
                      </a:moveTo>
                      <a:cubicBezTo>
                        <a:pt x="2456" y="825"/>
                        <a:pt x="2433" y="822"/>
                        <a:pt x="2423" y="814"/>
                      </a:cubicBezTo>
                      <a:cubicBezTo>
                        <a:pt x="2413" y="806"/>
                        <a:pt x="2418" y="785"/>
                        <a:pt x="2418" y="785"/>
                      </a:cubicBezTo>
                      <a:cubicBezTo>
                        <a:pt x="2397" y="769"/>
                        <a:pt x="2397" y="769"/>
                        <a:pt x="2397" y="769"/>
                      </a:cubicBezTo>
                      <a:cubicBezTo>
                        <a:pt x="2370" y="772"/>
                        <a:pt x="2370" y="772"/>
                        <a:pt x="2370" y="772"/>
                      </a:cubicBezTo>
                      <a:cubicBezTo>
                        <a:pt x="2366" y="763"/>
                        <a:pt x="2366" y="763"/>
                        <a:pt x="2366" y="763"/>
                      </a:cubicBezTo>
                      <a:cubicBezTo>
                        <a:pt x="2353" y="741"/>
                        <a:pt x="2353" y="741"/>
                        <a:pt x="2353" y="741"/>
                      </a:cubicBezTo>
                      <a:cubicBezTo>
                        <a:pt x="2330" y="745"/>
                        <a:pt x="2330" y="745"/>
                        <a:pt x="2330" y="745"/>
                      </a:cubicBezTo>
                      <a:cubicBezTo>
                        <a:pt x="2317" y="738"/>
                        <a:pt x="2317" y="738"/>
                        <a:pt x="2317" y="738"/>
                      </a:cubicBezTo>
                      <a:cubicBezTo>
                        <a:pt x="2329" y="727"/>
                        <a:pt x="2329" y="727"/>
                        <a:pt x="2329" y="727"/>
                      </a:cubicBezTo>
                      <a:cubicBezTo>
                        <a:pt x="2327" y="710"/>
                        <a:pt x="2327" y="710"/>
                        <a:pt x="2327" y="710"/>
                      </a:cubicBezTo>
                      <a:cubicBezTo>
                        <a:pt x="2293" y="728"/>
                        <a:pt x="2293" y="728"/>
                        <a:pt x="2293" y="728"/>
                      </a:cubicBezTo>
                      <a:cubicBezTo>
                        <a:pt x="2276" y="736"/>
                        <a:pt x="2276" y="736"/>
                        <a:pt x="2276" y="736"/>
                      </a:cubicBezTo>
                      <a:cubicBezTo>
                        <a:pt x="2257" y="764"/>
                        <a:pt x="2257" y="764"/>
                        <a:pt x="2257" y="764"/>
                      </a:cubicBezTo>
                      <a:cubicBezTo>
                        <a:pt x="2257" y="764"/>
                        <a:pt x="2226" y="771"/>
                        <a:pt x="2224" y="777"/>
                      </a:cubicBezTo>
                      <a:cubicBezTo>
                        <a:pt x="2222" y="783"/>
                        <a:pt x="2234" y="790"/>
                        <a:pt x="2224" y="793"/>
                      </a:cubicBezTo>
                      <a:cubicBezTo>
                        <a:pt x="2215" y="797"/>
                        <a:pt x="2186" y="807"/>
                        <a:pt x="2186" y="807"/>
                      </a:cubicBezTo>
                      <a:cubicBezTo>
                        <a:pt x="2203" y="815"/>
                        <a:pt x="2203" y="815"/>
                        <a:pt x="2203" y="815"/>
                      </a:cubicBezTo>
                      <a:cubicBezTo>
                        <a:pt x="2203" y="815"/>
                        <a:pt x="2230" y="811"/>
                        <a:pt x="2231" y="814"/>
                      </a:cubicBezTo>
                      <a:cubicBezTo>
                        <a:pt x="2231" y="817"/>
                        <a:pt x="2225" y="822"/>
                        <a:pt x="2225" y="833"/>
                      </a:cubicBezTo>
                      <a:cubicBezTo>
                        <a:pt x="2225" y="844"/>
                        <a:pt x="2268" y="845"/>
                        <a:pt x="2287" y="835"/>
                      </a:cubicBezTo>
                      <a:cubicBezTo>
                        <a:pt x="2306" y="826"/>
                        <a:pt x="2296" y="808"/>
                        <a:pt x="2324" y="809"/>
                      </a:cubicBezTo>
                      <a:cubicBezTo>
                        <a:pt x="2351" y="809"/>
                        <a:pt x="2355" y="818"/>
                        <a:pt x="2355" y="818"/>
                      </a:cubicBezTo>
                      <a:cubicBezTo>
                        <a:pt x="2386" y="823"/>
                        <a:pt x="2386" y="823"/>
                        <a:pt x="2386" y="823"/>
                      </a:cubicBezTo>
                      <a:cubicBezTo>
                        <a:pt x="2390" y="834"/>
                        <a:pt x="2390" y="834"/>
                        <a:pt x="2390" y="834"/>
                      </a:cubicBezTo>
                      <a:cubicBezTo>
                        <a:pt x="2452" y="838"/>
                        <a:pt x="2452" y="838"/>
                        <a:pt x="2452" y="838"/>
                      </a:cubicBezTo>
                      <a:lnTo>
                        <a:pt x="2456" y="825"/>
                      </a:lnTo>
                      <a:close/>
                      <a:moveTo>
                        <a:pt x="2393" y="886"/>
                      </a:moveTo>
                      <a:cubicBezTo>
                        <a:pt x="2352" y="899"/>
                        <a:pt x="2393" y="913"/>
                        <a:pt x="2393" y="913"/>
                      </a:cubicBezTo>
                      <a:cubicBezTo>
                        <a:pt x="2415" y="897"/>
                        <a:pt x="2434" y="872"/>
                        <a:pt x="2393" y="88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8" name="Freeform 341"/>
                <p:cNvSpPr>
                  <a:spLocks/>
                </p:cNvSpPr>
                <p:nvPr/>
              </p:nvSpPr>
              <p:spPr bwMode="gray">
                <a:xfrm>
                  <a:off x="-15577" y="-9989"/>
                  <a:ext cx="1488" cy="2346"/>
                </a:xfrm>
                <a:custGeom>
                  <a:avLst/>
                  <a:gdLst>
                    <a:gd name="T0" fmla="*/ 604 w 630"/>
                    <a:gd name="T1" fmla="*/ 869 h 993"/>
                    <a:gd name="T2" fmla="*/ 575 w 630"/>
                    <a:gd name="T3" fmla="*/ 854 h 993"/>
                    <a:gd name="T4" fmla="*/ 581 w 630"/>
                    <a:gd name="T5" fmla="*/ 821 h 993"/>
                    <a:gd name="T6" fmla="*/ 607 w 630"/>
                    <a:gd name="T7" fmla="*/ 835 h 993"/>
                    <a:gd name="T8" fmla="*/ 603 w 630"/>
                    <a:gd name="T9" fmla="*/ 799 h 993"/>
                    <a:gd name="T10" fmla="*/ 605 w 630"/>
                    <a:gd name="T11" fmla="*/ 744 h 993"/>
                    <a:gd name="T12" fmla="*/ 609 w 630"/>
                    <a:gd name="T13" fmla="*/ 694 h 993"/>
                    <a:gd name="T14" fmla="*/ 597 w 630"/>
                    <a:gd name="T15" fmla="*/ 632 h 993"/>
                    <a:gd name="T16" fmla="*/ 556 w 630"/>
                    <a:gd name="T17" fmla="*/ 590 h 993"/>
                    <a:gd name="T18" fmla="*/ 533 w 630"/>
                    <a:gd name="T19" fmla="*/ 591 h 993"/>
                    <a:gd name="T20" fmla="*/ 523 w 630"/>
                    <a:gd name="T21" fmla="*/ 562 h 993"/>
                    <a:gd name="T22" fmla="*/ 525 w 630"/>
                    <a:gd name="T23" fmla="*/ 507 h 993"/>
                    <a:gd name="T24" fmla="*/ 449 w 630"/>
                    <a:gd name="T25" fmla="*/ 541 h 993"/>
                    <a:gd name="T26" fmla="*/ 399 w 630"/>
                    <a:gd name="T27" fmla="*/ 509 h 993"/>
                    <a:gd name="T28" fmla="*/ 391 w 630"/>
                    <a:gd name="T29" fmla="*/ 465 h 993"/>
                    <a:gd name="T30" fmla="*/ 371 w 630"/>
                    <a:gd name="T31" fmla="*/ 420 h 993"/>
                    <a:gd name="T32" fmla="*/ 371 w 630"/>
                    <a:gd name="T33" fmla="*/ 396 h 993"/>
                    <a:gd name="T34" fmla="*/ 368 w 630"/>
                    <a:gd name="T35" fmla="*/ 370 h 993"/>
                    <a:gd name="T36" fmla="*/ 389 w 630"/>
                    <a:gd name="T37" fmla="*/ 331 h 993"/>
                    <a:gd name="T38" fmla="*/ 403 w 630"/>
                    <a:gd name="T39" fmla="*/ 277 h 993"/>
                    <a:gd name="T40" fmla="*/ 422 w 630"/>
                    <a:gd name="T41" fmla="*/ 265 h 993"/>
                    <a:gd name="T42" fmla="*/ 471 w 630"/>
                    <a:gd name="T43" fmla="*/ 244 h 993"/>
                    <a:gd name="T44" fmla="*/ 492 w 630"/>
                    <a:gd name="T45" fmla="*/ 240 h 993"/>
                    <a:gd name="T46" fmla="*/ 527 w 630"/>
                    <a:gd name="T47" fmla="*/ 236 h 993"/>
                    <a:gd name="T48" fmla="*/ 543 w 630"/>
                    <a:gd name="T49" fmla="*/ 227 h 993"/>
                    <a:gd name="T50" fmla="*/ 526 w 630"/>
                    <a:gd name="T51" fmla="*/ 207 h 993"/>
                    <a:gd name="T52" fmla="*/ 520 w 630"/>
                    <a:gd name="T53" fmla="*/ 171 h 993"/>
                    <a:gd name="T54" fmla="*/ 505 w 630"/>
                    <a:gd name="T55" fmla="*/ 135 h 993"/>
                    <a:gd name="T56" fmla="*/ 472 w 630"/>
                    <a:gd name="T57" fmla="*/ 130 h 993"/>
                    <a:gd name="T58" fmla="*/ 434 w 630"/>
                    <a:gd name="T59" fmla="*/ 138 h 993"/>
                    <a:gd name="T60" fmla="*/ 388 w 630"/>
                    <a:gd name="T61" fmla="*/ 106 h 993"/>
                    <a:gd name="T62" fmla="*/ 364 w 630"/>
                    <a:gd name="T63" fmla="*/ 73 h 993"/>
                    <a:gd name="T64" fmla="*/ 343 w 630"/>
                    <a:gd name="T65" fmla="*/ 57 h 993"/>
                    <a:gd name="T66" fmla="*/ 327 w 630"/>
                    <a:gd name="T67" fmla="*/ 33 h 993"/>
                    <a:gd name="T68" fmla="*/ 264 w 630"/>
                    <a:gd name="T69" fmla="*/ 0 h 993"/>
                    <a:gd name="T70" fmla="*/ 278 w 630"/>
                    <a:gd name="T71" fmla="*/ 1 h 993"/>
                    <a:gd name="T72" fmla="*/ 284 w 630"/>
                    <a:gd name="T73" fmla="*/ 31 h 993"/>
                    <a:gd name="T74" fmla="*/ 277 w 630"/>
                    <a:gd name="T75" fmla="*/ 58 h 993"/>
                    <a:gd name="T76" fmla="*/ 218 w 630"/>
                    <a:gd name="T77" fmla="*/ 143 h 993"/>
                    <a:gd name="T78" fmla="*/ 147 w 630"/>
                    <a:gd name="T79" fmla="*/ 186 h 993"/>
                    <a:gd name="T80" fmla="*/ 142 w 630"/>
                    <a:gd name="T81" fmla="*/ 201 h 993"/>
                    <a:gd name="T82" fmla="*/ 128 w 630"/>
                    <a:gd name="T83" fmla="*/ 252 h 993"/>
                    <a:gd name="T84" fmla="*/ 103 w 630"/>
                    <a:gd name="T85" fmla="*/ 270 h 993"/>
                    <a:gd name="T86" fmla="*/ 69 w 630"/>
                    <a:gd name="T87" fmla="*/ 243 h 993"/>
                    <a:gd name="T88" fmla="*/ 40 w 630"/>
                    <a:gd name="T89" fmla="*/ 246 h 993"/>
                    <a:gd name="T90" fmla="*/ 37 w 630"/>
                    <a:gd name="T91" fmla="*/ 224 h 993"/>
                    <a:gd name="T92" fmla="*/ 43 w 630"/>
                    <a:gd name="T93" fmla="*/ 188 h 993"/>
                    <a:gd name="T94" fmla="*/ 0 w 630"/>
                    <a:gd name="T95" fmla="*/ 254 h 993"/>
                    <a:gd name="T96" fmla="*/ 9 w 630"/>
                    <a:gd name="T97" fmla="*/ 282 h 993"/>
                    <a:gd name="T98" fmla="*/ 8 w 630"/>
                    <a:gd name="T99" fmla="*/ 331 h 993"/>
                    <a:gd name="T100" fmla="*/ 85 w 630"/>
                    <a:gd name="T101" fmla="*/ 394 h 993"/>
                    <a:gd name="T102" fmla="*/ 126 w 630"/>
                    <a:gd name="T103" fmla="*/ 462 h 993"/>
                    <a:gd name="T104" fmla="*/ 169 w 630"/>
                    <a:gd name="T105" fmla="*/ 547 h 993"/>
                    <a:gd name="T106" fmla="*/ 214 w 630"/>
                    <a:gd name="T107" fmla="*/ 622 h 993"/>
                    <a:gd name="T108" fmla="*/ 267 w 630"/>
                    <a:gd name="T109" fmla="*/ 715 h 993"/>
                    <a:gd name="T110" fmla="*/ 304 w 630"/>
                    <a:gd name="T111" fmla="*/ 803 h 993"/>
                    <a:gd name="T112" fmla="*/ 400 w 630"/>
                    <a:gd name="T113" fmla="*/ 869 h 993"/>
                    <a:gd name="T114" fmla="*/ 516 w 630"/>
                    <a:gd name="T115" fmla="*/ 939 h 993"/>
                    <a:gd name="T116" fmla="*/ 540 w 630"/>
                    <a:gd name="T117" fmla="*/ 968 h 993"/>
                    <a:gd name="T118" fmla="*/ 574 w 630"/>
                    <a:gd name="T119" fmla="*/ 993 h 993"/>
                    <a:gd name="T120" fmla="*/ 596 w 630"/>
                    <a:gd name="T121" fmla="*/ 954 h 993"/>
                    <a:gd name="T122" fmla="*/ 601 w 630"/>
                    <a:gd name="T123" fmla="*/ 929 h 993"/>
                    <a:gd name="T124" fmla="*/ 630 w 630"/>
                    <a:gd name="T125" fmla="*/ 889 h 9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630" h="993">
                      <a:moveTo>
                        <a:pt x="622" y="880"/>
                      </a:moveTo>
                      <a:cubicBezTo>
                        <a:pt x="622" y="880"/>
                        <a:pt x="612" y="873"/>
                        <a:pt x="604" y="869"/>
                      </a:cubicBezTo>
                      <a:cubicBezTo>
                        <a:pt x="596" y="865"/>
                        <a:pt x="593" y="857"/>
                        <a:pt x="593" y="857"/>
                      </a:cubicBezTo>
                      <a:cubicBezTo>
                        <a:pt x="593" y="857"/>
                        <a:pt x="579" y="859"/>
                        <a:pt x="575" y="854"/>
                      </a:cubicBezTo>
                      <a:cubicBezTo>
                        <a:pt x="580" y="840"/>
                        <a:pt x="580" y="840"/>
                        <a:pt x="580" y="840"/>
                      </a:cubicBezTo>
                      <a:cubicBezTo>
                        <a:pt x="580" y="840"/>
                        <a:pt x="576" y="825"/>
                        <a:pt x="581" y="821"/>
                      </a:cubicBezTo>
                      <a:cubicBezTo>
                        <a:pt x="584" y="818"/>
                        <a:pt x="598" y="830"/>
                        <a:pt x="607" y="838"/>
                      </a:cubicBezTo>
                      <a:cubicBezTo>
                        <a:pt x="607" y="836"/>
                        <a:pt x="607" y="835"/>
                        <a:pt x="607" y="835"/>
                      </a:cubicBezTo>
                      <a:cubicBezTo>
                        <a:pt x="612" y="824"/>
                        <a:pt x="612" y="824"/>
                        <a:pt x="612" y="824"/>
                      </a:cubicBezTo>
                      <a:cubicBezTo>
                        <a:pt x="612" y="824"/>
                        <a:pt x="604" y="813"/>
                        <a:pt x="603" y="799"/>
                      </a:cubicBezTo>
                      <a:cubicBezTo>
                        <a:pt x="601" y="784"/>
                        <a:pt x="616" y="776"/>
                        <a:pt x="620" y="766"/>
                      </a:cubicBezTo>
                      <a:cubicBezTo>
                        <a:pt x="624" y="757"/>
                        <a:pt x="605" y="744"/>
                        <a:pt x="605" y="744"/>
                      </a:cubicBezTo>
                      <a:cubicBezTo>
                        <a:pt x="618" y="724"/>
                        <a:pt x="618" y="724"/>
                        <a:pt x="618" y="724"/>
                      </a:cubicBezTo>
                      <a:cubicBezTo>
                        <a:pt x="609" y="694"/>
                        <a:pt x="609" y="694"/>
                        <a:pt x="609" y="694"/>
                      </a:cubicBezTo>
                      <a:cubicBezTo>
                        <a:pt x="609" y="694"/>
                        <a:pt x="619" y="683"/>
                        <a:pt x="620" y="677"/>
                      </a:cubicBezTo>
                      <a:cubicBezTo>
                        <a:pt x="622" y="670"/>
                        <a:pt x="612" y="645"/>
                        <a:pt x="597" y="632"/>
                      </a:cubicBezTo>
                      <a:cubicBezTo>
                        <a:pt x="586" y="621"/>
                        <a:pt x="579" y="600"/>
                        <a:pt x="577" y="591"/>
                      </a:cubicBezTo>
                      <a:cubicBezTo>
                        <a:pt x="568" y="590"/>
                        <a:pt x="560" y="590"/>
                        <a:pt x="556" y="590"/>
                      </a:cubicBezTo>
                      <a:cubicBezTo>
                        <a:pt x="545" y="590"/>
                        <a:pt x="549" y="599"/>
                        <a:pt x="541" y="599"/>
                      </a:cubicBezTo>
                      <a:cubicBezTo>
                        <a:pt x="533" y="599"/>
                        <a:pt x="533" y="591"/>
                        <a:pt x="533" y="591"/>
                      </a:cubicBezTo>
                      <a:cubicBezTo>
                        <a:pt x="526" y="592"/>
                        <a:pt x="526" y="592"/>
                        <a:pt x="526" y="592"/>
                      </a:cubicBezTo>
                      <a:cubicBezTo>
                        <a:pt x="526" y="592"/>
                        <a:pt x="525" y="572"/>
                        <a:pt x="523" y="562"/>
                      </a:cubicBezTo>
                      <a:cubicBezTo>
                        <a:pt x="521" y="552"/>
                        <a:pt x="526" y="538"/>
                        <a:pt x="528" y="534"/>
                      </a:cubicBezTo>
                      <a:cubicBezTo>
                        <a:pt x="530" y="530"/>
                        <a:pt x="525" y="507"/>
                        <a:pt x="525" y="507"/>
                      </a:cubicBezTo>
                      <a:cubicBezTo>
                        <a:pt x="491" y="537"/>
                        <a:pt x="491" y="537"/>
                        <a:pt x="491" y="537"/>
                      </a:cubicBezTo>
                      <a:cubicBezTo>
                        <a:pt x="449" y="541"/>
                        <a:pt x="449" y="541"/>
                        <a:pt x="449" y="541"/>
                      </a:cubicBezTo>
                      <a:cubicBezTo>
                        <a:pt x="449" y="541"/>
                        <a:pt x="441" y="522"/>
                        <a:pt x="438" y="515"/>
                      </a:cubicBezTo>
                      <a:cubicBezTo>
                        <a:pt x="435" y="508"/>
                        <a:pt x="399" y="509"/>
                        <a:pt x="399" y="509"/>
                      </a:cubicBezTo>
                      <a:cubicBezTo>
                        <a:pt x="399" y="509"/>
                        <a:pt x="414" y="496"/>
                        <a:pt x="416" y="491"/>
                      </a:cubicBezTo>
                      <a:cubicBezTo>
                        <a:pt x="418" y="486"/>
                        <a:pt x="396" y="471"/>
                        <a:pt x="391" y="465"/>
                      </a:cubicBezTo>
                      <a:cubicBezTo>
                        <a:pt x="386" y="459"/>
                        <a:pt x="373" y="438"/>
                        <a:pt x="373" y="438"/>
                      </a:cubicBezTo>
                      <a:cubicBezTo>
                        <a:pt x="371" y="420"/>
                        <a:pt x="371" y="420"/>
                        <a:pt x="371" y="420"/>
                      </a:cubicBezTo>
                      <a:cubicBezTo>
                        <a:pt x="371" y="420"/>
                        <a:pt x="356" y="414"/>
                        <a:pt x="356" y="409"/>
                      </a:cubicBezTo>
                      <a:cubicBezTo>
                        <a:pt x="356" y="404"/>
                        <a:pt x="371" y="396"/>
                        <a:pt x="371" y="396"/>
                      </a:cubicBezTo>
                      <a:cubicBezTo>
                        <a:pt x="365" y="392"/>
                        <a:pt x="365" y="392"/>
                        <a:pt x="365" y="392"/>
                      </a:cubicBezTo>
                      <a:cubicBezTo>
                        <a:pt x="365" y="392"/>
                        <a:pt x="360" y="378"/>
                        <a:pt x="368" y="370"/>
                      </a:cubicBezTo>
                      <a:cubicBezTo>
                        <a:pt x="376" y="362"/>
                        <a:pt x="389" y="345"/>
                        <a:pt x="395" y="354"/>
                      </a:cubicBezTo>
                      <a:cubicBezTo>
                        <a:pt x="401" y="363"/>
                        <a:pt x="391" y="338"/>
                        <a:pt x="389" y="331"/>
                      </a:cubicBezTo>
                      <a:cubicBezTo>
                        <a:pt x="387" y="324"/>
                        <a:pt x="402" y="315"/>
                        <a:pt x="402" y="315"/>
                      </a:cubicBezTo>
                      <a:cubicBezTo>
                        <a:pt x="403" y="277"/>
                        <a:pt x="403" y="277"/>
                        <a:pt x="403" y="277"/>
                      </a:cubicBezTo>
                      <a:cubicBezTo>
                        <a:pt x="419" y="277"/>
                        <a:pt x="419" y="277"/>
                        <a:pt x="419" y="277"/>
                      </a:cubicBezTo>
                      <a:cubicBezTo>
                        <a:pt x="419" y="277"/>
                        <a:pt x="420" y="269"/>
                        <a:pt x="422" y="265"/>
                      </a:cubicBezTo>
                      <a:cubicBezTo>
                        <a:pt x="424" y="261"/>
                        <a:pt x="450" y="244"/>
                        <a:pt x="450" y="244"/>
                      </a:cubicBezTo>
                      <a:cubicBezTo>
                        <a:pt x="471" y="244"/>
                        <a:pt x="471" y="244"/>
                        <a:pt x="471" y="244"/>
                      </a:cubicBezTo>
                      <a:cubicBezTo>
                        <a:pt x="473" y="237"/>
                        <a:pt x="473" y="237"/>
                        <a:pt x="473" y="237"/>
                      </a:cubicBezTo>
                      <a:cubicBezTo>
                        <a:pt x="492" y="240"/>
                        <a:pt x="492" y="240"/>
                        <a:pt x="492" y="240"/>
                      </a:cubicBezTo>
                      <a:cubicBezTo>
                        <a:pt x="492" y="240"/>
                        <a:pt x="503" y="225"/>
                        <a:pt x="513" y="224"/>
                      </a:cubicBezTo>
                      <a:cubicBezTo>
                        <a:pt x="523" y="223"/>
                        <a:pt x="527" y="236"/>
                        <a:pt x="527" y="236"/>
                      </a:cubicBezTo>
                      <a:cubicBezTo>
                        <a:pt x="527" y="236"/>
                        <a:pt x="534" y="239"/>
                        <a:pt x="539" y="236"/>
                      </a:cubicBezTo>
                      <a:cubicBezTo>
                        <a:pt x="541" y="235"/>
                        <a:pt x="542" y="231"/>
                        <a:pt x="543" y="227"/>
                      </a:cubicBezTo>
                      <a:cubicBezTo>
                        <a:pt x="532" y="223"/>
                        <a:pt x="532" y="223"/>
                        <a:pt x="532" y="223"/>
                      </a:cubicBezTo>
                      <a:cubicBezTo>
                        <a:pt x="526" y="207"/>
                        <a:pt x="526" y="207"/>
                        <a:pt x="526" y="207"/>
                      </a:cubicBezTo>
                      <a:cubicBezTo>
                        <a:pt x="526" y="207"/>
                        <a:pt x="512" y="212"/>
                        <a:pt x="509" y="206"/>
                      </a:cubicBezTo>
                      <a:cubicBezTo>
                        <a:pt x="506" y="201"/>
                        <a:pt x="515" y="171"/>
                        <a:pt x="520" y="171"/>
                      </a:cubicBezTo>
                      <a:cubicBezTo>
                        <a:pt x="525" y="171"/>
                        <a:pt x="533" y="163"/>
                        <a:pt x="533" y="148"/>
                      </a:cubicBezTo>
                      <a:cubicBezTo>
                        <a:pt x="533" y="134"/>
                        <a:pt x="505" y="135"/>
                        <a:pt x="505" y="135"/>
                      </a:cubicBezTo>
                      <a:cubicBezTo>
                        <a:pt x="505" y="135"/>
                        <a:pt x="497" y="123"/>
                        <a:pt x="493" y="122"/>
                      </a:cubicBezTo>
                      <a:cubicBezTo>
                        <a:pt x="489" y="121"/>
                        <a:pt x="481" y="130"/>
                        <a:pt x="472" y="130"/>
                      </a:cubicBezTo>
                      <a:cubicBezTo>
                        <a:pt x="464" y="130"/>
                        <a:pt x="463" y="123"/>
                        <a:pt x="449" y="120"/>
                      </a:cubicBezTo>
                      <a:cubicBezTo>
                        <a:pt x="435" y="117"/>
                        <a:pt x="434" y="138"/>
                        <a:pt x="434" y="138"/>
                      </a:cubicBezTo>
                      <a:cubicBezTo>
                        <a:pt x="434" y="138"/>
                        <a:pt x="412" y="138"/>
                        <a:pt x="393" y="133"/>
                      </a:cubicBezTo>
                      <a:cubicBezTo>
                        <a:pt x="374" y="128"/>
                        <a:pt x="389" y="113"/>
                        <a:pt x="388" y="106"/>
                      </a:cubicBezTo>
                      <a:cubicBezTo>
                        <a:pt x="387" y="98"/>
                        <a:pt x="369" y="97"/>
                        <a:pt x="369" y="97"/>
                      </a:cubicBezTo>
                      <a:cubicBezTo>
                        <a:pt x="369" y="97"/>
                        <a:pt x="367" y="79"/>
                        <a:pt x="364" y="73"/>
                      </a:cubicBezTo>
                      <a:cubicBezTo>
                        <a:pt x="362" y="67"/>
                        <a:pt x="354" y="70"/>
                        <a:pt x="354" y="70"/>
                      </a:cubicBezTo>
                      <a:cubicBezTo>
                        <a:pt x="343" y="57"/>
                        <a:pt x="343" y="57"/>
                        <a:pt x="343" y="57"/>
                      </a:cubicBezTo>
                      <a:cubicBezTo>
                        <a:pt x="335" y="57"/>
                        <a:pt x="335" y="57"/>
                        <a:pt x="335" y="57"/>
                      </a:cubicBezTo>
                      <a:cubicBezTo>
                        <a:pt x="327" y="33"/>
                        <a:pt x="327" y="33"/>
                        <a:pt x="327" y="33"/>
                      </a:cubicBezTo>
                      <a:cubicBezTo>
                        <a:pt x="327" y="33"/>
                        <a:pt x="297" y="9"/>
                        <a:pt x="290" y="5"/>
                      </a:cubicBezTo>
                      <a:cubicBezTo>
                        <a:pt x="284" y="1"/>
                        <a:pt x="274" y="1"/>
                        <a:pt x="264" y="0"/>
                      </a:cubicBezTo>
                      <a:cubicBezTo>
                        <a:pt x="264" y="0"/>
                        <a:pt x="264" y="0"/>
                        <a:pt x="264" y="0"/>
                      </a:cubicBezTo>
                      <a:cubicBezTo>
                        <a:pt x="269" y="0"/>
                        <a:pt x="273" y="1"/>
                        <a:pt x="278" y="1"/>
                      </a:cubicBezTo>
                      <a:cubicBezTo>
                        <a:pt x="279" y="19"/>
                        <a:pt x="268" y="19"/>
                        <a:pt x="268" y="19"/>
                      </a:cubicBezTo>
                      <a:cubicBezTo>
                        <a:pt x="284" y="31"/>
                        <a:pt x="284" y="31"/>
                        <a:pt x="284" y="31"/>
                      </a:cubicBezTo>
                      <a:cubicBezTo>
                        <a:pt x="287" y="53"/>
                        <a:pt x="287" y="53"/>
                        <a:pt x="287" y="53"/>
                      </a:cubicBezTo>
                      <a:cubicBezTo>
                        <a:pt x="277" y="58"/>
                        <a:pt x="277" y="58"/>
                        <a:pt x="277" y="58"/>
                      </a:cubicBezTo>
                      <a:cubicBezTo>
                        <a:pt x="269" y="87"/>
                        <a:pt x="269" y="87"/>
                        <a:pt x="269" y="87"/>
                      </a:cubicBezTo>
                      <a:cubicBezTo>
                        <a:pt x="269" y="87"/>
                        <a:pt x="241" y="128"/>
                        <a:pt x="218" y="143"/>
                      </a:cubicBezTo>
                      <a:cubicBezTo>
                        <a:pt x="195" y="157"/>
                        <a:pt x="174" y="157"/>
                        <a:pt x="161" y="168"/>
                      </a:cubicBezTo>
                      <a:cubicBezTo>
                        <a:pt x="147" y="179"/>
                        <a:pt x="147" y="186"/>
                        <a:pt x="147" y="186"/>
                      </a:cubicBezTo>
                      <a:cubicBezTo>
                        <a:pt x="139" y="189"/>
                        <a:pt x="139" y="189"/>
                        <a:pt x="139" y="189"/>
                      </a:cubicBezTo>
                      <a:cubicBezTo>
                        <a:pt x="142" y="201"/>
                        <a:pt x="142" y="201"/>
                        <a:pt x="142" y="201"/>
                      </a:cubicBezTo>
                      <a:cubicBezTo>
                        <a:pt x="142" y="201"/>
                        <a:pt x="134" y="206"/>
                        <a:pt x="132" y="216"/>
                      </a:cubicBezTo>
                      <a:cubicBezTo>
                        <a:pt x="131" y="225"/>
                        <a:pt x="128" y="252"/>
                        <a:pt x="128" y="252"/>
                      </a:cubicBezTo>
                      <a:cubicBezTo>
                        <a:pt x="128" y="252"/>
                        <a:pt x="119" y="254"/>
                        <a:pt x="115" y="256"/>
                      </a:cubicBezTo>
                      <a:cubicBezTo>
                        <a:pt x="111" y="259"/>
                        <a:pt x="116" y="270"/>
                        <a:pt x="103" y="270"/>
                      </a:cubicBezTo>
                      <a:cubicBezTo>
                        <a:pt x="89" y="270"/>
                        <a:pt x="93" y="246"/>
                        <a:pt x="88" y="241"/>
                      </a:cubicBezTo>
                      <a:cubicBezTo>
                        <a:pt x="82" y="237"/>
                        <a:pt x="69" y="243"/>
                        <a:pt x="69" y="243"/>
                      </a:cubicBezTo>
                      <a:cubicBezTo>
                        <a:pt x="60" y="232"/>
                        <a:pt x="60" y="232"/>
                        <a:pt x="60" y="232"/>
                      </a:cubicBezTo>
                      <a:cubicBezTo>
                        <a:pt x="60" y="232"/>
                        <a:pt x="50" y="250"/>
                        <a:pt x="40" y="246"/>
                      </a:cubicBezTo>
                      <a:cubicBezTo>
                        <a:pt x="31" y="241"/>
                        <a:pt x="47" y="232"/>
                        <a:pt x="47" y="232"/>
                      </a:cubicBezTo>
                      <a:cubicBezTo>
                        <a:pt x="37" y="224"/>
                        <a:pt x="37" y="224"/>
                        <a:pt x="37" y="224"/>
                      </a:cubicBezTo>
                      <a:cubicBezTo>
                        <a:pt x="37" y="224"/>
                        <a:pt x="50" y="212"/>
                        <a:pt x="58" y="203"/>
                      </a:cubicBezTo>
                      <a:cubicBezTo>
                        <a:pt x="67" y="194"/>
                        <a:pt x="43" y="188"/>
                        <a:pt x="43" y="188"/>
                      </a:cubicBezTo>
                      <a:cubicBezTo>
                        <a:pt x="43" y="188"/>
                        <a:pt x="17" y="216"/>
                        <a:pt x="9" y="223"/>
                      </a:cubicBezTo>
                      <a:cubicBezTo>
                        <a:pt x="1" y="230"/>
                        <a:pt x="0" y="241"/>
                        <a:pt x="0" y="254"/>
                      </a:cubicBezTo>
                      <a:cubicBezTo>
                        <a:pt x="0" y="267"/>
                        <a:pt x="12" y="264"/>
                        <a:pt x="12" y="264"/>
                      </a:cubicBezTo>
                      <a:cubicBezTo>
                        <a:pt x="9" y="282"/>
                        <a:pt x="9" y="282"/>
                        <a:pt x="9" y="282"/>
                      </a:cubicBezTo>
                      <a:cubicBezTo>
                        <a:pt x="9" y="282"/>
                        <a:pt x="26" y="292"/>
                        <a:pt x="27" y="304"/>
                      </a:cubicBezTo>
                      <a:cubicBezTo>
                        <a:pt x="28" y="316"/>
                        <a:pt x="8" y="317"/>
                        <a:pt x="8" y="331"/>
                      </a:cubicBezTo>
                      <a:cubicBezTo>
                        <a:pt x="8" y="345"/>
                        <a:pt x="42" y="347"/>
                        <a:pt x="51" y="352"/>
                      </a:cubicBezTo>
                      <a:cubicBezTo>
                        <a:pt x="59" y="357"/>
                        <a:pt x="82" y="389"/>
                        <a:pt x="85" y="394"/>
                      </a:cubicBezTo>
                      <a:cubicBezTo>
                        <a:pt x="87" y="398"/>
                        <a:pt x="99" y="418"/>
                        <a:pt x="99" y="424"/>
                      </a:cubicBezTo>
                      <a:cubicBezTo>
                        <a:pt x="99" y="430"/>
                        <a:pt x="123" y="456"/>
                        <a:pt x="126" y="462"/>
                      </a:cubicBezTo>
                      <a:cubicBezTo>
                        <a:pt x="130" y="468"/>
                        <a:pt x="164" y="522"/>
                        <a:pt x="164" y="522"/>
                      </a:cubicBezTo>
                      <a:cubicBezTo>
                        <a:pt x="169" y="547"/>
                        <a:pt x="169" y="547"/>
                        <a:pt x="169" y="547"/>
                      </a:cubicBezTo>
                      <a:cubicBezTo>
                        <a:pt x="169" y="547"/>
                        <a:pt x="197" y="602"/>
                        <a:pt x="197" y="609"/>
                      </a:cubicBezTo>
                      <a:cubicBezTo>
                        <a:pt x="197" y="616"/>
                        <a:pt x="205" y="616"/>
                        <a:pt x="214" y="622"/>
                      </a:cubicBezTo>
                      <a:cubicBezTo>
                        <a:pt x="222" y="628"/>
                        <a:pt x="218" y="635"/>
                        <a:pt x="220" y="647"/>
                      </a:cubicBezTo>
                      <a:cubicBezTo>
                        <a:pt x="221" y="658"/>
                        <a:pt x="255" y="699"/>
                        <a:pt x="267" y="715"/>
                      </a:cubicBezTo>
                      <a:cubicBezTo>
                        <a:pt x="279" y="732"/>
                        <a:pt x="270" y="754"/>
                        <a:pt x="270" y="762"/>
                      </a:cubicBezTo>
                      <a:cubicBezTo>
                        <a:pt x="270" y="771"/>
                        <a:pt x="293" y="796"/>
                        <a:pt x="304" y="803"/>
                      </a:cubicBezTo>
                      <a:cubicBezTo>
                        <a:pt x="314" y="810"/>
                        <a:pt x="324" y="826"/>
                        <a:pt x="332" y="835"/>
                      </a:cubicBezTo>
                      <a:cubicBezTo>
                        <a:pt x="340" y="843"/>
                        <a:pt x="386" y="861"/>
                        <a:pt x="400" y="869"/>
                      </a:cubicBezTo>
                      <a:cubicBezTo>
                        <a:pt x="415" y="877"/>
                        <a:pt x="442" y="883"/>
                        <a:pt x="463" y="901"/>
                      </a:cubicBezTo>
                      <a:cubicBezTo>
                        <a:pt x="484" y="919"/>
                        <a:pt x="516" y="939"/>
                        <a:pt x="516" y="939"/>
                      </a:cubicBezTo>
                      <a:cubicBezTo>
                        <a:pt x="522" y="954"/>
                        <a:pt x="522" y="954"/>
                        <a:pt x="522" y="954"/>
                      </a:cubicBezTo>
                      <a:cubicBezTo>
                        <a:pt x="522" y="954"/>
                        <a:pt x="533" y="962"/>
                        <a:pt x="540" y="968"/>
                      </a:cubicBezTo>
                      <a:cubicBezTo>
                        <a:pt x="547" y="974"/>
                        <a:pt x="574" y="992"/>
                        <a:pt x="574" y="992"/>
                      </a:cubicBezTo>
                      <a:cubicBezTo>
                        <a:pt x="574" y="993"/>
                        <a:pt x="574" y="993"/>
                        <a:pt x="574" y="993"/>
                      </a:cubicBezTo>
                      <a:cubicBezTo>
                        <a:pt x="580" y="989"/>
                        <a:pt x="589" y="983"/>
                        <a:pt x="596" y="977"/>
                      </a:cubicBezTo>
                      <a:cubicBezTo>
                        <a:pt x="608" y="968"/>
                        <a:pt x="596" y="954"/>
                        <a:pt x="596" y="954"/>
                      </a:cubicBezTo>
                      <a:cubicBezTo>
                        <a:pt x="608" y="946"/>
                        <a:pt x="608" y="946"/>
                        <a:pt x="608" y="946"/>
                      </a:cubicBezTo>
                      <a:cubicBezTo>
                        <a:pt x="601" y="929"/>
                        <a:pt x="601" y="929"/>
                        <a:pt x="601" y="929"/>
                      </a:cubicBezTo>
                      <a:cubicBezTo>
                        <a:pt x="601" y="929"/>
                        <a:pt x="611" y="919"/>
                        <a:pt x="620" y="912"/>
                      </a:cubicBezTo>
                      <a:cubicBezTo>
                        <a:pt x="626" y="908"/>
                        <a:pt x="629" y="897"/>
                        <a:pt x="630" y="889"/>
                      </a:cubicBezTo>
                      <a:lnTo>
                        <a:pt x="622" y="88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9" name="Freeform 342"/>
                <p:cNvSpPr>
                  <a:spLocks noEditPoints="1"/>
                </p:cNvSpPr>
                <p:nvPr/>
              </p:nvSpPr>
              <p:spPr bwMode="gray">
                <a:xfrm>
                  <a:off x="-14235" y="-8761"/>
                  <a:ext cx="1427" cy="1682"/>
                </a:xfrm>
                <a:custGeom>
                  <a:avLst/>
                  <a:gdLst>
                    <a:gd name="T0" fmla="*/ 1 w 604"/>
                    <a:gd name="T1" fmla="*/ 70 h 712"/>
                    <a:gd name="T2" fmla="*/ 599 w 604"/>
                    <a:gd name="T3" fmla="*/ 500 h 712"/>
                    <a:gd name="T4" fmla="*/ 584 w 604"/>
                    <a:gd name="T5" fmla="*/ 421 h 712"/>
                    <a:gd name="T6" fmla="*/ 561 w 604"/>
                    <a:gd name="T7" fmla="*/ 361 h 712"/>
                    <a:gd name="T8" fmla="*/ 468 w 604"/>
                    <a:gd name="T9" fmla="*/ 314 h 712"/>
                    <a:gd name="T10" fmla="*/ 463 w 604"/>
                    <a:gd name="T11" fmla="*/ 290 h 712"/>
                    <a:gd name="T12" fmla="*/ 450 w 604"/>
                    <a:gd name="T13" fmla="*/ 250 h 712"/>
                    <a:gd name="T14" fmla="*/ 418 w 604"/>
                    <a:gd name="T15" fmla="*/ 209 h 712"/>
                    <a:gd name="T16" fmla="*/ 367 w 604"/>
                    <a:gd name="T17" fmla="*/ 190 h 712"/>
                    <a:gd name="T18" fmla="*/ 320 w 604"/>
                    <a:gd name="T19" fmla="*/ 163 h 712"/>
                    <a:gd name="T20" fmla="*/ 290 w 604"/>
                    <a:gd name="T21" fmla="*/ 152 h 712"/>
                    <a:gd name="T22" fmla="*/ 258 w 604"/>
                    <a:gd name="T23" fmla="*/ 153 h 712"/>
                    <a:gd name="T24" fmla="*/ 230 w 604"/>
                    <a:gd name="T25" fmla="*/ 130 h 712"/>
                    <a:gd name="T26" fmla="*/ 210 w 604"/>
                    <a:gd name="T27" fmla="*/ 97 h 712"/>
                    <a:gd name="T28" fmla="*/ 200 w 604"/>
                    <a:gd name="T29" fmla="*/ 52 h 712"/>
                    <a:gd name="T30" fmla="*/ 211 w 604"/>
                    <a:gd name="T31" fmla="*/ 4 h 712"/>
                    <a:gd name="T32" fmla="*/ 183 w 604"/>
                    <a:gd name="T33" fmla="*/ 6 h 712"/>
                    <a:gd name="T34" fmla="*/ 151 w 604"/>
                    <a:gd name="T35" fmla="*/ 13 h 712"/>
                    <a:gd name="T36" fmla="*/ 104 w 604"/>
                    <a:gd name="T37" fmla="*/ 38 h 712"/>
                    <a:gd name="T38" fmla="*/ 76 w 604"/>
                    <a:gd name="T39" fmla="*/ 57 h 712"/>
                    <a:gd name="T40" fmla="*/ 50 w 604"/>
                    <a:gd name="T41" fmla="*/ 81 h 712"/>
                    <a:gd name="T42" fmla="*/ 9 w 604"/>
                    <a:gd name="T43" fmla="*/ 71 h 712"/>
                    <a:gd name="T44" fmla="*/ 52 w 604"/>
                    <a:gd name="T45" fmla="*/ 157 h 712"/>
                    <a:gd name="T46" fmla="*/ 50 w 604"/>
                    <a:gd name="T47" fmla="*/ 204 h 712"/>
                    <a:gd name="T48" fmla="*/ 52 w 604"/>
                    <a:gd name="T49" fmla="*/ 246 h 712"/>
                    <a:gd name="T50" fmla="*/ 44 w 604"/>
                    <a:gd name="T51" fmla="*/ 304 h 712"/>
                    <a:gd name="T52" fmla="*/ 39 w 604"/>
                    <a:gd name="T53" fmla="*/ 318 h 712"/>
                    <a:gd name="T54" fmla="*/ 62 w 604"/>
                    <a:gd name="T55" fmla="*/ 339 h 712"/>
                    <a:gd name="T56" fmla="*/ 76 w 604"/>
                    <a:gd name="T57" fmla="*/ 359 h 712"/>
                    <a:gd name="T58" fmla="*/ 62 w 604"/>
                    <a:gd name="T59" fmla="*/ 369 h 712"/>
                    <a:gd name="T60" fmla="*/ 33 w 604"/>
                    <a:gd name="T61" fmla="*/ 409 h 712"/>
                    <a:gd name="T62" fmla="*/ 39 w 604"/>
                    <a:gd name="T63" fmla="*/ 427 h 712"/>
                    <a:gd name="T64" fmla="*/ 64 w 604"/>
                    <a:gd name="T65" fmla="*/ 449 h 712"/>
                    <a:gd name="T66" fmla="*/ 105 w 604"/>
                    <a:gd name="T67" fmla="*/ 525 h 712"/>
                    <a:gd name="T68" fmla="*/ 104 w 604"/>
                    <a:gd name="T69" fmla="*/ 554 h 712"/>
                    <a:gd name="T70" fmla="*/ 102 w 604"/>
                    <a:gd name="T71" fmla="*/ 588 h 712"/>
                    <a:gd name="T72" fmla="*/ 134 w 604"/>
                    <a:gd name="T73" fmla="*/ 627 h 712"/>
                    <a:gd name="T74" fmla="*/ 147 w 604"/>
                    <a:gd name="T75" fmla="*/ 684 h 712"/>
                    <a:gd name="T76" fmla="*/ 188 w 604"/>
                    <a:gd name="T77" fmla="*/ 708 h 712"/>
                    <a:gd name="T78" fmla="*/ 199 w 604"/>
                    <a:gd name="T79" fmla="*/ 691 h 712"/>
                    <a:gd name="T80" fmla="*/ 214 w 604"/>
                    <a:gd name="T81" fmla="*/ 674 h 712"/>
                    <a:gd name="T82" fmla="*/ 241 w 604"/>
                    <a:gd name="T83" fmla="*/ 670 h 712"/>
                    <a:gd name="T84" fmla="*/ 318 w 604"/>
                    <a:gd name="T85" fmla="*/ 707 h 712"/>
                    <a:gd name="T86" fmla="*/ 374 w 604"/>
                    <a:gd name="T87" fmla="*/ 664 h 712"/>
                    <a:gd name="T88" fmla="*/ 403 w 604"/>
                    <a:gd name="T89" fmla="*/ 607 h 712"/>
                    <a:gd name="T90" fmla="*/ 413 w 604"/>
                    <a:gd name="T91" fmla="*/ 558 h 712"/>
                    <a:gd name="T92" fmla="*/ 486 w 604"/>
                    <a:gd name="T93" fmla="*/ 527 h 712"/>
                    <a:gd name="T94" fmla="*/ 574 w 604"/>
                    <a:gd name="T95" fmla="*/ 546 h 712"/>
                    <a:gd name="T96" fmla="*/ 602 w 604"/>
                    <a:gd name="T97" fmla="*/ 555 h 712"/>
                    <a:gd name="T98" fmla="*/ 603 w 604"/>
                    <a:gd name="T99" fmla="*/ 508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04" h="712">
                      <a:moveTo>
                        <a:pt x="0" y="70"/>
                      </a:move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70"/>
                        <a:pt x="1" y="70"/>
                        <a:pt x="0" y="70"/>
                      </a:cubicBezTo>
                      <a:close/>
                      <a:moveTo>
                        <a:pt x="599" y="500"/>
                      </a:moveTo>
                      <a:cubicBezTo>
                        <a:pt x="599" y="500"/>
                        <a:pt x="604" y="474"/>
                        <a:pt x="604" y="460"/>
                      </a:cubicBezTo>
                      <a:cubicBezTo>
                        <a:pt x="604" y="446"/>
                        <a:pt x="595" y="428"/>
                        <a:pt x="584" y="421"/>
                      </a:cubicBezTo>
                      <a:cubicBezTo>
                        <a:pt x="573" y="414"/>
                        <a:pt x="564" y="413"/>
                        <a:pt x="557" y="404"/>
                      </a:cubicBezTo>
                      <a:cubicBezTo>
                        <a:pt x="550" y="395"/>
                        <a:pt x="561" y="361"/>
                        <a:pt x="561" y="361"/>
                      </a:cubicBezTo>
                      <a:cubicBezTo>
                        <a:pt x="561" y="361"/>
                        <a:pt x="484" y="363"/>
                        <a:pt x="471" y="354"/>
                      </a:cubicBezTo>
                      <a:cubicBezTo>
                        <a:pt x="458" y="345"/>
                        <a:pt x="468" y="314"/>
                        <a:pt x="468" y="314"/>
                      </a:cubicBezTo>
                      <a:cubicBezTo>
                        <a:pt x="468" y="314"/>
                        <a:pt x="452" y="300"/>
                        <a:pt x="450" y="294"/>
                      </a:cubicBezTo>
                      <a:cubicBezTo>
                        <a:pt x="448" y="288"/>
                        <a:pt x="463" y="290"/>
                        <a:pt x="463" y="290"/>
                      </a:cubicBezTo>
                      <a:cubicBezTo>
                        <a:pt x="461" y="269"/>
                        <a:pt x="461" y="269"/>
                        <a:pt x="461" y="269"/>
                      </a:cubicBezTo>
                      <a:cubicBezTo>
                        <a:pt x="461" y="269"/>
                        <a:pt x="454" y="257"/>
                        <a:pt x="450" y="250"/>
                      </a:cubicBezTo>
                      <a:cubicBezTo>
                        <a:pt x="446" y="243"/>
                        <a:pt x="451" y="240"/>
                        <a:pt x="450" y="230"/>
                      </a:cubicBezTo>
                      <a:cubicBezTo>
                        <a:pt x="449" y="220"/>
                        <a:pt x="429" y="211"/>
                        <a:pt x="418" y="209"/>
                      </a:cubicBezTo>
                      <a:cubicBezTo>
                        <a:pt x="407" y="207"/>
                        <a:pt x="396" y="212"/>
                        <a:pt x="386" y="211"/>
                      </a:cubicBezTo>
                      <a:cubicBezTo>
                        <a:pt x="376" y="210"/>
                        <a:pt x="367" y="190"/>
                        <a:pt x="367" y="190"/>
                      </a:cubicBezTo>
                      <a:cubicBezTo>
                        <a:pt x="367" y="190"/>
                        <a:pt x="351" y="189"/>
                        <a:pt x="340" y="184"/>
                      </a:cubicBezTo>
                      <a:cubicBezTo>
                        <a:pt x="329" y="179"/>
                        <a:pt x="321" y="167"/>
                        <a:pt x="320" y="163"/>
                      </a:cubicBezTo>
                      <a:cubicBezTo>
                        <a:pt x="319" y="159"/>
                        <a:pt x="312" y="166"/>
                        <a:pt x="304" y="166"/>
                      </a:cubicBezTo>
                      <a:cubicBezTo>
                        <a:pt x="296" y="166"/>
                        <a:pt x="290" y="152"/>
                        <a:pt x="290" y="152"/>
                      </a:cubicBezTo>
                      <a:cubicBezTo>
                        <a:pt x="290" y="152"/>
                        <a:pt x="280" y="159"/>
                        <a:pt x="276" y="158"/>
                      </a:cubicBezTo>
                      <a:cubicBezTo>
                        <a:pt x="272" y="157"/>
                        <a:pt x="268" y="157"/>
                        <a:pt x="258" y="153"/>
                      </a:cubicBezTo>
                      <a:cubicBezTo>
                        <a:pt x="248" y="149"/>
                        <a:pt x="252" y="138"/>
                        <a:pt x="249" y="133"/>
                      </a:cubicBezTo>
                      <a:cubicBezTo>
                        <a:pt x="246" y="128"/>
                        <a:pt x="230" y="130"/>
                        <a:pt x="230" y="130"/>
                      </a:cubicBezTo>
                      <a:cubicBezTo>
                        <a:pt x="224" y="110"/>
                        <a:pt x="224" y="110"/>
                        <a:pt x="224" y="110"/>
                      </a:cubicBezTo>
                      <a:cubicBezTo>
                        <a:pt x="224" y="110"/>
                        <a:pt x="217" y="106"/>
                        <a:pt x="210" y="97"/>
                      </a:cubicBezTo>
                      <a:cubicBezTo>
                        <a:pt x="203" y="88"/>
                        <a:pt x="210" y="82"/>
                        <a:pt x="210" y="73"/>
                      </a:cubicBezTo>
                      <a:cubicBezTo>
                        <a:pt x="210" y="64"/>
                        <a:pt x="201" y="56"/>
                        <a:pt x="200" y="52"/>
                      </a:cubicBezTo>
                      <a:cubicBezTo>
                        <a:pt x="199" y="48"/>
                        <a:pt x="207" y="35"/>
                        <a:pt x="207" y="35"/>
                      </a:cubicBezTo>
                      <a:cubicBezTo>
                        <a:pt x="207" y="35"/>
                        <a:pt x="215" y="8"/>
                        <a:pt x="211" y="4"/>
                      </a:cubicBezTo>
                      <a:cubicBezTo>
                        <a:pt x="207" y="0"/>
                        <a:pt x="194" y="8"/>
                        <a:pt x="193" y="12"/>
                      </a:cubicBezTo>
                      <a:cubicBezTo>
                        <a:pt x="192" y="16"/>
                        <a:pt x="183" y="6"/>
                        <a:pt x="183" y="6"/>
                      </a:cubicBezTo>
                      <a:cubicBezTo>
                        <a:pt x="174" y="14"/>
                        <a:pt x="174" y="14"/>
                        <a:pt x="174" y="14"/>
                      </a:cubicBezTo>
                      <a:cubicBezTo>
                        <a:pt x="174" y="14"/>
                        <a:pt x="164" y="13"/>
                        <a:pt x="151" y="13"/>
                      </a:cubicBezTo>
                      <a:cubicBezTo>
                        <a:pt x="138" y="13"/>
                        <a:pt x="128" y="39"/>
                        <a:pt x="128" y="39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1" y="69"/>
                        <a:pt x="63" y="78"/>
                        <a:pt x="50" y="81"/>
                      </a:cubicBezTo>
                      <a:cubicBezTo>
                        <a:pt x="37" y="84"/>
                        <a:pt x="34" y="73"/>
                        <a:pt x="34" y="73"/>
                      </a:cubicBezTo>
                      <a:cubicBezTo>
                        <a:pt x="34" y="73"/>
                        <a:pt x="21" y="72"/>
                        <a:pt x="9" y="71"/>
                      </a:cubicBezTo>
                      <a:cubicBezTo>
                        <a:pt x="11" y="80"/>
                        <a:pt x="18" y="101"/>
                        <a:pt x="29" y="112"/>
                      </a:cubicBezTo>
                      <a:cubicBezTo>
                        <a:pt x="44" y="125"/>
                        <a:pt x="54" y="150"/>
                        <a:pt x="52" y="157"/>
                      </a:cubicBezTo>
                      <a:cubicBezTo>
                        <a:pt x="51" y="163"/>
                        <a:pt x="41" y="174"/>
                        <a:pt x="41" y="174"/>
                      </a:cubicBezTo>
                      <a:cubicBezTo>
                        <a:pt x="50" y="204"/>
                        <a:pt x="50" y="204"/>
                        <a:pt x="50" y="204"/>
                      </a:cubicBezTo>
                      <a:cubicBezTo>
                        <a:pt x="37" y="224"/>
                        <a:pt x="37" y="224"/>
                        <a:pt x="37" y="224"/>
                      </a:cubicBezTo>
                      <a:cubicBezTo>
                        <a:pt x="37" y="224"/>
                        <a:pt x="56" y="237"/>
                        <a:pt x="52" y="246"/>
                      </a:cubicBezTo>
                      <a:cubicBezTo>
                        <a:pt x="48" y="256"/>
                        <a:pt x="33" y="264"/>
                        <a:pt x="35" y="279"/>
                      </a:cubicBezTo>
                      <a:cubicBezTo>
                        <a:pt x="36" y="293"/>
                        <a:pt x="44" y="304"/>
                        <a:pt x="44" y="304"/>
                      </a:cubicBezTo>
                      <a:cubicBezTo>
                        <a:pt x="39" y="315"/>
                        <a:pt x="39" y="315"/>
                        <a:pt x="39" y="315"/>
                      </a:cubicBezTo>
                      <a:cubicBezTo>
                        <a:pt x="39" y="315"/>
                        <a:pt x="39" y="316"/>
                        <a:pt x="39" y="318"/>
                      </a:cubicBezTo>
                      <a:cubicBezTo>
                        <a:pt x="44" y="322"/>
                        <a:pt x="47" y="326"/>
                        <a:pt x="47" y="326"/>
                      </a:cubicBezTo>
                      <a:cubicBezTo>
                        <a:pt x="62" y="339"/>
                        <a:pt x="62" y="339"/>
                        <a:pt x="62" y="339"/>
                      </a:cubicBezTo>
                      <a:cubicBezTo>
                        <a:pt x="63" y="351"/>
                        <a:pt x="63" y="351"/>
                        <a:pt x="63" y="351"/>
                      </a:cubicBezTo>
                      <a:cubicBezTo>
                        <a:pt x="76" y="359"/>
                        <a:pt x="76" y="359"/>
                        <a:pt x="76" y="359"/>
                      </a:cubicBezTo>
                      <a:cubicBezTo>
                        <a:pt x="68" y="376"/>
                        <a:pt x="68" y="376"/>
                        <a:pt x="68" y="376"/>
                      </a:cubicBezTo>
                      <a:cubicBezTo>
                        <a:pt x="62" y="369"/>
                        <a:pt x="62" y="369"/>
                        <a:pt x="62" y="369"/>
                      </a:cubicBezTo>
                      <a:cubicBezTo>
                        <a:pt x="61" y="377"/>
                        <a:pt x="58" y="388"/>
                        <a:pt x="52" y="392"/>
                      </a:cubicBezTo>
                      <a:cubicBezTo>
                        <a:pt x="43" y="399"/>
                        <a:pt x="33" y="409"/>
                        <a:pt x="33" y="409"/>
                      </a:cubicBezTo>
                      <a:cubicBezTo>
                        <a:pt x="40" y="426"/>
                        <a:pt x="40" y="426"/>
                        <a:pt x="40" y="426"/>
                      </a:cubicBezTo>
                      <a:cubicBezTo>
                        <a:pt x="39" y="427"/>
                        <a:pt x="39" y="427"/>
                        <a:pt x="39" y="427"/>
                      </a:cubicBezTo>
                      <a:cubicBezTo>
                        <a:pt x="50" y="449"/>
                        <a:pt x="50" y="449"/>
                        <a:pt x="50" y="449"/>
                      </a:cubicBezTo>
                      <a:cubicBezTo>
                        <a:pt x="64" y="449"/>
                        <a:pt x="64" y="449"/>
                        <a:pt x="64" y="449"/>
                      </a:cubicBezTo>
                      <a:cubicBezTo>
                        <a:pt x="73" y="501"/>
                        <a:pt x="73" y="501"/>
                        <a:pt x="73" y="501"/>
                      </a:cubicBezTo>
                      <a:cubicBezTo>
                        <a:pt x="73" y="501"/>
                        <a:pt x="109" y="513"/>
                        <a:pt x="105" y="525"/>
                      </a:cubicBezTo>
                      <a:cubicBezTo>
                        <a:pt x="101" y="537"/>
                        <a:pt x="93" y="543"/>
                        <a:pt x="93" y="543"/>
                      </a:cubicBezTo>
                      <a:cubicBezTo>
                        <a:pt x="104" y="554"/>
                        <a:pt x="104" y="554"/>
                        <a:pt x="104" y="554"/>
                      </a:cubicBezTo>
                      <a:cubicBezTo>
                        <a:pt x="104" y="554"/>
                        <a:pt x="89" y="566"/>
                        <a:pt x="93" y="575"/>
                      </a:cubicBezTo>
                      <a:cubicBezTo>
                        <a:pt x="97" y="585"/>
                        <a:pt x="102" y="588"/>
                        <a:pt x="102" y="588"/>
                      </a:cubicBezTo>
                      <a:cubicBezTo>
                        <a:pt x="102" y="605"/>
                        <a:pt x="102" y="605"/>
                        <a:pt x="102" y="605"/>
                      </a:cubicBezTo>
                      <a:cubicBezTo>
                        <a:pt x="102" y="605"/>
                        <a:pt x="131" y="616"/>
                        <a:pt x="134" y="627"/>
                      </a:cubicBezTo>
                      <a:cubicBezTo>
                        <a:pt x="136" y="638"/>
                        <a:pt x="134" y="668"/>
                        <a:pt x="134" y="668"/>
                      </a:cubicBezTo>
                      <a:cubicBezTo>
                        <a:pt x="147" y="684"/>
                        <a:pt x="147" y="684"/>
                        <a:pt x="147" y="684"/>
                      </a:cubicBezTo>
                      <a:cubicBezTo>
                        <a:pt x="147" y="684"/>
                        <a:pt x="146" y="710"/>
                        <a:pt x="158" y="711"/>
                      </a:cubicBezTo>
                      <a:cubicBezTo>
                        <a:pt x="170" y="712"/>
                        <a:pt x="188" y="708"/>
                        <a:pt x="188" y="708"/>
                      </a:cubicBezTo>
                      <a:cubicBezTo>
                        <a:pt x="188" y="689"/>
                        <a:pt x="188" y="689"/>
                        <a:pt x="188" y="689"/>
                      </a:cubicBezTo>
                      <a:cubicBezTo>
                        <a:pt x="199" y="691"/>
                        <a:pt x="199" y="691"/>
                        <a:pt x="199" y="691"/>
                      </a:cubicBezTo>
                      <a:cubicBezTo>
                        <a:pt x="199" y="677"/>
                        <a:pt x="199" y="677"/>
                        <a:pt x="199" y="677"/>
                      </a:cubicBezTo>
                      <a:cubicBezTo>
                        <a:pt x="214" y="674"/>
                        <a:pt x="214" y="674"/>
                        <a:pt x="214" y="674"/>
                      </a:cubicBezTo>
                      <a:cubicBezTo>
                        <a:pt x="222" y="657"/>
                        <a:pt x="222" y="657"/>
                        <a:pt x="222" y="657"/>
                      </a:cubicBezTo>
                      <a:cubicBezTo>
                        <a:pt x="222" y="657"/>
                        <a:pt x="227" y="666"/>
                        <a:pt x="241" y="670"/>
                      </a:cubicBezTo>
                      <a:cubicBezTo>
                        <a:pt x="254" y="674"/>
                        <a:pt x="296" y="673"/>
                        <a:pt x="296" y="673"/>
                      </a:cubicBezTo>
                      <a:cubicBezTo>
                        <a:pt x="318" y="707"/>
                        <a:pt x="318" y="707"/>
                        <a:pt x="318" y="707"/>
                      </a:cubicBezTo>
                      <a:cubicBezTo>
                        <a:pt x="323" y="670"/>
                        <a:pt x="323" y="670"/>
                        <a:pt x="323" y="670"/>
                      </a:cubicBezTo>
                      <a:cubicBezTo>
                        <a:pt x="374" y="664"/>
                        <a:pt x="374" y="664"/>
                        <a:pt x="374" y="664"/>
                      </a:cubicBezTo>
                      <a:cubicBezTo>
                        <a:pt x="397" y="681"/>
                        <a:pt x="397" y="681"/>
                        <a:pt x="397" y="681"/>
                      </a:cubicBezTo>
                      <a:cubicBezTo>
                        <a:pt x="397" y="681"/>
                        <a:pt x="405" y="613"/>
                        <a:pt x="403" y="607"/>
                      </a:cubicBezTo>
                      <a:cubicBezTo>
                        <a:pt x="402" y="600"/>
                        <a:pt x="387" y="578"/>
                        <a:pt x="394" y="574"/>
                      </a:cubicBezTo>
                      <a:cubicBezTo>
                        <a:pt x="401" y="570"/>
                        <a:pt x="413" y="558"/>
                        <a:pt x="413" y="558"/>
                      </a:cubicBezTo>
                      <a:cubicBezTo>
                        <a:pt x="417" y="539"/>
                        <a:pt x="417" y="539"/>
                        <a:pt x="417" y="539"/>
                      </a:cubicBezTo>
                      <a:cubicBezTo>
                        <a:pt x="486" y="527"/>
                        <a:pt x="486" y="527"/>
                        <a:pt x="486" y="527"/>
                      </a:cubicBezTo>
                      <a:cubicBezTo>
                        <a:pt x="539" y="518"/>
                        <a:pt x="539" y="518"/>
                        <a:pt x="539" y="518"/>
                      </a:cubicBezTo>
                      <a:cubicBezTo>
                        <a:pt x="574" y="546"/>
                        <a:pt x="574" y="546"/>
                        <a:pt x="574" y="546"/>
                      </a:cubicBezTo>
                      <a:cubicBezTo>
                        <a:pt x="587" y="569"/>
                        <a:pt x="587" y="569"/>
                        <a:pt x="587" y="569"/>
                      </a:cubicBezTo>
                      <a:cubicBezTo>
                        <a:pt x="587" y="563"/>
                        <a:pt x="602" y="555"/>
                        <a:pt x="602" y="555"/>
                      </a:cubicBezTo>
                      <a:cubicBezTo>
                        <a:pt x="602" y="555"/>
                        <a:pt x="590" y="545"/>
                        <a:pt x="588" y="540"/>
                      </a:cubicBezTo>
                      <a:cubicBezTo>
                        <a:pt x="586" y="535"/>
                        <a:pt x="603" y="508"/>
                        <a:pt x="603" y="508"/>
                      </a:cubicBezTo>
                      <a:lnTo>
                        <a:pt x="599" y="50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0" name="Freeform 343"/>
                <p:cNvSpPr>
                  <a:spLocks/>
                </p:cNvSpPr>
                <p:nvPr/>
              </p:nvSpPr>
              <p:spPr bwMode="gray">
                <a:xfrm>
                  <a:off x="-716" y="-15753"/>
                  <a:ext cx="1885" cy="1056"/>
                </a:xfrm>
                <a:custGeom>
                  <a:avLst/>
                  <a:gdLst>
                    <a:gd name="T0" fmla="*/ 764 w 798"/>
                    <a:gd name="T1" fmla="*/ 243 h 447"/>
                    <a:gd name="T2" fmla="*/ 745 w 798"/>
                    <a:gd name="T3" fmla="*/ 230 h 447"/>
                    <a:gd name="T4" fmla="*/ 721 w 798"/>
                    <a:gd name="T5" fmla="*/ 212 h 447"/>
                    <a:gd name="T6" fmla="*/ 712 w 798"/>
                    <a:gd name="T7" fmla="*/ 222 h 447"/>
                    <a:gd name="T8" fmla="*/ 689 w 798"/>
                    <a:gd name="T9" fmla="*/ 229 h 447"/>
                    <a:gd name="T10" fmla="*/ 660 w 798"/>
                    <a:gd name="T11" fmla="*/ 212 h 447"/>
                    <a:gd name="T12" fmla="*/ 690 w 798"/>
                    <a:gd name="T13" fmla="*/ 175 h 447"/>
                    <a:gd name="T14" fmla="*/ 653 w 798"/>
                    <a:gd name="T15" fmla="*/ 185 h 447"/>
                    <a:gd name="T16" fmla="*/ 623 w 798"/>
                    <a:gd name="T17" fmla="*/ 208 h 447"/>
                    <a:gd name="T18" fmla="*/ 596 w 798"/>
                    <a:gd name="T19" fmla="*/ 236 h 447"/>
                    <a:gd name="T20" fmla="*/ 573 w 798"/>
                    <a:gd name="T21" fmla="*/ 259 h 447"/>
                    <a:gd name="T22" fmla="*/ 509 w 798"/>
                    <a:gd name="T23" fmla="*/ 228 h 447"/>
                    <a:gd name="T24" fmla="*/ 469 w 798"/>
                    <a:gd name="T25" fmla="*/ 188 h 447"/>
                    <a:gd name="T26" fmla="*/ 441 w 798"/>
                    <a:gd name="T27" fmla="*/ 136 h 447"/>
                    <a:gd name="T28" fmla="*/ 379 w 798"/>
                    <a:gd name="T29" fmla="*/ 105 h 447"/>
                    <a:gd name="T30" fmla="*/ 272 w 798"/>
                    <a:gd name="T31" fmla="*/ 108 h 447"/>
                    <a:gd name="T32" fmla="*/ 177 w 798"/>
                    <a:gd name="T33" fmla="*/ 38 h 447"/>
                    <a:gd name="T34" fmla="*/ 174 w 798"/>
                    <a:gd name="T35" fmla="*/ 75 h 447"/>
                    <a:gd name="T36" fmla="*/ 149 w 798"/>
                    <a:gd name="T37" fmla="*/ 55 h 447"/>
                    <a:gd name="T38" fmla="*/ 145 w 798"/>
                    <a:gd name="T39" fmla="*/ 23 h 447"/>
                    <a:gd name="T40" fmla="*/ 106 w 798"/>
                    <a:gd name="T41" fmla="*/ 20 h 447"/>
                    <a:gd name="T42" fmla="*/ 116 w 798"/>
                    <a:gd name="T43" fmla="*/ 45 h 447"/>
                    <a:gd name="T44" fmla="*/ 92 w 798"/>
                    <a:gd name="T45" fmla="*/ 37 h 447"/>
                    <a:gd name="T46" fmla="*/ 103 w 798"/>
                    <a:gd name="T47" fmla="*/ 3 h 447"/>
                    <a:gd name="T48" fmla="*/ 0 w 798"/>
                    <a:gd name="T49" fmla="*/ 31 h 447"/>
                    <a:gd name="T50" fmla="*/ 37 w 798"/>
                    <a:gd name="T51" fmla="*/ 217 h 447"/>
                    <a:gd name="T52" fmla="*/ 92 w 798"/>
                    <a:gd name="T53" fmla="*/ 224 h 447"/>
                    <a:gd name="T54" fmla="*/ 112 w 798"/>
                    <a:gd name="T55" fmla="*/ 175 h 447"/>
                    <a:gd name="T56" fmla="*/ 139 w 798"/>
                    <a:gd name="T57" fmla="*/ 169 h 447"/>
                    <a:gd name="T58" fmla="*/ 139 w 798"/>
                    <a:gd name="T59" fmla="*/ 152 h 447"/>
                    <a:gd name="T60" fmla="*/ 155 w 798"/>
                    <a:gd name="T61" fmla="*/ 161 h 447"/>
                    <a:gd name="T62" fmla="*/ 169 w 798"/>
                    <a:gd name="T63" fmla="*/ 168 h 447"/>
                    <a:gd name="T64" fmla="*/ 201 w 798"/>
                    <a:gd name="T65" fmla="*/ 173 h 447"/>
                    <a:gd name="T66" fmla="*/ 219 w 798"/>
                    <a:gd name="T67" fmla="*/ 197 h 447"/>
                    <a:gd name="T68" fmla="*/ 243 w 798"/>
                    <a:gd name="T69" fmla="*/ 227 h 447"/>
                    <a:gd name="T70" fmla="*/ 279 w 798"/>
                    <a:gd name="T71" fmla="*/ 225 h 447"/>
                    <a:gd name="T72" fmla="*/ 312 w 798"/>
                    <a:gd name="T73" fmla="*/ 256 h 447"/>
                    <a:gd name="T74" fmla="*/ 336 w 798"/>
                    <a:gd name="T75" fmla="*/ 293 h 447"/>
                    <a:gd name="T76" fmla="*/ 381 w 798"/>
                    <a:gd name="T77" fmla="*/ 319 h 447"/>
                    <a:gd name="T78" fmla="*/ 417 w 798"/>
                    <a:gd name="T79" fmla="*/ 348 h 447"/>
                    <a:gd name="T80" fmla="*/ 444 w 798"/>
                    <a:gd name="T81" fmla="*/ 357 h 447"/>
                    <a:gd name="T82" fmla="*/ 476 w 798"/>
                    <a:gd name="T83" fmla="*/ 376 h 447"/>
                    <a:gd name="T84" fmla="*/ 516 w 798"/>
                    <a:gd name="T85" fmla="*/ 387 h 447"/>
                    <a:gd name="T86" fmla="*/ 548 w 798"/>
                    <a:gd name="T87" fmla="*/ 425 h 447"/>
                    <a:gd name="T88" fmla="*/ 563 w 798"/>
                    <a:gd name="T89" fmla="*/ 437 h 447"/>
                    <a:gd name="T90" fmla="*/ 580 w 798"/>
                    <a:gd name="T91" fmla="*/ 445 h 447"/>
                    <a:gd name="T92" fmla="*/ 596 w 798"/>
                    <a:gd name="T93" fmla="*/ 440 h 447"/>
                    <a:gd name="T94" fmla="*/ 603 w 798"/>
                    <a:gd name="T95" fmla="*/ 445 h 447"/>
                    <a:gd name="T96" fmla="*/ 622 w 798"/>
                    <a:gd name="T97" fmla="*/ 397 h 447"/>
                    <a:gd name="T98" fmla="*/ 603 w 798"/>
                    <a:gd name="T99" fmla="*/ 353 h 447"/>
                    <a:gd name="T100" fmla="*/ 575 w 798"/>
                    <a:gd name="T101" fmla="*/ 339 h 447"/>
                    <a:gd name="T102" fmla="*/ 567 w 798"/>
                    <a:gd name="T103" fmla="*/ 321 h 447"/>
                    <a:gd name="T104" fmla="*/ 610 w 798"/>
                    <a:gd name="T105" fmla="*/ 305 h 447"/>
                    <a:gd name="T106" fmla="*/ 607 w 798"/>
                    <a:gd name="T107" fmla="*/ 282 h 447"/>
                    <a:gd name="T108" fmla="*/ 626 w 798"/>
                    <a:gd name="T109" fmla="*/ 264 h 447"/>
                    <a:gd name="T110" fmla="*/ 652 w 798"/>
                    <a:gd name="T111" fmla="*/ 260 h 447"/>
                    <a:gd name="T112" fmla="*/ 694 w 798"/>
                    <a:gd name="T113" fmla="*/ 251 h 447"/>
                    <a:gd name="T114" fmla="*/ 701 w 798"/>
                    <a:gd name="T115" fmla="*/ 283 h 447"/>
                    <a:gd name="T116" fmla="*/ 741 w 798"/>
                    <a:gd name="T117" fmla="*/ 286 h 447"/>
                    <a:gd name="T118" fmla="*/ 766 w 798"/>
                    <a:gd name="T119" fmla="*/ 271 h 447"/>
                    <a:gd name="T120" fmla="*/ 788 w 798"/>
                    <a:gd name="T121" fmla="*/ 254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98" h="447">
                      <a:moveTo>
                        <a:pt x="769" y="248"/>
                      </a:moveTo>
                      <a:cubicBezTo>
                        <a:pt x="764" y="243"/>
                        <a:pt x="764" y="243"/>
                        <a:pt x="764" y="243"/>
                      </a:cubicBezTo>
                      <a:cubicBezTo>
                        <a:pt x="751" y="241"/>
                        <a:pt x="751" y="241"/>
                        <a:pt x="751" y="241"/>
                      </a:cubicBezTo>
                      <a:cubicBezTo>
                        <a:pt x="745" y="230"/>
                        <a:pt x="745" y="230"/>
                        <a:pt x="745" y="230"/>
                      </a:cubicBezTo>
                      <a:cubicBezTo>
                        <a:pt x="732" y="230"/>
                        <a:pt x="732" y="230"/>
                        <a:pt x="732" y="230"/>
                      </a:cubicBezTo>
                      <a:cubicBezTo>
                        <a:pt x="721" y="212"/>
                        <a:pt x="721" y="212"/>
                        <a:pt x="721" y="212"/>
                      </a:cubicBezTo>
                      <a:cubicBezTo>
                        <a:pt x="721" y="222"/>
                        <a:pt x="721" y="222"/>
                        <a:pt x="721" y="222"/>
                      </a:cubicBezTo>
                      <a:cubicBezTo>
                        <a:pt x="712" y="222"/>
                        <a:pt x="712" y="222"/>
                        <a:pt x="712" y="222"/>
                      </a:cubicBezTo>
                      <a:cubicBezTo>
                        <a:pt x="713" y="231"/>
                        <a:pt x="713" y="231"/>
                        <a:pt x="713" y="231"/>
                      </a:cubicBezTo>
                      <a:cubicBezTo>
                        <a:pt x="713" y="231"/>
                        <a:pt x="694" y="233"/>
                        <a:pt x="689" y="229"/>
                      </a:cubicBezTo>
                      <a:cubicBezTo>
                        <a:pt x="684" y="225"/>
                        <a:pt x="683" y="220"/>
                        <a:pt x="683" y="220"/>
                      </a:cubicBezTo>
                      <a:cubicBezTo>
                        <a:pt x="660" y="212"/>
                        <a:pt x="660" y="212"/>
                        <a:pt x="660" y="212"/>
                      </a:cubicBezTo>
                      <a:cubicBezTo>
                        <a:pt x="660" y="212"/>
                        <a:pt x="696" y="183"/>
                        <a:pt x="694" y="178"/>
                      </a:cubicBezTo>
                      <a:cubicBezTo>
                        <a:pt x="693" y="177"/>
                        <a:pt x="692" y="176"/>
                        <a:pt x="690" y="175"/>
                      </a:cubicBezTo>
                      <a:cubicBezTo>
                        <a:pt x="671" y="184"/>
                        <a:pt x="671" y="184"/>
                        <a:pt x="671" y="184"/>
                      </a:cubicBezTo>
                      <a:cubicBezTo>
                        <a:pt x="653" y="185"/>
                        <a:pt x="653" y="185"/>
                        <a:pt x="653" y="185"/>
                      </a:cubicBezTo>
                      <a:cubicBezTo>
                        <a:pt x="645" y="203"/>
                        <a:pt x="645" y="203"/>
                        <a:pt x="645" y="203"/>
                      </a:cubicBezTo>
                      <a:cubicBezTo>
                        <a:pt x="645" y="203"/>
                        <a:pt x="633" y="205"/>
                        <a:pt x="623" y="208"/>
                      </a:cubicBezTo>
                      <a:cubicBezTo>
                        <a:pt x="612" y="211"/>
                        <a:pt x="613" y="229"/>
                        <a:pt x="613" y="229"/>
                      </a:cubicBezTo>
                      <a:cubicBezTo>
                        <a:pt x="613" y="229"/>
                        <a:pt x="605" y="229"/>
                        <a:pt x="596" y="236"/>
                      </a:cubicBezTo>
                      <a:cubicBezTo>
                        <a:pt x="587" y="243"/>
                        <a:pt x="595" y="267"/>
                        <a:pt x="595" y="267"/>
                      </a:cubicBezTo>
                      <a:cubicBezTo>
                        <a:pt x="595" y="267"/>
                        <a:pt x="584" y="261"/>
                        <a:pt x="573" y="259"/>
                      </a:cubicBezTo>
                      <a:cubicBezTo>
                        <a:pt x="563" y="256"/>
                        <a:pt x="580" y="243"/>
                        <a:pt x="573" y="233"/>
                      </a:cubicBezTo>
                      <a:cubicBezTo>
                        <a:pt x="567" y="224"/>
                        <a:pt x="520" y="233"/>
                        <a:pt x="509" y="228"/>
                      </a:cubicBezTo>
                      <a:cubicBezTo>
                        <a:pt x="499" y="223"/>
                        <a:pt x="497" y="199"/>
                        <a:pt x="488" y="188"/>
                      </a:cubicBezTo>
                      <a:cubicBezTo>
                        <a:pt x="479" y="177"/>
                        <a:pt x="479" y="191"/>
                        <a:pt x="469" y="188"/>
                      </a:cubicBezTo>
                      <a:cubicBezTo>
                        <a:pt x="460" y="185"/>
                        <a:pt x="467" y="137"/>
                        <a:pt x="461" y="136"/>
                      </a:cubicBezTo>
                      <a:cubicBezTo>
                        <a:pt x="456" y="135"/>
                        <a:pt x="441" y="136"/>
                        <a:pt x="441" y="136"/>
                      </a:cubicBezTo>
                      <a:cubicBezTo>
                        <a:pt x="441" y="136"/>
                        <a:pt x="411" y="93"/>
                        <a:pt x="404" y="93"/>
                      </a:cubicBezTo>
                      <a:cubicBezTo>
                        <a:pt x="397" y="93"/>
                        <a:pt x="379" y="105"/>
                        <a:pt x="379" y="105"/>
                      </a:cubicBezTo>
                      <a:cubicBezTo>
                        <a:pt x="379" y="105"/>
                        <a:pt x="341" y="101"/>
                        <a:pt x="325" y="101"/>
                      </a:cubicBezTo>
                      <a:cubicBezTo>
                        <a:pt x="309" y="101"/>
                        <a:pt x="272" y="108"/>
                        <a:pt x="272" y="108"/>
                      </a:cubicBezTo>
                      <a:cubicBezTo>
                        <a:pt x="223" y="60"/>
                        <a:pt x="223" y="60"/>
                        <a:pt x="223" y="60"/>
                      </a:cubicBezTo>
                      <a:cubicBezTo>
                        <a:pt x="177" y="38"/>
                        <a:pt x="177" y="38"/>
                        <a:pt x="177" y="38"/>
                      </a:cubicBezTo>
                      <a:cubicBezTo>
                        <a:pt x="181" y="47"/>
                        <a:pt x="186" y="56"/>
                        <a:pt x="183" y="61"/>
                      </a:cubicBezTo>
                      <a:cubicBezTo>
                        <a:pt x="178" y="70"/>
                        <a:pt x="174" y="75"/>
                        <a:pt x="174" y="75"/>
                      </a:cubicBezTo>
                      <a:cubicBezTo>
                        <a:pt x="174" y="75"/>
                        <a:pt x="162" y="76"/>
                        <a:pt x="154" y="70"/>
                      </a:cubicBezTo>
                      <a:cubicBezTo>
                        <a:pt x="146" y="64"/>
                        <a:pt x="149" y="55"/>
                        <a:pt x="149" y="55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5" y="23"/>
                        <a:pt x="145" y="23"/>
                        <a:pt x="145" y="23"/>
                      </a:cubicBezTo>
                      <a:cubicBezTo>
                        <a:pt x="112" y="7"/>
                        <a:pt x="112" y="7"/>
                        <a:pt x="112" y="7"/>
                      </a:cubicBezTo>
                      <a:cubicBezTo>
                        <a:pt x="106" y="20"/>
                        <a:pt x="106" y="20"/>
                        <a:pt x="106" y="20"/>
                      </a:cubicBezTo>
                      <a:cubicBezTo>
                        <a:pt x="106" y="20"/>
                        <a:pt x="119" y="28"/>
                        <a:pt x="119" y="37"/>
                      </a:cubicBezTo>
                      <a:cubicBezTo>
                        <a:pt x="119" y="46"/>
                        <a:pt x="116" y="45"/>
                        <a:pt x="116" y="45"/>
                      </a:cubicBezTo>
                      <a:cubicBezTo>
                        <a:pt x="116" y="45"/>
                        <a:pt x="117" y="55"/>
                        <a:pt x="106" y="57"/>
                      </a:cubicBezTo>
                      <a:cubicBezTo>
                        <a:pt x="95" y="59"/>
                        <a:pt x="98" y="39"/>
                        <a:pt x="92" y="37"/>
                      </a:cubicBezTo>
                      <a:cubicBezTo>
                        <a:pt x="86" y="35"/>
                        <a:pt x="99" y="21"/>
                        <a:pt x="99" y="21"/>
                      </a:cubicBezTo>
                      <a:cubicBezTo>
                        <a:pt x="103" y="3"/>
                        <a:pt x="103" y="3"/>
                        <a:pt x="103" y="3"/>
                      </a:cubicBezTo>
                      <a:cubicBezTo>
                        <a:pt x="96" y="0"/>
                        <a:pt x="96" y="0"/>
                        <a:pt x="96" y="0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35" y="218"/>
                        <a:pt x="35" y="218"/>
                        <a:pt x="35" y="218"/>
                      </a:cubicBezTo>
                      <a:cubicBezTo>
                        <a:pt x="36" y="218"/>
                        <a:pt x="36" y="217"/>
                        <a:pt x="37" y="217"/>
                      </a:cubicBezTo>
                      <a:cubicBezTo>
                        <a:pt x="44" y="217"/>
                        <a:pt x="48" y="224"/>
                        <a:pt x="48" y="224"/>
                      </a:cubicBezTo>
                      <a:cubicBezTo>
                        <a:pt x="92" y="224"/>
                        <a:pt x="92" y="224"/>
                        <a:pt x="92" y="224"/>
                      </a:cubicBezTo>
                      <a:cubicBezTo>
                        <a:pt x="92" y="224"/>
                        <a:pt x="77" y="208"/>
                        <a:pt x="79" y="195"/>
                      </a:cubicBezTo>
                      <a:cubicBezTo>
                        <a:pt x="80" y="181"/>
                        <a:pt x="112" y="175"/>
                        <a:pt x="112" y="175"/>
                      </a:cubicBezTo>
                      <a:cubicBezTo>
                        <a:pt x="112" y="175"/>
                        <a:pt x="112" y="164"/>
                        <a:pt x="116" y="163"/>
                      </a:cubicBezTo>
                      <a:cubicBezTo>
                        <a:pt x="120" y="161"/>
                        <a:pt x="139" y="169"/>
                        <a:pt x="139" y="169"/>
                      </a:cubicBezTo>
                      <a:cubicBezTo>
                        <a:pt x="119" y="151"/>
                        <a:pt x="119" y="151"/>
                        <a:pt x="119" y="151"/>
                      </a:cubicBezTo>
                      <a:cubicBezTo>
                        <a:pt x="139" y="152"/>
                        <a:pt x="139" y="152"/>
                        <a:pt x="139" y="152"/>
                      </a:cubicBezTo>
                      <a:cubicBezTo>
                        <a:pt x="143" y="145"/>
                        <a:pt x="143" y="145"/>
                        <a:pt x="143" y="145"/>
                      </a:cubicBezTo>
                      <a:cubicBezTo>
                        <a:pt x="155" y="161"/>
                        <a:pt x="155" y="161"/>
                        <a:pt x="155" y="161"/>
                      </a:cubicBezTo>
                      <a:cubicBezTo>
                        <a:pt x="171" y="160"/>
                        <a:pt x="171" y="160"/>
                        <a:pt x="171" y="160"/>
                      </a:cubicBezTo>
                      <a:cubicBezTo>
                        <a:pt x="169" y="168"/>
                        <a:pt x="169" y="168"/>
                        <a:pt x="169" y="168"/>
                      </a:cubicBezTo>
                      <a:cubicBezTo>
                        <a:pt x="179" y="172"/>
                        <a:pt x="179" y="172"/>
                        <a:pt x="179" y="172"/>
                      </a:cubicBezTo>
                      <a:cubicBezTo>
                        <a:pt x="179" y="172"/>
                        <a:pt x="192" y="169"/>
                        <a:pt x="201" y="173"/>
                      </a:cubicBezTo>
                      <a:cubicBezTo>
                        <a:pt x="211" y="177"/>
                        <a:pt x="209" y="192"/>
                        <a:pt x="209" y="192"/>
                      </a:cubicBezTo>
                      <a:cubicBezTo>
                        <a:pt x="219" y="197"/>
                        <a:pt x="219" y="197"/>
                        <a:pt x="219" y="197"/>
                      </a:cubicBezTo>
                      <a:cubicBezTo>
                        <a:pt x="219" y="197"/>
                        <a:pt x="207" y="209"/>
                        <a:pt x="212" y="219"/>
                      </a:cubicBezTo>
                      <a:cubicBezTo>
                        <a:pt x="217" y="228"/>
                        <a:pt x="243" y="227"/>
                        <a:pt x="243" y="227"/>
                      </a:cubicBezTo>
                      <a:cubicBezTo>
                        <a:pt x="279" y="231"/>
                        <a:pt x="279" y="231"/>
                        <a:pt x="279" y="231"/>
                      </a:cubicBezTo>
                      <a:cubicBezTo>
                        <a:pt x="279" y="225"/>
                        <a:pt x="279" y="225"/>
                        <a:pt x="279" y="225"/>
                      </a:cubicBezTo>
                      <a:cubicBezTo>
                        <a:pt x="303" y="237"/>
                        <a:pt x="303" y="237"/>
                        <a:pt x="303" y="237"/>
                      </a:cubicBezTo>
                      <a:cubicBezTo>
                        <a:pt x="312" y="256"/>
                        <a:pt x="312" y="256"/>
                        <a:pt x="312" y="256"/>
                      </a:cubicBezTo>
                      <a:cubicBezTo>
                        <a:pt x="325" y="271"/>
                        <a:pt x="325" y="271"/>
                        <a:pt x="325" y="271"/>
                      </a:cubicBezTo>
                      <a:cubicBezTo>
                        <a:pt x="325" y="271"/>
                        <a:pt x="333" y="283"/>
                        <a:pt x="336" y="293"/>
                      </a:cubicBezTo>
                      <a:cubicBezTo>
                        <a:pt x="339" y="304"/>
                        <a:pt x="351" y="309"/>
                        <a:pt x="357" y="312"/>
                      </a:cubicBezTo>
                      <a:cubicBezTo>
                        <a:pt x="364" y="315"/>
                        <a:pt x="377" y="317"/>
                        <a:pt x="381" y="319"/>
                      </a:cubicBezTo>
                      <a:cubicBezTo>
                        <a:pt x="385" y="320"/>
                        <a:pt x="397" y="336"/>
                        <a:pt x="397" y="336"/>
                      </a:cubicBezTo>
                      <a:cubicBezTo>
                        <a:pt x="417" y="348"/>
                        <a:pt x="417" y="348"/>
                        <a:pt x="417" y="348"/>
                      </a:cubicBezTo>
                      <a:cubicBezTo>
                        <a:pt x="435" y="349"/>
                        <a:pt x="435" y="349"/>
                        <a:pt x="435" y="349"/>
                      </a:cubicBezTo>
                      <a:cubicBezTo>
                        <a:pt x="444" y="357"/>
                        <a:pt x="444" y="357"/>
                        <a:pt x="444" y="357"/>
                      </a:cubicBezTo>
                      <a:cubicBezTo>
                        <a:pt x="455" y="360"/>
                        <a:pt x="455" y="360"/>
                        <a:pt x="455" y="360"/>
                      </a:cubicBezTo>
                      <a:cubicBezTo>
                        <a:pt x="455" y="360"/>
                        <a:pt x="469" y="371"/>
                        <a:pt x="476" y="376"/>
                      </a:cubicBezTo>
                      <a:cubicBezTo>
                        <a:pt x="483" y="381"/>
                        <a:pt x="501" y="389"/>
                        <a:pt x="501" y="389"/>
                      </a:cubicBezTo>
                      <a:cubicBezTo>
                        <a:pt x="516" y="387"/>
                        <a:pt x="516" y="387"/>
                        <a:pt x="516" y="387"/>
                      </a:cubicBezTo>
                      <a:cubicBezTo>
                        <a:pt x="549" y="405"/>
                        <a:pt x="549" y="405"/>
                        <a:pt x="549" y="405"/>
                      </a:cubicBezTo>
                      <a:cubicBezTo>
                        <a:pt x="549" y="405"/>
                        <a:pt x="537" y="417"/>
                        <a:pt x="548" y="425"/>
                      </a:cubicBezTo>
                      <a:cubicBezTo>
                        <a:pt x="554" y="430"/>
                        <a:pt x="555" y="434"/>
                        <a:pt x="555" y="437"/>
                      </a:cubicBezTo>
                      <a:cubicBezTo>
                        <a:pt x="563" y="437"/>
                        <a:pt x="563" y="437"/>
                        <a:pt x="563" y="437"/>
                      </a:cubicBezTo>
                      <a:cubicBezTo>
                        <a:pt x="571" y="431"/>
                        <a:pt x="571" y="431"/>
                        <a:pt x="571" y="431"/>
                      </a:cubicBezTo>
                      <a:cubicBezTo>
                        <a:pt x="580" y="445"/>
                        <a:pt x="580" y="445"/>
                        <a:pt x="580" y="445"/>
                      </a:cubicBezTo>
                      <a:cubicBezTo>
                        <a:pt x="591" y="440"/>
                        <a:pt x="591" y="440"/>
                        <a:pt x="591" y="440"/>
                      </a:cubicBezTo>
                      <a:cubicBezTo>
                        <a:pt x="596" y="440"/>
                        <a:pt x="596" y="440"/>
                        <a:pt x="596" y="440"/>
                      </a:cubicBezTo>
                      <a:cubicBezTo>
                        <a:pt x="596" y="440"/>
                        <a:pt x="600" y="443"/>
                        <a:pt x="605" y="447"/>
                      </a:cubicBezTo>
                      <a:cubicBezTo>
                        <a:pt x="604" y="446"/>
                        <a:pt x="603" y="446"/>
                        <a:pt x="603" y="445"/>
                      </a:cubicBezTo>
                      <a:cubicBezTo>
                        <a:pt x="602" y="439"/>
                        <a:pt x="601" y="430"/>
                        <a:pt x="605" y="426"/>
                      </a:cubicBezTo>
                      <a:cubicBezTo>
                        <a:pt x="612" y="418"/>
                        <a:pt x="622" y="408"/>
                        <a:pt x="622" y="397"/>
                      </a:cubicBezTo>
                      <a:cubicBezTo>
                        <a:pt x="622" y="386"/>
                        <a:pt x="609" y="387"/>
                        <a:pt x="603" y="377"/>
                      </a:cubicBezTo>
                      <a:cubicBezTo>
                        <a:pt x="597" y="367"/>
                        <a:pt x="608" y="358"/>
                        <a:pt x="603" y="353"/>
                      </a:cubicBezTo>
                      <a:cubicBezTo>
                        <a:pt x="598" y="348"/>
                        <a:pt x="582" y="347"/>
                        <a:pt x="582" y="347"/>
                      </a:cubicBezTo>
                      <a:cubicBezTo>
                        <a:pt x="575" y="339"/>
                        <a:pt x="575" y="339"/>
                        <a:pt x="575" y="339"/>
                      </a:cubicBezTo>
                      <a:cubicBezTo>
                        <a:pt x="561" y="336"/>
                        <a:pt x="561" y="336"/>
                        <a:pt x="561" y="336"/>
                      </a:cubicBezTo>
                      <a:cubicBezTo>
                        <a:pt x="561" y="336"/>
                        <a:pt x="561" y="326"/>
                        <a:pt x="567" y="321"/>
                      </a:cubicBezTo>
                      <a:cubicBezTo>
                        <a:pt x="573" y="316"/>
                        <a:pt x="592" y="328"/>
                        <a:pt x="607" y="319"/>
                      </a:cubicBezTo>
                      <a:cubicBezTo>
                        <a:pt x="622" y="310"/>
                        <a:pt x="610" y="305"/>
                        <a:pt x="610" y="305"/>
                      </a:cubicBezTo>
                      <a:cubicBezTo>
                        <a:pt x="620" y="296"/>
                        <a:pt x="620" y="296"/>
                        <a:pt x="620" y="296"/>
                      </a:cubicBezTo>
                      <a:cubicBezTo>
                        <a:pt x="607" y="282"/>
                        <a:pt x="607" y="282"/>
                        <a:pt x="607" y="282"/>
                      </a:cubicBezTo>
                      <a:cubicBezTo>
                        <a:pt x="607" y="282"/>
                        <a:pt x="626" y="287"/>
                        <a:pt x="632" y="281"/>
                      </a:cubicBezTo>
                      <a:cubicBezTo>
                        <a:pt x="638" y="275"/>
                        <a:pt x="625" y="268"/>
                        <a:pt x="626" y="264"/>
                      </a:cubicBezTo>
                      <a:cubicBezTo>
                        <a:pt x="627" y="260"/>
                        <a:pt x="629" y="251"/>
                        <a:pt x="635" y="251"/>
                      </a:cubicBezTo>
                      <a:cubicBezTo>
                        <a:pt x="641" y="251"/>
                        <a:pt x="644" y="265"/>
                        <a:pt x="652" y="260"/>
                      </a:cubicBezTo>
                      <a:cubicBezTo>
                        <a:pt x="660" y="255"/>
                        <a:pt x="671" y="243"/>
                        <a:pt x="675" y="241"/>
                      </a:cubicBezTo>
                      <a:cubicBezTo>
                        <a:pt x="679" y="239"/>
                        <a:pt x="694" y="251"/>
                        <a:pt x="694" y="251"/>
                      </a:cubicBezTo>
                      <a:cubicBezTo>
                        <a:pt x="678" y="272"/>
                        <a:pt x="678" y="272"/>
                        <a:pt x="678" y="272"/>
                      </a:cubicBezTo>
                      <a:cubicBezTo>
                        <a:pt x="678" y="272"/>
                        <a:pt x="698" y="278"/>
                        <a:pt x="701" y="283"/>
                      </a:cubicBezTo>
                      <a:cubicBezTo>
                        <a:pt x="708" y="280"/>
                        <a:pt x="717" y="277"/>
                        <a:pt x="721" y="276"/>
                      </a:cubicBezTo>
                      <a:cubicBezTo>
                        <a:pt x="728" y="274"/>
                        <a:pt x="732" y="290"/>
                        <a:pt x="741" y="286"/>
                      </a:cubicBezTo>
                      <a:cubicBezTo>
                        <a:pt x="750" y="282"/>
                        <a:pt x="752" y="273"/>
                        <a:pt x="752" y="273"/>
                      </a:cubicBezTo>
                      <a:cubicBezTo>
                        <a:pt x="766" y="271"/>
                        <a:pt x="766" y="271"/>
                        <a:pt x="766" y="271"/>
                      </a:cubicBezTo>
                      <a:cubicBezTo>
                        <a:pt x="766" y="265"/>
                        <a:pt x="766" y="265"/>
                        <a:pt x="766" y="265"/>
                      </a:cubicBezTo>
                      <a:cubicBezTo>
                        <a:pt x="766" y="265"/>
                        <a:pt x="778" y="266"/>
                        <a:pt x="788" y="254"/>
                      </a:cubicBezTo>
                      <a:cubicBezTo>
                        <a:pt x="798" y="242"/>
                        <a:pt x="769" y="248"/>
                        <a:pt x="769" y="24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1" name="Freeform 344"/>
                <p:cNvSpPr>
                  <a:spLocks noEditPoints="1"/>
                </p:cNvSpPr>
                <p:nvPr/>
              </p:nvSpPr>
              <p:spPr bwMode="gray">
                <a:xfrm>
                  <a:off x="-1739" y="-16960"/>
                  <a:ext cx="3952" cy="1838"/>
                </a:xfrm>
                <a:custGeom>
                  <a:avLst/>
                  <a:gdLst>
                    <a:gd name="T0" fmla="*/ 545 w 1673"/>
                    <a:gd name="T1" fmla="*/ 518 h 778"/>
                    <a:gd name="T2" fmla="*/ 1655 w 1673"/>
                    <a:gd name="T3" fmla="*/ 327 h 778"/>
                    <a:gd name="T4" fmla="*/ 1625 w 1673"/>
                    <a:gd name="T5" fmla="*/ 304 h 778"/>
                    <a:gd name="T6" fmla="*/ 1481 w 1673"/>
                    <a:gd name="T7" fmla="*/ 226 h 778"/>
                    <a:gd name="T8" fmla="*/ 1372 w 1673"/>
                    <a:gd name="T9" fmla="*/ 207 h 778"/>
                    <a:gd name="T10" fmla="*/ 1126 w 1673"/>
                    <a:gd name="T11" fmla="*/ 70 h 778"/>
                    <a:gd name="T12" fmla="*/ 1085 w 1673"/>
                    <a:gd name="T13" fmla="*/ 76 h 778"/>
                    <a:gd name="T14" fmla="*/ 1016 w 1673"/>
                    <a:gd name="T15" fmla="*/ 98 h 778"/>
                    <a:gd name="T16" fmla="*/ 972 w 1673"/>
                    <a:gd name="T17" fmla="*/ 71 h 778"/>
                    <a:gd name="T18" fmla="*/ 909 w 1673"/>
                    <a:gd name="T19" fmla="*/ 36 h 778"/>
                    <a:gd name="T20" fmla="*/ 812 w 1673"/>
                    <a:gd name="T21" fmla="*/ 2 h 778"/>
                    <a:gd name="T22" fmla="*/ 674 w 1673"/>
                    <a:gd name="T23" fmla="*/ 52 h 778"/>
                    <a:gd name="T24" fmla="*/ 521 w 1673"/>
                    <a:gd name="T25" fmla="*/ 95 h 778"/>
                    <a:gd name="T26" fmla="*/ 534 w 1673"/>
                    <a:gd name="T27" fmla="*/ 123 h 778"/>
                    <a:gd name="T28" fmla="*/ 528 w 1673"/>
                    <a:gd name="T29" fmla="*/ 190 h 778"/>
                    <a:gd name="T30" fmla="*/ 486 w 1673"/>
                    <a:gd name="T31" fmla="*/ 244 h 778"/>
                    <a:gd name="T32" fmla="*/ 356 w 1673"/>
                    <a:gd name="T33" fmla="*/ 247 h 778"/>
                    <a:gd name="T34" fmla="*/ 282 w 1673"/>
                    <a:gd name="T35" fmla="*/ 216 h 778"/>
                    <a:gd name="T36" fmla="*/ 197 w 1673"/>
                    <a:gd name="T37" fmla="*/ 187 h 778"/>
                    <a:gd name="T38" fmla="*/ 86 w 1673"/>
                    <a:gd name="T39" fmla="*/ 224 h 778"/>
                    <a:gd name="T40" fmla="*/ 17 w 1673"/>
                    <a:gd name="T41" fmla="*/ 251 h 778"/>
                    <a:gd name="T42" fmla="*/ 8 w 1673"/>
                    <a:gd name="T43" fmla="*/ 322 h 778"/>
                    <a:gd name="T44" fmla="*/ 73 w 1673"/>
                    <a:gd name="T45" fmla="*/ 394 h 778"/>
                    <a:gd name="T46" fmla="*/ 136 w 1673"/>
                    <a:gd name="T47" fmla="*/ 460 h 778"/>
                    <a:gd name="T48" fmla="*/ 289 w 1673"/>
                    <a:gd name="T49" fmla="*/ 455 h 778"/>
                    <a:gd name="T50" fmla="*/ 352 w 1673"/>
                    <a:gd name="T51" fmla="*/ 524 h 778"/>
                    <a:gd name="T52" fmla="*/ 338 w 1673"/>
                    <a:gd name="T53" fmla="*/ 531 h 778"/>
                    <a:gd name="T54" fmla="*/ 218 w 1673"/>
                    <a:gd name="T55" fmla="*/ 544 h 778"/>
                    <a:gd name="T56" fmla="*/ 228 w 1673"/>
                    <a:gd name="T57" fmla="*/ 598 h 778"/>
                    <a:gd name="T58" fmla="*/ 274 w 1673"/>
                    <a:gd name="T59" fmla="*/ 654 h 778"/>
                    <a:gd name="T60" fmla="*/ 328 w 1673"/>
                    <a:gd name="T61" fmla="*/ 709 h 778"/>
                    <a:gd name="T62" fmla="*/ 408 w 1673"/>
                    <a:gd name="T63" fmla="*/ 690 h 778"/>
                    <a:gd name="T64" fmla="*/ 468 w 1673"/>
                    <a:gd name="T65" fmla="*/ 729 h 778"/>
                    <a:gd name="T66" fmla="*/ 536 w 1673"/>
                    <a:gd name="T67" fmla="*/ 513 h 778"/>
                    <a:gd name="T68" fmla="*/ 582 w 1673"/>
                    <a:gd name="T69" fmla="*/ 492 h 778"/>
                    <a:gd name="T70" fmla="*/ 604 w 1673"/>
                    <a:gd name="T71" fmla="*/ 479 h 778"/>
                    <a:gd name="T72" fmla="*/ 584 w 1673"/>
                    <a:gd name="T73" fmla="*/ 460 h 778"/>
                    <a:gd name="T74" fmla="*/ 636 w 1673"/>
                    <a:gd name="T75" fmla="*/ 455 h 778"/>
                    <a:gd name="T76" fmla="*/ 590 w 1673"/>
                    <a:gd name="T77" fmla="*/ 493 h 778"/>
                    <a:gd name="T78" fmla="*/ 610 w 1673"/>
                    <a:gd name="T79" fmla="*/ 549 h 778"/>
                    <a:gd name="T80" fmla="*/ 812 w 1673"/>
                    <a:gd name="T81" fmla="*/ 616 h 778"/>
                    <a:gd name="T82" fmla="*/ 902 w 1673"/>
                    <a:gd name="T83" fmla="*/ 699 h 778"/>
                    <a:gd name="T84" fmla="*/ 1006 w 1673"/>
                    <a:gd name="T85" fmla="*/ 770 h 778"/>
                    <a:gd name="T86" fmla="*/ 1056 w 1673"/>
                    <a:gd name="T87" fmla="*/ 719 h 778"/>
                    <a:gd name="T88" fmla="*/ 1123 w 1673"/>
                    <a:gd name="T89" fmla="*/ 686 h 778"/>
                    <a:gd name="T90" fmla="*/ 1208 w 1673"/>
                    <a:gd name="T91" fmla="*/ 672 h 778"/>
                    <a:gd name="T92" fmla="*/ 1264 w 1673"/>
                    <a:gd name="T93" fmla="*/ 647 h 778"/>
                    <a:gd name="T94" fmla="*/ 1402 w 1673"/>
                    <a:gd name="T95" fmla="*/ 651 h 778"/>
                    <a:gd name="T96" fmla="*/ 1471 w 1673"/>
                    <a:gd name="T97" fmla="*/ 676 h 778"/>
                    <a:gd name="T98" fmla="*/ 1503 w 1673"/>
                    <a:gd name="T99" fmla="*/ 659 h 778"/>
                    <a:gd name="T100" fmla="*/ 1484 w 1673"/>
                    <a:gd name="T101" fmla="*/ 587 h 778"/>
                    <a:gd name="T102" fmla="*/ 1516 w 1673"/>
                    <a:gd name="T103" fmla="*/ 518 h 778"/>
                    <a:gd name="T104" fmla="*/ 1541 w 1673"/>
                    <a:gd name="T105" fmla="*/ 513 h 778"/>
                    <a:gd name="T106" fmla="*/ 1614 w 1673"/>
                    <a:gd name="T107" fmla="*/ 434 h 778"/>
                    <a:gd name="T108" fmla="*/ 1641 w 1673"/>
                    <a:gd name="T109" fmla="*/ 397 h 778"/>
                    <a:gd name="T110" fmla="*/ 1385 w 1673"/>
                    <a:gd name="T111" fmla="*/ 465 h 778"/>
                    <a:gd name="T112" fmla="*/ 1320 w 1673"/>
                    <a:gd name="T113" fmla="*/ 467 h 778"/>
                    <a:gd name="T114" fmla="*/ 1246 w 1673"/>
                    <a:gd name="T115" fmla="*/ 460 h 778"/>
                    <a:gd name="T116" fmla="*/ 1195 w 1673"/>
                    <a:gd name="T117" fmla="*/ 489 h 778"/>
                    <a:gd name="T118" fmla="*/ 1200 w 1673"/>
                    <a:gd name="T119" fmla="*/ 542 h 778"/>
                    <a:gd name="T120" fmla="*/ 1193 w 1673"/>
                    <a:gd name="T121" fmla="*/ 448 h 778"/>
                    <a:gd name="T122" fmla="*/ 1306 w 1673"/>
                    <a:gd name="T123" fmla="*/ 458 h 778"/>
                    <a:gd name="T124" fmla="*/ 1385 w 1673"/>
                    <a:gd name="T125" fmla="*/ 465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73" h="778">
                      <a:moveTo>
                        <a:pt x="565" y="505"/>
                      </a:moveTo>
                      <a:cubicBezTo>
                        <a:pt x="558" y="500"/>
                        <a:pt x="557" y="497"/>
                        <a:pt x="557" y="497"/>
                      </a:cubicBezTo>
                      <a:cubicBezTo>
                        <a:pt x="548" y="511"/>
                        <a:pt x="548" y="511"/>
                        <a:pt x="548" y="511"/>
                      </a:cubicBezTo>
                      <a:cubicBezTo>
                        <a:pt x="545" y="518"/>
                        <a:pt x="545" y="518"/>
                        <a:pt x="545" y="518"/>
                      </a:cubicBezTo>
                      <a:cubicBezTo>
                        <a:pt x="578" y="534"/>
                        <a:pt x="578" y="534"/>
                        <a:pt x="578" y="534"/>
                      </a:cubicBezTo>
                      <a:cubicBezTo>
                        <a:pt x="580" y="525"/>
                        <a:pt x="580" y="525"/>
                        <a:pt x="580" y="525"/>
                      </a:cubicBezTo>
                      <a:cubicBezTo>
                        <a:pt x="580" y="525"/>
                        <a:pt x="572" y="510"/>
                        <a:pt x="565" y="505"/>
                      </a:cubicBezTo>
                      <a:close/>
                      <a:moveTo>
                        <a:pt x="1655" y="327"/>
                      </a:moveTo>
                      <a:cubicBezTo>
                        <a:pt x="1656" y="321"/>
                        <a:pt x="1666" y="322"/>
                        <a:pt x="1673" y="324"/>
                      </a:cubicBezTo>
                      <a:cubicBezTo>
                        <a:pt x="1649" y="298"/>
                        <a:pt x="1649" y="298"/>
                        <a:pt x="1649" y="298"/>
                      </a:cubicBezTo>
                      <a:cubicBezTo>
                        <a:pt x="1636" y="282"/>
                        <a:pt x="1636" y="282"/>
                        <a:pt x="1636" y="282"/>
                      </a:cubicBezTo>
                      <a:cubicBezTo>
                        <a:pt x="1625" y="304"/>
                        <a:pt x="1625" y="304"/>
                        <a:pt x="1625" y="304"/>
                      </a:cubicBezTo>
                      <a:cubicBezTo>
                        <a:pt x="1578" y="300"/>
                        <a:pt x="1578" y="300"/>
                        <a:pt x="1578" y="300"/>
                      </a:cubicBezTo>
                      <a:cubicBezTo>
                        <a:pt x="1578" y="300"/>
                        <a:pt x="1562" y="272"/>
                        <a:pt x="1561" y="268"/>
                      </a:cubicBezTo>
                      <a:cubicBezTo>
                        <a:pt x="1560" y="264"/>
                        <a:pt x="1525" y="259"/>
                        <a:pt x="1525" y="259"/>
                      </a:cubicBezTo>
                      <a:cubicBezTo>
                        <a:pt x="1525" y="259"/>
                        <a:pt x="1504" y="230"/>
                        <a:pt x="1481" y="226"/>
                      </a:cubicBezTo>
                      <a:cubicBezTo>
                        <a:pt x="1458" y="222"/>
                        <a:pt x="1442" y="243"/>
                        <a:pt x="1430" y="244"/>
                      </a:cubicBezTo>
                      <a:cubicBezTo>
                        <a:pt x="1418" y="246"/>
                        <a:pt x="1404" y="230"/>
                        <a:pt x="1404" y="230"/>
                      </a:cubicBezTo>
                      <a:cubicBezTo>
                        <a:pt x="1404" y="230"/>
                        <a:pt x="1386" y="228"/>
                        <a:pt x="1382" y="227"/>
                      </a:cubicBezTo>
                      <a:cubicBezTo>
                        <a:pt x="1378" y="226"/>
                        <a:pt x="1382" y="210"/>
                        <a:pt x="1372" y="207"/>
                      </a:cubicBezTo>
                      <a:cubicBezTo>
                        <a:pt x="1361" y="204"/>
                        <a:pt x="1365" y="234"/>
                        <a:pt x="1348" y="236"/>
                      </a:cubicBezTo>
                      <a:cubicBezTo>
                        <a:pt x="1330" y="239"/>
                        <a:pt x="1306" y="200"/>
                        <a:pt x="1292" y="187"/>
                      </a:cubicBezTo>
                      <a:cubicBezTo>
                        <a:pt x="1277" y="174"/>
                        <a:pt x="1205" y="107"/>
                        <a:pt x="1200" y="104"/>
                      </a:cubicBezTo>
                      <a:cubicBezTo>
                        <a:pt x="1194" y="102"/>
                        <a:pt x="1126" y="70"/>
                        <a:pt x="1126" y="70"/>
                      </a:cubicBezTo>
                      <a:cubicBezTo>
                        <a:pt x="1126" y="70"/>
                        <a:pt x="1146" y="58"/>
                        <a:pt x="1138" y="47"/>
                      </a:cubicBezTo>
                      <a:cubicBezTo>
                        <a:pt x="1130" y="36"/>
                        <a:pt x="1118" y="58"/>
                        <a:pt x="1118" y="58"/>
                      </a:cubicBezTo>
                      <a:cubicBezTo>
                        <a:pt x="1094" y="66"/>
                        <a:pt x="1094" y="66"/>
                        <a:pt x="1094" y="66"/>
                      </a:cubicBezTo>
                      <a:cubicBezTo>
                        <a:pt x="1085" y="76"/>
                        <a:pt x="1085" y="76"/>
                        <a:pt x="1085" y="76"/>
                      </a:cubicBezTo>
                      <a:cubicBezTo>
                        <a:pt x="1085" y="76"/>
                        <a:pt x="1077" y="78"/>
                        <a:pt x="1070" y="82"/>
                      </a:cubicBezTo>
                      <a:cubicBezTo>
                        <a:pt x="1064" y="86"/>
                        <a:pt x="1072" y="94"/>
                        <a:pt x="1064" y="100"/>
                      </a:cubicBezTo>
                      <a:cubicBezTo>
                        <a:pt x="1056" y="107"/>
                        <a:pt x="1041" y="91"/>
                        <a:pt x="1034" y="88"/>
                      </a:cubicBezTo>
                      <a:cubicBezTo>
                        <a:pt x="1028" y="86"/>
                        <a:pt x="1026" y="99"/>
                        <a:pt x="1016" y="98"/>
                      </a:cubicBezTo>
                      <a:cubicBezTo>
                        <a:pt x="1005" y="96"/>
                        <a:pt x="1026" y="80"/>
                        <a:pt x="1017" y="71"/>
                      </a:cubicBezTo>
                      <a:cubicBezTo>
                        <a:pt x="1008" y="62"/>
                        <a:pt x="1002" y="74"/>
                        <a:pt x="1002" y="74"/>
                      </a:cubicBezTo>
                      <a:cubicBezTo>
                        <a:pt x="985" y="63"/>
                        <a:pt x="985" y="63"/>
                        <a:pt x="985" y="63"/>
                      </a:cubicBezTo>
                      <a:cubicBezTo>
                        <a:pt x="972" y="71"/>
                        <a:pt x="972" y="71"/>
                        <a:pt x="972" y="71"/>
                      </a:cubicBezTo>
                      <a:cubicBezTo>
                        <a:pt x="953" y="50"/>
                        <a:pt x="953" y="50"/>
                        <a:pt x="953" y="50"/>
                      </a:cubicBezTo>
                      <a:cubicBezTo>
                        <a:pt x="946" y="60"/>
                        <a:pt x="946" y="60"/>
                        <a:pt x="946" y="60"/>
                      </a:cubicBezTo>
                      <a:cubicBezTo>
                        <a:pt x="946" y="60"/>
                        <a:pt x="918" y="64"/>
                        <a:pt x="913" y="64"/>
                      </a:cubicBezTo>
                      <a:cubicBezTo>
                        <a:pt x="908" y="64"/>
                        <a:pt x="909" y="43"/>
                        <a:pt x="909" y="36"/>
                      </a:cubicBezTo>
                      <a:cubicBezTo>
                        <a:pt x="909" y="30"/>
                        <a:pt x="897" y="30"/>
                        <a:pt x="897" y="30"/>
                      </a:cubicBezTo>
                      <a:cubicBezTo>
                        <a:pt x="897" y="30"/>
                        <a:pt x="892" y="12"/>
                        <a:pt x="884" y="7"/>
                      </a:cubicBezTo>
                      <a:cubicBezTo>
                        <a:pt x="876" y="2"/>
                        <a:pt x="869" y="11"/>
                        <a:pt x="864" y="11"/>
                      </a:cubicBezTo>
                      <a:cubicBezTo>
                        <a:pt x="858" y="11"/>
                        <a:pt x="845" y="0"/>
                        <a:pt x="812" y="2"/>
                      </a:cubicBezTo>
                      <a:cubicBezTo>
                        <a:pt x="778" y="3"/>
                        <a:pt x="781" y="23"/>
                        <a:pt x="781" y="23"/>
                      </a:cubicBezTo>
                      <a:cubicBezTo>
                        <a:pt x="781" y="23"/>
                        <a:pt x="761" y="30"/>
                        <a:pt x="740" y="35"/>
                      </a:cubicBezTo>
                      <a:cubicBezTo>
                        <a:pt x="718" y="40"/>
                        <a:pt x="690" y="36"/>
                        <a:pt x="682" y="36"/>
                      </a:cubicBezTo>
                      <a:cubicBezTo>
                        <a:pt x="674" y="36"/>
                        <a:pt x="674" y="52"/>
                        <a:pt x="674" y="52"/>
                      </a:cubicBezTo>
                      <a:cubicBezTo>
                        <a:pt x="632" y="52"/>
                        <a:pt x="632" y="52"/>
                        <a:pt x="632" y="52"/>
                      </a:cubicBezTo>
                      <a:cubicBezTo>
                        <a:pt x="628" y="64"/>
                        <a:pt x="628" y="64"/>
                        <a:pt x="628" y="64"/>
                      </a:cubicBezTo>
                      <a:cubicBezTo>
                        <a:pt x="628" y="64"/>
                        <a:pt x="596" y="63"/>
                        <a:pt x="550" y="70"/>
                      </a:cubicBezTo>
                      <a:cubicBezTo>
                        <a:pt x="505" y="76"/>
                        <a:pt x="521" y="95"/>
                        <a:pt x="521" y="95"/>
                      </a:cubicBezTo>
                      <a:cubicBezTo>
                        <a:pt x="540" y="96"/>
                        <a:pt x="540" y="96"/>
                        <a:pt x="540" y="96"/>
                      </a:cubicBezTo>
                      <a:cubicBezTo>
                        <a:pt x="529" y="108"/>
                        <a:pt x="529" y="108"/>
                        <a:pt x="529" y="108"/>
                      </a:cubicBezTo>
                      <a:cubicBezTo>
                        <a:pt x="529" y="108"/>
                        <a:pt x="572" y="116"/>
                        <a:pt x="572" y="123"/>
                      </a:cubicBezTo>
                      <a:cubicBezTo>
                        <a:pt x="572" y="130"/>
                        <a:pt x="534" y="123"/>
                        <a:pt x="534" y="123"/>
                      </a:cubicBezTo>
                      <a:cubicBezTo>
                        <a:pt x="528" y="134"/>
                        <a:pt x="528" y="134"/>
                        <a:pt x="528" y="134"/>
                      </a:cubicBezTo>
                      <a:cubicBezTo>
                        <a:pt x="528" y="134"/>
                        <a:pt x="541" y="151"/>
                        <a:pt x="540" y="158"/>
                      </a:cubicBezTo>
                      <a:cubicBezTo>
                        <a:pt x="538" y="164"/>
                        <a:pt x="505" y="170"/>
                        <a:pt x="505" y="170"/>
                      </a:cubicBezTo>
                      <a:cubicBezTo>
                        <a:pt x="528" y="190"/>
                        <a:pt x="528" y="190"/>
                        <a:pt x="528" y="190"/>
                      </a:cubicBezTo>
                      <a:cubicBezTo>
                        <a:pt x="528" y="190"/>
                        <a:pt x="578" y="187"/>
                        <a:pt x="582" y="226"/>
                      </a:cubicBezTo>
                      <a:cubicBezTo>
                        <a:pt x="586" y="264"/>
                        <a:pt x="526" y="234"/>
                        <a:pt x="526" y="234"/>
                      </a:cubicBezTo>
                      <a:cubicBezTo>
                        <a:pt x="520" y="250"/>
                        <a:pt x="520" y="250"/>
                        <a:pt x="520" y="250"/>
                      </a:cubicBezTo>
                      <a:cubicBezTo>
                        <a:pt x="520" y="250"/>
                        <a:pt x="497" y="246"/>
                        <a:pt x="486" y="244"/>
                      </a:cubicBezTo>
                      <a:cubicBezTo>
                        <a:pt x="476" y="243"/>
                        <a:pt x="464" y="222"/>
                        <a:pt x="456" y="220"/>
                      </a:cubicBezTo>
                      <a:cubicBezTo>
                        <a:pt x="448" y="219"/>
                        <a:pt x="437" y="228"/>
                        <a:pt x="421" y="232"/>
                      </a:cubicBezTo>
                      <a:cubicBezTo>
                        <a:pt x="405" y="236"/>
                        <a:pt x="394" y="220"/>
                        <a:pt x="385" y="222"/>
                      </a:cubicBezTo>
                      <a:cubicBezTo>
                        <a:pt x="376" y="223"/>
                        <a:pt x="358" y="243"/>
                        <a:pt x="356" y="247"/>
                      </a:cubicBezTo>
                      <a:cubicBezTo>
                        <a:pt x="353" y="251"/>
                        <a:pt x="312" y="220"/>
                        <a:pt x="301" y="223"/>
                      </a:cubicBezTo>
                      <a:cubicBezTo>
                        <a:pt x="290" y="226"/>
                        <a:pt x="313" y="243"/>
                        <a:pt x="305" y="250"/>
                      </a:cubicBezTo>
                      <a:cubicBezTo>
                        <a:pt x="297" y="256"/>
                        <a:pt x="289" y="236"/>
                        <a:pt x="289" y="236"/>
                      </a:cubicBezTo>
                      <a:cubicBezTo>
                        <a:pt x="282" y="216"/>
                        <a:pt x="282" y="216"/>
                        <a:pt x="282" y="216"/>
                      </a:cubicBezTo>
                      <a:cubicBezTo>
                        <a:pt x="258" y="218"/>
                        <a:pt x="258" y="218"/>
                        <a:pt x="258" y="218"/>
                      </a:cubicBezTo>
                      <a:cubicBezTo>
                        <a:pt x="258" y="218"/>
                        <a:pt x="256" y="206"/>
                        <a:pt x="252" y="202"/>
                      </a:cubicBezTo>
                      <a:cubicBezTo>
                        <a:pt x="248" y="198"/>
                        <a:pt x="224" y="203"/>
                        <a:pt x="214" y="202"/>
                      </a:cubicBezTo>
                      <a:cubicBezTo>
                        <a:pt x="205" y="200"/>
                        <a:pt x="204" y="187"/>
                        <a:pt x="197" y="187"/>
                      </a:cubicBezTo>
                      <a:cubicBezTo>
                        <a:pt x="190" y="187"/>
                        <a:pt x="177" y="200"/>
                        <a:pt x="161" y="200"/>
                      </a:cubicBezTo>
                      <a:cubicBezTo>
                        <a:pt x="145" y="200"/>
                        <a:pt x="153" y="187"/>
                        <a:pt x="130" y="188"/>
                      </a:cubicBezTo>
                      <a:cubicBezTo>
                        <a:pt x="108" y="190"/>
                        <a:pt x="130" y="198"/>
                        <a:pt x="122" y="208"/>
                      </a:cubicBezTo>
                      <a:cubicBezTo>
                        <a:pt x="114" y="219"/>
                        <a:pt x="86" y="224"/>
                        <a:pt x="86" y="224"/>
                      </a:cubicBezTo>
                      <a:cubicBezTo>
                        <a:pt x="86" y="239"/>
                        <a:pt x="86" y="239"/>
                        <a:pt x="86" y="239"/>
                      </a:cubicBezTo>
                      <a:cubicBezTo>
                        <a:pt x="68" y="248"/>
                        <a:pt x="68" y="248"/>
                        <a:pt x="68" y="248"/>
                      </a:cubicBezTo>
                      <a:cubicBezTo>
                        <a:pt x="68" y="248"/>
                        <a:pt x="86" y="263"/>
                        <a:pt x="72" y="278"/>
                      </a:cubicBezTo>
                      <a:cubicBezTo>
                        <a:pt x="57" y="292"/>
                        <a:pt x="29" y="250"/>
                        <a:pt x="17" y="251"/>
                      </a:cubicBezTo>
                      <a:cubicBezTo>
                        <a:pt x="5" y="252"/>
                        <a:pt x="13" y="271"/>
                        <a:pt x="13" y="279"/>
                      </a:cubicBezTo>
                      <a:cubicBezTo>
                        <a:pt x="13" y="287"/>
                        <a:pt x="0" y="284"/>
                        <a:pt x="0" y="284"/>
                      </a:cubicBezTo>
                      <a:cubicBezTo>
                        <a:pt x="2" y="308"/>
                        <a:pt x="2" y="308"/>
                        <a:pt x="2" y="308"/>
                      </a:cubicBezTo>
                      <a:cubicBezTo>
                        <a:pt x="2" y="308"/>
                        <a:pt x="8" y="314"/>
                        <a:pt x="8" y="322"/>
                      </a:cubicBezTo>
                      <a:cubicBezTo>
                        <a:pt x="8" y="330"/>
                        <a:pt x="0" y="342"/>
                        <a:pt x="0" y="358"/>
                      </a:cubicBezTo>
                      <a:cubicBezTo>
                        <a:pt x="0" y="374"/>
                        <a:pt x="10" y="364"/>
                        <a:pt x="22" y="370"/>
                      </a:cubicBezTo>
                      <a:cubicBezTo>
                        <a:pt x="34" y="375"/>
                        <a:pt x="20" y="390"/>
                        <a:pt x="32" y="395"/>
                      </a:cubicBezTo>
                      <a:cubicBezTo>
                        <a:pt x="44" y="400"/>
                        <a:pt x="68" y="391"/>
                        <a:pt x="73" y="394"/>
                      </a:cubicBezTo>
                      <a:cubicBezTo>
                        <a:pt x="78" y="396"/>
                        <a:pt x="117" y="436"/>
                        <a:pt x="117" y="444"/>
                      </a:cubicBezTo>
                      <a:cubicBezTo>
                        <a:pt x="117" y="452"/>
                        <a:pt x="94" y="443"/>
                        <a:pt x="94" y="451"/>
                      </a:cubicBezTo>
                      <a:cubicBezTo>
                        <a:pt x="94" y="459"/>
                        <a:pt x="129" y="470"/>
                        <a:pt x="129" y="470"/>
                      </a:cubicBezTo>
                      <a:cubicBezTo>
                        <a:pt x="136" y="460"/>
                        <a:pt x="136" y="460"/>
                        <a:pt x="136" y="460"/>
                      </a:cubicBezTo>
                      <a:cubicBezTo>
                        <a:pt x="136" y="460"/>
                        <a:pt x="145" y="462"/>
                        <a:pt x="152" y="455"/>
                      </a:cubicBezTo>
                      <a:cubicBezTo>
                        <a:pt x="158" y="448"/>
                        <a:pt x="208" y="427"/>
                        <a:pt x="214" y="430"/>
                      </a:cubicBezTo>
                      <a:cubicBezTo>
                        <a:pt x="221" y="432"/>
                        <a:pt x="242" y="448"/>
                        <a:pt x="252" y="448"/>
                      </a:cubicBezTo>
                      <a:cubicBezTo>
                        <a:pt x="261" y="448"/>
                        <a:pt x="269" y="430"/>
                        <a:pt x="289" y="455"/>
                      </a:cubicBezTo>
                      <a:cubicBezTo>
                        <a:pt x="309" y="480"/>
                        <a:pt x="293" y="488"/>
                        <a:pt x="290" y="496"/>
                      </a:cubicBezTo>
                      <a:cubicBezTo>
                        <a:pt x="288" y="504"/>
                        <a:pt x="309" y="520"/>
                        <a:pt x="316" y="523"/>
                      </a:cubicBezTo>
                      <a:cubicBezTo>
                        <a:pt x="322" y="526"/>
                        <a:pt x="333" y="511"/>
                        <a:pt x="341" y="507"/>
                      </a:cubicBezTo>
                      <a:cubicBezTo>
                        <a:pt x="349" y="503"/>
                        <a:pt x="352" y="516"/>
                        <a:pt x="352" y="524"/>
                      </a:cubicBezTo>
                      <a:cubicBezTo>
                        <a:pt x="352" y="532"/>
                        <a:pt x="364" y="542"/>
                        <a:pt x="364" y="542"/>
                      </a:cubicBezTo>
                      <a:cubicBezTo>
                        <a:pt x="337" y="543"/>
                        <a:pt x="337" y="543"/>
                        <a:pt x="337" y="543"/>
                      </a:cubicBezTo>
                      <a:cubicBezTo>
                        <a:pt x="337" y="543"/>
                        <a:pt x="338" y="563"/>
                        <a:pt x="325" y="554"/>
                      </a:cubicBezTo>
                      <a:cubicBezTo>
                        <a:pt x="312" y="544"/>
                        <a:pt x="338" y="531"/>
                        <a:pt x="338" y="531"/>
                      </a:cubicBezTo>
                      <a:cubicBezTo>
                        <a:pt x="338" y="531"/>
                        <a:pt x="290" y="528"/>
                        <a:pt x="282" y="526"/>
                      </a:cubicBezTo>
                      <a:cubicBezTo>
                        <a:pt x="274" y="523"/>
                        <a:pt x="232" y="515"/>
                        <a:pt x="232" y="515"/>
                      </a:cubicBezTo>
                      <a:cubicBezTo>
                        <a:pt x="240" y="538"/>
                        <a:pt x="240" y="538"/>
                        <a:pt x="240" y="538"/>
                      </a:cubicBezTo>
                      <a:cubicBezTo>
                        <a:pt x="240" y="538"/>
                        <a:pt x="224" y="531"/>
                        <a:pt x="218" y="544"/>
                      </a:cubicBezTo>
                      <a:cubicBezTo>
                        <a:pt x="213" y="558"/>
                        <a:pt x="249" y="559"/>
                        <a:pt x="248" y="567"/>
                      </a:cubicBezTo>
                      <a:cubicBezTo>
                        <a:pt x="246" y="575"/>
                        <a:pt x="198" y="550"/>
                        <a:pt x="193" y="562"/>
                      </a:cubicBezTo>
                      <a:cubicBezTo>
                        <a:pt x="188" y="574"/>
                        <a:pt x="221" y="582"/>
                        <a:pt x="221" y="582"/>
                      </a:cubicBezTo>
                      <a:cubicBezTo>
                        <a:pt x="221" y="582"/>
                        <a:pt x="221" y="590"/>
                        <a:pt x="228" y="598"/>
                      </a:cubicBezTo>
                      <a:cubicBezTo>
                        <a:pt x="234" y="606"/>
                        <a:pt x="248" y="622"/>
                        <a:pt x="248" y="622"/>
                      </a:cubicBezTo>
                      <a:cubicBezTo>
                        <a:pt x="246" y="636"/>
                        <a:pt x="246" y="636"/>
                        <a:pt x="246" y="636"/>
                      </a:cubicBezTo>
                      <a:cubicBezTo>
                        <a:pt x="269" y="639"/>
                        <a:pt x="269" y="639"/>
                        <a:pt x="269" y="639"/>
                      </a:cubicBezTo>
                      <a:cubicBezTo>
                        <a:pt x="274" y="654"/>
                        <a:pt x="274" y="654"/>
                        <a:pt x="274" y="654"/>
                      </a:cubicBezTo>
                      <a:cubicBezTo>
                        <a:pt x="274" y="654"/>
                        <a:pt x="309" y="654"/>
                        <a:pt x="320" y="664"/>
                      </a:cubicBezTo>
                      <a:cubicBezTo>
                        <a:pt x="330" y="675"/>
                        <a:pt x="308" y="686"/>
                        <a:pt x="306" y="696"/>
                      </a:cubicBezTo>
                      <a:cubicBezTo>
                        <a:pt x="305" y="707"/>
                        <a:pt x="316" y="708"/>
                        <a:pt x="316" y="708"/>
                      </a:cubicBezTo>
                      <a:cubicBezTo>
                        <a:pt x="317" y="704"/>
                        <a:pt x="323" y="707"/>
                        <a:pt x="328" y="709"/>
                      </a:cubicBezTo>
                      <a:cubicBezTo>
                        <a:pt x="330" y="703"/>
                        <a:pt x="336" y="683"/>
                        <a:pt x="344" y="682"/>
                      </a:cubicBezTo>
                      <a:cubicBezTo>
                        <a:pt x="349" y="681"/>
                        <a:pt x="357" y="682"/>
                        <a:pt x="363" y="683"/>
                      </a:cubicBezTo>
                      <a:cubicBezTo>
                        <a:pt x="364" y="681"/>
                        <a:pt x="364" y="679"/>
                        <a:pt x="365" y="678"/>
                      </a:cubicBezTo>
                      <a:cubicBezTo>
                        <a:pt x="368" y="674"/>
                        <a:pt x="400" y="686"/>
                        <a:pt x="408" y="690"/>
                      </a:cubicBezTo>
                      <a:cubicBezTo>
                        <a:pt x="416" y="694"/>
                        <a:pt x="426" y="707"/>
                        <a:pt x="426" y="707"/>
                      </a:cubicBezTo>
                      <a:cubicBezTo>
                        <a:pt x="426" y="707"/>
                        <a:pt x="444" y="732"/>
                        <a:pt x="454" y="738"/>
                      </a:cubicBezTo>
                      <a:cubicBezTo>
                        <a:pt x="463" y="742"/>
                        <a:pt x="464" y="732"/>
                        <a:pt x="468" y="729"/>
                      </a:cubicBezTo>
                      <a:cubicBezTo>
                        <a:pt x="468" y="729"/>
                        <a:pt x="468" y="729"/>
                        <a:pt x="468" y="729"/>
                      </a:cubicBezTo>
                      <a:cubicBezTo>
                        <a:pt x="433" y="542"/>
                        <a:pt x="433" y="542"/>
                        <a:pt x="433" y="542"/>
                      </a:cubicBezTo>
                      <a:cubicBezTo>
                        <a:pt x="529" y="511"/>
                        <a:pt x="529" y="511"/>
                        <a:pt x="529" y="511"/>
                      </a:cubicBezTo>
                      <a:cubicBezTo>
                        <a:pt x="536" y="514"/>
                        <a:pt x="536" y="514"/>
                        <a:pt x="536" y="514"/>
                      </a:cubicBezTo>
                      <a:cubicBezTo>
                        <a:pt x="536" y="513"/>
                        <a:pt x="536" y="513"/>
                        <a:pt x="536" y="513"/>
                      </a:cubicBezTo>
                      <a:cubicBezTo>
                        <a:pt x="536" y="513"/>
                        <a:pt x="540" y="501"/>
                        <a:pt x="541" y="491"/>
                      </a:cubicBezTo>
                      <a:cubicBezTo>
                        <a:pt x="542" y="481"/>
                        <a:pt x="561" y="486"/>
                        <a:pt x="561" y="486"/>
                      </a:cubicBezTo>
                      <a:cubicBezTo>
                        <a:pt x="566" y="501"/>
                        <a:pt x="566" y="501"/>
                        <a:pt x="566" y="501"/>
                      </a:cubicBezTo>
                      <a:cubicBezTo>
                        <a:pt x="566" y="501"/>
                        <a:pt x="580" y="495"/>
                        <a:pt x="582" y="492"/>
                      </a:cubicBezTo>
                      <a:cubicBezTo>
                        <a:pt x="584" y="489"/>
                        <a:pt x="568" y="471"/>
                        <a:pt x="568" y="471"/>
                      </a:cubicBezTo>
                      <a:cubicBezTo>
                        <a:pt x="578" y="471"/>
                        <a:pt x="578" y="471"/>
                        <a:pt x="578" y="471"/>
                      </a:cubicBezTo>
                      <a:cubicBezTo>
                        <a:pt x="587" y="480"/>
                        <a:pt x="587" y="480"/>
                        <a:pt x="587" y="480"/>
                      </a:cubicBezTo>
                      <a:cubicBezTo>
                        <a:pt x="604" y="479"/>
                        <a:pt x="604" y="479"/>
                        <a:pt x="604" y="479"/>
                      </a:cubicBezTo>
                      <a:cubicBezTo>
                        <a:pt x="604" y="479"/>
                        <a:pt x="618" y="483"/>
                        <a:pt x="621" y="479"/>
                      </a:cubicBezTo>
                      <a:cubicBezTo>
                        <a:pt x="624" y="475"/>
                        <a:pt x="619" y="471"/>
                        <a:pt x="615" y="471"/>
                      </a:cubicBezTo>
                      <a:cubicBezTo>
                        <a:pt x="611" y="471"/>
                        <a:pt x="603" y="466"/>
                        <a:pt x="603" y="466"/>
                      </a:cubicBezTo>
                      <a:cubicBezTo>
                        <a:pt x="603" y="466"/>
                        <a:pt x="587" y="470"/>
                        <a:pt x="584" y="460"/>
                      </a:cubicBezTo>
                      <a:cubicBezTo>
                        <a:pt x="581" y="450"/>
                        <a:pt x="604" y="452"/>
                        <a:pt x="604" y="452"/>
                      </a:cubicBezTo>
                      <a:cubicBezTo>
                        <a:pt x="613" y="444"/>
                        <a:pt x="613" y="444"/>
                        <a:pt x="613" y="444"/>
                      </a:cubicBezTo>
                      <a:cubicBezTo>
                        <a:pt x="613" y="444"/>
                        <a:pt x="625" y="461"/>
                        <a:pt x="628" y="461"/>
                      </a:cubicBezTo>
                      <a:cubicBezTo>
                        <a:pt x="631" y="461"/>
                        <a:pt x="636" y="455"/>
                        <a:pt x="636" y="455"/>
                      </a:cubicBezTo>
                      <a:cubicBezTo>
                        <a:pt x="636" y="455"/>
                        <a:pt x="645" y="465"/>
                        <a:pt x="642" y="471"/>
                      </a:cubicBezTo>
                      <a:cubicBezTo>
                        <a:pt x="639" y="477"/>
                        <a:pt x="625" y="481"/>
                        <a:pt x="625" y="481"/>
                      </a:cubicBezTo>
                      <a:cubicBezTo>
                        <a:pt x="625" y="481"/>
                        <a:pt x="617" y="488"/>
                        <a:pt x="613" y="492"/>
                      </a:cubicBezTo>
                      <a:cubicBezTo>
                        <a:pt x="609" y="496"/>
                        <a:pt x="593" y="491"/>
                        <a:pt x="590" y="493"/>
                      </a:cubicBezTo>
                      <a:cubicBezTo>
                        <a:pt x="587" y="495"/>
                        <a:pt x="587" y="506"/>
                        <a:pt x="587" y="506"/>
                      </a:cubicBezTo>
                      <a:cubicBezTo>
                        <a:pt x="587" y="506"/>
                        <a:pt x="602" y="512"/>
                        <a:pt x="606" y="513"/>
                      </a:cubicBezTo>
                      <a:cubicBezTo>
                        <a:pt x="610" y="514"/>
                        <a:pt x="613" y="523"/>
                        <a:pt x="607" y="532"/>
                      </a:cubicBezTo>
                      <a:cubicBezTo>
                        <a:pt x="604" y="536"/>
                        <a:pt x="607" y="542"/>
                        <a:pt x="610" y="549"/>
                      </a:cubicBezTo>
                      <a:cubicBezTo>
                        <a:pt x="656" y="571"/>
                        <a:pt x="656" y="571"/>
                        <a:pt x="656" y="571"/>
                      </a:cubicBezTo>
                      <a:cubicBezTo>
                        <a:pt x="705" y="619"/>
                        <a:pt x="705" y="619"/>
                        <a:pt x="705" y="619"/>
                      </a:cubicBezTo>
                      <a:cubicBezTo>
                        <a:pt x="705" y="619"/>
                        <a:pt x="742" y="612"/>
                        <a:pt x="758" y="612"/>
                      </a:cubicBezTo>
                      <a:cubicBezTo>
                        <a:pt x="774" y="612"/>
                        <a:pt x="812" y="616"/>
                        <a:pt x="812" y="616"/>
                      </a:cubicBezTo>
                      <a:cubicBezTo>
                        <a:pt x="812" y="616"/>
                        <a:pt x="830" y="604"/>
                        <a:pt x="837" y="604"/>
                      </a:cubicBezTo>
                      <a:cubicBezTo>
                        <a:pt x="844" y="604"/>
                        <a:pt x="874" y="647"/>
                        <a:pt x="874" y="647"/>
                      </a:cubicBezTo>
                      <a:cubicBezTo>
                        <a:pt x="874" y="647"/>
                        <a:pt x="889" y="646"/>
                        <a:pt x="894" y="647"/>
                      </a:cubicBezTo>
                      <a:cubicBezTo>
                        <a:pt x="900" y="648"/>
                        <a:pt x="893" y="696"/>
                        <a:pt x="902" y="699"/>
                      </a:cubicBezTo>
                      <a:cubicBezTo>
                        <a:pt x="912" y="702"/>
                        <a:pt x="912" y="688"/>
                        <a:pt x="921" y="699"/>
                      </a:cubicBezTo>
                      <a:cubicBezTo>
                        <a:pt x="930" y="710"/>
                        <a:pt x="932" y="734"/>
                        <a:pt x="942" y="739"/>
                      </a:cubicBezTo>
                      <a:cubicBezTo>
                        <a:pt x="953" y="744"/>
                        <a:pt x="1000" y="735"/>
                        <a:pt x="1006" y="744"/>
                      </a:cubicBezTo>
                      <a:cubicBezTo>
                        <a:pt x="1013" y="754"/>
                        <a:pt x="996" y="767"/>
                        <a:pt x="1006" y="770"/>
                      </a:cubicBezTo>
                      <a:cubicBezTo>
                        <a:pt x="1017" y="772"/>
                        <a:pt x="1028" y="778"/>
                        <a:pt x="1028" y="778"/>
                      </a:cubicBezTo>
                      <a:cubicBezTo>
                        <a:pt x="1028" y="778"/>
                        <a:pt x="1020" y="754"/>
                        <a:pt x="1029" y="747"/>
                      </a:cubicBezTo>
                      <a:cubicBezTo>
                        <a:pt x="1038" y="740"/>
                        <a:pt x="1046" y="740"/>
                        <a:pt x="1046" y="740"/>
                      </a:cubicBezTo>
                      <a:cubicBezTo>
                        <a:pt x="1046" y="740"/>
                        <a:pt x="1045" y="722"/>
                        <a:pt x="1056" y="719"/>
                      </a:cubicBezTo>
                      <a:cubicBezTo>
                        <a:pt x="1066" y="716"/>
                        <a:pt x="1078" y="714"/>
                        <a:pt x="1078" y="714"/>
                      </a:cubicBezTo>
                      <a:cubicBezTo>
                        <a:pt x="1086" y="696"/>
                        <a:pt x="1086" y="696"/>
                        <a:pt x="1086" y="696"/>
                      </a:cubicBezTo>
                      <a:cubicBezTo>
                        <a:pt x="1104" y="695"/>
                        <a:pt x="1104" y="695"/>
                        <a:pt x="1104" y="695"/>
                      </a:cubicBezTo>
                      <a:cubicBezTo>
                        <a:pt x="1123" y="686"/>
                        <a:pt x="1123" y="686"/>
                        <a:pt x="1123" y="686"/>
                      </a:cubicBezTo>
                      <a:cubicBezTo>
                        <a:pt x="1117" y="683"/>
                        <a:pt x="1107" y="683"/>
                        <a:pt x="1107" y="683"/>
                      </a:cubicBezTo>
                      <a:cubicBezTo>
                        <a:pt x="1107" y="683"/>
                        <a:pt x="1108" y="654"/>
                        <a:pt x="1131" y="653"/>
                      </a:cubicBezTo>
                      <a:cubicBezTo>
                        <a:pt x="1154" y="652"/>
                        <a:pt x="1185" y="672"/>
                        <a:pt x="1185" y="672"/>
                      </a:cubicBezTo>
                      <a:cubicBezTo>
                        <a:pt x="1208" y="672"/>
                        <a:pt x="1208" y="672"/>
                        <a:pt x="1208" y="672"/>
                      </a:cubicBezTo>
                      <a:cubicBezTo>
                        <a:pt x="1219" y="678"/>
                        <a:pt x="1219" y="678"/>
                        <a:pt x="1219" y="678"/>
                      </a:cubicBezTo>
                      <a:cubicBezTo>
                        <a:pt x="1219" y="678"/>
                        <a:pt x="1211" y="643"/>
                        <a:pt x="1214" y="640"/>
                      </a:cubicBezTo>
                      <a:cubicBezTo>
                        <a:pt x="1217" y="637"/>
                        <a:pt x="1230" y="635"/>
                        <a:pt x="1240" y="635"/>
                      </a:cubicBezTo>
                      <a:cubicBezTo>
                        <a:pt x="1250" y="635"/>
                        <a:pt x="1260" y="647"/>
                        <a:pt x="1264" y="647"/>
                      </a:cubicBezTo>
                      <a:cubicBezTo>
                        <a:pt x="1268" y="647"/>
                        <a:pt x="1296" y="653"/>
                        <a:pt x="1296" y="653"/>
                      </a:cubicBezTo>
                      <a:cubicBezTo>
                        <a:pt x="1308" y="649"/>
                        <a:pt x="1308" y="649"/>
                        <a:pt x="1308" y="649"/>
                      </a:cubicBezTo>
                      <a:cubicBezTo>
                        <a:pt x="1308" y="649"/>
                        <a:pt x="1356" y="649"/>
                        <a:pt x="1364" y="648"/>
                      </a:cubicBezTo>
                      <a:cubicBezTo>
                        <a:pt x="1372" y="647"/>
                        <a:pt x="1402" y="651"/>
                        <a:pt x="1402" y="651"/>
                      </a:cubicBezTo>
                      <a:cubicBezTo>
                        <a:pt x="1434" y="650"/>
                        <a:pt x="1434" y="650"/>
                        <a:pt x="1434" y="650"/>
                      </a:cubicBezTo>
                      <a:cubicBezTo>
                        <a:pt x="1442" y="658"/>
                        <a:pt x="1442" y="658"/>
                        <a:pt x="1442" y="658"/>
                      </a:cubicBezTo>
                      <a:cubicBezTo>
                        <a:pt x="1454" y="658"/>
                        <a:pt x="1454" y="658"/>
                        <a:pt x="1454" y="658"/>
                      </a:cubicBezTo>
                      <a:cubicBezTo>
                        <a:pt x="1471" y="676"/>
                        <a:pt x="1471" y="676"/>
                        <a:pt x="1471" y="676"/>
                      </a:cubicBezTo>
                      <a:cubicBezTo>
                        <a:pt x="1499" y="676"/>
                        <a:pt x="1499" y="676"/>
                        <a:pt x="1499" y="676"/>
                      </a:cubicBezTo>
                      <a:cubicBezTo>
                        <a:pt x="1513" y="681"/>
                        <a:pt x="1513" y="681"/>
                        <a:pt x="1513" y="681"/>
                      </a:cubicBezTo>
                      <a:cubicBezTo>
                        <a:pt x="1512" y="680"/>
                        <a:pt x="1512" y="680"/>
                        <a:pt x="1512" y="680"/>
                      </a:cubicBezTo>
                      <a:cubicBezTo>
                        <a:pt x="1507" y="675"/>
                        <a:pt x="1503" y="664"/>
                        <a:pt x="1503" y="659"/>
                      </a:cubicBezTo>
                      <a:cubicBezTo>
                        <a:pt x="1503" y="654"/>
                        <a:pt x="1517" y="656"/>
                        <a:pt x="1517" y="656"/>
                      </a:cubicBezTo>
                      <a:cubicBezTo>
                        <a:pt x="1517" y="656"/>
                        <a:pt x="1506" y="644"/>
                        <a:pt x="1506" y="641"/>
                      </a:cubicBezTo>
                      <a:cubicBezTo>
                        <a:pt x="1506" y="638"/>
                        <a:pt x="1522" y="641"/>
                        <a:pt x="1522" y="634"/>
                      </a:cubicBezTo>
                      <a:cubicBezTo>
                        <a:pt x="1522" y="627"/>
                        <a:pt x="1492" y="596"/>
                        <a:pt x="1484" y="587"/>
                      </a:cubicBezTo>
                      <a:cubicBezTo>
                        <a:pt x="1476" y="578"/>
                        <a:pt x="1476" y="552"/>
                        <a:pt x="1476" y="552"/>
                      </a:cubicBezTo>
                      <a:cubicBezTo>
                        <a:pt x="1476" y="552"/>
                        <a:pt x="1458" y="555"/>
                        <a:pt x="1451" y="546"/>
                      </a:cubicBezTo>
                      <a:cubicBezTo>
                        <a:pt x="1444" y="537"/>
                        <a:pt x="1475" y="530"/>
                        <a:pt x="1481" y="529"/>
                      </a:cubicBezTo>
                      <a:cubicBezTo>
                        <a:pt x="1487" y="528"/>
                        <a:pt x="1511" y="518"/>
                        <a:pt x="1516" y="518"/>
                      </a:cubicBezTo>
                      <a:cubicBezTo>
                        <a:pt x="1521" y="518"/>
                        <a:pt x="1530" y="532"/>
                        <a:pt x="1530" y="532"/>
                      </a:cubicBezTo>
                      <a:cubicBezTo>
                        <a:pt x="1543" y="525"/>
                        <a:pt x="1543" y="525"/>
                        <a:pt x="1543" y="525"/>
                      </a:cubicBezTo>
                      <a:cubicBezTo>
                        <a:pt x="1543" y="525"/>
                        <a:pt x="1550" y="539"/>
                        <a:pt x="1559" y="528"/>
                      </a:cubicBezTo>
                      <a:cubicBezTo>
                        <a:pt x="1568" y="517"/>
                        <a:pt x="1545" y="515"/>
                        <a:pt x="1541" y="513"/>
                      </a:cubicBezTo>
                      <a:cubicBezTo>
                        <a:pt x="1537" y="511"/>
                        <a:pt x="1541" y="459"/>
                        <a:pt x="1541" y="447"/>
                      </a:cubicBezTo>
                      <a:cubicBezTo>
                        <a:pt x="1541" y="435"/>
                        <a:pt x="1540" y="420"/>
                        <a:pt x="1546" y="420"/>
                      </a:cubicBezTo>
                      <a:cubicBezTo>
                        <a:pt x="1552" y="420"/>
                        <a:pt x="1577" y="432"/>
                        <a:pt x="1585" y="434"/>
                      </a:cubicBezTo>
                      <a:cubicBezTo>
                        <a:pt x="1593" y="436"/>
                        <a:pt x="1614" y="434"/>
                        <a:pt x="1614" y="434"/>
                      </a:cubicBezTo>
                      <a:cubicBezTo>
                        <a:pt x="1623" y="442"/>
                        <a:pt x="1623" y="442"/>
                        <a:pt x="1623" y="442"/>
                      </a:cubicBezTo>
                      <a:cubicBezTo>
                        <a:pt x="1634" y="430"/>
                        <a:pt x="1634" y="430"/>
                        <a:pt x="1634" y="430"/>
                      </a:cubicBezTo>
                      <a:cubicBezTo>
                        <a:pt x="1634" y="430"/>
                        <a:pt x="1642" y="431"/>
                        <a:pt x="1649" y="426"/>
                      </a:cubicBezTo>
                      <a:cubicBezTo>
                        <a:pt x="1656" y="421"/>
                        <a:pt x="1650" y="410"/>
                        <a:pt x="1641" y="397"/>
                      </a:cubicBezTo>
                      <a:cubicBezTo>
                        <a:pt x="1632" y="384"/>
                        <a:pt x="1622" y="375"/>
                        <a:pt x="1627" y="361"/>
                      </a:cubicBezTo>
                      <a:cubicBezTo>
                        <a:pt x="1632" y="347"/>
                        <a:pt x="1661" y="357"/>
                        <a:pt x="1667" y="348"/>
                      </a:cubicBezTo>
                      <a:cubicBezTo>
                        <a:pt x="1673" y="339"/>
                        <a:pt x="1654" y="336"/>
                        <a:pt x="1655" y="327"/>
                      </a:cubicBezTo>
                      <a:close/>
                      <a:moveTo>
                        <a:pt x="1385" y="465"/>
                      </a:moveTo>
                      <a:cubicBezTo>
                        <a:pt x="1380" y="470"/>
                        <a:pt x="1363" y="466"/>
                        <a:pt x="1363" y="466"/>
                      </a:cubicBezTo>
                      <a:cubicBezTo>
                        <a:pt x="1363" y="466"/>
                        <a:pt x="1361" y="472"/>
                        <a:pt x="1356" y="473"/>
                      </a:cubicBezTo>
                      <a:cubicBezTo>
                        <a:pt x="1351" y="474"/>
                        <a:pt x="1340" y="464"/>
                        <a:pt x="1340" y="464"/>
                      </a:cubicBezTo>
                      <a:cubicBezTo>
                        <a:pt x="1320" y="467"/>
                        <a:pt x="1320" y="467"/>
                        <a:pt x="1320" y="467"/>
                      </a:cubicBezTo>
                      <a:cubicBezTo>
                        <a:pt x="1299" y="463"/>
                        <a:pt x="1299" y="463"/>
                        <a:pt x="1299" y="463"/>
                      </a:cubicBezTo>
                      <a:cubicBezTo>
                        <a:pt x="1287" y="464"/>
                        <a:pt x="1287" y="464"/>
                        <a:pt x="1287" y="464"/>
                      </a:cubicBezTo>
                      <a:cubicBezTo>
                        <a:pt x="1270" y="459"/>
                        <a:pt x="1270" y="459"/>
                        <a:pt x="1270" y="459"/>
                      </a:cubicBezTo>
                      <a:cubicBezTo>
                        <a:pt x="1270" y="459"/>
                        <a:pt x="1259" y="460"/>
                        <a:pt x="1246" y="460"/>
                      </a:cubicBezTo>
                      <a:cubicBezTo>
                        <a:pt x="1233" y="460"/>
                        <a:pt x="1236" y="454"/>
                        <a:pt x="1236" y="454"/>
                      </a:cubicBezTo>
                      <a:cubicBezTo>
                        <a:pt x="1236" y="454"/>
                        <a:pt x="1228" y="462"/>
                        <a:pt x="1222" y="464"/>
                      </a:cubicBezTo>
                      <a:cubicBezTo>
                        <a:pt x="1216" y="466"/>
                        <a:pt x="1215" y="476"/>
                        <a:pt x="1209" y="484"/>
                      </a:cubicBezTo>
                      <a:cubicBezTo>
                        <a:pt x="1203" y="492"/>
                        <a:pt x="1195" y="489"/>
                        <a:pt x="1195" y="489"/>
                      </a:cubicBezTo>
                      <a:cubicBezTo>
                        <a:pt x="1199" y="507"/>
                        <a:pt x="1199" y="507"/>
                        <a:pt x="1199" y="507"/>
                      </a:cubicBezTo>
                      <a:cubicBezTo>
                        <a:pt x="1191" y="514"/>
                        <a:pt x="1191" y="514"/>
                        <a:pt x="1191" y="514"/>
                      </a:cubicBezTo>
                      <a:cubicBezTo>
                        <a:pt x="1201" y="525"/>
                        <a:pt x="1201" y="525"/>
                        <a:pt x="1201" y="525"/>
                      </a:cubicBezTo>
                      <a:cubicBezTo>
                        <a:pt x="1200" y="542"/>
                        <a:pt x="1200" y="542"/>
                        <a:pt x="1200" y="542"/>
                      </a:cubicBezTo>
                      <a:cubicBezTo>
                        <a:pt x="1196" y="541"/>
                        <a:pt x="1167" y="507"/>
                        <a:pt x="1167" y="507"/>
                      </a:cubicBezTo>
                      <a:cubicBezTo>
                        <a:pt x="1167" y="507"/>
                        <a:pt x="1163" y="492"/>
                        <a:pt x="1163" y="481"/>
                      </a:cubicBezTo>
                      <a:cubicBezTo>
                        <a:pt x="1163" y="470"/>
                        <a:pt x="1181" y="467"/>
                        <a:pt x="1185" y="466"/>
                      </a:cubicBezTo>
                      <a:cubicBezTo>
                        <a:pt x="1189" y="465"/>
                        <a:pt x="1187" y="454"/>
                        <a:pt x="1193" y="448"/>
                      </a:cubicBezTo>
                      <a:cubicBezTo>
                        <a:pt x="1199" y="442"/>
                        <a:pt x="1224" y="448"/>
                        <a:pt x="1228" y="448"/>
                      </a:cubicBezTo>
                      <a:cubicBezTo>
                        <a:pt x="1232" y="448"/>
                        <a:pt x="1240" y="442"/>
                        <a:pt x="1253" y="443"/>
                      </a:cubicBezTo>
                      <a:cubicBezTo>
                        <a:pt x="1266" y="444"/>
                        <a:pt x="1274" y="451"/>
                        <a:pt x="1281" y="452"/>
                      </a:cubicBezTo>
                      <a:cubicBezTo>
                        <a:pt x="1288" y="453"/>
                        <a:pt x="1293" y="456"/>
                        <a:pt x="1306" y="458"/>
                      </a:cubicBezTo>
                      <a:cubicBezTo>
                        <a:pt x="1319" y="460"/>
                        <a:pt x="1315" y="449"/>
                        <a:pt x="1328" y="449"/>
                      </a:cubicBezTo>
                      <a:cubicBezTo>
                        <a:pt x="1341" y="449"/>
                        <a:pt x="1360" y="454"/>
                        <a:pt x="1360" y="454"/>
                      </a:cubicBezTo>
                      <a:cubicBezTo>
                        <a:pt x="1360" y="454"/>
                        <a:pt x="1370" y="445"/>
                        <a:pt x="1384" y="443"/>
                      </a:cubicBezTo>
                      <a:cubicBezTo>
                        <a:pt x="1398" y="441"/>
                        <a:pt x="1390" y="460"/>
                        <a:pt x="1385" y="46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2" name="Freeform 345"/>
                <p:cNvSpPr>
                  <a:spLocks/>
                </p:cNvSpPr>
                <p:nvPr/>
              </p:nvSpPr>
              <p:spPr bwMode="gray">
                <a:xfrm>
                  <a:off x="-3116" y="-8652"/>
                  <a:ext cx="1200" cy="2105"/>
                </a:xfrm>
                <a:custGeom>
                  <a:avLst/>
                  <a:gdLst>
                    <a:gd name="T0" fmla="*/ 507 w 508"/>
                    <a:gd name="T1" fmla="*/ 210 h 891"/>
                    <a:gd name="T2" fmla="*/ 499 w 508"/>
                    <a:gd name="T3" fmla="*/ 170 h 891"/>
                    <a:gd name="T4" fmla="*/ 502 w 508"/>
                    <a:gd name="T5" fmla="*/ 155 h 891"/>
                    <a:gd name="T6" fmla="*/ 503 w 508"/>
                    <a:gd name="T7" fmla="*/ 104 h 891"/>
                    <a:gd name="T8" fmla="*/ 505 w 508"/>
                    <a:gd name="T9" fmla="*/ 13 h 891"/>
                    <a:gd name="T10" fmla="*/ 497 w 508"/>
                    <a:gd name="T11" fmla="*/ 0 h 891"/>
                    <a:gd name="T12" fmla="*/ 425 w 508"/>
                    <a:gd name="T13" fmla="*/ 38 h 891"/>
                    <a:gd name="T14" fmla="*/ 393 w 508"/>
                    <a:gd name="T15" fmla="*/ 45 h 891"/>
                    <a:gd name="T16" fmla="*/ 354 w 508"/>
                    <a:gd name="T17" fmla="*/ 66 h 891"/>
                    <a:gd name="T18" fmla="*/ 325 w 508"/>
                    <a:gd name="T19" fmla="*/ 61 h 891"/>
                    <a:gd name="T20" fmla="*/ 279 w 508"/>
                    <a:gd name="T21" fmla="*/ 51 h 891"/>
                    <a:gd name="T22" fmla="*/ 237 w 508"/>
                    <a:gd name="T23" fmla="*/ 62 h 891"/>
                    <a:gd name="T24" fmla="*/ 224 w 508"/>
                    <a:gd name="T25" fmla="*/ 89 h 891"/>
                    <a:gd name="T26" fmla="*/ 228 w 508"/>
                    <a:gd name="T27" fmla="*/ 144 h 891"/>
                    <a:gd name="T28" fmla="*/ 235 w 508"/>
                    <a:gd name="T29" fmla="*/ 166 h 891"/>
                    <a:gd name="T30" fmla="*/ 281 w 508"/>
                    <a:gd name="T31" fmla="*/ 231 h 891"/>
                    <a:gd name="T32" fmla="*/ 268 w 508"/>
                    <a:gd name="T33" fmla="*/ 300 h 891"/>
                    <a:gd name="T34" fmla="*/ 246 w 508"/>
                    <a:gd name="T35" fmla="*/ 333 h 891"/>
                    <a:gd name="T36" fmla="*/ 234 w 508"/>
                    <a:gd name="T37" fmla="*/ 340 h 891"/>
                    <a:gd name="T38" fmla="*/ 202 w 508"/>
                    <a:gd name="T39" fmla="*/ 297 h 891"/>
                    <a:gd name="T40" fmla="*/ 208 w 508"/>
                    <a:gd name="T41" fmla="*/ 279 h 891"/>
                    <a:gd name="T42" fmla="*/ 210 w 508"/>
                    <a:gd name="T43" fmla="*/ 263 h 891"/>
                    <a:gd name="T44" fmla="*/ 208 w 508"/>
                    <a:gd name="T45" fmla="*/ 234 h 891"/>
                    <a:gd name="T46" fmla="*/ 189 w 508"/>
                    <a:gd name="T47" fmla="*/ 218 h 891"/>
                    <a:gd name="T48" fmla="*/ 148 w 508"/>
                    <a:gd name="T49" fmla="*/ 189 h 891"/>
                    <a:gd name="T50" fmla="*/ 43 w 508"/>
                    <a:gd name="T51" fmla="*/ 227 h 891"/>
                    <a:gd name="T52" fmla="*/ 5 w 508"/>
                    <a:gd name="T53" fmla="*/ 243 h 891"/>
                    <a:gd name="T54" fmla="*/ 17 w 508"/>
                    <a:gd name="T55" fmla="*/ 297 h 891"/>
                    <a:gd name="T56" fmla="*/ 64 w 508"/>
                    <a:gd name="T57" fmla="*/ 309 h 891"/>
                    <a:gd name="T58" fmla="*/ 89 w 508"/>
                    <a:gd name="T59" fmla="*/ 322 h 891"/>
                    <a:gd name="T60" fmla="*/ 120 w 508"/>
                    <a:gd name="T61" fmla="*/ 331 h 891"/>
                    <a:gd name="T62" fmla="*/ 129 w 508"/>
                    <a:gd name="T63" fmla="*/ 357 h 891"/>
                    <a:gd name="T64" fmla="*/ 131 w 508"/>
                    <a:gd name="T65" fmla="*/ 375 h 891"/>
                    <a:gd name="T66" fmla="*/ 129 w 508"/>
                    <a:gd name="T67" fmla="*/ 395 h 891"/>
                    <a:gd name="T68" fmla="*/ 131 w 508"/>
                    <a:gd name="T69" fmla="*/ 434 h 891"/>
                    <a:gd name="T70" fmla="*/ 117 w 508"/>
                    <a:gd name="T71" fmla="*/ 450 h 891"/>
                    <a:gd name="T72" fmla="*/ 117 w 508"/>
                    <a:gd name="T73" fmla="*/ 482 h 891"/>
                    <a:gd name="T74" fmla="*/ 125 w 508"/>
                    <a:gd name="T75" fmla="*/ 518 h 891"/>
                    <a:gd name="T76" fmla="*/ 105 w 508"/>
                    <a:gd name="T77" fmla="*/ 542 h 891"/>
                    <a:gd name="T78" fmla="*/ 96 w 508"/>
                    <a:gd name="T79" fmla="*/ 570 h 891"/>
                    <a:gd name="T80" fmla="*/ 95 w 508"/>
                    <a:gd name="T81" fmla="*/ 586 h 891"/>
                    <a:gd name="T82" fmla="*/ 57 w 508"/>
                    <a:gd name="T83" fmla="*/ 702 h 891"/>
                    <a:gd name="T84" fmla="*/ 78 w 508"/>
                    <a:gd name="T85" fmla="*/ 809 h 891"/>
                    <a:gd name="T86" fmla="*/ 76 w 508"/>
                    <a:gd name="T87" fmla="*/ 830 h 891"/>
                    <a:gd name="T88" fmla="*/ 83 w 508"/>
                    <a:gd name="T89" fmla="*/ 861 h 891"/>
                    <a:gd name="T90" fmla="*/ 98 w 508"/>
                    <a:gd name="T91" fmla="*/ 877 h 891"/>
                    <a:gd name="T92" fmla="*/ 115 w 508"/>
                    <a:gd name="T93" fmla="*/ 871 h 891"/>
                    <a:gd name="T94" fmla="*/ 109 w 508"/>
                    <a:gd name="T95" fmla="*/ 819 h 891"/>
                    <a:gd name="T96" fmla="*/ 242 w 508"/>
                    <a:gd name="T97" fmla="*/ 735 h 891"/>
                    <a:gd name="T98" fmla="*/ 230 w 508"/>
                    <a:gd name="T99" fmla="*/ 713 h 891"/>
                    <a:gd name="T100" fmla="*/ 241 w 508"/>
                    <a:gd name="T101" fmla="*/ 650 h 891"/>
                    <a:gd name="T102" fmla="*/ 246 w 508"/>
                    <a:gd name="T103" fmla="*/ 626 h 891"/>
                    <a:gd name="T104" fmla="*/ 238 w 508"/>
                    <a:gd name="T105" fmla="*/ 612 h 891"/>
                    <a:gd name="T106" fmla="*/ 225 w 508"/>
                    <a:gd name="T107" fmla="*/ 555 h 891"/>
                    <a:gd name="T108" fmla="*/ 222 w 508"/>
                    <a:gd name="T109" fmla="*/ 503 h 891"/>
                    <a:gd name="T110" fmla="*/ 267 w 508"/>
                    <a:gd name="T111" fmla="*/ 455 h 891"/>
                    <a:gd name="T112" fmla="*/ 312 w 508"/>
                    <a:gd name="T113" fmla="*/ 419 h 891"/>
                    <a:gd name="T114" fmla="*/ 417 w 508"/>
                    <a:gd name="T115" fmla="*/ 348 h 891"/>
                    <a:gd name="T116" fmla="*/ 458 w 508"/>
                    <a:gd name="T117" fmla="*/ 314 h 891"/>
                    <a:gd name="T118" fmla="*/ 498 w 508"/>
                    <a:gd name="T119" fmla="*/ 263 h 891"/>
                    <a:gd name="T120" fmla="*/ 508 w 508"/>
                    <a:gd name="T121" fmla="*/ 229 h 8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08" h="891">
                      <a:moveTo>
                        <a:pt x="508" y="229"/>
                      </a:moveTo>
                      <a:cubicBezTo>
                        <a:pt x="508" y="221"/>
                        <a:pt x="507" y="210"/>
                        <a:pt x="507" y="210"/>
                      </a:cubicBezTo>
                      <a:cubicBezTo>
                        <a:pt x="499" y="211"/>
                        <a:pt x="499" y="211"/>
                        <a:pt x="499" y="211"/>
                      </a:cubicBezTo>
                      <a:cubicBezTo>
                        <a:pt x="499" y="170"/>
                        <a:pt x="499" y="170"/>
                        <a:pt x="499" y="170"/>
                      </a:cubicBezTo>
                      <a:cubicBezTo>
                        <a:pt x="491" y="162"/>
                        <a:pt x="491" y="162"/>
                        <a:pt x="491" y="162"/>
                      </a:cubicBezTo>
                      <a:cubicBezTo>
                        <a:pt x="502" y="155"/>
                        <a:pt x="502" y="155"/>
                        <a:pt x="502" y="155"/>
                      </a:cubicBezTo>
                      <a:cubicBezTo>
                        <a:pt x="495" y="124"/>
                        <a:pt x="495" y="124"/>
                        <a:pt x="495" y="124"/>
                      </a:cubicBezTo>
                      <a:cubicBezTo>
                        <a:pt x="503" y="104"/>
                        <a:pt x="503" y="104"/>
                        <a:pt x="503" y="104"/>
                      </a:cubicBezTo>
                      <a:cubicBezTo>
                        <a:pt x="493" y="78"/>
                        <a:pt x="493" y="78"/>
                        <a:pt x="493" y="78"/>
                      </a:cubicBezTo>
                      <a:cubicBezTo>
                        <a:pt x="493" y="78"/>
                        <a:pt x="505" y="21"/>
                        <a:pt x="505" y="13"/>
                      </a:cubicBezTo>
                      <a:cubicBezTo>
                        <a:pt x="505" y="5"/>
                        <a:pt x="497" y="0"/>
                        <a:pt x="497" y="0"/>
                      </a:cubicBezTo>
                      <a:cubicBezTo>
                        <a:pt x="497" y="0"/>
                        <a:pt x="497" y="0"/>
                        <a:pt x="497" y="0"/>
                      </a:cubicBezTo>
                      <a:cubicBezTo>
                        <a:pt x="444" y="37"/>
                        <a:pt x="444" y="37"/>
                        <a:pt x="444" y="37"/>
                      </a:cubicBezTo>
                      <a:cubicBezTo>
                        <a:pt x="425" y="38"/>
                        <a:pt x="425" y="38"/>
                        <a:pt x="425" y="38"/>
                      </a:cubicBezTo>
                      <a:cubicBezTo>
                        <a:pt x="425" y="38"/>
                        <a:pt x="404" y="51"/>
                        <a:pt x="400" y="52"/>
                      </a:cubicBezTo>
                      <a:cubicBezTo>
                        <a:pt x="396" y="53"/>
                        <a:pt x="393" y="45"/>
                        <a:pt x="393" y="45"/>
                      </a:cubicBezTo>
                      <a:cubicBezTo>
                        <a:pt x="377" y="45"/>
                        <a:pt x="377" y="45"/>
                        <a:pt x="377" y="45"/>
                      </a:cubicBezTo>
                      <a:cubicBezTo>
                        <a:pt x="377" y="45"/>
                        <a:pt x="361" y="63"/>
                        <a:pt x="354" y="66"/>
                      </a:cubicBezTo>
                      <a:cubicBezTo>
                        <a:pt x="347" y="69"/>
                        <a:pt x="343" y="67"/>
                        <a:pt x="343" y="67"/>
                      </a:cubicBezTo>
                      <a:cubicBezTo>
                        <a:pt x="343" y="67"/>
                        <a:pt x="329" y="59"/>
                        <a:pt x="325" y="61"/>
                      </a:cubicBezTo>
                      <a:cubicBezTo>
                        <a:pt x="321" y="63"/>
                        <a:pt x="316" y="72"/>
                        <a:pt x="311" y="72"/>
                      </a:cubicBezTo>
                      <a:cubicBezTo>
                        <a:pt x="306" y="72"/>
                        <a:pt x="287" y="51"/>
                        <a:pt x="279" y="51"/>
                      </a:cubicBezTo>
                      <a:cubicBezTo>
                        <a:pt x="271" y="51"/>
                        <a:pt x="267" y="61"/>
                        <a:pt x="267" y="61"/>
                      </a:cubicBezTo>
                      <a:cubicBezTo>
                        <a:pt x="267" y="61"/>
                        <a:pt x="250" y="62"/>
                        <a:pt x="237" y="62"/>
                      </a:cubicBezTo>
                      <a:cubicBezTo>
                        <a:pt x="236" y="66"/>
                        <a:pt x="236" y="70"/>
                        <a:pt x="236" y="72"/>
                      </a:cubicBezTo>
                      <a:cubicBezTo>
                        <a:pt x="236" y="75"/>
                        <a:pt x="233" y="81"/>
                        <a:pt x="224" y="89"/>
                      </a:cubicBezTo>
                      <a:cubicBezTo>
                        <a:pt x="215" y="97"/>
                        <a:pt x="225" y="104"/>
                        <a:pt x="229" y="109"/>
                      </a:cubicBezTo>
                      <a:cubicBezTo>
                        <a:pt x="233" y="114"/>
                        <a:pt x="233" y="132"/>
                        <a:pt x="228" y="144"/>
                      </a:cubicBezTo>
                      <a:cubicBezTo>
                        <a:pt x="225" y="151"/>
                        <a:pt x="225" y="159"/>
                        <a:pt x="226" y="164"/>
                      </a:cubicBezTo>
                      <a:cubicBezTo>
                        <a:pt x="229" y="165"/>
                        <a:pt x="233" y="165"/>
                        <a:pt x="235" y="166"/>
                      </a:cubicBezTo>
                      <a:cubicBezTo>
                        <a:pt x="239" y="169"/>
                        <a:pt x="257" y="196"/>
                        <a:pt x="261" y="204"/>
                      </a:cubicBezTo>
                      <a:cubicBezTo>
                        <a:pt x="265" y="212"/>
                        <a:pt x="275" y="222"/>
                        <a:pt x="281" y="231"/>
                      </a:cubicBezTo>
                      <a:cubicBezTo>
                        <a:pt x="287" y="240"/>
                        <a:pt x="270" y="258"/>
                        <a:pt x="270" y="258"/>
                      </a:cubicBezTo>
                      <a:cubicBezTo>
                        <a:pt x="270" y="258"/>
                        <a:pt x="274" y="293"/>
                        <a:pt x="268" y="300"/>
                      </a:cubicBezTo>
                      <a:cubicBezTo>
                        <a:pt x="262" y="307"/>
                        <a:pt x="244" y="299"/>
                        <a:pt x="238" y="317"/>
                      </a:cubicBezTo>
                      <a:cubicBezTo>
                        <a:pt x="232" y="335"/>
                        <a:pt x="242" y="323"/>
                        <a:pt x="246" y="333"/>
                      </a:cubicBezTo>
                      <a:cubicBezTo>
                        <a:pt x="250" y="343"/>
                        <a:pt x="243" y="360"/>
                        <a:pt x="232" y="358"/>
                      </a:cubicBezTo>
                      <a:cubicBezTo>
                        <a:pt x="221" y="356"/>
                        <a:pt x="235" y="346"/>
                        <a:pt x="234" y="340"/>
                      </a:cubicBezTo>
                      <a:cubicBezTo>
                        <a:pt x="233" y="334"/>
                        <a:pt x="202" y="314"/>
                        <a:pt x="202" y="314"/>
                      </a:cubicBezTo>
                      <a:cubicBezTo>
                        <a:pt x="202" y="297"/>
                        <a:pt x="202" y="297"/>
                        <a:pt x="202" y="297"/>
                      </a:cubicBezTo>
                      <a:cubicBezTo>
                        <a:pt x="202" y="297"/>
                        <a:pt x="197" y="297"/>
                        <a:pt x="195" y="294"/>
                      </a:cubicBezTo>
                      <a:cubicBezTo>
                        <a:pt x="193" y="291"/>
                        <a:pt x="208" y="279"/>
                        <a:pt x="208" y="279"/>
                      </a:cubicBezTo>
                      <a:cubicBezTo>
                        <a:pt x="200" y="266"/>
                        <a:pt x="200" y="266"/>
                        <a:pt x="200" y="266"/>
                      </a:cubicBezTo>
                      <a:cubicBezTo>
                        <a:pt x="210" y="263"/>
                        <a:pt x="210" y="263"/>
                        <a:pt x="210" y="263"/>
                      </a:cubicBezTo>
                      <a:cubicBezTo>
                        <a:pt x="213" y="242"/>
                        <a:pt x="213" y="242"/>
                        <a:pt x="213" y="242"/>
                      </a:cubicBezTo>
                      <a:cubicBezTo>
                        <a:pt x="213" y="242"/>
                        <a:pt x="207" y="243"/>
                        <a:pt x="208" y="234"/>
                      </a:cubicBezTo>
                      <a:cubicBezTo>
                        <a:pt x="209" y="225"/>
                        <a:pt x="205" y="214"/>
                        <a:pt x="205" y="214"/>
                      </a:cubicBezTo>
                      <a:cubicBezTo>
                        <a:pt x="199" y="211"/>
                        <a:pt x="189" y="218"/>
                        <a:pt x="189" y="218"/>
                      </a:cubicBezTo>
                      <a:cubicBezTo>
                        <a:pt x="169" y="221"/>
                        <a:pt x="169" y="221"/>
                        <a:pt x="169" y="221"/>
                      </a:cubicBezTo>
                      <a:cubicBezTo>
                        <a:pt x="148" y="189"/>
                        <a:pt x="148" y="189"/>
                        <a:pt x="148" y="189"/>
                      </a:cubicBezTo>
                      <a:cubicBezTo>
                        <a:pt x="148" y="189"/>
                        <a:pt x="104" y="209"/>
                        <a:pt x="95" y="214"/>
                      </a:cubicBezTo>
                      <a:cubicBezTo>
                        <a:pt x="85" y="219"/>
                        <a:pt x="43" y="227"/>
                        <a:pt x="43" y="227"/>
                      </a:cubicBezTo>
                      <a:cubicBezTo>
                        <a:pt x="31" y="238"/>
                        <a:pt x="31" y="238"/>
                        <a:pt x="31" y="238"/>
                      </a:cubicBezTo>
                      <a:cubicBezTo>
                        <a:pt x="31" y="238"/>
                        <a:pt x="11" y="239"/>
                        <a:pt x="5" y="243"/>
                      </a:cubicBezTo>
                      <a:cubicBezTo>
                        <a:pt x="0" y="247"/>
                        <a:pt x="15" y="261"/>
                        <a:pt x="15" y="261"/>
                      </a:cubicBezTo>
                      <a:cubicBezTo>
                        <a:pt x="17" y="297"/>
                        <a:pt x="17" y="297"/>
                        <a:pt x="17" y="297"/>
                      </a:cubicBezTo>
                      <a:cubicBezTo>
                        <a:pt x="56" y="297"/>
                        <a:pt x="56" y="297"/>
                        <a:pt x="56" y="297"/>
                      </a:cubicBezTo>
                      <a:cubicBezTo>
                        <a:pt x="64" y="309"/>
                        <a:pt x="64" y="309"/>
                        <a:pt x="64" y="309"/>
                      </a:cubicBezTo>
                      <a:cubicBezTo>
                        <a:pt x="79" y="306"/>
                        <a:pt x="79" y="306"/>
                        <a:pt x="79" y="306"/>
                      </a:cubicBezTo>
                      <a:cubicBezTo>
                        <a:pt x="89" y="322"/>
                        <a:pt x="89" y="322"/>
                        <a:pt x="89" y="322"/>
                      </a:cubicBezTo>
                      <a:cubicBezTo>
                        <a:pt x="89" y="322"/>
                        <a:pt x="99" y="319"/>
                        <a:pt x="107" y="319"/>
                      </a:cubicBezTo>
                      <a:cubicBezTo>
                        <a:pt x="115" y="319"/>
                        <a:pt x="120" y="331"/>
                        <a:pt x="120" y="331"/>
                      </a:cubicBezTo>
                      <a:cubicBezTo>
                        <a:pt x="120" y="331"/>
                        <a:pt x="135" y="331"/>
                        <a:pt x="139" y="339"/>
                      </a:cubicBezTo>
                      <a:cubicBezTo>
                        <a:pt x="143" y="347"/>
                        <a:pt x="129" y="357"/>
                        <a:pt x="129" y="357"/>
                      </a:cubicBezTo>
                      <a:cubicBezTo>
                        <a:pt x="137" y="366"/>
                        <a:pt x="137" y="366"/>
                        <a:pt x="137" y="366"/>
                      </a:cubicBezTo>
                      <a:cubicBezTo>
                        <a:pt x="131" y="375"/>
                        <a:pt x="131" y="375"/>
                        <a:pt x="131" y="375"/>
                      </a:cubicBezTo>
                      <a:cubicBezTo>
                        <a:pt x="137" y="383"/>
                        <a:pt x="137" y="383"/>
                        <a:pt x="137" y="383"/>
                      </a:cubicBezTo>
                      <a:cubicBezTo>
                        <a:pt x="137" y="383"/>
                        <a:pt x="132" y="390"/>
                        <a:pt x="129" y="395"/>
                      </a:cubicBezTo>
                      <a:cubicBezTo>
                        <a:pt x="127" y="401"/>
                        <a:pt x="135" y="407"/>
                        <a:pt x="137" y="421"/>
                      </a:cubicBezTo>
                      <a:cubicBezTo>
                        <a:pt x="140" y="434"/>
                        <a:pt x="131" y="434"/>
                        <a:pt x="131" y="434"/>
                      </a:cubicBezTo>
                      <a:cubicBezTo>
                        <a:pt x="131" y="443"/>
                        <a:pt x="131" y="443"/>
                        <a:pt x="131" y="443"/>
                      </a:cubicBezTo>
                      <a:cubicBezTo>
                        <a:pt x="117" y="450"/>
                        <a:pt x="117" y="450"/>
                        <a:pt x="117" y="450"/>
                      </a:cubicBezTo>
                      <a:cubicBezTo>
                        <a:pt x="131" y="466"/>
                        <a:pt x="131" y="466"/>
                        <a:pt x="131" y="466"/>
                      </a:cubicBezTo>
                      <a:cubicBezTo>
                        <a:pt x="131" y="466"/>
                        <a:pt x="119" y="477"/>
                        <a:pt x="117" y="482"/>
                      </a:cubicBezTo>
                      <a:cubicBezTo>
                        <a:pt x="116" y="487"/>
                        <a:pt x="133" y="498"/>
                        <a:pt x="135" y="505"/>
                      </a:cubicBezTo>
                      <a:cubicBezTo>
                        <a:pt x="136" y="511"/>
                        <a:pt x="125" y="518"/>
                        <a:pt x="125" y="518"/>
                      </a:cubicBezTo>
                      <a:cubicBezTo>
                        <a:pt x="125" y="518"/>
                        <a:pt x="123" y="525"/>
                        <a:pt x="121" y="533"/>
                      </a:cubicBezTo>
                      <a:cubicBezTo>
                        <a:pt x="120" y="541"/>
                        <a:pt x="105" y="542"/>
                        <a:pt x="105" y="542"/>
                      </a:cubicBezTo>
                      <a:cubicBezTo>
                        <a:pt x="104" y="565"/>
                        <a:pt x="104" y="565"/>
                        <a:pt x="104" y="565"/>
                      </a:cubicBezTo>
                      <a:cubicBezTo>
                        <a:pt x="96" y="570"/>
                        <a:pt x="96" y="570"/>
                        <a:pt x="96" y="570"/>
                      </a:cubicBezTo>
                      <a:cubicBezTo>
                        <a:pt x="105" y="583"/>
                        <a:pt x="105" y="583"/>
                        <a:pt x="105" y="583"/>
                      </a:cubicBezTo>
                      <a:cubicBezTo>
                        <a:pt x="95" y="586"/>
                        <a:pt x="95" y="586"/>
                        <a:pt x="95" y="586"/>
                      </a:cubicBezTo>
                      <a:cubicBezTo>
                        <a:pt x="48" y="642"/>
                        <a:pt x="48" y="642"/>
                        <a:pt x="48" y="642"/>
                      </a:cubicBezTo>
                      <a:cubicBezTo>
                        <a:pt x="48" y="642"/>
                        <a:pt x="55" y="693"/>
                        <a:pt x="57" y="702"/>
                      </a:cubicBezTo>
                      <a:cubicBezTo>
                        <a:pt x="59" y="711"/>
                        <a:pt x="80" y="743"/>
                        <a:pt x="79" y="752"/>
                      </a:cubicBezTo>
                      <a:cubicBezTo>
                        <a:pt x="78" y="761"/>
                        <a:pt x="78" y="809"/>
                        <a:pt x="78" y="809"/>
                      </a:cubicBezTo>
                      <a:cubicBezTo>
                        <a:pt x="60" y="833"/>
                        <a:pt x="60" y="833"/>
                        <a:pt x="60" y="833"/>
                      </a:cubicBezTo>
                      <a:cubicBezTo>
                        <a:pt x="76" y="830"/>
                        <a:pt x="76" y="830"/>
                        <a:pt x="76" y="830"/>
                      </a:cubicBezTo>
                      <a:cubicBezTo>
                        <a:pt x="76" y="830"/>
                        <a:pt x="71" y="847"/>
                        <a:pt x="73" y="854"/>
                      </a:cubicBezTo>
                      <a:cubicBezTo>
                        <a:pt x="76" y="861"/>
                        <a:pt x="83" y="861"/>
                        <a:pt x="83" y="861"/>
                      </a:cubicBezTo>
                      <a:cubicBezTo>
                        <a:pt x="87" y="877"/>
                        <a:pt x="87" y="877"/>
                        <a:pt x="87" y="877"/>
                      </a:cubicBezTo>
                      <a:cubicBezTo>
                        <a:pt x="91" y="876"/>
                        <a:pt x="95" y="875"/>
                        <a:pt x="98" y="877"/>
                      </a:cubicBezTo>
                      <a:cubicBezTo>
                        <a:pt x="102" y="879"/>
                        <a:pt x="107" y="885"/>
                        <a:pt x="111" y="891"/>
                      </a:cubicBezTo>
                      <a:cubicBezTo>
                        <a:pt x="113" y="883"/>
                        <a:pt x="115" y="876"/>
                        <a:pt x="115" y="871"/>
                      </a:cubicBezTo>
                      <a:cubicBezTo>
                        <a:pt x="116" y="856"/>
                        <a:pt x="107" y="845"/>
                        <a:pt x="107" y="845"/>
                      </a:cubicBezTo>
                      <a:cubicBezTo>
                        <a:pt x="107" y="845"/>
                        <a:pt x="88" y="839"/>
                        <a:pt x="109" y="819"/>
                      </a:cubicBezTo>
                      <a:cubicBezTo>
                        <a:pt x="130" y="799"/>
                        <a:pt x="165" y="785"/>
                        <a:pt x="186" y="773"/>
                      </a:cubicBezTo>
                      <a:cubicBezTo>
                        <a:pt x="207" y="761"/>
                        <a:pt x="242" y="744"/>
                        <a:pt x="242" y="735"/>
                      </a:cubicBezTo>
                      <a:cubicBezTo>
                        <a:pt x="242" y="726"/>
                        <a:pt x="242" y="718"/>
                        <a:pt x="242" y="718"/>
                      </a:cubicBezTo>
                      <a:cubicBezTo>
                        <a:pt x="242" y="718"/>
                        <a:pt x="231" y="727"/>
                        <a:pt x="230" y="713"/>
                      </a:cubicBezTo>
                      <a:cubicBezTo>
                        <a:pt x="229" y="699"/>
                        <a:pt x="249" y="684"/>
                        <a:pt x="247" y="674"/>
                      </a:cubicBezTo>
                      <a:cubicBezTo>
                        <a:pt x="245" y="664"/>
                        <a:pt x="241" y="650"/>
                        <a:pt x="241" y="650"/>
                      </a:cubicBezTo>
                      <a:cubicBezTo>
                        <a:pt x="248" y="631"/>
                        <a:pt x="248" y="631"/>
                        <a:pt x="248" y="631"/>
                      </a:cubicBezTo>
                      <a:cubicBezTo>
                        <a:pt x="246" y="626"/>
                        <a:pt x="246" y="626"/>
                        <a:pt x="246" y="626"/>
                      </a:cubicBezTo>
                      <a:cubicBezTo>
                        <a:pt x="235" y="639"/>
                        <a:pt x="235" y="639"/>
                        <a:pt x="235" y="639"/>
                      </a:cubicBezTo>
                      <a:cubicBezTo>
                        <a:pt x="238" y="612"/>
                        <a:pt x="238" y="612"/>
                        <a:pt x="238" y="612"/>
                      </a:cubicBezTo>
                      <a:cubicBezTo>
                        <a:pt x="238" y="612"/>
                        <a:pt x="223" y="597"/>
                        <a:pt x="222" y="587"/>
                      </a:cubicBezTo>
                      <a:cubicBezTo>
                        <a:pt x="221" y="577"/>
                        <a:pt x="230" y="567"/>
                        <a:pt x="225" y="555"/>
                      </a:cubicBezTo>
                      <a:cubicBezTo>
                        <a:pt x="220" y="543"/>
                        <a:pt x="208" y="554"/>
                        <a:pt x="208" y="541"/>
                      </a:cubicBezTo>
                      <a:cubicBezTo>
                        <a:pt x="208" y="528"/>
                        <a:pt x="219" y="507"/>
                        <a:pt x="222" y="503"/>
                      </a:cubicBezTo>
                      <a:cubicBezTo>
                        <a:pt x="225" y="499"/>
                        <a:pt x="249" y="493"/>
                        <a:pt x="252" y="484"/>
                      </a:cubicBezTo>
                      <a:cubicBezTo>
                        <a:pt x="255" y="475"/>
                        <a:pt x="260" y="460"/>
                        <a:pt x="267" y="455"/>
                      </a:cubicBezTo>
                      <a:cubicBezTo>
                        <a:pt x="274" y="450"/>
                        <a:pt x="279" y="455"/>
                        <a:pt x="287" y="449"/>
                      </a:cubicBezTo>
                      <a:cubicBezTo>
                        <a:pt x="295" y="443"/>
                        <a:pt x="310" y="435"/>
                        <a:pt x="312" y="419"/>
                      </a:cubicBezTo>
                      <a:cubicBezTo>
                        <a:pt x="314" y="403"/>
                        <a:pt x="331" y="385"/>
                        <a:pt x="348" y="377"/>
                      </a:cubicBezTo>
                      <a:cubicBezTo>
                        <a:pt x="365" y="369"/>
                        <a:pt x="409" y="355"/>
                        <a:pt x="417" y="348"/>
                      </a:cubicBezTo>
                      <a:cubicBezTo>
                        <a:pt x="425" y="341"/>
                        <a:pt x="458" y="324"/>
                        <a:pt x="458" y="324"/>
                      </a:cubicBezTo>
                      <a:cubicBezTo>
                        <a:pt x="458" y="314"/>
                        <a:pt x="458" y="314"/>
                        <a:pt x="458" y="314"/>
                      </a:cubicBezTo>
                      <a:cubicBezTo>
                        <a:pt x="458" y="314"/>
                        <a:pt x="476" y="295"/>
                        <a:pt x="476" y="290"/>
                      </a:cubicBezTo>
                      <a:cubicBezTo>
                        <a:pt x="476" y="285"/>
                        <a:pt x="498" y="263"/>
                        <a:pt x="498" y="263"/>
                      </a:cubicBezTo>
                      <a:cubicBezTo>
                        <a:pt x="496" y="254"/>
                        <a:pt x="496" y="254"/>
                        <a:pt x="496" y="254"/>
                      </a:cubicBezTo>
                      <a:cubicBezTo>
                        <a:pt x="496" y="254"/>
                        <a:pt x="508" y="237"/>
                        <a:pt x="508" y="22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3" name="Freeform 346"/>
                <p:cNvSpPr>
                  <a:spLocks/>
                </p:cNvSpPr>
                <p:nvPr/>
              </p:nvSpPr>
              <p:spPr bwMode="gray">
                <a:xfrm>
                  <a:off x="-2821" y="-8784"/>
                  <a:ext cx="383" cy="982"/>
                </a:xfrm>
                <a:custGeom>
                  <a:avLst/>
                  <a:gdLst>
                    <a:gd name="T0" fmla="*/ 156 w 162"/>
                    <a:gd name="T1" fmla="*/ 287 h 416"/>
                    <a:gd name="T2" fmla="*/ 136 w 162"/>
                    <a:gd name="T3" fmla="*/ 260 h 416"/>
                    <a:gd name="T4" fmla="*/ 110 w 162"/>
                    <a:gd name="T5" fmla="*/ 222 h 416"/>
                    <a:gd name="T6" fmla="*/ 101 w 162"/>
                    <a:gd name="T7" fmla="*/ 220 h 416"/>
                    <a:gd name="T8" fmla="*/ 105 w 162"/>
                    <a:gd name="T9" fmla="*/ 229 h 416"/>
                    <a:gd name="T10" fmla="*/ 114 w 162"/>
                    <a:gd name="T11" fmla="*/ 237 h 416"/>
                    <a:gd name="T12" fmla="*/ 113 w 162"/>
                    <a:gd name="T13" fmla="*/ 264 h 416"/>
                    <a:gd name="T14" fmla="*/ 105 w 162"/>
                    <a:gd name="T15" fmla="*/ 253 h 416"/>
                    <a:gd name="T16" fmla="*/ 90 w 162"/>
                    <a:gd name="T17" fmla="*/ 257 h 416"/>
                    <a:gd name="T18" fmla="*/ 86 w 162"/>
                    <a:gd name="T19" fmla="*/ 234 h 416"/>
                    <a:gd name="T20" fmla="*/ 81 w 162"/>
                    <a:gd name="T21" fmla="*/ 220 h 416"/>
                    <a:gd name="T22" fmla="*/ 81 w 162"/>
                    <a:gd name="T23" fmla="*/ 195 h 416"/>
                    <a:gd name="T24" fmla="*/ 64 w 162"/>
                    <a:gd name="T25" fmla="*/ 171 h 416"/>
                    <a:gd name="T26" fmla="*/ 59 w 162"/>
                    <a:gd name="T27" fmla="*/ 154 h 416"/>
                    <a:gd name="T28" fmla="*/ 77 w 162"/>
                    <a:gd name="T29" fmla="*/ 126 h 416"/>
                    <a:gd name="T30" fmla="*/ 84 w 162"/>
                    <a:gd name="T31" fmla="*/ 108 h 416"/>
                    <a:gd name="T32" fmla="*/ 81 w 162"/>
                    <a:gd name="T33" fmla="*/ 90 h 416"/>
                    <a:gd name="T34" fmla="*/ 78 w 162"/>
                    <a:gd name="T35" fmla="*/ 51 h 416"/>
                    <a:gd name="T36" fmla="*/ 64 w 162"/>
                    <a:gd name="T37" fmla="*/ 37 h 416"/>
                    <a:gd name="T38" fmla="*/ 60 w 162"/>
                    <a:gd name="T39" fmla="*/ 10 h 416"/>
                    <a:gd name="T40" fmla="*/ 41 w 162"/>
                    <a:gd name="T41" fmla="*/ 10 h 416"/>
                    <a:gd name="T42" fmla="*/ 35 w 162"/>
                    <a:gd name="T43" fmla="*/ 0 h 416"/>
                    <a:gd name="T44" fmla="*/ 20 w 162"/>
                    <a:gd name="T45" fmla="*/ 1 h 416"/>
                    <a:gd name="T46" fmla="*/ 20 w 162"/>
                    <a:gd name="T47" fmla="*/ 9 h 416"/>
                    <a:gd name="T48" fmla="*/ 35 w 162"/>
                    <a:gd name="T49" fmla="*/ 16 h 416"/>
                    <a:gd name="T50" fmla="*/ 37 w 162"/>
                    <a:gd name="T51" fmla="*/ 42 h 416"/>
                    <a:gd name="T52" fmla="*/ 46 w 162"/>
                    <a:gd name="T53" fmla="*/ 41 h 416"/>
                    <a:gd name="T54" fmla="*/ 46 w 162"/>
                    <a:gd name="T55" fmla="*/ 54 h 416"/>
                    <a:gd name="T56" fmla="*/ 52 w 162"/>
                    <a:gd name="T57" fmla="*/ 64 h 416"/>
                    <a:gd name="T58" fmla="*/ 30 w 162"/>
                    <a:gd name="T59" fmla="*/ 75 h 416"/>
                    <a:gd name="T60" fmla="*/ 30 w 162"/>
                    <a:gd name="T61" fmla="*/ 86 h 416"/>
                    <a:gd name="T62" fmla="*/ 37 w 162"/>
                    <a:gd name="T63" fmla="*/ 92 h 416"/>
                    <a:gd name="T64" fmla="*/ 33 w 162"/>
                    <a:gd name="T65" fmla="*/ 105 h 416"/>
                    <a:gd name="T66" fmla="*/ 34 w 162"/>
                    <a:gd name="T67" fmla="*/ 153 h 416"/>
                    <a:gd name="T68" fmla="*/ 42 w 162"/>
                    <a:gd name="T69" fmla="*/ 157 h 416"/>
                    <a:gd name="T70" fmla="*/ 14 w 162"/>
                    <a:gd name="T71" fmla="*/ 175 h 416"/>
                    <a:gd name="T72" fmla="*/ 16 w 162"/>
                    <a:gd name="T73" fmla="*/ 200 h 416"/>
                    <a:gd name="T74" fmla="*/ 1 w 162"/>
                    <a:gd name="T75" fmla="*/ 226 h 416"/>
                    <a:gd name="T76" fmla="*/ 23 w 162"/>
                    <a:gd name="T77" fmla="*/ 245 h 416"/>
                    <a:gd name="T78" fmla="*/ 44 w 162"/>
                    <a:gd name="T79" fmla="*/ 277 h 416"/>
                    <a:gd name="T80" fmla="*/ 64 w 162"/>
                    <a:gd name="T81" fmla="*/ 274 h 416"/>
                    <a:gd name="T82" fmla="*/ 80 w 162"/>
                    <a:gd name="T83" fmla="*/ 270 h 416"/>
                    <a:gd name="T84" fmla="*/ 83 w 162"/>
                    <a:gd name="T85" fmla="*/ 290 h 416"/>
                    <a:gd name="T86" fmla="*/ 88 w 162"/>
                    <a:gd name="T87" fmla="*/ 298 h 416"/>
                    <a:gd name="T88" fmla="*/ 85 w 162"/>
                    <a:gd name="T89" fmla="*/ 319 h 416"/>
                    <a:gd name="T90" fmla="*/ 75 w 162"/>
                    <a:gd name="T91" fmla="*/ 322 h 416"/>
                    <a:gd name="T92" fmla="*/ 83 w 162"/>
                    <a:gd name="T93" fmla="*/ 335 h 416"/>
                    <a:gd name="T94" fmla="*/ 70 w 162"/>
                    <a:gd name="T95" fmla="*/ 350 h 416"/>
                    <a:gd name="T96" fmla="*/ 77 w 162"/>
                    <a:gd name="T97" fmla="*/ 353 h 416"/>
                    <a:gd name="T98" fmla="*/ 77 w 162"/>
                    <a:gd name="T99" fmla="*/ 370 h 416"/>
                    <a:gd name="T100" fmla="*/ 109 w 162"/>
                    <a:gd name="T101" fmla="*/ 396 h 416"/>
                    <a:gd name="T102" fmla="*/ 107 w 162"/>
                    <a:gd name="T103" fmla="*/ 414 h 416"/>
                    <a:gd name="T104" fmla="*/ 121 w 162"/>
                    <a:gd name="T105" fmla="*/ 389 h 416"/>
                    <a:gd name="T106" fmla="*/ 113 w 162"/>
                    <a:gd name="T107" fmla="*/ 373 h 416"/>
                    <a:gd name="T108" fmla="*/ 143 w 162"/>
                    <a:gd name="T109" fmla="*/ 356 h 416"/>
                    <a:gd name="T110" fmla="*/ 145 w 162"/>
                    <a:gd name="T111" fmla="*/ 314 h 416"/>
                    <a:gd name="T112" fmla="*/ 156 w 162"/>
                    <a:gd name="T113" fmla="*/ 287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62" h="416">
                      <a:moveTo>
                        <a:pt x="156" y="287"/>
                      </a:moveTo>
                      <a:cubicBezTo>
                        <a:pt x="150" y="278"/>
                        <a:pt x="140" y="268"/>
                        <a:pt x="136" y="260"/>
                      </a:cubicBezTo>
                      <a:cubicBezTo>
                        <a:pt x="132" y="252"/>
                        <a:pt x="114" y="225"/>
                        <a:pt x="110" y="222"/>
                      </a:cubicBezTo>
                      <a:cubicBezTo>
                        <a:pt x="108" y="221"/>
                        <a:pt x="104" y="221"/>
                        <a:pt x="101" y="220"/>
                      </a:cubicBezTo>
                      <a:cubicBezTo>
                        <a:pt x="101" y="225"/>
                        <a:pt x="103" y="228"/>
                        <a:pt x="105" y="229"/>
                      </a:cubicBezTo>
                      <a:cubicBezTo>
                        <a:pt x="110" y="231"/>
                        <a:pt x="114" y="237"/>
                        <a:pt x="114" y="237"/>
                      </a:cubicBezTo>
                      <a:cubicBezTo>
                        <a:pt x="114" y="237"/>
                        <a:pt x="119" y="262"/>
                        <a:pt x="113" y="264"/>
                      </a:cubicBezTo>
                      <a:cubicBezTo>
                        <a:pt x="107" y="266"/>
                        <a:pt x="105" y="253"/>
                        <a:pt x="105" y="253"/>
                      </a:cubicBezTo>
                      <a:cubicBezTo>
                        <a:pt x="105" y="253"/>
                        <a:pt x="93" y="259"/>
                        <a:pt x="90" y="257"/>
                      </a:cubicBezTo>
                      <a:cubicBezTo>
                        <a:pt x="87" y="255"/>
                        <a:pt x="87" y="241"/>
                        <a:pt x="86" y="234"/>
                      </a:cubicBezTo>
                      <a:cubicBezTo>
                        <a:pt x="85" y="227"/>
                        <a:pt x="83" y="224"/>
                        <a:pt x="81" y="220"/>
                      </a:cubicBezTo>
                      <a:cubicBezTo>
                        <a:pt x="79" y="216"/>
                        <a:pt x="81" y="203"/>
                        <a:pt x="81" y="195"/>
                      </a:cubicBezTo>
                      <a:cubicBezTo>
                        <a:pt x="81" y="187"/>
                        <a:pt x="76" y="181"/>
                        <a:pt x="64" y="171"/>
                      </a:cubicBezTo>
                      <a:cubicBezTo>
                        <a:pt x="52" y="161"/>
                        <a:pt x="61" y="163"/>
                        <a:pt x="59" y="154"/>
                      </a:cubicBezTo>
                      <a:cubicBezTo>
                        <a:pt x="57" y="145"/>
                        <a:pt x="67" y="137"/>
                        <a:pt x="77" y="126"/>
                      </a:cubicBezTo>
                      <a:cubicBezTo>
                        <a:pt x="87" y="115"/>
                        <a:pt x="83" y="113"/>
                        <a:pt x="84" y="108"/>
                      </a:cubicBezTo>
                      <a:cubicBezTo>
                        <a:pt x="85" y="103"/>
                        <a:pt x="81" y="98"/>
                        <a:pt x="81" y="90"/>
                      </a:cubicBezTo>
                      <a:cubicBezTo>
                        <a:pt x="81" y="82"/>
                        <a:pt x="79" y="67"/>
                        <a:pt x="78" y="51"/>
                      </a:cubicBezTo>
                      <a:cubicBezTo>
                        <a:pt x="77" y="35"/>
                        <a:pt x="75" y="44"/>
                        <a:pt x="64" y="37"/>
                      </a:cubicBezTo>
                      <a:cubicBezTo>
                        <a:pt x="53" y="30"/>
                        <a:pt x="61" y="21"/>
                        <a:pt x="60" y="10"/>
                      </a:cubicBez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34" y="9"/>
                        <a:pt x="35" y="16"/>
                      </a:cubicBezTo>
                      <a:cubicBezTo>
                        <a:pt x="36" y="23"/>
                        <a:pt x="34" y="42"/>
                        <a:pt x="37" y="42"/>
                      </a:cubicBezTo>
                      <a:cubicBezTo>
                        <a:pt x="40" y="42"/>
                        <a:pt x="46" y="41"/>
                        <a:pt x="46" y="41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6" y="54"/>
                        <a:pt x="58" y="57"/>
                        <a:pt x="52" y="64"/>
                      </a:cubicBezTo>
                      <a:cubicBezTo>
                        <a:pt x="46" y="71"/>
                        <a:pt x="30" y="75"/>
                        <a:pt x="30" y="75"/>
                      </a:cubicBezTo>
                      <a:cubicBezTo>
                        <a:pt x="30" y="86"/>
                        <a:pt x="30" y="86"/>
                        <a:pt x="30" y="86"/>
                      </a:cubicBezTo>
                      <a:cubicBezTo>
                        <a:pt x="37" y="92"/>
                        <a:pt x="37" y="92"/>
                        <a:pt x="37" y="92"/>
                      </a:cubicBezTo>
                      <a:cubicBezTo>
                        <a:pt x="33" y="105"/>
                        <a:pt x="33" y="105"/>
                        <a:pt x="33" y="105"/>
                      </a:cubicBezTo>
                      <a:cubicBezTo>
                        <a:pt x="34" y="153"/>
                        <a:pt x="34" y="153"/>
                        <a:pt x="34" y="153"/>
                      </a:cubicBezTo>
                      <a:cubicBezTo>
                        <a:pt x="34" y="153"/>
                        <a:pt x="45" y="150"/>
                        <a:pt x="42" y="157"/>
                      </a:cubicBezTo>
                      <a:cubicBezTo>
                        <a:pt x="39" y="164"/>
                        <a:pt x="14" y="175"/>
                        <a:pt x="14" y="175"/>
                      </a:cubicBezTo>
                      <a:cubicBezTo>
                        <a:pt x="16" y="200"/>
                        <a:pt x="16" y="200"/>
                        <a:pt x="16" y="200"/>
                      </a:cubicBezTo>
                      <a:cubicBezTo>
                        <a:pt x="16" y="200"/>
                        <a:pt x="0" y="223"/>
                        <a:pt x="1" y="226"/>
                      </a:cubicBezTo>
                      <a:cubicBezTo>
                        <a:pt x="2" y="229"/>
                        <a:pt x="23" y="245"/>
                        <a:pt x="23" y="245"/>
                      </a:cubicBezTo>
                      <a:cubicBezTo>
                        <a:pt x="44" y="277"/>
                        <a:pt x="44" y="277"/>
                        <a:pt x="44" y="277"/>
                      </a:cubicBezTo>
                      <a:cubicBezTo>
                        <a:pt x="64" y="274"/>
                        <a:pt x="64" y="274"/>
                        <a:pt x="64" y="274"/>
                      </a:cubicBezTo>
                      <a:cubicBezTo>
                        <a:pt x="64" y="274"/>
                        <a:pt x="74" y="267"/>
                        <a:pt x="80" y="270"/>
                      </a:cubicBezTo>
                      <a:cubicBezTo>
                        <a:pt x="80" y="270"/>
                        <a:pt x="84" y="281"/>
                        <a:pt x="83" y="290"/>
                      </a:cubicBezTo>
                      <a:cubicBezTo>
                        <a:pt x="82" y="299"/>
                        <a:pt x="88" y="298"/>
                        <a:pt x="88" y="298"/>
                      </a:cubicBezTo>
                      <a:cubicBezTo>
                        <a:pt x="85" y="319"/>
                        <a:pt x="85" y="319"/>
                        <a:pt x="85" y="319"/>
                      </a:cubicBezTo>
                      <a:cubicBezTo>
                        <a:pt x="75" y="322"/>
                        <a:pt x="75" y="322"/>
                        <a:pt x="75" y="322"/>
                      </a:cubicBezTo>
                      <a:cubicBezTo>
                        <a:pt x="83" y="335"/>
                        <a:pt x="83" y="335"/>
                        <a:pt x="83" y="335"/>
                      </a:cubicBezTo>
                      <a:cubicBezTo>
                        <a:pt x="83" y="335"/>
                        <a:pt x="68" y="347"/>
                        <a:pt x="70" y="350"/>
                      </a:cubicBezTo>
                      <a:cubicBezTo>
                        <a:pt x="72" y="353"/>
                        <a:pt x="77" y="353"/>
                        <a:pt x="77" y="353"/>
                      </a:cubicBezTo>
                      <a:cubicBezTo>
                        <a:pt x="77" y="370"/>
                        <a:pt x="77" y="370"/>
                        <a:pt x="77" y="370"/>
                      </a:cubicBezTo>
                      <a:cubicBezTo>
                        <a:pt x="77" y="370"/>
                        <a:pt x="108" y="390"/>
                        <a:pt x="109" y="396"/>
                      </a:cubicBezTo>
                      <a:cubicBezTo>
                        <a:pt x="110" y="402"/>
                        <a:pt x="96" y="412"/>
                        <a:pt x="107" y="414"/>
                      </a:cubicBezTo>
                      <a:cubicBezTo>
                        <a:pt x="118" y="416"/>
                        <a:pt x="125" y="399"/>
                        <a:pt x="121" y="389"/>
                      </a:cubicBezTo>
                      <a:cubicBezTo>
                        <a:pt x="117" y="379"/>
                        <a:pt x="107" y="391"/>
                        <a:pt x="113" y="373"/>
                      </a:cubicBezTo>
                      <a:cubicBezTo>
                        <a:pt x="119" y="355"/>
                        <a:pt x="137" y="363"/>
                        <a:pt x="143" y="356"/>
                      </a:cubicBezTo>
                      <a:cubicBezTo>
                        <a:pt x="149" y="349"/>
                        <a:pt x="145" y="314"/>
                        <a:pt x="145" y="314"/>
                      </a:cubicBezTo>
                      <a:cubicBezTo>
                        <a:pt x="145" y="314"/>
                        <a:pt x="162" y="296"/>
                        <a:pt x="156" y="28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4" name="Freeform 347"/>
                <p:cNvSpPr>
                  <a:spLocks/>
                </p:cNvSpPr>
                <p:nvPr/>
              </p:nvSpPr>
              <p:spPr bwMode="gray">
                <a:xfrm>
                  <a:off x="-4014" y="-8945"/>
                  <a:ext cx="1330" cy="1266"/>
                </a:xfrm>
                <a:custGeom>
                  <a:avLst/>
                  <a:gdLst>
                    <a:gd name="T0" fmla="*/ 551 w 563"/>
                    <a:gd name="T1" fmla="*/ 109 h 536"/>
                    <a:gd name="T2" fmla="*/ 540 w 563"/>
                    <a:gd name="T3" fmla="*/ 84 h 536"/>
                    <a:gd name="T4" fmla="*/ 525 w 563"/>
                    <a:gd name="T5" fmla="*/ 69 h 536"/>
                    <a:gd name="T6" fmla="*/ 502 w 563"/>
                    <a:gd name="T7" fmla="*/ 60 h 536"/>
                    <a:gd name="T8" fmla="*/ 485 w 563"/>
                    <a:gd name="T9" fmla="*/ 51 h 536"/>
                    <a:gd name="T10" fmla="*/ 461 w 563"/>
                    <a:gd name="T11" fmla="*/ 38 h 536"/>
                    <a:gd name="T12" fmla="*/ 436 w 563"/>
                    <a:gd name="T13" fmla="*/ 26 h 536"/>
                    <a:gd name="T14" fmla="*/ 419 w 563"/>
                    <a:gd name="T15" fmla="*/ 25 h 536"/>
                    <a:gd name="T16" fmla="*/ 402 w 563"/>
                    <a:gd name="T17" fmla="*/ 0 h 536"/>
                    <a:gd name="T18" fmla="*/ 333 w 563"/>
                    <a:gd name="T19" fmla="*/ 15 h 536"/>
                    <a:gd name="T20" fmla="*/ 306 w 563"/>
                    <a:gd name="T21" fmla="*/ 57 h 536"/>
                    <a:gd name="T22" fmla="*/ 320 w 563"/>
                    <a:gd name="T23" fmla="*/ 87 h 536"/>
                    <a:gd name="T24" fmla="*/ 304 w 563"/>
                    <a:gd name="T25" fmla="*/ 189 h 536"/>
                    <a:gd name="T26" fmla="*/ 351 w 563"/>
                    <a:gd name="T27" fmla="*/ 230 h 536"/>
                    <a:gd name="T28" fmla="*/ 364 w 563"/>
                    <a:gd name="T29" fmla="*/ 214 h 536"/>
                    <a:gd name="T30" fmla="*/ 367 w 563"/>
                    <a:gd name="T31" fmla="*/ 282 h 536"/>
                    <a:gd name="T32" fmla="*/ 344 w 563"/>
                    <a:gd name="T33" fmla="*/ 281 h 536"/>
                    <a:gd name="T34" fmla="*/ 324 w 563"/>
                    <a:gd name="T35" fmla="*/ 251 h 536"/>
                    <a:gd name="T36" fmla="*/ 305 w 563"/>
                    <a:gd name="T37" fmla="*/ 228 h 536"/>
                    <a:gd name="T38" fmla="*/ 282 w 563"/>
                    <a:gd name="T39" fmla="*/ 216 h 536"/>
                    <a:gd name="T40" fmla="*/ 267 w 563"/>
                    <a:gd name="T41" fmla="*/ 203 h 536"/>
                    <a:gd name="T42" fmla="*/ 246 w 563"/>
                    <a:gd name="T43" fmla="*/ 179 h 536"/>
                    <a:gd name="T44" fmla="*/ 165 w 563"/>
                    <a:gd name="T45" fmla="*/ 188 h 536"/>
                    <a:gd name="T46" fmla="*/ 128 w 563"/>
                    <a:gd name="T47" fmla="*/ 168 h 536"/>
                    <a:gd name="T48" fmla="*/ 117 w 563"/>
                    <a:gd name="T49" fmla="*/ 151 h 536"/>
                    <a:gd name="T50" fmla="*/ 101 w 563"/>
                    <a:gd name="T51" fmla="*/ 144 h 536"/>
                    <a:gd name="T52" fmla="*/ 107 w 563"/>
                    <a:gd name="T53" fmla="*/ 178 h 536"/>
                    <a:gd name="T54" fmla="*/ 98 w 563"/>
                    <a:gd name="T55" fmla="*/ 218 h 536"/>
                    <a:gd name="T56" fmla="*/ 93 w 563"/>
                    <a:gd name="T57" fmla="*/ 232 h 536"/>
                    <a:gd name="T58" fmla="*/ 84 w 563"/>
                    <a:gd name="T59" fmla="*/ 262 h 536"/>
                    <a:gd name="T60" fmla="*/ 0 w 563"/>
                    <a:gd name="T61" fmla="*/ 427 h 536"/>
                    <a:gd name="T62" fmla="*/ 6 w 563"/>
                    <a:gd name="T63" fmla="*/ 449 h 536"/>
                    <a:gd name="T64" fmla="*/ 79 w 563"/>
                    <a:gd name="T65" fmla="*/ 511 h 536"/>
                    <a:gd name="T66" fmla="*/ 108 w 563"/>
                    <a:gd name="T67" fmla="*/ 498 h 536"/>
                    <a:gd name="T68" fmla="*/ 138 w 563"/>
                    <a:gd name="T69" fmla="*/ 504 h 536"/>
                    <a:gd name="T70" fmla="*/ 177 w 563"/>
                    <a:gd name="T71" fmla="*/ 517 h 536"/>
                    <a:gd name="T72" fmla="*/ 202 w 563"/>
                    <a:gd name="T73" fmla="*/ 521 h 536"/>
                    <a:gd name="T74" fmla="*/ 267 w 563"/>
                    <a:gd name="T75" fmla="*/ 491 h 536"/>
                    <a:gd name="T76" fmla="*/ 323 w 563"/>
                    <a:gd name="T77" fmla="*/ 449 h 536"/>
                    <a:gd name="T78" fmla="*/ 356 w 563"/>
                    <a:gd name="T79" fmla="*/ 405 h 536"/>
                    <a:gd name="T80" fmla="*/ 395 w 563"/>
                    <a:gd name="T81" fmla="*/ 385 h 536"/>
                    <a:gd name="T82" fmla="*/ 411 w 563"/>
                    <a:gd name="T83" fmla="*/ 362 h 536"/>
                    <a:gd name="T84" fmla="*/ 475 w 563"/>
                    <a:gd name="T85" fmla="*/ 338 h 536"/>
                    <a:gd name="T86" fmla="*/ 506 w 563"/>
                    <a:gd name="T87" fmla="*/ 294 h 536"/>
                    <a:gd name="T88" fmla="*/ 519 w 563"/>
                    <a:gd name="T89" fmla="*/ 243 h 536"/>
                    <a:gd name="T90" fmla="*/ 539 w 563"/>
                    <a:gd name="T91" fmla="*/ 221 h 536"/>
                    <a:gd name="T92" fmla="*/ 542 w 563"/>
                    <a:gd name="T93" fmla="*/ 160 h 536"/>
                    <a:gd name="T94" fmla="*/ 535 w 563"/>
                    <a:gd name="T95" fmla="*/ 143 h 536"/>
                    <a:gd name="T96" fmla="*/ 551 w 563"/>
                    <a:gd name="T97" fmla="*/ 122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63" h="536">
                      <a:moveTo>
                        <a:pt x="551" y="122"/>
                      </a:moveTo>
                      <a:cubicBezTo>
                        <a:pt x="551" y="109"/>
                        <a:pt x="551" y="109"/>
                        <a:pt x="551" y="109"/>
                      </a:cubicBezTo>
                      <a:cubicBezTo>
                        <a:pt x="551" y="109"/>
                        <a:pt x="545" y="110"/>
                        <a:pt x="542" y="110"/>
                      </a:cubicBezTo>
                      <a:cubicBezTo>
                        <a:pt x="539" y="110"/>
                        <a:pt x="541" y="91"/>
                        <a:pt x="540" y="84"/>
                      </a:cubicBezTo>
                      <a:cubicBezTo>
                        <a:pt x="539" y="77"/>
                        <a:pt x="525" y="77"/>
                        <a:pt x="525" y="77"/>
                      </a:cubicBezTo>
                      <a:cubicBezTo>
                        <a:pt x="525" y="69"/>
                        <a:pt x="525" y="69"/>
                        <a:pt x="525" y="69"/>
                      </a:cubicBezTo>
                      <a:cubicBezTo>
                        <a:pt x="514" y="59"/>
                        <a:pt x="514" y="59"/>
                        <a:pt x="514" y="59"/>
                      </a:cubicBezTo>
                      <a:cubicBezTo>
                        <a:pt x="502" y="60"/>
                        <a:pt x="502" y="60"/>
                        <a:pt x="502" y="60"/>
                      </a:cubicBezTo>
                      <a:cubicBezTo>
                        <a:pt x="500" y="49"/>
                        <a:pt x="500" y="49"/>
                        <a:pt x="500" y="49"/>
                      </a:cubicBezTo>
                      <a:cubicBezTo>
                        <a:pt x="500" y="49"/>
                        <a:pt x="490" y="55"/>
                        <a:pt x="485" y="51"/>
                      </a:cubicBezTo>
                      <a:cubicBezTo>
                        <a:pt x="480" y="47"/>
                        <a:pt x="473" y="38"/>
                        <a:pt x="473" y="38"/>
                      </a:cubicBezTo>
                      <a:cubicBezTo>
                        <a:pt x="473" y="38"/>
                        <a:pt x="464" y="41"/>
                        <a:pt x="461" y="38"/>
                      </a:cubicBezTo>
                      <a:cubicBezTo>
                        <a:pt x="458" y="35"/>
                        <a:pt x="456" y="23"/>
                        <a:pt x="456" y="23"/>
                      </a:cubicBezTo>
                      <a:cubicBezTo>
                        <a:pt x="456" y="23"/>
                        <a:pt x="444" y="27"/>
                        <a:pt x="436" y="26"/>
                      </a:cubicBezTo>
                      <a:cubicBezTo>
                        <a:pt x="434" y="31"/>
                        <a:pt x="431" y="36"/>
                        <a:pt x="428" y="38"/>
                      </a:cubicBezTo>
                      <a:cubicBezTo>
                        <a:pt x="420" y="42"/>
                        <a:pt x="419" y="25"/>
                        <a:pt x="419" y="25"/>
                      </a:cubicBezTo>
                      <a:cubicBezTo>
                        <a:pt x="419" y="25"/>
                        <a:pt x="411" y="20"/>
                        <a:pt x="400" y="16"/>
                      </a:cubicBezTo>
                      <a:cubicBezTo>
                        <a:pt x="393" y="13"/>
                        <a:pt x="398" y="6"/>
                        <a:pt x="402" y="0"/>
                      </a:cubicBezTo>
                      <a:cubicBezTo>
                        <a:pt x="394" y="4"/>
                        <a:pt x="387" y="6"/>
                        <a:pt x="383" y="7"/>
                      </a:cubicBezTo>
                      <a:cubicBezTo>
                        <a:pt x="370" y="10"/>
                        <a:pt x="333" y="15"/>
                        <a:pt x="333" y="15"/>
                      </a:cubicBezTo>
                      <a:cubicBezTo>
                        <a:pt x="333" y="15"/>
                        <a:pt x="333" y="28"/>
                        <a:pt x="333" y="35"/>
                      </a:cubicBezTo>
                      <a:cubicBezTo>
                        <a:pt x="333" y="42"/>
                        <a:pt x="306" y="57"/>
                        <a:pt x="306" y="57"/>
                      </a:cubicBezTo>
                      <a:cubicBezTo>
                        <a:pt x="306" y="57"/>
                        <a:pt x="312" y="64"/>
                        <a:pt x="315" y="66"/>
                      </a:cubicBezTo>
                      <a:cubicBezTo>
                        <a:pt x="318" y="68"/>
                        <a:pt x="320" y="87"/>
                        <a:pt x="320" y="87"/>
                      </a:cubicBezTo>
                      <a:cubicBezTo>
                        <a:pt x="320" y="87"/>
                        <a:pt x="324" y="121"/>
                        <a:pt x="324" y="135"/>
                      </a:cubicBezTo>
                      <a:cubicBezTo>
                        <a:pt x="324" y="149"/>
                        <a:pt x="302" y="171"/>
                        <a:pt x="304" y="189"/>
                      </a:cubicBezTo>
                      <a:cubicBezTo>
                        <a:pt x="306" y="207"/>
                        <a:pt x="317" y="202"/>
                        <a:pt x="323" y="209"/>
                      </a:cubicBezTo>
                      <a:cubicBezTo>
                        <a:pt x="329" y="216"/>
                        <a:pt x="341" y="230"/>
                        <a:pt x="351" y="230"/>
                      </a:cubicBezTo>
                      <a:cubicBezTo>
                        <a:pt x="361" y="230"/>
                        <a:pt x="358" y="217"/>
                        <a:pt x="358" y="217"/>
                      </a:cubicBezTo>
                      <a:cubicBezTo>
                        <a:pt x="364" y="214"/>
                        <a:pt x="364" y="214"/>
                        <a:pt x="364" y="214"/>
                      </a:cubicBezTo>
                      <a:cubicBezTo>
                        <a:pt x="372" y="214"/>
                        <a:pt x="372" y="214"/>
                        <a:pt x="372" y="214"/>
                      </a:cubicBezTo>
                      <a:cubicBezTo>
                        <a:pt x="372" y="214"/>
                        <a:pt x="373" y="279"/>
                        <a:pt x="367" y="282"/>
                      </a:cubicBezTo>
                      <a:cubicBezTo>
                        <a:pt x="361" y="285"/>
                        <a:pt x="359" y="271"/>
                        <a:pt x="359" y="271"/>
                      </a:cubicBezTo>
                      <a:cubicBezTo>
                        <a:pt x="344" y="281"/>
                        <a:pt x="344" y="281"/>
                        <a:pt x="344" y="281"/>
                      </a:cubicBezTo>
                      <a:cubicBezTo>
                        <a:pt x="332" y="281"/>
                        <a:pt x="332" y="281"/>
                        <a:pt x="332" y="281"/>
                      </a:cubicBezTo>
                      <a:cubicBezTo>
                        <a:pt x="332" y="281"/>
                        <a:pt x="329" y="258"/>
                        <a:pt x="324" y="251"/>
                      </a:cubicBezTo>
                      <a:cubicBezTo>
                        <a:pt x="319" y="244"/>
                        <a:pt x="313" y="247"/>
                        <a:pt x="313" y="247"/>
                      </a:cubicBezTo>
                      <a:cubicBezTo>
                        <a:pt x="313" y="247"/>
                        <a:pt x="311" y="236"/>
                        <a:pt x="305" y="228"/>
                      </a:cubicBezTo>
                      <a:cubicBezTo>
                        <a:pt x="299" y="220"/>
                        <a:pt x="294" y="228"/>
                        <a:pt x="290" y="228"/>
                      </a:cubicBezTo>
                      <a:cubicBezTo>
                        <a:pt x="286" y="228"/>
                        <a:pt x="287" y="220"/>
                        <a:pt x="282" y="216"/>
                      </a:cubicBezTo>
                      <a:cubicBezTo>
                        <a:pt x="277" y="212"/>
                        <a:pt x="275" y="218"/>
                        <a:pt x="267" y="217"/>
                      </a:cubicBezTo>
                      <a:cubicBezTo>
                        <a:pt x="259" y="216"/>
                        <a:pt x="267" y="207"/>
                        <a:pt x="267" y="203"/>
                      </a:cubicBezTo>
                      <a:cubicBezTo>
                        <a:pt x="267" y="199"/>
                        <a:pt x="257" y="199"/>
                        <a:pt x="253" y="194"/>
                      </a:cubicBezTo>
                      <a:cubicBezTo>
                        <a:pt x="249" y="189"/>
                        <a:pt x="258" y="184"/>
                        <a:pt x="246" y="179"/>
                      </a:cubicBezTo>
                      <a:cubicBezTo>
                        <a:pt x="234" y="174"/>
                        <a:pt x="237" y="200"/>
                        <a:pt x="232" y="204"/>
                      </a:cubicBezTo>
                      <a:cubicBezTo>
                        <a:pt x="227" y="208"/>
                        <a:pt x="175" y="195"/>
                        <a:pt x="165" y="188"/>
                      </a:cubicBezTo>
                      <a:cubicBezTo>
                        <a:pt x="155" y="181"/>
                        <a:pt x="159" y="162"/>
                        <a:pt x="159" y="162"/>
                      </a:cubicBezTo>
                      <a:cubicBezTo>
                        <a:pt x="128" y="168"/>
                        <a:pt x="128" y="168"/>
                        <a:pt x="128" y="168"/>
                      </a:cubicBezTo>
                      <a:cubicBezTo>
                        <a:pt x="128" y="168"/>
                        <a:pt x="142" y="178"/>
                        <a:pt x="125" y="177"/>
                      </a:cubicBezTo>
                      <a:cubicBezTo>
                        <a:pt x="108" y="176"/>
                        <a:pt x="117" y="151"/>
                        <a:pt x="117" y="151"/>
                      </a:cubicBezTo>
                      <a:cubicBezTo>
                        <a:pt x="106" y="153"/>
                        <a:pt x="106" y="153"/>
                        <a:pt x="106" y="153"/>
                      </a:cubicBezTo>
                      <a:cubicBezTo>
                        <a:pt x="101" y="144"/>
                        <a:pt x="101" y="144"/>
                        <a:pt x="101" y="144"/>
                      </a:cubicBezTo>
                      <a:cubicBezTo>
                        <a:pt x="96" y="154"/>
                        <a:pt x="96" y="154"/>
                        <a:pt x="96" y="154"/>
                      </a:cubicBezTo>
                      <a:cubicBezTo>
                        <a:pt x="96" y="154"/>
                        <a:pt x="110" y="175"/>
                        <a:pt x="107" y="178"/>
                      </a:cubicBezTo>
                      <a:cubicBezTo>
                        <a:pt x="104" y="181"/>
                        <a:pt x="96" y="183"/>
                        <a:pt x="96" y="183"/>
                      </a:cubicBezTo>
                      <a:cubicBezTo>
                        <a:pt x="98" y="218"/>
                        <a:pt x="98" y="218"/>
                        <a:pt x="98" y="218"/>
                      </a:cubicBezTo>
                      <a:cubicBezTo>
                        <a:pt x="106" y="229"/>
                        <a:pt x="106" y="229"/>
                        <a:pt x="106" y="229"/>
                      </a:cubicBezTo>
                      <a:cubicBezTo>
                        <a:pt x="93" y="232"/>
                        <a:pt x="93" y="232"/>
                        <a:pt x="93" y="232"/>
                      </a:cubicBezTo>
                      <a:cubicBezTo>
                        <a:pt x="93" y="232"/>
                        <a:pt x="99" y="248"/>
                        <a:pt x="97" y="255"/>
                      </a:cubicBezTo>
                      <a:cubicBezTo>
                        <a:pt x="95" y="262"/>
                        <a:pt x="84" y="262"/>
                        <a:pt x="84" y="262"/>
                      </a:cubicBezTo>
                      <a:cubicBezTo>
                        <a:pt x="1" y="260"/>
                        <a:pt x="1" y="260"/>
                        <a:pt x="1" y="260"/>
                      </a:cubicBezTo>
                      <a:cubicBezTo>
                        <a:pt x="0" y="427"/>
                        <a:pt x="0" y="427"/>
                        <a:pt x="0" y="427"/>
                      </a:cubicBezTo>
                      <a:cubicBezTo>
                        <a:pt x="6" y="437"/>
                        <a:pt x="6" y="437"/>
                        <a:pt x="6" y="437"/>
                      </a:cubicBezTo>
                      <a:cubicBezTo>
                        <a:pt x="6" y="449"/>
                        <a:pt x="6" y="449"/>
                        <a:pt x="6" y="449"/>
                      </a:cubicBezTo>
                      <a:cubicBezTo>
                        <a:pt x="64" y="507"/>
                        <a:pt x="64" y="507"/>
                        <a:pt x="64" y="507"/>
                      </a:cubicBezTo>
                      <a:cubicBezTo>
                        <a:pt x="79" y="511"/>
                        <a:pt x="79" y="511"/>
                        <a:pt x="79" y="511"/>
                      </a:cubicBezTo>
                      <a:cubicBezTo>
                        <a:pt x="92" y="503"/>
                        <a:pt x="92" y="503"/>
                        <a:pt x="92" y="503"/>
                      </a:cubicBezTo>
                      <a:cubicBezTo>
                        <a:pt x="92" y="503"/>
                        <a:pt x="99" y="498"/>
                        <a:pt x="108" y="498"/>
                      </a:cubicBezTo>
                      <a:cubicBezTo>
                        <a:pt x="117" y="498"/>
                        <a:pt x="118" y="506"/>
                        <a:pt x="118" y="506"/>
                      </a:cubicBezTo>
                      <a:cubicBezTo>
                        <a:pt x="138" y="504"/>
                        <a:pt x="138" y="504"/>
                        <a:pt x="138" y="504"/>
                      </a:cubicBezTo>
                      <a:cubicBezTo>
                        <a:pt x="151" y="517"/>
                        <a:pt x="151" y="517"/>
                        <a:pt x="151" y="517"/>
                      </a:cubicBezTo>
                      <a:cubicBezTo>
                        <a:pt x="151" y="517"/>
                        <a:pt x="175" y="513"/>
                        <a:pt x="177" y="517"/>
                      </a:cubicBezTo>
                      <a:cubicBezTo>
                        <a:pt x="179" y="521"/>
                        <a:pt x="185" y="527"/>
                        <a:pt x="189" y="527"/>
                      </a:cubicBezTo>
                      <a:cubicBezTo>
                        <a:pt x="193" y="527"/>
                        <a:pt x="195" y="515"/>
                        <a:pt x="202" y="521"/>
                      </a:cubicBezTo>
                      <a:cubicBezTo>
                        <a:pt x="209" y="527"/>
                        <a:pt x="210" y="536"/>
                        <a:pt x="228" y="527"/>
                      </a:cubicBezTo>
                      <a:cubicBezTo>
                        <a:pt x="246" y="518"/>
                        <a:pt x="267" y="491"/>
                        <a:pt x="267" y="491"/>
                      </a:cubicBezTo>
                      <a:cubicBezTo>
                        <a:pt x="267" y="491"/>
                        <a:pt x="269" y="475"/>
                        <a:pt x="276" y="468"/>
                      </a:cubicBezTo>
                      <a:cubicBezTo>
                        <a:pt x="283" y="461"/>
                        <a:pt x="322" y="450"/>
                        <a:pt x="323" y="449"/>
                      </a:cubicBezTo>
                      <a:cubicBezTo>
                        <a:pt x="324" y="448"/>
                        <a:pt x="321" y="425"/>
                        <a:pt x="321" y="425"/>
                      </a:cubicBezTo>
                      <a:cubicBezTo>
                        <a:pt x="321" y="425"/>
                        <a:pt x="339" y="411"/>
                        <a:pt x="356" y="405"/>
                      </a:cubicBezTo>
                      <a:cubicBezTo>
                        <a:pt x="369" y="400"/>
                        <a:pt x="387" y="400"/>
                        <a:pt x="396" y="401"/>
                      </a:cubicBezTo>
                      <a:cubicBezTo>
                        <a:pt x="395" y="385"/>
                        <a:pt x="395" y="385"/>
                        <a:pt x="395" y="385"/>
                      </a:cubicBezTo>
                      <a:cubicBezTo>
                        <a:pt x="395" y="385"/>
                        <a:pt x="380" y="371"/>
                        <a:pt x="385" y="367"/>
                      </a:cubicBezTo>
                      <a:cubicBezTo>
                        <a:pt x="391" y="363"/>
                        <a:pt x="411" y="362"/>
                        <a:pt x="411" y="362"/>
                      </a:cubicBezTo>
                      <a:cubicBezTo>
                        <a:pt x="423" y="351"/>
                        <a:pt x="423" y="351"/>
                        <a:pt x="423" y="351"/>
                      </a:cubicBezTo>
                      <a:cubicBezTo>
                        <a:pt x="423" y="351"/>
                        <a:pt x="465" y="343"/>
                        <a:pt x="475" y="338"/>
                      </a:cubicBezTo>
                      <a:cubicBezTo>
                        <a:pt x="484" y="333"/>
                        <a:pt x="528" y="313"/>
                        <a:pt x="528" y="313"/>
                      </a:cubicBezTo>
                      <a:cubicBezTo>
                        <a:pt x="528" y="313"/>
                        <a:pt x="507" y="297"/>
                        <a:pt x="506" y="294"/>
                      </a:cubicBezTo>
                      <a:cubicBezTo>
                        <a:pt x="505" y="291"/>
                        <a:pt x="521" y="268"/>
                        <a:pt x="521" y="268"/>
                      </a:cubicBezTo>
                      <a:cubicBezTo>
                        <a:pt x="519" y="243"/>
                        <a:pt x="519" y="243"/>
                        <a:pt x="519" y="243"/>
                      </a:cubicBezTo>
                      <a:cubicBezTo>
                        <a:pt x="519" y="243"/>
                        <a:pt x="544" y="232"/>
                        <a:pt x="547" y="225"/>
                      </a:cubicBezTo>
                      <a:cubicBezTo>
                        <a:pt x="550" y="218"/>
                        <a:pt x="539" y="221"/>
                        <a:pt x="539" y="221"/>
                      </a:cubicBezTo>
                      <a:cubicBezTo>
                        <a:pt x="538" y="173"/>
                        <a:pt x="538" y="173"/>
                        <a:pt x="538" y="173"/>
                      </a:cubicBezTo>
                      <a:cubicBezTo>
                        <a:pt x="542" y="160"/>
                        <a:pt x="542" y="160"/>
                        <a:pt x="542" y="160"/>
                      </a:cubicBezTo>
                      <a:cubicBezTo>
                        <a:pt x="535" y="154"/>
                        <a:pt x="535" y="154"/>
                        <a:pt x="535" y="154"/>
                      </a:cubicBezTo>
                      <a:cubicBezTo>
                        <a:pt x="535" y="143"/>
                        <a:pt x="535" y="143"/>
                        <a:pt x="535" y="143"/>
                      </a:cubicBezTo>
                      <a:cubicBezTo>
                        <a:pt x="535" y="143"/>
                        <a:pt x="551" y="139"/>
                        <a:pt x="557" y="132"/>
                      </a:cubicBezTo>
                      <a:cubicBezTo>
                        <a:pt x="563" y="125"/>
                        <a:pt x="551" y="122"/>
                        <a:pt x="551" y="1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5" name="Freeform 348"/>
                <p:cNvSpPr>
                  <a:spLocks/>
                </p:cNvSpPr>
                <p:nvPr/>
              </p:nvSpPr>
              <p:spPr bwMode="gray">
                <a:xfrm>
                  <a:off x="-5089" y="-10672"/>
                  <a:ext cx="2131" cy="2400"/>
                </a:xfrm>
                <a:custGeom>
                  <a:avLst/>
                  <a:gdLst>
                    <a:gd name="T0" fmla="*/ 838 w 902"/>
                    <a:gd name="T1" fmla="*/ 264 h 1016"/>
                    <a:gd name="T2" fmla="*/ 853 w 902"/>
                    <a:gd name="T3" fmla="*/ 230 h 1016"/>
                    <a:gd name="T4" fmla="*/ 890 w 902"/>
                    <a:gd name="T5" fmla="*/ 163 h 1016"/>
                    <a:gd name="T6" fmla="*/ 873 w 902"/>
                    <a:gd name="T7" fmla="*/ 127 h 1016"/>
                    <a:gd name="T8" fmla="*/ 869 w 902"/>
                    <a:gd name="T9" fmla="*/ 98 h 1016"/>
                    <a:gd name="T10" fmla="*/ 820 w 902"/>
                    <a:gd name="T11" fmla="*/ 39 h 1016"/>
                    <a:gd name="T12" fmla="*/ 765 w 902"/>
                    <a:gd name="T13" fmla="*/ 61 h 1016"/>
                    <a:gd name="T14" fmla="*/ 713 w 902"/>
                    <a:gd name="T15" fmla="*/ 13 h 1016"/>
                    <a:gd name="T16" fmla="*/ 659 w 902"/>
                    <a:gd name="T17" fmla="*/ 10 h 1016"/>
                    <a:gd name="T18" fmla="*/ 611 w 902"/>
                    <a:gd name="T19" fmla="*/ 23 h 1016"/>
                    <a:gd name="T20" fmla="*/ 560 w 902"/>
                    <a:gd name="T21" fmla="*/ 32 h 1016"/>
                    <a:gd name="T22" fmla="*/ 509 w 902"/>
                    <a:gd name="T23" fmla="*/ 30 h 1016"/>
                    <a:gd name="T24" fmla="*/ 462 w 902"/>
                    <a:gd name="T25" fmla="*/ 63 h 1016"/>
                    <a:gd name="T26" fmla="*/ 394 w 902"/>
                    <a:gd name="T27" fmla="*/ 53 h 1016"/>
                    <a:gd name="T28" fmla="*/ 346 w 902"/>
                    <a:gd name="T29" fmla="*/ 15 h 1016"/>
                    <a:gd name="T30" fmla="*/ 302 w 902"/>
                    <a:gd name="T31" fmla="*/ 72 h 1016"/>
                    <a:gd name="T32" fmla="*/ 301 w 902"/>
                    <a:gd name="T33" fmla="*/ 103 h 1016"/>
                    <a:gd name="T34" fmla="*/ 276 w 902"/>
                    <a:gd name="T35" fmla="*/ 217 h 1016"/>
                    <a:gd name="T36" fmla="*/ 262 w 902"/>
                    <a:gd name="T37" fmla="*/ 289 h 1016"/>
                    <a:gd name="T38" fmla="*/ 213 w 902"/>
                    <a:gd name="T39" fmla="*/ 359 h 1016"/>
                    <a:gd name="T40" fmla="*/ 187 w 902"/>
                    <a:gd name="T41" fmla="*/ 477 h 1016"/>
                    <a:gd name="T42" fmla="*/ 129 w 902"/>
                    <a:gd name="T43" fmla="*/ 540 h 1016"/>
                    <a:gd name="T44" fmla="*/ 83 w 902"/>
                    <a:gd name="T45" fmla="*/ 533 h 1016"/>
                    <a:gd name="T46" fmla="*/ 43 w 902"/>
                    <a:gd name="T47" fmla="*/ 537 h 1016"/>
                    <a:gd name="T48" fmla="*/ 9 w 902"/>
                    <a:gd name="T49" fmla="*/ 565 h 1016"/>
                    <a:gd name="T50" fmla="*/ 12 w 902"/>
                    <a:gd name="T51" fmla="*/ 617 h 1016"/>
                    <a:gd name="T52" fmla="*/ 57 w 902"/>
                    <a:gd name="T53" fmla="*/ 607 h 1016"/>
                    <a:gd name="T54" fmla="*/ 98 w 902"/>
                    <a:gd name="T55" fmla="*/ 611 h 1016"/>
                    <a:gd name="T56" fmla="*/ 153 w 902"/>
                    <a:gd name="T57" fmla="*/ 609 h 1016"/>
                    <a:gd name="T58" fmla="*/ 200 w 902"/>
                    <a:gd name="T59" fmla="*/ 608 h 1016"/>
                    <a:gd name="T60" fmla="*/ 223 w 902"/>
                    <a:gd name="T61" fmla="*/ 664 h 1016"/>
                    <a:gd name="T62" fmla="*/ 240 w 902"/>
                    <a:gd name="T63" fmla="*/ 709 h 1016"/>
                    <a:gd name="T64" fmla="*/ 270 w 902"/>
                    <a:gd name="T65" fmla="*/ 726 h 1016"/>
                    <a:gd name="T66" fmla="*/ 296 w 902"/>
                    <a:gd name="T67" fmla="*/ 724 h 1016"/>
                    <a:gd name="T68" fmla="*/ 337 w 902"/>
                    <a:gd name="T69" fmla="*/ 720 h 1016"/>
                    <a:gd name="T70" fmla="*/ 343 w 902"/>
                    <a:gd name="T71" fmla="*/ 672 h 1016"/>
                    <a:gd name="T72" fmla="*/ 391 w 902"/>
                    <a:gd name="T73" fmla="*/ 678 h 1016"/>
                    <a:gd name="T74" fmla="*/ 452 w 902"/>
                    <a:gd name="T75" fmla="*/ 703 h 1016"/>
                    <a:gd name="T76" fmla="*/ 461 w 902"/>
                    <a:gd name="T77" fmla="*/ 747 h 1016"/>
                    <a:gd name="T78" fmla="*/ 451 w 902"/>
                    <a:gd name="T79" fmla="*/ 799 h 1016"/>
                    <a:gd name="T80" fmla="*/ 471 w 902"/>
                    <a:gd name="T81" fmla="*/ 869 h 1016"/>
                    <a:gd name="T82" fmla="*/ 485 w 902"/>
                    <a:gd name="T83" fmla="*/ 886 h 1016"/>
                    <a:gd name="T84" fmla="*/ 526 w 902"/>
                    <a:gd name="T85" fmla="*/ 880 h 1016"/>
                    <a:gd name="T86" fmla="*/ 556 w 902"/>
                    <a:gd name="T87" fmla="*/ 875 h 1016"/>
                    <a:gd name="T88" fmla="*/ 580 w 902"/>
                    <a:gd name="T89" fmla="*/ 908 h 1016"/>
                    <a:gd name="T90" fmla="*/ 620 w 902"/>
                    <a:gd name="T91" fmla="*/ 919 h 1016"/>
                    <a:gd name="T92" fmla="*/ 708 w 902"/>
                    <a:gd name="T93" fmla="*/ 925 h 1016"/>
                    <a:gd name="T94" fmla="*/ 737 w 902"/>
                    <a:gd name="T95" fmla="*/ 947 h 1016"/>
                    <a:gd name="T96" fmla="*/ 768 w 902"/>
                    <a:gd name="T97" fmla="*/ 978 h 1016"/>
                    <a:gd name="T98" fmla="*/ 799 w 902"/>
                    <a:gd name="T99" fmla="*/ 1012 h 1016"/>
                    <a:gd name="T100" fmla="*/ 827 w 902"/>
                    <a:gd name="T101" fmla="*/ 945 h 1016"/>
                    <a:gd name="T102" fmla="*/ 806 w 902"/>
                    <a:gd name="T103" fmla="*/ 961 h 1016"/>
                    <a:gd name="T104" fmla="*/ 779 w 902"/>
                    <a:gd name="T105" fmla="*/ 866 h 1016"/>
                    <a:gd name="T106" fmla="*/ 761 w 902"/>
                    <a:gd name="T107" fmla="*/ 788 h 1016"/>
                    <a:gd name="T108" fmla="*/ 838 w 902"/>
                    <a:gd name="T109" fmla="*/ 738 h 1016"/>
                    <a:gd name="T110" fmla="*/ 850 w 902"/>
                    <a:gd name="T111" fmla="*/ 710 h 1016"/>
                    <a:gd name="T112" fmla="*/ 828 w 902"/>
                    <a:gd name="T113" fmla="*/ 658 h 1016"/>
                    <a:gd name="T114" fmla="*/ 810 w 902"/>
                    <a:gd name="T115" fmla="*/ 589 h 1016"/>
                    <a:gd name="T116" fmla="*/ 802 w 902"/>
                    <a:gd name="T117" fmla="*/ 502 h 1016"/>
                    <a:gd name="T118" fmla="*/ 816 w 902"/>
                    <a:gd name="T119" fmla="*/ 471 h 1016"/>
                    <a:gd name="T120" fmla="*/ 795 w 902"/>
                    <a:gd name="T121" fmla="*/ 434 h 1016"/>
                    <a:gd name="T122" fmla="*/ 799 w 902"/>
                    <a:gd name="T123" fmla="*/ 384 h 10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02" h="1016">
                      <a:moveTo>
                        <a:pt x="828" y="315"/>
                      </a:moveTo>
                      <a:cubicBezTo>
                        <a:pt x="828" y="295"/>
                        <a:pt x="828" y="295"/>
                        <a:pt x="828" y="295"/>
                      </a:cubicBezTo>
                      <a:cubicBezTo>
                        <a:pt x="838" y="264"/>
                        <a:pt x="838" y="264"/>
                        <a:pt x="838" y="264"/>
                      </a:cubicBezTo>
                      <a:cubicBezTo>
                        <a:pt x="840" y="247"/>
                        <a:pt x="840" y="247"/>
                        <a:pt x="840" y="247"/>
                      </a:cubicBezTo>
                      <a:cubicBezTo>
                        <a:pt x="853" y="239"/>
                        <a:pt x="853" y="239"/>
                        <a:pt x="853" y="239"/>
                      </a:cubicBezTo>
                      <a:cubicBezTo>
                        <a:pt x="853" y="230"/>
                        <a:pt x="853" y="230"/>
                        <a:pt x="853" y="230"/>
                      </a:cubicBezTo>
                      <a:cubicBezTo>
                        <a:pt x="869" y="222"/>
                        <a:pt x="869" y="222"/>
                        <a:pt x="869" y="222"/>
                      </a:cubicBezTo>
                      <a:cubicBezTo>
                        <a:pt x="869" y="222"/>
                        <a:pt x="902" y="182"/>
                        <a:pt x="902" y="174"/>
                      </a:cubicBezTo>
                      <a:cubicBezTo>
                        <a:pt x="902" y="166"/>
                        <a:pt x="890" y="163"/>
                        <a:pt x="890" y="163"/>
                      </a:cubicBezTo>
                      <a:cubicBezTo>
                        <a:pt x="890" y="163"/>
                        <a:pt x="879" y="164"/>
                        <a:pt x="876" y="158"/>
                      </a:cubicBezTo>
                      <a:cubicBezTo>
                        <a:pt x="873" y="153"/>
                        <a:pt x="882" y="142"/>
                        <a:pt x="883" y="137"/>
                      </a:cubicBezTo>
                      <a:cubicBezTo>
                        <a:pt x="884" y="131"/>
                        <a:pt x="873" y="127"/>
                        <a:pt x="873" y="127"/>
                      </a:cubicBezTo>
                      <a:cubicBezTo>
                        <a:pt x="886" y="113"/>
                        <a:pt x="886" y="113"/>
                        <a:pt x="886" y="113"/>
                      </a:cubicBezTo>
                      <a:cubicBezTo>
                        <a:pt x="880" y="100"/>
                        <a:pt x="880" y="100"/>
                        <a:pt x="880" y="100"/>
                      </a:cubicBezTo>
                      <a:cubicBezTo>
                        <a:pt x="869" y="98"/>
                        <a:pt x="869" y="98"/>
                        <a:pt x="869" y="98"/>
                      </a:cubicBezTo>
                      <a:cubicBezTo>
                        <a:pt x="866" y="84"/>
                        <a:pt x="866" y="84"/>
                        <a:pt x="866" y="84"/>
                      </a:cubicBezTo>
                      <a:cubicBezTo>
                        <a:pt x="866" y="84"/>
                        <a:pt x="847" y="80"/>
                        <a:pt x="839" y="68"/>
                      </a:cubicBezTo>
                      <a:cubicBezTo>
                        <a:pt x="831" y="56"/>
                        <a:pt x="827" y="39"/>
                        <a:pt x="820" y="39"/>
                      </a:cubicBezTo>
                      <a:cubicBezTo>
                        <a:pt x="813" y="39"/>
                        <a:pt x="814" y="57"/>
                        <a:pt x="803" y="57"/>
                      </a:cubicBezTo>
                      <a:cubicBezTo>
                        <a:pt x="792" y="57"/>
                        <a:pt x="791" y="45"/>
                        <a:pt x="782" y="45"/>
                      </a:cubicBezTo>
                      <a:cubicBezTo>
                        <a:pt x="773" y="45"/>
                        <a:pt x="765" y="61"/>
                        <a:pt x="765" y="61"/>
                      </a:cubicBezTo>
                      <a:cubicBezTo>
                        <a:pt x="734" y="46"/>
                        <a:pt x="734" y="46"/>
                        <a:pt x="734" y="46"/>
                      </a:cubicBezTo>
                      <a:cubicBezTo>
                        <a:pt x="734" y="32"/>
                        <a:pt x="734" y="32"/>
                        <a:pt x="734" y="32"/>
                      </a:cubicBezTo>
                      <a:cubicBezTo>
                        <a:pt x="713" y="13"/>
                        <a:pt x="713" y="13"/>
                        <a:pt x="713" y="13"/>
                      </a:cubicBezTo>
                      <a:cubicBezTo>
                        <a:pt x="709" y="5"/>
                        <a:pt x="709" y="5"/>
                        <a:pt x="709" y="5"/>
                      </a:cubicBezTo>
                      <a:cubicBezTo>
                        <a:pt x="709" y="5"/>
                        <a:pt x="705" y="16"/>
                        <a:pt x="685" y="21"/>
                      </a:cubicBezTo>
                      <a:cubicBezTo>
                        <a:pt x="665" y="26"/>
                        <a:pt x="659" y="10"/>
                        <a:pt x="659" y="10"/>
                      </a:cubicBezTo>
                      <a:cubicBezTo>
                        <a:pt x="638" y="13"/>
                        <a:pt x="638" y="13"/>
                        <a:pt x="638" y="13"/>
                      </a:cubicBezTo>
                      <a:cubicBezTo>
                        <a:pt x="638" y="13"/>
                        <a:pt x="630" y="0"/>
                        <a:pt x="623" y="1"/>
                      </a:cubicBezTo>
                      <a:cubicBezTo>
                        <a:pt x="616" y="2"/>
                        <a:pt x="611" y="23"/>
                        <a:pt x="611" y="23"/>
                      </a:cubicBezTo>
                      <a:cubicBezTo>
                        <a:pt x="611" y="23"/>
                        <a:pt x="593" y="28"/>
                        <a:pt x="589" y="28"/>
                      </a:cubicBezTo>
                      <a:cubicBezTo>
                        <a:pt x="585" y="28"/>
                        <a:pt x="576" y="18"/>
                        <a:pt x="576" y="18"/>
                      </a:cubicBezTo>
                      <a:cubicBezTo>
                        <a:pt x="560" y="32"/>
                        <a:pt x="560" y="32"/>
                        <a:pt x="560" y="32"/>
                      </a:cubicBezTo>
                      <a:cubicBezTo>
                        <a:pt x="548" y="32"/>
                        <a:pt x="548" y="32"/>
                        <a:pt x="548" y="32"/>
                      </a:cubicBezTo>
                      <a:cubicBezTo>
                        <a:pt x="548" y="32"/>
                        <a:pt x="535" y="41"/>
                        <a:pt x="529" y="46"/>
                      </a:cubicBezTo>
                      <a:cubicBezTo>
                        <a:pt x="523" y="51"/>
                        <a:pt x="509" y="30"/>
                        <a:pt x="509" y="30"/>
                      </a:cubicBezTo>
                      <a:cubicBezTo>
                        <a:pt x="509" y="30"/>
                        <a:pt x="502" y="43"/>
                        <a:pt x="495" y="46"/>
                      </a:cubicBezTo>
                      <a:cubicBezTo>
                        <a:pt x="488" y="49"/>
                        <a:pt x="493" y="63"/>
                        <a:pt x="484" y="70"/>
                      </a:cubicBezTo>
                      <a:cubicBezTo>
                        <a:pt x="475" y="77"/>
                        <a:pt x="462" y="63"/>
                        <a:pt x="462" y="63"/>
                      </a:cubicBezTo>
                      <a:cubicBezTo>
                        <a:pt x="462" y="63"/>
                        <a:pt x="444" y="63"/>
                        <a:pt x="434" y="64"/>
                      </a:cubicBezTo>
                      <a:cubicBezTo>
                        <a:pt x="424" y="65"/>
                        <a:pt x="418" y="53"/>
                        <a:pt x="418" y="53"/>
                      </a:cubicBezTo>
                      <a:cubicBezTo>
                        <a:pt x="418" y="53"/>
                        <a:pt x="409" y="53"/>
                        <a:pt x="394" y="53"/>
                      </a:cubicBezTo>
                      <a:cubicBezTo>
                        <a:pt x="379" y="53"/>
                        <a:pt x="391" y="38"/>
                        <a:pt x="388" y="34"/>
                      </a:cubicBezTo>
                      <a:cubicBezTo>
                        <a:pt x="385" y="30"/>
                        <a:pt x="372" y="32"/>
                        <a:pt x="372" y="32"/>
                      </a:cubicBezTo>
                      <a:cubicBezTo>
                        <a:pt x="372" y="32"/>
                        <a:pt x="375" y="17"/>
                        <a:pt x="346" y="15"/>
                      </a:cubicBezTo>
                      <a:cubicBezTo>
                        <a:pt x="317" y="13"/>
                        <a:pt x="327" y="32"/>
                        <a:pt x="317" y="46"/>
                      </a:cubicBezTo>
                      <a:cubicBezTo>
                        <a:pt x="307" y="60"/>
                        <a:pt x="308" y="49"/>
                        <a:pt x="300" y="59"/>
                      </a:cubicBezTo>
                      <a:cubicBezTo>
                        <a:pt x="292" y="69"/>
                        <a:pt x="302" y="72"/>
                        <a:pt x="302" y="72"/>
                      </a:cubicBezTo>
                      <a:cubicBezTo>
                        <a:pt x="302" y="82"/>
                        <a:pt x="302" y="82"/>
                        <a:pt x="302" y="82"/>
                      </a:cubicBezTo>
                      <a:cubicBezTo>
                        <a:pt x="292" y="96"/>
                        <a:pt x="292" y="96"/>
                        <a:pt x="292" y="96"/>
                      </a:cubicBezTo>
                      <a:cubicBezTo>
                        <a:pt x="301" y="103"/>
                        <a:pt x="301" y="103"/>
                        <a:pt x="301" y="103"/>
                      </a:cubicBezTo>
                      <a:cubicBezTo>
                        <a:pt x="301" y="103"/>
                        <a:pt x="301" y="114"/>
                        <a:pt x="301" y="122"/>
                      </a:cubicBezTo>
                      <a:cubicBezTo>
                        <a:pt x="301" y="130"/>
                        <a:pt x="286" y="159"/>
                        <a:pt x="277" y="169"/>
                      </a:cubicBezTo>
                      <a:cubicBezTo>
                        <a:pt x="268" y="179"/>
                        <a:pt x="275" y="206"/>
                        <a:pt x="276" y="217"/>
                      </a:cubicBezTo>
                      <a:cubicBezTo>
                        <a:pt x="277" y="228"/>
                        <a:pt x="267" y="236"/>
                        <a:pt x="265" y="244"/>
                      </a:cubicBezTo>
                      <a:cubicBezTo>
                        <a:pt x="263" y="252"/>
                        <a:pt x="272" y="259"/>
                        <a:pt x="272" y="270"/>
                      </a:cubicBezTo>
                      <a:cubicBezTo>
                        <a:pt x="272" y="281"/>
                        <a:pt x="262" y="289"/>
                        <a:pt x="262" y="289"/>
                      </a:cubicBezTo>
                      <a:cubicBezTo>
                        <a:pt x="259" y="321"/>
                        <a:pt x="259" y="321"/>
                        <a:pt x="259" y="321"/>
                      </a:cubicBezTo>
                      <a:cubicBezTo>
                        <a:pt x="259" y="321"/>
                        <a:pt x="253" y="336"/>
                        <a:pt x="243" y="343"/>
                      </a:cubicBezTo>
                      <a:cubicBezTo>
                        <a:pt x="233" y="350"/>
                        <a:pt x="220" y="356"/>
                        <a:pt x="213" y="359"/>
                      </a:cubicBezTo>
                      <a:cubicBezTo>
                        <a:pt x="206" y="362"/>
                        <a:pt x="206" y="385"/>
                        <a:pt x="205" y="394"/>
                      </a:cubicBezTo>
                      <a:cubicBezTo>
                        <a:pt x="204" y="403"/>
                        <a:pt x="186" y="410"/>
                        <a:pt x="186" y="410"/>
                      </a:cubicBezTo>
                      <a:cubicBezTo>
                        <a:pt x="187" y="477"/>
                        <a:pt x="187" y="477"/>
                        <a:pt x="187" y="477"/>
                      </a:cubicBezTo>
                      <a:cubicBezTo>
                        <a:pt x="170" y="507"/>
                        <a:pt x="170" y="507"/>
                        <a:pt x="170" y="507"/>
                      </a:cubicBezTo>
                      <a:cubicBezTo>
                        <a:pt x="170" y="507"/>
                        <a:pt x="160" y="510"/>
                        <a:pt x="154" y="510"/>
                      </a:cubicBezTo>
                      <a:cubicBezTo>
                        <a:pt x="148" y="510"/>
                        <a:pt x="136" y="531"/>
                        <a:pt x="129" y="540"/>
                      </a:cubicBezTo>
                      <a:cubicBezTo>
                        <a:pt x="122" y="549"/>
                        <a:pt x="119" y="554"/>
                        <a:pt x="104" y="554"/>
                      </a:cubicBezTo>
                      <a:cubicBezTo>
                        <a:pt x="89" y="554"/>
                        <a:pt x="107" y="531"/>
                        <a:pt x="100" y="524"/>
                      </a:cubicBezTo>
                      <a:cubicBezTo>
                        <a:pt x="93" y="517"/>
                        <a:pt x="83" y="533"/>
                        <a:pt x="83" y="533"/>
                      </a:cubicBezTo>
                      <a:cubicBezTo>
                        <a:pt x="70" y="532"/>
                        <a:pt x="70" y="532"/>
                        <a:pt x="70" y="532"/>
                      </a:cubicBezTo>
                      <a:cubicBezTo>
                        <a:pt x="70" y="532"/>
                        <a:pt x="71" y="548"/>
                        <a:pt x="59" y="553"/>
                      </a:cubicBezTo>
                      <a:cubicBezTo>
                        <a:pt x="47" y="558"/>
                        <a:pt x="43" y="537"/>
                        <a:pt x="43" y="537"/>
                      </a:cubicBezTo>
                      <a:cubicBezTo>
                        <a:pt x="36" y="540"/>
                        <a:pt x="36" y="540"/>
                        <a:pt x="36" y="540"/>
                      </a:cubicBezTo>
                      <a:cubicBezTo>
                        <a:pt x="33" y="548"/>
                        <a:pt x="33" y="548"/>
                        <a:pt x="33" y="548"/>
                      </a:cubicBezTo>
                      <a:cubicBezTo>
                        <a:pt x="9" y="565"/>
                        <a:pt x="9" y="565"/>
                        <a:pt x="9" y="565"/>
                      </a:cubicBezTo>
                      <a:cubicBezTo>
                        <a:pt x="9" y="565"/>
                        <a:pt x="21" y="591"/>
                        <a:pt x="13" y="595"/>
                      </a:cubicBezTo>
                      <a:cubicBezTo>
                        <a:pt x="10" y="597"/>
                        <a:pt x="5" y="599"/>
                        <a:pt x="0" y="602"/>
                      </a:cubicBezTo>
                      <a:cubicBezTo>
                        <a:pt x="4" y="605"/>
                        <a:pt x="11" y="612"/>
                        <a:pt x="12" y="617"/>
                      </a:cubicBezTo>
                      <a:cubicBezTo>
                        <a:pt x="35" y="607"/>
                        <a:pt x="35" y="607"/>
                        <a:pt x="35" y="607"/>
                      </a:cubicBezTo>
                      <a:cubicBezTo>
                        <a:pt x="52" y="609"/>
                        <a:pt x="52" y="609"/>
                        <a:pt x="52" y="609"/>
                      </a:cubicBezTo>
                      <a:cubicBezTo>
                        <a:pt x="57" y="607"/>
                        <a:pt x="57" y="607"/>
                        <a:pt x="57" y="607"/>
                      </a:cubicBezTo>
                      <a:cubicBezTo>
                        <a:pt x="65" y="609"/>
                        <a:pt x="65" y="609"/>
                        <a:pt x="65" y="609"/>
                      </a:cubicBezTo>
                      <a:cubicBezTo>
                        <a:pt x="80" y="605"/>
                        <a:pt x="80" y="605"/>
                        <a:pt x="80" y="605"/>
                      </a:cubicBezTo>
                      <a:cubicBezTo>
                        <a:pt x="80" y="605"/>
                        <a:pt x="91" y="612"/>
                        <a:pt x="98" y="611"/>
                      </a:cubicBezTo>
                      <a:cubicBezTo>
                        <a:pt x="105" y="610"/>
                        <a:pt x="123" y="607"/>
                        <a:pt x="123" y="607"/>
                      </a:cubicBezTo>
                      <a:cubicBezTo>
                        <a:pt x="123" y="607"/>
                        <a:pt x="136" y="609"/>
                        <a:pt x="141" y="609"/>
                      </a:cubicBezTo>
                      <a:cubicBezTo>
                        <a:pt x="146" y="609"/>
                        <a:pt x="153" y="609"/>
                        <a:pt x="153" y="609"/>
                      </a:cubicBezTo>
                      <a:cubicBezTo>
                        <a:pt x="163" y="606"/>
                        <a:pt x="163" y="606"/>
                        <a:pt x="163" y="606"/>
                      </a:cubicBezTo>
                      <a:cubicBezTo>
                        <a:pt x="177" y="607"/>
                        <a:pt x="177" y="607"/>
                        <a:pt x="177" y="607"/>
                      </a:cubicBezTo>
                      <a:cubicBezTo>
                        <a:pt x="177" y="607"/>
                        <a:pt x="195" y="599"/>
                        <a:pt x="200" y="608"/>
                      </a:cubicBezTo>
                      <a:cubicBezTo>
                        <a:pt x="205" y="617"/>
                        <a:pt x="211" y="621"/>
                        <a:pt x="211" y="621"/>
                      </a:cubicBezTo>
                      <a:cubicBezTo>
                        <a:pt x="212" y="651"/>
                        <a:pt x="212" y="651"/>
                        <a:pt x="212" y="651"/>
                      </a:cubicBezTo>
                      <a:cubicBezTo>
                        <a:pt x="212" y="651"/>
                        <a:pt x="222" y="658"/>
                        <a:pt x="223" y="664"/>
                      </a:cubicBezTo>
                      <a:cubicBezTo>
                        <a:pt x="224" y="670"/>
                        <a:pt x="222" y="686"/>
                        <a:pt x="222" y="686"/>
                      </a:cubicBezTo>
                      <a:cubicBezTo>
                        <a:pt x="222" y="686"/>
                        <a:pt x="228" y="689"/>
                        <a:pt x="233" y="695"/>
                      </a:cubicBezTo>
                      <a:cubicBezTo>
                        <a:pt x="238" y="701"/>
                        <a:pt x="240" y="709"/>
                        <a:pt x="240" y="709"/>
                      </a:cubicBezTo>
                      <a:cubicBezTo>
                        <a:pt x="246" y="717"/>
                        <a:pt x="246" y="717"/>
                        <a:pt x="246" y="717"/>
                      </a:cubicBezTo>
                      <a:cubicBezTo>
                        <a:pt x="249" y="727"/>
                        <a:pt x="249" y="727"/>
                        <a:pt x="249" y="727"/>
                      </a:cubicBezTo>
                      <a:cubicBezTo>
                        <a:pt x="270" y="726"/>
                        <a:pt x="270" y="726"/>
                        <a:pt x="270" y="726"/>
                      </a:cubicBezTo>
                      <a:cubicBezTo>
                        <a:pt x="277" y="731"/>
                        <a:pt x="277" y="731"/>
                        <a:pt x="277" y="731"/>
                      </a:cubicBezTo>
                      <a:cubicBezTo>
                        <a:pt x="281" y="724"/>
                        <a:pt x="281" y="724"/>
                        <a:pt x="281" y="724"/>
                      </a:cubicBezTo>
                      <a:cubicBezTo>
                        <a:pt x="296" y="724"/>
                        <a:pt x="296" y="724"/>
                        <a:pt x="296" y="724"/>
                      </a:cubicBezTo>
                      <a:cubicBezTo>
                        <a:pt x="303" y="718"/>
                        <a:pt x="303" y="718"/>
                        <a:pt x="303" y="718"/>
                      </a:cubicBezTo>
                      <a:cubicBezTo>
                        <a:pt x="307" y="723"/>
                        <a:pt x="307" y="723"/>
                        <a:pt x="307" y="723"/>
                      </a:cubicBezTo>
                      <a:cubicBezTo>
                        <a:pt x="337" y="720"/>
                        <a:pt x="337" y="720"/>
                        <a:pt x="337" y="720"/>
                      </a:cubicBezTo>
                      <a:cubicBezTo>
                        <a:pt x="337" y="720"/>
                        <a:pt x="336" y="706"/>
                        <a:pt x="339" y="702"/>
                      </a:cubicBezTo>
                      <a:cubicBezTo>
                        <a:pt x="342" y="698"/>
                        <a:pt x="349" y="698"/>
                        <a:pt x="349" y="693"/>
                      </a:cubicBezTo>
                      <a:cubicBezTo>
                        <a:pt x="349" y="688"/>
                        <a:pt x="338" y="676"/>
                        <a:pt x="343" y="672"/>
                      </a:cubicBezTo>
                      <a:cubicBezTo>
                        <a:pt x="348" y="668"/>
                        <a:pt x="377" y="671"/>
                        <a:pt x="377" y="671"/>
                      </a:cubicBezTo>
                      <a:cubicBezTo>
                        <a:pt x="377" y="671"/>
                        <a:pt x="377" y="663"/>
                        <a:pt x="386" y="666"/>
                      </a:cubicBezTo>
                      <a:cubicBezTo>
                        <a:pt x="395" y="669"/>
                        <a:pt x="391" y="678"/>
                        <a:pt x="391" y="678"/>
                      </a:cubicBezTo>
                      <a:cubicBezTo>
                        <a:pt x="392" y="686"/>
                        <a:pt x="392" y="686"/>
                        <a:pt x="392" y="686"/>
                      </a:cubicBezTo>
                      <a:cubicBezTo>
                        <a:pt x="452" y="685"/>
                        <a:pt x="452" y="685"/>
                        <a:pt x="452" y="685"/>
                      </a:cubicBezTo>
                      <a:cubicBezTo>
                        <a:pt x="452" y="703"/>
                        <a:pt x="452" y="703"/>
                        <a:pt x="452" y="703"/>
                      </a:cubicBezTo>
                      <a:cubicBezTo>
                        <a:pt x="445" y="713"/>
                        <a:pt x="445" y="713"/>
                        <a:pt x="445" y="713"/>
                      </a:cubicBezTo>
                      <a:cubicBezTo>
                        <a:pt x="448" y="727"/>
                        <a:pt x="448" y="727"/>
                        <a:pt x="448" y="727"/>
                      </a:cubicBezTo>
                      <a:cubicBezTo>
                        <a:pt x="448" y="727"/>
                        <a:pt x="461" y="740"/>
                        <a:pt x="461" y="747"/>
                      </a:cubicBezTo>
                      <a:cubicBezTo>
                        <a:pt x="461" y="754"/>
                        <a:pt x="453" y="763"/>
                        <a:pt x="453" y="763"/>
                      </a:cubicBezTo>
                      <a:cubicBezTo>
                        <a:pt x="456" y="779"/>
                        <a:pt x="456" y="779"/>
                        <a:pt x="456" y="779"/>
                      </a:cubicBezTo>
                      <a:cubicBezTo>
                        <a:pt x="456" y="779"/>
                        <a:pt x="451" y="791"/>
                        <a:pt x="451" y="799"/>
                      </a:cubicBezTo>
                      <a:cubicBezTo>
                        <a:pt x="451" y="807"/>
                        <a:pt x="457" y="815"/>
                        <a:pt x="464" y="822"/>
                      </a:cubicBezTo>
                      <a:cubicBezTo>
                        <a:pt x="471" y="829"/>
                        <a:pt x="475" y="847"/>
                        <a:pt x="475" y="847"/>
                      </a:cubicBezTo>
                      <a:cubicBezTo>
                        <a:pt x="475" y="847"/>
                        <a:pt x="474" y="862"/>
                        <a:pt x="471" y="869"/>
                      </a:cubicBezTo>
                      <a:cubicBezTo>
                        <a:pt x="468" y="876"/>
                        <a:pt x="465" y="888"/>
                        <a:pt x="468" y="892"/>
                      </a:cubicBezTo>
                      <a:cubicBezTo>
                        <a:pt x="471" y="896"/>
                        <a:pt x="479" y="898"/>
                        <a:pt x="479" y="898"/>
                      </a:cubicBezTo>
                      <a:cubicBezTo>
                        <a:pt x="485" y="886"/>
                        <a:pt x="485" y="886"/>
                        <a:pt x="485" y="886"/>
                      </a:cubicBezTo>
                      <a:cubicBezTo>
                        <a:pt x="503" y="890"/>
                        <a:pt x="503" y="890"/>
                        <a:pt x="503" y="890"/>
                      </a:cubicBezTo>
                      <a:cubicBezTo>
                        <a:pt x="519" y="885"/>
                        <a:pt x="519" y="885"/>
                        <a:pt x="519" y="885"/>
                      </a:cubicBezTo>
                      <a:cubicBezTo>
                        <a:pt x="519" y="885"/>
                        <a:pt x="519" y="880"/>
                        <a:pt x="526" y="880"/>
                      </a:cubicBezTo>
                      <a:cubicBezTo>
                        <a:pt x="533" y="880"/>
                        <a:pt x="537" y="887"/>
                        <a:pt x="537" y="887"/>
                      </a:cubicBezTo>
                      <a:cubicBezTo>
                        <a:pt x="551" y="885"/>
                        <a:pt x="551" y="885"/>
                        <a:pt x="551" y="885"/>
                      </a:cubicBezTo>
                      <a:cubicBezTo>
                        <a:pt x="556" y="875"/>
                        <a:pt x="556" y="875"/>
                        <a:pt x="556" y="875"/>
                      </a:cubicBezTo>
                      <a:cubicBezTo>
                        <a:pt x="561" y="884"/>
                        <a:pt x="561" y="884"/>
                        <a:pt x="561" y="884"/>
                      </a:cubicBezTo>
                      <a:cubicBezTo>
                        <a:pt x="572" y="882"/>
                        <a:pt x="572" y="882"/>
                        <a:pt x="572" y="882"/>
                      </a:cubicBezTo>
                      <a:cubicBezTo>
                        <a:pt x="572" y="882"/>
                        <a:pt x="563" y="907"/>
                        <a:pt x="580" y="908"/>
                      </a:cubicBezTo>
                      <a:cubicBezTo>
                        <a:pt x="597" y="909"/>
                        <a:pt x="583" y="899"/>
                        <a:pt x="583" y="899"/>
                      </a:cubicBezTo>
                      <a:cubicBezTo>
                        <a:pt x="614" y="893"/>
                        <a:pt x="614" y="893"/>
                        <a:pt x="614" y="893"/>
                      </a:cubicBezTo>
                      <a:cubicBezTo>
                        <a:pt x="614" y="893"/>
                        <a:pt x="610" y="912"/>
                        <a:pt x="620" y="919"/>
                      </a:cubicBezTo>
                      <a:cubicBezTo>
                        <a:pt x="630" y="926"/>
                        <a:pt x="682" y="939"/>
                        <a:pt x="687" y="935"/>
                      </a:cubicBezTo>
                      <a:cubicBezTo>
                        <a:pt x="692" y="931"/>
                        <a:pt x="689" y="905"/>
                        <a:pt x="701" y="910"/>
                      </a:cubicBezTo>
                      <a:cubicBezTo>
                        <a:pt x="713" y="915"/>
                        <a:pt x="704" y="920"/>
                        <a:pt x="708" y="925"/>
                      </a:cubicBezTo>
                      <a:cubicBezTo>
                        <a:pt x="712" y="930"/>
                        <a:pt x="722" y="930"/>
                        <a:pt x="722" y="934"/>
                      </a:cubicBezTo>
                      <a:cubicBezTo>
                        <a:pt x="722" y="938"/>
                        <a:pt x="714" y="947"/>
                        <a:pt x="722" y="948"/>
                      </a:cubicBezTo>
                      <a:cubicBezTo>
                        <a:pt x="730" y="949"/>
                        <a:pt x="732" y="943"/>
                        <a:pt x="737" y="947"/>
                      </a:cubicBezTo>
                      <a:cubicBezTo>
                        <a:pt x="742" y="951"/>
                        <a:pt x="741" y="959"/>
                        <a:pt x="745" y="959"/>
                      </a:cubicBezTo>
                      <a:cubicBezTo>
                        <a:pt x="749" y="959"/>
                        <a:pt x="754" y="951"/>
                        <a:pt x="760" y="959"/>
                      </a:cubicBezTo>
                      <a:cubicBezTo>
                        <a:pt x="766" y="967"/>
                        <a:pt x="768" y="978"/>
                        <a:pt x="768" y="978"/>
                      </a:cubicBezTo>
                      <a:cubicBezTo>
                        <a:pt x="768" y="978"/>
                        <a:pt x="774" y="975"/>
                        <a:pt x="779" y="982"/>
                      </a:cubicBezTo>
                      <a:cubicBezTo>
                        <a:pt x="784" y="989"/>
                        <a:pt x="787" y="1012"/>
                        <a:pt x="787" y="1012"/>
                      </a:cubicBezTo>
                      <a:cubicBezTo>
                        <a:pt x="799" y="1012"/>
                        <a:pt x="799" y="1012"/>
                        <a:pt x="799" y="1012"/>
                      </a:cubicBezTo>
                      <a:cubicBezTo>
                        <a:pt x="814" y="1002"/>
                        <a:pt x="814" y="1002"/>
                        <a:pt x="814" y="1002"/>
                      </a:cubicBezTo>
                      <a:cubicBezTo>
                        <a:pt x="814" y="1002"/>
                        <a:pt x="816" y="1016"/>
                        <a:pt x="822" y="1013"/>
                      </a:cubicBezTo>
                      <a:cubicBezTo>
                        <a:pt x="828" y="1010"/>
                        <a:pt x="827" y="945"/>
                        <a:pt x="827" y="945"/>
                      </a:cubicBezTo>
                      <a:cubicBezTo>
                        <a:pt x="819" y="945"/>
                        <a:pt x="819" y="945"/>
                        <a:pt x="819" y="945"/>
                      </a:cubicBezTo>
                      <a:cubicBezTo>
                        <a:pt x="813" y="948"/>
                        <a:pt x="813" y="948"/>
                        <a:pt x="813" y="948"/>
                      </a:cubicBezTo>
                      <a:cubicBezTo>
                        <a:pt x="813" y="948"/>
                        <a:pt x="816" y="961"/>
                        <a:pt x="806" y="961"/>
                      </a:cubicBezTo>
                      <a:cubicBezTo>
                        <a:pt x="796" y="961"/>
                        <a:pt x="784" y="947"/>
                        <a:pt x="778" y="940"/>
                      </a:cubicBezTo>
                      <a:cubicBezTo>
                        <a:pt x="772" y="933"/>
                        <a:pt x="761" y="938"/>
                        <a:pt x="759" y="920"/>
                      </a:cubicBezTo>
                      <a:cubicBezTo>
                        <a:pt x="757" y="902"/>
                        <a:pt x="779" y="880"/>
                        <a:pt x="779" y="866"/>
                      </a:cubicBezTo>
                      <a:cubicBezTo>
                        <a:pt x="779" y="852"/>
                        <a:pt x="775" y="818"/>
                        <a:pt x="775" y="818"/>
                      </a:cubicBezTo>
                      <a:cubicBezTo>
                        <a:pt x="775" y="818"/>
                        <a:pt x="773" y="799"/>
                        <a:pt x="770" y="797"/>
                      </a:cubicBezTo>
                      <a:cubicBezTo>
                        <a:pt x="767" y="795"/>
                        <a:pt x="761" y="788"/>
                        <a:pt x="761" y="788"/>
                      </a:cubicBezTo>
                      <a:cubicBezTo>
                        <a:pt x="761" y="788"/>
                        <a:pt x="788" y="773"/>
                        <a:pt x="788" y="766"/>
                      </a:cubicBezTo>
                      <a:cubicBezTo>
                        <a:pt x="788" y="759"/>
                        <a:pt x="788" y="746"/>
                        <a:pt x="788" y="746"/>
                      </a:cubicBezTo>
                      <a:cubicBezTo>
                        <a:pt x="788" y="746"/>
                        <a:pt x="825" y="741"/>
                        <a:pt x="838" y="738"/>
                      </a:cubicBezTo>
                      <a:cubicBezTo>
                        <a:pt x="842" y="737"/>
                        <a:pt x="849" y="735"/>
                        <a:pt x="857" y="731"/>
                      </a:cubicBezTo>
                      <a:cubicBezTo>
                        <a:pt x="860" y="728"/>
                        <a:pt x="862" y="726"/>
                        <a:pt x="862" y="726"/>
                      </a:cubicBezTo>
                      <a:cubicBezTo>
                        <a:pt x="862" y="726"/>
                        <a:pt x="855" y="714"/>
                        <a:pt x="850" y="710"/>
                      </a:cubicBezTo>
                      <a:cubicBezTo>
                        <a:pt x="846" y="706"/>
                        <a:pt x="849" y="688"/>
                        <a:pt x="849" y="681"/>
                      </a:cubicBezTo>
                      <a:cubicBezTo>
                        <a:pt x="849" y="674"/>
                        <a:pt x="837" y="678"/>
                        <a:pt x="834" y="677"/>
                      </a:cubicBezTo>
                      <a:cubicBezTo>
                        <a:pt x="831" y="676"/>
                        <a:pt x="828" y="666"/>
                        <a:pt x="828" y="658"/>
                      </a:cubicBezTo>
                      <a:cubicBezTo>
                        <a:pt x="828" y="650"/>
                        <a:pt x="819" y="649"/>
                        <a:pt x="812" y="642"/>
                      </a:cubicBezTo>
                      <a:cubicBezTo>
                        <a:pt x="805" y="635"/>
                        <a:pt x="803" y="618"/>
                        <a:pt x="804" y="612"/>
                      </a:cubicBezTo>
                      <a:cubicBezTo>
                        <a:pt x="805" y="606"/>
                        <a:pt x="810" y="596"/>
                        <a:pt x="810" y="589"/>
                      </a:cubicBezTo>
                      <a:cubicBezTo>
                        <a:pt x="810" y="582"/>
                        <a:pt x="800" y="582"/>
                        <a:pt x="796" y="572"/>
                      </a:cubicBezTo>
                      <a:cubicBezTo>
                        <a:pt x="792" y="562"/>
                        <a:pt x="796" y="550"/>
                        <a:pt x="797" y="538"/>
                      </a:cubicBezTo>
                      <a:cubicBezTo>
                        <a:pt x="798" y="526"/>
                        <a:pt x="799" y="515"/>
                        <a:pt x="802" y="502"/>
                      </a:cubicBezTo>
                      <a:cubicBezTo>
                        <a:pt x="804" y="494"/>
                        <a:pt x="810" y="495"/>
                        <a:pt x="814" y="498"/>
                      </a:cubicBezTo>
                      <a:cubicBezTo>
                        <a:pt x="814" y="496"/>
                        <a:pt x="814" y="494"/>
                        <a:pt x="814" y="494"/>
                      </a:cubicBezTo>
                      <a:cubicBezTo>
                        <a:pt x="814" y="494"/>
                        <a:pt x="816" y="480"/>
                        <a:pt x="816" y="471"/>
                      </a:cubicBezTo>
                      <a:cubicBezTo>
                        <a:pt x="816" y="462"/>
                        <a:pt x="801" y="454"/>
                        <a:pt x="801" y="454"/>
                      </a:cubicBezTo>
                      <a:cubicBezTo>
                        <a:pt x="795" y="434"/>
                        <a:pt x="795" y="434"/>
                        <a:pt x="795" y="434"/>
                      </a:cubicBezTo>
                      <a:cubicBezTo>
                        <a:pt x="795" y="434"/>
                        <a:pt x="795" y="434"/>
                        <a:pt x="795" y="434"/>
                      </a:cubicBezTo>
                      <a:cubicBezTo>
                        <a:pt x="791" y="433"/>
                        <a:pt x="787" y="432"/>
                        <a:pt x="786" y="428"/>
                      </a:cubicBezTo>
                      <a:cubicBezTo>
                        <a:pt x="782" y="420"/>
                        <a:pt x="804" y="410"/>
                        <a:pt x="806" y="406"/>
                      </a:cubicBezTo>
                      <a:cubicBezTo>
                        <a:pt x="807" y="403"/>
                        <a:pt x="797" y="392"/>
                        <a:pt x="799" y="384"/>
                      </a:cubicBezTo>
                      <a:cubicBezTo>
                        <a:pt x="800" y="376"/>
                        <a:pt x="824" y="365"/>
                        <a:pt x="824" y="365"/>
                      </a:cubicBezTo>
                      <a:lnTo>
                        <a:pt x="828" y="31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6" name="Freeform 349"/>
                <p:cNvSpPr>
                  <a:spLocks/>
                </p:cNvSpPr>
                <p:nvPr/>
              </p:nvSpPr>
              <p:spPr bwMode="gray">
                <a:xfrm>
                  <a:off x="-3211" y="-9675"/>
                  <a:ext cx="206" cy="265"/>
                </a:xfrm>
                <a:custGeom>
                  <a:avLst/>
                  <a:gdLst>
                    <a:gd name="T0" fmla="*/ 21 w 87"/>
                    <a:gd name="T1" fmla="*/ 49 h 112"/>
                    <a:gd name="T2" fmla="*/ 19 w 87"/>
                    <a:gd name="T3" fmla="*/ 72 h 112"/>
                    <a:gd name="T4" fmla="*/ 25 w 87"/>
                    <a:gd name="T5" fmla="*/ 112 h 112"/>
                    <a:gd name="T6" fmla="*/ 45 w 87"/>
                    <a:gd name="T7" fmla="*/ 103 h 112"/>
                    <a:gd name="T8" fmla="*/ 61 w 87"/>
                    <a:gd name="T9" fmla="*/ 68 h 112"/>
                    <a:gd name="T10" fmla="*/ 80 w 87"/>
                    <a:gd name="T11" fmla="*/ 56 h 112"/>
                    <a:gd name="T12" fmla="*/ 78 w 87"/>
                    <a:gd name="T13" fmla="*/ 47 h 112"/>
                    <a:gd name="T14" fmla="*/ 86 w 87"/>
                    <a:gd name="T15" fmla="*/ 44 h 112"/>
                    <a:gd name="T16" fmla="*/ 87 w 87"/>
                    <a:gd name="T17" fmla="*/ 33 h 112"/>
                    <a:gd name="T18" fmla="*/ 65 w 87"/>
                    <a:gd name="T19" fmla="*/ 23 h 112"/>
                    <a:gd name="T20" fmla="*/ 71 w 87"/>
                    <a:gd name="T21" fmla="*/ 0 h 112"/>
                    <a:gd name="T22" fmla="*/ 77 w 87"/>
                    <a:gd name="T23" fmla="*/ 0 h 112"/>
                    <a:gd name="T24" fmla="*/ 74 w 87"/>
                    <a:gd name="T25" fmla="*/ 0 h 112"/>
                    <a:gd name="T26" fmla="*/ 44 w 87"/>
                    <a:gd name="T27" fmla="*/ 0 h 112"/>
                    <a:gd name="T28" fmla="*/ 39 w 87"/>
                    <a:gd name="T29" fmla="*/ 17 h 112"/>
                    <a:gd name="T30" fmla="*/ 22 w 87"/>
                    <a:gd name="T31" fmla="*/ 24 h 112"/>
                    <a:gd name="T32" fmla="*/ 9 w 87"/>
                    <a:gd name="T33" fmla="*/ 11 h 112"/>
                    <a:gd name="T34" fmla="*/ 0 w 87"/>
                    <a:gd name="T35" fmla="*/ 12 h 112"/>
                    <a:gd name="T36" fmla="*/ 6 w 87"/>
                    <a:gd name="T37" fmla="*/ 32 h 112"/>
                    <a:gd name="T38" fmla="*/ 21 w 87"/>
                    <a:gd name="T39" fmla="*/ 49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87" h="112">
                      <a:moveTo>
                        <a:pt x="21" y="49"/>
                      </a:moveTo>
                      <a:cubicBezTo>
                        <a:pt x="21" y="58"/>
                        <a:pt x="19" y="72"/>
                        <a:pt x="19" y="72"/>
                      </a:cubicBezTo>
                      <a:cubicBezTo>
                        <a:pt x="19" y="72"/>
                        <a:pt x="19" y="99"/>
                        <a:pt x="25" y="112"/>
                      </a:cubicBezTo>
                      <a:cubicBezTo>
                        <a:pt x="29" y="112"/>
                        <a:pt x="35" y="110"/>
                        <a:pt x="45" y="103"/>
                      </a:cubicBezTo>
                      <a:cubicBezTo>
                        <a:pt x="61" y="91"/>
                        <a:pt x="54" y="81"/>
                        <a:pt x="61" y="68"/>
                      </a:cubicBezTo>
                      <a:cubicBezTo>
                        <a:pt x="68" y="55"/>
                        <a:pt x="80" y="56"/>
                        <a:pt x="80" y="56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86" y="44"/>
                        <a:pt x="86" y="44"/>
                        <a:pt x="86" y="44"/>
                      </a:cubicBezTo>
                      <a:cubicBezTo>
                        <a:pt x="87" y="33"/>
                        <a:pt x="87" y="33"/>
                        <a:pt x="87" y="33"/>
                      </a:cubicBezTo>
                      <a:cubicBezTo>
                        <a:pt x="87" y="33"/>
                        <a:pt x="63" y="32"/>
                        <a:pt x="65" y="23"/>
                      </a:cubicBezTo>
                      <a:cubicBezTo>
                        <a:pt x="67" y="14"/>
                        <a:pt x="71" y="0"/>
                        <a:pt x="71" y="0"/>
                      </a:cubicBezTo>
                      <a:cubicBezTo>
                        <a:pt x="71" y="0"/>
                        <a:pt x="74" y="0"/>
                        <a:pt x="77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9" y="17"/>
                        <a:pt x="26" y="24"/>
                        <a:pt x="22" y="24"/>
                      </a:cubicBezTo>
                      <a:cubicBezTo>
                        <a:pt x="18" y="24"/>
                        <a:pt x="9" y="11"/>
                        <a:pt x="9" y="11"/>
                      </a:cubicBezTo>
                      <a:cubicBezTo>
                        <a:pt x="9" y="11"/>
                        <a:pt x="5" y="12"/>
                        <a:pt x="0" y="1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2"/>
                        <a:pt x="21" y="40"/>
                        <a:pt x="21" y="4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7" name="Freeform 350"/>
                <p:cNvSpPr>
                  <a:spLocks noEditPoints="1"/>
                </p:cNvSpPr>
                <p:nvPr/>
              </p:nvSpPr>
              <p:spPr bwMode="gray">
                <a:xfrm>
                  <a:off x="-3147" y="-9850"/>
                  <a:ext cx="1205" cy="1368"/>
                </a:xfrm>
                <a:custGeom>
                  <a:avLst/>
                  <a:gdLst>
                    <a:gd name="T0" fmla="*/ 477 w 510"/>
                    <a:gd name="T1" fmla="*/ 478 h 579"/>
                    <a:gd name="T2" fmla="*/ 458 w 510"/>
                    <a:gd name="T3" fmla="*/ 405 h 579"/>
                    <a:gd name="T4" fmla="*/ 456 w 510"/>
                    <a:gd name="T5" fmla="*/ 360 h 579"/>
                    <a:gd name="T6" fmla="*/ 436 w 510"/>
                    <a:gd name="T7" fmla="*/ 290 h 579"/>
                    <a:gd name="T8" fmla="*/ 455 w 510"/>
                    <a:gd name="T9" fmla="*/ 198 h 579"/>
                    <a:gd name="T10" fmla="*/ 391 w 510"/>
                    <a:gd name="T11" fmla="*/ 118 h 579"/>
                    <a:gd name="T12" fmla="*/ 216 w 510"/>
                    <a:gd name="T13" fmla="*/ 1 h 579"/>
                    <a:gd name="T14" fmla="*/ 206 w 510"/>
                    <a:gd name="T15" fmla="*/ 1 h 579"/>
                    <a:gd name="T16" fmla="*/ 194 w 510"/>
                    <a:gd name="T17" fmla="*/ 31 h 579"/>
                    <a:gd name="T18" fmla="*/ 206 w 510"/>
                    <a:gd name="T19" fmla="*/ 59 h 579"/>
                    <a:gd name="T20" fmla="*/ 162 w 510"/>
                    <a:gd name="T21" fmla="*/ 71 h 579"/>
                    <a:gd name="T22" fmla="*/ 161 w 510"/>
                    <a:gd name="T23" fmla="*/ 99 h 579"/>
                    <a:gd name="T24" fmla="*/ 150 w 510"/>
                    <a:gd name="T25" fmla="*/ 73 h 579"/>
                    <a:gd name="T26" fmla="*/ 123 w 510"/>
                    <a:gd name="T27" fmla="*/ 66 h 579"/>
                    <a:gd name="T28" fmla="*/ 104 w 510"/>
                    <a:gd name="T29" fmla="*/ 80 h 579"/>
                    <a:gd name="T30" fmla="*/ 112 w 510"/>
                    <a:gd name="T31" fmla="*/ 2 h 579"/>
                    <a:gd name="T32" fmla="*/ 51 w 510"/>
                    <a:gd name="T33" fmla="*/ 0 h 579"/>
                    <a:gd name="T34" fmla="*/ 60 w 510"/>
                    <a:gd name="T35" fmla="*/ 31 h 579"/>
                    <a:gd name="T36" fmla="*/ 64 w 510"/>
                    <a:gd name="T37" fmla="*/ 64 h 579"/>
                    <a:gd name="T38" fmla="*/ 38 w 510"/>
                    <a:gd name="T39" fmla="*/ 97 h 579"/>
                    <a:gd name="T40" fmla="*/ 59 w 510"/>
                    <a:gd name="T41" fmla="*/ 118 h 579"/>
                    <a:gd name="T42" fmla="*/ 53 w 510"/>
                    <a:gd name="T43" fmla="*/ 130 h 579"/>
                    <a:gd name="T44" fmla="*/ 18 w 510"/>
                    <a:gd name="T45" fmla="*/ 177 h 579"/>
                    <a:gd name="T46" fmla="*/ 0 w 510"/>
                    <a:gd name="T47" fmla="*/ 194 h 579"/>
                    <a:gd name="T48" fmla="*/ 8 w 510"/>
                    <a:gd name="T49" fmla="*/ 226 h 579"/>
                    <a:gd name="T50" fmla="*/ 9 w 510"/>
                    <a:gd name="T51" fmla="*/ 279 h 579"/>
                    <a:gd name="T52" fmla="*/ 51 w 510"/>
                    <a:gd name="T53" fmla="*/ 322 h 579"/>
                    <a:gd name="T54" fmla="*/ 56 w 510"/>
                    <a:gd name="T55" fmla="*/ 370 h 579"/>
                    <a:gd name="T56" fmla="*/ 69 w 510"/>
                    <a:gd name="T57" fmla="*/ 409 h 579"/>
                    <a:gd name="T58" fmla="*/ 94 w 510"/>
                    <a:gd name="T59" fmla="*/ 421 h 579"/>
                    <a:gd name="T60" fmla="*/ 118 w 510"/>
                    <a:gd name="T61" fmla="*/ 434 h 579"/>
                    <a:gd name="T62" fmla="*/ 135 w 510"/>
                    <a:gd name="T63" fmla="*/ 443 h 579"/>
                    <a:gd name="T64" fmla="*/ 158 w 510"/>
                    <a:gd name="T65" fmla="*/ 452 h 579"/>
                    <a:gd name="T66" fmla="*/ 179 w 510"/>
                    <a:gd name="T67" fmla="*/ 461 h 579"/>
                    <a:gd name="T68" fmla="*/ 212 w 510"/>
                    <a:gd name="T69" fmla="*/ 453 h 579"/>
                    <a:gd name="T70" fmla="*/ 232 w 510"/>
                    <a:gd name="T71" fmla="*/ 514 h 579"/>
                    <a:gd name="T72" fmla="*/ 231 w 510"/>
                    <a:gd name="T73" fmla="*/ 539 h 579"/>
                    <a:gd name="T74" fmla="*/ 249 w 510"/>
                    <a:gd name="T75" fmla="*/ 569 h 579"/>
                    <a:gd name="T76" fmla="*/ 292 w 510"/>
                    <a:gd name="T77" fmla="*/ 558 h 579"/>
                    <a:gd name="T78" fmla="*/ 338 w 510"/>
                    <a:gd name="T79" fmla="*/ 568 h 579"/>
                    <a:gd name="T80" fmla="*/ 367 w 510"/>
                    <a:gd name="T81" fmla="*/ 573 h 579"/>
                    <a:gd name="T82" fmla="*/ 406 w 510"/>
                    <a:gd name="T83" fmla="*/ 552 h 579"/>
                    <a:gd name="T84" fmla="*/ 438 w 510"/>
                    <a:gd name="T85" fmla="*/ 545 h 579"/>
                    <a:gd name="T86" fmla="*/ 510 w 510"/>
                    <a:gd name="T87" fmla="*/ 507 h 579"/>
                    <a:gd name="T88" fmla="*/ 481 w 510"/>
                    <a:gd name="T89" fmla="*/ 237 h 579"/>
                    <a:gd name="T90" fmla="*/ 481 w 510"/>
                    <a:gd name="T91" fmla="*/ 237 h 579"/>
                    <a:gd name="T92" fmla="*/ 478 w 510"/>
                    <a:gd name="T93" fmla="*/ 294 h 579"/>
                    <a:gd name="T94" fmla="*/ 458 w 510"/>
                    <a:gd name="T95" fmla="*/ 251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10" h="579">
                      <a:moveTo>
                        <a:pt x="507" y="496"/>
                      </a:moveTo>
                      <a:cubicBezTo>
                        <a:pt x="507" y="496"/>
                        <a:pt x="479" y="489"/>
                        <a:pt x="477" y="478"/>
                      </a:cubicBezTo>
                      <a:cubicBezTo>
                        <a:pt x="475" y="467"/>
                        <a:pt x="473" y="436"/>
                        <a:pt x="473" y="436"/>
                      </a:cubicBezTo>
                      <a:cubicBezTo>
                        <a:pt x="458" y="405"/>
                        <a:pt x="458" y="405"/>
                        <a:pt x="458" y="405"/>
                      </a:cubicBezTo>
                      <a:cubicBezTo>
                        <a:pt x="467" y="374"/>
                        <a:pt x="467" y="374"/>
                        <a:pt x="467" y="374"/>
                      </a:cubicBezTo>
                      <a:cubicBezTo>
                        <a:pt x="456" y="360"/>
                        <a:pt x="456" y="360"/>
                        <a:pt x="456" y="360"/>
                      </a:cubicBezTo>
                      <a:cubicBezTo>
                        <a:pt x="456" y="360"/>
                        <a:pt x="476" y="325"/>
                        <a:pt x="471" y="317"/>
                      </a:cubicBezTo>
                      <a:cubicBezTo>
                        <a:pt x="466" y="309"/>
                        <a:pt x="439" y="302"/>
                        <a:pt x="436" y="290"/>
                      </a:cubicBezTo>
                      <a:cubicBezTo>
                        <a:pt x="433" y="278"/>
                        <a:pt x="450" y="239"/>
                        <a:pt x="451" y="232"/>
                      </a:cubicBezTo>
                      <a:cubicBezTo>
                        <a:pt x="452" y="226"/>
                        <a:pt x="454" y="203"/>
                        <a:pt x="455" y="198"/>
                      </a:cubicBezTo>
                      <a:cubicBezTo>
                        <a:pt x="380" y="128"/>
                        <a:pt x="380" y="128"/>
                        <a:pt x="380" y="128"/>
                      </a:cubicBezTo>
                      <a:cubicBezTo>
                        <a:pt x="380" y="128"/>
                        <a:pt x="388" y="122"/>
                        <a:pt x="391" y="118"/>
                      </a:cubicBezTo>
                      <a:cubicBezTo>
                        <a:pt x="394" y="114"/>
                        <a:pt x="382" y="105"/>
                        <a:pt x="382" y="105"/>
                      </a:cubicBezTo>
                      <a:cubicBezTo>
                        <a:pt x="216" y="1"/>
                        <a:pt x="216" y="1"/>
                        <a:pt x="216" y="1"/>
                      </a:cubicBezTo>
                      <a:cubicBezTo>
                        <a:pt x="206" y="1"/>
                        <a:pt x="206" y="1"/>
                        <a:pt x="206" y="1"/>
                      </a:cubicBezTo>
                      <a:cubicBezTo>
                        <a:pt x="206" y="1"/>
                        <a:pt x="206" y="1"/>
                        <a:pt x="206" y="1"/>
                      </a:cubicBezTo>
                      <a:cubicBezTo>
                        <a:pt x="206" y="10"/>
                        <a:pt x="209" y="24"/>
                        <a:pt x="209" y="24"/>
                      </a:cubicBezTo>
                      <a:cubicBezTo>
                        <a:pt x="194" y="31"/>
                        <a:pt x="194" y="31"/>
                        <a:pt x="194" y="31"/>
                      </a:cubicBezTo>
                      <a:cubicBezTo>
                        <a:pt x="194" y="31"/>
                        <a:pt x="181" y="40"/>
                        <a:pt x="176" y="55"/>
                      </a:cubicBezTo>
                      <a:cubicBezTo>
                        <a:pt x="171" y="70"/>
                        <a:pt x="206" y="59"/>
                        <a:pt x="206" y="59"/>
                      </a:cubicBezTo>
                      <a:cubicBezTo>
                        <a:pt x="206" y="59"/>
                        <a:pt x="187" y="75"/>
                        <a:pt x="181" y="78"/>
                      </a:cubicBezTo>
                      <a:cubicBezTo>
                        <a:pt x="175" y="81"/>
                        <a:pt x="171" y="72"/>
                        <a:pt x="162" y="71"/>
                      </a:cubicBezTo>
                      <a:cubicBezTo>
                        <a:pt x="153" y="70"/>
                        <a:pt x="154" y="89"/>
                        <a:pt x="154" y="89"/>
                      </a:cubicBezTo>
                      <a:cubicBezTo>
                        <a:pt x="161" y="99"/>
                        <a:pt x="161" y="99"/>
                        <a:pt x="161" y="99"/>
                      </a:cubicBezTo>
                      <a:cubicBezTo>
                        <a:pt x="161" y="99"/>
                        <a:pt x="158" y="100"/>
                        <a:pt x="148" y="99"/>
                      </a:cubicBezTo>
                      <a:cubicBezTo>
                        <a:pt x="138" y="98"/>
                        <a:pt x="150" y="73"/>
                        <a:pt x="150" y="73"/>
                      </a:cubicBezTo>
                      <a:cubicBezTo>
                        <a:pt x="138" y="78"/>
                        <a:pt x="138" y="78"/>
                        <a:pt x="138" y="78"/>
                      </a:cubicBezTo>
                      <a:cubicBezTo>
                        <a:pt x="138" y="78"/>
                        <a:pt x="130" y="66"/>
                        <a:pt x="123" y="66"/>
                      </a:cubicBezTo>
                      <a:cubicBezTo>
                        <a:pt x="113" y="66"/>
                        <a:pt x="114" y="92"/>
                        <a:pt x="109" y="92"/>
                      </a:cubicBezTo>
                      <a:cubicBezTo>
                        <a:pt x="104" y="92"/>
                        <a:pt x="104" y="80"/>
                        <a:pt x="104" y="80"/>
                      </a:cubicBezTo>
                      <a:cubicBezTo>
                        <a:pt x="104" y="80"/>
                        <a:pt x="99" y="54"/>
                        <a:pt x="101" y="40"/>
                      </a:cubicBezTo>
                      <a:cubicBezTo>
                        <a:pt x="103" y="26"/>
                        <a:pt x="111" y="8"/>
                        <a:pt x="112" y="2"/>
                      </a:cubicBezTo>
                      <a:cubicBezTo>
                        <a:pt x="112" y="1"/>
                        <a:pt x="112" y="1"/>
                        <a:pt x="112" y="0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56" y="23"/>
                        <a:pt x="60" y="31"/>
                      </a:cubicBezTo>
                      <a:cubicBezTo>
                        <a:pt x="64" y="39"/>
                        <a:pt x="58" y="44"/>
                        <a:pt x="58" y="44"/>
                      </a:cubicBezTo>
                      <a:cubicBezTo>
                        <a:pt x="58" y="44"/>
                        <a:pt x="64" y="52"/>
                        <a:pt x="64" y="64"/>
                      </a:cubicBezTo>
                      <a:cubicBezTo>
                        <a:pt x="64" y="76"/>
                        <a:pt x="44" y="74"/>
                        <a:pt x="44" y="74"/>
                      </a:cubicBezTo>
                      <a:cubicBezTo>
                        <a:pt x="44" y="74"/>
                        <a:pt x="40" y="88"/>
                        <a:pt x="38" y="97"/>
                      </a:cubicBezTo>
                      <a:cubicBezTo>
                        <a:pt x="36" y="106"/>
                        <a:pt x="60" y="107"/>
                        <a:pt x="60" y="107"/>
                      </a:cubicBezTo>
                      <a:cubicBezTo>
                        <a:pt x="59" y="118"/>
                        <a:pt x="59" y="118"/>
                        <a:pt x="59" y="118"/>
                      </a:cubicBezTo>
                      <a:cubicBezTo>
                        <a:pt x="51" y="121"/>
                        <a:pt x="51" y="121"/>
                        <a:pt x="51" y="121"/>
                      </a:cubicBez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3" y="130"/>
                        <a:pt x="41" y="129"/>
                        <a:pt x="34" y="142"/>
                      </a:cubicBezTo>
                      <a:cubicBezTo>
                        <a:pt x="27" y="155"/>
                        <a:pt x="34" y="165"/>
                        <a:pt x="18" y="177"/>
                      </a:cubicBezTo>
                      <a:cubicBezTo>
                        <a:pt x="11" y="182"/>
                        <a:pt x="6" y="184"/>
                        <a:pt x="2" y="185"/>
                      </a:cubicBez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0" y="194"/>
                        <a:pt x="6" y="205"/>
                        <a:pt x="9" y="209"/>
                      </a:cubicBezTo>
                      <a:cubicBezTo>
                        <a:pt x="12" y="213"/>
                        <a:pt x="8" y="226"/>
                        <a:pt x="8" y="226"/>
                      </a:cubicBezTo>
                      <a:cubicBezTo>
                        <a:pt x="8" y="226"/>
                        <a:pt x="19" y="256"/>
                        <a:pt x="15" y="261"/>
                      </a:cubicBezTo>
                      <a:cubicBezTo>
                        <a:pt x="11" y="266"/>
                        <a:pt x="8" y="269"/>
                        <a:pt x="9" y="279"/>
                      </a:cubicBezTo>
                      <a:cubicBezTo>
                        <a:pt x="10" y="289"/>
                        <a:pt x="18" y="294"/>
                        <a:pt x="24" y="296"/>
                      </a:cubicBezTo>
                      <a:cubicBezTo>
                        <a:pt x="30" y="298"/>
                        <a:pt x="47" y="316"/>
                        <a:pt x="51" y="322"/>
                      </a:cubicBezTo>
                      <a:cubicBezTo>
                        <a:pt x="55" y="328"/>
                        <a:pt x="51" y="337"/>
                        <a:pt x="49" y="345"/>
                      </a:cubicBezTo>
                      <a:cubicBezTo>
                        <a:pt x="47" y="353"/>
                        <a:pt x="56" y="370"/>
                        <a:pt x="56" y="370"/>
                      </a:cubicBezTo>
                      <a:cubicBezTo>
                        <a:pt x="74" y="394"/>
                        <a:pt x="74" y="394"/>
                        <a:pt x="74" y="394"/>
                      </a:cubicBezTo>
                      <a:cubicBezTo>
                        <a:pt x="74" y="394"/>
                        <a:pt x="72" y="401"/>
                        <a:pt x="69" y="409"/>
                      </a:cubicBezTo>
                      <a:cubicBezTo>
                        <a:pt x="77" y="410"/>
                        <a:pt x="89" y="406"/>
                        <a:pt x="89" y="406"/>
                      </a:cubicBezTo>
                      <a:cubicBezTo>
                        <a:pt x="89" y="406"/>
                        <a:pt x="91" y="418"/>
                        <a:pt x="94" y="421"/>
                      </a:cubicBezTo>
                      <a:cubicBezTo>
                        <a:pt x="97" y="424"/>
                        <a:pt x="106" y="421"/>
                        <a:pt x="106" y="421"/>
                      </a:cubicBezTo>
                      <a:cubicBezTo>
                        <a:pt x="106" y="421"/>
                        <a:pt x="113" y="430"/>
                        <a:pt x="118" y="434"/>
                      </a:cubicBezTo>
                      <a:cubicBezTo>
                        <a:pt x="123" y="438"/>
                        <a:pt x="133" y="432"/>
                        <a:pt x="133" y="432"/>
                      </a:cubicBezTo>
                      <a:cubicBezTo>
                        <a:pt x="135" y="443"/>
                        <a:pt x="135" y="443"/>
                        <a:pt x="135" y="443"/>
                      </a:cubicBezTo>
                      <a:cubicBezTo>
                        <a:pt x="147" y="442"/>
                        <a:pt x="147" y="442"/>
                        <a:pt x="147" y="442"/>
                      </a:cubicBezTo>
                      <a:cubicBezTo>
                        <a:pt x="158" y="452"/>
                        <a:pt x="158" y="452"/>
                        <a:pt x="158" y="452"/>
                      </a:cubicBezTo>
                      <a:cubicBezTo>
                        <a:pt x="173" y="451"/>
                        <a:pt x="173" y="451"/>
                        <a:pt x="173" y="451"/>
                      </a:cubicBezTo>
                      <a:cubicBezTo>
                        <a:pt x="179" y="461"/>
                        <a:pt x="179" y="461"/>
                        <a:pt x="179" y="461"/>
                      </a:cubicBezTo>
                      <a:cubicBezTo>
                        <a:pt x="198" y="461"/>
                        <a:pt x="198" y="461"/>
                        <a:pt x="198" y="461"/>
                      </a:cubicBezTo>
                      <a:cubicBezTo>
                        <a:pt x="198" y="461"/>
                        <a:pt x="202" y="448"/>
                        <a:pt x="212" y="453"/>
                      </a:cubicBezTo>
                      <a:cubicBezTo>
                        <a:pt x="222" y="458"/>
                        <a:pt x="230" y="479"/>
                        <a:pt x="230" y="479"/>
                      </a:cubicBezTo>
                      <a:cubicBezTo>
                        <a:pt x="232" y="514"/>
                        <a:pt x="232" y="514"/>
                        <a:pt x="232" y="514"/>
                      </a:cubicBezTo>
                      <a:cubicBezTo>
                        <a:pt x="232" y="514"/>
                        <a:pt x="237" y="515"/>
                        <a:pt x="237" y="522"/>
                      </a:cubicBezTo>
                      <a:cubicBezTo>
                        <a:pt x="237" y="529"/>
                        <a:pt x="234" y="531"/>
                        <a:pt x="231" y="539"/>
                      </a:cubicBezTo>
                      <a:cubicBezTo>
                        <a:pt x="228" y="547"/>
                        <a:pt x="250" y="557"/>
                        <a:pt x="250" y="557"/>
                      </a:cubicBezTo>
                      <a:cubicBezTo>
                        <a:pt x="249" y="569"/>
                        <a:pt x="249" y="569"/>
                        <a:pt x="249" y="569"/>
                      </a:cubicBezTo>
                      <a:cubicBezTo>
                        <a:pt x="262" y="569"/>
                        <a:pt x="280" y="568"/>
                        <a:pt x="280" y="568"/>
                      </a:cubicBezTo>
                      <a:cubicBezTo>
                        <a:pt x="280" y="568"/>
                        <a:pt x="284" y="558"/>
                        <a:pt x="292" y="558"/>
                      </a:cubicBezTo>
                      <a:cubicBezTo>
                        <a:pt x="300" y="558"/>
                        <a:pt x="319" y="579"/>
                        <a:pt x="324" y="579"/>
                      </a:cubicBezTo>
                      <a:cubicBezTo>
                        <a:pt x="329" y="579"/>
                        <a:pt x="334" y="570"/>
                        <a:pt x="338" y="568"/>
                      </a:cubicBezTo>
                      <a:cubicBezTo>
                        <a:pt x="342" y="566"/>
                        <a:pt x="356" y="574"/>
                        <a:pt x="356" y="574"/>
                      </a:cubicBezTo>
                      <a:cubicBezTo>
                        <a:pt x="356" y="574"/>
                        <a:pt x="360" y="576"/>
                        <a:pt x="367" y="573"/>
                      </a:cubicBezTo>
                      <a:cubicBezTo>
                        <a:pt x="374" y="570"/>
                        <a:pt x="390" y="552"/>
                        <a:pt x="390" y="552"/>
                      </a:cubicBezTo>
                      <a:cubicBezTo>
                        <a:pt x="406" y="552"/>
                        <a:pt x="406" y="552"/>
                        <a:pt x="406" y="552"/>
                      </a:cubicBezTo>
                      <a:cubicBezTo>
                        <a:pt x="406" y="552"/>
                        <a:pt x="409" y="560"/>
                        <a:pt x="413" y="559"/>
                      </a:cubicBezTo>
                      <a:cubicBezTo>
                        <a:pt x="417" y="558"/>
                        <a:pt x="438" y="545"/>
                        <a:pt x="438" y="545"/>
                      </a:cubicBezTo>
                      <a:cubicBezTo>
                        <a:pt x="457" y="544"/>
                        <a:pt x="457" y="544"/>
                        <a:pt x="457" y="544"/>
                      </a:cubicBezTo>
                      <a:cubicBezTo>
                        <a:pt x="510" y="507"/>
                        <a:pt x="510" y="507"/>
                        <a:pt x="510" y="507"/>
                      </a:cubicBezTo>
                      <a:lnTo>
                        <a:pt x="507" y="496"/>
                      </a:lnTo>
                      <a:close/>
                      <a:moveTo>
                        <a:pt x="481" y="237"/>
                      </a:moveTo>
                      <a:cubicBezTo>
                        <a:pt x="497" y="235"/>
                        <a:pt x="483" y="196"/>
                        <a:pt x="476" y="204"/>
                      </a:cubicBezTo>
                      <a:cubicBezTo>
                        <a:pt x="468" y="212"/>
                        <a:pt x="468" y="239"/>
                        <a:pt x="481" y="237"/>
                      </a:cubicBezTo>
                      <a:close/>
                      <a:moveTo>
                        <a:pt x="452" y="278"/>
                      </a:moveTo>
                      <a:cubicBezTo>
                        <a:pt x="452" y="278"/>
                        <a:pt x="468" y="296"/>
                        <a:pt x="478" y="294"/>
                      </a:cubicBezTo>
                      <a:cubicBezTo>
                        <a:pt x="487" y="292"/>
                        <a:pt x="470" y="272"/>
                        <a:pt x="470" y="272"/>
                      </a:cubicBezTo>
                      <a:cubicBezTo>
                        <a:pt x="470" y="272"/>
                        <a:pt x="474" y="251"/>
                        <a:pt x="458" y="251"/>
                      </a:cubicBezTo>
                      <a:cubicBezTo>
                        <a:pt x="442" y="251"/>
                        <a:pt x="452" y="278"/>
                        <a:pt x="452" y="27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0" name="Freeform 351"/>
                <p:cNvSpPr>
                  <a:spLocks noEditPoints="1"/>
                </p:cNvSpPr>
                <p:nvPr/>
              </p:nvSpPr>
              <p:spPr bwMode="gray">
                <a:xfrm>
                  <a:off x="-3142" y="-10516"/>
                  <a:ext cx="628" cy="742"/>
                </a:xfrm>
                <a:custGeom>
                  <a:avLst/>
                  <a:gdLst>
                    <a:gd name="T0" fmla="*/ 204 w 266"/>
                    <a:gd name="T1" fmla="*/ 283 h 314"/>
                    <a:gd name="T2" fmla="*/ 214 w 266"/>
                    <a:gd name="T3" fmla="*/ 283 h 314"/>
                    <a:gd name="T4" fmla="*/ 215 w 266"/>
                    <a:gd name="T5" fmla="*/ 282 h 314"/>
                    <a:gd name="T6" fmla="*/ 204 w 266"/>
                    <a:gd name="T7" fmla="*/ 283 h 314"/>
                    <a:gd name="T8" fmla="*/ 262 w 266"/>
                    <a:gd name="T9" fmla="*/ 127 h 314"/>
                    <a:gd name="T10" fmla="*/ 246 w 266"/>
                    <a:gd name="T11" fmla="*/ 97 h 314"/>
                    <a:gd name="T12" fmla="*/ 255 w 266"/>
                    <a:gd name="T13" fmla="*/ 87 h 314"/>
                    <a:gd name="T14" fmla="*/ 234 w 266"/>
                    <a:gd name="T15" fmla="*/ 62 h 314"/>
                    <a:gd name="T16" fmla="*/ 235 w 266"/>
                    <a:gd name="T17" fmla="*/ 57 h 314"/>
                    <a:gd name="T18" fmla="*/ 226 w 266"/>
                    <a:gd name="T19" fmla="*/ 42 h 314"/>
                    <a:gd name="T20" fmla="*/ 228 w 266"/>
                    <a:gd name="T21" fmla="*/ 27 h 314"/>
                    <a:gd name="T22" fmla="*/ 215 w 266"/>
                    <a:gd name="T23" fmla="*/ 22 h 314"/>
                    <a:gd name="T24" fmla="*/ 208 w 266"/>
                    <a:gd name="T25" fmla="*/ 0 h 314"/>
                    <a:gd name="T26" fmla="*/ 200 w 266"/>
                    <a:gd name="T27" fmla="*/ 0 h 314"/>
                    <a:gd name="T28" fmla="*/ 178 w 266"/>
                    <a:gd name="T29" fmla="*/ 25 h 314"/>
                    <a:gd name="T30" fmla="*/ 161 w 266"/>
                    <a:gd name="T31" fmla="*/ 17 h 314"/>
                    <a:gd name="T32" fmla="*/ 149 w 266"/>
                    <a:gd name="T33" fmla="*/ 25 h 314"/>
                    <a:gd name="T34" fmla="*/ 133 w 266"/>
                    <a:gd name="T35" fmla="*/ 24 h 314"/>
                    <a:gd name="T36" fmla="*/ 120 w 266"/>
                    <a:gd name="T37" fmla="*/ 39 h 314"/>
                    <a:gd name="T38" fmla="*/ 106 w 266"/>
                    <a:gd name="T39" fmla="*/ 21 h 314"/>
                    <a:gd name="T40" fmla="*/ 99 w 266"/>
                    <a:gd name="T41" fmla="*/ 22 h 314"/>
                    <a:gd name="T42" fmla="*/ 92 w 266"/>
                    <a:gd name="T43" fmla="*/ 29 h 314"/>
                    <a:gd name="T44" fmla="*/ 72 w 266"/>
                    <a:gd name="T45" fmla="*/ 21 h 314"/>
                    <a:gd name="T46" fmla="*/ 56 w 266"/>
                    <a:gd name="T47" fmla="*/ 34 h 314"/>
                    <a:gd name="T48" fmla="*/ 62 w 266"/>
                    <a:gd name="T49" fmla="*/ 47 h 314"/>
                    <a:gd name="T50" fmla="*/ 49 w 266"/>
                    <a:gd name="T51" fmla="*/ 61 h 314"/>
                    <a:gd name="T52" fmla="*/ 59 w 266"/>
                    <a:gd name="T53" fmla="*/ 71 h 314"/>
                    <a:gd name="T54" fmla="*/ 52 w 266"/>
                    <a:gd name="T55" fmla="*/ 92 h 314"/>
                    <a:gd name="T56" fmla="*/ 66 w 266"/>
                    <a:gd name="T57" fmla="*/ 97 h 314"/>
                    <a:gd name="T58" fmla="*/ 78 w 266"/>
                    <a:gd name="T59" fmla="*/ 108 h 314"/>
                    <a:gd name="T60" fmla="*/ 45 w 266"/>
                    <a:gd name="T61" fmla="*/ 156 h 314"/>
                    <a:gd name="T62" fmla="*/ 29 w 266"/>
                    <a:gd name="T63" fmla="*/ 164 h 314"/>
                    <a:gd name="T64" fmla="*/ 29 w 266"/>
                    <a:gd name="T65" fmla="*/ 173 h 314"/>
                    <a:gd name="T66" fmla="*/ 16 w 266"/>
                    <a:gd name="T67" fmla="*/ 181 h 314"/>
                    <a:gd name="T68" fmla="*/ 14 w 266"/>
                    <a:gd name="T69" fmla="*/ 198 h 314"/>
                    <a:gd name="T70" fmla="*/ 4 w 266"/>
                    <a:gd name="T71" fmla="*/ 229 h 314"/>
                    <a:gd name="T72" fmla="*/ 4 w 266"/>
                    <a:gd name="T73" fmla="*/ 249 h 314"/>
                    <a:gd name="T74" fmla="*/ 0 w 266"/>
                    <a:gd name="T75" fmla="*/ 299 h 314"/>
                    <a:gd name="T76" fmla="*/ 10 w 266"/>
                    <a:gd name="T77" fmla="*/ 299 h 314"/>
                    <a:gd name="T78" fmla="*/ 22 w 266"/>
                    <a:gd name="T79" fmla="*/ 307 h 314"/>
                    <a:gd name="T80" fmla="*/ 33 w 266"/>
                    <a:gd name="T81" fmla="*/ 283 h 314"/>
                    <a:gd name="T82" fmla="*/ 49 w 266"/>
                    <a:gd name="T83" fmla="*/ 282 h 314"/>
                    <a:gd name="T84" fmla="*/ 110 w 266"/>
                    <a:gd name="T85" fmla="*/ 282 h 314"/>
                    <a:gd name="T86" fmla="*/ 102 w 266"/>
                    <a:gd name="T87" fmla="*/ 265 h 314"/>
                    <a:gd name="T88" fmla="*/ 111 w 266"/>
                    <a:gd name="T89" fmla="*/ 246 h 314"/>
                    <a:gd name="T90" fmla="*/ 118 w 266"/>
                    <a:gd name="T91" fmla="*/ 223 h 314"/>
                    <a:gd name="T92" fmla="*/ 160 w 266"/>
                    <a:gd name="T93" fmla="*/ 216 h 314"/>
                    <a:gd name="T94" fmla="*/ 176 w 266"/>
                    <a:gd name="T95" fmla="*/ 202 h 314"/>
                    <a:gd name="T96" fmla="*/ 182 w 266"/>
                    <a:gd name="T97" fmla="*/ 219 h 314"/>
                    <a:gd name="T98" fmla="*/ 200 w 266"/>
                    <a:gd name="T99" fmla="*/ 215 h 314"/>
                    <a:gd name="T100" fmla="*/ 207 w 266"/>
                    <a:gd name="T101" fmla="*/ 217 h 314"/>
                    <a:gd name="T102" fmla="*/ 207 w 266"/>
                    <a:gd name="T103" fmla="*/ 219 h 314"/>
                    <a:gd name="T104" fmla="*/ 218 w 266"/>
                    <a:gd name="T105" fmla="*/ 201 h 314"/>
                    <a:gd name="T106" fmla="*/ 219 w 266"/>
                    <a:gd name="T107" fmla="*/ 190 h 314"/>
                    <a:gd name="T108" fmla="*/ 231 w 266"/>
                    <a:gd name="T109" fmla="*/ 179 h 314"/>
                    <a:gd name="T110" fmla="*/ 234 w 266"/>
                    <a:gd name="T111" fmla="*/ 164 h 314"/>
                    <a:gd name="T112" fmla="*/ 247 w 266"/>
                    <a:gd name="T113" fmla="*/ 160 h 314"/>
                    <a:gd name="T114" fmla="*/ 251 w 266"/>
                    <a:gd name="T115" fmla="*/ 145 h 314"/>
                    <a:gd name="T116" fmla="*/ 262 w 266"/>
                    <a:gd name="T117" fmla="*/ 127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66" h="314">
                      <a:moveTo>
                        <a:pt x="204" y="283"/>
                      </a:moveTo>
                      <a:cubicBezTo>
                        <a:pt x="214" y="283"/>
                        <a:pt x="214" y="283"/>
                        <a:pt x="214" y="283"/>
                      </a:cubicBezTo>
                      <a:cubicBezTo>
                        <a:pt x="215" y="282"/>
                        <a:pt x="215" y="282"/>
                        <a:pt x="215" y="282"/>
                      </a:cubicBezTo>
                      <a:cubicBezTo>
                        <a:pt x="209" y="282"/>
                        <a:pt x="204" y="282"/>
                        <a:pt x="204" y="283"/>
                      </a:cubicBezTo>
                      <a:close/>
                      <a:moveTo>
                        <a:pt x="262" y="127"/>
                      </a:moveTo>
                      <a:cubicBezTo>
                        <a:pt x="258" y="121"/>
                        <a:pt x="245" y="102"/>
                        <a:pt x="246" y="97"/>
                      </a:cubicBezTo>
                      <a:cubicBezTo>
                        <a:pt x="247" y="92"/>
                        <a:pt x="255" y="87"/>
                        <a:pt x="255" y="87"/>
                      </a:cubicBezTo>
                      <a:cubicBezTo>
                        <a:pt x="234" y="62"/>
                        <a:pt x="234" y="62"/>
                        <a:pt x="234" y="62"/>
                      </a:cubicBezTo>
                      <a:cubicBezTo>
                        <a:pt x="235" y="57"/>
                        <a:pt x="235" y="57"/>
                        <a:pt x="235" y="57"/>
                      </a:cubicBezTo>
                      <a:cubicBezTo>
                        <a:pt x="235" y="57"/>
                        <a:pt x="224" y="48"/>
                        <a:pt x="226" y="42"/>
                      </a:cubicBezTo>
                      <a:cubicBezTo>
                        <a:pt x="228" y="36"/>
                        <a:pt x="228" y="27"/>
                        <a:pt x="228" y="27"/>
                      </a:cubicBezTo>
                      <a:cubicBezTo>
                        <a:pt x="228" y="27"/>
                        <a:pt x="215" y="35"/>
                        <a:pt x="215" y="22"/>
                      </a:cubicBezTo>
                      <a:cubicBezTo>
                        <a:pt x="215" y="9"/>
                        <a:pt x="208" y="0"/>
                        <a:pt x="208" y="0"/>
                      </a:cubicBezTo>
                      <a:cubicBezTo>
                        <a:pt x="200" y="0"/>
                        <a:pt x="200" y="0"/>
                        <a:pt x="200" y="0"/>
                      </a:cubicBezTo>
                      <a:cubicBezTo>
                        <a:pt x="200" y="0"/>
                        <a:pt x="191" y="27"/>
                        <a:pt x="178" y="25"/>
                      </a:cubicBezTo>
                      <a:cubicBezTo>
                        <a:pt x="165" y="23"/>
                        <a:pt x="166" y="17"/>
                        <a:pt x="161" y="17"/>
                      </a:cubicBezTo>
                      <a:cubicBezTo>
                        <a:pt x="156" y="17"/>
                        <a:pt x="149" y="25"/>
                        <a:pt x="149" y="25"/>
                      </a:cubicBezTo>
                      <a:cubicBezTo>
                        <a:pt x="133" y="24"/>
                        <a:pt x="133" y="24"/>
                        <a:pt x="133" y="24"/>
                      </a:cubicBezTo>
                      <a:cubicBezTo>
                        <a:pt x="120" y="39"/>
                        <a:pt x="120" y="39"/>
                        <a:pt x="120" y="39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99" y="22"/>
                        <a:pt x="99" y="22"/>
                        <a:pt x="99" y="22"/>
                      </a:cubicBezTo>
                      <a:cubicBezTo>
                        <a:pt x="99" y="22"/>
                        <a:pt x="98" y="30"/>
                        <a:pt x="92" y="29"/>
                      </a:cubicBezTo>
                      <a:cubicBezTo>
                        <a:pt x="86" y="28"/>
                        <a:pt x="77" y="21"/>
                        <a:pt x="72" y="21"/>
                      </a:cubicBezTo>
                      <a:cubicBezTo>
                        <a:pt x="67" y="21"/>
                        <a:pt x="56" y="34"/>
                        <a:pt x="56" y="34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cubicBezTo>
                        <a:pt x="49" y="61"/>
                        <a:pt x="49" y="61"/>
                        <a:pt x="49" y="61"/>
                      </a:cubicBezTo>
                      <a:cubicBezTo>
                        <a:pt x="49" y="61"/>
                        <a:pt x="60" y="65"/>
                        <a:pt x="59" y="71"/>
                      </a:cubicBezTo>
                      <a:cubicBezTo>
                        <a:pt x="58" y="76"/>
                        <a:pt x="49" y="87"/>
                        <a:pt x="52" y="92"/>
                      </a:cubicBezTo>
                      <a:cubicBezTo>
                        <a:pt x="55" y="98"/>
                        <a:pt x="66" y="97"/>
                        <a:pt x="66" y="97"/>
                      </a:cubicBezTo>
                      <a:cubicBezTo>
                        <a:pt x="66" y="97"/>
                        <a:pt x="78" y="100"/>
                        <a:pt x="78" y="108"/>
                      </a:cubicBezTo>
                      <a:cubicBezTo>
                        <a:pt x="78" y="116"/>
                        <a:pt x="45" y="156"/>
                        <a:pt x="45" y="156"/>
                      </a:cubicBezTo>
                      <a:cubicBezTo>
                        <a:pt x="29" y="164"/>
                        <a:pt x="29" y="164"/>
                        <a:pt x="29" y="164"/>
                      </a:cubicBezTo>
                      <a:cubicBezTo>
                        <a:pt x="29" y="173"/>
                        <a:pt x="29" y="173"/>
                        <a:pt x="29" y="173"/>
                      </a:cubicBezTo>
                      <a:cubicBezTo>
                        <a:pt x="16" y="181"/>
                        <a:pt x="16" y="181"/>
                        <a:pt x="16" y="181"/>
                      </a:cubicBezTo>
                      <a:cubicBezTo>
                        <a:pt x="14" y="198"/>
                        <a:pt x="14" y="198"/>
                        <a:pt x="14" y="198"/>
                      </a:cubicBezTo>
                      <a:cubicBezTo>
                        <a:pt x="4" y="229"/>
                        <a:pt x="4" y="229"/>
                        <a:pt x="4" y="229"/>
                      </a:cubicBezTo>
                      <a:cubicBezTo>
                        <a:pt x="4" y="249"/>
                        <a:pt x="4" y="249"/>
                        <a:pt x="4" y="249"/>
                      </a:cubicBezTo>
                      <a:cubicBezTo>
                        <a:pt x="0" y="299"/>
                        <a:pt x="0" y="299"/>
                        <a:pt x="0" y="299"/>
                      </a:cubicBezTo>
                      <a:cubicBezTo>
                        <a:pt x="10" y="299"/>
                        <a:pt x="10" y="299"/>
                        <a:pt x="10" y="299"/>
                      </a:cubicBezTo>
                      <a:cubicBezTo>
                        <a:pt x="10" y="299"/>
                        <a:pt x="16" y="314"/>
                        <a:pt x="22" y="307"/>
                      </a:cubicBezTo>
                      <a:cubicBezTo>
                        <a:pt x="29" y="299"/>
                        <a:pt x="33" y="283"/>
                        <a:pt x="33" y="283"/>
                      </a:cubicBezTo>
                      <a:cubicBezTo>
                        <a:pt x="49" y="282"/>
                        <a:pt x="49" y="282"/>
                        <a:pt x="49" y="282"/>
                      </a:cubicBezTo>
                      <a:cubicBezTo>
                        <a:pt x="110" y="282"/>
                        <a:pt x="110" y="282"/>
                        <a:pt x="110" y="282"/>
                      </a:cubicBezTo>
                      <a:cubicBezTo>
                        <a:pt x="110" y="277"/>
                        <a:pt x="104" y="271"/>
                        <a:pt x="102" y="265"/>
                      </a:cubicBezTo>
                      <a:cubicBezTo>
                        <a:pt x="100" y="258"/>
                        <a:pt x="107" y="250"/>
                        <a:pt x="111" y="246"/>
                      </a:cubicBezTo>
                      <a:cubicBezTo>
                        <a:pt x="115" y="242"/>
                        <a:pt x="109" y="230"/>
                        <a:pt x="118" y="223"/>
                      </a:cubicBezTo>
                      <a:cubicBezTo>
                        <a:pt x="127" y="216"/>
                        <a:pt x="157" y="218"/>
                        <a:pt x="160" y="216"/>
                      </a:cubicBezTo>
                      <a:cubicBezTo>
                        <a:pt x="163" y="214"/>
                        <a:pt x="170" y="202"/>
                        <a:pt x="176" y="202"/>
                      </a:cubicBezTo>
                      <a:cubicBezTo>
                        <a:pt x="182" y="202"/>
                        <a:pt x="182" y="219"/>
                        <a:pt x="182" y="219"/>
                      </a:cubicBezTo>
                      <a:cubicBezTo>
                        <a:pt x="182" y="219"/>
                        <a:pt x="189" y="212"/>
                        <a:pt x="200" y="215"/>
                      </a:cubicBezTo>
                      <a:cubicBezTo>
                        <a:pt x="202" y="215"/>
                        <a:pt x="204" y="216"/>
                        <a:pt x="207" y="217"/>
                      </a:cubicBezTo>
                      <a:cubicBezTo>
                        <a:pt x="207" y="218"/>
                        <a:pt x="207" y="218"/>
                        <a:pt x="207" y="219"/>
                      </a:cubicBezTo>
                      <a:cubicBezTo>
                        <a:pt x="207" y="208"/>
                        <a:pt x="218" y="201"/>
                        <a:pt x="218" y="201"/>
                      </a:cubicBezTo>
                      <a:cubicBezTo>
                        <a:pt x="219" y="190"/>
                        <a:pt x="219" y="190"/>
                        <a:pt x="219" y="190"/>
                      </a:cubicBezTo>
                      <a:cubicBezTo>
                        <a:pt x="231" y="179"/>
                        <a:pt x="231" y="179"/>
                        <a:pt x="231" y="179"/>
                      </a:cubicBezTo>
                      <a:cubicBezTo>
                        <a:pt x="231" y="179"/>
                        <a:pt x="227" y="170"/>
                        <a:pt x="234" y="164"/>
                      </a:cubicBezTo>
                      <a:cubicBezTo>
                        <a:pt x="241" y="158"/>
                        <a:pt x="247" y="160"/>
                        <a:pt x="247" y="160"/>
                      </a:cubicBezTo>
                      <a:cubicBezTo>
                        <a:pt x="251" y="145"/>
                        <a:pt x="251" y="145"/>
                        <a:pt x="251" y="145"/>
                      </a:cubicBezTo>
                      <a:cubicBezTo>
                        <a:pt x="251" y="145"/>
                        <a:pt x="266" y="133"/>
                        <a:pt x="262" y="12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1" name="Freeform 352"/>
                <p:cNvSpPr>
                  <a:spLocks/>
                </p:cNvSpPr>
                <p:nvPr/>
              </p:nvSpPr>
              <p:spPr bwMode="gray">
                <a:xfrm>
                  <a:off x="-2658" y="-10584"/>
                  <a:ext cx="893" cy="1202"/>
                </a:xfrm>
                <a:custGeom>
                  <a:avLst/>
                  <a:gdLst>
                    <a:gd name="T0" fmla="*/ 337 w 378"/>
                    <a:gd name="T1" fmla="*/ 100 h 509"/>
                    <a:gd name="T2" fmla="*/ 358 w 378"/>
                    <a:gd name="T3" fmla="*/ 79 h 509"/>
                    <a:gd name="T4" fmla="*/ 378 w 378"/>
                    <a:gd name="T5" fmla="*/ 43 h 509"/>
                    <a:gd name="T6" fmla="*/ 362 w 378"/>
                    <a:gd name="T7" fmla="*/ 37 h 509"/>
                    <a:gd name="T8" fmla="*/ 358 w 378"/>
                    <a:gd name="T9" fmla="*/ 41 h 509"/>
                    <a:gd name="T10" fmla="*/ 340 w 378"/>
                    <a:gd name="T11" fmla="*/ 40 h 509"/>
                    <a:gd name="T12" fmla="*/ 324 w 378"/>
                    <a:gd name="T13" fmla="*/ 23 h 509"/>
                    <a:gd name="T14" fmla="*/ 312 w 378"/>
                    <a:gd name="T15" fmla="*/ 32 h 509"/>
                    <a:gd name="T16" fmla="*/ 283 w 378"/>
                    <a:gd name="T17" fmla="*/ 46 h 509"/>
                    <a:gd name="T18" fmla="*/ 278 w 378"/>
                    <a:gd name="T19" fmla="*/ 56 h 509"/>
                    <a:gd name="T20" fmla="*/ 265 w 378"/>
                    <a:gd name="T21" fmla="*/ 70 h 509"/>
                    <a:gd name="T22" fmla="*/ 234 w 378"/>
                    <a:gd name="T23" fmla="*/ 61 h 509"/>
                    <a:gd name="T24" fmla="*/ 194 w 378"/>
                    <a:gd name="T25" fmla="*/ 57 h 509"/>
                    <a:gd name="T26" fmla="*/ 143 w 378"/>
                    <a:gd name="T27" fmla="*/ 17 h 509"/>
                    <a:gd name="T28" fmla="*/ 96 w 378"/>
                    <a:gd name="T29" fmla="*/ 15 h 509"/>
                    <a:gd name="T30" fmla="*/ 90 w 378"/>
                    <a:gd name="T31" fmla="*/ 0 h 509"/>
                    <a:gd name="T32" fmla="*/ 77 w 378"/>
                    <a:gd name="T33" fmla="*/ 8 h 509"/>
                    <a:gd name="T34" fmla="*/ 17 w 378"/>
                    <a:gd name="T35" fmla="*/ 9 h 509"/>
                    <a:gd name="T36" fmla="*/ 3 w 378"/>
                    <a:gd name="T37" fmla="*/ 29 h 509"/>
                    <a:gd name="T38" fmla="*/ 10 w 378"/>
                    <a:gd name="T39" fmla="*/ 51 h 509"/>
                    <a:gd name="T40" fmla="*/ 23 w 378"/>
                    <a:gd name="T41" fmla="*/ 56 h 509"/>
                    <a:gd name="T42" fmla="*/ 21 w 378"/>
                    <a:gd name="T43" fmla="*/ 71 h 509"/>
                    <a:gd name="T44" fmla="*/ 30 w 378"/>
                    <a:gd name="T45" fmla="*/ 86 h 509"/>
                    <a:gd name="T46" fmla="*/ 29 w 378"/>
                    <a:gd name="T47" fmla="*/ 91 h 509"/>
                    <a:gd name="T48" fmla="*/ 50 w 378"/>
                    <a:gd name="T49" fmla="*/ 116 h 509"/>
                    <a:gd name="T50" fmla="*/ 41 w 378"/>
                    <a:gd name="T51" fmla="*/ 126 h 509"/>
                    <a:gd name="T52" fmla="*/ 57 w 378"/>
                    <a:gd name="T53" fmla="*/ 156 h 509"/>
                    <a:gd name="T54" fmla="*/ 46 w 378"/>
                    <a:gd name="T55" fmla="*/ 174 h 509"/>
                    <a:gd name="T56" fmla="*/ 42 w 378"/>
                    <a:gd name="T57" fmla="*/ 189 h 509"/>
                    <a:gd name="T58" fmla="*/ 29 w 378"/>
                    <a:gd name="T59" fmla="*/ 193 h 509"/>
                    <a:gd name="T60" fmla="*/ 26 w 378"/>
                    <a:gd name="T61" fmla="*/ 208 h 509"/>
                    <a:gd name="T62" fmla="*/ 14 w 378"/>
                    <a:gd name="T63" fmla="*/ 219 h 509"/>
                    <a:gd name="T64" fmla="*/ 13 w 378"/>
                    <a:gd name="T65" fmla="*/ 230 h 509"/>
                    <a:gd name="T66" fmla="*/ 2 w 378"/>
                    <a:gd name="T67" fmla="*/ 248 h 509"/>
                    <a:gd name="T68" fmla="*/ 18 w 378"/>
                    <a:gd name="T69" fmla="*/ 270 h 509"/>
                    <a:gd name="T70" fmla="*/ 25 w 378"/>
                    <a:gd name="T71" fmla="*/ 262 h 509"/>
                    <a:gd name="T72" fmla="*/ 39 w 378"/>
                    <a:gd name="T73" fmla="*/ 261 h 509"/>
                    <a:gd name="T74" fmla="*/ 42 w 378"/>
                    <a:gd name="T75" fmla="*/ 273 h 509"/>
                    <a:gd name="T76" fmla="*/ 33 w 378"/>
                    <a:gd name="T77" fmla="*/ 275 h 509"/>
                    <a:gd name="T78" fmla="*/ 23 w 378"/>
                    <a:gd name="T79" fmla="*/ 283 h 509"/>
                    <a:gd name="T80" fmla="*/ 9 w 378"/>
                    <a:gd name="T81" fmla="*/ 283 h 509"/>
                    <a:gd name="T82" fmla="*/ 13 w 378"/>
                    <a:gd name="T83" fmla="*/ 302 h 509"/>
                    <a:gd name="T84" fmla="*/ 9 w 378"/>
                    <a:gd name="T85" fmla="*/ 312 h 509"/>
                    <a:gd name="T86" fmla="*/ 175 w 378"/>
                    <a:gd name="T87" fmla="*/ 416 h 509"/>
                    <a:gd name="T88" fmla="*/ 184 w 378"/>
                    <a:gd name="T89" fmla="*/ 429 h 509"/>
                    <a:gd name="T90" fmla="*/ 173 w 378"/>
                    <a:gd name="T91" fmla="*/ 439 h 509"/>
                    <a:gd name="T92" fmla="*/ 248 w 378"/>
                    <a:gd name="T93" fmla="*/ 509 h 509"/>
                    <a:gd name="T94" fmla="*/ 248 w 378"/>
                    <a:gd name="T95" fmla="*/ 508 h 509"/>
                    <a:gd name="T96" fmla="*/ 261 w 378"/>
                    <a:gd name="T97" fmla="*/ 505 h 509"/>
                    <a:gd name="T98" fmla="*/ 281 w 378"/>
                    <a:gd name="T99" fmla="*/ 463 h 509"/>
                    <a:gd name="T100" fmla="*/ 279 w 378"/>
                    <a:gd name="T101" fmla="*/ 441 h 509"/>
                    <a:gd name="T102" fmla="*/ 299 w 378"/>
                    <a:gd name="T103" fmla="*/ 424 h 509"/>
                    <a:gd name="T104" fmla="*/ 301 w 378"/>
                    <a:gd name="T105" fmla="*/ 398 h 509"/>
                    <a:gd name="T106" fmla="*/ 324 w 378"/>
                    <a:gd name="T107" fmla="*/ 388 h 509"/>
                    <a:gd name="T108" fmla="*/ 328 w 378"/>
                    <a:gd name="T109" fmla="*/ 361 h 509"/>
                    <a:gd name="T110" fmla="*/ 360 w 378"/>
                    <a:gd name="T111" fmla="*/ 351 h 509"/>
                    <a:gd name="T112" fmla="*/ 364 w 378"/>
                    <a:gd name="T113" fmla="*/ 343 h 509"/>
                    <a:gd name="T114" fmla="*/ 336 w 378"/>
                    <a:gd name="T115" fmla="*/ 303 h 509"/>
                    <a:gd name="T116" fmla="*/ 337 w 378"/>
                    <a:gd name="T117" fmla="*/ 100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78" h="509">
                      <a:moveTo>
                        <a:pt x="337" y="100"/>
                      </a:moveTo>
                      <a:cubicBezTo>
                        <a:pt x="337" y="100"/>
                        <a:pt x="351" y="87"/>
                        <a:pt x="358" y="79"/>
                      </a:cubicBezTo>
                      <a:cubicBezTo>
                        <a:pt x="365" y="71"/>
                        <a:pt x="378" y="43"/>
                        <a:pt x="378" y="43"/>
                      </a:cubicBezTo>
                      <a:cubicBezTo>
                        <a:pt x="362" y="37"/>
                        <a:pt x="362" y="37"/>
                        <a:pt x="362" y="37"/>
                      </a:cubicBezTo>
                      <a:cubicBezTo>
                        <a:pt x="358" y="41"/>
                        <a:pt x="358" y="41"/>
                        <a:pt x="358" y="41"/>
                      </a:cubicBezTo>
                      <a:cubicBezTo>
                        <a:pt x="340" y="40"/>
                        <a:pt x="340" y="40"/>
                        <a:pt x="340" y="40"/>
                      </a:cubicBezTo>
                      <a:cubicBezTo>
                        <a:pt x="324" y="23"/>
                        <a:pt x="324" y="23"/>
                        <a:pt x="324" y="23"/>
                      </a:cubicBezTo>
                      <a:cubicBezTo>
                        <a:pt x="312" y="32"/>
                        <a:pt x="312" y="32"/>
                        <a:pt x="312" y="32"/>
                      </a:cubicBezTo>
                      <a:cubicBezTo>
                        <a:pt x="312" y="32"/>
                        <a:pt x="290" y="40"/>
                        <a:pt x="283" y="46"/>
                      </a:cubicBezTo>
                      <a:cubicBezTo>
                        <a:pt x="276" y="52"/>
                        <a:pt x="278" y="56"/>
                        <a:pt x="278" y="56"/>
                      </a:cubicBezTo>
                      <a:cubicBezTo>
                        <a:pt x="265" y="70"/>
                        <a:pt x="265" y="70"/>
                        <a:pt x="265" y="70"/>
                      </a:cubicBezTo>
                      <a:cubicBezTo>
                        <a:pt x="265" y="70"/>
                        <a:pt x="247" y="63"/>
                        <a:pt x="234" y="61"/>
                      </a:cubicBezTo>
                      <a:cubicBezTo>
                        <a:pt x="221" y="59"/>
                        <a:pt x="194" y="57"/>
                        <a:pt x="194" y="57"/>
                      </a:cubicBezTo>
                      <a:cubicBezTo>
                        <a:pt x="143" y="17"/>
                        <a:pt x="143" y="17"/>
                        <a:pt x="143" y="17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77" y="8"/>
                        <a:pt x="77" y="8"/>
                        <a:pt x="77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0" y="38"/>
                        <a:pt x="10" y="51"/>
                      </a:cubicBezTo>
                      <a:cubicBezTo>
                        <a:pt x="10" y="64"/>
                        <a:pt x="23" y="56"/>
                        <a:pt x="23" y="56"/>
                      </a:cubicBezTo>
                      <a:cubicBezTo>
                        <a:pt x="23" y="56"/>
                        <a:pt x="23" y="65"/>
                        <a:pt x="21" y="71"/>
                      </a:cubicBezTo>
                      <a:cubicBezTo>
                        <a:pt x="19" y="77"/>
                        <a:pt x="30" y="86"/>
                        <a:pt x="30" y="86"/>
                      </a:cubicBezTo>
                      <a:cubicBezTo>
                        <a:pt x="29" y="91"/>
                        <a:pt x="29" y="91"/>
                        <a:pt x="29" y="91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50" y="116"/>
                        <a:pt x="42" y="121"/>
                        <a:pt x="41" y="126"/>
                      </a:cubicBezTo>
                      <a:cubicBezTo>
                        <a:pt x="40" y="131"/>
                        <a:pt x="53" y="150"/>
                        <a:pt x="57" y="156"/>
                      </a:cubicBezTo>
                      <a:cubicBezTo>
                        <a:pt x="61" y="162"/>
                        <a:pt x="46" y="174"/>
                        <a:pt x="46" y="174"/>
                      </a:cubicBezTo>
                      <a:cubicBezTo>
                        <a:pt x="42" y="189"/>
                        <a:pt x="42" y="189"/>
                        <a:pt x="42" y="189"/>
                      </a:cubicBezTo>
                      <a:cubicBezTo>
                        <a:pt x="42" y="189"/>
                        <a:pt x="36" y="187"/>
                        <a:pt x="29" y="193"/>
                      </a:cubicBezTo>
                      <a:cubicBezTo>
                        <a:pt x="22" y="199"/>
                        <a:pt x="26" y="208"/>
                        <a:pt x="26" y="208"/>
                      </a:cubicBezTo>
                      <a:cubicBezTo>
                        <a:pt x="14" y="219"/>
                        <a:pt x="14" y="219"/>
                        <a:pt x="14" y="219"/>
                      </a:cubicBezTo>
                      <a:cubicBezTo>
                        <a:pt x="13" y="230"/>
                        <a:pt x="13" y="230"/>
                        <a:pt x="13" y="230"/>
                      </a:cubicBezTo>
                      <a:cubicBezTo>
                        <a:pt x="13" y="230"/>
                        <a:pt x="2" y="237"/>
                        <a:pt x="2" y="248"/>
                      </a:cubicBezTo>
                      <a:cubicBezTo>
                        <a:pt x="2" y="259"/>
                        <a:pt x="11" y="269"/>
                        <a:pt x="18" y="270"/>
                      </a:cubicBezTo>
                      <a:cubicBezTo>
                        <a:pt x="25" y="271"/>
                        <a:pt x="25" y="262"/>
                        <a:pt x="25" y="262"/>
                      </a:cubicBezTo>
                      <a:cubicBezTo>
                        <a:pt x="39" y="261"/>
                        <a:pt x="39" y="261"/>
                        <a:pt x="39" y="261"/>
                      </a:cubicBezTo>
                      <a:cubicBezTo>
                        <a:pt x="42" y="273"/>
                        <a:pt x="42" y="273"/>
                        <a:pt x="42" y="273"/>
                      </a:cubicBezTo>
                      <a:cubicBezTo>
                        <a:pt x="33" y="275"/>
                        <a:pt x="33" y="275"/>
                        <a:pt x="33" y="275"/>
                      </a:cubicBezTo>
                      <a:cubicBezTo>
                        <a:pt x="23" y="283"/>
                        <a:pt x="23" y="283"/>
                        <a:pt x="23" y="283"/>
                      </a:cubicBezTo>
                      <a:cubicBezTo>
                        <a:pt x="23" y="283"/>
                        <a:pt x="18" y="273"/>
                        <a:pt x="9" y="283"/>
                      </a:cubicBezTo>
                      <a:cubicBezTo>
                        <a:pt x="0" y="293"/>
                        <a:pt x="13" y="302"/>
                        <a:pt x="13" y="302"/>
                      </a:cubicBezTo>
                      <a:cubicBezTo>
                        <a:pt x="9" y="312"/>
                        <a:pt x="9" y="312"/>
                        <a:pt x="9" y="312"/>
                      </a:cubicBezTo>
                      <a:cubicBezTo>
                        <a:pt x="175" y="416"/>
                        <a:pt x="175" y="416"/>
                        <a:pt x="175" y="416"/>
                      </a:cubicBezTo>
                      <a:cubicBezTo>
                        <a:pt x="175" y="416"/>
                        <a:pt x="187" y="425"/>
                        <a:pt x="184" y="429"/>
                      </a:cubicBezTo>
                      <a:cubicBezTo>
                        <a:pt x="181" y="433"/>
                        <a:pt x="173" y="439"/>
                        <a:pt x="173" y="439"/>
                      </a:cubicBezTo>
                      <a:cubicBezTo>
                        <a:pt x="248" y="509"/>
                        <a:pt x="248" y="509"/>
                        <a:pt x="248" y="509"/>
                      </a:cubicBezTo>
                      <a:cubicBezTo>
                        <a:pt x="248" y="508"/>
                        <a:pt x="248" y="508"/>
                        <a:pt x="248" y="508"/>
                      </a:cubicBezTo>
                      <a:cubicBezTo>
                        <a:pt x="261" y="505"/>
                        <a:pt x="261" y="505"/>
                        <a:pt x="261" y="505"/>
                      </a:cubicBezTo>
                      <a:cubicBezTo>
                        <a:pt x="281" y="463"/>
                        <a:pt x="281" y="463"/>
                        <a:pt x="281" y="463"/>
                      </a:cubicBezTo>
                      <a:cubicBezTo>
                        <a:pt x="281" y="463"/>
                        <a:pt x="279" y="448"/>
                        <a:pt x="279" y="441"/>
                      </a:cubicBezTo>
                      <a:cubicBezTo>
                        <a:pt x="279" y="434"/>
                        <a:pt x="300" y="434"/>
                        <a:pt x="299" y="424"/>
                      </a:cubicBezTo>
                      <a:cubicBezTo>
                        <a:pt x="298" y="414"/>
                        <a:pt x="293" y="401"/>
                        <a:pt x="301" y="398"/>
                      </a:cubicBezTo>
                      <a:cubicBezTo>
                        <a:pt x="309" y="395"/>
                        <a:pt x="324" y="388"/>
                        <a:pt x="324" y="388"/>
                      </a:cubicBezTo>
                      <a:cubicBezTo>
                        <a:pt x="328" y="361"/>
                        <a:pt x="328" y="361"/>
                        <a:pt x="328" y="361"/>
                      </a:cubicBezTo>
                      <a:cubicBezTo>
                        <a:pt x="328" y="361"/>
                        <a:pt x="352" y="366"/>
                        <a:pt x="360" y="351"/>
                      </a:cubicBezTo>
                      <a:cubicBezTo>
                        <a:pt x="361" y="349"/>
                        <a:pt x="362" y="346"/>
                        <a:pt x="364" y="343"/>
                      </a:cubicBezTo>
                      <a:cubicBezTo>
                        <a:pt x="336" y="303"/>
                        <a:pt x="336" y="303"/>
                        <a:pt x="336" y="303"/>
                      </a:cubicBezTo>
                      <a:lnTo>
                        <a:pt x="337" y="10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2" name="Freeform 353"/>
                <p:cNvSpPr>
                  <a:spLocks noEditPoints="1"/>
                </p:cNvSpPr>
                <p:nvPr/>
              </p:nvSpPr>
              <p:spPr bwMode="gray">
                <a:xfrm>
                  <a:off x="-16210" y="-11870"/>
                  <a:ext cx="520" cy="527"/>
                </a:xfrm>
                <a:custGeom>
                  <a:avLst/>
                  <a:gdLst>
                    <a:gd name="T0" fmla="*/ 128 w 220"/>
                    <a:gd name="T1" fmla="*/ 204 h 223"/>
                    <a:gd name="T2" fmla="*/ 128 w 220"/>
                    <a:gd name="T3" fmla="*/ 204 h 223"/>
                    <a:gd name="T4" fmla="*/ 128 w 220"/>
                    <a:gd name="T5" fmla="*/ 204 h 223"/>
                    <a:gd name="T6" fmla="*/ 128 w 220"/>
                    <a:gd name="T7" fmla="*/ 204 h 223"/>
                    <a:gd name="T8" fmla="*/ 218 w 220"/>
                    <a:gd name="T9" fmla="*/ 15 h 223"/>
                    <a:gd name="T10" fmla="*/ 211 w 220"/>
                    <a:gd name="T11" fmla="*/ 1 h 223"/>
                    <a:gd name="T12" fmla="*/ 192 w 220"/>
                    <a:gd name="T13" fmla="*/ 2 h 223"/>
                    <a:gd name="T14" fmla="*/ 181 w 220"/>
                    <a:gd name="T15" fmla="*/ 2 h 223"/>
                    <a:gd name="T16" fmla="*/ 168 w 220"/>
                    <a:gd name="T17" fmla="*/ 12 h 223"/>
                    <a:gd name="T18" fmla="*/ 143 w 220"/>
                    <a:gd name="T19" fmla="*/ 1 h 223"/>
                    <a:gd name="T20" fmla="*/ 133 w 220"/>
                    <a:gd name="T21" fmla="*/ 20 h 223"/>
                    <a:gd name="T22" fmla="*/ 120 w 220"/>
                    <a:gd name="T23" fmla="*/ 21 h 223"/>
                    <a:gd name="T24" fmla="*/ 119 w 220"/>
                    <a:gd name="T25" fmla="*/ 31 h 223"/>
                    <a:gd name="T26" fmla="*/ 92 w 220"/>
                    <a:gd name="T27" fmla="*/ 54 h 223"/>
                    <a:gd name="T28" fmla="*/ 78 w 220"/>
                    <a:gd name="T29" fmla="*/ 45 h 223"/>
                    <a:gd name="T30" fmla="*/ 65 w 220"/>
                    <a:gd name="T31" fmla="*/ 59 h 223"/>
                    <a:gd name="T32" fmla="*/ 45 w 220"/>
                    <a:gd name="T33" fmla="*/ 58 h 223"/>
                    <a:gd name="T34" fmla="*/ 44 w 220"/>
                    <a:gd name="T35" fmla="*/ 85 h 223"/>
                    <a:gd name="T36" fmla="*/ 35 w 220"/>
                    <a:gd name="T37" fmla="*/ 87 h 223"/>
                    <a:gd name="T38" fmla="*/ 33 w 220"/>
                    <a:gd name="T39" fmla="*/ 98 h 223"/>
                    <a:gd name="T40" fmla="*/ 19 w 220"/>
                    <a:gd name="T41" fmla="*/ 102 h 223"/>
                    <a:gd name="T42" fmla="*/ 0 w 220"/>
                    <a:gd name="T43" fmla="*/ 102 h 223"/>
                    <a:gd name="T44" fmla="*/ 32 w 220"/>
                    <a:gd name="T45" fmla="*/ 136 h 223"/>
                    <a:gd name="T46" fmla="*/ 50 w 220"/>
                    <a:gd name="T47" fmla="*/ 175 h 223"/>
                    <a:gd name="T48" fmla="*/ 80 w 220"/>
                    <a:gd name="T49" fmla="*/ 199 h 223"/>
                    <a:gd name="T50" fmla="*/ 92 w 220"/>
                    <a:gd name="T51" fmla="*/ 198 h 223"/>
                    <a:gd name="T52" fmla="*/ 92 w 220"/>
                    <a:gd name="T53" fmla="*/ 197 h 223"/>
                    <a:gd name="T54" fmla="*/ 81 w 220"/>
                    <a:gd name="T55" fmla="*/ 187 h 223"/>
                    <a:gd name="T56" fmla="*/ 95 w 220"/>
                    <a:gd name="T57" fmla="*/ 181 h 223"/>
                    <a:gd name="T58" fmla="*/ 90 w 220"/>
                    <a:gd name="T59" fmla="*/ 175 h 223"/>
                    <a:gd name="T60" fmla="*/ 79 w 220"/>
                    <a:gd name="T61" fmla="*/ 177 h 223"/>
                    <a:gd name="T62" fmla="*/ 79 w 220"/>
                    <a:gd name="T63" fmla="*/ 149 h 223"/>
                    <a:gd name="T64" fmla="*/ 123 w 220"/>
                    <a:gd name="T65" fmla="*/ 185 h 223"/>
                    <a:gd name="T66" fmla="*/ 128 w 220"/>
                    <a:gd name="T67" fmla="*/ 204 h 223"/>
                    <a:gd name="T68" fmla="*/ 132 w 220"/>
                    <a:gd name="T69" fmla="*/ 204 h 223"/>
                    <a:gd name="T70" fmla="*/ 150 w 220"/>
                    <a:gd name="T71" fmla="*/ 211 h 223"/>
                    <a:gd name="T72" fmla="*/ 162 w 220"/>
                    <a:gd name="T73" fmla="*/ 223 h 223"/>
                    <a:gd name="T74" fmla="*/ 183 w 220"/>
                    <a:gd name="T75" fmla="*/ 220 h 223"/>
                    <a:gd name="T76" fmla="*/ 170 w 220"/>
                    <a:gd name="T77" fmla="*/ 192 h 223"/>
                    <a:gd name="T78" fmla="*/ 182 w 220"/>
                    <a:gd name="T79" fmla="*/ 172 h 223"/>
                    <a:gd name="T80" fmla="*/ 177 w 220"/>
                    <a:gd name="T81" fmla="*/ 151 h 223"/>
                    <a:gd name="T82" fmla="*/ 181 w 220"/>
                    <a:gd name="T83" fmla="*/ 119 h 223"/>
                    <a:gd name="T84" fmla="*/ 191 w 220"/>
                    <a:gd name="T85" fmla="*/ 131 h 223"/>
                    <a:gd name="T86" fmla="*/ 194 w 220"/>
                    <a:gd name="T87" fmla="*/ 74 h 223"/>
                    <a:gd name="T88" fmla="*/ 209 w 220"/>
                    <a:gd name="T89" fmla="*/ 44 h 223"/>
                    <a:gd name="T90" fmla="*/ 218 w 220"/>
                    <a:gd name="T91" fmla="*/ 15 h 2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20" h="223">
                      <a:moveTo>
                        <a:pt x="128" y="204"/>
                      </a:moveTo>
                      <a:cubicBezTo>
                        <a:pt x="128" y="204"/>
                        <a:pt x="128" y="204"/>
                        <a:pt x="128" y="204"/>
                      </a:cubicBezTo>
                      <a:cubicBezTo>
                        <a:pt x="128" y="204"/>
                        <a:pt x="128" y="204"/>
                        <a:pt x="128" y="204"/>
                      </a:cubicBezTo>
                      <a:cubicBezTo>
                        <a:pt x="128" y="204"/>
                        <a:pt x="128" y="204"/>
                        <a:pt x="128" y="204"/>
                      </a:cubicBezTo>
                      <a:close/>
                      <a:moveTo>
                        <a:pt x="218" y="15"/>
                      </a:moveTo>
                      <a:cubicBezTo>
                        <a:pt x="216" y="10"/>
                        <a:pt x="210" y="5"/>
                        <a:pt x="211" y="1"/>
                      </a:cubicBezTo>
                      <a:cubicBezTo>
                        <a:pt x="192" y="2"/>
                        <a:pt x="192" y="2"/>
                        <a:pt x="192" y="2"/>
                      </a:cubicBezTo>
                      <a:cubicBezTo>
                        <a:pt x="192" y="2"/>
                        <a:pt x="185" y="2"/>
                        <a:pt x="181" y="2"/>
                      </a:cubicBezTo>
                      <a:cubicBezTo>
                        <a:pt x="177" y="2"/>
                        <a:pt x="178" y="11"/>
                        <a:pt x="168" y="12"/>
                      </a:cubicBezTo>
                      <a:cubicBezTo>
                        <a:pt x="158" y="13"/>
                        <a:pt x="152" y="2"/>
                        <a:pt x="143" y="1"/>
                      </a:cubicBezTo>
                      <a:cubicBezTo>
                        <a:pt x="134" y="0"/>
                        <a:pt x="133" y="20"/>
                        <a:pt x="133" y="20"/>
                      </a:cubicBezTo>
                      <a:cubicBezTo>
                        <a:pt x="120" y="21"/>
                        <a:pt x="120" y="21"/>
                        <a:pt x="120" y="21"/>
                      </a:cubicBezTo>
                      <a:cubicBezTo>
                        <a:pt x="119" y="31"/>
                        <a:pt x="119" y="31"/>
                        <a:pt x="119" y="31"/>
                      </a:cubicBezTo>
                      <a:cubicBezTo>
                        <a:pt x="119" y="31"/>
                        <a:pt x="107" y="54"/>
                        <a:pt x="92" y="54"/>
                      </a:cubicBezTo>
                      <a:cubicBezTo>
                        <a:pt x="77" y="54"/>
                        <a:pt x="86" y="46"/>
                        <a:pt x="78" y="45"/>
                      </a:cubicBezTo>
                      <a:cubicBezTo>
                        <a:pt x="70" y="44"/>
                        <a:pt x="65" y="59"/>
                        <a:pt x="65" y="59"/>
                      </a:cubicBezTo>
                      <a:cubicBezTo>
                        <a:pt x="65" y="59"/>
                        <a:pt x="60" y="58"/>
                        <a:pt x="45" y="58"/>
                      </a:cubicBezTo>
                      <a:cubicBezTo>
                        <a:pt x="30" y="58"/>
                        <a:pt x="44" y="85"/>
                        <a:pt x="44" y="85"/>
                      </a:cubicBezTo>
                      <a:cubicBezTo>
                        <a:pt x="35" y="87"/>
                        <a:pt x="35" y="87"/>
                        <a:pt x="35" y="87"/>
                      </a:cubicBezTo>
                      <a:cubicBezTo>
                        <a:pt x="35" y="87"/>
                        <a:pt x="39" y="96"/>
                        <a:pt x="33" y="98"/>
                      </a:cubicBezTo>
                      <a:cubicBezTo>
                        <a:pt x="27" y="100"/>
                        <a:pt x="19" y="102"/>
                        <a:pt x="19" y="102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32" y="136"/>
                        <a:pt x="32" y="136"/>
                        <a:pt x="32" y="136"/>
                      </a:cubicBezTo>
                      <a:cubicBezTo>
                        <a:pt x="32" y="136"/>
                        <a:pt x="40" y="167"/>
                        <a:pt x="50" y="175"/>
                      </a:cubicBezTo>
                      <a:cubicBezTo>
                        <a:pt x="59" y="182"/>
                        <a:pt x="77" y="196"/>
                        <a:pt x="80" y="199"/>
                      </a:cubicBezTo>
                      <a:cubicBezTo>
                        <a:pt x="83" y="198"/>
                        <a:pt x="89" y="197"/>
                        <a:pt x="92" y="198"/>
                      </a:cubicBezTo>
                      <a:cubicBezTo>
                        <a:pt x="92" y="197"/>
                        <a:pt x="92" y="197"/>
                        <a:pt x="92" y="197"/>
                      </a:cubicBezTo>
                      <a:cubicBezTo>
                        <a:pt x="89" y="195"/>
                        <a:pt x="78" y="191"/>
                        <a:pt x="81" y="187"/>
                      </a:cubicBezTo>
                      <a:cubicBezTo>
                        <a:pt x="84" y="183"/>
                        <a:pt x="99" y="188"/>
                        <a:pt x="95" y="181"/>
                      </a:cubicBezTo>
                      <a:cubicBezTo>
                        <a:pt x="91" y="175"/>
                        <a:pt x="90" y="175"/>
                        <a:pt x="90" y="175"/>
                      </a:cubicBezTo>
                      <a:cubicBezTo>
                        <a:pt x="90" y="175"/>
                        <a:pt x="79" y="179"/>
                        <a:pt x="79" y="177"/>
                      </a:cubicBezTo>
                      <a:cubicBezTo>
                        <a:pt x="78" y="175"/>
                        <a:pt x="72" y="147"/>
                        <a:pt x="79" y="149"/>
                      </a:cubicBezTo>
                      <a:cubicBezTo>
                        <a:pt x="86" y="151"/>
                        <a:pt x="119" y="177"/>
                        <a:pt x="123" y="185"/>
                      </a:cubicBezTo>
                      <a:cubicBezTo>
                        <a:pt x="126" y="189"/>
                        <a:pt x="127" y="197"/>
                        <a:pt x="128" y="204"/>
                      </a:cubicBezTo>
                      <a:cubicBezTo>
                        <a:pt x="129" y="204"/>
                        <a:pt x="131" y="204"/>
                        <a:pt x="132" y="204"/>
                      </a:cubicBezTo>
                      <a:cubicBezTo>
                        <a:pt x="145" y="205"/>
                        <a:pt x="150" y="211"/>
                        <a:pt x="150" y="211"/>
                      </a:cubicBezTo>
                      <a:cubicBezTo>
                        <a:pt x="150" y="211"/>
                        <a:pt x="150" y="223"/>
                        <a:pt x="162" y="223"/>
                      </a:cubicBezTo>
                      <a:cubicBezTo>
                        <a:pt x="168" y="223"/>
                        <a:pt x="176" y="222"/>
                        <a:pt x="183" y="220"/>
                      </a:cubicBezTo>
                      <a:cubicBezTo>
                        <a:pt x="180" y="218"/>
                        <a:pt x="170" y="205"/>
                        <a:pt x="170" y="192"/>
                      </a:cubicBezTo>
                      <a:cubicBezTo>
                        <a:pt x="170" y="177"/>
                        <a:pt x="182" y="181"/>
                        <a:pt x="182" y="172"/>
                      </a:cubicBezTo>
                      <a:cubicBezTo>
                        <a:pt x="182" y="163"/>
                        <a:pt x="177" y="151"/>
                        <a:pt x="177" y="151"/>
                      </a:cubicBezTo>
                      <a:cubicBezTo>
                        <a:pt x="181" y="119"/>
                        <a:pt x="181" y="119"/>
                        <a:pt x="181" y="119"/>
                      </a:cubicBezTo>
                      <a:cubicBezTo>
                        <a:pt x="191" y="131"/>
                        <a:pt x="191" y="131"/>
                        <a:pt x="191" y="131"/>
                      </a:cubicBezTo>
                      <a:cubicBezTo>
                        <a:pt x="194" y="74"/>
                        <a:pt x="194" y="74"/>
                        <a:pt x="194" y="74"/>
                      </a:cubicBezTo>
                      <a:cubicBezTo>
                        <a:pt x="194" y="74"/>
                        <a:pt x="200" y="53"/>
                        <a:pt x="209" y="44"/>
                      </a:cubicBezTo>
                      <a:cubicBezTo>
                        <a:pt x="218" y="35"/>
                        <a:pt x="220" y="20"/>
                        <a:pt x="218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3" name="Freeform 354"/>
                <p:cNvSpPr>
                  <a:spLocks/>
                </p:cNvSpPr>
                <p:nvPr/>
              </p:nvSpPr>
              <p:spPr bwMode="gray">
                <a:xfrm>
                  <a:off x="-16066" y="-11404"/>
                  <a:ext cx="383" cy="359"/>
                </a:xfrm>
                <a:custGeom>
                  <a:avLst/>
                  <a:gdLst>
                    <a:gd name="T0" fmla="*/ 146 w 162"/>
                    <a:gd name="T1" fmla="*/ 133 h 152"/>
                    <a:gd name="T2" fmla="*/ 159 w 162"/>
                    <a:gd name="T3" fmla="*/ 122 h 152"/>
                    <a:gd name="T4" fmla="*/ 145 w 162"/>
                    <a:gd name="T5" fmla="*/ 115 h 152"/>
                    <a:gd name="T6" fmla="*/ 145 w 162"/>
                    <a:gd name="T7" fmla="*/ 93 h 152"/>
                    <a:gd name="T8" fmla="*/ 162 w 162"/>
                    <a:gd name="T9" fmla="*/ 87 h 152"/>
                    <a:gd name="T10" fmla="*/ 140 w 162"/>
                    <a:gd name="T11" fmla="*/ 66 h 152"/>
                    <a:gd name="T12" fmla="*/ 124 w 162"/>
                    <a:gd name="T13" fmla="*/ 39 h 152"/>
                    <a:gd name="T14" fmla="*/ 122 w 162"/>
                    <a:gd name="T15" fmla="*/ 24 h 152"/>
                    <a:gd name="T16" fmla="*/ 122 w 162"/>
                    <a:gd name="T17" fmla="*/ 23 h 152"/>
                    <a:gd name="T18" fmla="*/ 122 w 162"/>
                    <a:gd name="T19" fmla="*/ 23 h 152"/>
                    <a:gd name="T20" fmla="*/ 101 w 162"/>
                    <a:gd name="T21" fmla="*/ 26 h 152"/>
                    <a:gd name="T22" fmla="*/ 89 w 162"/>
                    <a:gd name="T23" fmla="*/ 14 h 152"/>
                    <a:gd name="T24" fmla="*/ 71 w 162"/>
                    <a:gd name="T25" fmla="*/ 7 h 152"/>
                    <a:gd name="T26" fmla="*/ 59 w 162"/>
                    <a:gd name="T27" fmla="*/ 12 h 152"/>
                    <a:gd name="T28" fmla="*/ 33 w 162"/>
                    <a:gd name="T29" fmla="*/ 1 h 152"/>
                    <a:gd name="T30" fmla="*/ 19 w 162"/>
                    <a:gd name="T31" fmla="*/ 2 h 152"/>
                    <a:gd name="T32" fmla="*/ 19 w 162"/>
                    <a:gd name="T33" fmla="*/ 2 h 152"/>
                    <a:gd name="T34" fmla="*/ 10 w 162"/>
                    <a:gd name="T35" fmla="*/ 19 h 152"/>
                    <a:gd name="T36" fmla="*/ 20 w 162"/>
                    <a:gd name="T37" fmla="*/ 32 h 152"/>
                    <a:gd name="T38" fmla="*/ 9 w 162"/>
                    <a:gd name="T39" fmla="*/ 60 h 152"/>
                    <a:gd name="T40" fmla="*/ 33 w 162"/>
                    <a:gd name="T41" fmla="*/ 72 h 152"/>
                    <a:gd name="T42" fmla="*/ 53 w 162"/>
                    <a:gd name="T43" fmla="*/ 85 h 152"/>
                    <a:gd name="T44" fmla="*/ 51 w 162"/>
                    <a:gd name="T45" fmla="*/ 67 h 152"/>
                    <a:gd name="T46" fmla="*/ 33 w 162"/>
                    <a:gd name="T47" fmla="*/ 49 h 152"/>
                    <a:gd name="T48" fmla="*/ 67 w 162"/>
                    <a:gd name="T49" fmla="*/ 70 h 152"/>
                    <a:gd name="T50" fmla="*/ 68 w 162"/>
                    <a:gd name="T51" fmla="*/ 89 h 152"/>
                    <a:gd name="T52" fmla="*/ 95 w 162"/>
                    <a:gd name="T53" fmla="*/ 94 h 152"/>
                    <a:gd name="T54" fmla="*/ 108 w 162"/>
                    <a:gd name="T55" fmla="*/ 121 h 152"/>
                    <a:gd name="T56" fmla="*/ 108 w 162"/>
                    <a:gd name="T57" fmla="*/ 138 h 152"/>
                    <a:gd name="T58" fmla="*/ 131 w 162"/>
                    <a:gd name="T59" fmla="*/ 150 h 152"/>
                    <a:gd name="T60" fmla="*/ 122 w 162"/>
                    <a:gd name="T61" fmla="*/ 133 h 152"/>
                    <a:gd name="T62" fmla="*/ 141 w 162"/>
                    <a:gd name="T63" fmla="*/ 152 h 152"/>
                    <a:gd name="T64" fmla="*/ 145 w 162"/>
                    <a:gd name="T65" fmla="*/ 147 h 152"/>
                    <a:gd name="T66" fmla="*/ 146 w 162"/>
                    <a:gd name="T67" fmla="*/ 133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62" h="152">
                      <a:moveTo>
                        <a:pt x="146" y="133"/>
                      </a:moveTo>
                      <a:cubicBezTo>
                        <a:pt x="146" y="133"/>
                        <a:pt x="159" y="127"/>
                        <a:pt x="159" y="122"/>
                      </a:cubicBezTo>
                      <a:cubicBezTo>
                        <a:pt x="159" y="117"/>
                        <a:pt x="145" y="115"/>
                        <a:pt x="145" y="115"/>
                      </a:cubicBezTo>
                      <a:cubicBezTo>
                        <a:pt x="145" y="115"/>
                        <a:pt x="135" y="96"/>
                        <a:pt x="145" y="93"/>
                      </a:cubicBezTo>
                      <a:cubicBezTo>
                        <a:pt x="151" y="91"/>
                        <a:pt x="158" y="88"/>
                        <a:pt x="162" y="87"/>
                      </a:cubicBezTo>
                      <a:cubicBezTo>
                        <a:pt x="154" y="82"/>
                        <a:pt x="143" y="75"/>
                        <a:pt x="140" y="66"/>
                      </a:cubicBezTo>
                      <a:cubicBezTo>
                        <a:pt x="136" y="53"/>
                        <a:pt x="124" y="39"/>
                        <a:pt x="124" y="39"/>
                      </a:cubicBezTo>
                      <a:cubicBezTo>
                        <a:pt x="122" y="24"/>
                        <a:pt x="122" y="24"/>
                        <a:pt x="122" y="24"/>
                      </a:cubicBezTo>
                      <a:cubicBezTo>
                        <a:pt x="122" y="24"/>
                        <a:pt x="122" y="24"/>
                        <a:pt x="122" y="23"/>
                      </a:cubicBezTo>
                      <a:cubicBezTo>
                        <a:pt x="122" y="23"/>
                        <a:pt x="122" y="23"/>
                        <a:pt x="122" y="23"/>
                      </a:cubicBezTo>
                      <a:cubicBezTo>
                        <a:pt x="115" y="25"/>
                        <a:pt x="107" y="26"/>
                        <a:pt x="101" y="26"/>
                      </a:cubicBezTo>
                      <a:cubicBezTo>
                        <a:pt x="89" y="26"/>
                        <a:pt x="89" y="14"/>
                        <a:pt x="89" y="14"/>
                      </a:cubicBezTo>
                      <a:cubicBezTo>
                        <a:pt x="89" y="14"/>
                        <a:pt x="84" y="8"/>
                        <a:pt x="71" y="7"/>
                      </a:cubicBezTo>
                      <a:cubicBezTo>
                        <a:pt x="58" y="6"/>
                        <a:pt x="59" y="12"/>
                        <a:pt x="59" y="12"/>
                      </a:cubicBezTo>
                      <a:cubicBezTo>
                        <a:pt x="59" y="12"/>
                        <a:pt x="39" y="3"/>
                        <a:pt x="33" y="1"/>
                      </a:cubicBezTo>
                      <a:cubicBezTo>
                        <a:pt x="29" y="0"/>
                        <a:pt x="23" y="1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26" y="28"/>
                        <a:pt x="20" y="32"/>
                      </a:cubicBezTo>
                      <a:cubicBezTo>
                        <a:pt x="14" y="36"/>
                        <a:pt x="0" y="46"/>
                        <a:pt x="9" y="60"/>
                      </a:cubicBezTo>
                      <a:cubicBezTo>
                        <a:pt x="18" y="74"/>
                        <a:pt x="33" y="72"/>
                        <a:pt x="33" y="72"/>
                      </a:cubicBezTo>
                      <a:cubicBezTo>
                        <a:pt x="33" y="72"/>
                        <a:pt x="50" y="92"/>
                        <a:pt x="53" y="85"/>
                      </a:cubicBezTo>
                      <a:cubicBezTo>
                        <a:pt x="56" y="78"/>
                        <a:pt x="51" y="67"/>
                        <a:pt x="51" y="67"/>
                      </a:cubicBezTo>
                      <a:cubicBezTo>
                        <a:pt x="51" y="67"/>
                        <a:pt x="24" y="49"/>
                        <a:pt x="33" y="49"/>
                      </a:cubicBezTo>
                      <a:cubicBezTo>
                        <a:pt x="42" y="49"/>
                        <a:pt x="67" y="70"/>
                        <a:pt x="67" y="70"/>
                      </a:cubicBezTo>
                      <a:cubicBezTo>
                        <a:pt x="67" y="70"/>
                        <a:pt x="64" y="89"/>
                        <a:pt x="68" y="89"/>
                      </a:cubicBezTo>
                      <a:cubicBezTo>
                        <a:pt x="72" y="89"/>
                        <a:pt x="95" y="94"/>
                        <a:pt x="95" y="94"/>
                      </a:cubicBezTo>
                      <a:cubicBezTo>
                        <a:pt x="108" y="121"/>
                        <a:pt x="108" y="121"/>
                        <a:pt x="108" y="121"/>
                      </a:cubicBezTo>
                      <a:cubicBezTo>
                        <a:pt x="108" y="121"/>
                        <a:pt x="99" y="129"/>
                        <a:pt x="108" y="138"/>
                      </a:cubicBezTo>
                      <a:cubicBezTo>
                        <a:pt x="117" y="147"/>
                        <a:pt x="131" y="150"/>
                        <a:pt x="131" y="150"/>
                      </a:cubicBezTo>
                      <a:cubicBezTo>
                        <a:pt x="122" y="133"/>
                        <a:pt x="122" y="133"/>
                        <a:pt x="122" y="133"/>
                      </a:cubicBezTo>
                      <a:cubicBezTo>
                        <a:pt x="141" y="152"/>
                        <a:pt x="141" y="152"/>
                        <a:pt x="141" y="152"/>
                      </a:cubicBezTo>
                      <a:cubicBezTo>
                        <a:pt x="145" y="147"/>
                        <a:pt x="145" y="147"/>
                        <a:pt x="145" y="147"/>
                      </a:cubicBezTo>
                      <a:lnTo>
                        <a:pt x="146" y="13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4" name="Freeform 355"/>
                <p:cNvSpPr>
                  <a:spLocks/>
                </p:cNvSpPr>
                <p:nvPr/>
              </p:nvSpPr>
              <p:spPr bwMode="gray">
                <a:xfrm>
                  <a:off x="-4496" y="-15510"/>
                  <a:ext cx="189" cy="213"/>
                </a:xfrm>
                <a:custGeom>
                  <a:avLst/>
                  <a:gdLst>
                    <a:gd name="T0" fmla="*/ 79 w 80"/>
                    <a:gd name="T1" fmla="*/ 27 h 90"/>
                    <a:gd name="T2" fmla="*/ 73 w 80"/>
                    <a:gd name="T3" fmla="*/ 31 h 90"/>
                    <a:gd name="T4" fmla="*/ 65 w 80"/>
                    <a:gd name="T5" fmla="*/ 17 h 90"/>
                    <a:gd name="T6" fmla="*/ 56 w 80"/>
                    <a:gd name="T7" fmla="*/ 10 h 90"/>
                    <a:gd name="T8" fmla="*/ 46 w 80"/>
                    <a:gd name="T9" fmla="*/ 0 h 90"/>
                    <a:gd name="T10" fmla="*/ 29 w 80"/>
                    <a:gd name="T11" fmla="*/ 0 h 90"/>
                    <a:gd name="T12" fmla="*/ 29 w 80"/>
                    <a:gd name="T13" fmla="*/ 15 h 90"/>
                    <a:gd name="T14" fmla="*/ 18 w 80"/>
                    <a:gd name="T15" fmla="*/ 14 h 90"/>
                    <a:gd name="T16" fmla="*/ 9 w 80"/>
                    <a:gd name="T17" fmla="*/ 29 h 90"/>
                    <a:gd name="T18" fmla="*/ 4 w 80"/>
                    <a:gd name="T19" fmla="*/ 29 h 90"/>
                    <a:gd name="T20" fmla="*/ 3 w 80"/>
                    <a:gd name="T21" fmla="*/ 39 h 90"/>
                    <a:gd name="T22" fmla="*/ 17 w 80"/>
                    <a:gd name="T23" fmla="*/ 48 h 90"/>
                    <a:gd name="T24" fmla="*/ 4 w 80"/>
                    <a:gd name="T25" fmla="*/ 64 h 90"/>
                    <a:gd name="T26" fmla="*/ 6 w 80"/>
                    <a:gd name="T27" fmla="*/ 65 h 90"/>
                    <a:gd name="T28" fmla="*/ 24 w 80"/>
                    <a:gd name="T29" fmla="*/ 62 h 90"/>
                    <a:gd name="T30" fmla="*/ 24 w 80"/>
                    <a:gd name="T31" fmla="*/ 74 h 90"/>
                    <a:gd name="T32" fmla="*/ 41 w 80"/>
                    <a:gd name="T33" fmla="*/ 90 h 90"/>
                    <a:gd name="T34" fmla="*/ 48 w 80"/>
                    <a:gd name="T35" fmla="*/ 81 h 90"/>
                    <a:gd name="T36" fmla="*/ 46 w 80"/>
                    <a:gd name="T37" fmla="*/ 71 h 90"/>
                    <a:gd name="T38" fmla="*/ 40 w 80"/>
                    <a:gd name="T39" fmla="*/ 74 h 90"/>
                    <a:gd name="T40" fmla="*/ 31 w 80"/>
                    <a:gd name="T41" fmla="*/ 68 h 90"/>
                    <a:gd name="T42" fmla="*/ 46 w 80"/>
                    <a:gd name="T43" fmla="*/ 68 h 90"/>
                    <a:gd name="T44" fmla="*/ 52 w 80"/>
                    <a:gd name="T45" fmla="*/ 63 h 90"/>
                    <a:gd name="T46" fmla="*/ 54 w 80"/>
                    <a:gd name="T47" fmla="*/ 49 h 90"/>
                    <a:gd name="T48" fmla="*/ 72 w 80"/>
                    <a:gd name="T49" fmla="*/ 59 h 90"/>
                    <a:gd name="T50" fmla="*/ 78 w 80"/>
                    <a:gd name="T51" fmla="*/ 53 h 90"/>
                    <a:gd name="T52" fmla="*/ 80 w 80"/>
                    <a:gd name="T53" fmla="*/ 56 h 90"/>
                    <a:gd name="T54" fmla="*/ 79 w 80"/>
                    <a:gd name="T55" fmla="*/ 27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80" h="90">
                      <a:moveTo>
                        <a:pt x="79" y="27"/>
                      </a:moveTo>
                      <a:cubicBezTo>
                        <a:pt x="73" y="31"/>
                        <a:pt x="73" y="31"/>
                        <a:pt x="73" y="31"/>
                      </a:cubicBezTo>
                      <a:cubicBezTo>
                        <a:pt x="65" y="17"/>
                        <a:pt x="65" y="17"/>
                        <a:pt x="65" y="17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39" y="2"/>
                        <a:pt x="29" y="0"/>
                        <a:pt x="29" y="0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1" y="10"/>
                        <a:pt x="18" y="14"/>
                      </a:cubicBezTo>
                      <a:cubicBezTo>
                        <a:pt x="15" y="18"/>
                        <a:pt x="9" y="29"/>
                        <a:pt x="9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0" y="36"/>
                        <a:pt x="3" y="39"/>
                      </a:cubicBezTo>
                      <a:cubicBezTo>
                        <a:pt x="6" y="42"/>
                        <a:pt x="17" y="48"/>
                        <a:pt x="17" y="48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5" y="65"/>
                        <a:pt x="6" y="65"/>
                        <a:pt x="6" y="65"/>
                      </a:cubicBezTo>
                      <a:cubicBezTo>
                        <a:pt x="13" y="67"/>
                        <a:pt x="24" y="62"/>
                        <a:pt x="24" y="62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41" y="90"/>
                        <a:pt x="41" y="90"/>
                        <a:pt x="41" y="90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0" y="74"/>
                        <a:pt x="40" y="74"/>
                        <a:pt x="40" y="74"/>
                      </a:cubicBezTo>
                      <a:cubicBezTo>
                        <a:pt x="31" y="68"/>
                        <a:pt x="31" y="68"/>
                        <a:pt x="31" y="68"/>
                      </a:cubicBezTo>
                      <a:cubicBezTo>
                        <a:pt x="46" y="68"/>
                        <a:pt x="46" y="68"/>
                        <a:pt x="46" y="68"/>
                      </a:cubicBezTo>
                      <a:cubicBezTo>
                        <a:pt x="52" y="63"/>
                        <a:pt x="52" y="63"/>
                        <a:pt x="52" y="6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72" y="59"/>
                        <a:pt x="72" y="59"/>
                        <a:pt x="72" y="59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80" y="56"/>
                        <a:pt x="80" y="56"/>
                        <a:pt x="80" y="56"/>
                      </a:cubicBezTo>
                      <a:lnTo>
                        <a:pt x="79" y="2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5" name="Freeform 356"/>
                <p:cNvSpPr>
                  <a:spLocks noEditPoints="1"/>
                </p:cNvSpPr>
                <p:nvPr/>
              </p:nvSpPr>
              <p:spPr bwMode="gray">
                <a:xfrm>
                  <a:off x="-4460" y="-15848"/>
                  <a:ext cx="437" cy="551"/>
                </a:xfrm>
                <a:custGeom>
                  <a:avLst/>
                  <a:gdLst>
                    <a:gd name="T0" fmla="*/ 167 w 185"/>
                    <a:gd name="T1" fmla="*/ 152 h 233"/>
                    <a:gd name="T2" fmla="*/ 160 w 185"/>
                    <a:gd name="T3" fmla="*/ 140 h 233"/>
                    <a:gd name="T4" fmla="*/ 166 w 185"/>
                    <a:gd name="T5" fmla="*/ 120 h 233"/>
                    <a:gd name="T6" fmla="*/ 161 w 185"/>
                    <a:gd name="T7" fmla="*/ 102 h 233"/>
                    <a:gd name="T8" fmla="*/ 171 w 185"/>
                    <a:gd name="T9" fmla="*/ 88 h 233"/>
                    <a:gd name="T10" fmla="*/ 139 w 185"/>
                    <a:gd name="T11" fmla="*/ 91 h 233"/>
                    <a:gd name="T12" fmla="*/ 117 w 185"/>
                    <a:gd name="T13" fmla="*/ 82 h 233"/>
                    <a:gd name="T14" fmla="*/ 115 w 185"/>
                    <a:gd name="T15" fmla="*/ 56 h 233"/>
                    <a:gd name="T16" fmla="*/ 91 w 185"/>
                    <a:gd name="T17" fmla="*/ 48 h 233"/>
                    <a:gd name="T18" fmla="*/ 77 w 185"/>
                    <a:gd name="T19" fmla="*/ 27 h 233"/>
                    <a:gd name="T20" fmla="*/ 48 w 185"/>
                    <a:gd name="T21" fmla="*/ 6 h 233"/>
                    <a:gd name="T22" fmla="*/ 18 w 185"/>
                    <a:gd name="T23" fmla="*/ 17 h 233"/>
                    <a:gd name="T24" fmla="*/ 0 w 185"/>
                    <a:gd name="T25" fmla="*/ 21 h 233"/>
                    <a:gd name="T26" fmla="*/ 6 w 185"/>
                    <a:gd name="T27" fmla="*/ 40 h 233"/>
                    <a:gd name="T28" fmla="*/ 8 w 185"/>
                    <a:gd name="T29" fmla="*/ 53 h 233"/>
                    <a:gd name="T30" fmla="*/ 12 w 185"/>
                    <a:gd name="T31" fmla="*/ 65 h 233"/>
                    <a:gd name="T32" fmla="*/ 5 w 185"/>
                    <a:gd name="T33" fmla="*/ 72 h 233"/>
                    <a:gd name="T34" fmla="*/ 27 w 185"/>
                    <a:gd name="T35" fmla="*/ 76 h 233"/>
                    <a:gd name="T36" fmla="*/ 15 w 185"/>
                    <a:gd name="T37" fmla="*/ 106 h 233"/>
                    <a:gd name="T38" fmla="*/ 37 w 185"/>
                    <a:gd name="T39" fmla="*/ 118 h 233"/>
                    <a:gd name="T40" fmla="*/ 35 w 185"/>
                    <a:gd name="T41" fmla="*/ 140 h 233"/>
                    <a:gd name="T42" fmla="*/ 41 w 185"/>
                    <a:gd name="T43" fmla="*/ 153 h 233"/>
                    <a:gd name="T44" fmla="*/ 58 w 185"/>
                    <a:gd name="T45" fmla="*/ 174 h 233"/>
                    <a:gd name="T46" fmla="*/ 65 w 185"/>
                    <a:gd name="T47" fmla="*/ 199 h 233"/>
                    <a:gd name="T48" fmla="*/ 71 w 185"/>
                    <a:gd name="T49" fmla="*/ 211 h 233"/>
                    <a:gd name="T50" fmla="*/ 84 w 185"/>
                    <a:gd name="T51" fmla="*/ 221 h 233"/>
                    <a:gd name="T52" fmla="*/ 95 w 185"/>
                    <a:gd name="T53" fmla="*/ 229 h 233"/>
                    <a:gd name="T54" fmla="*/ 112 w 185"/>
                    <a:gd name="T55" fmla="*/ 221 h 233"/>
                    <a:gd name="T56" fmla="*/ 128 w 185"/>
                    <a:gd name="T57" fmla="*/ 213 h 233"/>
                    <a:gd name="T58" fmla="*/ 158 w 185"/>
                    <a:gd name="T59" fmla="*/ 207 h 233"/>
                    <a:gd name="T60" fmla="*/ 165 w 185"/>
                    <a:gd name="T61" fmla="*/ 192 h 233"/>
                    <a:gd name="T62" fmla="*/ 177 w 185"/>
                    <a:gd name="T63" fmla="*/ 180 h 233"/>
                    <a:gd name="T64" fmla="*/ 180 w 185"/>
                    <a:gd name="T65" fmla="*/ 159 h 233"/>
                    <a:gd name="T66" fmla="*/ 27 w 185"/>
                    <a:gd name="T67" fmla="*/ 144 h 233"/>
                    <a:gd name="T68" fmla="*/ 24 w 185"/>
                    <a:gd name="T69" fmla="*/ 144 h 233"/>
                    <a:gd name="T70" fmla="*/ 24 w 185"/>
                    <a:gd name="T71" fmla="*/ 144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85" h="233">
                      <a:moveTo>
                        <a:pt x="180" y="159"/>
                      </a:moveTo>
                      <a:cubicBezTo>
                        <a:pt x="167" y="152"/>
                        <a:pt x="167" y="152"/>
                        <a:pt x="167" y="152"/>
                      </a:cubicBezTo>
                      <a:cubicBezTo>
                        <a:pt x="169" y="145"/>
                        <a:pt x="169" y="145"/>
                        <a:pt x="169" y="145"/>
                      </a:cubicBezTo>
                      <a:cubicBezTo>
                        <a:pt x="160" y="140"/>
                        <a:pt x="160" y="140"/>
                        <a:pt x="160" y="140"/>
                      </a:cubicBezTo>
                      <a:cubicBezTo>
                        <a:pt x="157" y="128"/>
                        <a:pt x="157" y="128"/>
                        <a:pt x="157" y="128"/>
                      </a:cubicBezTo>
                      <a:cubicBezTo>
                        <a:pt x="166" y="120"/>
                        <a:pt x="166" y="120"/>
                        <a:pt x="166" y="120"/>
                      </a:cubicBezTo>
                      <a:cubicBezTo>
                        <a:pt x="168" y="106"/>
                        <a:pt x="168" y="106"/>
                        <a:pt x="168" y="106"/>
                      </a:cubicBezTo>
                      <a:cubicBezTo>
                        <a:pt x="161" y="102"/>
                        <a:pt x="161" y="102"/>
                        <a:pt x="161" y="102"/>
                      </a:cubicBezTo>
                      <a:cubicBezTo>
                        <a:pt x="168" y="94"/>
                        <a:pt x="168" y="94"/>
                        <a:pt x="168" y="94"/>
                      </a:cubicBezTo>
                      <a:cubicBezTo>
                        <a:pt x="171" y="88"/>
                        <a:pt x="171" y="88"/>
                        <a:pt x="171" y="88"/>
                      </a:cubicBezTo>
                      <a:cubicBezTo>
                        <a:pt x="155" y="84"/>
                        <a:pt x="155" y="84"/>
                        <a:pt x="155" y="84"/>
                      </a:cubicBezTo>
                      <a:cubicBezTo>
                        <a:pt x="139" y="91"/>
                        <a:pt x="139" y="91"/>
                        <a:pt x="139" y="91"/>
                      </a:cubicBezTo>
                      <a:cubicBezTo>
                        <a:pt x="133" y="84"/>
                        <a:pt x="133" y="84"/>
                        <a:pt x="133" y="84"/>
                      </a:cubicBezTo>
                      <a:cubicBezTo>
                        <a:pt x="117" y="82"/>
                        <a:pt x="117" y="82"/>
                        <a:pt x="117" y="82"/>
                      </a:cubicBezTo>
                      <a:cubicBezTo>
                        <a:pt x="112" y="71"/>
                        <a:pt x="112" y="71"/>
                        <a:pt x="112" y="71"/>
                      </a:cubicBezTo>
                      <a:cubicBezTo>
                        <a:pt x="112" y="71"/>
                        <a:pt x="117" y="62"/>
                        <a:pt x="115" y="56"/>
                      </a:cubicBezTo>
                      <a:cubicBezTo>
                        <a:pt x="113" y="50"/>
                        <a:pt x="101" y="49"/>
                        <a:pt x="99" y="54"/>
                      </a:cubicBezTo>
                      <a:cubicBezTo>
                        <a:pt x="97" y="59"/>
                        <a:pt x="91" y="48"/>
                        <a:pt x="91" y="48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62" y="13"/>
                        <a:pt x="62" y="13"/>
                        <a:pt x="62" y="13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33" y="0"/>
                        <a:pt x="30" y="6"/>
                      </a:cubicBezTo>
                      <a:cubicBezTo>
                        <a:pt x="27" y="12"/>
                        <a:pt x="18" y="17"/>
                        <a:pt x="18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6" y="40"/>
                        <a:pt x="6" y="40"/>
                        <a:pt x="6" y="40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3"/>
                        <a:pt x="24" y="56"/>
                        <a:pt x="25" y="59"/>
                      </a:cubicBezTo>
                      <a:cubicBezTo>
                        <a:pt x="26" y="62"/>
                        <a:pt x="12" y="65"/>
                        <a:pt x="12" y="65"/>
                      </a:cubicBezTo>
                      <a:cubicBezTo>
                        <a:pt x="10" y="72"/>
                        <a:pt x="10" y="72"/>
                        <a:pt x="10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8" y="77"/>
                        <a:pt x="8" y="77"/>
                        <a:pt x="8" y="77"/>
                      </a:cubicBezTo>
                      <a:cubicBezTo>
                        <a:pt x="8" y="77"/>
                        <a:pt x="27" y="71"/>
                        <a:pt x="27" y="76"/>
                      </a:cubicBezTo>
                      <a:cubicBezTo>
                        <a:pt x="27" y="81"/>
                        <a:pt x="15" y="95"/>
                        <a:pt x="15" y="95"/>
                      </a:cubicBezTo>
                      <a:cubicBezTo>
                        <a:pt x="15" y="106"/>
                        <a:pt x="15" y="106"/>
                        <a:pt x="15" y="106"/>
                      </a:cubicBezTo>
                      <a:cubicBezTo>
                        <a:pt x="15" y="106"/>
                        <a:pt x="19" y="103"/>
                        <a:pt x="26" y="105"/>
                      </a:cubicBezTo>
                      <a:cubicBezTo>
                        <a:pt x="33" y="107"/>
                        <a:pt x="37" y="118"/>
                        <a:pt x="37" y="118"/>
                      </a:cubicBezTo>
                      <a:cubicBezTo>
                        <a:pt x="23" y="120"/>
                        <a:pt x="23" y="120"/>
                        <a:pt x="23" y="120"/>
                      </a:cubicBezTo>
                      <a:cubicBezTo>
                        <a:pt x="23" y="120"/>
                        <a:pt x="37" y="133"/>
                        <a:pt x="35" y="140"/>
                      </a:cubicBezTo>
                      <a:cubicBezTo>
                        <a:pt x="34" y="142"/>
                        <a:pt x="33" y="143"/>
                        <a:pt x="31" y="143"/>
                      </a:cubicBezTo>
                      <a:cubicBezTo>
                        <a:pt x="41" y="153"/>
                        <a:pt x="41" y="153"/>
                        <a:pt x="41" y="153"/>
                      </a:cubicBezTo>
                      <a:cubicBezTo>
                        <a:pt x="50" y="160"/>
                        <a:pt x="50" y="160"/>
                        <a:pt x="50" y="160"/>
                      </a:cubicBezTo>
                      <a:cubicBezTo>
                        <a:pt x="58" y="174"/>
                        <a:pt x="58" y="174"/>
                        <a:pt x="58" y="174"/>
                      </a:cubicBezTo>
                      <a:cubicBezTo>
                        <a:pt x="64" y="170"/>
                        <a:pt x="64" y="170"/>
                        <a:pt x="64" y="170"/>
                      </a:cubicBezTo>
                      <a:cubicBezTo>
                        <a:pt x="65" y="199"/>
                        <a:pt x="65" y="199"/>
                        <a:pt x="65" y="199"/>
                      </a:cubicBezTo>
                      <a:cubicBezTo>
                        <a:pt x="63" y="196"/>
                        <a:pt x="63" y="196"/>
                        <a:pt x="63" y="196"/>
                      </a:cubicBezTo>
                      <a:cubicBezTo>
                        <a:pt x="71" y="211"/>
                        <a:pt x="71" y="211"/>
                        <a:pt x="71" y="211"/>
                      </a:cubicBezTo>
                      <a:cubicBezTo>
                        <a:pt x="80" y="211"/>
                        <a:pt x="80" y="211"/>
                        <a:pt x="80" y="211"/>
                      </a:cubicBezTo>
                      <a:cubicBezTo>
                        <a:pt x="84" y="221"/>
                        <a:pt x="84" y="221"/>
                        <a:pt x="84" y="221"/>
                      </a:cubicBezTo>
                      <a:cubicBezTo>
                        <a:pt x="84" y="233"/>
                        <a:pt x="84" y="233"/>
                        <a:pt x="84" y="233"/>
                      </a:cubicBezTo>
                      <a:cubicBezTo>
                        <a:pt x="95" y="229"/>
                        <a:pt x="95" y="229"/>
                        <a:pt x="95" y="229"/>
                      </a:cubicBezTo>
                      <a:cubicBezTo>
                        <a:pt x="100" y="221"/>
                        <a:pt x="100" y="221"/>
                        <a:pt x="100" y="221"/>
                      </a:cubicBezTo>
                      <a:cubicBezTo>
                        <a:pt x="100" y="221"/>
                        <a:pt x="105" y="221"/>
                        <a:pt x="112" y="221"/>
                      </a:cubicBezTo>
                      <a:cubicBezTo>
                        <a:pt x="119" y="221"/>
                        <a:pt x="115" y="213"/>
                        <a:pt x="115" y="213"/>
                      </a:cubicBezTo>
                      <a:cubicBezTo>
                        <a:pt x="128" y="213"/>
                        <a:pt x="128" y="213"/>
                        <a:pt x="128" y="213"/>
                      </a:cubicBezTo>
                      <a:cubicBezTo>
                        <a:pt x="132" y="209"/>
                        <a:pt x="132" y="209"/>
                        <a:pt x="132" y="209"/>
                      </a:cubicBezTo>
                      <a:cubicBezTo>
                        <a:pt x="158" y="207"/>
                        <a:pt x="158" y="207"/>
                        <a:pt x="158" y="207"/>
                      </a:cubicBezTo>
                      <a:cubicBezTo>
                        <a:pt x="158" y="207"/>
                        <a:pt x="166" y="206"/>
                        <a:pt x="167" y="203"/>
                      </a:cubicBezTo>
                      <a:cubicBezTo>
                        <a:pt x="168" y="200"/>
                        <a:pt x="165" y="192"/>
                        <a:pt x="165" y="192"/>
                      </a:cubicBezTo>
                      <a:cubicBezTo>
                        <a:pt x="165" y="192"/>
                        <a:pt x="162" y="185"/>
                        <a:pt x="164" y="181"/>
                      </a:cubicBezTo>
                      <a:cubicBezTo>
                        <a:pt x="166" y="177"/>
                        <a:pt x="177" y="180"/>
                        <a:pt x="177" y="180"/>
                      </a:cubicBezTo>
                      <a:cubicBezTo>
                        <a:pt x="177" y="180"/>
                        <a:pt x="181" y="173"/>
                        <a:pt x="183" y="169"/>
                      </a:cubicBezTo>
                      <a:cubicBezTo>
                        <a:pt x="185" y="165"/>
                        <a:pt x="180" y="159"/>
                        <a:pt x="180" y="159"/>
                      </a:cubicBezTo>
                      <a:close/>
                      <a:moveTo>
                        <a:pt x="24" y="144"/>
                      </a:moveTo>
                      <a:cubicBezTo>
                        <a:pt x="25" y="144"/>
                        <a:pt x="26" y="144"/>
                        <a:pt x="27" y="144"/>
                      </a:cubicBezTo>
                      <a:cubicBezTo>
                        <a:pt x="26" y="144"/>
                        <a:pt x="25" y="144"/>
                        <a:pt x="24" y="144"/>
                      </a:cubicBezTo>
                      <a:close/>
                      <a:moveTo>
                        <a:pt x="24" y="144"/>
                      </a:moveTo>
                      <a:cubicBezTo>
                        <a:pt x="22" y="144"/>
                        <a:pt x="19" y="144"/>
                        <a:pt x="18" y="143"/>
                      </a:cubicBezTo>
                      <a:cubicBezTo>
                        <a:pt x="19" y="144"/>
                        <a:pt x="22" y="144"/>
                        <a:pt x="24" y="14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6" name="Freeform 357"/>
                <p:cNvSpPr>
                  <a:spLocks noEditPoints="1"/>
                </p:cNvSpPr>
                <p:nvPr/>
              </p:nvSpPr>
              <p:spPr bwMode="gray">
                <a:xfrm>
                  <a:off x="-22397" y="-18756"/>
                  <a:ext cx="4840" cy="2093"/>
                </a:xfrm>
                <a:custGeom>
                  <a:avLst/>
                  <a:gdLst>
                    <a:gd name="T0" fmla="*/ 1650 w 2049"/>
                    <a:gd name="T1" fmla="*/ 628 h 886"/>
                    <a:gd name="T2" fmla="*/ 1600 w 2049"/>
                    <a:gd name="T3" fmla="*/ 619 h 886"/>
                    <a:gd name="T4" fmla="*/ 1594 w 2049"/>
                    <a:gd name="T5" fmla="*/ 717 h 886"/>
                    <a:gd name="T6" fmla="*/ 1594 w 2049"/>
                    <a:gd name="T7" fmla="*/ 777 h 886"/>
                    <a:gd name="T8" fmla="*/ 1677 w 2049"/>
                    <a:gd name="T9" fmla="*/ 696 h 886"/>
                    <a:gd name="T10" fmla="*/ 1691 w 2049"/>
                    <a:gd name="T11" fmla="*/ 558 h 886"/>
                    <a:gd name="T12" fmla="*/ 1597 w 2049"/>
                    <a:gd name="T13" fmla="*/ 572 h 886"/>
                    <a:gd name="T14" fmla="*/ 1561 w 2049"/>
                    <a:gd name="T15" fmla="*/ 513 h 886"/>
                    <a:gd name="T16" fmla="*/ 2008 w 2049"/>
                    <a:gd name="T17" fmla="*/ 53 h 886"/>
                    <a:gd name="T18" fmla="*/ 1735 w 2049"/>
                    <a:gd name="T19" fmla="*/ 24 h 886"/>
                    <a:gd name="T20" fmla="*/ 1622 w 2049"/>
                    <a:gd name="T21" fmla="*/ 0 h 886"/>
                    <a:gd name="T22" fmla="*/ 1141 w 2049"/>
                    <a:gd name="T23" fmla="*/ 107 h 886"/>
                    <a:gd name="T24" fmla="*/ 1138 w 2049"/>
                    <a:gd name="T25" fmla="*/ 211 h 886"/>
                    <a:gd name="T26" fmla="*/ 1051 w 2049"/>
                    <a:gd name="T27" fmla="*/ 238 h 886"/>
                    <a:gd name="T28" fmla="*/ 837 w 2049"/>
                    <a:gd name="T29" fmla="*/ 261 h 886"/>
                    <a:gd name="T30" fmla="*/ 939 w 2049"/>
                    <a:gd name="T31" fmla="*/ 316 h 886"/>
                    <a:gd name="T32" fmla="*/ 1037 w 2049"/>
                    <a:gd name="T33" fmla="*/ 311 h 886"/>
                    <a:gd name="T34" fmla="*/ 898 w 2049"/>
                    <a:gd name="T35" fmla="*/ 357 h 886"/>
                    <a:gd name="T36" fmla="*/ 745 w 2049"/>
                    <a:gd name="T37" fmla="*/ 404 h 886"/>
                    <a:gd name="T38" fmla="*/ 643 w 2049"/>
                    <a:gd name="T39" fmla="*/ 462 h 886"/>
                    <a:gd name="T40" fmla="*/ 689 w 2049"/>
                    <a:gd name="T41" fmla="*/ 491 h 886"/>
                    <a:gd name="T42" fmla="*/ 619 w 2049"/>
                    <a:gd name="T43" fmla="*/ 510 h 886"/>
                    <a:gd name="T44" fmla="*/ 678 w 2049"/>
                    <a:gd name="T45" fmla="*/ 554 h 886"/>
                    <a:gd name="T46" fmla="*/ 694 w 2049"/>
                    <a:gd name="T47" fmla="*/ 576 h 886"/>
                    <a:gd name="T48" fmla="*/ 785 w 2049"/>
                    <a:gd name="T49" fmla="*/ 580 h 886"/>
                    <a:gd name="T50" fmla="*/ 815 w 2049"/>
                    <a:gd name="T51" fmla="*/ 598 h 886"/>
                    <a:gd name="T52" fmla="*/ 697 w 2049"/>
                    <a:gd name="T53" fmla="*/ 654 h 886"/>
                    <a:gd name="T54" fmla="*/ 491 w 2049"/>
                    <a:gd name="T55" fmla="*/ 747 h 886"/>
                    <a:gd name="T56" fmla="*/ 385 w 2049"/>
                    <a:gd name="T57" fmla="*/ 763 h 886"/>
                    <a:gd name="T58" fmla="*/ 373 w 2049"/>
                    <a:gd name="T59" fmla="*/ 783 h 886"/>
                    <a:gd name="T60" fmla="*/ 514 w 2049"/>
                    <a:gd name="T61" fmla="*/ 746 h 886"/>
                    <a:gd name="T62" fmla="*/ 653 w 2049"/>
                    <a:gd name="T63" fmla="*/ 697 h 886"/>
                    <a:gd name="T64" fmla="*/ 841 w 2049"/>
                    <a:gd name="T65" fmla="*/ 628 h 886"/>
                    <a:gd name="T66" fmla="*/ 1015 w 2049"/>
                    <a:gd name="T67" fmla="*/ 545 h 886"/>
                    <a:gd name="T68" fmla="*/ 1234 w 2049"/>
                    <a:gd name="T69" fmla="*/ 485 h 886"/>
                    <a:gd name="T70" fmla="*/ 1075 w 2049"/>
                    <a:gd name="T71" fmla="*/ 536 h 886"/>
                    <a:gd name="T72" fmla="*/ 1211 w 2049"/>
                    <a:gd name="T73" fmla="*/ 530 h 886"/>
                    <a:gd name="T74" fmla="*/ 1336 w 2049"/>
                    <a:gd name="T75" fmla="*/ 492 h 886"/>
                    <a:gd name="T76" fmla="*/ 1472 w 2049"/>
                    <a:gd name="T77" fmla="*/ 532 h 886"/>
                    <a:gd name="T78" fmla="*/ 1541 w 2049"/>
                    <a:gd name="T79" fmla="*/ 573 h 886"/>
                    <a:gd name="T80" fmla="*/ 1630 w 2049"/>
                    <a:gd name="T81" fmla="*/ 585 h 886"/>
                    <a:gd name="T82" fmla="*/ 1679 w 2049"/>
                    <a:gd name="T83" fmla="*/ 607 h 886"/>
                    <a:gd name="T84" fmla="*/ 1636 w 2049"/>
                    <a:gd name="T85" fmla="*/ 670 h 886"/>
                    <a:gd name="T86" fmla="*/ 1660 w 2049"/>
                    <a:gd name="T87" fmla="*/ 733 h 886"/>
                    <a:gd name="T88" fmla="*/ 1623 w 2049"/>
                    <a:gd name="T89" fmla="*/ 785 h 886"/>
                    <a:gd name="T90" fmla="*/ 1707 w 2049"/>
                    <a:gd name="T91" fmla="*/ 721 h 886"/>
                    <a:gd name="T92" fmla="*/ 1598 w 2049"/>
                    <a:gd name="T93" fmla="*/ 704 h 886"/>
                    <a:gd name="T94" fmla="*/ 1546 w 2049"/>
                    <a:gd name="T95" fmla="*/ 720 h 886"/>
                    <a:gd name="T96" fmla="*/ 510 w 2049"/>
                    <a:gd name="T97" fmla="*/ 517 h 886"/>
                    <a:gd name="T98" fmla="*/ 76 w 2049"/>
                    <a:gd name="T99" fmla="*/ 849 h 886"/>
                    <a:gd name="T100" fmla="*/ 859 w 2049"/>
                    <a:gd name="T101" fmla="*/ 663 h 886"/>
                    <a:gd name="T102" fmla="*/ 881 w 2049"/>
                    <a:gd name="T103" fmla="*/ 664 h 886"/>
                    <a:gd name="T104" fmla="*/ 908 w 2049"/>
                    <a:gd name="T105" fmla="*/ 635 h 886"/>
                    <a:gd name="T106" fmla="*/ 1646 w 2049"/>
                    <a:gd name="T107" fmla="*/ 762 h 886"/>
                    <a:gd name="T108" fmla="*/ 923 w 2049"/>
                    <a:gd name="T109" fmla="*/ 630 h 886"/>
                    <a:gd name="T110" fmla="*/ 290 w 2049"/>
                    <a:gd name="T111" fmla="*/ 788 h 886"/>
                    <a:gd name="T112" fmla="*/ 221 w 2049"/>
                    <a:gd name="T113" fmla="*/ 814 h 8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049" h="886">
                      <a:moveTo>
                        <a:pt x="1636" y="622"/>
                      </a:moveTo>
                      <a:cubicBezTo>
                        <a:pt x="1628" y="629"/>
                        <a:pt x="1614" y="645"/>
                        <a:pt x="1614" y="645"/>
                      </a:cubicBezTo>
                      <a:cubicBezTo>
                        <a:pt x="1602" y="669"/>
                        <a:pt x="1602" y="669"/>
                        <a:pt x="1602" y="669"/>
                      </a:cubicBezTo>
                      <a:cubicBezTo>
                        <a:pt x="1602" y="669"/>
                        <a:pt x="1623" y="665"/>
                        <a:pt x="1633" y="656"/>
                      </a:cubicBezTo>
                      <a:cubicBezTo>
                        <a:pt x="1643" y="647"/>
                        <a:pt x="1640" y="638"/>
                        <a:pt x="1640" y="638"/>
                      </a:cubicBezTo>
                      <a:cubicBezTo>
                        <a:pt x="1650" y="628"/>
                        <a:pt x="1650" y="628"/>
                        <a:pt x="1650" y="628"/>
                      </a:cubicBezTo>
                      <a:cubicBezTo>
                        <a:pt x="1650" y="628"/>
                        <a:pt x="1644" y="615"/>
                        <a:pt x="1636" y="622"/>
                      </a:cubicBezTo>
                      <a:close/>
                      <a:moveTo>
                        <a:pt x="1600" y="619"/>
                      </a:moveTo>
                      <a:cubicBezTo>
                        <a:pt x="1600" y="619"/>
                        <a:pt x="1575" y="626"/>
                        <a:pt x="1576" y="633"/>
                      </a:cubicBezTo>
                      <a:cubicBezTo>
                        <a:pt x="1577" y="640"/>
                        <a:pt x="1586" y="650"/>
                        <a:pt x="1586" y="650"/>
                      </a:cubicBezTo>
                      <a:cubicBezTo>
                        <a:pt x="1597" y="654"/>
                        <a:pt x="1614" y="646"/>
                        <a:pt x="1614" y="636"/>
                      </a:cubicBezTo>
                      <a:cubicBezTo>
                        <a:pt x="1614" y="626"/>
                        <a:pt x="1600" y="619"/>
                        <a:pt x="1600" y="619"/>
                      </a:cubicBezTo>
                      <a:close/>
                      <a:moveTo>
                        <a:pt x="1544" y="792"/>
                      </a:moveTo>
                      <a:cubicBezTo>
                        <a:pt x="1553" y="793"/>
                        <a:pt x="1553" y="793"/>
                        <a:pt x="1553" y="793"/>
                      </a:cubicBezTo>
                      <a:cubicBezTo>
                        <a:pt x="1559" y="768"/>
                        <a:pt x="1559" y="768"/>
                        <a:pt x="1559" y="768"/>
                      </a:cubicBezTo>
                      <a:cubicBezTo>
                        <a:pt x="1548" y="773"/>
                        <a:pt x="1548" y="773"/>
                        <a:pt x="1548" y="773"/>
                      </a:cubicBezTo>
                      <a:lnTo>
                        <a:pt x="1544" y="792"/>
                      </a:lnTo>
                      <a:close/>
                      <a:moveTo>
                        <a:pt x="1594" y="717"/>
                      </a:moveTo>
                      <a:cubicBezTo>
                        <a:pt x="1581" y="726"/>
                        <a:pt x="1581" y="726"/>
                        <a:pt x="1581" y="726"/>
                      </a:cubicBezTo>
                      <a:cubicBezTo>
                        <a:pt x="1581" y="726"/>
                        <a:pt x="1587" y="732"/>
                        <a:pt x="1591" y="733"/>
                      </a:cubicBezTo>
                      <a:cubicBezTo>
                        <a:pt x="1595" y="734"/>
                        <a:pt x="1577" y="743"/>
                        <a:pt x="1573" y="745"/>
                      </a:cubicBezTo>
                      <a:cubicBezTo>
                        <a:pt x="1569" y="747"/>
                        <a:pt x="1563" y="758"/>
                        <a:pt x="1568" y="767"/>
                      </a:cubicBezTo>
                      <a:cubicBezTo>
                        <a:pt x="1573" y="776"/>
                        <a:pt x="1572" y="794"/>
                        <a:pt x="1572" y="794"/>
                      </a:cubicBezTo>
                      <a:cubicBezTo>
                        <a:pt x="1572" y="794"/>
                        <a:pt x="1586" y="786"/>
                        <a:pt x="1594" y="777"/>
                      </a:cubicBezTo>
                      <a:cubicBezTo>
                        <a:pt x="1602" y="768"/>
                        <a:pt x="1590" y="756"/>
                        <a:pt x="1590" y="756"/>
                      </a:cubicBezTo>
                      <a:cubicBezTo>
                        <a:pt x="1590" y="756"/>
                        <a:pt x="1600" y="755"/>
                        <a:pt x="1609" y="745"/>
                      </a:cubicBezTo>
                      <a:cubicBezTo>
                        <a:pt x="1618" y="735"/>
                        <a:pt x="1594" y="717"/>
                        <a:pt x="1594" y="717"/>
                      </a:cubicBezTo>
                      <a:close/>
                      <a:moveTo>
                        <a:pt x="1707" y="721"/>
                      </a:moveTo>
                      <a:cubicBezTo>
                        <a:pt x="1707" y="721"/>
                        <a:pt x="1700" y="719"/>
                        <a:pt x="1700" y="714"/>
                      </a:cubicBezTo>
                      <a:cubicBezTo>
                        <a:pt x="1700" y="710"/>
                        <a:pt x="1672" y="709"/>
                        <a:pt x="1677" y="696"/>
                      </a:cubicBezTo>
                      <a:cubicBezTo>
                        <a:pt x="1682" y="683"/>
                        <a:pt x="1688" y="666"/>
                        <a:pt x="1688" y="666"/>
                      </a:cubicBezTo>
                      <a:cubicBezTo>
                        <a:pt x="1688" y="642"/>
                        <a:pt x="1688" y="642"/>
                        <a:pt x="1688" y="642"/>
                      </a:cubicBezTo>
                      <a:cubicBezTo>
                        <a:pt x="1688" y="642"/>
                        <a:pt x="1705" y="623"/>
                        <a:pt x="1698" y="606"/>
                      </a:cubicBezTo>
                      <a:cubicBezTo>
                        <a:pt x="1692" y="588"/>
                        <a:pt x="1685" y="586"/>
                        <a:pt x="1685" y="586"/>
                      </a:cubicBezTo>
                      <a:cubicBezTo>
                        <a:pt x="1691" y="575"/>
                        <a:pt x="1691" y="575"/>
                        <a:pt x="1691" y="575"/>
                      </a:cubicBezTo>
                      <a:cubicBezTo>
                        <a:pt x="1691" y="558"/>
                        <a:pt x="1691" y="558"/>
                        <a:pt x="1691" y="558"/>
                      </a:cubicBezTo>
                      <a:cubicBezTo>
                        <a:pt x="1691" y="558"/>
                        <a:pt x="1718" y="548"/>
                        <a:pt x="1699" y="542"/>
                      </a:cubicBezTo>
                      <a:cubicBezTo>
                        <a:pt x="1681" y="537"/>
                        <a:pt x="1653" y="547"/>
                        <a:pt x="1653" y="547"/>
                      </a:cubicBezTo>
                      <a:cubicBezTo>
                        <a:pt x="1651" y="555"/>
                        <a:pt x="1651" y="555"/>
                        <a:pt x="1651" y="555"/>
                      </a:cubicBezTo>
                      <a:cubicBezTo>
                        <a:pt x="1639" y="555"/>
                        <a:pt x="1639" y="555"/>
                        <a:pt x="1639" y="555"/>
                      </a:cubicBezTo>
                      <a:cubicBezTo>
                        <a:pt x="1639" y="555"/>
                        <a:pt x="1633" y="565"/>
                        <a:pt x="1625" y="565"/>
                      </a:cubicBezTo>
                      <a:cubicBezTo>
                        <a:pt x="1618" y="565"/>
                        <a:pt x="1597" y="572"/>
                        <a:pt x="1597" y="572"/>
                      </a:cubicBezTo>
                      <a:cubicBezTo>
                        <a:pt x="1597" y="572"/>
                        <a:pt x="1581" y="585"/>
                        <a:pt x="1575" y="585"/>
                      </a:cubicBezTo>
                      <a:cubicBezTo>
                        <a:pt x="1570" y="585"/>
                        <a:pt x="1589" y="566"/>
                        <a:pt x="1589" y="566"/>
                      </a:cubicBezTo>
                      <a:cubicBezTo>
                        <a:pt x="1589" y="566"/>
                        <a:pt x="1570" y="558"/>
                        <a:pt x="1570" y="547"/>
                      </a:cubicBezTo>
                      <a:cubicBezTo>
                        <a:pt x="1570" y="537"/>
                        <a:pt x="1570" y="528"/>
                        <a:pt x="1570" y="528"/>
                      </a:cubicBezTo>
                      <a:cubicBezTo>
                        <a:pt x="1585" y="513"/>
                        <a:pt x="1585" y="513"/>
                        <a:pt x="1585" y="513"/>
                      </a:cubicBezTo>
                      <a:cubicBezTo>
                        <a:pt x="1561" y="513"/>
                        <a:pt x="1561" y="513"/>
                        <a:pt x="1561" y="513"/>
                      </a:cubicBezTo>
                      <a:cubicBezTo>
                        <a:pt x="1561" y="513"/>
                        <a:pt x="1552" y="518"/>
                        <a:pt x="1549" y="518"/>
                      </a:cubicBezTo>
                      <a:cubicBezTo>
                        <a:pt x="1549" y="518"/>
                        <a:pt x="1520" y="524"/>
                        <a:pt x="1514" y="518"/>
                      </a:cubicBezTo>
                      <a:cubicBezTo>
                        <a:pt x="1508" y="512"/>
                        <a:pt x="1534" y="498"/>
                        <a:pt x="1534" y="498"/>
                      </a:cubicBezTo>
                      <a:cubicBezTo>
                        <a:pt x="2049" y="74"/>
                        <a:pt x="2049" y="74"/>
                        <a:pt x="2049" y="74"/>
                      </a:cubicBezTo>
                      <a:cubicBezTo>
                        <a:pt x="2037" y="74"/>
                        <a:pt x="2037" y="74"/>
                        <a:pt x="2037" y="74"/>
                      </a:cubicBezTo>
                      <a:cubicBezTo>
                        <a:pt x="2037" y="74"/>
                        <a:pt x="2034" y="51"/>
                        <a:pt x="2008" y="53"/>
                      </a:cubicBezTo>
                      <a:cubicBezTo>
                        <a:pt x="1982" y="55"/>
                        <a:pt x="1951" y="64"/>
                        <a:pt x="1947" y="64"/>
                      </a:cubicBezTo>
                      <a:cubicBezTo>
                        <a:pt x="1943" y="64"/>
                        <a:pt x="1916" y="50"/>
                        <a:pt x="1912" y="48"/>
                      </a:cubicBezTo>
                      <a:cubicBezTo>
                        <a:pt x="1908" y="46"/>
                        <a:pt x="1858" y="47"/>
                        <a:pt x="1858" y="47"/>
                      </a:cubicBezTo>
                      <a:cubicBezTo>
                        <a:pt x="1858" y="47"/>
                        <a:pt x="1842" y="39"/>
                        <a:pt x="1824" y="37"/>
                      </a:cubicBezTo>
                      <a:cubicBezTo>
                        <a:pt x="1806" y="35"/>
                        <a:pt x="1735" y="38"/>
                        <a:pt x="1732" y="38"/>
                      </a:cubicBezTo>
                      <a:cubicBezTo>
                        <a:pt x="1729" y="38"/>
                        <a:pt x="1735" y="24"/>
                        <a:pt x="1735" y="24"/>
                      </a:cubicBezTo>
                      <a:cubicBezTo>
                        <a:pt x="1735" y="24"/>
                        <a:pt x="1699" y="19"/>
                        <a:pt x="1694" y="18"/>
                      </a:cubicBezTo>
                      <a:cubicBezTo>
                        <a:pt x="1689" y="17"/>
                        <a:pt x="1656" y="24"/>
                        <a:pt x="1656" y="24"/>
                      </a:cubicBezTo>
                      <a:cubicBezTo>
                        <a:pt x="1676" y="2"/>
                        <a:pt x="1676" y="2"/>
                        <a:pt x="1676" y="2"/>
                      </a:cubicBezTo>
                      <a:cubicBezTo>
                        <a:pt x="1621" y="24"/>
                        <a:pt x="1621" y="24"/>
                        <a:pt x="1621" y="24"/>
                      </a:cubicBezTo>
                      <a:cubicBezTo>
                        <a:pt x="1642" y="2"/>
                        <a:pt x="1642" y="2"/>
                        <a:pt x="1642" y="2"/>
                      </a:cubicBezTo>
                      <a:cubicBezTo>
                        <a:pt x="1622" y="0"/>
                        <a:pt x="1622" y="0"/>
                        <a:pt x="1622" y="0"/>
                      </a:cubicBezTo>
                      <a:cubicBezTo>
                        <a:pt x="1622" y="0"/>
                        <a:pt x="1591" y="22"/>
                        <a:pt x="1561" y="22"/>
                      </a:cubicBezTo>
                      <a:cubicBezTo>
                        <a:pt x="1531" y="22"/>
                        <a:pt x="1485" y="16"/>
                        <a:pt x="1477" y="24"/>
                      </a:cubicBezTo>
                      <a:cubicBezTo>
                        <a:pt x="1469" y="32"/>
                        <a:pt x="1439" y="39"/>
                        <a:pt x="1439" y="39"/>
                      </a:cubicBezTo>
                      <a:cubicBezTo>
                        <a:pt x="1439" y="39"/>
                        <a:pt x="1390" y="39"/>
                        <a:pt x="1364" y="42"/>
                      </a:cubicBezTo>
                      <a:cubicBezTo>
                        <a:pt x="1338" y="45"/>
                        <a:pt x="1277" y="91"/>
                        <a:pt x="1235" y="97"/>
                      </a:cubicBezTo>
                      <a:cubicBezTo>
                        <a:pt x="1193" y="103"/>
                        <a:pt x="1141" y="107"/>
                        <a:pt x="1141" y="107"/>
                      </a:cubicBezTo>
                      <a:cubicBezTo>
                        <a:pt x="1141" y="107"/>
                        <a:pt x="1078" y="128"/>
                        <a:pt x="1081" y="133"/>
                      </a:cubicBezTo>
                      <a:cubicBezTo>
                        <a:pt x="1084" y="138"/>
                        <a:pt x="1105" y="149"/>
                        <a:pt x="1105" y="149"/>
                      </a:cubicBezTo>
                      <a:cubicBezTo>
                        <a:pt x="1105" y="149"/>
                        <a:pt x="1118" y="172"/>
                        <a:pt x="1112" y="175"/>
                      </a:cubicBezTo>
                      <a:cubicBezTo>
                        <a:pt x="1106" y="178"/>
                        <a:pt x="1097" y="187"/>
                        <a:pt x="1097" y="187"/>
                      </a:cubicBezTo>
                      <a:cubicBezTo>
                        <a:pt x="1157" y="188"/>
                        <a:pt x="1157" y="188"/>
                        <a:pt x="1157" y="188"/>
                      </a:cubicBezTo>
                      <a:cubicBezTo>
                        <a:pt x="1138" y="211"/>
                        <a:pt x="1138" y="211"/>
                        <a:pt x="1138" y="211"/>
                      </a:cubicBezTo>
                      <a:cubicBezTo>
                        <a:pt x="1182" y="213"/>
                        <a:pt x="1182" y="213"/>
                        <a:pt x="1182" y="213"/>
                      </a:cubicBezTo>
                      <a:cubicBezTo>
                        <a:pt x="1175" y="225"/>
                        <a:pt x="1175" y="225"/>
                        <a:pt x="1175" y="225"/>
                      </a:cubicBezTo>
                      <a:cubicBezTo>
                        <a:pt x="1139" y="224"/>
                        <a:pt x="1139" y="224"/>
                        <a:pt x="1139" y="224"/>
                      </a:cubicBezTo>
                      <a:cubicBezTo>
                        <a:pt x="1132" y="232"/>
                        <a:pt x="1132" y="232"/>
                        <a:pt x="1132" y="232"/>
                      </a:cubicBezTo>
                      <a:cubicBezTo>
                        <a:pt x="1110" y="232"/>
                        <a:pt x="1110" y="232"/>
                        <a:pt x="1110" y="232"/>
                      </a:cubicBezTo>
                      <a:cubicBezTo>
                        <a:pt x="1110" y="232"/>
                        <a:pt x="1076" y="238"/>
                        <a:pt x="1051" y="238"/>
                      </a:cubicBezTo>
                      <a:cubicBezTo>
                        <a:pt x="1026" y="238"/>
                        <a:pt x="1031" y="228"/>
                        <a:pt x="1045" y="223"/>
                      </a:cubicBezTo>
                      <a:cubicBezTo>
                        <a:pt x="1059" y="218"/>
                        <a:pt x="1017" y="215"/>
                        <a:pt x="1017" y="215"/>
                      </a:cubicBezTo>
                      <a:cubicBezTo>
                        <a:pt x="1017" y="215"/>
                        <a:pt x="969" y="213"/>
                        <a:pt x="967" y="221"/>
                      </a:cubicBezTo>
                      <a:cubicBezTo>
                        <a:pt x="965" y="229"/>
                        <a:pt x="969" y="234"/>
                        <a:pt x="969" y="234"/>
                      </a:cubicBezTo>
                      <a:cubicBezTo>
                        <a:pt x="969" y="234"/>
                        <a:pt x="934" y="236"/>
                        <a:pt x="911" y="239"/>
                      </a:cubicBezTo>
                      <a:cubicBezTo>
                        <a:pt x="888" y="242"/>
                        <a:pt x="820" y="255"/>
                        <a:pt x="837" y="261"/>
                      </a:cubicBezTo>
                      <a:cubicBezTo>
                        <a:pt x="854" y="267"/>
                        <a:pt x="877" y="270"/>
                        <a:pt x="877" y="270"/>
                      </a:cubicBezTo>
                      <a:cubicBezTo>
                        <a:pt x="848" y="280"/>
                        <a:pt x="848" y="280"/>
                        <a:pt x="848" y="280"/>
                      </a:cubicBezTo>
                      <a:cubicBezTo>
                        <a:pt x="840" y="307"/>
                        <a:pt x="840" y="307"/>
                        <a:pt x="840" y="307"/>
                      </a:cubicBezTo>
                      <a:cubicBezTo>
                        <a:pt x="840" y="307"/>
                        <a:pt x="864" y="311"/>
                        <a:pt x="880" y="311"/>
                      </a:cubicBezTo>
                      <a:cubicBezTo>
                        <a:pt x="896" y="311"/>
                        <a:pt x="910" y="308"/>
                        <a:pt x="910" y="308"/>
                      </a:cubicBezTo>
                      <a:cubicBezTo>
                        <a:pt x="939" y="316"/>
                        <a:pt x="939" y="316"/>
                        <a:pt x="939" y="316"/>
                      </a:cubicBezTo>
                      <a:cubicBezTo>
                        <a:pt x="948" y="304"/>
                        <a:pt x="948" y="304"/>
                        <a:pt x="948" y="304"/>
                      </a:cubicBezTo>
                      <a:cubicBezTo>
                        <a:pt x="957" y="315"/>
                        <a:pt x="957" y="315"/>
                        <a:pt x="957" y="315"/>
                      </a:cubicBezTo>
                      <a:cubicBezTo>
                        <a:pt x="957" y="315"/>
                        <a:pt x="989" y="297"/>
                        <a:pt x="994" y="297"/>
                      </a:cubicBezTo>
                      <a:cubicBezTo>
                        <a:pt x="999" y="297"/>
                        <a:pt x="1007" y="303"/>
                        <a:pt x="1017" y="299"/>
                      </a:cubicBezTo>
                      <a:cubicBezTo>
                        <a:pt x="1027" y="295"/>
                        <a:pt x="1045" y="281"/>
                        <a:pt x="1046" y="290"/>
                      </a:cubicBezTo>
                      <a:cubicBezTo>
                        <a:pt x="1047" y="299"/>
                        <a:pt x="1037" y="311"/>
                        <a:pt x="1037" y="311"/>
                      </a:cubicBezTo>
                      <a:cubicBezTo>
                        <a:pt x="999" y="312"/>
                        <a:pt x="999" y="312"/>
                        <a:pt x="999" y="312"/>
                      </a:cubicBezTo>
                      <a:cubicBezTo>
                        <a:pt x="1004" y="333"/>
                        <a:pt x="1004" y="333"/>
                        <a:pt x="1004" y="333"/>
                      </a:cubicBezTo>
                      <a:cubicBezTo>
                        <a:pt x="1004" y="333"/>
                        <a:pt x="976" y="360"/>
                        <a:pt x="958" y="361"/>
                      </a:cubicBezTo>
                      <a:cubicBezTo>
                        <a:pt x="940" y="362"/>
                        <a:pt x="920" y="362"/>
                        <a:pt x="920" y="362"/>
                      </a:cubicBezTo>
                      <a:cubicBezTo>
                        <a:pt x="910" y="350"/>
                        <a:pt x="910" y="350"/>
                        <a:pt x="910" y="350"/>
                      </a:cubicBezTo>
                      <a:cubicBezTo>
                        <a:pt x="898" y="357"/>
                        <a:pt x="898" y="357"/>
                        <a:pt x="898" y="357"/>
                      </a:cubicBezTo>
                      <a:cubicBezTo>
                        <a:pt x="898" y="365"/>
                        <a:pt x="898" y="365"/>
                        <a:pt x="898" y="365"/>
                      </a:cubicBezTo>
                      <a:cubicBezTo>
                        <a:pt x="898" y="365"/>
                        <a:pt x="857" y="389"/>
                        <a:pt x="844" y="381"/>
                      </a:cubicBezTo>
                      <a:cubicBezTo>
                        <a:pt x="831" y="373"/>
                        <a:pt x="824" y="371"/>
                        <a:pt x="824" y="371"/>
                      </a:cubicBezTo>
                      <a:cubicBezTo>
                        <a:pt x="762" y="406"/>
                        <a:pt x="762" y="406"/>
                        <a:pt x="762" y="406"/>
                      </a:cubicBezTo>
                      <a:cubicBezTo>
                        <a:pt x="748" y="418"/>
                        <a:pt x="748" y="418"/>
                        <a:pt x="748" y="418"/>
                      </a:cubicBezTo>
                      <a:cubicBezTo>
                        <a:pt x="745" y="404"/>
                        <a:pt x="745" y="404"/>
                        <a:pt x="745" y="404"/>
                      </a:cubicBezTo>
                      <a:cubicBezTo>
                        <a:pt x="745" y="404"/>
                        <a:pt x="720" y="415"/>
                        <a:pt x="706" y="420"/>
                      </a:cubicBezTo>
                      <a:cubicBezTo>
                        <a:pt x="692" y="425"/>
                        <a:pt x="682" y="440"/>
                        <a:pt x="682" y="440"/>
                      </a:cubicBezTo>
                      <a:cubicBezTo>
                        <a:pt x="662" y="434"/>
                        <a:pt x="662" y="434"/>
                        <a:pt x="662" y="434"/>
                      </a:cubicBezTo>
                      <a:cubicBezTo>
                        <a:pt x="662" y="447"/>
                        <a:pt x="662" y="447"/>
                        <a:pt x="662" y="447"/>
                      </a:cubicBezTo>
                      <a:cubicBezTo>
                        <a:pt x="662" y="447"/>
                        <a:pt x="649" y="441"/>
                        <a:pt x="646" y="447"/>
                      </a:cubicBezTo>
                      <a:cubicBezTo>
                        <a:pt x="643" y="453"/>
                        <a:pt x="643" y="462"/>
                        <a:pt x="643" y="462"/>
                      </a:cubicBezTo>
                      <a:cubicBezTo>
                        <a:pt x="636" y="471"/>
                        <a:pt x="636" y="471"/>
                        <a:pt x="636" y="471"/>
                      </a:cubicBezTo>
                      <a:cubicBezTo>
                        <a:pt x="676" y="457"/>
                        <a:pt x="676" y="457"/>
                        <a:pt x="676" y="457"/>
                      </a:cubicBezTo>
                      <a:cubicBezTo>
                        <a:pt x="661" y="469"/>
                        <a:pt x="661" y="469"/>
                        <a:pt x="661" y="469"/>
                      </a:cubicBezTo>
                      <a:cubicBezTo>
                        <a:pt x="661" y="475"/>
                        <a:pt x="661" y="475"/>
                        <a:pt x="661" y="475"/>
                      </a:cubicBezTo>
                      <a:cubicBezTo>
                        <a:pt x="648" y="483"/>
                        <a:pt x="648" y="483"/>
                        <a:pt x="648" y="483"/>
                      </a:cubicBezTo>
                      <a:cubicBezTo>
                        <a:pt x="648" y="483"/>
                        <a:pt x="698" y="482"/>
                        <a:pt x="689" y="491"/>
                      </a:cubicBezTo>
                      <a:cubicBezTo>
                        <a:pt x="680" y="500"/>
                        <a:pt x="658" y="498"/>
                        <a:pt x="658" y="498"/>
                      </a:cubicBezTo>
                      <a:cubicBezTo>
                        <a:pt x="641" y="502"/>
                        <a:pt x="641" y="502"/>
                        <a:pt x="641" y="502"/>
                      </a:cubicBezTo>
                      <a:cubicBezTo>
                        <a:pt x="649" y="494"/>
                        <a:pt x="649" y="494"/>
                        <a:pt x="649" y="494"/>
                      </a:cubicBezTo>
                      <a:cubicBezTo>
                        <a:pt x="640" y="489"/>
                        <a:pt x="640" y="489"/>
                        <a:pt x="640" y="489"/>
                      </a:cubicBezTo>
                      <a:cubicBezTo>
                        <a:pt x="640" y="489"/>
                        <a:pt x="611" y="500"/>
                        <a:pt x="612" y="503"/>
                      </a:cubicBezTo>
                      <a:cubicBezTo>
                        <a:pt x="613" y="506"/>
                        <a:pt x="619" y="510"/>
                        <a:pt x="619" y="510"/>
                      </a:cubicBezTo>
                      <a:cubicBezTo>
                        <a:pt x="619" y="510"/>
                        <a:pt x="608" y="537"/>
                        <a:pt x="612" y="538"/>
                      </a:cubicBezTo>
                      <a:cubicBezTo>
                        <a:pt x="616" y="539"/>
                        <a:pt x="659" y="536"/>
                        <a:pt x="659" y="536"/>
                      </a:cubicBezTo>
                      <a:cubicBezTo>
                        <a:pt x="691" y="518"/>
                        <a:pt x="691" y="518"/>
                        <a:pt x="691" y="518"/>
                      </a:cubicBezTo>
                      <a:cubicBezTo>
                        <a:pt x="738" y="499"/>
                        <a:pt x="738" y="499"/>
                        <a:pt x="738" y="499"/>
                      </a:cubicBezTo>
                      <a:cubicBezTo>
                        <a:pt x="738" y="499"/>
                        <a:pt x="694" y="520"/>
                        <a:pt x="689" y="528"/>
                      </a:cubicBezTo>
                      <a:cubicBezTo>
                        <a:pt x="684" y="536"/>
                        <a:pt x="685" y="552"/>
                        <a:pt x="678" y="554"/>
                      </a:cubicBezTo>
                      <a:cubicBezTo>
                        <a:pt x="671" y="556"/>
                        <a:pt x="659" y="549"/>
                        <a:pt x="653" y="558"/>
                      </a:cubicBezTo>
                      <a:cubicBezTo>
                        <a:pt x="647" y="567"/>
                        <a:pt x="643" y="577"/>
                        <a:pt x="638" y="582"/>
                      </a:cubicBezTo>
                      <a:cubicBezTo>
                        <a:pt x="633" y="587"/>
                        <a:pt x="618" y="596"/>
                        <a:pt x="618" y="596"/>
                      </a:cubicBezTo>
                      <a:cubicBezTo>
                        <a:pt x="654" y="592"/>
                        <a:pt x="654" y="592"/>
                        <a:pt x="654" y="592"/>
                      </a:cubicBezTo>
                      <a:cubicBezTo>
                        <a:pt x="647" y="604"/>
                        <a:pt x="647" y="604"/>
                        <a:pt x="647" y="604"/>
                      </a:cubicBezTo>
                      <a:cubicBezTo>
                        <a:pt x="647" y="604"/>
                        <a:pt x="677" y="573"/>
                        <a:pt x="694" y="576"/>
                      </a:cubicBezTo>
                      <a:cubicBezTo>
                        <a:pt x="711" y="579"/>
                        <a:pt x="702" y="584"/>
                        <a:pt x="702" y="584"/>
                      </a:cubicBezTo>
                      <a:cubicBezTo>
                        <a:pt x="718" y="582"/>
                        <a:pt x="718" y="582"/>
                        <a:pt x="718" y="582"/>
                      </a:cubicBezTo>
                      <a:cubicBezTo>
                        <a:pt x="718" y="582"/>
                        <a:pt x="705" y="607"/>
                        <a:pt x="719" y="607"/>
                      </a:cubicBezTo>
                      <a:cubicBezTo>
                        <a:pt x="733" y="607"/>
                        <a:pt x="750" y="585"/>
                        <a:pt x="750" y="585"/>
                      </a:cubicBezTo>
                      <a:cubicBezTo>
                        <a:pt x="778" y="572"/>
                        <a:pt x="778" y="572"/>
                        <a:pt x="778" y="572"/>
                      </a:cubicBezTo>
                      <a:cubicBezTo>
                        <a:pt x="785" y="580"/>
                        <a:pt x="785" y="580"/>
                        <a:pt x="785" y="580"/>
                      </a:cubicBezTo>
                      <a:cubicBezTo>
                        <a:pt x="765" y="582"/>
                        <a:pt x="765" y="582"/>
                        <a:pt x="765" y="582"/>
                      </a:cubicBezTo>
                      <a:cubicBezTo>
                        <a:pt x="765" y="582"/>
                        <a:pt x="751" y="596"/>
                        <a:pt x="762" y="596"/>
                      </a:cubicBezTo>
                      <a:cubicBezTo>
                        <a:pt x="773" y="596"/>
                        <a:pt x="819" y="583"/>
                        <a:pt x="819" y="583"/>
                      </a:cubicBezTo>
                      <a:cubicBezTo>
                        <a:pt x="847" y="571"/>
                        <a:pt x="847" y="571"/>
                        <a:pt x="847" y="571"/>
                      </a:cubicBezTo>
                      <a:cubicBezTo>
                        <a:pt x="815" y="588"/>
                        <a:pt x="815" y="588"/>
                        <a:pt x="815" y="588"/>
                      </a:cubicBezTo>
                      <a:cubicBezTo>
                        <a:pt x="815" y="598"/>
                        <a:pt x="815" y="598"/>
                        <a:pt x="815" y="598"/>
                      </a:cubicBezTo>
                      <a:cubicBezTo>
                        <a:pt x="815" y="598"/>
                        <a:pt x="797" y="599"/>
                        <a:pt x="786" y="603"/>
                      </a:cubicBezTo>
                      <a:cubicBezTo>
                        <a:pt x="775" y="607"/>
                        <a:pt x="767" y="620"/>
                        <a:pt x="767" y="620"/>
                      </a:cubicBezTo>
                      <a:cubicBezTo>
                        <a:pt x="747" y="622"/>
                        <a:pt x="747" y="622"/>
                        <a:pt x="747" y="622"/>
                      </a:cubicBezTo>
                      <a:cubicBezTo>
                        <a:pt x="723" y="642"/>
                        <a:pt x="723" y="642"/>
                        <a:pt x="723" y="642"/>
                      </a:cubicBezTo>
                      <a:cubicBezTo>
                        <a:pt x="724" y="651"/>
                        <a:pt x="724" y="651"/>
                        <a:pt x="724" y="651"/>
                      </a:cubicBezTo>
                      <a:cubicBezTo>
                        <a:pt x="697" y="654"/>
                        <a:pt x="697" y="654"/>
                        <a:pt x="697" y="654"/>
                      </a:cubicBezTo>
                      <a:cubicBezTo>
                        <a:pt x="697" y="654"/>
                        <a:pt x="652" y="663"/>
                        <a:pt x="647" y="670"/>
                      </a:cubicBezTo>
                      <a:cubicBezTo>
                        <a:pt x="642" y="677"/>
                        <a:pt x="645" y="691"/>
                        <a:pt x="636" y="691"/>
                      </a:cubicBezTo>
                      <a:cubicBezTo>
                        <a:pt x="627" y="691"/>
                        <a:pt x="600" y="691"/>
                        <a:pt x="584" y="693"/>
                      </a:cubicBezTo>
                      <a:cubicBezTo>
                        <a:pt x="568" y="695"/>
                        <a:pt x="515" y="734"/>
                        <a:pt x="515" y="734"/>
                      </a:cubicBezTo>
                      <a:cubicBezTo>
                        <a:pt x="500" y="737"/>
                        <a:pt x="500" y="737"/>
                        <a:pt x="500" y="737"/>
                      </a:cubicBezTo>
                      <a:cubicBezTo>
                        <a:pt x="491" y="747"/>
                        <a:pt x="491" y="747"/>
                        <a:pt x="491" y="747"/>
                      </a:cubicBezTo>
                      <a:cubicBezTo>
                        <a:pt x="490" y="736"/>
                        <a:pt x="490" y="736"/>
                        <a:pt x="490" y="736"/>
                      </a:cubicBezTo>
                      <a:cubicBezTo>
                        <a:pt x="490" y="736"/>
                        <a:pt x="458" y="732"/>
                        <a:pt x="447" y="738"/>
                      </a:cubicBezTo>
                      <a:cubicBezTo>
                        <a:pt x="436" y="744"/>
                        <a:pt x="412" y="754"/>
                        <a:pt x="412" y="754"/>
                      </a:cubicBezTo>
                      <a:cubicBezTo>
                        <a:pt x="403" y="752"/>
                        <a:pt x="403" y="752"/>
                        <a:pt x="403" y="752"/>
                      </a:cubicBezTo>
                      <a:cubicBezTo>
                        <a:pt x="404" y="760"/>
                        <a:pt x="404" y="760"/>
                        <a:pt x="404" y="760"/>
                      </a:cubicBezTo>
                      <a:cubicBezTo>
                        <a:pt x="385" y="763"/>
                        <a:pt x="385" y="763"/>
                        <a:pt x="385" y="763"/>
                      </a:cubicBezTo>
                      <a:cubicBezTo>
                        <a:pt x="378" y="769"/>
                        <a:pt x="378" y="769"/>
                        <a:pt x="378" y="769"/>
                      </a:cubicBezTo>
                      <a:cubicBezTo>
                        <a:pt x="362" y="767"/>
                        <a:pt x="362" y="767"/>
                        <a:pt x="362" y="767"/>
                      </a:cubicBezTo>
                      <a:cubicBezTo>
                        <a:pt x="345" y="782"/>
                        <a:pt x="345" y="782"/>
                        <a:pt x="345" y="782"/>
                      </a:cubicBezTo>
                      <a:cubicBezTo>
                        <a:pt x="350" y="788"/>
                        <a:pt x="350" y="788"/>
                        <a:pt x="350" y="788"/>
                      </a:cubicBezTo>
                      <a:cubicBezTo>
                        <a:pt x="360" y="776"/>
                        <a:pt x="360" y="776"/>
                        <a:pt x="360" y="776"/>
                      </a:cubicBezTo>
                      <a:cubicBezTo>
                        <a:pt x="373" y="783"/>
                        <a:pt x="373" y="783"/>
                        <a:pt x="373" y="783"/>
                      </a:cubicBezTo>
                      <a:cubicBezTo>
                        <a:pt x="387" y="771"/>
                        <a:pt x="387" y="771"/>
                        <a:pt x="387" y="771"/>
                      </a:cubicBezTo>
                      <a:cubicBezTo>
                        <a:pt x="388" y="779"/>
                        <a:pt x="388" y="779"/>
                        <a:pt x="388" y="779"/>
                      </a:cubicBezTo>
                      <a:cubicBezTo>
                        <a:pt x="388" y="779"/>
                        <a:pt x="409" y="778"/>
                        <a:pt x="417" y="771"/>
                      </a:cubicBezTo>
                      <a:cubicBezTo>
                        <a:pt x="425" y="764"/>
                        <a:pt x="441" y="750"/>
                        <a:pt x="450" y="748"/>
                      </a:cubicBezTo>
                      <a:cubicBezTo>
                        <a:pt x="459" y="746"/>
                        <a:pt x="451" y="762"/>
                        <a:pt x="464" y="762"/>
                      </a:cubicBezTo>
                      <a:cubicBezTo>
                        <a:pt x="477" y="762"/>
                        <a:pt x="514" y="746"/>
                        <a:pt x="514" y="746"/>
                      </a:cubicBezTo>
                      <a:cubicBezTo>
                        <a:pt x="536" y="752"/>
                        <a:pt x="536" y="752"/>
                        <a:pt x="536" y="752"/>
                      </a:cubicBezTo>
                      <a:cubicBezTo>
                        <a:pt x="548" y="740"/>
                        <a:pt x="548" y="740"/>
                        <a:pt x="548" y="740"/>
                      </a:cubicBezTo>
                      <a:cubicBezTo>
                        <a:pt x="548" y="740"/>
                        <a:pt x="585" y="738"/>
                        <a:pt x="596" y="729"/>
                      </a:cubicBezTo>
                      <a:cubicBezTo>
                        <a:pt x="607" y="720"/>
                        <a:pt x="619" y="706"/>
                        <a:pt x="628" y="705"/>
                      </a:cubicBezTo>
                      <a:cubicBezTo>
                        <a:pt x="637" y="704"/>
                        <a:pt x="649" y="704"/>
                        <a:pt x="649" y="704"/>
                      </a:cubicBezTo>
                      <a:cubicBezTo>
                        <a:pt x="653" y="697"/>
                        <a:pt x="653" y="697"/>
                        <a:pt x="653" y="697"/>
                      </a:cubicBezTo>
                      <a:cubicBezTo>
                        <a:pt x="677" y="697"/>
                        <a:pt x="677" y="697"/>
                        <a:pt x="677" y="697"/>
                      </a:cubicBezTo>
                      <a:cubicBezTo>
                        <a:pt x="684" y="691"/>
                        <a:pt x="684" y="691"/>
                        <a:pt x="684" y="691"/>
                      </a:cubicBezTo>
                      <a:cubicBezTo>
                        <a:pt x="684" y="691"/>
                        <a:pt x="717" y="684"/>
                        <a:pt x="732" y="677"/>
                      </a:cubicBezTo>
                      <a:cubicBezTo>
                        <a:pt x="747" y="670"/>
                        <a:pt x="762" y="656"/>
                        <a:pt x="762" y="656"/>
                      </a:cubicBezTo>
                      <a:cubicBezTo>
                        <a:pt x="803" y="650"/>
                        <a:pt x="803" y="650"/>
                        <a:pt x="803" y="650"/>
                      </a:cubicBezTo>
                      <a:cubicBezTo>
                        <a:pt x="841" y="628"/>
                        <a:pt x="841" y="628"/>
                        <a:pt x="841" y="628"/>
                      </a:cubicBezTo>
                      <a:cubicBezTo>
                        <a:pt x="841" y="628"/>
                        <a:pt x="885" y="627"/>
                        <a:pt x="892" y="620"/>
                      </a:cubicBezTo>
                      <a:cubicBezTo>
                        <a:pt x="899" y="613"/>
                        <a:pt x="912" y="601"/>
                        <a:pt x="912" y="601"/>
                      </a:cubicBezTo>
                      <a:cubicBezTo>
                        <a:pt x="912" y="601"/>
                        <a:pt x="954" y="594"/>
                        <a:pt x="958" y="586"/>
                      </a:cubicBezTo>
                      <a:cubicBezTo>
                        <a:pt x="962" y="578"/>
                        <a:pt x="947" y="578"/>
                        <a:pt x="947" y="578"/>
                      </a:cubicBezTo>
                      <a:cubicBezTo>
                        <a:pt x="947" y="578"/>
                        <a:pt x="970" y="562"/>
                        <a:pt x="979" y="557"/>
                      </a:cubicBezTo>
                      <a:cubicBezTo>
                        <a:pt x="988" y="552"/>
                        <a:pt x="1015" y="545"/>
                        <a:pt x="1015" y="545"/>
                      </a:cubicBezTo>
                      <a:cubicBezTo>
                        <a:pt x="1066" y="526"/>
                        <a:pt x="1066" y="526"/>
                        <a:pt x="1066" y="526"/>
                      </a:cubicBezTo>
                      <a:cubicBezTo>
                        <a:pt x="1060" y="513"/>
                        <a:pt x="1060" y="513"/>
                        <a:pt x="1060" y="513"/>
                      </a:cubicBezTo>
                      <a:cubicBezTo>
                        <a:pt x="1060" y="513"/>
                        <a:pt x="1083" y="519"/>
                        <a:pt x="1090" y="514"/>
                      </a:cubicBezTo>
                      <a:cubicBezTo>
                        <a:pt x="1097" y="509"/>
                        <a:pt x="1130" y="494"/>
                        <a:pt x="1130" y="494"/>
                      </a:cubicBezTo>
                      <a:cubicBezTo>
                        <a:pt x="1130" y="494"/>
                        <a:pt x="1188" y="470"/>
                        <a:pt x="1196" y="467"/>
                      </a:cubicBezTo>
                      <a:cubicBezTo>
                        <a:pt x="1204" y="464"/>
                        <a:pt x="1234" y="485"/>
                        <a:pt x="1234" y="485"/>
                      </a:cubicBezTo>
                      <a:cubicBezTo>
                        <a:pt x="1210" y="485"/>
                        <a:pt x="1210" y="485"/>
                        <a:pt x="1210" y="485"/>
                      </a:cubicBezTo>
                      <a:cubicBezTo>
                        <a:pt x="1197" y="477"/>
                        <a:pt x="1197" y="477"/>
                        <a:pt x="1197" y="477"/>
                      </a:cubicBezTo>
                      <a:cubicBezTo>
                        <a:pt x="1174" y="493"/>
                        <a:pt x="1174" y="493"/>
                        <a:pt x="1174" y="493"/>
                      </a:cubicBezTo>
                      <a:cubicBezTo>
                        <a:pt x="1151" y="493"/>
                        <a:pt x="1151" y="493"/>
                        <a:pt x="1151" y="493"/>
                      </a:cubicBezTo>
                      <a:cubicBezTo>
                        <a:pt x="1151" y="493"/>
                        <a:pt x="1128" y="515"/>
                        <a:pt x="1119" y="518"/>
                      </a:cubicBezTo>
                      <a:cubicBezTo>
                        <a:pt x="1110" y="521"/>
                        <a:pt x="1071" y="527"/>
                        <a:pt x="1075" y="536"/>
                      </a:cubicBezTo>
                      <a:cubicBezTo>
                        <a:pt x="1079" y="545"/>
                        <a:pt x="1099" y="544"/>
                        <a:pt x="1099" y="544"/>
                      </a:cubicBezTo>
                      <a:cubicBezTo>
                        <a:pt x="1099" y="544"/>
                        <a:pt x="1079" y="552"/>
                        <a:pt x="1075" y="552"/>
                      </a:cubicBezTo>
                      <a:cubicBezTo>
                        <a:pt x="1071" y="552"/>
                        <a:pt x="1042" y="551"/>
                        <a:pt x="1042" y="557"/>
                      </a:cubicBezTo>
                      <a:cubicBezTo>
                        <a:pt x="1042" y="563"/>
                        <a:pt x="1045" y="576"/>
                        <a:pt x="1065" y="568"/>
                      </a:cubicBezTo>
                      <a:cubicBezTo>
                        <a:pt x="1085" y="560"/>
                        <a:pt x="1129" y="536"/>
                        <a:pt x="1147" y="532"/>
                      </a:cubicBezTo>
                      <a:cubicBezTo>
                        <a:pt x="1165" y="528"/>
                        <a:pt x="1197" y="537"/>
                        <a:pt x="1211" y="530"/>
                      </a:cubicBezTo>
                      <a:cubicBezTo>
                        <a:pt x="1225" y="523"/>
                        <a:pt x="1247" y="502"/>
                        <a:pt x="1247" y="502"/>
                      </a:cubicBezTo>
                      <a:cubicBezTo>
                        <a:pt x="1245" y="492"/>
                        <a:pt x="1245" y="492"/>
                        <a:pt x="1245" y="492"/>
                      </a:cubicBezTo>
                      <a:cubicBezTo>
                        <a:pt x="1245" y="492"/>
                        <a:pt x="1299" y="471"/>
                        <a:pt x="1309" y="472"/>
                      </a:cubicBezTo>
                      <a:cubicBezTo>
                        <a:pt x="1319" y="473"/>
                        <a:pt x="1322" y="483"/>
                        <a:pt x="1322" y="483"/>
                      </a:cubicBezTo>
                      <a:cubicBezTo>
                        <a:pt x="1364" y="470"/>
                        <a:pt x="1364" y="470"/>
                        <a:pt x="1364" y="470"/>
                      </a:cubicBezTo>
                      <a:cubicBezTo>
                        <a:pt x="1336" y="492"/>
                        <a:pt x="1336" y="492"/>
                        <a:pt x="1336" y="492"/>
                      </a:cubicBezTo>
                      <a:cubicBezTo>
                        <a:pt x="1350" y="498"/>
                        <a:pt x="1350" y="498"/>
                        <a:pt x="1350" y="498"/>
                      </a:cubicBezTo>
                      <a:cubicBezTo>
                        <a:pt x="1350" y="498"/>
                        <a:pt x="1346" y="510"/>
                        <a:pt x="1350" y="510"/>
                      </a:cubicBezTo>
                      <a:cubicBezTo>
                        <a:pt x="1354" y="510"/>
                        <a:pt x="1395" y="485"/>
                        <a:pt x="1395" y="485"/>
                      </a:cubicBezTo>
                      <a:cubicBezTo>
                        <a:pt x="1395" y="485"/>
                        <a:pt x="1356" y="515"/>
                        <a:pt x="1367" y="520"/>
                      </a:cubicBezTo>
                      <a:cubicBezTo>
                        <a:pt x="1378" y="525"/>
                        <a:pt x="1406" y="526"/>
                        <a:pt x="1406" y="526"/>
                      </a:cubicBezTo>
                      <a:cubicBezTo>
                        <a:pt x="1472" y="532"/>
                        <a:pt x="1472" y="532"/>
                        <a:pt x="1472" y="532"/>
                      </a:cubicBezTo>
                      <a:cubicBezTo>
                        <a:pt x="1493" y="519"/>
                        <a:pt x="1493" y="519"/>
                        <a:pt x="1493" y="519"/>
                      </a:cubicBezTo>
                      <a:cubicBezTo>
                        <a:pt x="1493" y="519"/>
                        <a:pt x="1480" y="541"/>
                        <a:pt x="1491" y="542"/>
                      </a:cubicBezTo>
                      <a:cubicBezTo>
                        <a:pt x="1502" y="543"/>
                        <a:pt x="1534" y="541"/>
                        <a:pt x="1534" y="541"/>
                      </a:cubicBezTo>
                      <a:cubicBezTo>
                        <a:pt x="1556" y="535"/>
                        <a:pt x="1556" y="535"/>
                        <a:pt x="1556" y="535"/>
                      </a:cubicBezTo>
                      <a:cubicBezTo>
                        <a:pt x="1556" y="535"/>
                        <a:pt x="1517" y="549"/>
                        <a:pt x="1520" y="557"/>
                      </a:cubicBezTo>
                      <a:cubicBezTo>
                        <a:pt x="1523" y="565"/>
                        <a:pt x="1541" y="573"/>
                        <a:pt x="1541" y="573"/>
                      </a:cubicBezTo>
                      <a:cubicBezTo>
                        <a:pt x="1541" y="573"/>
                        <a:pt x="1539" y="609"/>
                        <a:pt x="1551" y="609"/>
                      </a:cubicBezTo>
                      <a:cubicBezTo>
                        <a:pt x="1563" y="609"/>
                        <a:pt x="1594" y="606"/>
                        <a:pt x="1594" y="606"/>
                      </a:cubicBezTo>
                      <a:cubicBezTo>
                        <a:pt x="1587" y="585"/>
                        <a:pt x="1587" y="585"/>
                        <a:pt x="1587" y="585"/>
                      </a:cubicBezTo>
                      <a:cubicBezTo>
                        <a:pt x="1601" y="580"/>
                        <a:pt x="1601" y="580"/>
                        <a:pt x="1601" y="580"/>
                      </a:cubicBezTo>
                      <a:cubicBezTo>
                        <a:pt x="1610" y="591"/>
                        <a:pt x="1610" y="591"/>
                        <a:pt x="1610" y="591"/>
                      </a:cubicBezTo>
                      <a:cubicBezTo>
                        <a:pt x="1630" y="585"/>
                        <a:pt x="1630" y="585"/>
                        <a:pt x="1630" y="585"/>
                      </a:cubicBezTo>
                      <a:cubicBezTo>
                        <a:pt x="1630" y="585"/>
                        <a:pt x="1610" y="608"/>
                        <a:pt x="1621" y="612"/>
                      </a:cubicBezTo>
                      <a:cubicBezTo>
                        <a:pt x="1632" y="616"/>
                        <a:pt x="1650" y="586"/>
                        <a:pt x="1650" y="586"/>
                      </a:cubicBezTo>
                      <a:cubicBezTo>
                        <a:pt x="1670" y="557"/>
                        <a:pt x="1670" y="557"/>
                        <a:pt x="1670" y="557"/>
                      </a:cubicBezTo>
                      <a:cubicBezTo>
                        <a:pt x="1652" y="599"/>
                        <a:pt x="1652" y="599"/>
                        <a:pt x="1652" y="599"/>
                      </a:cubicBezTo>
                      <a:cubicBezTo>
                        <a:pt x="1656" y="615"/>
                        <a:pt x="1656" y="615"/>
                        <a:pt x="1656" y="615"/>
                      </a:cubicBezTo>
                      <a:cubicBezTo>
                        <a:pt x="1679" y="607"/>
                        <a:pt x="1679" y="607"/>
                        <a:pt x="1679" y="607"/>
                      </a:cubicBezTo>
                      <a:cubicBezTo>
                        <a:pt x="1664" y="623"/>
                        <a:pt x="1664" y="623"/>
                        <a:pt x="1664" y="623"/>
                      </a:cubicBezTo>
                      <a:cubicBezTo>
                        <a:pt x="1681" y="638"/>
                        <a:pt x="1681" y="638"/>
                        <a:pt x="1681" y="638"/>
                      </a:cubicBezTo>
                      <a:cubicBezTo>
                        <a:pt x="1669" y="635"/>
                        <a:pt x="1669" y="635"/>
                        <a:pt x="1669" y="635"/>
                      </a:cubicBezTo>
                      <a:cubicBezTo>
                        <a:pt x="1667" y="647"/>
                        <a:pt x="1667" y="647"/>
                        <a:pt x="1667" y="647"/>
                      </a:cubicBezTo>
                      <a:cubicBezTo>
                        <a:pt x="1648" y="660"/>
                        <a:pt x="1648" y="660"/>
                        <a:pt x="1648" y="660"/>
                      </a:cubicBezTo>
                      <a:cubicBezTo>
                        <a:pt x="1636" y="670"/>
                        <a:pt x="1636" y="670"/>
                        <a:pt x="1636" y="670"/>
                      </a:cubicBezTo>
                      <a:cubicBezTo>
                        <a:pt x="1657" y="681"/>
                        <a:pt x="1657" y="681"/>
                        <a:pt x="1657" y="681"/>
                      </a:cubicBezTo>
                      <a:cubicBezTo>
                        <a:pt x="1654" y="702"/>
                        <a:pt x="1654" y="702"/>
                        <a:pt x="1654" y="702"/>
                      </a:cubicBezTo>
                      <a:cubicBezTo>
                        <a:pt x="1642" y="714"/>
                        <a:pt x="1642" y="714"/>
                        <a:pt x="1642" y="714"/>
                      </a:cubicBezTo>
                      <a:cubicBezTo>
                        <a:pt x="1654" y="719"/>
                        <a:pt x="1654" y="719"/>
                        <a:pt x="1654" y="719"/>
                      </a:cubicBezTo>
                      <a:cubicBezTo>
                        <a:pt x="1639" y="733"/>
                        <a:pt x="1639" y="733"/>
                        <a:pt x="1639" y="733"/>
                      </a:cubicBezTo>
                      <a:cubicBezTo>
                        <a:pt x="1660" y="733"/>
                        <a:pt x="1660" y="733"/>
                        <a:pt x="1660" y="733"/>
                      </a:cubicBezTo>
                      <a:cubicBezTo>
                        <a:pt x="1685" y="724"/>
                        <a:pt x="1685" y="724"/>
                        <a:pt x="1685" y="724"/>
                      </a:cubicBezTo>
                      <a:cubicBezTo>
                        <a:pt x="1663" y="750"/>
                        <a:pt x="1663" y="750"/>
                        <a:pt x="1663" y="750"/>
                      </a:cubicBezTo>
                      <a:cubicBezTo>
                        <a:pt x="1652" y="760"/>
                        <a:pt x="1652" y="760"/>
                        <a:pt x="1652" y="760"/>
                      </a:cubicBezTo>
                      <a:cubicBezTo>
                        <a:pt x="1667" y="765"/>
                        <a:pt x="1667" y="765"/>
                        <a:pt x="1667" y="765"/>
                      </a:cubicBezTo>
                      <a:cubicBezTo>
                        <a:pt x="1637" y="777"/>
                        <a:pt x="1637" y="777"/>
                        <a:pt x="1637" y="777"/>
                      </a:cubicBezTo>
                      <a:cubicBezTo>
                        <a:pt x="1623" y="785"/>
                        <a:pt x="1623" y="785"/>
                        <a:pt x="1623" y="785"/>
                      </a:cubicBezTo>
                      <a:cubicBezTo>
                        <a:pt x="1637" y="791"/>
                        <a:pt x="1637" y="791"/>
                        <a:pt x="1637" y="791"/>
                      </a:cubicBezTo>
                      <a:cubicBezTo>
                        <a:pt x="1637" y="791"/>
                        <a:pt x="1636" y="794"/>
                        <a:pt x="1634" y="798"/>
                      </a:cubicBezTo>
                      <a:cubicBezTo>
                        <a:pt x="1655" y="788"/>
                        <a:pt x="1676" y="777"/>
                        <a:pt x="1680" y="773"/>
                      </a:cubicBezTo>
                      <a:cubicBezTo>
                        <a:pt x="1690" y="763"/>
                        <a:pt x="1690" y="747"/>
                        <a:pt x="1690" y="747"/>
                      </a:cubicBezTo>
                      <a:cubicBezTo>
                        <a:pt x="1690" y="747"/>
                        <a:pt x="1717" y="736"/>
                        <a:pt x="1717" y="728"/>
                      </a:cubicBezTo>
                      <a:cubicBezTo>
                        <a:pt x="1717" y="720"/>
                        <a:pt x="1707" y="721"/>
                        <a:pt x="1707" y="721"/>
                      </a:cubicBezTo>
                      <a:close/>
                      <a:moveTo>
                        <a:pt x="1598" y="704"/>
                      </a:moveTo>
                      <a:cubicBezTo>
                        <a:pt x="1604" y="718"/>
                        <a:pt x="1624" y="696"/>
                        <a:pt x="1624" y="696"/>
                      </a:cubicBezTo>
                      <a:cubicBezTo>
                        <a:pt x="1639" y="692"/>
                        <a:pt x="1639" y="692"/>
                        <a:pt x="1639" y="692"/>
                      </a:cubicBezTo>
                      <a:cubicBezTo>
                        <a:pt x="1638" y="682"/>
                        <a:pt x="1638" y="682"/>
                        <a:pt x="1638" y="682"/>
                      </a:cubicBezTo>
                      <a:cubicBezTo>
                        <a:pt x="1620" y="679"/>
                        <a:pt x="1620" y="679"/>
                        <a:pt x="1620" y="679"/>
                      </a:cubicBezTo>
                      <a:cubicBezTo>
                        <a:pt x="1620" y="679"/>
                        <a:pt x="1595" y="697"/>
                        <a:pt x="1598" y="704"/>
                      </a:cubicBezTo>
                      <a:close/>
                      <a:moveTo>
                        <a:pt x="1583" y="656"/>
                      </a:moveTo>
                      <a:cubicBezTo>
                        <a:pt x="1576" y="653"/>
                        <a:pt x="1559" y="664"/>
                        <a:pt x="1558" y="670"/>
                      </a:cubicBezTo>
                      <a:cubicBezTo>
                        <a:pt x="1557" y="676"/>
                        <a:pt x="1550" y="689"/>
                        <a:pt x="1550" y="689"/>
                      </a:cubicBezTo>
                      <a:cubicBezTo>
                        <a:pt x="1549" y="698"/>
                        <a:pt x="1549" y="698"/>
                        <a:pt x="1549" y="698"/>
                      </a:cubicBezTo>
                      <a:cubicBezTo>
                        <a:pt x="1549" y="698"/>
                        <a:pt x="1541" y="702"/>
                        <a:pt x="1540" y="709"/>
                      </a:cubicBezTo>
                      <a:cubicBezTo>
                        <a:pt x="1539" y="716"/>
                        <a:pt x="1546" y="720"/>
                        <a:pt x="1546" y="720"/>
                      </a:cubicBezTo>
                      <a:cubicBezTo>
                        <a:pt x="1546" y="720"/>
                        <a:pt x="1559" y="700"/>
                        <a:pt x="1576" y="687"/>
                      </a:cubicBezTo>
                      <a:cubicBezTo>
                        <a:pt x="1593" y="674"/>
                        <a:pt x="1590" y="659"/>
                        <a:pt x="1583" y="656"/>
                      </a:cubicBezTo>
                      <a:close/>
                      <a:moveTo>
                        <a:pt x="525" y="542"/>
                      </a:moveTo>
                      <a:cubicBezTo>
                        <a:pt x="547" y="540"/>
                        <a:pt x="594" y="519"/>
                        <a:pt x="578" y="515"/>
                      </a:cubicBezTo>
                      <a:cubicBezTo>
                        <a:pt x="561" y="510"/>
                        <a:pt x="539" y="507"/>
                        <a:pt x="533" y="513"/>
                      </a:cubicBezTo>
                      <a:cubicBezTo>
                        <a:pt x="527" y="519"/>
                        <a:pt x="514" y="506"/>
                        <a:pt x="510" y="517"/>
                      </a:cubicBezTo>
                      <a:cubicBezTo>
                        <a:pt x="507" y="528"/>
                        <a:pt x="513" y="543"/>
                        <a:pt x="525" y="542"/>
                      </a:cubicBezTo>
                      <a:close/>
                      <a:moveTo>
                        <a:pt x="0" y="886"/>
                      </a:moveTo>
                      <a:cubicBezTo>
                        <a:pt x="41" y="880"/>
                        <a:pt x="41" y="880"/>
                        <a:pt x="41" y="880"/>
                      </a:cubicBezTo>
                      <a:cubicBezTo>
                        <a:pt x="49" y="869"/>
                        <a:pt x="49" y="869"/>
                        <a:pt x="49" y="869"/>
                      </a:cubicBezTo>
                      <a:cubicBezTo>
                        <a:pt x="90" y="863"/>
                        <a:pt x="90" y="863"/>
                        <a:pt x="90" y="863"/>
                      </a:cubicBezTo>
                      <a:cubicBezTo>
                        <a:pt x="76" y="849"/>
                        <a:pt x="76" y="849"/>
                        <a:pt x="76" y="849"/>
                      </a:cubicBezTo>
                      <a:lnTo>
                        <a:pt x="0" y="886"/>
                      </a:lnTo>
                      <a:close/>
                      <a:moveTo>
                        <a:pt x="908" y="635"/>
                      </a:moveTo>
                      <a:cubicBezTo>
                        <a:pt x="905" y="636"/>
                        <a:pt x="892" y="641"/>
                        <a:pt x="892" y="641"/>
                      </a:cubicBezTo>
                      <a:cubicBezTo>
                        <a:pt x="892" y="641"/>
                        <a:pt x="884" y="634"/>
                        <a:pt x="879" y="635"/>
                      </a:cubicBezTo>
                      <a:cubicBezTo>
                        <a:pt x="874" y="636"/>
                        <a:pt x="875" y="651"/>
                        <a:pt x="875" y="651"/>
                      </a:cubicBezTo>
                      <a:cubicBezTo>
                        <a:pt x="859" y="663"/>
                        <a:pt x="859" y="663"/>
                        <a:pt x="859" y="663"/>
                      </a:cubicBezTo>
                      <a:cubicBezTo>
                        <a:pt x="859" y="646"/>
                        <a:pt x="859" y="646"/>
                        <a:pt x="859" y="646"/>
                      </a:cubicBezTo>
                      <a:cubicBezTo>
                        <a:pt x="859" y="646"/>
                        <a:pt x="845" y="641"/>
                        <a:pt x="831" y="654"/>
                      </a:cubicBezTo>
                      <a:cubicBezTo>
                        <a:pt x="831" y="654"/>
                        <a:pt x="814" y="665"/>
                        <a:pt x="811" y="672"/>
                      </a:cubicBezTo>
                      <a:cubicBezTo>
                        <a:pt x="809" y="680"/>
                        <a:pt x="831" y="681"/>
                        <a:pt x="831" y="681"/>
                      </a:cubicBezTo>
                      <a:cubicBezTo>
                        <a:pt x="831" y="681"/>
                        <a:pt x="861" y="681"/>
                        <a:pt x="872" y="676"/>
                      </a:cubicBezTo>
                      <a:cubicBezTo>
                        <a:pt x="884" y="671"/>
                        <a:pt x="881" y="664"/>
                        <a:pt x="881" y="664"/>
                      </a:cubicBezTo>
                      <a:cubicBezTo>
                        <a:pt x="899" y="661"/>
                        <a:pt x="899" y="661"/>
                        <a:pt x="899" y="661"/>
                      </a:cubicBezTo>
                      <a:cubicBezTo>
                        <a:pt x="900" y="655"/>
                        <a:pt x="900" y="655"/>
                        <a:pt x="900" y="655"/>
                      </a:cubicBezTo>
                      <a:cubicBezTo>
                        <a:pt x="925" y="654"/>
                        <a:pt x="925" y="654"/>
                        <a:pt x="925" y="654"/>
                      </a:cubicBezTo>
                      <a:cubicBezTo>
                        <a:pt x="931" y="638"/>
                        <a:pt x="931" y="638"/>
                        <a:pt x="931" y="638"/>
                      </a:cubicBezTo>
                      <a:cubicBezTo>
                        <a:pt x="920" y="640"/>
                        <a:pt x="920" y="640"/>
                        <a:pt x="920" y="640"/>
                      </a:cubicBezTo>
                      <a:cubicBezTo>
                        <a:pt x="920" y="640"/>
                        <a:pt x="912" y="634"/>
                        <a:pt x="908" y="635"/>
                      </a:cubicBezTo>
                      <a:close/>
                      <a:moveTo>
                        <a:pt x="107" y="860"/>
                      </a:moveTo>
                      <a:cubicBezTo>
                        <a:pt x="135" y="859"/>
                        <a:pt x="135" y="859"/>
                        <a:pt x="135" y="859"/>
                      </a:cubicBezTo>
                      <a:cubicBezTo>
                        <a:pt x="161" y="840"/>
                        <a:pt x="161" y="840"/>
                        <a:pt x="161" y="840"/>
                      </a:cubicBezTo>
                      <a:cubicBezTo>
                        <a:pt x="152" y="829"/>
                        <a:pt x="152" y="829"/>
                        <a:pt x="152" y="829"/>
                      </a:cubicBezTo>
                      <a:lnTo>
                        <a:pt x="107" y="860"/>
                      </a:lnTo>
                      <a:close/>
                      <a:moveTo>
                        <a:pt x="1646" y="762"/>
                      </a:moveTo>
                      <a:cubicBezTo>
                        <a:pt x="1652" y="749"/>
                        <a:pt x="1637" y="734"/>
                        <a:pt x="1627" y="744"/>
                      </a:cubicBezTo>
                      <a:cubicBezTo>
                        <a:pt x="1617" y="754"/>
                        <a:pt x="1611" y="784"/>
                        <a:pt x="1611" y="784"/>
                      </a:cubicBezTo>
                      <a:cubicBezTo>
                        <a:pt x="1611" y="784"/>
                        <a:pt x="1624" y="773"/>
                        <a:pt x="1629" y="773"/>
                      </a:cubicBezTo>
                      <a:cubicBezTo>
                        <a:pt x="1634" y="773"/>
                        <a:pt x="1640" y="775"/>
                        <a:pt x="1646" y="762"/>
                      </a:cubicBezTo>
                      <a:close/>
                      <a:moveTo>
                        <a:pt x="953" y="609"/>
                      </a:moveTo>
                      <a:cubicBezTo>
                        <a:pt x="940" y="618"/>
                        <a:pt x="916" y="623"/>
                        <a:pt x="923" y="630"/>
                      </a:cubicBezTo>
                      <a:cubicBezTo>
                        <a:pt x="934" y="641"/>
                        <a:pt x="959" y="629"/>
                        <a:pt x="959" y="629"/>
                      </a:cubicBezTo>
                      <a:cubicBezTo>
                        <a:pt x="966" y="620"/>
                        <a:pt x="966" y="620"/>
                        <a:pt x="966" y="620"/>
                      </a:cubicBezTo>
                      <a:cubicBezTo>
                        <a:pt x="966" y="620"/>
                        <a:pt x="982" y="624"/>
                        <a:pt x="979" y="618"/>
                      </a:cubicBezTo>
                      <a:cubicBezTo>
                        <a:pt x="977" y="612"/>
                        <a:pt x="967" y="600"/>
                        <a:pt x="953" y="609"/>
                      </a:cubicBezTo>
                      <a:close/>
                      <a:moveTo>
                        <a:pt x="331" y="777"/>
                      </a:moveTo>
                      <a:cubicBezTo>
                        <a:pt x="319" y="777"/>
                        <a:pt x="290" y="788"/>
                        <a:pt x="290" y="788"/>
                      </a:cubicBezTo>
                      <a:cubicBezTo>
                        <a:pt x="290" y="788"/>
                        <a:pt x="253" y="802"/>
                        <a:pt x="254" y="809"/>
                      </a:cubicBezTo>
                      <a:cubicBezTo>
                        <a:pt x="256" y="818"/>
                        <a:pt x="270" y="812"/>
                        <a:pt x="289" y="806"/>
                      </a:cubicBezTo>
                      <a:cubicBezTo>
                        <a:pt x="308" y="799"/>
                        <a:pt x="328" y="809"/>
                        <a:pt x="335" y="803"/>
                      </a:cubicBezTo>
                      <a:cubicBezTo>
                        <a:pt x="342" y="797"/>
                        <a:pt x="344" y="777"/>
                        <a:pt x="331" y="777"/>
                      </a:cubicBezTo>
                      <a:close/>
                      <a:moveTo>
                        <a:pt x="219" y="828"/>
                      </a:moveTo>
                      <a:cubicBezTo>
                        <a:pt x="221" y="814"/>
                        <a:pt x="221" y="814"/>
                        <a:pt x="221" y="814"/>
                      </a:cubicBezTo>
                      <a:cubicBezTo>
                        <a:pt x="184" y="829"/>
                        <a:pt x="184" y="829"/>
                        <a:pt x="184" y="829"/>
                      </a:cubicBezTo>
                      <a:lnTo>
                        <a:pt x="219" y="82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7" name="Freeform 358"/>
                <p:cNvSpPr>
                  <a:spLocks noEditPoints="1"/>
                </p:cNvSpPr>
                <p:nvPr/>
              </p:nvSpPr>
              <p:spPr bwMode="gray">
                <a:xfrm>
                  <a:off x="-19227" y="-16252"/>
                  <a:ext cx="6163" cy="3081"/>
                </a:xfrm>
                <a:custGeom>
                  <a:avLst/>
                  <a:gdLst>
                    <a:gd name="T0" fmla="*/ 2480 w 2609"/>
                    <a:gd name="T1" fmla="*/ 201 h 1304"/>
                    <a:gd name="T2" fmla="*/ 2188 w 2609"/>
                    <a:gd name="T3" fmla="*/ 278 h 1304"/>
                    <a:gd name="T4" fmla="*/ 2132 w 2609"/>
                    <a:gd name="T5" fmla="*/ 324 h 1304"/>
                    <a:gd name="T6" fmla="*/ 2049 w 2609"/>
                    <a:gd name="T7" fmla="*/ 357 h 1304"/>
                    <a:gd name="T8" fmla="*/ 1824 w 2609"/>
                    <a:gd name="T9" fmla="*/ 413 h 1304"/>
                    <a:gd name="T10" fmla="*/ 1906 w 2609"/>
                    <a:gd name="T11" fmla="*/ 294 h 1304"/>
                    <a:gd name="T12" fmla="*/ 1888 w 2609"/>
                    <a:gd name="T13" fmla="*/ 211 h 1304"/>
                    <a:gd name="T14" fmla="*/ 1909 w 2609"/>
                    <a:gd name="T15" fmla="*/ 159 h 1304"/>
                    <a:gd name="T16" fmla="*/ 1821 w 2609"/>
                    <a:gd name="T17" fmla="*/ 151 h 1304"/>
                    <a:gd name="T18" fmla="*/ 1700 w 2609"/>
                    <a:gd name="T19" fmla="*/ 142 h 1304"/>
                    <a:gd name="T20" fmla="*/ 1667 w 2609"/>
                    <a:gd name="T21" fmla="*/ 101 h 1304"/>
                    <a:gd name="T22" fmla="*/ 1627 w 2609"/>
                    <a:gd name="T23" fmla="*/ 67 h 1304"/>
                    <a:gd name="T24" fmla="*/ 1510 w 2609"/>
                    <a:gd name="T25" fmla="*/ 35 h 1304"/>
                    <a:gd name="T26" fmla="*/ 292 w 2609"/>
                    <a:gd name="T27" fmla="*/ 130 h 1304"/>
                    <a:gd name="T28" fmla="*/ 255 w 2609"/>
                    <a:gd name="T29" fmla="*/ 78 h 1304"/>
                    <a:gd name="T30" fmla="*/ 250 w 2609"/>
                    <a:gd name="T31" fmla="*/ 177 h 1304"/>
                    <a:gd name="T32" fmla="*/ 66 w 2609"/>
                    <a:gd name="T33" fmla="*/ 387 h 1304"/>
                    <a:gd name="T34" fmla="*/ 29 w 2609"/>
                    <a:gd name="T35" fmla="*/ 605 h 1304"/>
                    <a:gd name="T36" fmla="*/ 20 w 2609"/>
                    <a:gd name="T37" fmla="*/ 688 h 1304"/>
                    <a:gd name="T38" fmla="*/ 108 w 2609"/>
                    <a:gd name="T39" fmla="*/ 822 h 1304"/>
                    <a:gd name="T40" fmla="*/ 380 w 2609"/>
                    <a:gd name="T41" fmla="*/ 973 h 1304"/>
                    <a:gd name="T42" fmla="*/ 625 w 2609"/>
                    <a:gd name="T43" fmla="*/ 975 h 1304"/>
                    <a:gd name="T44" fmla="*/ 756 w 2609"/>
                    <a:gd name="T45" fmla="*/ 1047 h 1304"/>
                    <a:gd name="T46" fmla="*/ 851 w 2609"/>
                    <a:gd name="T47" fmla="*/ 1169 h 1304"/>
                    <a:gd name="T48" fmla="*/ 914 w 2609"/>
                    <a:gd name="T49" fmla="*/ 1254 h 1304"/>
                    <a:gd name="T50" fmla="*/ 950 w 2609"/>
                    <a:gd name="T51" fmla="*/ 1180 h 1304"/>
                    <a:gd name="T52" fmla="*/ 999 w 2609"/>
                    <a:gd name="T53" fmla="*/ 1128 h 1304"/>
                    <a:gd name="T54" fmla="*/ 1143 w 2609"/>
                    <a:gd name="T55" fmla="*/ 1040 h 1304"/>
                    <a:gd name="T56" fmla="*/ 1288 w 2609"/>
                    <a:gd name="T57" fmla="*/ 1079 h 1304"/>
                    <a:gd name="T58" fmla="*/ 1354 w 2609"/>
                    <a:gd name="T59" fmla="*/ 1087 h 1304"/>
                    <a:gd name="T60" fmla="*/ 1365 w 2609"/>
                    <a:gd name="T61" fmla="*/ 1024 h 1304"/>
                    <a:gd name="T62" fmla="*/ 1487 w 2609"/>
                    <a:gd name="T63" fmla="*/ 1024 h 1304"/>
                    <a:gd name="T64" fmla="*/ 1616 w 2609"/>
                    <a:gd name="T65" fmla="*/ 1079 h 1304"/>
                    <a:gd name="T66" fmla="*/ 1634 w 2609"/>
                    <a:gd name="T67" fmla="*/ 1212 h 1304"/>
                    <a:gd name="T68" fmla="*/ 1681 w 2609"/>
                    <a:gd name="T69" fmla="*/ 1304 h 1304"/>
                    <a:gd name="T70" fmla="*/ 1730 w 2609"/>
                    <a:gd name="T71" fmla="*/ 1112 h 1304"/>
                    <a:gd name="T72" fmla="*/ 1780 w 2609"/>
                    <a:gd name="T73" fmla="*/ 919 h 1304"/>
                    <a:gd name="T74" fmla="*/ 1864 w 2609"/>
                    <a:gd name="T75" fmla="*/ 859 h 1304"/>
                    <a:gd name="T76" fmla="*/ 2013 w 2609"/>
                    <a:gd name="T77" fmla="*/ 773 h 1304"/>
                    <a:gd name="T78" fmla="*/ 2015 w 2609"/>
                    <a:gd name="T79" fmla="*/ 726 h 1304"/>
                    <a:gd name="T80" fmla="*/ 2016 w 2609"/>
                    <a:gd name="T81" fmla="*/ 647 h 1304"/>
                    <a:gd name="T82" fmla="*/ 2025 w 2609"/>
                    <a:gd name="T83" fmla="*/ 586 h 1304"/>
                    <a:gd name="T84" fmla="*/ 2077 w 2609"/>
                    <a:gd name="T85" fmla="*/ 596 h 1304"/>
                    <a:gd name="T86" fmla="*/ 2136 w 2609"/>
                    <a:gd name="T87" fmla="*/ 513 h 1304"/>
                    <a:gd name="T88" fmla="*/ 2240 w 2609"/>
                    <a:gd name="T89" fmla="*/ 475 h 1304"/>
                    <a:gd name="T90" fmla="*/ 2355 w 2609"/>
                    <a:gd name="T91" fmla="*/ 411 h 1304"/>
                    <a:gd name="T92" fmla="*/ 2409 w 2609"/>
                    <a:gd name="T93" fmla="*/ 388 h 1304"/>
                    <a:gd name="T94" fmla="*/ 2423 w 2609"/>
                    <a:gd name="T95" fmla="*/ 324 h 1304"/>
                    <a:gd name="T96" fmla="*/ 2556 w 2609"/>
                    <a:gd name="T97" fmla="*/ 260 h 1304"/>
                    <a:gd name="T98" fmla="*/ 2582 w 2609"/>
                    <a:gd name="T99" fmla="*/ 202 h 1304"/>
                    <a:gd name="T100" fmla="*/ 1784 w 2609"/>
                    <a:gd name="T101" fmla="*/ 255 h 1304"/>
                    <a:gd name="T102" fmla="*/ 1734 w 2609"/>
                    <a:gd name="T103" fmla="*/ 342 h 1304"/>
                    <a:gd name="T104" fmla="*/ 1687 w 2609"/>
                    <a:gd name="T105" fmla="*/ 307 h 1304"/>
                    <a:gd name="T106" fmla="*/ 1772 w 2609"/>
                    <a:gd name="T107" fmla="*/ 194 h 1304"/>
                    <a:gd name="T108" fmla="*/ 1862 w 2609"/>
                    <a:gd name="T109" fmla="*/ 199 h 13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609" h="1304">
                      <a:moveTo>
                        <a:pt x="2570" y="119"/>
                      </a:moveTo>
                      <a:cubicBezTo>
                        <a:pt x="2558" y="119"/>
                        <a:pt x="2567" y="110"/>
                        <a:pt x="2554" y="110"/>
                      </a:cubicBezTo>
                      <a:cubicBezTo>
                        <a:pt x="2541" y="110"/>
                        <a:pt x="2530" y="131"/>
                        <a:pt x="2530" y="131"/>
                      </a:cubicBezTo>
                      <a:cubicBezTo>
                        <a:pt x="2503" y="150"/>
                        <a:pt x="2503" y="150"/>
                        <a:pt x="2503" y="150"/>
                      </a:cubicBezTo>
                      <a:cubicBezTo>
                        <a:pt x="2503" y="164"/>
                        <a:pt x="2503" y="164"/>
                        <a:pt x="2503" y="164"/>
                      </a:cubicBezTo>
                      <a:cubicBezTo>
                        <a:pt x="2503" y="164"/>
                        <a:pt x="2495" y="172"/>
                        <a:pt x="2489" y="172"/>
                      </a:cubicBezTo>
                      <a:cubicBezTo>
                        <a:pt x="2483" y="172"/>
                        <a:pt x="2480" y="194"/>
                        <a:pt x="2480" y="201"/>
                      </a:cubicBezTo>
                      <a:cubicBezTo>
                        <a:pt x="2480" y="208"/>
                        <a:pt x="2473" y="201"/>
                        <a:pt x="2463" y="201"/>
                      </a:cubicBezTo>
                      <a:cubicBezTo>
                        <a:pt x="2454" y="201"/>
                        <a:pt x="2443" y="222"/>
                        <a:pt x="2443" y="222"/>
                      </a:cubicBezTo>
                      <a:cubicBezTo>
                        <a:pt x="2443" y="222"/>
                        <a:pt x="2435" y="223"/>
                        <a:pt x="2423" y="223"/>
                      </a:cubicBezTo>
                      <a:cubicBezTo>
                        <a:pt x="2411" y="223"/>
                        <a:pt x="2411" y="238"/>
                        <a:pt x="2411" y="238"/>
                      </a:cubicBezTo>
                      <a:cubicBezTo>
                        <a:pt x="2411" y="238"/>
                        <a:pt x="2280" y="238"/>
                        <a:pt x="2263" y="238"/>
                      </a:cubicBezTo>
                      <a:cubicBezTo>
                        <a:pt x="2246" y="238"/>
                        <a:pt x="2212" y="276"/>
                        <a:pt x="2204" y="276"/>
                      </a:cubicBezTo>
                      <a:cubicBezTo>
                        <a:pt x="2196" y="276"/>
                        <a:pt x="2194" y="278"/>
                        <a:pt x="2188" y="278"/>
                      </a:cubicBezTo>
                      <a:cubicBezTo>
                        <a:pt x="2187" y="278"/>
                        <a:pt x="2185" y="279"/>
                        <a:pt x="2183" y="280"/>
                      </a:cubicBezTo>
                      <a:cubicBezTo>
                        <a:pt x="2188" y="285"/>
                        <a:pt x="2189" y="291"/>
                        <a:pt x="2189" y="291"/>
                      </a:cubicBezTo>
                      <a:cubicBezTo>
                        <a:pt x="2189" y="291"/>
                        <a:pt x="2188" y="299"/>
                        <a:pt x="2181" y="305"/>
                      </a:cubicBezTo>
                      <a:cubicBezTo>
                        <a:pt x="2174" y="311"/>
                        <a:pt x="2174" y="321"/>
                        <a:pt x="2174" y="321"/>
                      </a:cubicBezTo>
                      <a:cubicBezTo>
                        <a:pt x="2162" y="320"/>
                        <a:pt x="2162" y="320"/>
                        <a:pt x="2162" y="320"/>
                      </a:cubicBezTo>
                      <a:cubicBezTo>
                        <a:pt x="2162" y="320"/>
                        <a:pt x="2162" y="324"/>
                        <a:pt x="2150" y="329"/>
                      </a:cubicBezTo>
                      <a:cubicBezTo>
                        <a:pt x="2138" y="334"/>
                        <a:pt x="2132" y="324"/>
                        <a:pt x="2132" y="324"/>
                      </a:cubicBezTo>
                      <a:cubicBezTo>
                        <a:pt x="2132" y="324"/>
                        <a:pt x="2127" y="332"/>
                        <a:pt x="2114" y="333"/>
                      </a:cubicBezTo>
                      <a:cubicBezTo>
                        <a:pt x="2101" y="334"/>
                        <a:pt x="2097" y="324"/>
                        <a:pt x="2088" y="323"/>
                      </a:cubicBezTo>
                      <a:cubicBezTo>
                        <a:pt x="2079" y="322"/>
                        <a:pt x="2072" y="330"/>
                        <a:pt x="2051" y="335"/>
                      </a:cubicBezTo>
                      <a:cubicBezTo>
                        <a:pt x="2050" y="335"/>
                        <a:pt x="2048" y="336"/>
                        <a:pt x="2047" y="336"/>
                      </a:cubicBezTo>
                      <a:cubicBezTo>
                        <a:pt x="2048" y="340"/>
                        <a:pt x="2048" y="344"/>
                        <a:pt x="2046" y="350"/>
                      </a:cubicBezTo>
                      <a:cubicBezTo>
                        <a:pt x="2045" y="352"/>
                        <a:pt x="2043" y="354"/>
                        <a:pt x="2040" y="357"/>
                      </a:cubicBezTo>
                      <a:cubicBezTo>
                        <a:pt x="2049" y="357"/>
                        <a:pt x="2049" y="357"/>
                        <a:pt x="2049" y="357"/>
                      </a:cubicBezTo>
                      <a:cubicBezTo>
                        <a:pt x="2049" y="357"/>
                        <a:pt x="1969" y="398"/>
                        <a:pt x="1961" y="401"/>
                      </a:cubicBezTo>
                      <a:cubicBezTo>
                        <a:pt x="1953" y="404"/>
                        <a:pt x="1945" y="407"/>
                        <a:pt x="1925" y="412"/>
                      </a:cubicBezTo>
                      <a:cubicBezTo>
                        <a:pt x="1905" y="417"/>
                        <a:pt x="1897" y="423"/>
                        <a:pt x="1890" y="426"/>
                      </a:cubicBezTo>
                      <a:cubicBezTo>
                        <a:pt x="1883" y="429"/>
                        <a:pt x="1871" y="427"/>
                        <a:pt x="1871" y="427"/>
                      </a:cubicBezTo>
                      <a:cubicBezTo>
                        <a:pt x="1871" y="427"/>
                        <a:pt x="1871" y="432"/>
                        <a:pt x="1859" y="433"/>
                      </a:cubicBezTo>
                      <a:cubicBezTo>
                        <a:pt x="1847" y="434"/>
                        <a:pt x="1846" y="423"/>
                        <a:pt x="1846" y="423"/>
                      </a:cubicBezTo>
                      <a:cubicBezTo>
                        <a:pt x="1846" y="423"/>
                        <a:pt x="1824" y="420"/>
                        <a:pt x="1824" y="413"/>
                      </a:cubicBezTo>
                      <a:cubicBezTo>
                        <a:pt x="1824" y="413"/>
                        <a:pt x="1837" y="407"/>
                        <a:pt x="1848" y="402"/>
                      </a:cubicBezTo>
                      <a:cubicBezTo>
                        <a:pt x="1847" y="401"/>
                        <a:pt x="1847" y="400"/>
                        <a:pt x="1846" y="400"/>
                      </a:cubicBezTo>
                      <a:cubicBezTo>
                        <a:pt x="1836" y="390"/>
                        <a:pt x="1881" y="368"/>
                        <a:pt x="1889" y="368"/>
                      </a:cubicBezTo>
                      <a:cubicBezTo>
                        <a:pt x="1897" y="368"/>
                        <a:pt x="1895" y="347"/>
                        <a:pt x="1895" y="347"/>
                      </a:cubicBezTo>
                      <a:cubicBezTo>
                        <a:pt x="1895" y="347"/>
                        <a:pt x="1898" y="343"/>
                        <a:pt x="1902" y="338"/>
                      </a:cubicBezTo>
                      <a:cubicBezTo>
                        <a:pt x="1902" y="337"/>
                        <a:pt x="1901" y="337"/>
                        <a:pt x="1901" y="337"/>
                      </a:cubicBezTo>
                      <a:cubicBezTo>
                        <a:pt x="1895" y="331"/>
                        <a:pt x="1908" y="302"/>
                        <a:pt x="1906" y="294"/>
                      </a:cubicBezTo>
                      <a:cubicBezTo>
                        <a:pt x="1904" y="286"/>
                        <a:pt x="1890" y="293"/>
                        <a:pt x="1884" y="298"/>
                      </a:cubicBezTo>
                      <a:cubicBezTo>
                        <a:pt x="1878" y="303"/>
                        <a:pt x="1850" y="321"/>
                        <a:pt x="1848" y="308"/>
                      </a:cubicBezTo>
                      <a:cubicBezTo>
                        <a:pt x="1847" y="302"/>
                        <a:pt x="1871" y="288"/>
                        <a:pt x="1874" y="283"/>
                      </a:cubicBezTo>
                      <a:cubicBezTo>
                        <a:pt x="1877" y="278"/>
                        <a:pt x="1888" y="275"/>
                        <a:pt x="1897" y="269"/>
                      </a:cubicBezTo>
                      <a:cubicBezTo>
                        <a:pt x="1906" y="263"/>
                        <a:pt x="1898" y="240"/>
                        <a:pt x="1898" y="240"/>
                      </a:cubicBezTo>
                      <a:cubicBezTo>
                        <a:pt x="1898" y="240"/>
                        <a:pt x="1901" y="245"/>
                        <a:pt x="1909" y="228"/>
                      </a:cubicBezTo>
                      <a:cubicBezTo>
                        <a:pt x="1917" y="211"/>
                        <a:pt x="1897" y="218"/>
                        <a:pt x="1888" y="211"/>
                      </a:cubicBezTo>
                      <a:cubicBezTo>
                        <a:pt x="1879" y="204"/>
                        <a:pt x="1879" y="198"/>
                        <a:pt x="1879" y="198"/>
                      </a:cubicBezTo>
                      <a:cubicBezTo>
                        <a:pt x="1879" y="198"/>
                        <a:pt x="1876" y="205"/>
                        <a:pt x="1871" y="200"/>
                      </a:cubicBezTo>
                      <a:cubicBezTo>
                        <a:pt x="1866" y="195"/>
                        <a:pt x="1872" y="185"/>
                        <a:pt x="1872" y="185"/>
                      </a:cubicBezTo>
                      <a:cubicBezTo>
                        <a:pt x="1896" y="189"/>
                        <a:pt x="1896" y="189"/>
                        <a:pt x="1896" y="189"/>
                      </a:cubicBezTo>
                      <a:cubicBezTo>
                        <a:pt x="1896" y="189"/>
                        <a:pt x="1900" y="186"/>
                        <a:pt x="1897" y="178"/>
                      </a:cubicBezTo>
                      <a:cubicBezTo>
                        <a:pt x="1896" y="174"/>
                        <a:pt x="1900" y="174"/>
                        <a:pt x="1905" y="174"/>
                      </a:cubicBezTo>
                      <a:cubicBezTo>
                        <a:pt x="1909" y="159"/>
                        <a:pt x="1909" y="159"/>
                        <a:pt x="1909" y="159"/>
                      </a:cubicBezTo>
                      <a:cubicBezTo>
                        <a:pt x="1896" y="159"/>
                        <a:pt x="1896" y="159"/>
                        <a:pt x="1896" y="159"/>
                      </a:cubicBezTo>
                      <a:cubicBezTo>
                        <a:pt x="1894" y="167"/>
                        <a:pt x="1894" y="167"/>
                        <a:pt x="1894" y="167"/>
                      </a:cubicBezTo>
                      <a:cubicBezTo>
                        <a:pt x="1878" y="161"/>
                        <a:pt x="1878" y="161"/>
                        <a:pt x="1878" y="161"/>
                      </a:cubicBezTo>
                      <a:cubicBezTo>
                        <a:pt x="1877" y="147"/>
                        <a:pt x="1877" y="147"/>
                        <a:pt x="1877" y="147"/>
                      </a:cubicBezTo>
                      <a:cubicBezTo>
                        <a:pt x="1868" y="149"/>
                        <a:pt x="1868" y="149"/>
                        <a:pt x="1868" y="149"/>
                      </a:cubicBezTo>
                      <a:cubicBezTo>
                        <a:pt x="1857" y="154"/>
                        <a:pt x="1857" y="154"/>
                        <a:pt x="1857" y="154"/>
                      </a:cubicBezTo>
                      <a:cubicBezTo>
                        <a:pt x="1821" y="151"/>
                        <a:pt x="1821" y="151"/>
                        <a:pt x="1821" y="151"/>
                      </a:cubicBezTo>
                      <a:cubicBezTo>
                        <a:pt x="1821" y="151"/>
                        <a:pt x="1808" y="162"/>
                        <a:pt x="1787" y="160"/>
                      </a:cubicBezTo>
                      <a:cubicBezTo>
                        <a:pt x="1766" y="158"/>
                        <a:pt x="1771" y="144"/>
                        <a:pt x="1767" y="139"/>
                      </a:cubicBezTo>
                      <a:cubicBezTo>
                        <a:pt x="1763" y="134"/>
                        <a:pt x="1743" y="145"/>
                        <a:pt x="1740" y="136"/>
                      </a:cubicBezTo>
                      <a:cubicBezTo>
                        <a:pt x="1777" y="115"/>
                        <a:pt x="1777" y="115"/>
                        <a:pt x="1777" y="115"/>
                      </a:cubicBezTo>
                      <a:cubicBezTo>
                        <a:pt x="1777" y="115"/>
                        <a:pt x="1772" y="110"/>
                        <a:pt x="1765" y="110"/>
                      </a:cubicBezTo>
                      <a:cubicBezTo>
                        <a:pt x="1758" y="110"/>
                        <a:pt x="1744" y="122"/>
                        <a:pt x="1740" y="123"/>
                      </a:cubicBezTo>
                      <a:cubicBezTo>
                        <a:pt x="1736" y="124"/>
                        <a:pt x="1714" y="137"/>
                        <a:pt x="1700" y="142"/>
                      </a:cubicBezTo>
                      <a:cubicBezTo>
                        <a:pt x="1686" y="147"/>
                        <a:pt x="1670" y="144"/>
                        <a:pt x="1670" y="144"/>
                      </a:cubicBezTo>
                      <a:cubicBezTo>
                        <a:pt x="1664" y="153"/>
                        <a:pt x="1664" y="153"/>
                        <a:pt x="1664" y="153"/>
                      </a:cubicBezTo>
                      <a:cubicBezTo>
                        <a:pt x="1664" y="153"/>
                        <a:pt x="1640" y="155"/>
                        <a:pt x="1631" y="154"/>
                      </a:cubicBezTo>
                      <a:cubicBezTo>
                        <a:pt x="1622" y="153"/>
                        <a:pt x="1646" y="136"/>
                        <a:pt x="1646" y="136"/>
                      </a:cubicBezTo>
                      <a:cubicBezTo>
                        <a:pt x="1646" y="136"/>
                        <a:pt x="1636" y="140"/>
                        <a:pt x="1617" y="141"/>
                      </a:cubicBezTo>
                      <a:cubicBezTo>
                        <a:pt x="1598" y="142"/>
                        <a:pt x="1596" y="154"/>
                        <a:pt x="1579" y="148"/>
                      </a:cubicBezTo>
                      <a:cubicBezTo>
                        <a:pt x="1562" y="142"/>
                        <a:pt x="1655" y="109"/>
                        <a:pt x="1667" y="101"/>
                      </a:cubicBezTo>
                      <a:cubicBezTo>
                        <a:pt x="1679" y="93"/>
                        <a:pt x="1694" y="90"/>
                        <a:pt x="1713" y="86"/>
                      </a:cubicBezTo>
                      <a:cubicBezTo>
                        <a:pt x="1718" y="85"/>
                        <a:pt x="1722" y="83"/>
                        <a:pt x="1726" y="80"/>
                      </a:cubicBezTo>
                      <a:cubicBezTo>
                        <a:pt x="1698" y="80"/>
                        <a:pt x="1701" y="74"/>
                        <a:pt x="1701" y="74"/>
                      </a:cubicBezTo>
                      <a:cubicBezTo>
                        <a:pt x="1671" y="75"/>
                        <a:pt x="1671" y="75"/>
                        <a:pt x="1671" y="75"/>
                      </a:cubicBezTo>
                      <a:cubicBezTo>
                        <a:pt x="1671" y="65"/>
                        <a:pt x="1671" y="65"/>
                        <a:pt x="1671" y="65"/>
                      </a:cubicBezTo>
                      <a:cubicBezTo>
                        <a:pt x="1671" y="65"/>
                        <a:pt x="1655" y="76"/>
                        <a:pt x="1649" y="82"/>
                      </a:cubicBezTo>
                      <a:cubicBezTo>
                        <a:pt x="1643" y="88"/>
                        <a:pt x="1630" y="64"/>
                        <a:pt x="1627" y="67"/>
                      </a:cubicBezTo>
                      <a:cubicBezTo>
                        <a:pt x="1624" y="70"/>
                        <a:pt x="1617" y="67"/>
                        <a:pt x="1611" y="67"/>
                      </a:cubicBezTo>
                      <a:cubicBezTo>
                        <a:pt x="1605" y="67"/>
                        <a:pt x="1602" y="47"/>
                        <a:pt x="1589" y="47"/>
                      </a:cubicBezTo>
                      <a:cubicBezTo>
                        <a:pt x="1576" y="47"/>
                        <a:pt x="1578" y="59"/>
                        <a:pt x="1570" y="59"/>
                      </a:cubicBezTo>
                      <a:cubicBezTo>
                        <a:pt x="1562" y="59"/>
                        <a:pt x="1555" y="49"/>
                        <a:pt x="1555" y="49"/>
                      </a:cubicBezTo>
                      <a:cubicBezTo>
                        <a:pt x="1555" y="49"/>
                        <a:pt x="1536" y="48"/>
                        <a:pt x="1528" y="40"/>
                      </a:cubicBezTo>
                      <a:cubicBezTo>
                        <a:pt x="1519" y="31"/>
                        <a:pt x="1544" y="21"/>
                        <a:pt x="1534" y="11"/>
                      </a:cubicBezTo>
                      <a:cubicBezTo>
                        <a:pt x="1524" y="0"/>
                        <a:pt x="1510" y="35"/>
                        <a:pt x="1510" y="35"/>
                      </a:cubicBezTo>
                      <a:cubicBezTo>
                        <a:pt x="368" y="35"/>
                        <a:pt x="368" y="35"/>
                        <a:pt x="368" y="35"/>
                      </a:cubicBezTo>
                      <a:cubicBezTo>
                        <a:pt x="367" y="42"/>
                        <a:pt x="365" y="48"/>
                        <a:pt x="364" y="50"/>
                      </a:cubicBezTo>
                      <a:cubicBezTo>
                        <a:pt x="360" y="56"/>
                        <a:pt x="359" y="80"/>
                        <a:pt x="359" y="80"/>
                      </a:cubicBezTo>
                      <a:cubicBezTo>
                        <a:pt x="337" y="92"/>
                        <a:pt x="337" y="92"/>
                        <a:pt x="337" y="92"/>
                      </a:cubicBezTo>
                      <a:cubicBezTo>
                        <a:pt x="335" y="104"/>
                        <a:pt x="335" y="104"/>
                        <a:pt x="335" y="104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292" y="130"/>
                        <a:pt x="292" y="130"/>
                        <a:pt x="292" y="130"/>
                      </a:cubicBezTo>
                      <a:cubicBezTo>
                        <a:pt x="315" y="117"/>
                        <a:pt x="315" y="117"/>
                        <a:pt x="315" y="117"/>
                      </a:cubicBezTo>
                      <a:cubicBezTo>
                        <a:pt x="300" y="115"/>
                        <a:pt x="300" y="115"/>
                        <a:pt x="300" y="115"/>
                      </a:cubicBezTo>
                      <a:cubicBezTo>
                        <a:pt x="300" y="115"/>
                        <a:pt x="314" y="95"/>
                        <a:pt x="318" y="92"/>
                      </a:cubicBezTo>
                      <a:cubicBezTo>
                        <a:pt x="322" y="89"/>
                        <a:pt x="342" y="75"/>
                        <a:pt x="332" y="75"/>
                      </a:cubicBezTo>
                      <a:cubicBezTo>
                        <a:pt x="322" y="75"/>
                        <a:pt x="313" y="77"/>
                        <a:pt x="303" y="76"/>
                      </a:cubicBezTo>
                      <a:cubicBezTo>
                        <a:pt x="293" y="75"/>
                        <a:pt x="284" y="57"/>
                        <a:pt x="275" y="61"/>
                      </a:cubicBezTo>
                      <a:cubicBezTo>
                        <a:pt x="266" y="65"/>
                        <a:pt x="257" y="57"/>
                        <a:pt x="255" y="78"/>
                      </a:cubicBezTo>
                      <a:cubicBezTo>
                        <a:pt x="253" y="99"/>
                        <a:pt x="255" y="111"/>
                        <a:pt x="252" y="113"/>
                      </a:cubicBezTo>
                      <a:cubicBezTo>
                        <a:pt x="249" y="115"/>
                        <a:pt x="239" y="130"/>
                        <a:pt x="239" y="130"/>
                      </a:cubicBezTo>
                      <a:cubicBezTo>
                        <a:pt x="257" y="134"/>
                        <a:pt x="257" y="134"/>
                        <a:pt x="257" y="134"/>
                      </a:cubicBezTo>
                      <a:cubicBezTo>
                        <a:pt x="238" y="137"/>
                        <a:pt x="238" y="137"/>
                        <a:pt x="238" y="137"/>
                      </a:cubicBezTo>
                      <a:cubicBezTo>
                        <a:pt x="241" y="148"/>
                        <a:pt x="241" y="148"/>
                        <a:pt x="241" y="148"/>
                      </a:cubicBezTo>
                      <a:cubicBezTo>
                        <a:pt x="230" y="165"/>
                        <a:pt x="230" y="165"/>
                        <a:pt x="230" y="165"/>
                      </a:cubicBezTo>
                      <a:cubicBezTo>
                        <a:pt x="230" y="165"/>
                        <a:pt x="251" y="173"/>
                        <a:pt x="250" y="177"/>
                      </a:cubicBezTo>
                      <a:cubicBezTo>
                        <a:pt x="249" y="181"/>
                        <a:pt x="218" y="175"/>
                        <a:pt x="218" y="175"/>
                      </a:cubicBezTo>
                      <a:cubicBezTo>
                        <a:pt x="218" y="175"/>
                        <a:pt x="179" y="235"/>
                        <a:pt x="169" y="247"/>
                      </a:cubicBezTo>
                      <a:cubicBezTo>
                        <a:pt x="159" y="259"/>
                        <a:pt x="112" y="315"/>
                        <a:pt x="112" y="315"/>
                      </a:cubicBezTo>
                      <a:cubicBezTo>
                        <a:pt x="114" y="330"/>
                        <a:pt x="114" y="330"/>
                        <a:pt x="114" y="330"/>
                      </a:cubicBezTo>
                      <a:cubicBezTo>
                        <a:pt x="114" y="330"/>
                        <a:pt x="101" y="332"/>
                        <a:pt x="90" y="344"/>
                      </a:cubicBezTo>
                      <a:cubicBezTo>
                        <a:pt x="79" y="356"/>
                        <a:pt x="79" y="374"/>
                        <a:pt x="79" y="374"/>
                      </a:cubicBezTo>
                      <a:cubicBezTo>
                        <a:pt x="66" y="387"/>
                        <a:pt x="66" y="387"/>
                        <a:pt x="66" y="387"/>
                      </a:cubicBezTo>
                      <a:cubicBezTo>
                        <a:pt x="63" y="421"/>
                        <a:pt x="63" y="421"/>
                        <a:pt x="63" y="421"/>
                      </a:cubicBezTo>
                      <a:cubicBezTo>
                        <a:pt x="63" y="421"/>
                        <a:pt x="39" y="453"/>
                        <a:pt x="33" y="459"/>
                      </a:cubicBezTo>
                      <a:cubicBezTo>
                        <a:pt x="27" y="465"/>
                        <a:pt x="6" y="477"/>
                        <a:pt x="8" y="488"/>
                      </a:cubicBezTo>
                      <a:cubicBezTo>
                        <a:pt x="10" y="499"/>
                        <a:pt x="26" y="506"/>
                        <a:pt x="23" y="516"/>
                      </a:cubicBezTo>
                      <a:cubicBezTo>
                        <a:pt x="20" y="526"/>
                        <a:pt x="0" y="550"/>
                        <a:pt x="0" y="562"/>
                      </a:cubicBezTo>
                      <a:cubicBezTo>
                        <a:pt x="0" y="574"/>
                        <a:pt x="13" y="615"/>
                        <a:pt x="13" y="615"/>
                      </a:cubicBezTo>
                      <a:cubicBezTo>
                        <a:pt x="29" y="605"/>
                        <a:pt x="29" y="605"/>
                        <a:pt x="29" y="605"/>
                      </a:cubicBezTo>
                      <a:cubicBezTo>
                        <a:pt x="74" y="609"/>
                        <a:pt x="74" y="609"/>
                        <a:pt x="74" y="609"/>
                      </a:cubicBezTo>
                      <a:cubicBezTo>
                        <a:pt x="74" y="609"/>
                        <a:pt x="36" y="609"/>
                        <a:pt x="33" y="615"/>
                      </a:cubicBezTo>
                      <a:cubicBezTo>
                        <a:pt x="30" y="621"/>
                        <a:pt x="31" y="635"/>
                        <a:pt x="31" y="635"/>
                      </a:cubicBezTo>
                      <a:cubicBezTo>
                        <a:pt x="31" y="635"/>
                        <a:pt x="20" y="620"/>
                        <a:pt x="16" y="626"/>
                      </a:cubicBezTo>
                      <a:cubicBezTo>
                        <a:pt x="12" y="632"/>
                        <a:pt x="2" y="651"/>
                        <a:pt x="7" y="659"/>
                      </a:cubicBezTo>
                      <a:cubicBezTo>
                        <a:pt x="12" y="667"/>
                        <a:pt x="25" y="667"/>
                        <a:pt x="25" y="667"/>
                      </a:cubicBezTo>
                      <a:cubicBezTo>
                        <a:pt x="25" y="667"/>
                        <a:pt x="23" y="688"/>
                        <a:pt x="20" y="688"/>
                      </a:cubicBezTo>
                      <a:cubicBezTo>
                        <a:pt x="17" y="688"/>
                        <a:pt x="7" y="700"/>
                        <a:pt x="7" y="709"/>
                      </a:cubicBezTo>
                      <a:cubicBezTo>
                        <a:pt x="7" y="718"/>
                        <a:pt x="20" y="733"/>
                        <a:pt x="20" y="733"/>
                      </a:cubicBezTo>
                      <a:cubicBezTo>
                        <a:pt x="20" y="733"/>
                        <a:pt x="40" y="763"/>
                        <a:pt x="39" y="770"/>
                      </a:cubicBezTo>
                      <a:cubicBezTo>
                        <a:pt x="38" y="777"/>
                        <a:pt x="16" y="799"/>
                        <a:pt x="28" y="803"/>
                      </a:cubicBezTo>
                      <a:cubicBezTo>
                        <a:pt x="40" y="807"/>
                        <a:pt x="65" y="807"/>
                        <a:pt x="65" y="807"/>
                      </a:cubicBezTo>
                      <a:cubicBezTo>
                        <a:pt x="65" y="807"/>
                        <a:pt x="67" y="828"/>
                        <a:pt x="79" y="828"/>
                      </a:cubicBezTo>
                      <a:cubicBezTo>
                        <a:pt x="91" y="828"/>
                        <a:pt x="108" y="822"/>
                        <a:pt x="108" y="822"/>
                      </a:cubicBezTo>
                      <a:cubicBezTo>
                        <a:pt x="111" y="841"/>
                        <a:pt x="111" y="841"/>
                        <a:pt x="111" y="841"/>
                      </a:cubicBezTo>
                      <a:cubicBezTo>
                        <a:pt x="111" y="841"/>
                        <a:pt x="143" y="852"/>
                        <a:pt x="143" y="867"/>
                      </a:cubicBezTo>
                      <a:cubicBezTo>
                        <a:pt x="143" y="875"/>
                        <a:pt x="140" y="889"/>
                        <a:pt x="138" y="901"/>
                      </a:cubicBezTo>
                      <a:cubicBezTo>
                        <a:pt x="141" y="903"/>
                        <a:pt x="141" y="903"/>
                        <a:pt x="141" y="903"/>
                      </a:cubicBezTo>
                      <a:cubicBezTo>
                        <a:pt x="240" y="899"/>
                        <a:pt x="240" y="899"/>
                        <a:pt x="240" y="899"/>
                      </a:cubicBezTo>
                      <a:cubicBezTo>
                        <a:pt x="230" y="909"/>
                        <a:pt x="240" y="909"/>
                        <a:pt x="240" y="909"/>
                      </a:cubicBezTo>
                      <a:cubicBezTo>
                        <a:pt x="380" y="973"/>
                        <a:pt x="380" y="973"/>
                        <a:pt x="380" y="973"/>
                      </a:cubicBezTo>
                      <a:cubicBezTo>
                        <a:pt x="512" y="971"/>
                        <a:pt x="512" y="971"/>
                        <a:pt x="512" y="971"/>
                      </a:cubicBezTo>
                      <a:cubicBezTo>
                        <a:pt x="512" y="971"/>
                        <a:pt x="512" y="971"/>
                        <a:pt x="516" y="968"/>
                      </a:cubicBezTo>
                      <a:cubicBezTo>
                        <a:pt x="519" y="964"/>
                        <a:pt x="517" y="960"/>
                        <a:pt x="517" y="954"/>
                      </a:cubicBezTo>
                      <a:cubicBezTo>
                        <a:pt x="517" y="948"/>
                        <a:pt x="524" y="944"/>
                        <a:pt x="524" y="944"/>
                      </a:cubicBezTo>
                      <a:cubicBezTo>
                        <a:pt x="597" y="944"/>
                        <a:pt x="597" y="944"/>
                        <a:pt x="597" y="944"/>
                      </a:cubicBezTo>
                      <a:cubicBezTo>
                        <a:pt x="612" y="959"/>
                        <a:pt x="607" y="967"/>
                        <a:pt x="607" y="967"/>
                      </a:cubicBezTo>
                      <a:cubicBezTo>
                        <a:pt x="625" y="975"/>
                        <a:pt x="625" y="975"/>
                        <a:pt x="625" y="975"/>
                      </a:cubicBezTo>
                      <a:cubicBezTo>
                        <a:pt x="631" y="996"/>
                        <a:pt x="631" y="996"/>
                        <a:pt x="631" y="996"/>
                      </a:cubicBezTo>
                      <a:cubicBezTo>
                        <a:pt x="631" y="996"/>
                        <a:pt x="642" y="997"/>
                        <a:pt x="653" y="1008"/>
                      </a:cubicBezTo>
                      <a:cubicBezTo>
                        <a:pt x="663" y="1018"/>
                        <a:pt x="653" y="1060"/>
                        <a:pt x="653" y="1060"/>
                      </a:cubicBezTo>
                      <a:cubicBezTo>
                        <a:pt x="653" y="1060"/>
                        <a:pt x="684" y="1094"/>
                        <a:pt x="703" y="1094"/>
                      </a:cubicBezTo>
                      <a:cubicBezTo>
                        <a:pt x="722" y="1094"/>
                        <a:pt x="735" y="1060"/>
                        <a:pt x="739" y="1056"/>
                      </a:cubicBezTo>
                      <a:cubicBezTo>
                        <a:pt x="743" y="1052"/>
                        <a:pt x="755" y="1053"/>
                        <a:pt x="755" y="1053"/>
                      </a:cubicBezTo>
                      <a:cubicBezTo>
                        <a:pt x="756" y="1047"/>
                        <a:pt x="756" y="1047"/>
                        <a:pt x="756" y="1047"/>
                      </a:cubicBezTo>
                      <a:cubicBezTo>
                        <a:pt x="766" y="1052"/>
                        <a:pt x="766" y="1052"/>
                        <a:pt x="766" y="1052"/>
                      </a:cubicBezTo>
                      <a:cubicBezTo>
                        <a:pt x="795" y="1053"/>
                        <a:pt x="795" y="1053"/>
                        <a:pt x="795" y="1053"/>
                      </a:cubicBezTo>
                      <a:cubicBezTo>
                        <a:pt x="795" y="1053"/>
                        <a:pt x="815" y="1084"/>
                        <a:pt x="823" y="1092"/>
                      </a:cubicBezTo>
                      <a:cubicBezTo>
                        <a:pt x="831" y="1100"/>
                        <a:pt x="823" y="1115"/>
                        <a:pt x="823" y="1124"/>
                      </a:cubicBezTo>
                      <a:cubicBezTo>
                        <a:pt x="823" y="1133"/>
                        <a:pt x="834" y="1140"/>
                        <a:pt x="834" y="1140"/>
                      </a:cubicBezTo>
                      <a:cubicBezTo>
                        <a:pt x="834" y="1140"/>
                        <a:pt x="835" y="1146"/>
                        <a:pt x="835" y="1153"/>
                      </a:cubicBezTo>
                      <a:cubicBezTo>
                        <a:pt x="835" y="1161"/>
                        <a:pt x="844" y="1162"/>
                        <a:pt x="851" y="1169"/>
                      </a:cubicBezTo>
                      <a:cubicBezTo>
                        <a:pt x="858" y="1176"/>
                        <a:pt x="848" y="1179"/>
                        <a:pt x="848" y="1179"/>
                      </a:cubicBezTo>
                      <a:cubicBezTo>
                        <a:pt x="848" y="1206"/>
                        <a:pt x="848" y="1206"/>
                        <a:pt x="848" y="1206"/>
                      </a:cubicBezTo>
                      <a:cubicBezTo>
                        <a:pt x="856" y="1212"/>
                        <a:pt x="856" y="1212"/>
                        <a:pt x="856" y="1212"/>
                      </a:cubicBezTo>
                      <a:cubicBezTo>
                        <a:pt x="856" y="1212"/>
                        <a:pt x="854" y="1220"/>
                        <a:pt x="854" y="1231"/>
                      </a:cubicBezTo>
                      <a:cubicBezTo>
                        <a:pt x="854" y="1242"/>
                        <a:pt x="884" y="1243"/>
                        <a:pt x="884" y="1243"/>
                      </a:cubicBezTo>
                      <a:cubicBezTo>
                        <a:pt x="890" y="1254"/>
                        <a:pt x="890" y="1254"/>
                        <a:pt x="890" y="1254"/>
                      </a:cubicBezTo>
                      <a:cubicBezTo>
                        <a:pt x="890" y="1254"/>
                        <a:pt x="909" y="1254"/>
                        <a:pt x="914" y="1254"/>
                      </a:cubicBezTo>
                      <a:cubicBezTo>
                        <a:pt x="919" y="1254"/>
                        <a:pt x="917" y="1264"/>
                        <a:pt x="928" y="1264"/>
                      </a:cubicBezTo>
                      <a:cubicBezTo>
                        <a:pt x="933" y="1264"/>
                        <a:pt x="937" y="1263"/>
                        <a:pt x="940" y="1262"/>
                      </a:cubicBezTo>
                      <a:cubicBezTo>
                        <a:pt x="930" y="1213"/>
                        <a:pt x="930" y="1213"/>
                        <a:pt x="930" y="1213"/>
                      </a:cubicBezTo>
                      <a:cubicBezTo>
                        <a:pt x="942" y="1202"/>
                        <a:pt x="942" y="1202"/>
                        <a:pt x="942" y="1202"/>
                      </a:cubicBezTo>
                      <a:cubicBezTo>
                        <a:pt x="929" y="1193"/>
                        <a:pt x="929" y="1193"/>
                        <a:pt x="929" y="1193"/>
                      </a:cubicBezTo>
                      <a:cubicBezTo>
                        <a:pt x="929" y="1180"/>
                        <a:pt x="929" y="1180"/>
                        <a:pt x="929" y="1180"/>
                      </a:cubicBezTo>
                      <a:cubicBezTo>
                        <a:pt x="929" y="1180"/>
                        <a:pt x="947" y="1192"/>
                        <a:pt x="950" y="1180"/>
                      </a:cubicBezTo>
                      <a:cubicBezTo>
                        <a:pt x="953" y="1168"/>
                        <a:pt x="950" y="1159"/>
                        <a:pt x="950" y="1159"/>
                      </a:cubicBezTo>
                      <a:cubicBezTo>
                        <a:pt x="966" y="1157"/>
                        <a:pt x="966" y="1157"/>
                        <a:pt x="966" y="1157"/>
                      </a:cubicBezTo>
                      <a:cubicBezTo>
                        <a:pt x="971" y="1139"/>
                        <a:pt x="971" y="1139"/>
                        <a:pt x="971" y="1139"/>
                      </a:cubicBezTo>
                      <a:cubicBezTo>
                        <a:pt x="981" y="1144"/>
                        <a:pt x="981" y="1144"/>
                        <a:pt x="981" y="1144"/>
                      </a:cubicBezTo>
                      <a:cubicBezTo>
                        <a:pt x="994" y="1137"/>
                        <a:pt x="994" y="1137"/>
                        <a:pt x="994" y="1137"/>
                      </a:cubicBezTo>
                      <a:cubicBezTo>
                        <a:pt x="989" y="1121"/>
                        <a:pt x="989" y="1121"/>
                        <a:pt x="989" y="1121"/>
                      </a:cubicBezTo>
                      <a:cubicBezTo>
                        <a:pt x="999" y="1128"/>
                        <a:pt x="999" y="1128"/>
                        <a:pt x="999" y="1128"/>
                      </a:cubicBezTo>
                      <a:cubicBezTo>
                        <a:pt x="999" y="1128"/>
                        <a:pt x="1003" y="1106"/>
                        <a:pt x="1009" y="1110"/>
                      </a:cubicBezTo>
                      <a:cubicBezTo>
                        <a:pt x="1015" y="1114"/>
                        <a:pt x="1016" y="1125"/>
                        <a:pt x="1022" y="1122"/>
                      </a:cubicBezTo>
                      <a:cubicBezTo>
                        <a:pt x="1028" y="1119"/>
                        <a:pt x="1056" y="1111"/>
                        <a:pt x="1064" y="1103"/>
                      </a:cubicBezTo>
                      <a:cubicBezTo>
                        <a:pt x="1072" y="1095"/>
                        <a:pt x="1086" y="1076"/>
                        <a:pt x="1086" y="1076"/>
                      </a:cubicBezTo>
                      <a:cubicBezTo>
                        <a:pt x="1086" y="1076"/>
                        <a:pt x="1078" y="1053"/>
                        <a:pt x="1088" y="1052"/>
                      </a:cubicBezTo>
                      <a:cubicBezTo>
                        <a:pt x="1098" y="1051"/>
                        <a:pt x="1109" y="1075"/>
                        <a:pt x="1121" y="1068"/>
                      </a:cubicBezTo>
                      <a:cubicBezTo>
                        <a:pt x="1133" y="1061"/>
                        <a:pt x="1137" y="1033"/>
                        <a:pt x="1143" y="1040"/>
                      </a:cubicBezTo>
                      <a:cubicBezTo>
                        <a:pt x="1149" y="1047"/>
                        <a:pt x="1152" y="1053"/>
                        <a:pt x="1157" y="1053"/>
                      </a:cubicBezTo>
                      <a:cubicBezTo>
                        <a:pt x="1162" y="1053"/>
                        <a:pt x="1173" y="1037"/>
                        <a:pt x="1173" y="1037"/>
                      </a:cubicBezTo>
                      <a:cubicBezTo>
                        <a:pt x="1173" y="1037"/>
                        <a:pt x="1192" y="1068"/>
                        <a:pt x="1206" y="1066"/>
                      </a:cubicBezTo>
                      <a:cubicBezTo>
                        <a:pt x="1220" y="1064"/>
                        <a:pt x="1222" y="1033"/>
                        <a:pt x="1238" y="1049"/>
                      </a:cubicBezTo>
                      <a:cubicBezTo>
                        <a:pt x="1254" y="1065"/>
                        <a:pt x="1246" y="1083"/>
                        <a:pt x="1256" y="1083"/>
                      </a:cubicBezTo>
                      <a:cubicBezTo>
                        <a:pt x="1266" y="1083"/>
                        <a:pt x="1282" y="1090"/>
                        <a:pt x="1282" y="1090"/>
                      </a:cubicBezTo>
                      <a:cubicBezTo>
                        <a:pt x="1282" y="1090"/>
                        <a:pt x="1281" y="1074"/>
                        <a:pt x="1288" y="1079"/>
                      </a:cubicBezTo>
                      <a:cubicBezTo>
                        <a:pt x="1295" y="1084"/>
                        <a:pt x="1303" y="1103"/>
                        <a:pt x="1308" y="1091"/>
                      </a:cubicBezTo>
                      <a:cubicBezTo>
                        <a:pt x="1313" y="1079"/>
                        <a:pt x="1306" y="1064"/>
                        <a:pt x="1306" y="1064"/>
                      </a:cubicBezTo>
                      <a:cubicBezTo>
                        <a:pt x="1320" y="1069"/>
                        <a:pt x="1320" y="1069"/>
                        <a:pt x="1320" y="1069"/>
                      </a:cubicBezTo>
                      <a:cubicBezTo>
                        <a:pt x="1325" y="1080"/>
                        <a:pt x="1325" y="1080"/>
                        <a:pt x="1325" y="1080"/>
                      </a:cubicBezTo>
                      <a:cubicBezTo>
                        <a:pt x="1335" y="1083"/>
                        <a:pt x="1335" y="1083"/>
                        <a:pt x="1335" y="1083"/>
                      </a:cubicBezTo>
                      <a:cubicBezTo>
                        <a:pt x="1335" y="1092"/>
                        <a:pt x="1335" y="1092"/>
                        <a:pt x="1335" y="1092"/>
                      </a:cubicBezTo>
                      <a:cubicBezTo>
                        <a:pt x="1335" y="1092"/>
                        <a:pt x="1359" y="1099"/>
                        <a:pt x="1354" y="1087"/>
                      </a:cubicBezTo>
                      <a:cubicBezTo>
                        <a:pt x="1349" y="1075"/>
                        <a:pt x="1335" y="1070"/>
                        <a:pt x="1335" y="1070"/>
                      </a:cubicBezTo>
                      <a:cubicBezTo>
                        <a:pt x="1329" y="1060"/>
                        <a:pt x="1329" y="1060"/>
                        <a:pt x="1329" y="1060"/>
                      </a:cubicBezTo>
                      <a:cubicBezTo>
                        <a:pt x="1329" y="1060"/>
                        <a:pt x="1349" y="1057"/>
                        <a:pt x="1347" y="1049"/>
                      </a:cubicBezTo>
                      <a:cubicBezTo>
                        <a:pt x="1345" y="1041"/>
                        <a:pt x="1343" y="1039"/>
                        <a:pt x="1334" y="1040"/>
                      </a:cubicBezTo>
                      <a:cubicBezTo>
                        <a:pt x="1325" y="1041"/>
                        <a:pt x="1298" y="1044"/>
                        <a:pt x="1307" y="1030"/>
                      </a:cubicBezTo>
                      <a:cubicBezTo>
                        <a:pt x="1316" y="1016"/>
                        <a:pt x="1325" y="1027"/>
                        <a:pt x="1336" y="1030"/>
                      </a:cubicBezTo>
                      <a:cubicBezTo>
                        <a:pt x="1347" y="1033"/>
                        <a:pt x="1355" y="1031"/>
                        <a:pt x="1365" y="1024"/>
                      </a:cubicBezTo>
                      <a:cubicBezTo>
                        <a:pt x="1375" y="1017"/>
                        <a:pt x="1386" y="1017"/>
                        <a:pt x="1386" y="1017"/>
                      </a:cubicBezTo>
                      <a:cubicBezTo>
                        <a:pt x="1387" y="1021"/>
                        <a:pt x="1387" y="1021"/>
                        <a:pt x="1387" y="1021"/>
                      </a:cubicBezTo>
                      <a:cubicBezTo>
                        <a:pt x="1387" y="1021"/>
                        <a:pt x="1417" y="1021"/>
                        <a:pt x="1417" y="1014"/>
                      </a:cubicBezTo>
                      <a:cubicBezTo>
                        <a:pt x="1417" y="1007"/>
                        <a:pt x="1423" y="992"/>
                        <a:pt x="1426" y="997"/>
                      </a:cubicBezTo>
                      <a:cubicBezTo>
                        <a:pt x="1429" y="1002"/>
                        <a:pt x="1429" y="1024"/>
                        <a:pt x="1429" y="1024"/>
                      </a:cubicBezTo>
                      <a:cubicBezTo>
                        <a:pt x="1429" y="1024"/>
                        <a:pt x="1462" y="1012"/>
                        <a:pt x="1471" y="1013"/>
                      </a:cubicBezTo>
                      <a:cubicBezTo>
                        <a:pt x="1480" y="1014"/>
                        <a:pt x="1487" y="1024"/>
                        <a:pt x="1487" y="1024"/>
                      </a:cubicBezTo>
                      <a:cubicBezTo>
                        <a:pt x="1487" y="1024"/>
                        <a:pt x="1484" y="1008"/>
                        <a:pt x="1494" y="1012"/>
                      </a:cubicBezTo>
                      <a:cubicBezTo>
                        <a:pt x="1504" y="1016"/>
                        <a:pt x="1504" y="1030"/>
                        <a:pt x="1504" y="1030"/>
                      </a:cubicBezTo>
                      <a:cubicBezTo>
                        <a:pt x="1524" y="1025"/>
                        <a:pt x="1524" y="1025"/>
                        <a:pt x="1524" y="1025"/>
                      </a:cubicBezTo>
                      <a:cubicBezTo>
                        <a:pt x="1520" y="1033"/>
                        <a:pt x="1520" y="1033"/>
                        <a:pt x="1520" y="1033"/>
                      </a:cubicBezTo>
                      <a:cubicBezTo>
                        <a:pt x="1520" y="1033"/>
                        <a:pt x="1521" y="1065"/>
                        <a:pt x="1539" y="1061"/>
                      </a:cubicBezTo>
                      <a:cubicBezTo>
                        <a:pt x="1557" y="1057"/>
                        <a:pt x="1570" y="1031"/>
                        <a:pt x="1588" y="1035"/>
                      </a:cubicBezTo>
                      <a:cubicBezTo>
                        <a:pt x="1606" y="1039"/>
                        <a:pt x="1607" y="1073"/>
                        <a:pt x="1616" y="1079"/>
                      </a:cubicBezTo>
                      <a:cubicBezTo>
                        <a:pt x="1625" y="1085"/>
                        <a:pt x="1643" y="1085"/>
                        <a:pt x="1643" y="1085"/>
                      </a:cubicBezTo>
                      <a:cubicBezTo>
                        <a:pt x="1640" y="1111"/>
                        <a:pt x="1640" y="1111"/>
                        <a:pt x="1640" y="1111"/>
                      </a:cubicBezTo>
                      <a:cubicBezTo>
                        <a:pt x="1640" y="1111"/>
                        <a:pt x="1621" y="1139"/>
                        <a:pt x="1623" y="1147"/>
                      </a:cubicBezTo>
                      <a:cubicBezTo>
                        <a:pt x="1625" y="1155"/>
                        <a:pt x="1635" y="1156"/>
                        <a:pt x="1635" y="1156"/>
                      </a:cubicBezTo>
                      <a:cubicBezTo>
                        <a:pt x="1640" y="1166"/>
                        <a:pt x="1640" y="1166"/>
                        <a:pt x="1640" y="1166"/>
                      </a:cubicBezTo>
                      <a:cubicBezTo>
                        <a:pt x="1621" y="1179"/>
                        <a:pt x="1621" y="1179"/>
                        <a:pt x="1621" y="1179"/>
                      </a:cubicBezTo>
                      <a:cubicBezTo>
                        <a:pt x="1634" y="1212"/>
                        <a:pt x="1634" y="1212"/>
                        <a:pt x="1634" y="1212"/>
                      </a:cubicBezTo>
                      <a:cubicBezTo>
                        <a:pt x="1634" y="1212"/>
                        <a:pt x="1649" y="1193"/>
                        <a:pt x="1650" y="1199"/>
                      </a:cubicBezTo>
                      <a:cubicBezTo>
                        <a:pt x="1651" y="1205"/>
                        <a:pt x="1639" y="1230"/>
                        <a:pt x="1639" y="1230"/>
                      </a:cubicBezTo>
                      <a:cubicBezTo>
                        <a:pt x="1649" y="1227"/>
                        <a:pt x="1649" y="1227"/>
                        <a:pt x="1649" y="1227"/>
                      </a:cubicBezTo>
                      <a:cubicBezTo>
                        <a:pt x="1652" y="1259"/>
                        <a:pt x="1652" y="1259"/>
                        <a:pt x="1652" y="1259"/>
                      </a:cubicBezTo>
                      <a:cubicBezTo>
                        <a:pt x="1652" y="1259"/>
                        <a:pt x="1669" y="1259"/>
                        <a:pt x="1669" y="1265"/>
                      </a:cubicBezTo>
                      <a:cubicBezTo>
                        <a:pt x="1669" y="1271"/>
                        <a:pt x="1666" y="1287"/>
                        <a:pt x="1666" y="1287"/>
                      </a:cubicBezTo>
                      <a:cubicBezTo>
                        <a:pt x="1681" y="1304"/>
                        <a:pt x="1681" y="1304"/>
                        <a:pt x="1681" y="1304"/>
                      </a:cubicBezTo>
                      <a:cubicBezTo>
                        <a:pt x="1681" y="1304"/>
                        <a:pt x="1705" y="1298"/>
                        <a:pt x="1707" y="1291"/>
                      </a:cubicBezTo>
                      <a:cubicBezTo>
                        <a:pt x="1709" y="1284"/>
                        <a:pt x="1711" y="1271"/>
                        <a:pt x="1711" y="1271"/>
                      </a:cubicBezTo>
                      <a:cubicBezTo>
                        <a:pt x="1723" y="1271"/>
                        <a:pt x="1723" y="1271"/>
                        <a:pt x="1723" y="1271"/>
                      </a:cubicBezTo>
                      <a:cubicBezTo>
                        <a:pt x="1723" y="1271"/>
                        <a:pt x="1722" y="1250"/>
                        <a:pt x="1729" y="1240"/>
                      </a:cubicBezTo>
                      <a:cubicBezTo>
                        <a:pt x="1736" y="1230"/>
                        <a:pt x="1740" y="1213"/>
                        <a:pt x="1737" y="1203"/>
                      </a:cubicBezTo>
                      <a:cubicBezTo>
                        <a:pt x="1734" y="1193"/>
                        <a:pt x="1724" y="1160"/>
                        <a:pt x="1724" y="1151"/>
                      </a:cubicBezTo>
                      <a:cubicBezTo>
                        <a:pt x="1724" y="1142"/>
                        <a:pt x="1730" y="1128"/>
                        <a:pt x="1730" y="1112"/>
                      </a:cubicBezTo>
                      <a:cubicBezTo>
                        <a:pt x="1730" y="1096"/>
                        <a:pt x="1710" y="1070"/>
                        <a:pt x="1714" y="1056"/>
                      </a:cubicBezTo>
                      <a:cubicBezTo>
                        <a:pt x="1718" y="1042"/>
                        <a:pt x="1710" y="1002"/>
                        <a:pt x="1722" y="987"/>
                      </a:cubicBezTo>
                      <a:cubicBezTo>
                        <a:pt x="1734" y="972"/>
                        <a:pt x="1742" y="948"/>
                        <a:pt x="1742" y="948"/>
                      </a:cubicBezTo>
                      <a:cubicBezTo>
                        <a:pt x="1752" y="942"/>
                        <a:pt x="1752" y="942"/>
                        <a:pt x="1752" y="942"/>
                      </a:cubicBezTo>
                      <a:cubicBezTo>
                        <a:pt x="1765" y="929"/>
                        <a:pt x="1765" y="929"/>
                        <a:pt x="1765" y="929"/>
                      </a:cubicBezTo>
                      <a:cubicBezTo>
                        <a:pt x="1771" y="913"/>
                        <a:pt x="1771" y="913"/>
                        <a:pt x="1771" y="913"/>
                      </a:cubicBezTo>
                      <a:cubicBezTo>
                        <a:pt x="1780" y="919"/>
                        <a:pt x="1780" y="919"/>
                        <a:pt x="1780" y="919"/>
                      </a:cubicBezTo>
                      <a:cubicBezTo>
                        <a:pt x="1783" y="905"/>
                        <a:pt x="1783" y="905"/>
                        <a:pt x="1783" y="905"/>
                      </a:cubicBezTo>
                      <a:cubicBezTo>
                        <a:pt x="1783" y="905"/>
                        <a:pt x="1813" y="909"/>
                        <a:pt x="1818" y="903"/>
                      </a:cubicBezTo>
                      <a:cubicBezTo>
                        <a:pt x="1823" y="897"/>
                        <a:pt x="1819" y="886"/>
                        <a:pt x="1819" y="886"/>
                      </a:cubicBezTo>
                      <a:cubicBezTo>
                        <a:pt x="1832" y="887"/>
                        <a:pt x="1832" y="887"/>
                        <a:pt x="1832" y="887"/>
                      </a:cubicBezTo>
                      <a:cubicBezTo>
                        <a:pt x="1836" y="881"/>
                        <a:pt x="1836" y="881"/>
                        <a:pt x="1836" y="881"/>
                      </a:cubicBezTo>
                      <a:cubicBezTo>
                        <a:pt x="1847" y="880"/>
                        <a:pt x="1847" y="880"/>
                        <a:pt x="1847" y="880"/>
                      </a:cubicBezTo>
                      <a:cubicBezTo>
                        <a:pt x="1864" y="859"/>
                        <a:pt x="1864" y="859"/>
                        <a:pt x="1864" y="859"/>
                      </a:cubicBezTo>
                      <a:cubicBezTo>
                        <a:pt x="1864" y="859"/>
                        <a:pt x="1868" y="839"/>
                        <a:pt x="1887" y="834"/>
                      </a:cubicBezTo>
                      <a:cubicBezTo>
                        <a:pt x="1906" y="829"/>
                        <a:pt x="1917" y="840"/>
                        <a:pt x="1926" y="831"/>
                      </a:cubicBezTo>
                      <a:cubicBezTo>
                        <a:pt x="1935" y="822"/>
                        <a:pt x="1941" y="805"/>
                        <a:pt x="1941" y="805"/>
                      </a:cubicBezTo>
                      <a:cubicBezTo>
                        <a:pt x="1951" y="807"/>
                        <a:pt x="1951" y="807"/>
                        <a:pt x="1951" y="807"/>
                      </a:cubicBezTo>
                      <a:cubicBezTo>
                        <a:pt x="1956" y="792"/>
                        <a:pt x="1956" y="792"/>
                        <a:pt x="1956" y="792"/>
                      </a:cubicBezTo>
                      <a:cubicBezTo>
                        <a:pt x="2010" y="789"/>
                        <a:pt x="2010" y="789"/>
                        <a:pt x="2010" y="789"/>
                      </a:cubicBezTo>
                      <a:cubicBezTo>
                        <a:pt x="2013" y="773"/>
                        <a:pt x="2013" y="773"/>
                        <a:pt x="2013" y="773"/>
                      </a:cubicBezTo>
                      <a:cubicBezTo>
                        <a:pt x="1988" y="775"/>
                        <a:pt x="1988" y="775"/>
                        <a:pt x="1988" y="775"/>
                      </a:cubicBezTo>
                      <a:cubicBezTo>
                        <a:pt x="1988" y="775"/>
                        <a:pt x="2002" y="770"/>
                        <a:pt x="2001" y="763"/>
                      </a:cubicBezTo>
                      <a:cubicBezTo>
                        <a:pt x="2000" y="756"/>
                        <a:pt x="1990" y="749"/>
                        <a:pt x="1990" y="749"/>
                      </a:cubicBezTo>
                      <a:cubicBezTo>
                        <a:pt x="2013" y="745"/>
                        <a:pt x="2013" y="745"/>
                        <a:pt x="2013" y="745"/>
                      </a:cubicBezTo>
                      <a:cubicBezTo>
                        <a:pt x="2029" y="751"/>
                        <a:pt x="2029" y="751"/>
                        <a:pt x="2029" y="751"/>
                      </a:cubicBezTo>
                      <a:cubicBezTo>
                        <a:pt x="2052" y="727"/>
                        <a:pt x="2052" y="727"/>
                        <a:pt x="2052" y="727"/>
                      </a:cubicBezTo>
                      <a:cubicBezTo>
                        <a:pt x="2015" y="726"/>
                        <a:pt x="2015" y="726"/>
                        <a:pt x="2015" y="726"/>
                      </a:cubicBezTo>
                      <a:cubicBezTo>
                        <a:pt x="2013" y="709"/>
                        <a:pt x="2013" y="709"/>
                        <a:pt x="2013" y="709"/>
                      </a:cubicBezTo>
                      <a:cubicBezTo>
                        <a:pt x="2022" y="718"/>
                        <a:pt x="2022" y="718"/>
                        <a:pt x="2022" y="718"/>
                      </a:cubicBezTo>
                      <a:cubicBezTo>
                        <a:pt x="2052" y="707"/>
                        <a:pt x="2052" y="707"/>
                        <a:pt x="2052" y="707"/>
                      </a:cubicBezTo>
                      <a:cubicBezTo>
                        <a:pt x="2055" y="668"/>
                        <a:pt x="2055" y="668"/>
                        <a:pt x="2055" y="668"/>
                      </a:cubicBezTo>
                      <a:cubicBezTo>
                        <a:pt x="2036" y="676"/>
                        <a:pt x="2036" y="676"/>
                        <a:pt x="2036" y="676"/>
                      </a:cubicBezTo>
                      <a:cubicBezTo>
                        <a:pt x="2032" y="658"/>
                        <a:pt x="2032" y="658"/>
                        <a:pt x="2032" y="658"/>
                      </a:cubicBezTo>
                      <a:cubicBezTo>
                        <a:pt x="2016" y="647"/>
                        <a:pt x="2016" y="647"/>
                        <a:pt x="2016" y="647"/>
                      </a:cubicBezTo>
                      <a:cubicBezTo>
                        <a:pt x="2045" y="662"/>
                        <a:pt x="2045" y="662"/>
                        <a:pt x="2045" y="662"/>
                      </a:cubicBezTo>
                      <a:cubicBezTo>
                        <a:pt x="2052" y="656"/>
                        <a:pt x="2052" y="656"/>
                        <a:pt x="2052" y="656"/>
                      </a:cubicBezTo>
                      <a:cubicBezTo>
                        <a:pt x="2039" y="646"/>
                        <a:pt x="2039" y="646"/>
                        <a:pt x="2039" y="646"/>
                      </a:cubicBezTo>
                      <a:cubicBezTo>
                        <a:pt x="2057" y="646"/>
                        <a:pt x="2057" y="646"/>
                        <a:pt x="2057" y="646"/>
                      </a:cubicBezTo>
                      <a:cubicBezTo>
                        <a:pt x="2057" y="646"/>
                        <a:pt x="2035" y="617"/>
                        <a:pt x="2035" y="610"/>
                      </a:cubicBezTo>
                      <a:cubicBezTo>
                        <a:pt x="2035" y="603"/>
                        <a:pt x="2040" y="600"/>
                        <a:pt x="2040" y="600"/>
                      </a:cubicBezTo>
                      <a:cubicBezTo>
                        <a:pt x="2040" y="600"/>
                        <a:pt x="2023" y="589"/>
                        <a:pt x="2025" y="586"/>
                      </a:cubicBezTo>
                      <a:cubicBezTo>
                        <a:pt x="2027" y="583"/>
                        <a:pt x="2046" y="571"/>
                        <a:pt x="2046" y="571"/>
                      </a:cubicBezTo>
                      <a:cubicBezTo>
                        <a:pt x="2041" y="589"/>
                        <a:pt x="2041" y="589"/>
                        <a:pt x="2041" y="589"/>
                      </a:cubicBezTo>
                      <a:cubicBezTo>
                        <a:pt x="2062" y="606"/>
                        <a:pt x="2062" y="606"/>
                        <a:pt x="2062" y="606"/>
                      </a:cubicBezTo>
                      <a:cubicBezTo>
                        <a:pt x="2062" y="606"/>
                        <a:pt x="2070" y="582"/>
                        <a:pt x="2070" y="569"/>
                      </a:cubicBezTo>
                      <a:cubicBezTo>
                        <a:pt x="2070" y="556"/>
                        <a:pt x="2108" y="525"/>
                        <a:pt x="2107" y="533"/>
                      </a:cubicBezTo>
                      <a:cubicBezTo>
                        <a:pt x="2106" y="541"/>
                        <a:pt x="2083" y="574"/>
                        <a:pt x="2083" y="574"/>
                      </a:cubicBezTo>
                      <a:cubicBezTo>
                        <a:pt x="2077" y="596"/>
                        <a:pt x="2077" y="596"/>
                        <a:pt x="2077" y="596"/>
                      </a:cubicBezTo>
                      <a:cubicBezTo>
                        <a:pt x="2090" y="597"/>
                        <a:pt x="2090" y="597"/>
                        <a:pt x="2090" y="597"/>
                      </a:cubicBezTo>
                      <a:cubicBezTo>
                        <a:pt x="2090" y="597"/>
                        <a:pt x="2087" y="619"/>
                        <a:pt x="2082" y="623"/>
                      </a:cubicBezTo>
                      <a:cubicBezTo>
                        <a:pt x="2077" y="627"/>
                        <a:pt x="2059" y="661"/>
                        <a:pt x="2066" y="661"/>
                      </a:cubicBezTo>
                      <a:cubicBezTo>
                        <a:pt x="2073" y="661"/>
                        <a:pt x="2083" y="637"/>
                        <a:pt x="2089" y="632"/>
                      </a:cubicBezTo>
                      <a:cubicBezTo>
                        <a:pt x="2095" y="627"/>
                        <a:pt x="2125" y="611"/>
                        <a:pt x="2127" y="598"/>
                      </a:cubicBezTo>
                      <a:cubicBezTo>
                        <a:pt x="2129" y="585"/>
                        <a:pt x="2125" y="564"/>
                        <a:pt x="2125" y="553"/>
                      </a:cubicBezTo>
                      <a:cubicBezTo>
                        <a:pt x="2125" y="542"/>
                        <a:pt x="2129" y="516"/>
                        <a:pt x="2136" y="513"/>
                      </a:cubicBezTo>
                      <a:cubicBezTo>
                        <a:pt x="2143" y="510"/>
                        <a:pt x="2138" y="515"/>
                        <a:pt x="2135" y="528"/>
                      </a:cubicBezTo>
                      <a:cubicBezTo>
                        <a:pt x="2132" y="541"/>
                        <a:pt x="2144" y="545"/>
                        <a:pt x="2144" y="545"/>
                      </a:cubicBezTo>
                      <a:cubicBezTo>
                        <a:pt x="2144" y="545"/>
                        <a:pt x="2138" y="570"/>
                        <a:pt x="2141" y="570"/>
                      </a:cubicBezTo>
                      <a:cubicBezTo>
                        <a:pt x="2144" y="570"/>
                        <a:pt x="2175" y="531"/>
                        <a:pt x="2185" y="521"/>
                      </a:cubicBezTo>
                      <a:cubicBezTo>
                        <a:pt x="2195" y="511"/>
                        <a:pt x="2217" y="495"/>
                        <a:pt x="2214" y="491"/>
                      </a:cubicBezTo>
                      <a:cubicBezTo>
                        <a:pt x="2211" y="487"/>
                        <a:pt x="2202" y="490"/>
                        <a:pt x="2202" y="480"/>
                      </a:cubicBezTo>
                      <a:cubicBezTo>
                        <a:pt x="2202" y="470"/>
                        <a:pt x="2220" y="475"/>
                        <a:pt x="2240" y="475"/>
                      </a:cubicBezTo>
                      <a:cubicBezTo>
                        <a:pt x="2260" y="475"/>
                        <a:pt x="2306" y="453"/>
                        <a:pt x="2306" y="453"/>
                      </a:cubicBezTo>
                      <a:cubicBezTo>
                        <a:pt x="2293" y="447"/>
                        <a:pt x="2293" y="447"/>
                        <a:pt x="2293" y="447"/>
                      </a:cubicBezTo>
                      <a:cubicBezTo>
                        <a:pt x="2293" y="447"/>
                        <a:pt x="2269" y="458"/>
                        <a:pt x="2257" y="459"/>
                      </a:cubicBezTo>
                      <a:cubicBezTo>
                        <a:pt x="2245" y="460"/>
                        <a:pt x="2225" y="468"/>
                        <a:pt x="2228" y="455"/>
                      </a:cubicBezTo>
                      <a:cubicBezTo>
                        <a:pt x="2231" y="442"/>
                        <a:pt x="2266" y="439"/>
                        <a:pt x="2266" y="439"/>
                      </a:cubicBezTo>
                      <a:cubicBezTo>
                        <a:pt x="2326" y="438"/>
                        <a:pt x="2326" y="438"/>
                        <a:pt x="2326" y="438"/>
                      </a:cubicBezTo>
                      <a:cubicBezTo>
                        <a:pt x="2355" y="411"/>
                        <a:pt x="2355" y="411"/>
                        <a:pt x="2355" y="411"/>
                      </a:cubicBezTo>
                      <a:cubicBezTo>
                        <a:pt x="2361" y="421"/>
                        <a:pt x="2361" y="421"/>
                        <a:pt x="2361" y="421"/>
                      </a:cubicBezTo>
                      <a:cubicBezTo>
                        <a:pt x="2379" y="412"/>
                        <a:pt x="2379" y="412"/>
                        <a:pt x="2379" y="412"/>
                      </a:cubicBezTo>
                      <a:cubicBezTo>
                        <a:pt x="2377" y="435"/>
                        <a:pt x="2377" y="435"/>
                        <a:pt x="2377" y="435"/>
                      </a:cubicBezTo>
                      <a:cubicBezTo>
                        <a:pt x="2397" y="422"/>
                        <a:pt x="2397" y="422"/>
                        <a:pt x="2397" y="422"/>
                      </a:cubicBezTo>
                      <a:cubicBezTo>
                        <a:pt x="2413" y="418"/>
                        <a:pt x="2413" y="418"/>
                        <a:pt x="2413" y="418"/>
                      </a:cubicBezTo>
                      <a:cubicBezTo>
                        <a:pt x="2418" y="396"/>
                        <a:pt x="2418" y="396"/>
                        <a:pt x="2418" y="396"/>
                      </a:cubicBezTo>
                      <a:cubicBezTo>
                        <a:pt x="2409" y="388"/>
                        <a:pt x="2409" y="388"/>
                        <a:pt x="2409" y="388"/>
                      </a:cubicBezTo>
                      <a:cubicBezTo>
                        <a:pt x="2407" y="407"/>
                        <a:pt x="2407" y="407"/>
                        <a:pt x="2407" y="407"/>
                      </a:cubicBezTo>
                      <a:cubicBezTo>
                        <a:pt x="2391" y="410"/>
                        <a:pt x="2391" y="410"/>
                        <a:pt x="2391" y="410"/>
                      </a:cubicBezTo>
                      <a:cubicBezTo>
                        <a:pt x="2391" y="391"/>
                        <a:pt x="2391" y="391"/>
                        <a:pt x="2391" y="391"/>
                      </a:cubicBezTo>
                      <a:cubicBezTo>
                        <a:pt x="2378" y="377"/>
                        <a:pt x="2378" y="377"/>
                        <a:pt x="2378" y="377"/>
                      </a:cubicBezTo>
                      <a:cubicBezTo>
                        <a:pt x="2394" y="369"/>
                        <a:pt x="2394" y="369"/>
                        <a:pt x="2394" y="369"/>
                      </a:cubicBezTo>
                      <a:cubicBezTo>
                        <a:pt x="2398" y="346"/>
                        <a:pt x="2398" y="346"/>
                        <a:pt x="2398" y="346"/>
                      </a:cubicBezTo>
                      <a:cubicBezTo>
                        <a:pt x="2398" y="346"/>
                        <a:pt x="2413" y="329"/>
                        <a:pt x="2423" y="324"/>
                      </a:cubicBezTo>
                      <a:cubicBezTo>
                        <a:pt x="2433" y="319"/>
                        <a:pt x="2438" y="301"/>
                        <a:pt x="2438" y="301"/>
                      </a:cubicBezTo>
                      <a:cubicBezTo>
                        <a:pt x="2457" y="306"/>
                        <a:pt x="2457" y="306"/>
                        <a:pt x="2457" y="306"/>
                      </a:cubicBezTo>
                      <a:cubicBezTo>
                        <a:pt x="2467" y="291"/>
                        <a:pt x="2467" y="291"/>
                        <a:pt x="2467" y="291"/>
                      </a:cubicBezTo>
                      <a:cubicBezTo>
                        <a:pt x="2467" y="291"/>
                        <a:pt x="2470" y="302"/>
                        <a:pt x="2479" y="296"/>
                      </a:cubicBezTo>
                      <a:cubicBezTo>
                        <a:pt x="2488" y="290"/>
                        <a:pt x="2515" y="266"/>
                        <a:pt x="2515" y="266"/>
                      </a:cubicBezTo>
                      <a:cubicBezTo>
                        <a:pt x="2516" y="284"/>
                        <a:pt x="2516" y="284"/>
                        <a:pt x="2516" y="284"/>
                      </a:cubicBezTo>
                      <a:cubicBezTo>
                        <a:pt x="2516" y="284"/>
                        <a:pt x="2547" y="265"/>
                        <a:pt x="2556" y="260"/>
                      </a:cubicBezTo>
                      <a:cubicBezTo>
                        <a:pt x="2565" y="255"/>
                        <a:pt x="2597" y="254"/>
                        <a:pt x="2597" y="254"/>
                      </a:cubicBezTo>
                      <a:cubicBezTo>
                        <a:pt x="2597" y="232"/>
                        <a:pt x="2597" y="232"/>
                        <a:pt x="2597" y="232"/>
                      </a:cubicBezTo>
                      <a:cubicBezTo>
                        <a:pt x="2597" y="232"/>
                        <a:pt x="2598" y="232"/>
                        <a:pt x="2598" y="233"/>
                      </a:cubicBezTo>
                      <a:cubicBezTo>
                        <a:pt x="2597" y="229"/>
                        <a:pt x="2597" y="229"/>
                        <a:pt x="2597" y="229"/>
                      </a:cubicBezTo>
                      <a:cubicBezTo>
                        <a:pt x="2597" y="229"/>
                        <a:pt x="2589" y="232"/>
                        <a:pt x="2584" y="227"/>
                      </a:cubicBezTo>
                      <a:cubicBezTo>
                        <a:pt x="2579" y="222"/>
                        <a:pt x="2593" y="209"/>
                        <a:pt x="2593" y="209"/>
                      </a:cubicBezTo>
                      <a:cubicBezTo>
                        <a:pt x="2593" y="209"/>
                        <a:pt x="2585" y="205"/>
                        <a:pt x="2582" y="202"/>
                      </a:cubicBezTo>
                      <a:cubicBezTo>
                        <a:pt x="2579" y="199"/>
                        <a:pt x="2609" y="142"/>
                        <a:pt x="2609" y="125"/>
                      </a:cubicBezTo>
                      <a:cubicBezTo>
                        <a:pt x="2609" y="108"/>
                        <a:pt x="2582" y="119"/>
                        <a:pt x="2570" y="119"/>
                      </a:cubicBezTo>
                      <a:close/>
                      <a:moveTo>
                        <a:pt x="1811" y="252"/>
                      </a:moveTo>
                      <a:cubicBezTo>
                        <a:pt x="1797" y="252"/>
                        <a:pt x="1817" y="235"/>
                        <a:pt x="1810" y="232"/>
                      </a:cubicBezTo>
                      <a:cubicBezTo>
                        <a:pt x="1803" y="229"/>
                        <a:pt x="1793" y="242"/>
                        <a:pt x="1793" y="242"/>
                      </a:cubicBezTo>
                      <a:cubicBezTo>
                        <a:pt x="1788" y="244"/>
                        <a:pt x="1788" y="244"/>
                        <a:pt x="1788" y="244"/>
                      </a:cubicBezTo>
                      <a:cubicBezTo>
                        <a:pt x="1784" y="255"/>
                        <a:pt x="1784" y="255"/>
                        <a:pt x="1784" y="255"/>
                      </a:cubicBezTo>
                      <a:cubicBezTo>
                        <a:pt x="1773" y="251"/>
                        <a:pt x="1773" y="251"/>
                        <a:pt x="1773" y="251"/>
                      </a:cubicBezTo>
                      <a:cubicBezTo>
                        <a:pt x="1773" y="251"/>
                        <a:pt x="1773" y="262"/>
                        <a:pt x="1770" y="269"/>
                      </a:cubicBezTo>
                      <a:cubicBezTo>
                        <a:pt x="1767" y="276"/>
                        <a:pt x="1757" y="279"/>
                        <a:pt x="1752" y="284"/>
                      </a:cubicBezTo>
                      <a:cubicBezTo>
                        <a:pt x="1747" y="289"/>
                        <a:pt x="1753" y="297"/>
                        <a:pt x="1753" y="297"/>
                      </a:cubicBezTo>
                      <a:cubicBezTo>
                        <a:pt x="1753" y="297"/>
                        <a:pt x="1749" y="297"/>
                        <a:pt x="1736" y="311"/>
                      </a:cubicBezTo>
                      <a:cubicBezTo>
                        <a:pt x="1723" y="325"/>
                        <a:pt x="1741" y="325"/>
                        <a:pt x="1741" y="333"/>
                      </a:cubicBezTo>
                      <a:cubicBezTo>
                        <a:pt x="1741" y="341"/>
                        <a:pt x="1734" y="342"/>
                        <a:pt x="1734" y="342"/>
                      </a:cubicBezTo>
                      <a:cubicBezTo>
                        <a:pt x="1734" y="342"/>
                        <a:pt x="1742" y="346"/>
                        <a:pt x="1719" y="378"/>
                      </a:cubicBezTo>
                      <a:cubicBezTo>
                        <a:pt x="1696" y="410"/>
                        <a:pt x="1651" y="420"/>
                        <a:pt x="1651" y="420"/>
                      </a:cubicBezTo>
                      <a:cubicBezTo>
                        <a:pt x="1654" y="400"/>
                        <a:pt x="1654" y="400"/>
                        <a:pt x="1654" y="400"/>
                      </a:cubicBezTo>
                      <a:cubicBezTo>
                        <a:pt x="1654" y="400"/>
                        <a:pt x="1650" y="393"/>
                        <a:pt x="1648" y="389"/>
                      </a:cubicBezTo>
                      <a:cubicBezTo>
                        <a:pt x="1646" y="385"/>
                        <a:pt x="1663" y="365"/>
                        <a:pt x="1665" y="358"/>
                      </a:cubicBezTo>
                      <a:cubicBezTo>
                        <a:pt x="1667" y="351"/>
                        <a:pt x="1661" y="350"/>
                        <a:pt x="1663" y="338"/>
                      </a:cubicBezTo>
                      <a:cubicBezTo>
                        <a:pt x="1665" y="326"/>
                        <a:pt x="1687" y="307"/>
                        <a:pt x="1687" y="307"/>
                      </a:cubicBezTo>
                      <a:cubicBezTo>
                        <a:pt x="1687" y="298"/>
                        <a:pt x="1687" y="298"/>
                        <a:pt x="1687" y="298"/>
                      </a:cubicBezTo>
                      <a:cubicBezTo>
                        <a:pt x="1687" y="298"/>
                        <a:pt x="1708" y="283"/>
                        <a:pt x="1711" y="277"/>
                      </a:cubicBezTo>
                      <a:cubicBezTo>
                        <a:pt x="1714" y="271"/>
                        <a:pt x="1746" y="240"/>
                        <a:pt x="1746" y="240"/>
                      </a:cubicBezTo>
                      <a:cubicBezTo>
                        <a:pt x="1725" y="246"/>
                        <a:pt x="1725" y="246"/>
                        <a:pt x="1725" y="246"/>
                      </a:cubicBezTo>
                      <a:cubicBezTo>
                        <a:pt x="1725" y="246"/>
                        <a:pt x="1702" y="265"/>
                        <a:pt x="1698" y="260"/>
                      </a:cubicBezTo>
                      <a:cubicBezTo>
                        <a:pt x="1694" y="255"/>
                        <a:pt x="1734" y="231"/>
                        <a:pt x="1739" y="223"/>
                      </a:cubicBezTo>
                      <a:cubicBezTo>
                        <a:pt x="1744" y="215"/>
                        <a:pt x="1772" y="194"/>
                        <a:pt x="1772" y="194"/>
                      </a:cubicBezTo>
                      <a:cubicBezTo>
                        <a:pt x="1777" y="200"/>
                        <a:pt x="1777" y="200"/>
                        <a:pt x="1777" y="200"/>
                      </a:cubicBezTo>
                      <a:cubicBezTo>
                        <a:pt x="1787" y="194"/>
                        <a:pt x="1787" y="194"/>
                        <a:pt x="1787" y="194"/>
                      </a:cubicBezTo>
                      <a:cubicBezTo>
                        <a:pt x="1787" y="194"/>
                        <a:pt x="1782" y="203"/>
                        <a:pt x="1792" y="202"/>
                      </a:cubicBezTo>
                      <a:cubicBezTo>
                        <a:pt x="1802" y="201"/>
                        <a:pt x="1799" y="187"/>
                        <a:pt x="1799" y="187"/>
                      </a:cubicBezTo>
                      <a:cubicBezTo>
                        <a:pt x="1815" y="192"/>
                        <a:pt x="1815" y="192"/>
                        <a:pt x="1815" y="192"/>
                      </a:cubicBezTo>
                      <a:cubicBezTo>
                        <a:pt x="1815" y="192"/>
                        <a:pt x="1837" y="181"/>
                        <a:pt x="1847" y="184"/>
                      </a:cubicBezTo>
                      <a:cubicBezTo>
                        <a:pt x="1857" y="187"/>
                        <a:pt x="1862" y="199"/>
                        <a:pt x="1862" y="199"/>
                      </a:cubicBezTo>
                      <a:cubicBezTo>
                        <a:pt x="1845" y="205"/>
                        <a:pt x="1845" y="205"/>
                        <a:pt x="1845" y="205"/>
                      </a:cubicBezTo>
                      <a:cubicBezTo>
                        <a:pt x="1847" y="222"/>
                        <a:pt x="1847" y="222"/>
                        <a:pt x="1847" y="222"/>
                      </a:cubicBezTo>
                      <a:cubicBezTo>
                        <a:pt x="1847" y="222"/>
                        <a:pt x="1835" y="220"/>
                        <a:pt x="1828" y="220"/>
                      </a:cubicBezTo>
                      <a:cubicBezTo>
                        <a:pt x="1821" y="220"/>
                        <a:pt x="1824" y="237"/>
                        <a:pt x="1824" y="237"/>
                      </a:cubicBezTo>
                      <a:cubicBezTo>
                        <a:pt x="1824" y="237"/>
                        <a:pt x="1825" y="252"/>
                        <a:pt x="1811" y="252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8" name="Freeform 359"/>
                <p:cNvSpPr>
                  <a:spLocks noEditPoints="1"/>
                </p:cNvSpPr>
                <p:nvPr/>
              </p:nvSpPr>
              <p:spPr bwMode="gray">
                <a:xfrm>
                  <a:off x="-9662" y="-15009"/>
                  <a:ext cx="645" cy="345"/>
                </a:xfrm>
                <a:custGeom>
                  <a:avLst/>
                  <a:gdLst>
                    <a:gd name="T0" fmla="*/ 11 w 273"/>
                    <a:gd name="T1" fmla="*/ 2 h 146"/>
                    <a:gd name="T2" fmla="*/ 6 w 273"/>
                    <a:gd name="T3" fmla="*/ 13 h 146"/>
                    <a:gd name="T4" fmla="*/ 11 w 273"/>
                    <a:gd name="T5" fmla="*/ 2 h 146"/>
                    <a:gd name="T6" fmla="*/ 115 w 273"/>
                    <a:gd name="T7" fmla="*/ 57 h 146"/>
                    <a:gd name="T8" fmla="*/ 142 w 273"/>
                    <a:gd name="T9" fmla="*/ 62 h 146"/>
                    <a:gd name="T10" fmla="*/ 129 w 273"/>
                    <a:gd name="T11" fmla="*/ 52 h 146"/>
                    <a:gd name="T12" fmla="*/ 119 w 273"/>
                    <a:gd name="T13" fmla="*/ 52 h 146"/>
                    <a:gd name="T14" fmla="*/ 115 w 273"/>
                    <a:gd name="T15" fmla="*/ 57 h 146"/>
                    <a:gd name="T16" fmla="*/ 190 w 273"/>
                    <a:gd name="T17" fmla="*/ 47 h 146"/>
                    <a:gd name="T18" fmla="*/ 180 w 273"/>
                    <a:gd name="T19" fmla="*/ 38 h 146"/>
                    <a:gd name="T20" fmla="*/ 169 w 273"/>
                    <a:gd name="T21" fmla="*/ 43 h 146"/>
                    <a:gd name="T22" fmla="*/ 190 w 273"/>
                    <a:gd name="T23" fmla="*/ 47 h 146"/>
                    <a:gd name="T24" fmla="*/ 249 w 273"/>
                    <a:gd name="T25" fmla="*/ 100 h 146"/>
                    <a:gd name="T26" fmla="*/ 266 w 273"/>
                    <a:gd name="T27" fmla="*/ 93 h 146"/>
                    <a:gd name="T28" fmla="*/ 249 w 273"/>
                    <a:gd name="T29" fmla="*/ 90 h 146"/>
                    <a:gd name="T30" fmla="*/ 232 w 273"/>
                    <a:gd name="T31" fmla="*/ 87 h 146"/>
                    <a:gd name="T32" fmla="*/ 249 w 273"/>
                    <a:gd name="T33" fmla="*/ 100 h 146"/>
                    <a:gd name="T34" fmla="*/ 260 w 273"/>
                    <a:gd name="T35" fmla="*/ 145 h 146"/>
                    <a:gd name="T36" fmla="*/ 260 w 273"/>
                    <a:gd name="T37" fmla="*/ 131 h 146"/>
                    <a:gd name="T38" fmla="*/ 260 w 273"/>
                    <a:gd name="T39" fmla="*/ 145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3" h="146">
                      <a:moveTo>
                        <a:pt x="11" y="2"/>
                      </a:moveTo>
                      <a:cubicBezTo>
                        <a:pt x="15" y="4"/>
                        <a:pt x="12" y="16"/>
                        <a:pt x="6" y="13"/>
                      </a:cubicBezTo>
                      <a:cubicBezTo>
                        <a:pt x="0" y="11"/>
                        <a:pt x="6" y="0"/>
                        <a:pt x="11" y="2"/>
                      </a:cubicBezTo>
                      <a:close/>
                      <a:moveTo>
                        <a:pt x="115" y="57"/>
                      </a:moveTo>
                      <a:cubicBezTo>
                        <a:pt x="121" y="68"/>
                        <a:pt x="142" y="62"/>
                        <a:pt x="142" y="62"/>
                      </a:cubicBezTo>
                      <a:cubicBezTo>
                        <a:pt x="129" y="52"/>
                        <a:pt x="129" y="52"/>
                        <a:pt x="129" y="52"/>
                      </a:cubicBezTo>
                      <a:cubicBezTo>
                        <a:pt x="119" y="52"/>
                        <a:pt x="119" y="52"/>
                        <a:pt x="119" y="52"/>
                      </a:cubicBezTo>
                      <a:lnTo>
                        <a:pt x="115" y="57"/>
                      </a:lnTo>
                      <a:close/>
                      <a:moveTo>
                        <a:pt x="190" y="47"/>
                      </a:moveTo>
                      <a:cubicBezTo>
                        <a:pt x="190" y="47"/>
                        <a:pt x="185" y="39"/>
                        <a:pt x="180" y="38"/>
                      </a:cubicBezTo>
                      <a:cubicBezTo>
                        <a:pt x="175" y="36"/>
                        <a:pt x="169" y="43"/>
                        <a:pt x="169" y="43"/>
                      </a:cubicBezTo>
                      <a:cubicBezTo>
                        <a:pt x="181" y="57"/>
                        <a:pt x="190" y="47"/>
                        <a:pt x="190" y="47"/>
                      </a:cubicBezTo>
                      <a:close/>
                      <a:moveTo>
                        <a:pt x="249" y="100"/>
                      </a:moveTo>
                      <a:cubicBezTo>
                        <a:pt x="256" y="101"/>
                        <a:pt x="267" y="100"/>
                        <a:pt x="266" y="93"/>
                      </a:cubicBezTo>
                      <a:cubicBezTo>
                        <a:pt x="265" y="86"/>
                        <a:pt x="253" y="90"/>
                        <a:pt x="249" y="90"/>
                      </a:cubicBezTo>
                      <a:cubicBezTo>
                        <a:pt x="245" y="91"/>
                        <a:pt x="232" y="87"/>
                        <a:pt x="232" y="87"/>
                      </a:cubicBezTo>
                      <a:cubicBezTo>
                        <a:pt x="226" y="96"/>
                        <a:pt x="241" y="99"/>
                        <a:pt x="249" y="100"/>
                      </a:cubicBezTo>
                      <a:close/>
                      <a:moveTo>
                        <a:pt x="260" y="145"/>
                      </a:moveTo>
                      <a:cubicBezTo>
                        <a:pt x="273" y="146"/>
                        <a:pt x="260" y="131"/>
                        <a:pt x="260" y="131"/>
                      </a:cubicBezTo>
                      <a:cubicBezTo>
                        <a:pt x="259" y="129"/>
                        <a:pt x="248" y="144"/>
                        <a:pt x="260" y="14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9" name="Freeform 360"/>
                <p:cNvSpPr>
                  <a:spLocks/>
                </p:cNvSpPr>
                <p:nvPr/>
              </p:nvSpPr>
              <p:spPr bwMode="gray">
                <a:xfrm>
                  <a:off x="5851" y="-10925"/>
                  <a:ext cx="1089" cy="839"/>
                </a:xfrm>
                <a:custGeom>
                  <a:avLst/>
                  <a:gdLst>
                    <a:gd name="T0" fmla="*/ 444 w 461"/>
                    <a:gd name="T1" fmla="*/ 131 h 355"/>
                    <a:gd name="T2" fmla="*/ 461 w 461"/>
                    <a:gd name="T3" fmla="*/ 111 h 355"/>
                    <a:gd name="T4" fmla="*/ 444 w 461"/>
                    <a:gd name="T5" fmla="*/ 105 h 355"/>
                    <a:gd name="T6" fmla="*/ 433 w 461"/>
                    <a:gd name="T7" fmla="*/ 88 h 355"/>
                    <a:gd name="T8" fmla="*/ 393 w 461"/>
                    <a:gd name="T9" fmla="*/ 77 h 355"/>
                    <a:gd name="T10" fmla="*/ 380 w 461"/>
                    <a:gd name="T11" fmla="*/ 46 h 355"/>
                    <a:gd name="T12" fmla="*/ 354 w 461"/>
                    <a:gd name="T13" fmla="*/ 42 h 355"/>
                    <a:gd name="T14" fmla="*/ 343 w 461"/>
                    <a:gd name="T15" fmla="*/ 1 h 355"/>
                    <a:gd name="T16" fmla="*/ 339 w 461"/>
                    <a:gd name="T17" fmla="*/ 14 h 355"/>
                    <a:gd name="T18" fmla="*/ 329 w 461"/>
                    <a:gd name="T19" fmla="*/ 0 h 355"/>
                    <a:gd name="T20" fmla="*/ 323 w 461"/>
                    <a:gd name="T21" fmla="*/ 41 h 355"/>
                    <a:gd name="T22" fmla="*/ 301 w 461"/>
                    <a:gd name="T23" fmla="*/ 50 h 355"/>
                    <a:gd name="T24" fmla="*/ 293 w 461"/>
                    <a:gd name="T25" fmla="*/ 77 h 355"/>
                    <a:gd name="T26" fmla="*/ 276 w 461"/>
                    <a:gd name="T27" fmla="*/ 83 h 355"/>
                    <a:gd name="T28" fmla="*/ 283 w 461"/>
                    <a:gd name="T29" fmla="*/ 107 h 355"/>
                    <a:gd name="T30" fmla="*/ 243 w 461"/>
                    <a:gd name="T31" fmla="*/ 101 h 355"/>
                    <a:gd name="T32" fmla="*/ 236 w 461"/>
                    <a:gd name="T33" fmla="*/ 102 h 355"/>
                    <a:gd name="T34" fmla="*/ 266 w 461"/>
                    <a:gd name="T35" fmla="*/ 177 h 355"/>
                    <a:gd name="T36" fmla="*/ 255 w 461"/>
                    <a:gd name="T37" fmla="*/ 171 h 355"/>
                    <a:gd name="T38" fmla="*/ 242 w 461"/>
                    <a:gd name="T39" fmla="*/ 151 h 355"/>
                    <a:gd name="T40" fmla="*/ 242 w 461"/>
                    <a:gd name="T41" fmla="*/ 183 h 355"/>
                    <a:gd name="T42" fmla="*/ 231 w 461"/>
                    <a:gd name="T43" fmla="*/ 191 h 355"/>
                    <a:gd name="T44" fmla="*/ 214 w 461"/>
                    <a:gd name="T45" fmla="*/ 166 h 355"/>
                    <a:gd name="T46" fmla="*/ 206 w 461"/>
                    <a:gd name="T47" fmla="*/ 160 h 355"/>
                    <a:gd name="T48" fmla="*/ 200 w 461"/>
                    <a:gd name="T49" fmla="*/ 166 h 355"/>
                    <a:gd name="T50" fmla="*/ 176 w 461"/>
                    <a:gd name="T51" fmla="*/ 213 h 355"/>
                    <a:gd name="T52" fmla="*/ 110 w 461"/>
                    <a:gd name="T53" fmla="*/ 235 h 355"/>
                    <a:gd name="T54" fmla="*/ 69 w 461"/>
                    <a:gd name="T55" fmla="*/ 262 h 355"/>
                    <a:gd name="T56" fmla="*/ 60 w 461"/>
                    <a:gd name="T57" fmla="*/ 285 h 355"/>
                    <a:gd name="T58" fmla="*/ 65 w 461"/>
                    <a:gd name="T59" fmla="*/ 317 h 355"/>
                    <a:gd name="T60" fmla="*/ 23 w 461"/>
                    <a:gd name="T61" fmla="*/ 305 h 355"/>
                    <a:gd name="T62" fmla="*/ 0 w 461"/>
                    <a:gd name="T63" fmla="*/ 322 h 355"/>
                    <a:gd name="T64" fmla="*/ 0 w 461"/>
                    <a:gd name="T65" fmla="*/ 322 h 355"/>
                    <a:gd name="T66" fmla="*/ 9 w 461"/>
                    <a:gd name="T67" fmla="*/ 338 h 355"/>
                    <a:gd name="T68" fmla="*/ 43 w 461"/>
                    <a:gd name="T69" fmla="*/ 352 h 355"/>
                    <a:gd name="T70" fmla="*/ 61 w 461"/>
                    <a:gd name="T71" fmla="*/ 342 h 355"/>
                    <a:gd name="T72" fmla="*/ 98 w 461"/>
                    <a:gd name="T73" fmla="*/ 345 h 355"/>
                    <a:gd name="T74" fmla="*/ 121 w 461"/>
                    <a:gd name="T75" fmla="*/ 318 h 355"/>
                    <a:gd name="T76" fmla="*/ 150 w 461"/>
                    <a:gd name="T77" fmla="*/ 318 h 355"/>
                    <a:gd name="T78" fmla="*/ 182 w 461"/>
                    <a:gd name="T79" fmla="*/ 335 h 355"/>
                    <a:gd name="T80" fmla="*/ 203 w 461"/>
                    <a:gd name="T81" fmla="*/ 322 h 355"/>
                    <a:gd name="T82" fmla="*/ 219 w 461"/>
                    <a:gd name="T83" fmla="*/ 322 h 355"/>
                    <a:gd name="T84" fmla="*/ 236 w 461"/>
                    <a:gd name="T85" fmla="*/ 299 h 355"/>
                    <a:gd name="T86" fmla="*/ 235 w 461"/>
                    <a:gd name="T87" fmla="*/ 287 h 355"/>
                    <a:gd name="T88" fmla="*/ 257 w 461"/>
                    <a:gd name="T89" fmla="*/ 268 h 355"/>
                    <a:gd name="T90" fmla="*/ 252 w 461"/>
                    <a:gd name="T91" fmla="*/ 243 h 355"/>
                    <a:gd name="T92" fmla="*/ 265 w 461"/>
                    <a:gd name="T93" fmla="*/ 235 h 355"/>
                    <a:gd name="T94" fmla="*/ 275 w 461"/>
                    <a:gd name="T95" fmla="*/ 204 h 355"/>
                    <a:gd name="T96" fmla="*/ 284 w 461"/>
                    <a:gd name="T97" fmla="*/ 165 h 355"/>
                    <a:gd name="T98" fmla="*/ 344 w 461"/>
                    <a:gd name="T99" fmla="*/ 166 h 355"/>
                    <a:gd name="T100" fmla="*/ 375 w 461"/>
                    <a:gd name="T101" fmla="*/ 190 h 355"/>
                    <a:gd name="T102" fmla="*/ 374 w 461"/>
                    <a:gd name="T103" fmla="*/ 189 h 355"/>
                    <a:gd name="T104" fmla="*/ 387 w 461"/>
                    <a:gd name="T105" fmla="*/ 186 h 355"/>
                    <a:gd name="T106" fmla="*/ 378 w 461"/>
                    <a:gd name="T107" fmla="*/ 144 h 355"/>
                    <a:gd name="T108" fmla="*/ 402 w 461"/>
                    <a:gd name="T109" fmla="*/ 162 h 355"/>
                    <a:gd name="T110" fmla="*/ 427 w 461"/>
                    <a:gd name="T111" fmla="*/ 160 h 355"/>
                    <a:gd name="T112" fmla="*/ 408 w 461"/>
                    <a:gd name="T113" fmla="*/ 126 h 355"/>
                    <a:gd name="T114" fmla="*/ 444 w 461"/>
                    <a:gd name="T115" fmla="*/ 131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461" h="355">
                      <a:moveTo>
                        <a:pt x="444" y="131"/>
                      </a:moveTo>
                      <a:cubicBezTo>
                        <a:pt x="461" y="111"/>
                        <a:pt x="461" y="111"/>
                        <a:pt x="461" y="111"/>
                      </a:cubicBezTo>
                      <a:cubicBezTo>
                        <a:pt x="444" y="105"/>
                        <a:pt x="444" y="105"/>
                        <a:pt x="444" y="105"/>
                      </a:cubicBezTo>
                      <a:cubicBezTo>
                        <a:pt x="444" y="105"/>
                        <a:pt x="441" y="93"/>
                        <a:pt x="433" y="88"/>
                      </a:cubicBezTo>
                      <a:cubicBezTo>
                        <a:pt x="425" y="82"/>
                        <a:pt x="393" y="77"/>
                        <a:pt x="393" y="77"/>
                      </a:cubicBezTo>
                      <a:cubicBezTo>
                        <a:pt x="393" y="77"/>
                        <a:pt x="392" y="58"/>
                        <a:pt x="380" y="46"/>
                      </a:cubicBezTo>
                      <a:cubicBezTo>
                        <a:pt x="367" y="33"/>
                        <a:pt x="354" y="42"/>
                        <a:pt x="354" y="42"/>
                      </a:cubicBezTo>
                      <a:cubicBezTo>
                        <a:pt x="343" y="1"/>
                        <a:pt x="343" y="1"/>
                        <a:pt x="343" y="1"/>
                      </a:cubicBezTo>
                      <a:cubicBezTo>
                        <a:pt x="339" y="14"/>
                        <a:pt x="339" y="14"/>
                        <a:pt x="339" y="14"/>
                      </a:cubicBezTo>
                      <a:cubicBezTo>
                        <a:pt x="329" y="0"/>
                        <a:pt x="329" y="0"/>
                        <a:pt x="329" y="0"/>
                      </a:cubicBezTo>
                      <a:cubicBezTo>
                        <a:pt x="323" y="41"/>
                        <a:pt x="323" y="41"/>
                        <a:pt x="323" y="41"/>
                      </a:cubicBezTo>
                      <a:cubicBezTo>
                        <a:pt x="323" y="41"/>
                        <a:pt x="308" y="45"/>
                        <a:pt x="301" y="50"/>
                      </a:cubicBezTo>
                      <a:cubicBezTo>
                        <a:pt x="294" y="55"/>
                        <a:pt x="293" y="77"/>
                        <a:pt x="293" y="77"/>
                      </a:cubicBezTo>
                      <a:cubicBezTo>
                        <a:pt x="276" y="83"/>
                        <a:pt x="276" y="83"/>
                        <a:pt x="276" y="83"/>
                      </a:cubicBezTo>
                      <a:cubicBezTo>
                        <a:pt x="283" y="107"/>
                        <a:pt x="283" y="107"/>
                        <a:pt x="283" y="107"/>
                      </a:cubicBezTo>
                      <a:cubicBezTo>
                        <a:pt x="283" y="107"/>
                        <a:pt x="259" y="104"/>
                        <a:pt x="243" y="101"/>
                      </a:cubicBezTo>
                      <a:cubicBezTo>
                        <a:pt x="241" y="100"/>
                        <a:pt x="238" y="101"/>
                        <a:pt x="236" y="102"/>
                      </a:cubicBezTo>
                      <a:cubicBezTo>
                        <a:pt x="259" y="120"/>
                        <a:pt x="266" y="177"/>
                        <a:pt x="266" y="177"/>
                      </a:cubicBezTo>
                      <a:cubicBezTo>
                        <a:pt x="255" y="171"/>
                        <a:pt x="255" y="171"/>
                        <a:pt x="255" y="171"/>
                      </a:cubicBezTo>
                      <a:cubicBezTo>
                        <a:pt x="242" y="151"/>
                        <a:pt x="242" y="151"/>
                        <a:pt x="242" y="151"/>
                      </a:cubicBezTo>
                      <a:cubicBezTo>
                        <a:pt x="242" y="151"/>
                        <a:pt x="243" y="175"/>
                        <a:pt x="242" y="183"/>
                      </a:cubicBezTo>
                      <a:cubicBezTo>
                        <a:pt x="241" y="190"/>
                        <a:pt x="231" y="191"/>
                        <a:pt x="231" y="191"/>
                      </a:cubicBezTo>
                      <a:cubicBezTo>
                        <a:pt x="214" y="166"/>
                        <a:pt x="214" y="166"/>
                        <a:pt x="214" y="166"/>
                      </a:cubicBezTo>
                      <a:cubicBezTo>
                        <a:pt x="206" y="160"/>
                        <a:pt x="206" y="160"/>
                        <a:pt x="206" y="160"/>
                      </a:cubicBezTo>
                      <a:cubicBezTo>
                        <a:pt x="200" y="166"/>
                        <a:pt x="200" y="166"/>
                        <a:pt x="200" y="166"/>
                      </a:cubicBezTo>
                      <a:cubicBezTo>
                        <a:pt x="200" y="166"/>
                        <a:pt x="192" y="201"/>
                        <a:pt x="176" y="213"/>
                      </a:cubicBezTo>
                      <a:cubicBezTo>
                        <a:pt x="160" y="224"/>
                        <a:pt x="119" y="232"/>
                        <a:pt x="110" y="235"/>
                      </a:cubicBezTo>
                      <a:cubicBezTo>
                        <a:pt x="101" y="237"/>
                        <a:pt x="69" y="262"/>
                        <a:pt x="69" y="262"/>
                      </a:cubicBezTo>
                      <a:cubicBezTo>
                        <a:pt x="60" y="285"/>
                        <a:pt x="60" y="285"/>
                        <a:pt x="60" y="285"/>
                      </a:cubicBezTo>
                      <a:cubicBezTo>
                        <a:pt x="60" y="285"/>
                        <a:pt x="84" y="303"/>
                        <a:pt x="65" y="317"/>
                      </a:cubicBezTo>
                      <a:cubicBezTo>
                        <a:pt x="47" y="331"/>
                        <a:pt x="34" y="308"/>
                        <a:pt x="23" y="305"/>
                      </a:cubicBezTo>
                      <a:cubicBezTo>
                        <a:pt x="13" y="303"/>
                        <a:pt x="0" y="322"/>
                        <a:pt x="0" y="322"/>
                      </a:cubicBezTo>
                      <a:cubicBezTo>
                        <a:pt x="0" y="322"/>
                        <a:pt x="0" y="322"/>
                        <a:pt x="0" y="322"/>
                      </a:cubicBezTo>
                      <a:cubicBezTo>
                        <a:pt x="3" y="328"/>
                        <a:pt x="5" y="334"/>
                        <a:pt x="9" y="338"/>
                      </a:cubicBezTo>
                      <a:cubicBezTo>
                        <a:pt x="17" y="347"/>
                        <a:pt x="39" y="355"/>
                        <a:pt x="43" y="352"/>
                      </a:cubicBezTo>
                      <a:cubicBezTo>
                        <a:pt x="47" y="350"/>
                        <a:pt x="46" y="342"/>
                        <a:pt x="61" y="342"/>
                      </a:cubicBezTo>
                      <a:cubicBezTo>
                        <a:pt x="75" y="342"/>
                        <a:pt x="88" y="351"/>
                        <a:pt x="98" y="345"/>
                      </a:cubicBezTo>
                      <a:cubicBezTo>
                        <a:pt x="108" y="339"/>
                        <a:pt x="121" y="318"/>
                        <a:pt x="121" y="318"/>
                      </a:cubicBezTo>
                      <a:cubicBezTo>
                        <a:pt x="121" y="318"/>
                        <a:pt x="146" y="315"/>
                        <a:pt x="150" y="318"/>
                      </a:cubicBezTo>
                      <a:cubicBezTo>
                        <a:pt x="154" y="320"/>
                        <a:pt x="179" y="336"/>
                        <a:pt x="182" y="335"/>
                      </a:cubicBezTo>
                      <a:cubicBezTo>
                        <a:pt x="185" y="335"/>
                        <a:pt x="203" y="322"/>
                        <a:pt x="203" y="322"/>
                      </a:cubicBezTo>
                      <a:cubicBezTo>
                        <a:pt x="219" y="322"/>
                        <a:pt x="219" y="322"/>
                        <a:pt x="219" y="322"/>
                      </a:cubicBezTo>
                      <a:cubicBezTo>
                        <a:pt x="236" y="299"/>
                        <a:pt x="236" y="299"/>
                        <a:pt x="236" y="299"/>
                      </a:cubicBezTo>
                      <a:cubicBezTo>
                        <a:pt x="235" y="287"/>
                        <a:pt x="235" y="287"/>
                        <a:pt x="235" y="287"/>
                      </a:cubicBezTo>
                      <a:cubicBezTo>
                        <a:pt x="257" y="268"/>
                        <a:pt x="257" y="268"/>
                        <a:pt x="257" y="268"/>
                      </a:cubicBezTo>
                      <a:cubicBezTo>
                        <a:pt x="257" y="268"/>
                        <a:pt x="245" y="252"/>
                        <a:pt x="252" y="243"/>
                      </a:cubicBezTo>
                      <a:cubicBezTo>
                        <a:pt x="258" y="234"/>
                        <a:pt x="265" y="235"/>
                        <a:pt x="265" y="235"/>
                      </a:cubicBezTo>
                      <a:cubicBezTo>
                        <a:pt x="265" y="235"/>
                        <a:pt x="274" y="220"/>
                        <a:pt x="275" y="204"/>
                      </a:cubicBezTo>
                      <a:cubicBezTo>
                        <a:pt x="277" y="188"/>
                        <a:pt x="270" y="166"/>
                        <a:pt x="284" y="165"/>
                      </a:cubicBezTo>
                      <a:cubicBezTo>
                        <a:pt x="299" y="164"/>
                        <a:pt x="340" y="165"/>
                        <a:pt x="344" y="166"/>
                      </a:cubicBezTo>
                      <a:cubicBezTo>
                        <a:pt x="348" y="166"/>
                        <a:pt x="367" y="183"/>
                        <a:pt x="375" y="190"/>
                      </a:cubicBezTo>
                      <a:cubicBezTo>
                        <a:pt x="374" y="189"/>
                        <a:pt x="374" y="189"/>
                        <a:pt x="374" y="189"/>
                      </a:cubicBezTo>
                      <a:cubicBezTo>
                        <a:pt x="387" y="186"/>
                        <a:pt x="387" y="186"/>
                        <a:pt x="387" y="186"/>
                      </a:cubicBezTo>
                      <a:cubicBezTo>
                        <a:pt x="378" y="144"/>
                        <a:pt x="378" y="144"/>
                        <a:pt x="378" y="144"/>
                      </a:cubicBezTo>
                      <a:cubicBezTo>
                        <a:pt x="378" y="144"/>
                        <a:pt x="393" y="160"/>
                        <a:pt x="402" y="162"/>
                      </a:cubicBezTo>
                      <a:cubicBezTo>
                        <a:pt x="412" y="163"/>
                        <a:pt x="427" y="160"/>
                        <a:pt x="427" y="160"/>
                      </a:cubicBezTo>
                      <a:cubicBezTo>
                        <a:pt x="427" y="160"/>
                        <a:pt x="402" y="136"/>
                        <a:pt x="408" y="126"/>
                      </a:cubicBezTo>
                      <a:cubicBezTo>
                        <a:pt x="413" y="115"/>
                        <a:pt x="444" y="131"/>
                        <a:pt x="444" y="1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80" name="Freeform 361"/>
                <p:cNvSpPr>
                  <a:spLocks/>
                </p:cNvSpPr>
                <p:nvPr/>
              </p:nvSpPr>
              <p:spPr bwMode="gray">
                <a:xfrm>
                  <a:off x="6337" y="-10684"/>
                  <a:ext cx="142" cy="211"/>
                </a:xfrm>
                <a:custGeom>
                  <a:avLst/>
                  <a:gdLst>
                    <a:gd name="T0" fmla="*/ 25 w 60"/>
                    <a:gd name="T1" fmla="*/ 89 h 89"/>
                    <a:gd name="T2" fmla="*/ 36 w 60"/>
                    <a:gd name="T3" fmla="*/ 81 h 89"/>
                    <a:gd name="T4" fmla="*/ 36 w 60"/>
                    <a:gd name="T5" fmla="*/ 49 h 89"/>
                    <a:gd name="T6" fmla="*/ 49 w 60"/>
                    <a:gd name="T7" fmla="*/ 69 h 89"/>
                    <a:gd name="T8" fmla="*/ 60 w 60"/>
                    <a:gd name="T9" fmla="*/ 75 h 89"/>
                    <a:gd name="T10" fmla="*/ 30 w 60"/>
                    <a:gd name="T11" fmla="*/ 0 h 89"/>
                    <a:gd name="T12" fmla="*/ 21 w 60"/>
                    <a:gd name="T13" fmla="*/ 34 h 89"/>
                    <a:gd name="T14" fmla="*/ 0 w 60"/>
                    <a:gd name="T15" fmla="*/ 58 h 89"/>
                    <a:gd name="T16" fmla="*/ 8 w 60"/>
                    <a:gd name="T17" fmla="*/ 64 h 89"/>
                    <a:gd name="T18" fmla="*/ 25 w 60"/>
                    <a:gd name="T19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89">
                      <a:moveTo>
                        <a:pt x="25" y="89"/>
                      </a:moveTo>
                      <a:cubicBezTo>
                        <a:pt x="25" y="89"/>
                        <a:pt x="35" y="88"/>
                        <a:pt x="36" y="81"/>
                      </a:cubicBezTo>
                      <a:cubicBezTo>
                        <a:pt x="37" y="73"/>
                        <a:pt x="36" y="49"/>
                        <a:pt x="36" y="49"/>
                      </a:cubicBezTo>
                      <a:cubicBezTo>
                        <a:pt x="49" y="69"/>
                        <a:pt x="49" y="69"/>
                        <a:pt x="49" y="69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cubicBezTo>
                        <a:pt x="60" y="75"/>
                        <a:pt x="53" y="18"/>
                        <a:pt x="30" y="0"/>
                      </a:cubicBezTo>
                      <a:cubicBezTo>
                        <a:pt x="22" y="8"/>
                        <a:pt x="21" y="34"/>
                        <a:pt x="21" y="34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8" y="64"/>
                        <a:pt x="8" y="64"/>
                        <a:pt x="8" y="64"/>
                      </a:cubicBezTo>
                      <a:lnTo>
                        <a:pt x="25" y="8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581" name="Rechteck 580"/>
              <p:cNvSpPr/>
              <p:nvPr/>
            </p:nvSpPr>
            <p:spPr bwMode="gray">
              <a:xfrm>
                <a:off x="1777673" y="1938693"/>
                <a:ext cx="1260000" cy="1134668"/>
              </a:xfrm>
              <a:prstGeom prst="rect">
                <a:avLst/>
              </a:prstGeom>
            </p:spPr>
            <p:txBody>
              <a:bodyPr wrap="square" lIns="72000" tIns="0" rIns="180000" bIns="0" anchor="b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b="1" smtClean="0">
                    <a:solidFill>
                      <a:schemeClr val="accent1"/>
                    </a:solidFill>
                  </a:rPr>
                  <a:t>This is a placeholder text, </a:t>
                </a:r>
                <a:r>
                  <a:rPr lang="de-DE" sz="1050" smtClean="0">
                    <a:solidFill>
                      <a:srgbClr val="7D7D7D"/>
                    </a:solidFill>
                  </a:rPr>
                  <a:t>it can be replaced with your own text.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  <p:sp>
            <p:nvSpPr>
              <p:cNvPr id="582" name="Rechteckige Legende 581"/>
              <p:cNvSpPr/>
              <p:nvPr/>
            </p:nvSpPr>
            <p:spPr bwMode="gray">
              <a:xfrm>
                <a:off x="3891860" y="2028095"/>
                <a:ext cx="861838" cy="432384"/>
              </a:xfrm>
              <a:prstGeom prst="wedgeRectCallout">
                <a:avLst>
                  <a:gd name="adj1" fmla="val -60179"/>
                  <a:gd name="adj2" fmla="val 20564"/>
                </a:avLst>
              </a:prstGeom>
              <a:solidFill>
                <a:srgbClr val="FFFFFF"/>
              </a:solidFill>
              <a:ln w="19050">
                <a:solidFill>
                  <a:schemeClr val="accent1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3200" b="1" smtClean="0">
                    <a:solidFill>
                      <a:schemeClr val="accent1"/>
                    </a:solidFill>
                  </a:rPr>
                  <a:t>87%</a:t>
                </a:r>
                <a:endParaRPr lang="de-DE" sz="3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583" name="Rechteckige Legende 582"/>
              <p:cNvSpPr/>
              <p:nvPr/>
            </p:nvSpPr>
            <p:spPr bwMode="gray">
              <a:xfrm>
                <a:off x="2007578" y="1257613"/>
                <a:ext cx="545280" cy="268390"/>
              </a:xfrm>
              <a:prstGeom prst="wedgeRectCallout">
                <a:avLst>
                  <a:gd name="adj1" fmla="val 56031"/>
                  <a:gd name="adj2" fmla="val -22061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600" b="1" smtClean="0">
                    <a:solidFill>
                      <a:srgbClr val="000000"/>
                    </a:solidFill>
                  </a:rPr>
                  <a:t>53%</a:t>
                </a:r>
                <a:endParaRPr lang="de-DE" sz="1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584" name="Rechteckige Legende 583"/>
              <p:cNvSpPr/>
              <p:nvPr/>
            </p:nvSpPr>
            <p:spPr bwMode="gray">
              <a:xfrm>
                <a:off x="5338489" y="1266396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rgbClr val="000000"/>
                    </a:solidFill>
                  </a:rPr>
                  <a:t>23%</a:t>
                </a:r>
                <a:endParaRPr lang="de-DE" sz="14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585" name="Rechteckige Legende 584"/>
              <p:cNvSpPr/>
              <p:nvPr/>
            </p:nvSpPr>
            <p:spPr bwMode="gray">
              <a:xfrm>
                <a:off x="4222458" y="1132673"/>
                <a:ext cx="436488" cy="214842"/>
              </a:xfrm>
              <a:prstGeom prst="wedgeRectCallout">
                <a:avLst>
                  <a:gd name="adj1" fmla="val 21881"/>
                  <a:gd name="adj2" fmla="val -70245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rgbClr val="000000"/>
                    </a:solidFill>
                  </a:rPr>
                  <a:t>31%</a:t>
                </a:r>
                <a:endParaRPr lang="de-DE" sz="14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586" name="Freeform 8"/>
              <p:cNvSpPr>
                <a:spLocks noEditPoints="1"/>
              </p:cNvSpPr>
              <p:nvPr/>
            </p:nvSpPr>
            <p:spPr bwMode="gray">
              <a:xfrm rot="21399260" flipH="1">
                <a:off x="3136923" y="819867"/>
                <a:ext cx="986935" cy="273005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87" name="Freeform 8"/>
              <p:cNvSpPr>
                <a:spLocks noEditPoints="1"/>
              </p:cNvSpPr>
              <p:nvPr/>
            </p:nvSpPr>
            <p:spPr bwMode="gray">
              <a:xfrm rot="12352222" flipH="1">
                <a:off x="2998011" y="1669399"/>
                <a:ext cx="859493" cy="252992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88" name="Freeform 8"/>
              <p:cNvSpPr>
                <a:spLocks noEditPoints="1"/>
              </p:cNvSpPr>
              <p:nvPr/>
            </p:nvSpPr>
            <p:spPr bwMode="gray">
              <a:xfrm rot="18900000" flipV="1">
                <a:off x="4822729" y="1850398"/>
                <a:ext cx="811962" cy="239001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89" name="Freeform 8"/>
              <p:cNvSpPr>
                <a:spLocks noEditPoints="1"/>
              </p:cNvSpPr>
              <p:nvPr/>
            </p:nvSpPr>
            <p:spPr bwMode="gray">
              <a:xfrm rot="11127770" flipV="1">
                <a:off x="4707787" y="954202"/>
                <a:ext cx="707287" cy="203917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90" name="Rechteck 589"/>
              <p:cNvSpPr/>
              <p:nvPr/>
            </p:nvSpPr>
            <p:spPr bwMode="gray">
              <a:xfrm>
                <a:off x="3891860" y="2460479"/>
                <a:ext cx="1260000" cy="792000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de-DE" sz="1000">
                  <a:solidFill>
                    <a:srgbClr val="000000"/>
                  </a:solidFill>
                </a:endParaRPr>
              </a:p>
            </p:txBody>
          </p:sp>
          <p:sp>
            <p:nvSpPr>
              <p:cNvPr id="591" name="Rechteck 590"/>
              <p:cNvSpPr/>
              <p:nvPr/>
            </p:nvSpPr>
            <p:spPr bwMode="gray">
              <a:xfrm>
                <a:off x="5771759" y="1266396"/>
                <a:ext cx="1260000" cy="792000"/>
              </a:xfrm>
              <a:prstGeom prst="rect">
                <a:avLst/>
              </a:prstGeom>
            </p:spPr>
            <p:txBody>
              <a:bodyPr wrap="square" lIns="72000" tIns="0" rIns="72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de-DE" sz="1000">
                  <a:solidFill>
                    <a:srgbClr val="000000"/>
                  </a:solidFill>
                </a:endParaRPr>
              </a:p>
            </p:txBody>
          </p:sp>
          <p:sp>
            <p:nvSpPr>
              <p:cNvPr id="592" name="Rechteck 591"/>
              <p:cNvSpPr/>
              <p:nvPr/>
            </p:nvSpPr>
            <p:spPr bwMode="gray">
              <a:xfrm>
                <a:off x="4209513" y="1343869"/>
                <a:ext cx="1260000" cy="410692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</a:t>
                </a:r>
                <a:br>
                  <a:rPr lang="de-DE" sz="900" smtClean="0">
                    <a:solidFill>
                      <a:srgbClr val="000000"/>
                    </a:solidFill>
                  </a:rPr>
                </a:br>
                <a:r>
                  <a:rPr lang="de-DE" sz="900" smtClean="0">
                    <a:solidFill>
                      <a:srgbClr val="000000"/>
                    </a:solidFill>
                  </a:rPr>
                  <a:t>placeholder text.</a:t>
                </a:r>
                <a:endParaRPr lang="de-DE" sz="900">
                  <a:solidFill>
                    <a:srgbClr val="000000"/>
                  </a:solidFill>
                </a:endParaRPr>
              </a:p>
            </p:txBody>
          </p:sp>
          <p:sp>
            <p:nvSpPr>
              <p:cNvPr id="593" name="Rechteck 592"/>
              <p:cNvSpPr/>
              <p:nvPr/>
            </p:nvSpPr>
            <p:spPr bwMode="gray">
              <a:xfrm>
                <a:off x="2007578" y="1531398"/>
                <a:ext cx="686368" cy="658983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</a:t>
                </a:r>
                <a:br>
                  <a:rPr lang="de-DE" sz="900" smtClean="0">
                    <a:solidFill>
                      <a:srgbClr val="000000"/>
                    </a:solidFill>
                  </a:rPr>
                </a:br>
                <a:r>
                  <a:rPr lang="de-DE" sz="900" smtClean="0">
                    <a:solidFill>
                      <a:srgbClr val="000000"/>
                    </a:solidFill>
                  </a:rPr>
                  <a:t>placeholder text.</a:t>
                </a:r>
                <a:endParaRPr lang="de-DE" sz="9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599" name="Gruppieren 598"/>
              <p:cNvGrpSpPr/>
              <p:nvPr/>
            </p:nvGrpSpPr>
            <p:grpSpPr bwMode="gray">
              <a:xfrm>
                <a:off x="501449" y="2012307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612" name="Rad 611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3" name="Rechteck 612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dirty="0" smtClean="0">
                      <a:solidFill>
                        <a:schemeClr val="accent1"/>
                      </a:solidFill>
                    </a:rPr>
                    <a:t>55</a:t>
                  </a:r>
                  <a:r>
                    <a:rPr lang="de-DE" sz="1400" b="1" dirty="0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14" name="Halbbogen 613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3356195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5" name="Gruppieren 614"/>
              <p:cNvGrpSpPr/>
              <p:nvPr/>
            </p:nvGrpSpPr>
            <p:grpSpPr bwMode="gray">
              <a:xfrm>
                <a:off x="501449" y="581633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616" name="Rad 615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7" name="Rechteck 616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dirty="0" smtClean="0">
                      <a:solidFill>
                        <a:srgbClr val="000000"/>
                      </a:solidFill>
                    </a:rPr>
                    <a:t>33</a:t>
                  </a:r>
                  <a:r>
                    <a:rPr lang="de-DE" sz="1400" b="1" dirty="0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18" name="Halbbogen 617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8922926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 bwMode="gray">
              <a:xfrm>
                <a:off x="7177976" y="607059"/>
                <a:ext cx="1440000" cy="1377564"/>
                <a:chOff x="3850754" y="3564029"/>
                <a:chExt cx="1440000" cy="1377564"/>
              </a:xfrm>
            </p:grpSpPr>
            <p:sp>
              <p:nvSpPr>
                <p:cNvPr id="620" name="Rechteck 619"/>
                <p:cNvSpPr/>
                <p:nvPr/>
              </p:nvSpPr>
              <p:spPr bwMode="gray">
                <a:xfrm>
                  <a:off x="4641038" y="3564029"/>
                  <a:ext cx="504102" cy="1014117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r>
                    <a:rPr lang="de-DE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70</a:t>
                  </a:r>
                  <a:r>
                    <a:rPr lang="de-DE" sz="12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%</a:t>
                  </a:r>
                  <a:endParaRPr lang="de-DE" b="1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621" name="Rechteck 620"/>
                <p:cNvSpPr/>
                <p:nvPr/>
              </p:nvSpPr>
              <p:spPr bwMode="gray">
                <a:xfrm>
                  <a:off x="3992473" y="4111569"/>
                  <a:ext cx="504102" cy="466576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E6E6E6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r>
                    <a:rPr lang="de-DE" sz="1400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30</a:t>
                  </a:r>
                  <a:r>
                    <a:rPr lang="de-DE" sz="1100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%</a:t>
                  </a:r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622" name="Textfeld 621"/>
                <p:cNvSpPr txBox="1"/>
                <p:nvPr/>
              </p:nvSpPr>
              <p:spPr bwMode="gray">
                <a:xfrm>
                  <a:off x="3992473" y="4581231"/>
                  <a:ext cx="504101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623" name="Textfeld 622"/>
                <p:cNvSpPr txBox="1"/>
                <p:nvPr/>
              </p:nvSpPr>
              <p:spPr bwMode="gray">
                <a:xfrm>
                  <a:off x="4641039" y="4581231"/>
                  <a:ext cx="504102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2024</a:t>
                  </a:r>
                  <a:endParaRPr lang="de-DE" sz="900"/>
                </a:p>
              </p:txBody>
            </p:sp>
            <p:cxnSp>
              <p:nvCxnSpPr>
                <p:cNvPr id="624" name="Gerade Verbindung 623"/>
                <p:cNvCxnSpPr/>
                <p:nvPr/>
              </p:nvCxnSpPr>
              <p:spPr bwMode="gray">
                <a:xfrm>
                  <a:off x="3850754" y="4578147"/>
                  <a:ext cx="1440000" cy="1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Gruppieren 624"/>
              <p:cNvGrpSpPr/>
              <p:nvPr/>
            </p:nvGrpSpPr>
            <p:grpSpPr bwMode="gray">
              <a:xfrm>
                <a:off x="7177976" y="2058396"/>
                <a:ext cx="1440000" cy="1362234"/>
                <a:chOff x="3850754" y="3579359"/>
                <a:chExt cx="1440000" cy="1362234"/>
              </a:xfrm>
            </p:grpSpPr>
            <p:sp>
              <p:nvSpPr>
                <p:cNvPr id="626" name="Rechteck 625"/>
                <p:cNvSpPr/>
                <p:nvPr/>
              </p:nvSpPr>
              <p:spPr bwMode="gray">
                <a:xfrm>
                  <a:off x="4641038" y="3828624"/>
                  <a:ext cx="504102" cy="749522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r>
                    <a:rPr lang="de-DE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50</a:t>
                  </a:r>
                  <a:r>
                    <a:rPr lang="de-DE" sz="1200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%</a:t>
                  </a:r>
                  <a:endParaRPr lang="de-DE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627" name="Rechteck 626"/>
                <p:cNvSpPr/>
                <p:nvPr/>
              </p:nvSpPr>
              <p:spPr bwMode="gray">
                <a:xfrm>
                  <a:off x="3992473" y="3579359"/>
                  <a:ext cx="504102" cy="998786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E6E6E6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r>
                    <a:rPr lang="de-DE" sz="1400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60</a:t>
                  </a:r>
                  <a:r>
                    <a:rPr lang="de-DE" sz="1100" b="1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%</a:t>
                  </a:r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628" name="Textfeld 627"/>
                <p:cNvSpPr txBox="1"/>
                <p:nvPr/>
              </p:nvSpPr>
              <p:spPr bwMode="gray">
                <a:xfrm>
                  <a:off x="3992473" y="4581231"/>
                  <a:ext cx="504101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629" name="Textfeld 628"/>
                <p:cNvSpPr txBox="1"/>
                <p:nvPr/>
              </p:nvSpPr>
              <p:spPr bwMode="gray">
                <a:xfrm>
                  <a:off x="4641039" y="4581231"/>
                  <a:ext cx="504102" cy="360362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2024</a:t>
                  </a:r>
                  <a:endParaRPr lang="de-DE" sz="900"/>
                </a:p>
              </p:txBody>
            </p:sp>
            <p:cxnSp>
              <p:nvCxnSpPr>
                <p:cNvPr id="630" name="Gerade Verbindung 629"/>
                <p:cNvCxnSpPr/>
                <p:nvPr/>
              </p:nvCxnSpPr>
              <p:spPr bwMode="gray">
                <a:xfrm>
                  <a:off x="3850754" y="4578147"/>
                  <a:ext cx="1440000" cy="1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" name="Gruppieren 2"/>
            <p:cNvGrpSpPr/>
            <p:nvPr/>
          </p:nvGrpSpPr>
          <p:grpSpPr>
            <a:xfrm>
              <a:off x="6037265" y="3501232"/>
              <a:ext cx="2781257" cy="2969717"/>
              <a:chOff x="6037265" y="3501232"/>
              <a:chExt cx="2781257" cy="2969717"/>
            </a:xfrm>
          </p:grpSpPr>
          <p:grpSp>
            <p:nvGrpSpPr>
              <p:cNvPr id="250" name="Gruppieren 249"/>
              <p:cNvGrpSpPr/>
              <p:nvPr/>
            </p:nvGrpSpPr>
            <p:grpSpPr>
              <a:xfrm>
                <a:off x="6082985" y="3501232"/>
                <a:ext cx="2735537" cy="1439996"/>
                <a:chOff x="6082985" y="3501232"/>
                <a:chExt cx="2735537" cy="1439996"/>
              </a:xfrm>
            </p:grpSpPr>
            <p:sp>
              <p:nvSpPr>
                <p:cNvPr id="357" name="Textfeld 356"/>
                <p:cNvSpPr txBox="1"/>
                <p:nvPr/>
              </p:nvSpPr>
              <p:spPr bwMode="gray">
                <a:xfrm>
                  <a:off x="6082985" y="3501232"/>
                  <a:ext cx="2665393" cy="180000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>
                      <a:solidFill>
                        <a:srgbClr val="7D7D7D"/>
                      </a:solidFill>
                    </a:rPr>
                    <a:t>This is a placeholder text. Replace this text.</a:t>
                  </a:r>
                  <a:endParaRPr lang="de-DE" sz="9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62" name="Textfeld 361"/>
                <p:cNvSpPr txBox="1"/>
                <p:nvPr/>
              </p:nvSpPr>
              <p:spPr bwMode="gray">
                <a:xfrm>
                  <a:off x="6082985" y="3681231"/>
                  <a:ext cx="2735537" cy="539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chemeClr val="accent1"/>
                      </a:solidFill>
                    </a:rPr>
                    <a:t>270,000</a:t>
                  </a:r>
                  <a:r>
                    <a:rPr lang="en-US" sz="1600" b="1" dirty="0" smtClean="0">
                      <a:solidFill>
                        <a:schemeClr val="accent1"/>
                      </a:solidFill>
                    </a:rPr>
                    <a:t> </a:t>
                  </a:r>
                  <a:r>
                    <a:rPr lang="en-US" sz="1400" b="1" dirty="0" smtClean="0">
                      <a:solidFill>
                        <a:schemeClr val="accent1"/>
                      </a:solidFill>
                    </a:rPr>
                    <a:t>users</a:t>
                  </a:r>
                  <a:endParaRPr lang="en-US" sz="3600" b="1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67" name="Textfeld 366"/>
                <p:cNvSpPr txBox="1"/>
                <p:nvPr/>
              </p:nvSpPr>
              <p:spPr bwMode="gray">
                <a:xfrm>
                  <a:off x="6082985" y="4294800"/>
                  <a:ext cx="2665393" cy="180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>
                      <a:solidFill>
                        <a:srgbClr val="7D7D7D"/>
                      </a:solidFill>
                    </a:rPr>
                    <a:t>This is a placeholder text. Replace this text.</a:t>
                  </a:r>
                  <a:endParaRPr lang="de-DE" sz="9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68" name="Textfeld 367"/>
                <p:cNvSpPr txBox="1"/>
                <p:nvPr/>
              </p:nvSpPr>
              <p:spPr bwMode="gray">
                <a:xfrm>
                  <a:off x="6082985" y="4401229"/>
                  <a:ext cx="2735537" cy="539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en-US" sz="4000" b="1" dirty="0" smtClean="0">
                      <a:solidFill>
                        <a:schemeClr val="tx1"/>
                      </a:solidFill>
                    </a:rPr>
                    <a:t>45.2</a:t>
                  </a:r>
                  <a:r>
                    <a:rPr lang="en-US" sz="1600" b="1" dirty="0" smtClean="0">
                      <a:solidFill>
                        <a:schemeClr val="tx1"/>
                      </a:solidFill>
                    </a:rPr>
                    <a:t> </a:t>
                  </a:r>
                  <a:r>
                    <a:rPr lang="en-US" sz="1400" b="1" dirty="0" smtClean="0">
                      <a:solidFill>
                        <a:schemeClr val="tx1"/>
                      </a:solidFill>
                    </a:rPr>
                    <a:t>percent</a:t>
                  </a:r>
                  <a:endParaRPr lang="en-US" sz="3600" b="1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369" name="Gerade Verbindung 368"/>
                <p:cNvCxnSpPr/>
                <p:nvPr/>
              </p:nvCxnSpPr>
              <p:spPr bwMode="gray">
                <a:xfrm flipH="1">
                  <a:off x="6082985" y="4215559"/>
                  <a:ext cx="2665393" cy="0"/>
                </a:xfrm>
                <a:prstGeom prst="line">
                  <a:avLst/>
                </a:prstGeom>
                <a:ln w="6350">
                  <a:solidFill>
                    <a:srgbClr val="C8C8C8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3" name="Gruppieren 252"/>
              <p:cNvGrpSpPr/>
              <p:nvPr/>
            </p:nvGrpSpPr>
            <p:grpSpPr>
              <a:xfrm>
                <a:off x="6037265" y="4969511"/>
                <a:ext cx="2736230" cy="1501438"/>
                <a:chOff x="6037265" y="4969511"/>
                <a:chExt cx="2736230" cy="1501438"/>
              </a:xfrm>
            </p:grpSpPr>
            <p:sp>
              <p:nvSpPr>
                <p:cNvPr id="631" name="Textfeld 630"/>
                <p:cNvSpPr txBox="1"/>
                <p:nvPr/>
              </p:nvSpPr>
              <p:spPr bwMode="gray">
                <a:xfrm>
                  <a:off x="6037265" y="5400949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800" smtClean="0">
                      <a:solidFill>
                        <a:schemeClr val="accent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de-DE" sz="8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32" name="Textfeld 631"/>
                <p:cNvSpPr txBox="1"/>
                <p:nvPr/>
              </p:nvSpPr>
              <p:spPr bwMode="gray">
                <a:xfrm>
                  <a:off x="6037265" y="4969511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accent1"/>
                      </a:solidFill>
                    </a:rPr>
                    <a:t>57</a:t>
                  </a:r>
                  <a:r>
                    <a:rPr lang="de-DE" sz="2400" dirty="0" smtClean="0">
                      <a:solidFill>
                        <a:schemeClr val="accent1"/>
                      </a:solidFill>
                    </a:rPr>
                    <a:t> %</a:t>
                  </a:r>
                  <a:endParaRPr lang="de-DE" sz="24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33" name="Textfeld 632"/>
                <p:cNvSpPr txBox="1"/>
                <p:nvPr/>
              </p:nvSpPr>
              <p:spPr bwMode="gray">
                <a:xfrm>
                  <a:off x="7477495" y="5400950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80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de-DE" sz="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34" name="Textfeld 633"/>
                <p:cNvSpPr txBox="1"/>
                <p:nvPr/>
              </p:nvSpPr>
              <p:spPr bwMode="gray">
                <a:xfrm>
                  <a:off x="7479262" y="4969512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13</a:t>
                  </a:r>
                  <a:r>
                    <a:rPr lang="de-DE" sz="24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 %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248" name="Gruppieren 247"/>
            <p:cNvGrpSpPr/>
            <p:nvPr/>
          </p:nvGrpSpPr>
          <p:grpSpPr>
            <a:xfrm>
              <a:off x="393681" y="3539050"/>
              <a:ext cx="2643991" cy="2875400"/>
              <a:chOff x="393681" y="3539050"/>
              <a:chExt cx="2643991" cy="2875400"/>
            </a:xfrm>
          </p:grpSpPr>
          <p:graphicFrame>
            <p:nvGraphicFramePr>
              <p:cNvPr id="251" name="Diagramm 250"/>
              <p:cNvGraphicFramePr/>
              <p:nvPr>
                <p:extLst>
                  <p:ext uri="{D42A27DB-BD31-4B8C-83A1-F6EECF244321}">
                    <p14:modId xmlns:p14="http://schemas.microsoft.com/office/powerpoint/2010/main" val="2517715609"/>
                  </p:ext>
                </p:extLst>
              </p:nvPr>
            </p:nvGraphicFramePr>
            <p:xfrm>
              <a:off x="549854" y="4086247"/>
              <a:ext cx="2304000" cy="2328203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252" name="Rechteck 251"/>
              <p:cNvSpPr/>
              <p:nvPr/>
            </p:nvSpPr>
            <p:spPr bwMode="gray">
              <a:xfrm>
                <a:off x="393681" y="3539050"/>
                <a:ext cx="2643991" cy="1345309"/>
              </a:xfrm>
              <a:prstGeom prst="rect">
                <a:avLst/>
              </a:prstGeom>
            </p:spPr>
            <p:txBody>
              <a:bodyPr wrap="square" lIns="72000" tIns="0" rIns="180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200" b="1" dirty="0" smtClean="0">
                    <a:solidFill>
                      <a:schemeClr val="accent1"/>
                    </a:solidFill>
                  </a:rPr>
                  <a:t>Placeholder</a:t>
                </a: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en-US" sz="1050" dirty="0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689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2" y="131195"/>
            <a:ext cx="8527916" cy="6230037"/>
            <a:chOff x="393682" y="131195"/>
            <a:chExt cx="8527916" cy="6230037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09960" y="505037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3" y="3429001"/>
              <a:ext cx="8351816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4571762" y="3501230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93682" y="1935038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505037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H="1">
              <a:off x="3202985" y="1935038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Gerade Verbindung 70"/>
            <p:cNvCxnSpPr/>
            <p:nvPr/>
          </p:nvCxnSpPr>
          <p:spPr bwMode="gray">
            <a:xfrm flipH="1">
              <a:off x="6078411" y="1935036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Gerade Verbindung 277"/>
            <p:cNvCxnSpPr/>
            <p:nvPr/>
          </p:nvCxnSpPr>
          <p:spPr bwMode="gray">
            <a:xfrm>
              <a:off x="4571762" y="1971035"/>
              <a:ext cx="0" cy="1368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Gerade Verbindung 279"/>
            <p:cNvCxnSpPr/>
            <p:nvPr/>
          </p:nvCxnSpPr>
          <p:spPr bwMode="gray">
            <a:xfrm>
              <a:off x="1689450" y="1971035"/>
              <a:ext cx="0" cy="1368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2"/>
            <p:cNvGrpSpPr/>
            <p:nvPr/>
          </p:nvGrpSpPr>
          <p:grpSpPr>
            <a:xfrm>
              <a:off x="394769" y="1942658"/>
              <a:ext cx="2673258" cy="1501437"/>
              <a:chOff x="394769" y="1942658"/>
              <a:chExt cx="2673258" cy="1501437"/>
            </a:xfrm>
          </p:grpSpPr>
          <p:grpSp>
            <p:nvGrpSpPr>
              <p:cNvPr id="259" name="Gruppieren 258"/>
              <p:cNvGrpSpPr/>
              <p:nvPr/>
            </p:nvGrpSpPr>
            <p:grpSpPr>
              <a:xfrm>
                <a:off x="1772027" y="1942658"/>
                <a:ext cx="1296000" cy="1501437"/>
                <a:chOff x="1772027" y="1942658"/>
                <a:chExt cx="1296000" cy="1501437"/>
              </a:xfrm>
            </p:grpSpPr>
            <p:sp>
              <p:nvSpPr>
                <p:cNvPr id="312" name="Textfeld 311"/>
                <p:cNvSpPr txBox="1"/>
                <p:nvPr/>
              </p:nvSpPr>
              <p:spPr bwMode="gray">
                <a:xfrm>
                  <a:off x="1772027" y="237409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13" name="Textfeld 312"/>
                <p:cNvSpPr txBox="1"/>
                <p:nvPr/>
              </p:nvSpPr>
              <p:spPr bwMode="gray">
                <a:xfrm>
                  <a:off x="1773794" y="194265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accent1"/>
                      </a:solidFill>
                    </a:rPr>
                    <a:t>89</a:t>
                  </a:r>
                  <a:r>
                    <a:rPr lang="de-DE" sz="2400" dirty="0" smtClean="0">
                      <a:solidFill>
                        <a:schemeClr val="accent1"/>
                      </a:solidFill>
                    </a:rPr>
                    <a:t> %</a:t>
                  </a:r>
                  <a:endParaRPr lang="de-DE" sz="2400" dirty="0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316" name="Gruppieren 315"/>
              <p:cNvGrpSpPr/>
              <p:nvPr/>
            </p:nvGrpSpPr>
            <p:grpSpPr bwMode="gray">
              <a:xfrm>
                <a:off x="394769" y="2070231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317" name="Rad 316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18" name="Rechteck 317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dirty="0" smtClean="0">
                      <a:solidFill>
                        <a:schemeClr val="accent1"/>
                      </a:solidFill>
                    </a:rPr>
                    <a:t>30</a:t>
                  </a:r>
                  <a:r>
                    <a:rPr lang="de-DE" sz="1400" b="1" dirty="0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19" name="Halbbogen 318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9068909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grpSp>
          <p:nvGrpSpPr>
            <p:cNvPr id="4" name="Gruppieren 3"/>
            <p:cNvGrpSpPr/>
            <p:nvPr/>
          </p:nvGrpSpPr>
          <p:grpSpPr>
            <a:xfrm>
              <a:off x="3257238" y="1942659"/>
              <a:ext cx="2673664" cy="1501437"/>
              <a:chOff x="3257238" y="1942659"/>
              <a:chExt cx="2673664" cy="1501437"/>
            </a:xfrm>
          </p:grpSpPr>
          <p:grpSp>
            <p:nvGrpSpPr>
              <p:cNvPr id="258" name="Gruppieren 257"/>
              <p:cNvGrpSpPr/>
              <p:nvPr/>
            </p:nvGrpSpPr>
            <p:grpSpPr>
              <a:xfrm>
                <a:off x="4634902" y="1942659"/>
                <a:ext cx="1296000" cy="1501437"/>
                <a:chOff x="4634902" y="1942659"/>
                <a:chExt cx="1296000" cy="1501437"/>
              </a:xfrm>
            </p:grpSpPr>
            <p:sp>
              <p:nvSpPr>
                <p:cNvPr id="314" name="Textfeld 313"/>
                <p:cNvSpPr txBox="1"/>
                <p:nvPr/>
              </p:nvSpPr>
              <p:spPr bwMode="gray">
                <a:xfrm>
                  <a:off x="4634902" y="2374097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15" name="Textfeld 314"/>
                <p:cNvSpPr txBox="1"/>
                <p:nvPr/>
              </p:nvSpPr>
              <p:spPr bwMode="gray">
                <a:xfrm>
                  <a:off x="4636669" y="1942659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75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320" name="Gruppieren 319"/>
              <p:cNvGrpSpPr/>
              <p:nvPr/>
            </p:nvGrpSpPr>
            <p:grpSpPr bwMode="gray">
              <a:xfrm>
                <a:off x="3257238" y="2070231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321" name="Rad 320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22" name="Rechteck 321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rgbClr val="000000"/>
                      </a:solidFill>
                    </a:rPr>
                    <a:t>62</a:t>
                  </a:r>
                  <a:r>
                    <a:rPr lang="de-DE" sz="1400" b="1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23" name="Halbbogen 322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21594257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grpSp>
          <p:nvGrpSpPr>
            <p:cNvPr id="324" name="Gruppieren 323"/>
            <p:cNvGrpSpPr/>
            <p:nvPr/>
          </p:nvGrpSpPr>
          <p:grpSpPr bwMode="gray">
            <a:xfrm>
              <a:off x="6087357" y="2062475"/>
              <a:ext cx="2655894" cy="1442029"/>
              <a:chOff x="3236343" y="854671"/>
              <a:chExt cx="1946724" cy="1442029"/>
            </a:xfrm>
          </p:grpSpPr>
          <p:sp>
            <p:nvSpPr>
              <p:cNvPr id="325" name="Rechteck 629"/>
              <p:cNvSpPr/>
              <p:nvPr/>
            </p:nvSpPr>
            <p:spPr bwMode="gray">
              <a:xfrm>
                <a:off x="4245756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26" name="Rechteck 629"/>
              <p:cNvSpPr/>
              <p:nvPr/>
            </p:nvSpPr>
            <p:spPr bwMode="gray">
              <a:xfrm>
                <a:off x="4893960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27" name="Rechteck 629"/>
              <p:cNvSpPr/>
              <p:nvPr/>
            </p:nvSpPr>
            <p:spPr bwMode="gray">
              <a:xfrm>
                <a:off x="4569858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28" name="Rechteck 629"/>
              <p:cNvSpPr/>
              <p:nvPr/>
            </p:nvSpPr>
            <p:spPr bwMode="gray">
              <a:xfrm>
                <a:off x="3921654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29" name="Rechteck 629"/>
              <p:cNvSpPr/>
              <p:nvPr/>
            </p:nvSpPr>
            <p:spPr bwMode="gray">
              <a:xfrm>
                <a:off x="3597552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0" name="Rechteck 629"/>
              <p:cNvSpPr/>
              <p:nvPr/>
            </p:nvSpPr>
            <p:spPr bwMode="gray">
              <a:xfrm>
                <a:off x="3273450" y="854671"/>
                <a:ext cx="252000" cy="1081667"/>
              </a:xfrm>
              <a:custGeom>
                <a:avLst/>
                <a:gdLst/>
                <a:ahLst/>
                <a:cxnLst/>
                <a:rect l="l" t="t" r="r" b="b"/>
                <a:pathLst>
                  <a:path w="252000" h="1081667">
                    <a:moveTo>
                      <a:pt x="68631" y="0"/>
                    </a:moveTo>
                    <a:lnTo>
                      <a:pt x="176631" y="0"/>
                    </a:lnTo>
                    <a:lnTo>
                      <a:pt x="176631" y="36000"/>
                    </a:lnTo>
                    <a:lnTo>
                      <a:pt x="252000" y="36000"/>
                    </a:lnTo>
                    <a:lnTo>
                      <a:pt x="252000" y="1081667"/>
                    </a:lnTo>
                    <a:lnTo>
                      <a:pt x="0" y="1081667"/>
                    </a:lnTo>
                    <a:lnTo>
                      <a:pt x="0" y="36000"/>
                    </a:lnTo>
                    <a:lnTo>
                      <a:pt x="68631" y="36000"/>
                    </a:lnTo>
                    <a:close/>
                  </a:path>
                </a:pathLst>
              </a:custGeom>
              <a:noFill/>
              <a:ln w="12700">
                <a:solidFill>
                  <a:srgbClr val="C8C8C8"/>
                </a:solidFill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1" name="Rechteck 330"/>
              <p:cNvSpPr/>
              <p:nvPr/>
            </p:nvSpPr>
            <p:spPr bwMode="gray">
              <a:xfrm>
                <a:off x="3309450" y="1748396"/>
                <a:ext cx="180000" cy="152947"/>
              </a:xfrm>
              <a:prstGeom prst="rect">
                <a:avLst/>
              </a:prstGeom>
              <a:gradFill flip="none" rotWithShape="1">
                <a:gsLst>
                  <a:gs pos="100000">
                    <a:srgbClr val="7D7D7D"/>
                  </a:gs>
                  <a:gs pos="50000">
                    <a:srgbClr val="AFAFAF"/>
                  </a:gs>
                  <a:gs pos="0">
                    <a:srgbClr val="C8C8C8"/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2" name="Rechteck 331"/>
              <p:cNvSpPr/>
              <p:nvPr/>
            </p:nvSpPr>
            <p:spPr bwMode="gray">
              <a:xfrm>
                <a:off x="4929960" y="929344"/>
                <a:ext cx="180000" cy="972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50000"/>
                    </a:schemeClr>
                  </a:gs>
                  <a:gs pos="50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3" name="Rechteck 332"/>
              <p:cNvSpPr/>
              <p:nvPr/>
            </p:nvSpPr>
            <p:spPr bwMode="gray">
              <a:xfrm>
                <a:off x="3633552" y="1647108"/>
                <a:ext cx="180000" cy="254235"/>
              </a:xfrm>
              <a:prstGeom prst="rect">
                <a:avLst/>
              </a:prstGeom>
              <a:gradFill flip="none" rotWithShape="1">
                <a:gsLst>
                  <a:gs pos="100000">
                    <a:srgbClr val="7D7D7D"/>
                  </a:gs>
                  <a:gs pos="50000">
                    <a:srgbClr val="AFAFAF"/>
                  </a:gs>
                  <a:gs pos="0">
                    <a:srgbClr val="C8C8C8"/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4" name="Rechteck 333"/>
              <p:cNvSpPr/>
              <p:nvPr/>
            </p:nvSpPr>
            <p:spPr bwMode="gray">
              <a:xfrm>
                <a:off x="3957654" y="1527816"/>
                <a:ext cx="180000" cy="373528"/>
              </a:xfrm>
              <a:prstGeom prst="rect">
                <a:avLst/>
              </a:prstGeom>
              <a:gradFill flip="none" rotWithShape="1">
                <a:gsLst>
                  <a:gs pos="100000">
                    <a:srgbClr val="7D7D7D"/>
                  </a:gs>
                  <a:gs pos="50000">
                    <a:srgbClr val="AFAFAF"/>
                  </a:gs>
                  <a:gs pos="0">
                    <a:srgbClr val="C8C8C8"/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5" name="Rechteck 334"/>
              <p:cNvSpPr/>
              <p:nvPr/>
            </p:nvSpPr>
            <p:spPr bwMode="gray">
              <a:xfrm>
                <a:off x="4281756" y="1257299"/>
                <a:ext cx="180000" cy="644045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/>
                  </a:gs>
                  <a:gs pos="50000">
                    <a:schemeClr val="accent1">
                      <a:lumMod val="60000"/>
                      <a:lumOff val="40000"/>
                    </a:schemeClr>
                  </a:gs>
                  <a:gs pos="0">
                    <a:schemeClr val="accent1">
                      <a:lumMod val="40000"/>
                      <a:lumOff val="60000"/>
                    </a:schemeClr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6" name="Rechteck 335"/>
              <p:cNvSpPr/>
              <p:nvPr/>
            </p:nvSpPr>
            <p:spPr bwMode="gray">
              <a:xfrm>
                <a:off x="4605858" y="1155699"/>
                <a:ext cx="180000" cy="745645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/>
                  </a:gs>
                  <a:gs pos="50000">
                    <a:schemeClr val="accent1">
                      <a:lumMod val="60000"/>
                      <a:lumOff val="40000"/>
                    </a:schemeClr>
                  </a:gs>
                  <a:gs pos="0">
                    <a:schemeClr val="accent1">
                      <a:lumMod val="40000"/>
                      <a:lumOff val="60000"/>
                    </a:schemeClr>
                  </a:gs>
                </a:gsLst>
                <a:lin ang="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337" name="Textfeld 336"/>
              <p:cNvSpPr txBox="1"/>
              <p:nvPr/>
            </p:nvSpPr>
            <p:spPr bwMode="gray">
              <a:xfrm>
                <a:off x="3236343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5 min</a:t>
                </a:r>
                <a:endParaRPr lang="de-DE" sz="900"/>
              </a:p>
            </p:txBody>
          </p:sp>
          <p:sp>
            <p:nvSpPr>
              <p:cNvPr id="338" name="Textfeld 337"/>
              <p:cNvSpPr txBox="1"/>
              <p:nvPr/>
            </p:nvSpPr>
            <p:spPr bwMode="gray">
              <a:xfrm>
                <a:off x="3560445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0,5h</a:t>
                </a:r>
                <a:endParaRPr lang="de-DE" sz="900"/>
              </a:p>
            </p:txBody>
          </p:sp>
          <p:sp>
            <p:nvSpPr>
              <p:cNvPr id="339" name="Textfeld 338"/>
              <p:cNvSpPr txBox="1"/>
              <p:nvPr/>
            </p:nvSpPr>
            <p:spPr bwMode="gray">
              <a:xfrm>
                <a:off x="3884547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1h</a:t>
                </a:r>
                <a:endParaRPr lang="de-DE" sz="900"/>
              </a:p>
            </p:txBody>
          </p:sp>
          <p:sp>
            <p:nvSpPr>
              <p:cNvPr id="340" name="Textfeld 339"/>
              <p:cNvSpPr txBox="1"/>
              <p:nvPr/>
            </p:nvSpPr>
            <p:spPr bwMode="gray">
              <a:xfrm>
                <a:off x="4208649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2h</a:t>
                </a:r>
                <a:endParaRPr lang="de-DE" sz="900"/>
              </a:p>
            </p:txBody>
          </p:sp>
          <p:sp>
            <p:nvSpPr>
              <p:cNvPr id="341" name="Textfeld 340"/>
              <p:cNvSpPr txBox="1"/>
              <p:nvPr/>
            </p:nvSpPr>
            <p:spPr bwMode="gray">
              <a:xfrm>
                <a:off x="4532751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3h</a:t>
                </a:r>
                <a:endParaRPr lang="de-DE" sz="900"/>
              </a:p>
            </p:txBody>
          </p:sp>
          <p:sp>
            <p:nvSpPr>
              <p:cNvPr id="344" name="Textfeld 343"/>
              <p:cNvSpPr txBox="1"/>
              <p:nvPr/>
            </p:nvSpPr>
            <p:spPr bwMode="gray">
              <a:xfrm>
                <a:off x="4856853" y="1936338"/>
                <a:ext cx="326214" cy="360362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4h</a:t>
                </a:r>
                <a:endParaRPr lang="de-DE" sz="900"/>
              </a:p>
            </p:txBody>
          </p:sp>
        </p:grpSp>
        <p:grpSp>
          <p:nvGrpSpPr>
            <p:cNvPr id="345" name="Gruppieren 344"/>
            <p:cNvGrpSpPr/>
            <p:nvPr/>
          </p:nvGrpSpPr>
          <p:grpSpPr bwMode="gray">
            <a:xfrm>
              <a:off x="7481088" y="131195"/>
              <a:ext cx="1440510" cy="1908420"/>
              <a:chOff x="1689450" y="147637"/>
              <a:chExt cx="1440510" cy="1908420"/>
            </a:xfrm>
          </p:grpSpPr>
          <p:sp>
            <p:nvSpPr>
              <p:cNvPr id="347" name="Freeform 5"/>
              <p:cNvSpPr>
                <a:spLocks/>
              </p:cNvSpPr>
              <p:nvPr/>
            </p:nvSpPr>
            <p:spPr bwMode="gray">
              <a:xfrm rot="5400000">
                <a:off x="1884887" y="1156057"/>
                <a:ext cx="1080000" cy="720000"/>
              </a:xfrm>
              <a:custGeom>
                <a:avLst/>
                <a:gdLst>
                  <a:gd name="T0" fmla="*/ 539 w 539"/>
                  <a:gd name="T1" fmla="*/ 0 h 540"/>
                  <a:gd name="T2" fmla="*/ 0 w 539"/>
                  <a:gd name="T3" fmla="*/ 0 h 540"/>
                  <a:gd name="T4" fmla="*/ 0 w 539"/>
                  <a:gd name="T5" fmla="*/ 540 h 540"/>
                  <a:gd name="T6" fmla="*/ 539 w 539"/>
                  <a:gd name="T7" fmla="*/ 540 h 540"/>
                  <a:gd name="T8" fmla="*/ 428 w 539"/>
                  <a:gd name="T9" fmla="*/ 270 h 540"/>
                  <a:gd name="T10" fmla="*/ 539 w 539"/>
                  <a:gd name="T11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9" h="540">
                    <a:moveTo>
                      <a:pt x="539" y="0"/>
                    </a:moveTo>
                    <a:lnTo>
                      <a:pt x="0" y="0"/>
                    </a:lnTo>
                    <a:lnTo>
                      <a:pt x="0" y="540"/>
                    </a:lnTo>
                    <a:lnTo>
                      <a:pt x="539" y="540"/>
                    </a:lnTo>
                    <a:lnTo>
                      <a:pt x="428" y="270"/>
                    </a:lnTo>
                    <a:lnTo>
                      <a:pt x="539" y="0"/>
                    </a:lnTo>
                    <a:close/>
                  </a:path>
                </a:pathLst>
              </a:custGeom>
              <a:gradFill flip="none" rotWithShape="1">
                <a:gsLst>
                  <a:gs pos="35000">
                    <a:schemeClr val="accent1">
                      <a:lumMod val="40000"/>
                      <a:lumOff val="60000"/>
                    </a:schemeClr>
                  </a:gs>
                  <a:gs pos="100000">
                    <a:schemeClr val="accent1"/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vert="vert270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de-DE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48" name="Rectangle 6"/>
              <p:cNvSpPr>
                <a:spLocks noChangeArrowheads="1"/>
              </p:cNvSpPr>
              <p:nvPr/>
            </p:nvSpPr>
            <p:spPr bwMode="gray">
              <a:xfrm rot="5400000">
                <a:off x="2142592" y="69932"/>
                <a:ext cx="564589" cy="720000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spcAft>
                    <a:spcPts val="600"/>
                  </a:spcAft>
                </a:pPr>
                <a:endParaRPr lang="de-DE" sz="1200">
                  <a:solidFill>
                    <a:srgbClr val="FFFFFF"/>
                  </a:solidFill>
                </a:endParaRPr>
              </a:p>
            </p:txBody>
          </p:sp>
          <p:sp>
            <p:nvSpPr>
              <p:cNvPr id="349" name="Freeform 7"/>
              <p:cNvSpPr>
                <a:spLocks/>
              </p:cNvSpPr>
              <p:nvPr/>
            </p:nvSpPr>
            <p:spPr bwMode="gray">
              <a:xfrm rot="16200000" flipV="1">
                <a:off x="1916338" y="167422"/>
                <a:ext cx="168334" cy="128765"/>
              </a:xfrm>
              <a:custGeom>
                <a:avLst/>
                <a:gdLst>
                  <a:gd name="T0" fmla="*/ 136 w 136"/>
                  <a:gd name="T1" fmla="*/ 0 h 134"/>
                  <a:gd name="T2" fmla="*/ 0 w 136"/>
                  <a:gd name="T3" fmla="*/ 0 h 134"/>
                  <a:gd name="T4" fmla="*/ 0 w 136"/>
                  <a:gd name="T5" fmla="*/ 134 h 134"/>
                  <a:gd name="T6" fmla="*/ 136 w 136"/>
                  <a:gd name="T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134">
                    <a:moveTo>
                      <a:pt x="136" y="0"/>
                    </a:moveTo>
                    <a:lnTo>
                      <a:pt x="0" y="0"/>
                    </a:lnTo>
                    <a:lnTo>
                      <a:pt x="0" y="134"/>
                    </a:lnTo>
                    <a:lnTo>
                      <a:pt x="136" y="0"/>
                    </a:lnTo>
                    <a:close/>
                  </a:path>
                </a:pathLst>
              </a:custGeom>
              <a:gradFill flip="none" rotWithShape="1">
                <a:gsLst>
                  <a:gs pos="100000">
                    <a:schemeClr val="accent1">
                      <a:lumMod val="50000"/>
                    </a:schemeClr>
                  </a:gs>
                  <a:gs pos="0">
                    <a:schemeClr val="accent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txBody>
              <a:bodyPr vert="vert270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350" name="Gruppieren 8"/>
              <p:cNvGrpSpPr/>
              <p:nvPr/>
            </p:nvGrpSpPr>
            <p:grpSpPr bwMode="gray">
              <a:xfrm>
                <a:off x="1689450" y="306248"/>
                <a:ext cx="1440510" cy="1440510"/>
                <a:chOff x="1689450" y="495971"/>
                <a:chExt cx="1440510" cy="1440510"/>
              </a:xfrm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grpSpPr>
            <p:sp>
              <p:nvSpPr>
                <p:cNvPr id="351" name="Stern mit 16 Zacken 350"/>
                <p:cNvSpPr/>
                <p:nvPr/>
              </p:nvSpPr>
              <p:spPr bwMode="gray">
                <a:xfrm>
                  <a:off x="1689450" y="495971"/>
                  <a:ext cx="1440510" cy="1440510"/>
                </a:xfrm>
                <a:prstGeom prst="star16">
                  <a:avLst>
                    <a:gd name="adj" fmla="val 44087"/>
                  </a:avLst>
                </a:prstGeom>
                <a:gradFill flip="none" rotWithShape="1">
                  <a:gsLst>
                    <a:gs pos="100000">
                      <a:schemeClr val="accent1"/>
                    </a:gs>
                    <a:gs pos="83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42000">
                      <a:schemeClr val="accent1">
                        <a:lumMod val="75000"/>
                        <a:lumOff val="25000"/>
                      </a:schemeClr>
                    </a:gs>
                  </a:gsLst>
                  <a:lin ang="27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24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52" name="Ellipse 351"/>
                <p:cNvSpPr/>
                <p:nvPr/>
              </p:nvSpPr>
              <p:spPr bwMode="gray">
                <a:xfrm>
                  <a:off x="1819362" y="625883"/>
                  <a:ext cx="1180686" cy="1180686"/>
                </a:xfrm>
                <a:prstGeom prst="ellipse">
                  <a:avLst/>
                </a:prstGeom>
                <a:gradFill flip="none" rotWithShape="1">
                  <a:gsLst>
                    <a:gs pos="100000">
                      <a:schemeClr val="accent1">
                        <a:lumMod val="40000"/>
                        <a:lumOff val="60000"/>
                      </a:schemeClr>
                    </a:gs>
                    <a:gs pos="5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27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38100" dist="12700" dir="135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53" name="Ellipse 352"/>
                <p:cNvSpPr/>
                <p:nvPr/>
              </p:nvSpPr>
              <p:spPr bwMode="gray">
                <a:xfrm>
                  <a:off x="1905705" y="712226"/>
                  <a:ext cx="1008000" cy="1008000"/>
                </a:xfrm>
                <a:prstGeom prst="ellipse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wrap="none" rtlCol="0" anchor="ctr"/>
                <a:lstStyle/>
                <a:p>
                  <a:pPr algn="ctr"/>
                  <a:r>
                    <a:rPr lang="de-DE" sz="4000" b="1" dirty="0" smtClean="0">
                      <a:solidFill>
                        <a:schemeClr val="bg1"/>
                      </a:solidFill>
                      <a:effectLst>
                        <a:innerShdw blurRad="50800" dist="25400" dir="13500000">
                          <a:prstClr val="black">
                            <a:alpha val="30000"/>
                          </a:prstClr>
                        </a:innerShdw>
                      </a:effectLst>
                    </a:rPr>
                    <a:t>45</a:t>
                  </a:r>
                  <a:r>
                    <a:rPr lang="de-DE" sz="2400" b="1" dirty="0" smtClean="0">
                      <a:solidFill>
                        <a:schemeClr val="bg1"/>
                      </a:solidFill>
                      <a:effectLst>
                        <a:innerShdw blurRad="50800" dist="25400" dir="13500000">
                          <a:prstClr val="black">
                            <a:alpha val="30000"/>
                          </a:prstClr>
                        </a:innerShdw>
                      </a:effectLst>
                    </a:rPr>
                    <a:t>%</a:t>
                  </a:r>
                  <a:endParaRPr lang="de-DE" sz="2400" b="1" dirty="0">
                    <a:solidFill>
                      <a:schemeClr val="bg1"/>
                    </a:solidFill>
                    <a:effectLst>
                      <a:innerShdw blurRad="50800" dist="25400" dir="13500000">
                        <a:prstClr val="black">
                          <a:alpha val="30000"/>
                        </a:prstClr>
                      </a:innerShdw>
                    </a:effectLst>
                  </a:endParaRPr>
                </a:p>
              </p:txBody>
            </p:sp>
          </p:grpSp>
        </p:grpSp>
        <p:sp>
          <p:nvSpPr>
            <p:cNvPr id="363" name="Textfeld 362"/>
            <p:cNvSpPr txBox="1"/>
            <p:nvPr/>
          </p:nvSpPr>
          <p:spPr bwMode="gray">
            <a:xfrm>
              <a:off x="6094977" y="505037"/>
              <a:ext cx="1287486" cy="1376636"/>
            </a:xfrm>
            <a:prstGeom prst="rect">
              <a:avLst/>
            </a:prstGeom>
            <a:noFill/>
          </p:spPr>
          <p:txBody>
            <a:bodyPr wrap="square" lIns="72000" tIns="0" rIns="108000" bIns="72000" rtlCol="0" anchor="t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1800" dirty="0" smtClean="0">
                  <a:solidFill>
                    <a:schemeClr val="accent1">
                      <a:lumMod val="50000"/>
                    </a:schemeClr>
                  </a:solidFill>
                </a:rPr>
                <a:t>Placeholder</a:t>
              </a:r>
            </a:p>
            <a:p>
              <a:pPr algn="l">
                <a:spcAft>
                  <a:spcPts val="0"/>
                </a:spcAft>
              </a:pPr>
              <a:r>
                <a:rPr lang="en-US" sz="800" b="1" dirty="0" smtClean="0">
                  <a:solidFill>
                    <a:schemeClr val="accent1"/>
                  </a:solidFill>
                </a:rPr>
                <a:t>This</a:t>
              </a:r>
              <a:r>
                <a:rPr lang="en-US" sz="800" b="1" dirty="0" smtClean="0">
                  <a:solidFill>
                    <a:srgbClr val="000000"/>
                  </a:solidFill>
                </a:rPr>
                <a:t> </a:t>
              </a:r>
              <a:r>
                <a:rPr lang="en-US" sz="800" b="1" dirty="0" smtClean="0">
                  <a:solidFill>
                    <a:schemeClr val="accent1"/>
                  </a:solidFill>
                </a:rPr>
                <a:t>is</a:t>
              </a:r>
              <a:r>
                <a:rPr lang="en-US" sz="800" b="1" dirty="0" smtClean="0">
                  <a:solidFill>
                    <a:srgbClr val="000000"/>
                  </a:solidFill>
                </a:rPr>
                <a:t> a placeholder text. </a:t>
              </a:r>
              <a:r>
                <a:rPr lang="en-US" sz="800" dirty="0" smtClean="0">
                  <a:solidFill>
                    <a:srgbClr val="000000"/>
                  </a:solidFill>
                </a:rPr>
                <a:t>Replace this text with your own information. This text demonstrates how your text will look like. Type your text here, this is only a placeholder.</a:t>
              </a:r>
              <a:endParaRPr lang="en-US" sz="800" dirty="0">
                <a:solidFill>
                  <a:srgbClr val="000000"/>
                </a:solidFill>
              </a:endParaRPr>
            </a:p>
          </p:txBody>
        </p:sp>
        <p:grpSp>
          <p:nvGrpSpPr>
            <p:cNvPr id="260" name="Gruppieren 259"/>
            <p:cNvGrpSpPr/>
            <p:nvPr/>
          </p:nvGrpSpPr>
          <p:grpSpPr>
            <a:xfrm>
              <a:off x="457818" y="3511907"/>
              <a:ext cx="4167561" cy="2678025"/>
              <a:chOff x="457818" y="3511907"/>
              <a:chExt cx="4167561" cy="2678025"/>
            </a:xfrm>
          </p:grpSpPr>
          <p:grpSp>
            <p:nvGrpSpPr>
              <p:cNvPr id="364" name="Gruppieren 363"/>
              <p:cNvGrpSpPr/>
              <p:nvPr/>
            </p:nvGrpSpPr>
            <p:grpSpPr bwMode="gray">
              <a:xfrm>
                <a:off x="466230" y="4649851"/>
                <a:ext cx="4159149" cy="1540081"/>
                <a:chOff x="1871931" y="2336801"/>
                <a:chExt cx="4317215" cy="1598612"/>
              </a:xfrm>
              <a:effectLst/>
            </p:grpSpPr>
            <p:cxnSp>
              <p:nvCxnSpPr>
                <p:cNvPr id="365" name="Gerade Verbindung 364"/>
                <p:cNvCxnSpPr/>
                <p:nvPr/>
              </p:nvCxnSpPr>
              <p:spPr bwMode="gray">
                <a:xfrm flipH="1">
                  <a:off x="1871932" y="3450169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6" name="Gerade Verbindung 365"/>
                <p:cNvCxnSpPr/>
                <p:nvPr/>
              </p:nvCxnSpPr>
              <p:spPr bwMode="gray">
                <a:xfrm flipH="1">
                  <a:off x="1871932" y="3181264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Gerade Verbindung 366"/>
                <p:cNvCxnSpPr/>
                <p:nvPr/>
              </p:nvCxnSpPr>
              <p:spPr bwMode="gray">
                <a:xfrm flipH="1">
                  <a:off x="1871932" y="2912360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Gerade Verbindung 367"/>
                <p:cNvCxnSpPr/>
                <p:nvPr/>
              </p:nvCxnSpPr>
              <p:spPr bwMode="gray">
                <a:xfrm flipH="1">
                  <a:off x="1871931" y="3719070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Gerade Verbindung 368"/>
                <p:cNvCxnSpPr/>
                <p:nvPr/>
              </p:nvCxnSpPr>
              <p:spPr bwMode="gray">
                <a:xfrm flipH="1">
                  <a:off x="1871932" y="2643456"/>
                  <a:ext cx="3597215" cy="0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0" name="Gruppieren 557"/>
                <p:cNvGrpSpPr/>
                <p:nvPr/>
              </p:nvGrpSpPr>
              <p:grpSpPr bwMode="gray">
                <a:xfrm>
                  <a:off x="2193480" y="2336801"/>
                  <a:ext cx="2954118" cy="1598612"/>
                  <a:chOff x="2199908" y="2336801"/>
                  <a:chExt cx="2954118" cy="1598612"/>
                </a:xfrm>
              </p:grpSpPr>
              <p:grpSp>
                <p:nvGrpSpPr>
                  <p:cNvPr id="376" name="Gruppieren 564"/>
                  <p:cNvGrpSpPr/>
                  <p:nvPr/>
                </p:nvGrpSpPr>
                <p:grpSpPr bwMode="gray">
                  <a:xfrm>
                    <a:off x="2199908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506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07" name="Abgerundetes Rechteck 506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08" name="Abgerundetes Rechteck 507"/>
                    <p:cNvSpPr/>
                    <p:nvPr/>
                  </p:nvSpPr>
                  <p:spPr bwMode="gray">
                    <a:xfrm rot="10800000">
                      <a:off x="4314822" y="4145513"/>
                      <a:ext cx="200026" cy="1009416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09" name="Ellipse 508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377" name="Gruppieren 565"/>
                  <p:cNvGrpSpPr/>
                  <p:nvPr/>
                </p:nvGrpSpPr>
                <p:grpSpPr bwMode="gray">
                  <a:xfrm>
                    <a:off x="2737880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401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405" name="Abgerundetes Rechteck 404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412" name="Abgerundetes Rechteck 411"/>
                    <p:cNvSpPr/>
                    <p:nvPr/>
                  </p:nvSpPr>
                  <p:spPr bwMode="gray">
                    <a:xfrm rot="10800000">
                      <a:off x="4314822" y="3136103"/>
                      <a:ext cx="200026" cy="2018826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505" name="Ellipse 504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378" name="Gruppieren 566"/>
                  <p:cNvGrpSpPr/>
                  <p:nvPr/>
                </p:nvGrpSpPr>
                <p:grpSpPr bwMode="gray">
                  <a:xfrm>
                    <a:off x="3275852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397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8" name="Abgerundetes Rechteck 397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9" name="Abgerundetes Rechteck 398"/>
                    <p:cNvSpPr/>
                    <p:nvPr/>
                  </p:nvSpPr>
                  <p:spPr bwMode="gray">
                    <a:xfrm rot="10800000">
                      <a:off x="4314822" y="2573737"/>
                      <a:ext cx="200026" cy="2581192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400" name="Ellipse 399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379" name="Gruppieren 567"/>
                  <p:cNvGrpSpPr/>
                  <p:nvPr/>
                </p:nvGrpSpPr>
                <p:grpSpPr bwMode="gray">
                  <a:xfrm>
                    <a:off x="3813824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391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4" name="Abgerundetes Rechteck 393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5" name="Abgerundetes Rechteck 394"/>
                    <p:cNvSpPr/>
                    <p:nvPr/>
                  </p:nvSpPr>
                  <p:spPr bwMode="gray">
                    <a:xfrm rot="10800000">
                      <a:off x="4314824" y="1925957"/>
                      <a:ext cx="200026" cy="3228974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6" name="Ellipse 395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380" name="Gruppieren 568"/>
                  <p:cNvGrpSpPr/>
                  <p:nvPr/>
                </p:nvGrpSpPr>
                <p:grpSpPr bwMode="gray">
                  <a:xfrm>
                    <a:off x="4351796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386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87" name="Abgerundetes Rechteck 386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88" name="Abgerundetes Rechteck 387"/>
                    <p:cNvSpPr/>
                    <p:nvPr/>
                  </p:nvSpPr>
                  <p:spPr bwMode="gray">
                    <a:xfrm rot="10800000">
                      <a:off x="4314822" y="1074102"/>
                      <a:ext cx="200026" cy="4080827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90" name="Ellipse 389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  <p:grpSp>
                <p:nvGrpSpPr>
                  <p:cNvPr id="381" name="Gruppieren 569"/>
                  <p:cNvGrpSpPr/>
                  <p:nvPr/>
                </p:nvGrpSpPr>
                <p:grpSpPr bwMode="gray">
                  <a:xfrm>
                    <a:off x="4889768" y="2336801"/>
                    <a:ext cx="264258" cy="1598612"/>
                    <a:chOff x="3981449" y="514350"/>
                    <a:chExt cx="866776" cy="5243513"/>
                  </a:xfrm>
                </p:grpSpPr>
                <p:sp>
                  <p:nvSpPr>
                    <p:cNvPr id="382" name="Ellipse 4"/>
                    <p:cNvSpPr/>
                    <p:nvPr/>
                  </p:nvSpPr>
                  <p:spPr bwMode="gray">
                    <a:xfrm>
                      <a:off x="3981449" y="514350"/>
                      <a:ext cx="866776" cy="52435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66776" h="5243513">
                          <a:moveTo>
                            <a:pt x="433388" y="0"/>
                          </a:moveTo>
                          <a:cubicBezTo>
                            <a:pt x="559956" y="0"/>
                            <a:pt x="662559" y="102603"/>
                            <a:pt x="662559" y="229171"/>
                          </a:cubicBezTo>
                          <a:lnTo>
                            <a:pt x="662559" y="4443621"/>
                          </a:lnTo>
                          <a:cubicBezTo>
                            <a:pt x="785468" y="4519232"/>
                            <a:pt x="866776" y="4655183"/>
                            <a:pt x="866776" y="4810125"/>
                          </a:cubicBezTo>
                          <a:cubicBezTo>
                            <a:pt x="866776" y="5049479"/>
                            <a:pt x="672742" y="5243513"/>
                            <a:pt x="433388" y="5243513"/>
                          </a:cubicBezTo>
                          <a:cubicBezTo>
                            <a:pt x="194034" y="5243513"/>
                            <a:pt x="0" y="5049479"/>
                            <a:pt x="0" y="4810125"/>
                          </a:cubicBezTo>
                          <a:cubicBezTo>
                            <a:pt x="0" y="4655183"/>
                            <a:pt x="81309" y="4519232"/>
                            <a:pt x="204217" y="4443621"/>
                          </a:cubicBezTo>
                          <a:lnTo>
                            <a:pt x="204217" y="229171"/>
                          </a:lnTo>
                          <a:cubicBezTo>
                            <a:pt x="204217" y="102603"/>
                            <a:pt x="306820" y="0"/>
                            <a:pt x="433388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C0C0C0"/>
                        </a:gs>
                        <a:gs pos="45000">
                          <a:srgbClr val="F8F8F8"/>
                        </a:gs>
                        <a:gs pos="0">
                          <a:srgbClr val="D7D7D7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/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83" name="Abgerundetes Rechteck 382"/>
                    <p:cNvSpPr/>
                    <p:nvPr/>
                  </p:nvSpPr>
                  <p:spPr bwMode="gray">
                    <a:xfrm>
                      <a:off x="4314824" y="638175"/>
                      <a:ext cx="200026" cy="4610099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100000">
                          <a:srgbClr val="000000"/>
                        </a:gs>
                        <a:gs pos="0">
                          <a:srgbClr val="7D7D7D"/>
                        </a:gs>
                      </a:gsLst>
                      <a:lin ang="108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84" name="Abgerundetes Rechteck 383"/>
                    <p:cNvSpPr/>
                    <p:nvPr/>
                  </p:nvSpPr>
                  <p:spPr bwMode="gray">
                    <a:xfrm rot="10800000">
                      <a:off x="4314822" y="638172"/>
                      <a:ext cx="200026" cy="4516758"/>
                    </a:xfrm>
                    <a:prstGeom prst="roundRect">
                      <a:avLst>
                        <a:gd name="adj" fmla="val 50000"/>
                      </a:avLst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162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  <p:sp>
                  <p:nvSpPr>
                    <p:cNvPr id="385" name="Ellipse 384"/>
                    <p:cNvSpPr/>
                    <p:nvPr/>
                  </p:nvSpPr>
                  <p:spPr bwMode="gray">
                    <a:xfrm>
                      <a:off x="4138612" y="5048250"/>
                      <a:ext cx="552450" cy="552450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  <a:gs pos="20000">
                          <a:schemeClr val="accent1"/>
                        </a:gs>
                        <a:gs pos="80000">
                          <a:schemeClr val="accent1">
                            <a:lumMod val="50000"/>
                          </a:schemeClr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000"/>
                    </a:p>
                  </p:txBody>
                </p:sp>
              </p:grpSp>
            </p:grpSp>
            <p:sp>
              <p:nvSpPr>
                <p:cNvPr id="371" name="Textfeld 370"/>
                <p:cNvSpPr txBox="1"/>
                <p:nvPr/>
              </p:nvSpPr>
              <p:spPr bwMode="gray">
                <a:xfrm>
                  <a:off x="5469146" y="3611070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2" name="Textfeld 371"/>
                <p:cNvSpPr txBox="1"/>
                <p:nvPr/>
              </p:nvSpPr>
              <p:spPr bwMode="gray">
                <a:xfrm>
                  <a:off x="5469146" y="3342168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20%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3" name="Textfeld 372"/>
                <p:cNvSpPr txBox="1"/>
                <p:nvPr/>
              </p:nvSpPr>
              <p:spPr bwMode="gray">
                <a:xfrm>
                  <a:off x="5469146" y="3073264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40%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4" name="Textfeld 373"/>
                <p:cNvSpPr txBox="1"/>
                <p:nvPr/>
              </p:nvSpPr>
              <p:spPr bwMode="gray">
                <a:xfrm>
                  <a:off x="5469146" y="2804359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60%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5" name="Textfeld 374"/>
                <p:cNvSpPr txBox="1"/>
                <p:nvPr/>
              </p:nvSpPr>
              <p:spPr bwMode="gray">
                <a:xfrm>
                  <a:off x="5469146" y="2535455"/>
                  <a:ext cx="720000" cy="21600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1000" b="1" smtClean="0">
                      <a:solidFill>
                        <a:prstClr val="black"/>
                      </a:solidFill>
                    </a:rPr>
                    <a:t>80%</a:t>
                  </a:r>
                  <a:endParaRPr lang="de-DE" sz="1000" b="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511" name="Textfeld 510"/>
              <p:cNvSpPr txBox="1"/>
              <p:nvPr/>
            </p:nvSpPr>
            <p:spPr bwMode="gray">
              <a:xfrm>
                <a:off x="457818" y="3511907"/>
                <a:ext cx="3999644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Placeholder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10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10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10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40" name="Gruppieren 139"/>
            <p:cNvGrpSpPr/>
            <p:nvPr/>
          </p:nvGrpSpPr>
          <p:grpSpPr bwMode="gray">
            <a:xfrm>
              <a:off x="3267193" y="480611"/>
              <a:ext cx="2583895" cy="1376636"/>
              <a:chOff x="6159357" y="3501982"/>
              <a:chExt cx="2583895" cy="1376636"/>
            </a:xfrm>
          </p:grpSpPr>
          <p:grpSp>
            <p:nvGrpSpPr>
              <p:cNvPr id="141" name="Gruppieren 13"/>
              <p:cNvGrpSpPr/>
              <p:nvPr/>
            </p:nvGrpSpPr>
            <p:grpSpPr bwMode="gray">
              <a:xfrm>
                <a:off x="6159357" y="3591231"/>
                <a:ext cx="1188000" cy="88423"/>
                <a:chOff x="6078379" y="3501232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44" name="Würfel 243"/>
                <p:cNvSpPr/>
                <p:nvPr/>
              </p:nvSpPr>
              <p:spPr bwMode="gray">
                <a:xfrm>
                  <a:off x="6078379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5" name="Würfel 244"/>
                <p:cNvSpPr/>
                <p:nvPr/>
              </p:nvSpPr>
              <p:spPr bwMode="gray">
                <a:xfrm>
                  <a:off x="6219944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6" name="Würfel 245"/>
                <p:cNvSpPr/>
                <p:nvPr/>
              </p:nvSpPr>
              <p:spPr bwMode="gray">
                <a:xfrm>
                  <a:off x="636150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7" name="Würfel 246"/>
                <p:cNvSpPr/>
                <p:nvPr/>
              </p:nvSpPr>
              <p:spPr bwMode="gray">
                <a:xfrm>
                  <a:off x="6503073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8" name="Würfel 247"/>
                <p:cNvSpPr/>
                <p:nvPr/>
              </p:nvSpPr>
              <p:spPr bwMode="gray">
                <a:xfrm>
                  <a:off x="664463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9" name="Würfel 248"/>
                <p:cNvSpPr/>
                <p:nvPr/>
              </p:nvSpPr>
              <p:spPr bwMode="gray">
                <a:xfrm>
                  <a:off x="678620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0" name="Würfel 249"/>
                <p:cNvSpPr/>
                <p:nvPr/>
              </p:nvSpPr>
              <p:spPr bwMode="gray">
                <a:xfrm>
                  <a:off x="6927767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1" name="Würfel 250"/>
                <p:cNvSpPr/>
                <p:nvPr/>
              </p:nvSpPr>
              <p:spPr bwMode="gray">
                <a:xfrm>
                  <a:off x="7210896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2" name="Würfel 251"/>
                <p:cNvSpPr/>
                <p:nvPr/>
              </p:nvSpPr>
              <p:spPr bwMode="gray">
                <a:xfrm>
                  <a:off x="706933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3" name="Würfel 252"/>
                <p:cNvSpPr/>
                <p:nvPr/>
              </p:nvSpPr>
              <p:spPr bwMode="gray">
                <a:xfrm>
                  <a:off x="7352461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2" name="Gruppieren 12"/>
              <p:cNvGrpSpPr/>
              <p:nvPr/>
            </p:nvGrpSpPr>
            <p:grpSpPr bwMode="gray">
              <a:xfrm>
                <a:off x="6159357" y="3713407"/>
                <a:ext cx="1188000" cy="88423"/>
                <a:chOff x="6078379" y="3642885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34" name="Würfel 233"/>
                <p:cNvSpPr/>
                <p:nvPr/>
              </p:nvSpPr>
              <p:spPr bwMode="gray">
                <a:xfrm>
                  <a:off x="6078379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5" name="Würfel 234"/>
                <p:cNvSpPr/>
                <p:nvPr/>
              </p:nvSpPr>
              <p:spPr bwMode="gray">
                <a:xfrm>
                  <a:off x="6219944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6" name="Würfel 235"/>
                <p:cNvSpPr/>
                <p:nvPr/>
              </p:nvSpPr>
              <p:spPr bwMode="gray">
                <a:xfrm>
                  <a:off x="636150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7" name="Würfel 236"/>
                <p:cNvSpPr/>
                <p:nvPr/>
              </p:nvSpPr>
              <p:spPr bwMode="gray">
                <a:xfrm>
                  <a:off x="6503073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8" name="Würfel 237"/>
                <p:cNvSpPr/>
                <p:nvPr/>
              </p:nvSpPr>
              <p:spPr bwMode="gray">
                <a:xfrm>
                  <a:off x="664463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9" name="Würfel 238"/>
                <p:cNvSpPr/>
                <p:nvPr/>
              </p:nvSpPr>
              <p:spPr bwMode="gray">
                <a:xfrm>
                  <a:off x="678620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0" name="Würfel 239"/>
                <p:cNvSpPr/>
                <p:nvPr/>
              </p:nvSpPr>
              <p:spPr bwMode="gray">
                <a:xfrm>
                  <a:off x="6927767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1" name="Würfel 240"/>
                <p:cNvSpPr/>
                <p:nvPr/>
              </p:nvSpPr>
              <p:spPr bwMode="gray">
                <a:xfrm>
                  <a:off x="7210896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2" name="Würfel 241"/>
                <p:cNvSpPr/>
                <p:nvPr/>
              </p:nvSpPr>
              <p:spPr bwMode="gray">
                <a:xfrm>
                  <a:off x="706933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43" name="Würfel 242"/>
                <p:cNvSpPr/>
                <p:nvPr/>
              </p:nvSpPr>
              <p:spPr bwMode="gray">
                <a:xfrm>
                  <a:off x="7352461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3" name="Gruppieren 11"/>
              <p:cNvGrpSpPr/>
              <p:nvPr/>
            </p:nvGrpSpPr>
            <p:grpSpPr bwMode="gray">
              <a:xfrm>
                <a:off x="6159357" y="3957759"/>
                <a:ext cx="1188000" cy="88423"/>
                <a:chOff x="6078379" y="3926190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23" name="Würfel 222"/>
                <p:cNvSpPr/>
                <p:nvPr/>
              </p:nvSpPr>
              <p:spPr bwMode="gray">
                <a:xfrm>
                  <a:off x="6078379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4" name="Würfel 223"/>
                <p:cNvSpPr/>
                <p:nvPr/>
              </p:nvSpPr>
              <p:spPr bwMode="gray">
                <a:xfrm>
                  <a:off x="6219944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5" name="Würfel 224"/>
                <p:cNvSpPr/>
                <p:nvPr/>
              </p:nvSpPr>
              <p:spPr bwMode="gray">
                <a:xfrm>
                  <a:off x="636150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6" name="Würfel 225"/>
                <p:cNvSpPr/>
                <p:nvPr/>
              </p:nvSpPr>
              <p:spPr bwMode="gray">
                <a:xfrm>
                  <a:off x="6503073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8" name="Würfel 227"/>
                <p:cNvSpPr/>
                <p:nvPr/>
              </p:nvSpPr>
              <p:spPr bwMode="gray">
                <a:xfrm>
                  <a:off x="664463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9" name="Würfel 228"/>
                <p:cNvSpPr/>
                <p:nvPr/>
              </p:nvSpPr>
              <p:spPr bwMode="gray">
                <a:xfrm>
                  <a:off x="678620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0" name="Würfel 229"/>
                <p:cNvSpPr/>
                <p:nvPr/>
              </p:nvSpPr>
              <p:spPr bwMode="gray">
                <a:xfrm>
                  <a:off x="6927767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1" name="Würfel 230"/>
                <p:cNvSpPr/>
                <p:nvPr/>
              </p:nvSpPr>
              <p:spPr bwMode="gray">
                <a:xfrm>
                  <a:off x="7210896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2" name="Würfel 231"/>
                <p:cNvSpPr/>
                <p:nvPr/>
              </p:nvSpPr>
              <p:spPr bwMode="gray">
                <a:xfrm>
                  <a:off x="706933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33" name="Würfel 232"/>
                <p:cNvSpPr/>
                <p:nvPr/>
              </p:nvSpPr>
              <p:spPr bwMode="gray">
                <a:xfrm>
                  <a:off x="7352461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4" name="Gruppieren 10"/>
              <p:cNvGrpSpPr/>
              <p:nvPr/>
            </p:nvGrpSpPr>
            <p:grpSpPr bwMode="gray">
              <a:xfrm>
                <a:off x="6159357" y="4079934"/>
                <a:ext cx="1188000" cy="88423"/>
                <a:chOff x="6078379" y="4067842"/>
                <a:chExt cx="1377386" cy="102519"/>
              </a:xfrm>
            </p:grpSpPr>
            <p:sp>
              <p:nvSpPr>
                <p:cNvPr id="213" name="Würfel 212"/>
                <p:cNvSpPr/>
                <p:nvPr/>
              </p:nvSpPr>
              <p:spPr bwMode="gray">
                <a:xfrm>
                  <a:off x="6078379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4" name="Würfel 213"/>
                <p:cNvSpPr/>
                <p:nvPr/>
              </p:nvSpPr>
              <p:spPr bwMode="gray">
                <a:xfrm>
                  <a:off x="6219944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5" name="Würfel 214"/>
                <p:cNvSpPr/>
                <p:nvPr/>
              </p:nvSpPr>
              <p:spPr bwMode="gray">
                <a:xfrm>
                  <a:off x="636150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6" name="Würfel 215"/>
                <p:cNvSpPr/>
                <p:nvPr/>
              </p:nvSpPr>
              <p:spPr bwMode="gray">
                <a:xfrm>
                  <a:off x="6503073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7" name="Würfel 216"/>
                <p:cNvSpPr/>
                <p:nvPr/>
              </p:nvSpPr>
              <p:spPr bwMode="gray">
                <a:xfrm>
                  <a:off x="664463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8" name="Würfel 217"/>
                <p:cNvSpPr/>
                <p:nvPr/>
              </p:nvSpPr>
              <p:spPr bwMode="gray">
                <a:xfrm>
                  <a:off x="678620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9" name="Würfel 218"/>
                <p:cNvSpPr/>
                <p:nvPr/>
              </p:nvSpPr>
              <p:spPr bwMode="gray">
                <a:xfrm>
                  <a:off x="6927767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0" name="Würfel 219"/>
                <p:cNvSpPr/>
                <p:nvPr/>
              </p:nvSpPr>
              <p:spPr bwMode="gray">
                <a:xfrm>
                  <a:off x="7210896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1" name="Würfel 220"/>
                <p:cNvSpPr/>
                <p:nvPr/>
              </p:nvSpPr>
              <p:spPr bwMode="gray">
                <a:xfrm>
                  <a:off x="706933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22" name="Würfel 221"/>
                <p:cNvSpPr/>
                <p:nvPr/>
              </p:nvSpPr>
              <p:spPr bwMode="gray">
                <a:xfrm>
                  <a:off x="7352461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5" name="Gruppieren 9"/>
              <p:cNvGrpSpPr/>
              <p:nvPr/>
            </p:nvGrpSpPr>
            <p:grpSpPr bwMode="gray">
              <a:xfrm>
                <a:off x="6159357" y="3835583"/>
                <a:ext cx="1188000" cy="88423"/>
                <a:chOff x="6078379" y="3784537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203" name="Würfel 202"/>
                <p:cNvSpPr/>
                <p:nvPr/>
              </p:nvSpPr>
              <p:spPr bwMode="gray">
                <a:xfrm>
                  <a:off x="6078379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4" name="Würfel 203"/>
                <p:cNvSpPr/>
                <p:nvPr/>
              </p:nvSpPr>
              <p:spPr bwMode="gray">
                <a:xfrm>
                  <a:off x="6219944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5" name="Würfel 204"/>
                <p:cNvSpPr/>
                <p:nvPr/>
              </p:nvSpPr>
              <p:spPr bwMode="gray">
                <a:xfrm>
                  <a:off x="636150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6" name="Würfel 205"/>
                <p:cNvSpPr/>
                <p:nvPr/>
              </p:nvSpPr>
              <p:spPr bwMode="gray">
                <a:xfrm>
                  <a:off x="6503073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7" name="Würfel 206"/>
                <p:cNvSpPr/>
                <p:nvPr/>
              </p:nvSpPr>
              <p:spPr bwMode="gray">
                <a:xfrm>
                  <a:off x="664463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8" name="Würfel 207"/>
                <p:cNvSpPr/>
                <p:nvPr/>
              </p:nvSpPr>
              <p:spPr bwMode="gray">
                <a:xfrm>
                  <a:off x="678620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9" name="Würfel 208"/>
                <p:cNvSpPr/>
                <p:nvPr/>
              </p:nvSpPr>
              <p:spPr bwMode="gray">
                <a:xfrm>
                  <a:off x="6927767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0" name="Würfel 209"/>
                <p:cNvSpPr/>
                <p:nvPr/>
              </p:nvSpPr>
              <p:spPr bwMode="gray">
                <a:xfrm>
                  <a:off x="7210896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1" name="Würfel 210"/>
                <p:cNvSpPr/>
                <p:nvPr/>
              </p:nvSpPr>
              <p:spPr bwMode="gray">
                <a:xfrm>
                  <a:off x="706933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12" name="Würfel 211"/>
                <p:cNvSpPr/>
                <p:nvPr/>
              </p:nvSpPr>
              <p:spPr bwMode="gray">
                <a:xfrm>
                  <a:off x="7352461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7" name="Gruppieren 3"/>
              <p:cNvGrpSpPr/>
              <p:nvPr/>
            </p:nvGrpSpPr>
            <p:grpSpPr bwMode="gray">
              <a:xfrm>
                <a:off x="6159357" y="4202112"/>
                <a:ext cx="1188000" cy="88423"/>
                <a:chOff x="6078379" y="4209497"/>
                <a:chExt cx="1377386" cy="102519"/>
              </a:xfrm>
            </p:grpSpPr>
            <p:sp>
              <p:nvSpPr>
                <p:cNvPr id="193" name="Würfel 192"/>
                <p:cNvSpPr/>
                <p:nvPr/>
              </p:nvSpPr>
              <p:spPr bwMode="gray">
                <a:xfrm>
                  <a:off x="6078379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4" name="Würfel 193"/>
                <p:cNvSpPr/>
                <p:nvPr/>
              </p:nvSpPr>
              <p:spPr bwMode="gray">
                <a:xfrm>
                  <a:off x="6219944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5" name="Würfel 194"/>
                <p:cNvSpPr/>
                <p:nvPr/>
              </p:nvSpPr>
              <p:spPr bwMode="gray">
                <a:xfrm>
                  <a:off x="636150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6" name="Würfel 195"/>
                <p:cNvSpPr/>
                <p:nvPr/>
              </p:nvSpPr>
              <p:spPr bwMode="gray">
                <a:xfrm>
                  <a:off x="6503073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7" name="Würfel 196"/>
                <p:cNvSpPr/>
                <p:nvPr/>
              </p:nvSpPr>
              <p:spPr bwMode="gray">
                <a:xfrm>
                  <a:off x="664463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8" name="Würfel 197"/>
                <p:cNvSpPr/>
                <p:nvPr/>
              </p:nvSpPr>
              <p:spPr bwMode="gray">
                <a:xfrm>
                  <a:off x="678620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9" name="Würfel 198"/>
                <p:cNvSpPr/>
                <p:nvPr/>
              </p:nvSpPr>
              <p:spPr bwMode="gray">
                <a:xfrm>
                  <a:off x="6927767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0" name="Würfel 199"/>
                <p:cNvSpPr/>
                <p:nvPr/>
              </p:nvSpPr>
              <p:spPr bwMode="gray">
                <a:xfrm>
                  <a:off x="7210896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1" name="Würfel 200"/>
                <p:cNvSpPr/>
                <p:nvPr/>
              </p:nvSpPr>
              <p:spPr bwMode="gray">
                <a:xfrm>
                  <a:off x="706933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02" name="Würfel 201"/>
                <p:cNvSpPr/>
                <p:nvPr/>
              </p:nvSpPr>
              <p:spPr bwMode="gray">
                <a:xfrm>
                  <a:off x="7352461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8" name="Gruppieren 687"/>
              <p:cNvGrpSpPr/>
              <p:nvPr/>
            </p:nvGrpSpPr>
            <p:grpSpPr bwMode="gray">
              <a:xfrm>
                <a:off x="6159357" y="4324286"/>
                <a:ext cx="1188000" cy="88423"/>
                <a:chOff x="6078379" y="4351147"/>
                <a:chExt cx="1377386" cy="102519"/>
              </a:xfrm>
            </p:grpSpPr>
            <p:sp>
              <p:nvSpPr>
                <p:cNvPr id="183" name="Würfel 182"/>
                <p:cNvSpPr/>
                <p:nvPr/>
              </p:nvSpPr>
              <p:spPr bwMode="gray">
                <a:xfrm>
                  <a:off x="6078379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4" name="Würfel 183"/>
                <p:cNvSpPr/>
                <p:nvPr/>
              </p:nvSpPr>
              <p:spPr bwMode="gray">
                <a:xfrm>
                  <a:off x="6219944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5" name="Würfel 184"/>
                <p:cNvSpPr/>
                <p:nvPr/>
              </p:nvSpPr>
              <p:spPr bwMode="gray">
                <a:xfrm>
                  <a:off x="636150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6" name="Würfel 185"/>
                <p:cNvSpPr/>
                <p:nvPr/>
              </p:nvSpPr>
              <p:spPr bwMode="gray">
                <a:xfrm>
                  <a:off x="6503073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7" name="Würfel 186"/>
                <p:cNvSpPr/>
                <p:nvPr/>
              </p:nvSpPr>
              <p:spPr bwMode="gray">
                <a:xfrm>
                  <a:off x="664463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8" name="Würfel 187"/>
                <p:cNvSpPr/>
                <p:nvPr/>
              </p:nvSpPr>
              <p:spPr bwMode="gray">
                <a:xfrm>
                  <a:off x="678620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9" name="Würfel 188"/>
                <p:cNvSpPr/>
                <p:nvPr/>
              </p:nvSpPr>
              <p:spPr bwMode="gray">
                <a:xfrm>
                  <a:off x="6927767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0" name="Würfel 189"/>
                <p:cNvSpPr/>
                <p:nvPr/>
              </p:nvSpPr>
              <p:spPr bwMode="gray">
                <a:xfrm>
                  <a:off x="7210896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1" name="Würfel 190"/>
                <p:cNvSpPr/>
                <p:nvPr/>
              </p:nvSpPr>
              <p:spPr bwMode="gray">
                <a:xfrm>
                  <a:off x="706933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92" name="Würfel 191"/>
                <p:cNvSpPr/>
                <p:nvPr/>
              </p:nvSpPr>
              <p:spPr bwMode="gray">
                <a:xfrm>
                  <a:off x="7352461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49" name="Gruppieren 7"/>
              <p:cNvGrpSpPr/>
              <p:nvPr/>
            </p:nvGrpSpPr>
            <p:grpSpPr bwMode="gray">
              <a:xfrm>
                <a:off x="6159357" y="4568639"/>
                <a:ext cx="1188000" cy="88423"/>
                <a:chOff x="6078379" y="4634454"/>
                <a:chExt cx="1377386" cy="102519"/>
              </a:xfrm>
              <a:solidFill>
                <a:srgbClr val="C8C8C8"/>
              </a:solidFill>
            </p:grpSpPr>
            <p:sp>
              <p:nvSpPr>
                <p:cNvPr id="173" name="Würfel 172"/>
                <p:cNvSpPr/>
                <p:nvPr/>
              </p:nvSpPr>
              <p:spPr bwMode="gray">
                <a:xfrm>
                  <a:off x="6078379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4" name="Würfel 173"/>
                <p:cNvSpPr/>
                <p:nvPr/>
              </p:nvSpPr>
              <p:spPr bwMode="gray">
                <a:xfrm>
                  <a:off x="6219944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5" name="Würfel 174"/>
                <p:cNvSpPr/>
                <p:nvPr/>
              </p:nvSpPr>
              <p:spPr bwMode="gray">
                <a:xfrm>
                  <a:off x="636150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6" name="Würfel 175"/>
                <p:cNvSpPr/>
                <p:nvPr/>
              </p:nvSpPr>
              <p:spPr bwMode="gray">
                <a:xfrm>
                  <a:off x="6503073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7" name="Würfel 176"/>
                <p:cNvSpPr/>
                <p:nvPr/>
              </p:nvSpPr>
              <p:spPr bwMode="gray">
                <a:xfrm>
                  <a:off x="664463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8" name="Würfel 177"/>
                <p:cNvSpPr/>
                <p:nvPr/>
              </p:nvSpPr>
              <p:spPr bwMode="gray">
                <a:xfrm>
                  <a:off x="678620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9" name="Würfel 178"/>
                <p:cNvSpPr/>
                <p:nvPr/>
              </p:nvSpPr>
              <p:spPr bwMode="gray">
                <a:xfrm>
                  <a:off x="6927767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0" name="Würfel 179"/>
                <p:cNvSpPr/>
                <p:nvPr/>
              </p:nvSpPr>
              <p:spPr bwMode="gray">
                <a:xfrm>
                  <a:off x="7210896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1" name="Würfel 180"/>
                <p:cNvSpPr/>
                <p:nvPr/>
              </p:nvSpPr>
              <p:spPr bwMode="gray">
                <a:xfrm>
                  <a:off x="706933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82" name="Würfel 181"/>
                <p:cNvSpPr/>
                <p:nvPr/>
              </p:nvSpPr>
              <p:spPr bwMode="gray">
                <a:xfrm>
                  <a:off x="7352461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0" name="Gruppieren 5"/>
              <p:cNvGrpSpPr/>
              <p:nvPr/>
            </p:nvGrpSpPr>
            <p:grpSpPr bwMode="gray">
              <a:xfrm>
                <a:off x="6159357" y="4690808"/>
                <a:ext cx="1188000" cy="88423"/>
                <a:chOff x="6078379" y="4776099"/>
                <a:chExt cx="1377386" cy="102519"/>
              </a:xfrm>
              <a:solidFill>
                <a:srgbClr val="C8C8C8"/>
              </a:solidFill>
            </p:grpSpPr>
            <p:sp>
              <p:nvSpPr>
                <p:cNvPr id="163" name="Würfel 162"/>
                <p:cNvSpPr/>
                <p:nvPr/>
              </p:nvSpPr>
              <p:spPr bwMode="gray">
                <a:xfrm>
                  <a:off x="6078379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4" name="Würfel 163"/>
                <p:cNvSpPr/>
                <p:nvPr/>
              </p:nvSpPr>
              <p:spPr bwMode="gray">
                <a:xfrm>
                  <a:off x="6219944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5" name="Würfel 164"/>
                <p:cNvSpPr/>
                <p:nvPr/>
              </p:nvSpPr>
              <p:spPr bwMode="gray">
                <a:xfrm>
                  <a:off x="636150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6" name="Würfel 165"/>
                <p:cNvSpPr/>
                <p:nvPr/>
              </p:nvSpPr>
              <p:spPr bwMode="gray">
                <a:xfrm>
                  <a:off x="6503073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7" name="Würfel 166"/>
                <p:cNvSpPr/>
                <p:nvPr/>
              </p:nvSpPr>
              <p:spPr bwMode="gray">
                <a:xfrm>
                  <a:off x="664463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8" name="Würfel 167"/>
                <p:cNvSpPr/>
                <p:nvPr/>
              </p:nvSpPr>
              <p:spPr bwMode="gray">
                <a:xfrm>
                  <a:off x="678620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9" name="Würfel 168"/>
                <p:cNvSpPr/>
                <p:nvPr/>
              </p:nvSpPr>
              <p:spPr bwMode="gray">
                <a:xfrm>
                  <a:off x="6927767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0" name="Würfel 169"/>
                <p:cNvSpPr/>
                <p:nvPr/>
              </p:nvSpPr>
              <p:spPr bwMode="gray">
                <a:xfrm>
                  <a:off x="7210896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1" name="Würfel 170"/>
                <p:cNvSpPr/>
                <p:nvPr/>
              </p:nvSpPr>
              <p:spPr bwMode="gray">
                <a:xfrm>
                  <a:off x="706933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72" name="Würfel 171"/>
                <p:cNvSpPr/>
                <p:nvPr/>
              </p:nvSpPr>
              <p:spPr bwMode="gray">
                <a:xfrm>
                  <a:off x="7352461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151" name="Gruppieren 4"/>
              <p:cNvGrpSpPr/>
              <p:nvPr/>
            </p:nvGrpSpPr>
            <p:grpSpPr bwMode="gray">
              <a:xfrm>
                <a:off x="6159357" y="4446463"/>
                <a:ext cx="1188000" cy="88423"/>
                <a:chOff x="6078379" y="4492802"/>
                <a:chExt cx="1377386" cy="102519"/>
              </a:xfrm>
              <a:solidFill>
                <a:srgbClr val="C8C8C8"/>
              </a:solidFill>
            </p:grpSpPr>
            <p:sp>
              <p:nvSpPr>
                <p:cNvPr id="153" name="Würfel 152"/>
                <p:cNvSpPr/>
                <p:nvPr/>
              </p:nvSpPr>
              <p:spPr bwMode="gray">
                <a:xfrm>
                  <a:off x="6078379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" name="Würfel 153"/>
                <p:cNvSpPr/>
                <p:nvPr/>
              </p:nvSpPr>
              <p:spPr bwMode="gray">
                <a:xfrm>
                  <a:off x="6219944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5" name="Würfel 154"/>
                <p:cNvSpPr/>
                <p:nvPr/>
              </p:nvSpPr>
              <p:spPr bwMode="gray">
                <a:xfrm>
                  <a:off x="636150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6" name="Würfel 155"/>
                <p:cNvSpPr/>
                <p:nvPr/>
              </p:nvSpPr>
              <p:spPr bwMode="gray">
                <a:xfrm>
                  <a:off x="6503073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7" name="Würfel 156"/>
                <p:cNvSpPr/>
                <p:nvPr/>
              </p:nvSpPr>
              <p:spPr bwMode="gray">
                <a:xfrm>
                  <a:off x="664463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" name="Würfel 157"/>
                <p:cNvSpPr/>
                <p:nvPr/>
              </p:nvSpPr>
              <p:spPr bwMode="gray">
                <a:xfrm>
                  <a:off x="678620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" name="Würfel 158"/>
                <p:cNvSpPr/>
                <p:nvPr/>
              </p:nvSpPr>
              <p:spPr bwMode="gray">
                <a:xfrm>
                  <a:off x="6927767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0" name="Würfel 159"/>
                <p:cNvSpPr/>
                <p:nvPr/>
              </p:nvSpPr>
              <p:spPr bwMode="gray">
                <a:xfrm>
                  <a:off x="7210896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" name="Würfel 160"/>
                <p:cNvSpPr/>
                <p:nvPr/>
              </p:nvSpPr>
              <p:spPr bwMode="gray">
                <a:xfrm>
                  <a:off x="706933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" name="Würfel 161"/>
                <p:cNvSpPr/>
                <p:nvPr/>
              </p:nvSpPr>
              <p:spPr bwMode="gray">
                <a:xfrm>
                  <a:off x="7352461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152" name="Textfeld 151"/>
              <p:cNvSpPr txBox="1"/>
              <p:nvPr/>
            </p:nvSpPr>
            <p:spPr bwMode="gray">
              <a:xfrm>
                <a:off x="7455766" y="3501982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28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54" name="Gruppieren 253"/>
            <p:cNvGrpSpPr/>
            <p:nvPr/>
          </p:nvGrpSpPr>
          <p:grpSpPr bwMode="gray">
            <a:xfrm>
              <a:off x="448190" y="495725"/>
              <a:ext cx="2697482" cy="1376636"/>
              <a:chOff x="4710352" y="4992155"/>
              <a:chExt cx="2697482" cy="1376636"/>
            </a:xfrm>
          </p:grpSpPr>
          <p:sp>
            <p:nvSpPr>
              <p:cNvPr id="255" name="Textfeld 254"/>
              <p:cNvSpPr txBox="1"/>
              <p:nvPr/>
            </p:nvSpPr>
            <p:spPr bwMode="gray">
              <a:xfrm>
                <a:off x="6120348" y="4992155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28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56" name="Gleichschenkliges Dreieck 255"/>
              <p:cNvSpPr/>
              <p:nvPr/>
            </p:nvSpPr>
            <p:spPr bwMode="gray">
              <a:xfrm>
                <a:off x="4710352" y="5131221"/>
                <a:ext cx="1153160" cy="1006968"/>
              </a:xfrm>
              <a:prstGeom prst="triangle">
                <a:avLst/>
              </a:prstGeom>
              <a:solidFill>
                <a:schemeClr val="accent1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57" name="Gleichschenkliges Dreieck 256"/>
              <p:cNvSpPr/>
              <p:nvPr/>
            </p:nvSpPr>
            <p:spPr bwMode="gray">
              <a:xfrm>
                <a:off x="5433500" y="5564077"/>
                <a:ext cx="657462" cy="574112"/>
              </a:xfrm>
              <a:prstGeom prst="triangle">
                <a:avLst/>
              </a:prstGeom>
              <a:solidFill>
                <a:schemeClr val="accent2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sp>
          <p:nvSpPr>
            <p:cNvPr id="261" name="Freeform 58"/>
            <p:cNvSpPr>
              <a:spLocks/>
            </p:cNvSpPr>
            <p:nvPr/>
          </p:nvSpPr>
          <p:spPr bwMode="auto">
            <a:xfrm>
              <a:off x="6187096" y="2333433"/>
              <a:ext cx="258763" cy="539750"/>
            </a:xfrm>
            <a:custGeom>
              <a:avLst/>
              <a:gdLst>
                <a:gd name="T0" fmla="*/ 0 w 163"/>
                <a:gd name="T1" fmla="*/ 210 h 340"/>
                <a:gd name="T2" fmla="*/ 127 w 163"/>
                <a:gd name="T3" fmla="*/ 0 h 340"/>
                <a:gd name="T4" fmla="*/ 63 w 163"/>
                <a:gd name="T5" fmla="*/ 168 h 340"/>
                <a:gd name="T6" fmla="*/ 163 w 163"/>
                <a:gd name="T7" fmla="*/ 149 h 340"/>
                <a:gd name="T8" fmla="*/ 47 w 163"/>
                <a:gd name="T9" fmla="*/ 340 h 340"/>
                <a:gd name="T10" fmla="*/ 104 w 163"/>
                <a:gd name="T11" fmla="*/ 192 h 340"/>
                <a:gd name="T12" fmla="*/ 0 w 163"/>
                <a:gd name="T13" fmla="*/ 21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340">
                  <a:moveTo>
                    <a:pt x="0" y="210"/>
                  </a:moveTo>
                  <a:lnTo>
                    <a:pt x="127" y="0"/>
                  </a:lnTo>
                  <a:lnTo>
                    <a:pt x="63" y="168"/>
                  </a:lnTo>
                  <a:lnTo>
                    <a:pt x="163" y="149"/>
                  </a:lnTo>
                  <a:lnTo>
                    <a:pt x="47" y="340"/>
                  </a:lnTo>
                  <a:lnTo>
                    <a:pt x="104" y="192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grpSp>
          <p:nvGrpSpPr>
            <p:cNvPr id="5" name="Gruppieren 4"/>
            <p:cNvGrpSpPr/>
            <p:nvPr/>
          </p:nvGrpSpPr>
          <p:grpSpPr>
            <a:xfrm>
              <a:off x="4640105" y="3504504"/>
              <a:ext cx="4105394" cy="2851733"/>
              <a:chOff x="4640105" y="3504504"/>
              <a:chExt cx="4105394" cy="2851733"/>
            </a:xfrm>
          </p:grpSpPr>
          <p:grpSp>
            <p:nvGrpSpPr>
              <p:cNvPr id="514" name="Gruppieren 254"/>
              <p:cNvGrpSpPr/>
              <p:nvPr/>
            </p:nvGrpSpPr>
            <p:grpSpPr bwMode="gray">
              <a:xfrm>
                <a:off x="4640105" y="6014863"/>
                <a:ext cx="340577" cy="340576"/>
                <a:chOff x="1220788" y="5121276"/>
                <a:chExt cx="1028700" cy="1028700"/>
              </a:xfrm>
              <a:solidFill>
                <a:srgbClr val="C0C0C0"/>
              </a:solidFill>
              <a:effectLst/>
            </p:grpSpPr>
            <p:sp>
              <p:nvSpPr>
                <p:cNvPr id="527" name="Freeform 12"/>
                <p:cNvSpPr>
                  <a:spLocks/>
                </p:cNvSpPr>
                <p:nvPr/>
              </p:nvSpPr>
              <p:spPr bwMode="gray">
                <a:xfrm>
                  <a:off x="1220788" y="5121276"/>
                  <a:ext cx="652463" cy="687388"/>
                </a:xfrm>
                <a:custGeom>
                  <a:avLst/>
                  <a:gdLst/>
                  <a:ahLst/>
                  <a:cxnLst>
                    <a:cxn ang="0">
                      <a:pos x="246" y="341"/>
                    </a:cxn>
                    <a:cxn ang="0">
                      <a:pos x="260" y="337"/>
                    </a:cxn>
                    <a:cxn ang="0">
                      <a:pos x="266" y="335"/>
                    </a:cxn>
                    <a:cxn ang="0">
                      <a:pos x="273" y="332"/>
                    </a:cxn>
                    <a:cxn ang="0">
                      <a:pos x="308" y="308"/>
                    </a:cxn>
                    <a:cxn ang="0">
                      <a:pos x="329" y="280"/>
                    </a:cxn>
                    <a:cxn ang="0">
                      <a:pos x="323" y="275"/>
                    </a:cxn>
                    <a:cxn ang="0">
                      <a:pos x="299" y="265"/>
                    </a:cxn>
                    <a:cxn ang="0">
                      <a:pos x="288" y="267"/>
                    </a:cxn>
                    <a:cxn ang="0">
                      <a:pos x="279" y="278"/>
                    </a:cxn>
                    <a:cxn ang="0">
                      <a:pos x="264" y="289"/>
                    </a:cxn>
                    <a:cxn ang="0">
                      <a:pos x="261" y="291"/>
                    </a:cxn>
                    <a:cxn ang="0">
                      <a:pos x="260" y="292"/>
                    </a:cxn>
                    <a:cxn ang="0">
                      <a:pos x="245" y="299"/>
                    </a:cxn>
                    <a:cxn ang="0">
                      <a:pos x="228" y="302"/>
                    </a:cxn>
                    <a:cxn ang="0">
                      <a:pos x="219" y="303"/>
                    </a:cxn>
                    <a:cxn ang="0">
                      <a:pos x="160" y="278"/>
                    </a:cxn>
                    <a:cxn ang="0">
                      <a:pos x="66" y="184"/>
                    </a:cxn>
                    <a:cxn ang="0">
                      <a:pos x="41" y="125"/>
                    </a:cxn>
                    <a:cxn ang="0">
                      <a:pos x="67" y="66"/>
                    </a:cxn>
                    <a:cxn ang="0">
                      <a:pos x="126" y="42"/>
                    </a:cxn>
                    <a:cxn ang="0">
                      <a:pos x="185" y="66"/>
                    </a:cxn>
                    <a:cxn ang="0">
                      <a:pos x="251" y="132"/>
                    </a:cxn>
                    <a:cxn ang="0">
                      <a:pos x="302" y="125"/>
                    </a:cxn>
                    <a:cxn ang="0">
                      <a:pos x="214" y="37"/>
                    </a:cxn>
                    <a:cxn ang="0">
                      <a:pos x="125" y="0"/>
                    </a:cxn>
                    <a:cxn ang="0">
                      <a:pos x="37" y="37"/>
                    </a:cxn>
                    <a:cxn ang="0">
                      <a:pos x="0" y="126"/>
                    </a:cxn>
                    <a:cxn ang="0">
                      <a:pos x="37" y="214"/>
                    </a:cxn>
                    <a:cxn ang="0">
                      <a:pos x="130" y="308"/>
                    </a:cxn>
                    <a:cxn ang="0">
                      <a:pos x="144" y="319"/>
                    </a:cxn>
                    <a:cxn ang="0">
                      <a:pos x="160" y="329"/>
                    </a:cxn>
                    <a:cxn ang="0">
                      <a:pos x="171" y="335"/>
                    </a:cxn>
                    <a:cxn ang="0">
                      <a:pos x="176" y="337"/>
                    </a:cxn>
                    <a:cxn ang="0">
                      <a:pos x="246" y="341"/>
                    </a:cxn>
                  </a:cxnLst>
                  <a:rect l="0" t="0" r="r" b="b"/>
                  <a:pathLst>
                    <a:path w="329" h="346">
                      <a:moveTo>
                        <a:pt x="246" y="341"/>
                      </a:moveTo>
                      <a:cubicBezTo>
                        <a:pt x="251" y="340"/>
                        <a:pt x="256" y="339"/>
                        <a:pt x="260" y="337"/>
                      </a:cubicBezTo>
                      <a:cubicBezTo>
                        <a:pt x="262" y="337"/>
                        <a:pt x="264" y="336"/>
                        <a:pt x="266" y="335"/>
                      </a:cubicBezTo>
                      <a:cubicBezTo>
                        <a:pt x="268" y="334"/>
                        <a:pt x="270" y="333"/>
                        <a:pt x="273" y="332"/>
                      </a:cubicBezTo>
                      <a:cubicBezTo>
                        <a:pt x="286" y="325"/>
                        <a:pt x="298" y="318"/>
                        <a:pt x="308" y="308"/>
                      </a:cubicBezTo>
                      <a:cubicBezTo>
                        <a:pt x="316" y="299"/>
                        <a:pt x="323" y="290"/>
                        <a:pt x="329" y="280"/>
                      </a:cubicBezTo>
                      <a:cubicBezTo>
                        <a:pt x="323" y="275"/>
                        <a:pt x="323" y="275"/>
                        <a:pt x="323" y="275"/>
                      </a:cubicBezTo>
                      <a:cubicBezTo>
                        <a:pt x="317" y="269"/>
                        <a:pt x="309" y="265"/>
                        <a:pt x="299" y="265"/>
                      </a:cubicBezTo>
                      <a:cubicBezTo>
                        <a:pt x="296" y="265"/>
                        <a:pt x="292" y="266"/>
                        <a:pt x="288" y="267"/>
                      </a:cubicBezTo>
                      <a:cubicBezTo>
                        <a:pt x="285" y="271"/>
                        <a:pt x="282" y="275"/>
                        <a:pt x="279" y="278"/>
                      </a:cubicBezTo>
                      <a:cubicBezTo>
                        <a:pt x="274" y="283"/>
                        <a:pt x="269" y="287"/>
                        <a:pt x="264" y="289"/>
                      </a:cubicBezTo>
                      <a:cubicBezTo>
                        <a:pt x="263" y="290"/>
                        <a:pt x="262" y="291"/>
                        <a:pt x="261" y="291"/>
                      </a:cubicBezTo>
                      <a:cubicBezTo>
                        <a:pt x="260" y="292"/>
                        <a:pt x="260" y="292"/>
                        <a:pt x="260" y="292"/>
                      </a:cubicBezTo>
                      <a:cubicBezTo>
                        <a:pt x="255" y="295"/>
                        <a:pt x="250" y="297"/>
                        <a:pt x="245" y="299"/>
                      </a:cubicBezTo>
                      <a:cubicBezTo>
                        <a:pt x="239" y="300"/>
                        <a:pt x="233" y="301"/>
                        <a:pt x="228" y="302"/>
                      </a:cubicBezTo>
                      <a:cubicBezTo>
                        <a:pt x="224" y="302"/>
                        <a:pt x="222" y="303"/>
                        <a:pt x="219" y="303"/>
                      </a:cubicBezTo>
                      <a:cubicBezTo>
                        <a:pt x="196" y="303"/>
                        <a:pt x="175" y="294"/>
                        <a:pt x="160" y="278"/>
                      </a:cubicBezTo>
                      <a:cubicBezTo>
                        <a:pt x="66" y="184"/>
                        <a:pt x="66" y="184"/>
                        <a:pt x="66" y="184"/>
                      </a:cubicBezTo>
                      <a:cubicBezTo>
                        <a:pt x="50" y="168"/>
                        <a:pt x="41" y="147"/>
                        <a:pt x="41" y="125"/>
                      </a:cubicBezTo>
                      <a:cubicBezTo>
                        <a:pt x="42" y="102"/>
                        <a:pt x="51" y="81"/>
                        <a:pt x="67" y="66"/>
                      </a:cubicBezTo>
                      <a:cubicBezTo>
                        <a:pt x="83" y="50"/>
                        <a:pt x="104" y="42"/>
                        <a:pt x="126" y="42"/>
                      </a:cubicBezTo>
                      <a:cubicBezTo>
                        <a:pt x="148" y="42"/>
                        <a:pt x="169" y="50"/>
                        <a:pt x="185" y="66"/>
                      </a:cubicBezTo>
                      <a:cubicBezTo>
                        <a:pt x="251" y="132"/>
                        <a:pt x="251" y="132"/>
                        <a:pt x="251" y="132"/>
                      </a:cubicBezTo>
                      <a:cubicBezTo>
                        <a:pt x="267" y="127"/>
                        <a:pt x="285" y="125"/>
                        <a:pt x="302" y="125"/>
                      </a:cubicBezTo>
                      <a:cubicBezTo>
                        <a:pt x="214" y="37"/>
                        <a:pt x="214" y="37"/>
                        <a:pt x="214" y="37"/>
                      </a:cubicBezTo>
                      <a:cubicBezTo>
                        <a:pt x="191" y="13"/>
                        <a:pt x="159" y="0"/>
                        <a:pt x="125" y="0"/>
                      </a:cubicBezTo>
                      <a:cubicBezTo>
                        <a:pt x="92" y="0"/>
                        <a:pt x="60" y="13"/>
                        <a:pt x="37" y="37"/>
                      </a:cubicBezTo>
                      <a:cubicBezTo>
                        <a:pt x="13" y="61"/>
                        <a:pt x="0" y="92"/>
                        <a:pt x="0" y="126"/>
                      </a:cubicBezTo>
                      <a:cubicBezTo>
                        <a:pt x="0" y="159"/>
                        <a:pt x="13" y="191"/>
                        <a:pt x="37" y="214"/>
                      </a:cubicBezTo>
                      <a:cubicBezTo>
                        <a:pt x="130" y="308"/>
                        <a:pt x="130" y="308"/>
                        <a:pt x="130" y="308"/>
                      </a:cubicBezTo>
                      <a:cubicBezTo>
                        <a:pt x="134" y="312"/>
                        <a:pt x="139" y="316"/>
                        <a:pt x="144" y="319"/>
                      </a:cubicBezTo>
                      <a:cubicBezTo>
                        <a:pt x="149" y="323"/>
                        <a:pt x="154" y="326"/>
                        <a:pt x="160" y="329"/>
                      </a:cubicBezTo>
                      <a:cubicBezTo>
                        <a:pt x="163" y="331"/>
                        <a:pt x="167" y="333"/>
                        <a:pt x="171" y="335"/>
                      </a:cubicBezTo>
                      <a:cubicBezTo>
                        <a:pt x="172" y="335"/>
                        <a:pt x="174" y="336"/>
                        <a:pt x="176" y="337"/>
                      </a:cubicBezTo>
                      <a:cubicBezTo>
                        <a:pt x="198" y="345"/>
                        <a:pt x="222" y="346"/>
                        <a:pt x="246" y="34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528" name="Freeform 13"/>
                <p:cNvSpPr>
                  <a:spLocks/>
                </p:cNvSpPr>
                <p:nvPr/>
              </p:nvSpPr>
              <p:spPr bwMode="gray">
                <a:xfrm>
                  <a:off x="1597025" y="5468938"/>
                  <a:ext cx="652463" cy="681038"/>
                </a:xfrm>
                <a:custGeom>
                  <a:avLst/>
                  <a:gdLst/>
                  <a:ahLst/>
                  <a:cxnLst>
                    <a:cxn ang="0">
                      <a:pos x="262" y="277"/>
                    </a:cxn>
                    <a:cxn ang="0">
                      <a:pos x="203" y="302"/>
                    </a:cxn>
                    <a:cxn ang="0">
                      <a:pos x="144" y="277"/>
                    </a:cxn>
                    <a:cxn ang="0">
                      <a:pos x="78" y="212"/>
                    </a:cxn>
                    <a:cxn ang="0">
                      <a:pos x="27" y="219"/>
                    </a:cxn>
                    <a:cxn ang="0">
                      <a:pos x="115" y="307"/>
                    </a:cxn>
                    <a:cxn ang="0">
                      <a:pos x="203" y="343"/>
                    </a:cxn>
                    <a:cxn ang="0">
                      <a:pos x="291" y="307"/>
                    </a:cxn>
                    <a:cxn ang="0">
                      <a:pos x="328" y="218"/>
                    </a:cxn>
                    <a:cxn ang="0">
                      <a:pos x="292" y="130"/>
                    </a:cxn>
                    <a:cxn ang="0">
                      <a:pos x="291" y="130"/>
                    </a:cxn>
                    <a:cxn ang="0">
                      <a:pos x="252" y="90"/>
                    </a:cxn>
                    <a:cxn ang="0">
                      <a:pos x="198" y="36"/>
                    </a:cxn>
                    <a:cxn ang="0">
                      <a:pos x="109" y="0"/>
                    </a:cxn>
                    <a:cxn ang="0">
                      <a:pos x="21" y="36"/>
                    </a:cxn>
                    <a:cxn ang="0">
                      <a:pos x="0" y="64"/>
                    </a:cxn>
                    <a:cxn ang="0">
                      <a:pos x="5" y="68"/>
                    </a:cxn>
                    <a:cxn ang="0">
                      <a:pos x="29" y="78"/>
                    </a:cxn>
                    <a:cxn ang="0">
                      <a:pos x="41" y="76"/>
                    </a:cxn>
                    <a:cxn ang="0">
                      <a:pos x="50" y="65"/>
                    </a:cxn>
                    <a:cxn ang="0">
                      <a:pos x="63" y="55"/>
                    </a:cxn>
                    <a:cxn ang="0">
                      <a:pos x="69" y="51"/>
                    </a:cxn>
                    <a:cxn ang="0">
                      <a:pos x="71" y="50"/>
                    </a:cxn>
                    <a:cxn ang="0">
                      <a:pos x="71" y="50"/>
                    </a:cxn>
                    <a:cxn ang="0">
                      <a:pos x="74" y="49"/>
                    </a:cxn>
                    <a:cxn ang="0">
                      <a:pos x="109" y="41"/>
                    </a:cxn>
                    <a:cxn ang="0">
                      <a:pos x="168" y="65"/>
                    </a:cxn>
                    <a:cxn ang="0">
                      <a:pos x="168" y="65"/>
                    </a:cxn>
                    <a:cxn ang="0">
                      <a:pos x="192" y="89"/>
                    </a:cxn>
                    <a:cxn ang="0">
                      <a:pos x="192" y="89"/>
                    </a:cxn>
                    <a:cxn ang="0">
                      <a:pos x="262" y="159"/>
                    </a:cxn>
                    <a:cxn ang="0">
                      <a:pos x="262" y="277"/>
                    </a:cxn>
                  </a:cxnLst>
                  <a:rect l="0" t="0" r="r" b="b"/>
                  <a:pathLst>
                    <a:path w="328" h="343">
                      <a:moveTo>
                        <a:pt x="262" y="277"/>
                      </a:moveTo>
                      <a:cubicBezTo>
                        <a:pt x="246" y="293"/>
                        <a:pt x="225" y="302"/>
                        <a:pt x="203" y="302"/>
                      </a:cubicBezTo>
                      <a:cubicBezTo>
                        <a:pt x="181" y="302"/>
                        <a:pt x="160" y="293"/>
                        <a:pt x="144" y="277"/>
                      </a:cubicBezTo>
                      <a:cubicBezTo>
                        <a:pt x="78" y="212"/>
                        <a:pt x="78" y="212"/>
                        <a:pt x="78" y="212"/>
                      </a:cubicBezTo>
                      <a:cubicBezTo>
                        <a:pt x="62" y="217"/>
                        <a:pt x="44" y="219"/>
                        <a:pt x="27" y="219"/>
                      </a:cubicBezTo>
                      <a:cubicBezTo>
                        <a:pt x="115" y="307"/>
                        <a:pt x="115" y="307"/>
                        <a:pt x="115" y="307"/>
                      </a:cubicBezTo>
                      <a:cubicBezTo>
                        <a:pt x="138" y="330"/>
                        <a:pt x="170" y="343"/>
                        <a:pt x="203" y="343"/>
                      </a:cubicBezTo>
                      <a:cubicBezTo>
                        <a:pt x="236" y="343"/>
                        <a:pt x="268" y="330"/>
                        <a:pt x="291" y="307"/>
                      </a:cubicBezTo>
                      <a:cubicBezTo>
                        <a:pt x="315" y="284"/>
                        <a:pt x="328" y="252"/>
                        <a:pt x="328" y="218"/>
                      </a:cubicBezTo>
                      <a:cubicBezTo>
                        <a:pt x="328" y="184"/>
                        <a:pt x="315" y="153"/>
                        <a:pt x="292" y="130"/>
                      </a:cubicBezTo>
                      <a:cubicBezTo>
                        <a:pt x="291" y="130"/>
                        <a:pt x="291" y="130"/>
                        <a:pt x="291" y="130"/>
                      </a:cubicBezTo>
                      <a:cubicBezTo>
                        <a:pt x="252" y="90"/>
                        <a:pt x="252" y="90"/>
                        <a:pt x="252" y="90"/>
                      </a:cubicBezTo>
                      <a:cubicBezTo>
                        <a:pt x="198" y="36"/>
                        <a:pt x="198" y="36"/>
                        <a:pt x="198" y="36"/>
                      </a:cubicBezTo>
                      <a:cubicBezTo>
                        <a:pt x="175" y="13"/>
                        <a:pt x="143" y="0"/>
                        <a:pt x="109" y="0"/>
                      </a:cubicBezTo>
                      <a:cubicBezTo>
                        <a:pt x="76" y="0"/>
                        <a:pt x="45" y="13"/>
                        <a:pt x="21" y="36"/>
                      </a:cubicBezTo>
                      <a:cubicBezTo>
                        <a:pt x="13" y="44"/>
                        <a:pt x="6" y="54"/>
                        <a:pt x="0" y="64"/>
                      </a:cubicBezTo>
                      <a:cubicBezTo>
                        <a:pt x="5" y="68"/>
                        <a:pt x="5" y="68"/>
                        <a:pt x="5" y="68"/>
                      </a:cubicBezTo>
                      <a:cubicBezTo>
                        <a:pt x="11" y="75"/>
                        <a:pt x="20" y="78"/>
                        <a:pt x="29" y="78"/>
                      </a:cubicBezTo>
                      <a:cubicBezTo>
                        <a:pt x="33" y="78"/>
                        <a:pt x="37" y="77"/>
                        <a:pt x="41" y="76"/>
                      </a:cubicBezTo>
                      <a:cubicBezTo>
                        <a:pt x="44" y="72"/>
                        <a:pt x="47" y="69"/>
                        <a:pt x="50" y="65"/>
                      </a:cubicBezTo>
                      <a:cubicBezTo>
                        <a:pt x="54" y="61"/>
                        <a:pt x="58" y="58"/>
                        <a:pt x="63" y="55"/>
                      </a:cubicBezTo>
                      <a:cubicBezTo>
                        <a:pt x="65" y="54"/>
                        <a:pt x="67" y="52"/>
                        <a:pt x="69" y="51"/>
                      </a:cubicBezTo>
                      <a:cubicBezTo>
                        <a:pt x="70" y="51"/>
                        <a:pt x="70" y="50"/>
                        <a:pt x="71" y="50"/>
                      </a:cubicBezTo>
                      <a:cubicBezTo>
                        <a:pt x="71" y="50"/>
                        <a:pt x="71" y="50"/>
                        <a:pt x="71" y="50"/>
                      </a:cubicBezTo>
                      <a:cubicBezTo>
                        <a:pt x="72" y="49"/>
                        <a:pt x="73" y="49"/>
                        <a:pt x="74" y="49"/>
                      </a:cubicBezTo>
                      <a:cubicBezTo>
                        <a:pt x="85" y="44"/>
                        <a:pt x="98" y="41"/>
                        <a:pt x="109" y="41"/>
                      </a:cubicBezTo>
                      <a:cubicBezTo>
                        <a:pt x="132" y="41"/>
                        <a:pt x="153" y="50"/>
                        <a:pt x="168" y="65"/>
                      </a:cubicBezTo>
                      <a:cubicBezTo>
                        <a:pt x="168" y="65"/>
                        <a:pt x="168" y="65"/>
                        <a:pt x="168" y="65"/>
                      </a:cubicBezTo>
                      <a:cubicBezTo>
                        <a:pt x="192" y="89"/>
                        <a:pt x="192" y="89"/>
                        <a:pt x="192" y="89"/>
                      </a:cubicBezTo>
                      <a:cubicBezTo>
                        <a:pt x="192" y="89"/>
                        <a:pt x="192" y="89"/>
                        <a:pt x="192" y="89"/>
                      </a:cubicBezTo>
                      <a:cubicBezTo>
                        <a:pt x="262" y="159"/>
                        <a:pt x="262" y="159"/>
                        <a:pt x="262" y="159"/>
                      </a:cubicBezTo>
                      <a:cubicBezTo>
                        <a:pt x="295" y="192"/>
                        <a:pt x="295" y="245"/>
                        <a:pt x="262" y="27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529" name="Freeform 14"/>
                <p:cNvSpPr>
                  <a:spLocks/>
                </p:cNvSpPr>
                <p:nvPr/>
              </p:nvSpPr>
              <p:spPr bwMode="gray">
                <a:xfrm>
                  <a:off x="1931988" y="5597526"/>
                  <a:ext cx="47625" cy="4762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24" y="24"/>
                    </a:cxn>
                    <a:cxn ang="0">
                      <a:pos x="24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4" h="2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515" name="Freeform 5"/>
              <p:cNvSpPr>
                <a:spLocks noEditPoints="1"/>
              </p:cNvSpPr>
              <p:nvPr/>
            </p:nvSpPr>
            <p:spPr bwMode="gray">
              <a:xfrm>
                <a:off x="6016500" y="6031768"/>
                <a:ext cx="469624" cy="306766"/>
              </a:xfrm>
              <a:custGeom>
                <a:avLst/>
                <a:gdLst/>
                <a:ahLst/>
                <a:cxnLst>
                  <a:cxn ang="0">
                    <a:pos x="321" y="0"/>
                  </a:cxn>
                  <a:cxn ang="0">
                    <a:pos x="101" y="110"/>
                  </a:cxn>
                  <a:cxn ang="0">
                    <a:pos x="0" y="110"/>
                  </a:cxn>
                  <a:cxn ang="0">
                    <a:pos x="110" y="365"/>
                  </a:cxn>
                  <a:cxn ang="0">
                    <a:pos x="255" y="420"/>
                  </a:cxn>
                  <a:cxn ang="0">
                    <a:pos x="380" y="420"/>
                  </a:cxn>
                  <a:cxn ang="0">
                    <a:pos x="555" y="427"/>
                  </a:cxn>
                  <a:cxn ang="0">
                    <a:pos x="733" y="327"/>
                  </a:cxn>
                  <a:cxn ang="0">
                    <a:pos x="176" y="333"/>
                  </a:cxn>
                  <a:cxn ang="0">
                    <a:pos x="136" y="359"/>
                  </a:cxn>
                  <a:cxn ang="0">
                    <a:pos x="172" y="311"/>
                  </a:cxn>
                  <a:cxn ang="0">
                    <a:pos x="248" y="331"/>
                  </a:cxn>
                  <a:cxn ang="0">
                    <a:pos x="203" y="380"/>
                  </a:cxn>
                  <a:cxn ang="0">
                    <a:pos x="208" y="344"/>
                  </a:cxn>
                  <a:cxn ang="0">
                    <a:pos x="209" y="342"/>
                  </a:cxn>
                  <a:cxn ang="0">
                    <a:pos x="212" y="336"/>
                  </a:cxn>
                  <a:cxn ang="0">
                    <a:pos x="221" y="321"/>
                  </a:cxn>
                  <a:cxn ang="0">
                    <a:pos x="233" y="299"/>
                  </a:cxn>
                  <a:cxn ang="0">
                    <a:pos x="241" y="284"/>
                  </a:cxn>
                  <a:cxn ang="0">
                    <a:pos x="247" y="275"/>
                  </a:cxn>
                  <a:cxn ang="0">
                    <a:pos x="248" y="272"/>
                  </a:cxn>
                  <a:cxn ang="0">
                    <a:pos x="273" y="277"/>
                  </a:cxn>
                  <a:cxn ang="0">
                    <a:pos x="271" y="290"/>
                  </a:cxn>
                  <a:cxn ang="0">
                    <a:pos x="262" y="305"/>
                  </a:cxn>
                  <a:cxn ang="0">
                    <a:pos x="279" y="397"/>
                  </a:cxn>
                  <a:cxn ang="0">
                    <a:pos x="279" y="350"/>
                  </a:cxn>
                  <a:cxn ang="0">
                    <a:pos x="279" y="350"/>
                  </a:cxn>
                  <a:cxn ang="0">
                    <a:pos x="283" y="343"/>
                  </a:cxn>
                  <a:cxn ang="0">
                    <a:pos x="290" y="331"/>
                  </a:cxn>
                  <a:cxn ang="0">
                    <a:pos x="296" y="320"/>
                  </a:cxn>
                  <a:cxn ang="0">
                    <a:pos x="299" y="315"/>
                  </a:cxn>
                  <a:cxn ang="0">
                    <a:pos x="300" y="312"/>
                  </a:cxn>
                  <a:cxn ang="0">
                    <a:pos x="301" y="312"/>
                  </a:cxn>
                  <a:cxn ang="0">
                    <a:pos x="361" y="398"/>
                  </a:cxn>
                  <a:cxn ang="0">
                    <a:pos x="335" y="386"/>
                  </a:cxn>
                  <a:cxn ang="0">
                    <a:pos x="373" y="376"/>
                  </a:cxn>
                  <a:cxn ang="0">
                    <a:pos x="525" y="268"/>
                  </a:cxn>
                  <a:cxn ang="0">
                    <a:pos x="584" y="369"/>
                  </a:cxn>
                  <a:cxn ang="0">
                    <a:pos x="485" y="312"/>
                  </a:cxn>
                  <a:cxn ang="0">
                    <a:pos x="531" y="412"/>
                  </a:cxn>
                  <a:cxn ang="0">
                    <a:pos x="447" y="362"/>
                  </a:cxn>
                  <a:cxn ang="0">
                    <a:pos x="461" y="449"/>
                  </a:cxn>
                  <a:cxn ang="0">
                    <a:pos x="354" y="323"/>
                  </a:cxn>
                  <a:cxn ang="0">
                    <a:pos x="282" y="242"/>
                  </a:cxn>
                  <a:cxn ang="0">
                    <a:pos x="186" y="286"/>
                  </a:cxn>
                  <a:cxn ang="0">
                    <a:pos x="26" y="258"/>
                  </a:cxn>
                  <a:cxn ang="0">
                    <a:pos x="174" y="136"/>
                  </a:cxn>
                  <a:cxn ang="0">
                    <a:pos x="469" y="158"/>
                  </a:cxn>
                  <a:cxn ang="0">
                    <a:pos x="707" y="297"/>
                  </a:cxn>
                  <a:cxn ang="0">
                    <a:pos x="490" y="134"/>
                  </a:cxn>
                  <a:cxn ang="0">
                    <a:pos x="326" y="90"/>
                  </a:cxn>
                  <a:cxn ang="0">
                    <a:pos x="202" y="141"/>
                  </a:cxn>
                  <a:cxn ang="0">
                    <a:pos x="620" y="93"/>
                  </a:cxn>
                </a:cxnLst>
                <a:rect l="0" t="0" r="r" b="b"/>
                <a:pathLst>
                  <a:path w="733" h="478">
                    <a:moveTo>
                      <a:pt x="728" y="64"/>
                    </a:moveTo>
                    <a:cubicBezTo>
                      <a:pt x="627" y="64"/>
                      <a:pt x="627" y="64"/>
                      <a:pt x="627" y="64"/>
                    </a:cubicBezTo>
                    <a:cubicBezTo>
                      <a:pt x="553" y="18"/>
                      <a:pt x="489" y="0"/>
                      <a:pt x="486" y="0"/>
                    </a:cubicBezTo>
                    <a:cubicBezTo>
                      <a:pt x="485" y="0"/>
                      <a:pt x="485" y="0"/>
                      <a:pt x="485" y="0"/>
                    </a:cubicBezTo>
                    <a:cubicBezTo>
                      <a:pt x="484" y="0"/>
                      <a:pt x="484" y="0"/>
                      <a:pt x="484" y="0"/>
                    </a:cubicBezTo>
                    <a:cubicBezTo>
                      <a:pt x="321" y="0"/>
                      <a:pt x="321" y="0"/>
                      <a:pt x="321" y="0"/>
                    </a:cubicBezTo>
                    <a:cubicBezTo>
                      <a:pt x="320" y="0"/>
                      <a:pt x="320" y="0"/>
                      <a:pt x="320" y="0"/>
                    </a:cubicBezTo>
                    <a:cubicBezTo>
                      <a:pt x="319" y="0"/>
                      <a:pt x="319" y="0"/>
                      <a:pt x="319" y="0"/>
                    </a:cubicBezTo>
                    <a:cubicBezTo>
                      <a:pt x="316" y="3"/>
                      <a:pt x="316" y="3"/>
                      <a:pt x="316" y="3"/>
                    </a:cubicBezTo>
                    <a:cubicBezTo>
                      <a:pt x="316" y="3"/>
                      <a:pt x="247" y="63"/>
                      <a:pt x="238" y="70"/>
                    </a:cubicBezTo>
                    <a:cubicBezTo>
                      <a:pt x="219" y="72"/>
                      <a:pt x="179" y="85"/>
                      <a:pt x="133" y="100"/>
                    </a:cubicBezTo>
                    <a:cubicBezTo>
                      <a:pt x="121" y="104"/>
                      <a:pt x="104" y="110"/>
                      <a:pt x="101" y="110"/>
                    </a:cubicBezTo>
                    <a:cubicBezTo>
                      <a:pt x="100" y="110"/>
                      <a:pt x="99" y="110"/>
                      <a:pt x="97" y="110"/>
                    </a:cubicBezTo>
                    <a:cubicBezTo>
                      <a:pt x="88" y="110"/>
                      <a:pt x="88" y="110"/>
                      <a:pt x="88" y="110"/>
                    </a:cubicBezTo>
                    <a:cubicBezTo>
                      <a:pt x="57" y="110"/>
                      <a:pt x="57" y="110"/>
                      <a:pt x="57" y="11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4" y="365"/>
                      <a:pt x="4" y="365"/>
                      <a:pt x="4" y="365"/>
                    </a:cubicBezTo>
                    <a:cubicBezTo>
                      <a:pt x="110" y="365"/>
                      <a:pt x="110" y="365"/>
                      <a:pt x="110" y="365"/>
                    </a:cubicBezTo>
                    <a:cubicBezTo>
                      <a:pt x="113" y="376"/>
                      <a:pt x="119" y="385"/>
                      <a:pt x="127" y="391"/>
                    </a:cubicBezTo>
                    <a:cubicBezTo>
                      <a:pt x="142" y="402"/>
                      <a:pt x="162" y="400"/>
                      <a:pt x="175" y="387"/>
                    </a:cubicBezTo>
                    <a:cubicBezTo>
                      <a:pt x="178" y="394"/>
                      <a:pt x="183" y="401"/>
                      <a:pt x="189" y="405"/>
                    </a:cubicBezTo>
                    <a:cubicBezTo>
                      <a:pt x="198" y="412"/>
                      <a:pt x="209" y="413"/>
                      <a:pt x="219" y="411"/>
                    </a:cubicBezTo>
                    <a:cubicBezTo>
                      <a:pt x="227" y="409"/>
                      <a:pt x="235" y="405"/>
                      <a:pt x="240" y="398"/>
                    </a:cubicBezTo>
                    <a:cubicBezTo>
                      <a:pt x="242" y="406"/>
                      <a:pt x="248" y="414"/>
                      <a:pt x="255" y="420"/>
                    </a:cubicBezTo>
                    <a:cubicBezTo>
                      <a:pt x="264" y="426"/>
                      <a:pt x="275" y="428"/>
                      <a:pt x="285" y="426"/>
                    </a:cubicBezTo>
                    <a:cubicBezTo>
                      <a:pt x="294" y="424"/>
                      <a:pt x="302" y="418"/>
                      <a:pt x="308" y="410"/>
                    </a:cubicBezTo>
                    <a:cubicBezTo>
                      <a:pt x="310" y="420"/>
                      <a:pt x="316" y="429"/>
                      <a:pt x="324" y="435"/>
                    </a:cubicBezTo>
                    <a:cubicBezTo>
                      <a:pt x="333" y="441"/>
                      <a:pt x="343" y="443"/>
                      <a:pt x="354" y="441"/>
                    </a:cubicBezTo>
                    <a:cubicBezTo>
                      <a:pt x="364" y="439"/>
                      <a:pt x="373" y="431"/>
                      <a:pt x="379" y="421"/>
                    </a:cubicBezTo>
                    <a:cubicBezTo>
                      <a:pt x="380" y="420"/>
                      <a:pt x="380" y="420"/>
                      <a:pt x="380" y="420"/>
                    </a:cubicBezTo>
                    <a:cubicBezTo>
                      <a:pt x="391" y="428"/>
                      <a:pt x="406" y="441"/>
                      <a:pt x="422" y="459"/>
                    </a:cubicBezTo>
                    <a:cubicBezTo>
                      <a:pt x="433" y="472"/>
                      <a:pt x="447" y="478"/>
                      <a:pt x="461" y="478"/>
                    </a:cubicBezTo>
                    <a:cubicBezTo>
                      <a:pt x="473" y="478"/>
                      <a:pt x="484" y="473"/>
                      <a:pt x="491" y="465"/>
                    </a:cubicBezTo>
                    <a:cubicBezTo>
                      <a:pt x="495" y="461"/>
                      <a:pt x="498" y="455"/>
                      <a:pt x="499" y="449"/>
                    </a:cubicBezTo>
                    <a:cubicBezTo>
                      <a:pt x="516" y="456"/>
                      <a:pt x="536" y="452"/>
                      <a:pt x="547" y="439"/>
                    </a:cubicBezTo>
                    <a:cubicBezTo>
                      <a:pt x="551" y="435"/>
                      <a:pt x="553" y="431"/>
                      <a:pt x="555" y="427"/>
                    </a:cubicBezTo>
                    <a:cubicBezTo>
                      <a:pt x="574" y="436"/>
                      <a:pt x="592" y="428"/>
                      <a:pt x="602" y="416"/>
                    </a:cubicBezTo>
                    <a:cubicBezTo>
                      <a:pt x="613" y="404"/>
                      <a:pt x="619" y="382"/>
                      <a:pt x="610" y="361"/>
                    </a:cubicBezTo>
                    <a:cubicBezTo>
                      <a:pt x="612" y="359"/>
                      <a:pt x="614" y="357"/>
                      <a:pt x="617" y="354"/>
                    </a:cubicBezTo>
                    <a:cubicBezTo>
                      <a:pt x="624" y="347"/>
                      <a:pt x="629" y="337"/>
                      <a:pt x="631" y="327"/>
                    </a:cubicBezTo>
                    <a:cubicBezTo>
                      <a:pt x="728" y="327"/>
                      <a:pt x="728" y="327"/>
                      <a:pt x="728" y="327"/>
                    </a:cubicBezTo>
                    <a:cubicBezTo>
                      <a:pt x="733" y="327"/>
                      <a:pt x="733" y="327"/>
                      <a:pt x="733" y="327"/>
                    </a:cubicBezTo>
                    <a:cubicBezTo>
                      <a:pt x="733" y="321"/>
                      <a:pt x="733" y="321"/>
                      <a:pt x="733" y="321"/>
                    </a:cubicBezTo>
                    <a:cubicBezTo>
                      <a:pt x="733" y="175"/>
                      <a:pt x="733" y="175"/>
                      <a:pt x="733" y="175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28" y="64"/>
                      <a:pt x="728" y="64"/>
                      <a:pt x="728" y="64"/>
                    </a:cubicBezTo>
                    <a:close/>
                    <a:moveTo>
                      <a:pt x="176" y="333"/>
                    </a:moveTo>
                    <a:cubicBezTo>
                      <a:pt x="176" y="333"/>
                      <a:pt x="176" y="333"/>
                      <a:pt x="173" y="338"/>
                    </a:cubicBezTo>
                    <a:cubicBezTo>
                      <a:pt x="173" y="338"/>
                      <a:pt x="173" y="338"/>
                      <a:pt x="162" y="358"/>
                    </a:cubicBezTo>
                    <a:cubicBezTo>
                      <a:pt x="162" y="358"/>
                      <a:pt x="162" y="358"/>
                      <a:pt x="160" y="362"/>
                    </a:cubicBezTo>
                    <a:cubicBezTo>
                      <a:pt x="158" y="365"/>
                      <a:pt x="155" y="368"/>
                      <a:pt x="151" y="368"/>
                    </a:cubicBezTo>
                    <a:cubicBezTo>
                      <a:pt x="148" y="369"/>
                      <a:pt x="144" y="368"/>
                      <a:pt x="141" y="366"/>
                    </a:cubicBezTo>
                    <a:cubicBezTo>
                      <a:pt x="138" y="364"/>
                      <a:pt x="137" y="362"/>
                      <a:pt x="136" y="359"/>
                    </a:cubicBezTo>
                    <a:cubicBezTo>
                      <a:pt x="135" y="358"/>
                      <a:pt x="135" y="357"/>
                      <a:pt x="135" y="357"/>
                    </a:cubicBezTo>
                    <a:cubicBezTo>
                      <a:pt x="134" y="353"/>
                      <a:pt x="135" y="349"/>
                      <a:pt x="137" y="345"/>
                    </a:cubicBezTo>
                    <a:cubicBezTo>
                      <a:pt x="137" y="345"/>
                      <a:pt x="137" y="345"/>
                      <a:pt x="138" y="344"/>
                    </a:cubicBezTo>
                    <a:cubicBezTo>
                      <a:pt x="153" y="316"/>
                      <a:pt x="153" y="316"/>
                      <a:pt x="153" y="316"/>
                    </a:cubicBezTo>
                    <a:cubicBezTo>
                      <a:pt x="156" y="312"/>
                      <a:pt x="158" y="310"/>
                      <a:pt x="162" y="309"/>
                    </a:cubicBezTo>
                    <a:cubicBezTo>
                      <a:pt x="165" y="309"/>
                      <a:pt x="169" y="309"/>
                      <a:pt x="172" y="311"/>
                    </a:cubicBezTo>
                    <a:cubicBezTo>
                      <a:pt x="175" y="313"/>
                      <a:pt x="178" y="317"/>
                      <a:pt x="179" y="321"/>
                    </a:cubicBezTo>
                    <a:cubicBezTo>
                      <a:pt x="179" y="325"/>
                      <a:pt x="179" y="329"/>
                      <a:pt x="176" y="333"/>
                    </a:cubicBezTo>
                    <a:close/>
                    <a:moveTo>
                      <a:pt x="259" y="310"/>
                    </a:moveTo>
                    <a:cubicBezTo>
                      <a:pt x="258" y="312"/>
                      <a:pt x="257" y="314"/>
                      <a:pt x="256" y="316"/>
                    </a:cubicBezTo>
                    <a:cubicBezTo>
                      <a:pt x="252" y="323"/>
                      <a:pt x="252" y="323"/>
                      <a:pt x="252" y="323"/>
                    </a:cubicBezTo>
                    <a:cubicBezTo>
                      <a:pt x="248" y="331"/>
                      <a:pt x="248" y="331"/>
                      <a:pt x="248" y="331"/>
                    </a:cubicBezTo>
                    <a:cubicBezTo>
                      <a:pt x="242" y="340"/>
                      <a:pt x="242" y="340"/>
                      <a:pt x="242" y="340"/>
                    </a:cubicBezTo>
                    <a:cubicBezTo>
                      <a:pt x="242" y="340"/>
                      <a:pt x="242" y="340"/>
                      <a:pt x="238" y="348"/>
                    </a:cubicBezTo>
                    <a:cubicBezTo>
                      <a:pt x="238" y="348"/>
                      <a:pt x="238" y="348"/>
                      <a:pt x="232" y="358"/>
                    </a:cubicBezTo>
                    <a:cubicBezTo>
                      <a:pt x="232" y="358"/>
                      <a:pt x="232" y="358"/>
                      <a:pt x="222" y="376"/>
                    </a:cubicBezTo>
                    <a:cubicBezTo>
                      <a:pt x="220" y="379"/>
                      <a:pt x="217" y="381"/>
                      <a:pt x="213" y="383"/>
                    </a:cubicBezTo>
                    <a:cubicBezTo>
                      <a:pt x="210" y="383"/>
                      <a:pt x="206" y="383"/>
                      <a:pt x="203" y="380"/>
                    </a:cubicBezTo>
                    <a:cubicBezTo>
                      <a:pt x="200" y="378"/>
                      <a:pt x="198" y="374"/>
                      <a:pt x="197" y="370"/>
                    </a:cubicBezTo>
                    <a:cubicBezTo>
                      <a:pt x="197" y="368"/>
                      <a:pt x="197" y="365"/>
                      <a:pt x="197" y="362"/>
                    </a:cubicBezTo>
                    <a:cubicBezTo>
                      <a:pt x="198" y="361"/>
                      <a:pt x="198" y="360"/>
                      <a:pt x="199" y="358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4"/>
                    </a:cubicBezTo>
                    <a:cubicBezTo>
                      <a:pt x="208" y="344"/>
                      <a:pt x="208" y="344"/>
                      <a:pt x="208" y="343"/>
                    </a:cubicBezTo>
                    <a:cubicBezTo>
                      <a:pt x="208" y="343"/>
                      <a:pt x="208" y="343"/>
                      <a:pt x="208" y="343"/>
                    </a:cubicBezTo>
                    <a:cubicBezTo>
                      <a:pt x="208" y="343"/>
                      <a:pt x="208" y="343"/>
                      <a:pt x="208" y="343"/>
                    </a:cubicBezTo>
                    <a:cubicBezTo>
                      <a:pt x="209" y="343"/>
                      <a:pt x="209" y="342"/>
                      <a:pt x="209" y="342"/>
                    </a:cubicBezTo>
                    <a:cubicBezTo>
                      <a:pt x="209" y="342"/>
                      <a:pt x="209" y="342"/>
                      <a:pt x="209" y="341"/>
                    </a:cubicBezTo>
                    <a:cubicBezTo>
                      <a:pt x="209" y="341"/>
                      <a:pt x="209" y="341"/>
                      <a:pt x="210" y="341"/>
                    </a:cubicBezTo>
                    <a:cubicBezTo>
                      <a:pt x="210" y="340"/>
                      <a:pt x="210" y="340"/>
                      <a:pt x="210" y="339"/>
                    </a:cubicBezTo>
                    <a:cubicBezTo>
                      <a:pt x="210" y="339"/>
                      <a:pt x="211" y="339"/>
                      <a:pt x="211" y="339"/>
                    </a:cubicBezTo>
                    <a:cubicBezTo>
                      <a:pt x="211" y="338"/>
                      <a:pt x="211" y="337"/>
                      <a:pt x="212" y="337"/>
                    </a:cubicBezTo>
                    <a:cubicBezTo>
                      <a:pt x="212" y="337"/>
                      <a:pt x="212" y="336"/>
                      <a:pt x="212" y="336"/>
                    </a:cubicBezTo>
                    <a:cubicBezTo>
                      <a:pt x="212" y="336"/>
                      <a:pt x="213" y="335"/>
                      <a:pt x="213" y="334"/>
                    </a:cubicBezTo>
                    <a:cubicBezTo>
                      <a:pt x="214" y="333"/>
                      <a:pt x="214" y="332"/>
                      <a:pt x="215" y="331"/>
                    </a:cubicBezTo>
                    <a:cubicBezTo>
                      <a:pt x="215" y="331"/>
                      <a:pt x="215" y="331"/>
                      <a:pt x="215" y="331"/>
                    </a:cubicBezTo>
                    <a:cubicBezTo>
                      <a:pt x="216" y="330"/>
                      <a:pt x="216" y="329"/>
                      <a:pt x="217" y="328"/>
                    </a:cubicBezTo>
                    <a:cubicBezTo>
                      <a:pt x="218" y="327"/>
                      <a:pt x="218" y="325"/>
                      <a:pt x="219" y="324"/>
                    </a:cubicBezTo>
                    <a:cubicBezTo>
                      <a:pt x="220" y="323"/>
                      <a:pt x="220" y="322"/>
                      <a:pt x="221" y="321"/>
                    </a:cubicBezTo>
                    <a:cubicBezTo>
                      <a:pt x="221" y="321"/>
                      <a:pt x="221" y="320"/>
                      <a:pt x="221" y="320"/>
                    </a:cubicBezTo>
                    <a:cubicBezTo>
                      <a:pt x="222" y="319"/>
                      <a:pt x="223" y="318"/>
                      <a:pt x="223" y="316"/>
                    </a:cubicBezTo>
                    <a:cubicBezTo>
                      <a:pt x="224" y="315"/>
                      <a:pt x="225" y="313"/>
                      <a:pt x="226" y="312"/>
                    </a:cubicBezTo>
                    <a:cubicBezTo>
                      <a:pt x="227" y="311"/>
                      <a:pt x="227" y="309"/>
                      <a:pt x="228" y="308"/>
                    </a:cubicBezTo>
                    <a:cubicBezTo>
                      <a:pt x="229" y="306"/>
                      <a:pt x="230" y="305"/>
                      <a:pt x="231" y="303"/>
                    </a:cubicBezTo>
                    <a:cubicBezTo>
                      <a:pt x="231" y="302"/>
                      <a:pt x="232" y="301"/>
                      <a:pt x="233" y="299"/>
                    </a:cubicBezTo>
                    <a:cubicBezTo>
                      <a:pt x="234" y="298"/>
                      <a:pt x="235" y="297"/>
                      <a:pt x="235" y="295"/>
                    </a:cubicBezTo>
                    <a:cubicBezTo>
                      <a:pt x="235" y="295"/>
                      <a:pt x="236" y="295"/>
                      <a:pt x="236" y="295"/>
                    </a:cubicBezTo>
                    <a:cubicBezTo>
                      <a:pt x="236" y="293"/>
                      <a:pt x="237" y="292"/>
                      <a:pt x="238" y="291"/>
                    </a:cubicBezTo>
                    <a:cubicBezTo>
                      <a:pt x="238" y="290"/>
                      <a:pt x="239" y="289"/>
                      <a:pt x="240" y="288"/>
                    </a:cubicBezTo>
                    <a:cubicBezTo>
                      <a:pt x="240" y="287"/>
                      <a:pt x="241" y="286"/>
                      <a:pt x="241" y="284"/>
                    </a:cubicBezTo>
                    <a:cubicBezTo>
                      <a:pt x="241" y="284"/>
                      <a:pt x="241" y="284"/>
                      <a:pt x="241" y="284"/>
                    </a:cubicBezTo>
                    <a:cubicBezTo>
                      <a:pt x="242" y="283"/>
                      <a:pt x="243" y="282"/>
                      <a:pt x="243" y="281"/>
                    </a:cubicBezTo>
                    <a:cubicBezTo>
                      <a:pt x="244" y="281"/>
                      <a:pt x="244" y="280"/>
                      <a:pt x="244" y="279"/>
                    </a:cubicBezTo>
                    <a:cubicBezTo>
                      <a:pt x="244" y="279"/>
                      <a:pt x="244" y="279"/>
                      <a:pt x="245" y="279"/>
                    </a:cubicBezTo>
                    <a:cubicBezTo>
                      <a:pt x="245" y="278"/>
                      <a:pt x="245" y="277"/>
                      <a:pt x="246" y="277"/>
                    </a:cubicBezTo>
                    <a:cubicBezTo>
                      <a:pt x="246" y="276"/>
                      <a:pt x="246" y="276"/>
                      <a:pt x="246" y="276"/>
                    </a:cubicBezTo>
                    <a:cubicBezTo>
                      <a:pt x="246" y="276"/>
                      <a:pt x="247" y="275"/>
                      <a:pt x="247" y="275"/>
                    </a:cubicBezTo>
                    <a:cubicBezTo>
                      <a:pt x="247" y="275"/>
                      <a:pt x="247" y="274"/>
                      <a:pt x="247" y="274"/>
                    </a:cubicBezTo>
                    <a:cubicBezTo>
                      <a:pt x="247" y="274"/>
                      <a:pt x="247" y="274"/>
                      <a:pt x="248" y="274"/>
                    </a:cubicBezTo>
                    <a:cubicBezTo>
                      <a:pt x="248" y="273"/>
                      <a:pt x="248" y="273"/>
                      <a:pt x="248" y="273"/>
                    </a:cubicBezTo>
                    <a:cubicBezTo>
                      <a:pt x="248" y="273"/>
                      <a:pt x="248" y="273"/>
                      <a:pt x="248" y="273"/>
                    </a:cubicBezTo>
                    <a:cubicBezTo>
                      <a:pt x="248" y="272"/>
                      <a:pt x="248" y="272"/>
                      <a:pt x="248" y="272"/>
                    </a:cubicBezTo>
                    <a:cubicBezTo>
                      <a:pt x="248" y="272"/>
                      <a:pt x="248" y="272"/>
                      <a:pt x="248" y="272"/>
                    </a:cubicBezTo>
                    <a:cubicBezTo>
                      <a:pt x="249" y="272"/>
                      <a:pt x="249" y="272"/>
                      <a:pt x="249" y="272"/>
                    </a:cubicBezTo>
                    <a:cubicBezTo>
                      <a:pt x="249" y="272"/>
                      <a:pt x="249" y="272"/>
                      <a:pt x="249" y="272"/>
                    </a:cubicBezTo>
                    <a:cubicBezTo>
                      <a:pt x="249" y="272"/>
                      <a:pt x="249" y="272"/>
                      <a:pt x="249" y="271"/>
                    </a:cubicBezTo>
                    <a:cubicBezTo>
                      <a:pt x="249" y="271"/>
                      <a:pt x="249" y="271"/>
                      <a:pt x="249" y="271"/>
                    </a:cubicBezTo>
                    <a:cubicBezTo>
                      <a:pt x="253" y="264"/>
                      <a:pt x="261" y="263"/>
                      <a:pt x="268" y="267"/>
                    </a:cubicBezTo>
                    <a:cubicBezTo>
                      <a:pt x="271" y="269"/>
                      <a:pt x="272" y="273"/>
                      <a:pt x="273" y="277"/>
                    </a:cubicBezTo>
                    <a:cubicBezTo>
                      <a:pt x="274" y="281"/>
                      <a:pt x="274" y="285"/>
                      <a:pt x="272" y="289"/>
                    </a:cubicBezTo>
                    <a:cubicBezTo>
                      <a:pt x="272" y="289"/>
                      <a:pt x="272" y="289"/>
                      <a:pt x="272" y="289"/>
                    </a:cubicBezTo>
                    <a:cubicBezTo>
                      <a:pt x="272" y="289"/>
                      <a:pt x="272" y="289"/>
                      <a:pt x="272" y="289"/>
                    </a:cubicBezTo>
                    <a:cubicBezTo>
                      <a:pt x="271" y="289"/>
                      <a:pt x="271" y="289"/>
                      <a:pt x="271" y="289"/>
                    </a:cubicBezTo>
                    <a:cubicBezTo>
                      <a:pt x="271" y="289"/>
                      <a:pt x="271" y="289"/>
                      <a:pt x="271" y="290"/>
                    </a:cubicBezTo>
                    <a:cubicBezTo>
                      <a:pt x="271" y="290"/>
                      <a:pt x="271" y="290"/>
                      <a:pt x="271" y="290"/>
                    </a:cubicBezTo>
                    <a:cubicBezTo>
                      <a:pt x="270" y="291"/>
                      <a:pt x="270" y="291"/>
                      <a:pt x="270" y="292"/>
                    </a:cubicBezTo>
                    <a:cubicBezTo>
                      <a:pt x="270" y="292"/>
                      <a:pt x="269" y="292"/>
                      <a:pt x="269" y="293"/>
                    </a:cubicBezTo>
                    <a:cubicBezTo>
                      <a:pt x="269" y="294"/>
                      <a:pt x="268" y="294"/>
                      <a:pt x="268" y="295"/>
                    </a:cubicBezTo>
                    <a:cubicBezTo>
                      <a:pt x="267" y="296"/>
                      <a:pt x="267" y="297"/>
                      <a:pt x="266" y="298"/>
                    </a:cubicBezTo>
                    <a:cubicBezTo>
                      <a:pt x="266" y="299"/>
                      <a:pt x="265" y="300"/>
                      <a:pt x="264" y="301"/>
                    </a:cubicBezTo>
                    <a:cubicBezTo>
                      <a:pt x="264" y="303"/>
                      <a:pt x="263" y="304"/>
                      <a:pt x="262" y="305"/>
                    </a:cubicBezTo>
                    <a:cubicBezTo>
                      <a:pt x="261" y="307"/>
                      <a:pt x="260" y="309"/>
                      <a:pt x="259" y="310"/>
                    </a:cubicBezTo>
                    <a:close/>
                    <a:moveTo>
                      <a:pt x="324" y="328"/>
                    </a:moveTo>
                    <a:cubicBezTo>
                      <a:pt x="309" y="354"/>
                      <a:pt x="309" y="354"/>
                      <a:pt x="309" y="354"/>
                    </a:cubicBezTo>
                    <a:cubicBezTo>
                      <a:pt x="309" y="354"/>
                      <a:pt x="309" y="354"/>
                      <a:pt x="299" y="372"/>
                    </a:cubicBezTo>
                    <a:cubicBezTo>
                      <a:pt x="299" y="372"/>
                      <a:pt x="299" y="372"/>
                      <a:pt x="288" y="390"/>
                    </a:cubicBezTo>
                    <a:cubicBezTo>
                      <a:pt x="287" y="394"/>
                      <a:pt x="283" y="396"/>
                      <a:pt x="279" y="397"/>
                    </a:cubicBezTo>
                    <a:cubicBezTo>
                      <a:pt x="276" y="398"/>
                      <a:pt x="272" y="398"/>
                      <a:pt x="269" y="395"/>
                    </a:cubicBezTo>
                    <a:cubicBezTo>
                      <a:pt x="266" y="393"/>
                      <a:pt x="264" y="389"/>
                      <a:pt x="264" y="385"/>
                    </a:cubicBezTo>
                    <a:cubicBezTo>
                      <a:pt x="263" y="381"/>
                      <a:pt x="264" y="377"/>
                      <a:pt x="265" y="373"/>
                    </a:cubicBezTo>
                    <a:cubicBezTo>
                      <a:pt x="265" y="373"/>
                      <a:pt x="265" y="373"/>
                      <a:pt x="268" y="368"/>
                    </a:cubicBezTo>
                    <a:cubicBezTo>
                      <a:pt x="268" y="368"/>
                      <a:pt x="268" y="368"/>
                      <a:pt x="274" y="358"/>
                    </a:cubicBezTo>
                    <a:cubicBezTo>
                      <a:pt x="274" y="358"/>
                      <a:pt x="274" y="358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50"/>
                      <a:pt x="279" y="350"/>
                    </a:cubicBezTo>
                    <a:cubicBezTo>
                      <a:pt x="279" y="350"/>
                      <a:pt x="279" y="349"/>
                      <a:pt x="279" y="349"/>
                    </a:cubicBezTo>
                    <a:cubicBezTo>
                      <a:pt x="279" y="349"/>
                      <a:pt x="279" y="349"/>
                      <a:pt x="279" y="349"/>
                    </a:cubicBezTo>
                    <a:cubicBezTo>
                      <a:pt x="279" y="349"/>
                      <a:pt x="280" y="349"/>
                      <a:pt x="280" y="348"/>
                    </a:cubicBezTo>
                    <a:cubicBezTo>
                      <a:pt x="280" y="347"/>
                      <a:pt x="281" y="346"/>
                      <a:pt x="282" y="345"/>
                    </a:cubicBezTo>
                    <a:cubicBezTo>
                      <a:pt x="282" y="345"/>
                      <a:pt x="282" y="344"/>
                      <a:pt x="283" y="343"/>
                    </a:cubicBezTo>
                    <a:cubicBezTo>
                      <a:pt x="283" y="343"/>
                      <a:pt x="283" y="343"/>
                      <a:pt x="283" y="343"/>
                    </a:cubicBezTo>
                    <a:cubicBezTo>
                      <a:pt x="283" y="343"/>
                      <a:pt x="283" y="342"/>
                      <a:pt x="284" y="342"/>
                    </a:cubicBezTo>
                    <a:cubicBezTo>
                      <a:pt x="284" y="340"/>
                      <a:pt x="285" y="339"/>
                      <a:pt x="286" y="338"/>
                    </a:cubicBezTo>
                    <a:cubicBezTo>
                      <a:pt x="286" y="337"/>
                      <a:pt x="287" y="336"/>
                      <a:pt x="287" y="335"/>
                    </a:cubicBezTo>
                    <a:cubicBezTo>
                      <a:pt x="288" y="335"/>
                      <a:pt x="288" y="334"/>
                      <a:pt x="288" y="334"/>
                    </a:cubicBezTo>
                    <a:cubicBezTo>
                      <a:pt x="289" y="333"/>
                      <a:pt x="289" y="332"/>
                      <a:pt x="290" y="331"/>
                    </a:cubicBezTo>
                    <a:cubicBezTo>
                      <a:pt x="290" y="330"/>
                      <a:pt x="291" y="330"/>
                      <a:pt x="291" y="329"/>
                    </a:cubicBezTo>
                    <a:cubicBezTo>
                      <a:pt x="291" y="328"/>
                      <a:pt x="292" y="327"/>
                      <a:pt x="292" y="326"/>
                    </a:cubicBezTo>
                    <a:cubicBezTo>
                      <a:pt x="293" y="326"/>
                      <a:pt x="293" y="325"/>
                      <a:pt x="294" y="324"/>
                    </a:cubicBezTo>
                    <a:cubicBezTo>
                      <a:pt x="294" y="324"/>
                      <a:pt x="294" y="324"/>
                      <a:pt x="294" y="324"/>
                    </a:cubicBezTo>
                    <a:cubicBezTo>
                      <a:pt x="294" y="323"/>
                      <a:pt x="295" y="323"/>
                      <a:pt x="295" y="322"/>
                    </a:cubicBezTo>
                    <a:cubicBezTo>
                      <a:pt x="295" y="321"/>
                      <a:pt x="296" y="321"/>
                      <a:pt x="296" y="320"/>
                    </a:cubicBezTo>
                    <a:cubicBezTo>
                      <a:pt x="296" y="320"/>
                      <a:pt x="296" y="319"/>
                      <a:pt x="297" y="319"/>
                    </a:cubicBezTo>
                    <a:cubicBezTo>
                      <a:pt x="297" y="319"/>
                      <a:pt x="297" y="319"/>
                      <a:pt x="297" y="319"/>
                    </a:cubicBezTo>
                    <a:cubicBezTo>
                      <a:pt x="297" y="318"/>
                      <a:pt x="297" y="317"/>
                      <a:pt x="298" y="317"/>
                    </a:cubicBezTo>
                    <a:cubicBezTo>
                      <a:pt x="298" y="317"/>
                      <a:pt x="298" y="316"/>
                      <a:pt x="298" y="316"/>
                    </a:cubicBezTo>
                    <a:cubicBezTo>
                      <a:pt x="298" y="316"/>
                      <a:pt x="298" y="316"/>
                      <a:pt x="299" y="315"/>
                    </a:cubicBezTo>
                    <a:cubicBezTo>
                      <a:pt x="299" y="315"/>
                      <a:pt x="299" y="315"/>
                      <a:pt x="299" y="315"/>
                    </a:cubicBezTo>
                    <a:cubicBezTo>
                      <a:pt x="299" y="314"/>
                      <a:pt x="299" y="314"/>
                      <a:pt x="299" y="314"/>
                    </a:cubicBezTo>
                    <a:cubicBezTo>
                      <a:pt x="300" y="314"/>
                      <a:pt x="300" y="314"/>
                      <a:pt x="300" y="313"/>
                    </a:cubicBezTo>
                    <a:cubicBezTo>
                      <a:pt x="300" y="313"/>
                      <a:pt x="300" y="313"/>
                      <a:pt x="300" y="313"/>
                    </a:cubicBezTo>
                    <a:cubicBezTo>
                      <a:pt x="300" y="313"/>
                      <a:pt x="300" y="313"/>
                      <a:pt x="300" y="313"/>
                    </a:cubicBezTo>
                    <a:cubicBezTo>
                      <a:pt x="300" y="313"/>
                      <a:pt x="300" y="312"/>
                      <a:pt x="300" y="312"/>
                    </a:cubicBezTo>
                    <a:cubicBezTo>
                      <a:pt x="300" y="312"/>
                      <a:pt x="300" y="312"/>
                      <a:pt x="300" y="312"/>
                    </a:cubicBezTo>
                    <a:cubicBezTo>
                      <a:pt x="300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1" y="312"/>
                      <a:pt x="301" y="312"/>
                      <a:pt x="301" y="312"/>
                    </a:cubicBezTo>
                    <a:cubicBezTo>
                      <a:pt x="305" y="305"/>
                      <a:pt x="313" y="302"/>
                      <a:pt x="320" y="307"/>
                    </a:cubicBezTo>
                    <a:cubicBezTo>
                      <a:pt x="326" y="312"/>
                      <a:pt x="328" y="321"/>
                      <a:pt x="324" y="328"/>
                    </a:cubicBezTo>
                    <a:close/>
                    <a:moveTo>
                      <a:pt x="373" y="376"/>
                    </a:moveTo>
                    <a:cubicBezTo>
                      <a:pt x="373" y="376"/>
                      <a:pt x="373" y="376"/>
                      <a:pt x="370" y="382"/>
                    </a:cubicBezTo>
                    <a:cubicBezTo>
                      <a:pt x="370" y="382"/>
                      <a:pt x="370" y="382"/>
                      <a:pt x="362" y="397"/>
                    </a:cubicBezTo>
                    <a:cubicBezTo>
                      <a:pt x="362" y="397"/>
                      <a:pt x="362" y="397"/>
                      <a:pt x="361" y="398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5" y="409"/>
                      <a:pt x="352" y="411"/>
                      <a:pt x="348" y="412"/>
                    </a:cubicBezTo>
                    <a:cubicBezTo>
                      <a:pt x="345" y="413"/>
                      <a:pt x="341" y="413"/>
                      <a:pt x="338" y="410"/>
                    </a:cubicBezTo>
                    <a:cubicBezTo>
                      <a:pt x="335" y="408"/>
                      <a:pt x="333" y="404"/>
                      <a:pt x="332" y="400"/>
                    </a:cubicBezTo>
                    <a:cubicBezTo>
                      <a:pt x="331" y="396"/>
                      <a:pt x="331" y="392"/>
                      <a:pt x="334" y="388"/>
                    </a:cubicBezTo>
                    <a:cubicBezTo>
                      <a:pt x="334" y="388"/>
                      <a:pt x="334" y="388"/>
                      <a:pt x="335" y="386"/>
                    </a:cubicBezTo>
                    <a:cubicBezTo>
                      <a:pt x="335" y="386"/>
                      <a:pt x="335" y="386"/>
                      <a:pt x="345" y="369"/>
                    </a:cubicBezTo>
                    <a:cubicBezTo>
                      <a:pt x="345" y="369"/>
                      <a:pt x="345" y="369"/>
                      <a:pt x="350" y="360"/>
                    </a:cubicBezTo>
                    <a:cubicBezTo>
                      <a:pt x="352" y="356"/>
                      <a:pt x="355" y="353"/>
                      <a:pt x="359" y="353"/>
                    </a:cubicBezTo>
                    <a:cubicBezTo>
                      <a:pt x="362" y="352"/>
                      <a:pt x="366" y="353"/>
                      <a:pt x="369" y="355"/>
                    </a:cubicBezTo>
                    <a:cubicBezTo>
                      <a:pt x="372" y="357"/>
                      <a:pt x="375" y="361"/>
                      <a:pt x="376" y="364"/>
                    </a:cubicBezTo>
                    <a:cubicBezTo>
                      <a:pt x="376" y="368"/>
                      <a:pt x="376" y="373"/>
                      <a:pt x="373" y="376"/>
                    </a:cubicBezTo>
                    <a:close/>
                    <a:moveTo>
                      <a:pt x="599" y="334"/>
                    </a:moveTo>
                    <a:cubicBezTo>
                      <a:pt x="596" y="336"/>
                      <a:pt x="594" y="337"/>
                      <a:pt x="593" y="338"/>
                    </a:cubicBezTo>
                    <a:cubicBezTo>
                      <a:pt x="593" y="338"/>
                      <a:pt x="592" y="338"/>
                      <a:pt x="592" y="336"/>
                    </a:cubicBezTo>
                    <a:cubicBezTo>
                      <a:pt x="531" y="268"/>
                      <a:pt x="531" y="268"/>
                      <a:pt x="531" y="268"/>
                    </a:cubicBezTo>
                    <a:cubicBezTo>
                      <a:pt x="528" y="264"/>
                      <a:pt x="528" y="264"/>
                      <a:pt x="528" y="264"/>
                    </a:cubicBezTo>
                    <a:cubicBezTo>
                      <a:pt x="525" y="268"/>
                      <a:pt x="525" y="268"/>
                      <a:pt x="525" y="268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0" y="285"/>
                      <a:pt x="510" y="285"/>
                      <a:pt x="510" y="285"/>
                    </a:cubicBezTo>
                    <a:cubicBezTo>
                      <a:pt x="512" y="288"/>
                      <a:pt x="512" y="288"/>
                      <a:pt x="512" y="288"/>
                    </a:cubicBezTo>
                    <a:cubicBezTo>
                      <a:pt x="573" y="357"/>
                      <a:pt x="573" y="357"/>
                      <a:pt x="573" y="357"/>
                    </a:cubicBezTo>
                    <a:cubicBezTo>
                      <a:pt x="573" y="357"/>
                      <a:pt x="573" y="357"/>
                      <a:pt x="573" y="357"/>
                    </a:cubicBezTo>
                    <a:cubicBezTo>
                      <a:pt x="584" y="369"/>
                      <a:pt x="584" y="369"/>
                      <a:pt x="584" y="369"/>
                    </a:cubicBezTo>
                    <a:cubicBezTo>
                      <a:pt x="587" y="373"/>
                      <a:pt x="588" y="377"/>
                      <a:pt x="588" y="382"/>
                    </a:cubicBezTo>
                    <a:cubicBezTo>
                      <a:pt x="588" y="387"/>
                      <a:pt x="587" y="392"/>
                      <a:pt x="584" y="396"/>
                    </a:cubicBezTo>
                    <a:cubicBezTo>
                      <a:pt x="581" y="398"/>
                      <a:pt x="577" y="402"/>
                      <a:pt x="572" y="402"/>
                    </a:cubicBezTo>
                    <a:cubicBezTo>
                      <a:pt x="566" y="402"/>
                      <a:pt x="561" y="398"/>
                      <a:pt x="555" y="392"/>
                    </a:cubicBezTo>
                    <a:cubicBezTo>
                      <a:pt x="488" y="316"/>
                      <a:pt x="488" y="316"/>
                      <a:pt x="488" y="316"/>
                    </a:cubicBezTo>
                    <a:cubicBezTo>
                      <a:pt x="485" y="312"/>
                      <a:pt x="485" y="312"/>
                      <a:pt x="485" y="312"/>
                    </a:cubicBezTo>
                    <a:cubicBezTo>
                      <a:pt x="483" y="316"/>
                      <a:pt x="483" y="316"/>
                      <a:pt x="483" y="316"/>
                    </a:cubicBezTo>
                    <a:cubicBezTo>
                      <a:pt x="470" y="330"/>
                      <a:pt x="470" y="330"/>
                      <a:pt x="470" y="330"/>
                    </a:cubicBezTo>
                    <a:cubicBezTo>
                      <a:pt x="467" y="334"/>
                      <a:pt x="467" y="334"/>
                      <a:pt x="467" y="334"/>
                    </a:cubicBezTo>
                    <a:cubicBezTo>
                      <a:pt x="470" y="337"/>
                      <a:pt x="470" y="337"/>
                      <a:pt x="470" y="337"/>
                    </a:cubicBezTo>
                    <a:cubicBezTo>
                      <a:pt x="526" y="402"/>
                      <a:pt x="526" y="402"/>
                      <a:pt x="526" y="402"/>
                    </a:cubicBezTo>
                    <a:cubicBezTo>
                      <a:pt x="529" y="405"/>
                      <a:pt x="531" y="409"/>
                      <a:pt x="531" y="412"/>
                    </a:cubicBezTo>
                    <a:cubicBezTo>
                      <a:pt x="531" y="414"/>
                      <a:pt x="530" y="416"/>
                      <a:pt x="529" y="418"/>
                    </a:cubicBezTo>
                    <a:cubicBezTo>
                      <a:pt x="523" y="424"/>
                      <a:pt x="510" y="427"/>
                      <a:pt x="499" y="414"/>
                    </a:cubicBezTo>
                    <a:cubicBezTo>
                      <a:pt x="454" y="364"/>
                      <a:pt x="454" y="364"/>
                      <a:pt x="454" y="364"/>
                    </a:cubicBezTo>
                    <a:cubicBezTo>
                      <a:pt x="452" y="362"/>
                      <a:pt x="452" y="362"/>
                      <a:pt x="452" y="362"/>
                    </a:cubicBezTo>
                    <a:cubicBezTo>
                      <a:pt x="449" y="358"/>
                      <a:pt x="449" y="358"/>
                      <a:pt x="449" y="358"/>
                    </a:cubicBezTo>
                    <a:cubicBezTo>
                      <a:pt x="447" y="362"/>
                      <a:pt x="447" y="362"/>
                      <a:pt x="447" y="362"/>
                    </a:cubicBezTo>
                    <a:cubicBezTo>
                      <a:pt x="434" y="376"/>
                      <a:pt x="434" y="376"/>
                      <a:pt x="434" y="376"/>
                    </a:cubicBezTo>
                    <a:cubicBezTo>
                      <a:pt x="432" y="378"/>
                      <a:pt x="432" y="378"/>
                      <a:pt x="432" y="378"/>
                    </a:cubicBezTo>
                    <a:cubicBezTo>
                      <a:pt x="433" y="382"/>
                      <a:pt x="433" y="382"/>
                      <a:pt x="433" y="382"/>
                    </a:cubicBezTo>
                    <a:cubicBezTo>
                      <a:pt x="436" y="387"/>
                      <a:pt x="444" y="396"/>
                      <a:pt x="467" y="423"/>
                    </a:cubicBezTo>
                    <a:cubicBezTo>
                      <a:pt x="471" y="427"/>
                      <a:pt x="479" y="437"/>
                      <a:pt x="473" y="444"/>
                    </a:cubicBezTo>
                    <a:cubicBezTo>
                      <a:pt x="470" y="447"/>
                      <a:pt x="465" y="449"/>
                      <a:pt x="461" y="449"/>
                    </a:cubicBezTo>
                    <a:cubicBezTo>
                      <a:pt x="454" y="449"/>
                      <a:pt x="447" y="445"/>
                      <a:pt x="440" y="438"/>
                    </a:cubicBezTo>
                    <a:cubicBezTo>
                      <a:pt x="423" y="418"/>
                      <a:pt x="406" y="404"/>
                      <a:pt x="394" y="394"/>
                    </a:cubicBezTo>
                    <a:cubicBezTo>
                      <a:pt x="395" y="392"/>
                      <a:pt x="395" y="392"/>
                      <a:pt x="395" y="392"/>
                    </a:cubicBezTo>
                    <a:cubicBezTo>
                      <a:pt x="401" y="383"/>
                      <a:pt x="403" y="370"/>
                      <a:pt x="401" y="358"/>
                    </a:cubicBezTo>
                    <a:cubicBezTo>
                      <a:pt x="398" y="346"/>
                      <a:pt x="392" y="337"/>
                      <a:pt x="383" y="330"/>
                    </a:cubicBezTo>
                    <a:cubicBezTo>
                      <a:pt x="375" y="323"/>
                      <a:pt x="364" y="321"/>
                      <a:pt x="354" y="323"/>
                    </a:cubicBezTo>
                    <a:cubicBezTo>
                      <a:pt x="353" y="324"/>
                      <a:pt x="352" y="324"/>
                      <a:pt x="351" y="324"/>
                    </a:cubicBezTo>
                    <a:cubicBezTo>
                      <a:pt x="353" y="308"/>
                      <a:pt x="346" y="291"/>
                      <a:pt x="334" y="282"/>
                    </a:cubicBezTo>
                    <a:cubicBezTo>
                      <a:pt x="324" y="275"/>
                      <a:pt x="311" y="273"/>
                      <a:pt x="300" y="278"/>
                    </a:cubicBezTo>
                    <a:cubicBezTo>
                      <a:pt x="299" y="275"/>
                      <a:pt x="299" y="273"/>
                      <a:pt x="299" y="271"/>
                    </a:cubicBezTo>
                    <a:cubicBezTo>
                      <a:pt x="298" y="263"/>
                      <a:pt x="294" y="256"/>
                      <a:pt x="289" y="249"/>
                    </a:cubicBezTo>
                    <a:cubicBezTo>
                      <a:pt x="287" y="247"/>
                      <a:pt x="284" y="245"/>
                      <a:pt x="282" y="242"/>
                    </a:cubicBezTo>
                    <a:cubicBezTo>
                      <a:pt x="263" y="229"/>
                      <a:pt x="238" y="235"/>
                      <a:pt x="227" y="256"/>
                    </a:cubicBezTo>
                    <a:cubicBezTo>
                      <a:pt x="227" y="255"/>
                      <a:pt x="227" y="255"/>
                      <a:pt x="227" y="255"/>
                    </a:cubicBezTo>
                    <a:cubicBezTo>
                      <a:pt x="226" y="257"/>
                      <a:pt x="224" y="260"/>
                      <a:pt x="220" y="267"/>
                    </a:cubicBezTo>
                    <a:cubicBezTo>
                      <a:pt x="219" y="269"/>
                      <a:pt x="218" y="271"/>
                      <a:pt x="216" y="274"/>
                    </a:cubicBezTo>
                    <a:cubicBezTo>
                      <a:pt x="200" y="303"/>
                      <a:pt x="200" y="303"/>
                      <a:pt x="200" y="303"/>
                    </a:cubicBezTo>
                    <a:cubicBezTo>
                      <a:pt x="197" y="297"/>
                      <a:pt x="192" y="290"/>
                      <a:pt x="186" y="286"/>
                    </a:cubicBezTo>
                    <a:cubicBezTo>
                      <a:pt x="178" y="280"/>
                      <a:pt x="167" y="278"/>
                      <a:pt x="156" y="280"/>
                    </a:cubicBezTo>
                    <a:cubicBezTo>
                      <a:pt x="146" y="283"/>
                      <a:pt x="138" y="290"/>
                      <a:pt x="131" y="300"/>
                    </a:cubicBezTo>
                    <a:cubicBezTo>
                      <a:pt x="115" y="329"/>
                      <a:pt x="115" y="329"/>
                      <a:pt x="115" y="329"/>
                    </a:cubicBezTo>
                    <a:cubicBezTo>
                      <a:pt x="114" y="331"/>
                      <a:pt x="113" y="334"/>
                      <a:pt x="112" y="336"/>
                    </a:cubicBezTo>
                    <a:cubicBezTo>
                      <a:pt x="26" y="336"/>
                      <a:pt x="26" y="336"/>
                      <a:pt x="26" y="336"/>
                    </a:cubicBezTo>
                    <a:cubicBezTo>
                      <a:pt x="26" y="258"/>
                      <a:pt x="26" y="258"/>
                      <a:pt x="26" y="258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6" y="139"/>
                      <a:pt x="112" y="137"/>
                      <a:pt x="140" y="128"/>
                    </a:cubicBezTo>
                    <a:cubicBezTo>
                      <a:pt x="155" y="123"/>
                      <a:pt x="175" y="117"/>
                      <a:pt x="193" y="111"/>
                    </a:cubicBezTo>
                    <a:cubicBezTo>
                      <a:pt x="176" y="128"/>
                      <a:pt x="175" y="130"/>
                      <a:pt x="175" y="134"/>
                    </a:cubicBezTo>
                    <a:cubicBezTo>
                      <a:pt x="174" y="136"/>
                      <a:pt x="174" y="136"/>
                      <a:pt x="174" y="136"/>
                    </a:cubicBezTo>
                    <a:cubicBezTo>
                      <a:pt x="173" y="137"/>
                      <a:pt x="173" y="137"/>
                      <a:pt x="173" y="137"/>
                    </a:cubicBezTo>
                    <a:cubicBezTo>
                      <a:pt x="174" y="139"/>
                      <a:pt x="174" y="139"/>
                      <a:pt x="174" y="139"/>
                    </a:cubicBezTo>
                    <a:cubicBezTo>
                      <a:pt x="175" y="141"/>
                      <a:pt x="175" y="141"/>
                      <a:pt x="175" y="141"/>
                    </a:cubicBezTo>
                    <a:cubicBezTo>
                      <a:pt x="183" y="178"/>
                      <a:pt x="212" y="193"/>
                      <a:pt x="256" y="182"/>
                    </a:cubicBezTo>
                    <a:cubicBezTo>
                      <a:pt x="277" y="178"/>
                      <a:pt x="315" y="140"/>
                      <a:pt x="331" y="122"/>
                    </a:cubicBezTo>
                    <a:cubicBezTo>
                      <a:pt x="469" y="158"/>
                      <a:pt x="469" y="158"/>
                      <a:pt x="469" y="158"/>
                    </a:cubicBezTo>
                    <a:cubicBezTo>
                      <a:pt x="470" y="159"/>
                      <a:pt x="473" y="161"/>
                      <a:pt x="476" y="166"/>
                    </a:cubicBezTo>
                    <a:cubicBezTo>
                      <a:pt x="491" y="181"/>
                      <a:pt x="523" y="217"/>
                      <a:pt x="596" y="299"/>
                    </a:cubicBezTo>
                    <a:cubicBezTo>
                      <a:pt x="605" y="309"/>
                      <a:pt x="605" y="309"/>
                      <a:pt x="605" y="309"/>
                    </a:cubicBezTo>
                    <a:cubicBezTo>
                      <a:pt x="608" y="313"/>
                      <a:pt x="605" y="326"/>
                      <a:pt x="599" y="334"/>
                    </a:cubicBezTo>
                    <a:close/>
                    <a:moveTo>
                      <a:pt x="707" y="167"/>
                    </a:moveTo>
                    <a:cubicBezTo>
                      <a:pt x="707" y="297"/>
                      <a:pt x="707" y="297"/>
                      <a:pt x="707" y="297"/>
                    </a:cubicBezTo>
                    <a:cubicBezTo>
                      <a:pt x="629" y="297"/>
                      <a:pt x="629" y="297"/>
                      <a:pt x="629" y="297"/>
                    </a:cubicBezTo>
                    <a:cubicBezTo>
                      <a:pt x="624" y="290"/>
                      <a:pt x="624" y="290"/>
                      <a:pt x="624" y="290"/>
                    </a:cubicBezTo>
                    <a:cubicBezTo>
                      <a:pt x="621" y="286"/>
                      <a:pt x="543" y="196"/>
                      <a:pt x="510" y="159"/>
                    </a:cubicBezTo>
                    <a:cubicBezTo>
                      <a:pt x="503" y="150"/>
                      <a:pt x="498" y="145"/>
                      <a:pt x="497" y="143"/>
                    </a:cubicBezTo>
                    <a:cubicBezTo>
                      <a:pt x="495" y="141"/>
                      <a:pt x="494" y="139"/>
                      <a:pt x="491" y="136"/>
                    </a:cubicBezTo>
                    <a:cubicBezTo>
                      <a:pt x="490" y="134"/>
                      <a:pt x="490" y="134"/>
                      <a:pt x="490" y="134"/>
                    </a:cubicBezTo>
                    <a:cubicBezTo>
                      <a:pt x="489" y="133"/>
                      <a:pt x="489" y="133"/>
                      <a:pt x="489" y="133"/>
                    </a:cubicBezTo>
                    <a:cubicBezTo>
                      <a:pt x="488" y="133"/>
                      <a:pt x="488" y="133"/>
                      <a:pt x="488" y="133"/>
                    </a:cubicBezTo>
                    <a:cubicBezTo>
                      <a:pt x="484" y="132"/>
                      <a:pt x="484" y="132"/>
                      <a:pt x="484" y="132"/>
                    </a:cubicBezTo>
                    <a:cubicBezTo>
                      <a:pt x="476" y="130"/>
                      <a:pt x="476" y="130"/>
                      <a:pt x="476" y="130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26" y="90"/>
                      <a:pt x="326" y="90"/>
                      <a:pt x="326" y="90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2" y="92"/>
                      <a:pt x="322" y="92"/>
                      <a:pt x="322" y="92"/>
                    </a:cubicBezTo>
                    <a:cubicBezTo>
                      <a:pt x="319" y="95"/>
                      <a:pt x="319" y="95"/>
                      <a:pt x="319" y="95"/>
                    </a:cubicBezTo>
                    <a:cubicBezTo>
                      <a:pt x="316" y="99"/>
                      <a:pt x="313" y="102"/>
                      <a:pt x="309" y="106"/>
                    </a:cubicBezTo>
                    <a:cubicBezTo>
                      <a:pt x="283" y="133"/>
                      <a:pt x="260" y="152"/>
                      <a:pt x="251" y="154"/>
                    </a:cubicBezTo>
                    <a:cubicBezTo>
                      <a:pt x="225" y="160"/>
                      <a:pt x="209" y="155"/>
                      <a:pt x="202" y="141"/>
                    </a:cubicBezTo>
                    <a:cubicBezTo>
                      <a:pt x="210" y="134"/>
                      <a:pt x="226" y="119"/>
                      <a:pt x="248" y="99"/>
                    </a:cubicBezTo>
                    <a:cubicBezTo>
                      <a:pt x="266" y="83"/>
                      <a:pt x="266" y="83"/>
                      <a:pt x="266" y="83"/>
                    </a:cubicBezTo>
                    <a:cubicBezTo>
                      <a:pt x="266" y="83"/>
                      <a:pt x="320" y="36"/>
                      <a:pt x="328" y="29"/>
                    </a:cubicBezTo>
                    <a:cubicBezTo>
                      <a:pt x="481" y="29"/>
                      <a:pt x="481" y="29"/>
                      <a:pt x="481" y="29"/>
                    </a:cubicBezTo>
                    <a:cubicBezTo>
                      <a:pt x="490" y="31"/>
                      <a:pt x="551" y="50"/>
                      <a:pt x="618" y="92"/>
                    </a:cubicBezTo>
                    <a:cubicBezTo>
                      <a:pt x="620" y="93"/>
                      <a:pt x="620" y="93"/>
                      <a:pt x="620" y="93"/>
                    </a:cubicBezTo>
                    <a:cubicBezTo>
                      <a:pt x="621" y="93"/>
                      <a:pt x="621" y="93"/>
                      <a:pt x="621" y="93"/>
                    </a:cubicBezTo>
                    <a:cubicBezTo>
                      <a:pt x="622" y="93"/>
                      <a:pt x="622" y="93"/>
                      <a:pt x="622" y="93"/>
                    </a:cubicBezTo>
                    <a:cubicBezTo>
                      <a:pt x="707" y="93"/>
                      <a:pt x="707" y="93"/>
                      <a:pt x="707" y="93"/>
                    </a:cubicBezTo>
                    <a:cubicBezTo>
                      <a:pt x="707" y="167"/>
                      <a:pt x="707" y="167"/>
                      <a:pt x="707" y="167"/>
                    </a:cubicBezTo>
                    <a:close/>
                  </a:path>
                </a:pathLst>
              </a:custGeom>
              <a:solidFill>
                <a:srgbClr val="C0C0C0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516" name="Gruppieren 28"/>
              <p:cNvGrpSpPr/>
              <p:nvPr/>
            </p:nvGrpSpPr>
            <p:grpSpPr bwMode="gray">
              <a:xfrm>
                <a:off x="7431704" y="5990473"/>
                <a:ext cx="349338" cy="365764"/>
                <a:chOff x="3335338" y="1763713"/>
                <a:chExt cx="1012825" cy="1060450"/>
              </a:xfrm>
              <a:solidFill>
                <a:srgbClr val="C0C0C0"/>
              </a:solidFill>
              <a:effectLst/>
            </p:grpSpPr>
            <p:sp>
              <p:nvSpPr>
                <p:cNvPr id="524" name="Freeform 15"/>
                <p:cNvSpPr>
                  <a:spLocks/>
                </p:cNvSpPr>
                <p:nvPr/>
              </p:nvSpPr>
              <p:spPr bwMode="gray">
                <a:xfrm>
                  <a:off x="3994150" y="2468563"/>
                  <a:ext cx="354013" cy="355600"/>
                </a:xfrm>
                <a:custGeom>
                  <a:avLst/>
                  <a:gdLst/>
                  <a:ahLst/>
                  <a:cxnLst>
                    <a:cxn ang="0">
                      <a:pos x="171" y="140"/>
                    </a:cxn>
                    <a:cxn ang="0">
                      <a:pos x="34" y="0"/>
                    </a:cxn>
                    <a:cxn ang="0">
                      <a:pos x="0" y="34"/>
                    </a:cxn>
                    <a:cxn ang="0">
                      <a:pos x="137" y="174"/>
                    </a:cxn>
                    <a:cxn ang="0">
                      <a:pos x="150" y="179"/>
                    </a:cxn>
                    <a:cxn ang="0">
                      <a:pos x="162" y="175"/>
                    </a:cxn>
                    <a:cxn ang="0">
                      <a:pos x="171" y="166"/>
                    </a:cxn>
                    <a:cxn ang="0">
                      <a:pos x="171" y="140"/>
                    </a:cxn>
                  </a:cxnLst>
                  <a:rect l="0" t="0" r="r" b="b"/>
                  <a:pathLst>
                    <a:path w="178" h="179">
                      <a:moveTo>
                        <a:pt x="171" y="14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37" y="174"/>
                        <a:pt x="137" y="174"/>
                        <a:pt x="137" y="174"/>
                      </a:cubicBezTo>
                      <a:cubicBezTo>
                        <a:pt x="140" y="177"/>
                        <a:pt x="145" y="179"/>
                        <a:pt x="150" y="179"/>
                      </a:cubicBezTo>
                      <a:cubicBezTo>
                        <a:pt x="154" y="179"/>
                        <a:pt x="159" y="178"/>
                        <a:pt x="162" y="175"/>
                      </a:cubicBezTo>
                      <a:cubicBezTo>
                        <a:pt x="171" y="166"/>
                        <a:pt x="171" y="166"/>
                        <a:pt x="171" y="166"/>
                      </a:cubicBezTo>
                      <a:cubicBezTo>
                        <a:pt x="178" y="158"/>
                        <a:pt x="178" y="147"/>
                        <a:pt x="171" y="14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525" name="Freeform 16"/>
                <p:cNvSpPr>
                  <a:spLocks/>
                </p:cNvSpPr>
                <p:nvPr/>
              </p:nvSpPr>
              <p:spPr bwMode="gray">
                <a:xfrm>
                  <a:off x="3994150" y="2468563"/>
                  <a:ext cx="354013" cy="355600"/>
                </a:xfrm>
                <a:custGeom>
                  <a:avLst/>
                  <a:gdLst/>
                  <a:ahLst/>
                  <a:cxnLst>
                    <a:cxn ang="0">
                      <a:pos x="171" y="166"/>
                    </a:cxn>
                    <a:cxn ang="0">
                      <a:pos x="162" y="175"/>
                    </a:cxn>
                    <a:cxn ang="0">
                      <a:pos x="150" y="179"/>
                    </a:cxn>
                    <a:cxn ang="0">
                      <a:pos x="137" y="174"/>
                    </a:cxn>
                    <a:cxn ang="0">
                      <a:pos x="0" y="34"/>
                    </a:cxn>
                    <a:cxn ang="0">
                      <a:pos x="34" y="0"/>
                    </a:cxn>
                    <a:cxn ang="0">
                      <a:pos x="171" y="140"/>
                    </a:cxn>
                    <a:cxn ang="0">
                      <a:pos x="171" y="166"/>
                    </a:cxn>
                  </a:cxnLst>
                  <a:rect l="0" t="0" r="r" b="b"/>
                  <a:pathLst>
                    <a:path w="178" h="179">
                      <a:moveTo>
                        <a:pt x="171" y="166"/>
                      </a:moveTo>
                      <a:cubicBezTo>
                        <a:pt x="162" y="175"/>
                        <a:pt x="162" y="175"/>
                        <a:pt x="162" y="175"/>
                      </a:cubicBezTo>
                      <a:cubicBezTo>
                        <a:pt x="159" y="178"/>
                        <a:pt x="154" y="179"/>
                        <a:pt x="150" y="179"/>
                      </a:cubicBezTo>
                      <a:cubicBezTo>
                        <a:pt x="145" y="179"/>
                        <a:pt x="140" y="177"/>
                        <a:pt x="137" y="17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71" y="140"/>
                        <a:pt x="171" y="140"/>
                        <a:pt x="171" y="140"/>
                      </a:cubicBezTo>
                      <a:cubicBezTo>
                        <a:pt x="178" y="147"/>
                        <a:pt x="178" y="158"/>
                        <a:pt x="171" y="16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526" name="Freeform 17"/>
                <p:cNvSpPr>
                  <a:spLocks noEditPoints="1"/>
                </p:cNvSpPr>
                <p:nvPr/>
              </p:nvSpPr>
              <p:spPr bwMode="gray">
                <a:xfrm>
                  <a:off x="3335338" y="1763713"/>
                  <a:ext cx="812800" cy="808038"/>
                </a:xfrm>
                <a:custGeom>
                  <a:avLst/>
                  <a:gdLst/>
                  <a:ahLst/>
                  <a:cxnLst>
                    <a:cxn ang="0">
                      <a:pos x="341" y="74"/>
                    </a:cxn>
                    <a:cxn ang="0">
                      <a:pos x="74" y="74"/>
                    </a:cxn>
                    <a:cxn ang="0">
                      <a:pos x="74" y="341"/>
                    </a:cxn>
                    <a:cxn ang="0">
                      <a:pos x="258" y="389"/>
                    </a:cxn>
                    <a:cxn ang="0">
                      <a:pos x="287" y="379"/>
                    </a:cxn>
                    <a:cxn ang="0">
                      <a:pos x="313" y="364"/>
                    </a:cxn>
                    <a:cxn ang="0">
                      <a:pos x="341" y="341"/>
                    </a:cxn>
                    <a:cxn ang="0">
                      <a:pos x="357" y="323"/>
                    </a:cxn>
                    <a:cxn ang="0">
                      <a:pos x="374" y="297"/>
                    </a:cxn>
                    <a:cxn ang="0">
                      <a:pos x="386" y="269"/>
                    </a:cxn>
                    <a:cxn ang="0">
                      <a:pos x="341" y="74"/>
                    </a:cxn>
                    <a:cxn ang="0">
                      <a:pos x="351" y="257"/>
                    </a:cxn>
                    <a:cxn ang="0">
                      <a:pos x="337" y="287"/>
                    </a:cxn>
                    <a:cxn ang="0">
                      <a:pos x="315" y="315"/>
                    </a:cxn>
                    <a:cxn ang="0">
                      <a:pos x="279" y="342"/>
                    </a:cxn>
                    <a:cxn ang="0">
                      <a:pos x="248" y="354"/>
                    </a:cxn>
                    <a:cxn ang="0">
                      <a:pos x="100" y="315"/>
                    </a:cxn>
                    <a:cxn ang="0">
                      <a:pos x="100" y="100"/>
                    </a:cxn>
                    <a:cxn ang="0">
                      <a:pos x="315" y="100"/>
                    </a:cxn>
                    <a:cxn ang="0">
                      <a:pos x="351" y="257"/>
                    </a:cxn>
                  </a:cxnLst>
                  <a:rect l="0" t="0" r="r" b="b"/>
                  <a:pathLst>
                    <a:path w="409" h="407">
                      <a:moveTo>
                        <a:pt x="341" y="74"/>
                      </a:moveTo>
                      <a:cubicBezTo>
                        <a:pt x="267" y="0"/>
                        <a:pt x="148" y="0"/>
                        <a:pt x="74" y="74"/>
                      </a:cubicBezTo>
                      <a:cubicBezTo>
                        <a:pt x="0" y="147"/>
                        <a:pt x="0" y="267"/>
                        <a:pt x="74" y="341"/>
                      </a:cubicBezTo>
                      <a:cubicBezTo>
                        <a:pt x="124" y="391"/>
                        <a:pt x="195" y="407"/>
                        <a:pt x="258" y="389"/>
                      </a:cubicBezTo>
                      <a:cubicBezTo>
                        <a:pt x="268" y="387"/>
                        <a:pt x="278" y="383"/>
                        <a:pt x="287" y="379"/>
                      </a:cubicBezTo>
                      <a:cubicBezTo>
                        <a:pt x="296" y="374"/>
                        <a:pt x="305" y="369"/>
                        <a:pt x="313" y="364"/>
                      </a:cubicBezTo>
                      <a:cubicBezTo>
                        <a:pt x="323" y="357"/>
                        <a:pt x="332" y="349"/>
                        <a:pt x="341" y="341"/>
                      </a:cubicBezTo>
                      <a:cubicBezTo>
                        <a:pt x="347" y="335"/>
                        <a:pt x="352" y="329"/>
                        <a:pt x="357" y="323"/>
                      </a:cubicBezTo>
                      <a:cubicBezTo>
                        <a:pt x="363" y="315"/>
                        <a:pt x="369" y="306"/>
                        <a:pt x="374" y="297"/>
                      </a:cubicBezTo>
                      <a:cubicBezTo>
                        <a:pt x="378" y="288"/>
                        <a:pt x="383" y="279"/>
                        <a:pt x="386" y="269"/>
                      </a:cubicBezTo>
                      <a:cubicBezTo>
                        <a:pt x="409" y="203"/>
                        <a:pt x="394" y="127"/>
                        <a:pt x="341" y="74"/>
                      </a:cubicBezTo>
                      <a:close/>
                      <a:moveTo>
                        <a:pt x="351" y="257"/>
                      </a:moveTo>
                      <a:cubicBezTo>
                        <a:pt x="348" y="267"/>
                        <a:pt x="343" y="277"/>
                        <a:pt x="337" y="287"/>
                      </a:cubicBezTo>
                      <a:cubicBezTo>
                        <a:pt x="331" y="297"/>
                        <a:pt x="324" y="306"/>
                        <a:pt x="315" y="315"/>
                      </a:cubicBezTo>
                      <a:cubicBezTo>
                        <a:pt x="304" y="326"/>
                        <a:pt x="292" y="335"/>
                        <a:pt x="279" y="342"/>
                      </a:cubicBezTo>
                      <a:cubicBezTo>
                        <a:pt x="269" y="347"/>
                        <a:pt x="259" y="351"/>
                        <a:pt x="248" y="354"/>
                      </a:cubicBezTo>
                      <a:cubicBezTo>
                        <a:pt x="197" y="368"/>
                        <a:pt x="140" y="355"/>
                        <a:pt x="100" y="315"/>
                      </a:cubicBezTo>
                      <a:cubicBezTo>
                        <a:pt x="41" y="255"/>
                        <a:pt x="41" y="159"/>
                        <a:pt x="100" y="100"/>
                      </a:cubicBezTo>
                      <a:cubicBezTo>
                        <a:pt x="159" y="40"/>
                        <a:pt x="256" y="40"/>
                        <a:pt x="315" y="100"/>
                      </a:cubicBezTo>
                      <a:cubicBezTo>
                        <a:pt x="358" y="142"/>
                        <a:pt x="370" y="204"/>
                        <a:pt x="351" y="25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517" name="Textfeld 516"/>
              <p:cNvSpPr txBox="1"/>
              <p:nvPr/>
            </p:nvSpPr>
            <p:spPr bwMode="gray">
              <a:xfrm>
                <a:off x="4641038" y="3504504"/>
                <a:ext cx="4104461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System </a:t>
                </a:r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Requirements</a:t>
                </a:r>
                <a:endParaRPr lang="en-US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19" name="Textfeld 518"/>
              <p:cNvSpPr txBox="1"/>
              <p:nvPr/>
            </p:nvSpPr>
            <p:spPr bwMode="gray">
              <a:xfrm>
                <a:off x="4641038" y="4214140"/>
                <a:ext cx="1188000" cy="1436407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b="1" dirty="0" smtClean="0">
                    <a:solidFill>
                      <a:srgbClr val="000000"/>
                    </a:solidFill>
                  </a:rPr>
                  <a:t>This is a placeholder text. Replace this text with your own information. </a:t>
                </a:r>
              </a:p>
              <a:p>
                <a:pPr algn="l"/>
                <a:r>
                  <a:rPr lang="en-US" sz="800" dirty="0" smtClean="0">
                    <a:solidFill>
                      <a:srgbClr val="000000"/>
                    </a:solidFill>
                  </a:rPr>
                  <a:t>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20" name="Textfeld 519"/>
              <p:cNvSpPr txBox="1"/>
              <p:nvPr/>
            </p:nvSpPr>
            <p:spPr bwMode="gray">
              <a:xfrm>
                <a:off x="7662701" y="4214140"/>
                <a:ext cx="1080000" cy="1436407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b="1" dirty="0" smtClean="0">
                    <a:solidFill>
                      <a:schemeClr val="accent1"/>
                    </a:solidFill>
                  </a:rPr>
                  <a:t>This is a placeholder text. Replace this text with your own information. </a:t>
                </a:r>
              </a:p>
              <a:p>
                <a:pPr algn="l"/>
                <a:r>
                  <a:rPr lang="en-US" sz="800" dirty="0" smtClean="0">
                    <a:solidFill>
                      <a:schemeClr val="accent1"/>
                    </a:solidFill>
                  </a:rPr>
                  <a:t>This text demonstrates how your text will look like.</a:t>
                </a:r>
                <a:endParaRPr lang="en-US" sz="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521" name="Textfeld 520"/>
              <p:cNvSpPr txBox="1"/>
              <p:nvPr/>
            </p:nvSpPr>
            <p:spPr bwMode="gray">
              <a:xfrm>
                <a:off x="4980682" y="6031768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522" name="Textfeld 521"/>
              <p:cNvSpPr txBox="1"/>
              <p:nvPr/>
            </p:nvSpPr>
            <p:spPr bwMode="gray">
              <a:xfrm>
                <a:off x="6486124" y="6031768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523" name="Textfeld 522"/>
              <p:cNvSpPr txBox="1"/>
              <p:nvPr/>
            </p:nvSpPr>
            <p:spPr bwMode="gray">
              <a:xfrm>
                <a:off x="7788112" y="6031768"/>
                <a:ext cx="954589" cy="324469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7D7D7D"/>
                    </a:solidFill>
                  </a:rPr>
                  <a:t>This is a placeholder text. 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63" name="Gruppieren 262"/>
              <p:cNvGrpSpPr/>
              <p:nvPr/>
            </p:nvGrpSpPr>
            <p:grpSpPr>
              <a:xfrm>
                <a:off x="6001334" y="3952597"/>
                <a:ext cx="1442162" cy="1900224"/>
                <a:chOff x="6018586" y="3943971"/>
                <a:chExt cx="1442162" cy="1900224"/>
              </a:xfrm>
            </p:grpSpPr>
            <p:grpSp>
              <p:nvGrpSpPr>
                <p:cNvPr id="264" name="Gruppieren 263"/>
                <p:cNvGrpSpPr/>
                <p:nvPr/>
              </p:nvGrpSpPr>
              <p:grpSpPr>
                <a:xfrm>
                  <a:off x="6099381" y="3943971"/>
                  <a:ext cx="1273533" cy="1900224"/>
                  <a:chOff x="4893944" y="361431"/>
                  <a:chExt cx="2825114" cy="4215321"/>
                </a:xfrm>
                <a:effectLst/>
              </p:grpSpPr>
              <p:sp>
                <p:nvSpPr>
                  <p:cNvPr id="266" name="Freeform 70"/>
                  <p:cNvSpPr>
                    <a:spLocks/>
                  </p:cNvSpPr>
                  <p:nvPr/>
                </p:nvSpPr>
                <p:spPr bwMode="auto">
                  <a:xfrm>
                    <a:off x="4893944" y="361431"/>
                    <a:ext cx="2825113" cy="4215321"/>
                  </a:xfrm>
                  <a:custGeom>
                    <a:avLst/>
                    <a:gdLst>
                      <a:gd name="T0" fmla="*/ 103 w 1552"/>
                      <a:gd name="T1" fmla="*/ 2316 h 2316"/>
                      <a:gd name="T2" fmla="*/ 0 w 1552"/>
                      <a:gd name="T3" fmla="*/ 2213 h 2316"/>
                      <a:gd name="T4" fmla="*/ 0 w 1552"/>
                      <a:gd name="T5" fmla="*/ 102 h 2316"/>
                      <a:gd name="T6" fmla="*/ 103 w 1552"/>
                      <a:gd name="T7" fmla="*/ 0 h 2316"/>
                      <a:gd name="T8" fmla="*/ 1450 w 1552"/>
                      <a:gd name="T9" fmla="*/ 0 h 2316"/>
                      <a:gd name="T10" fmla="*/ 1552 w 1552"/>
                      <a:gd name="T11" fmla="*/ 102 h 2316"/>
                      <a:gd name="T12" fmla="*/ 1552 w 1552"/>
                      <a:gd name="T13" fmla="*/ 2213 h 2316"/>
                      <a:gd name="T14" fmla="*/ 1450 w 1552"/>
                      <a:gd name="T15" fmla="*/ 2316 h 2316"/>
                      <a:gd name="T16" fmla="*/ 103 w 1552"/>
                      <a:gd name="T17" fmla="*/ 2316 h 23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552" h="2316">
                        <a:moveTo>
                          <a:pt x="103" y="2316"/>
                        </a:moveTo>
                        <a:cubicBezTo>
                          <a:pt x="46" y="2316"/>
                          <a:pt x="0" y="2270"/>
                          <a:pt x="0" y="2213"/>
                        </a:cubicBezTo>
                        <a:cubicBezTo>
                          <a:pt x="0" y="102"/>
                          <a:pt x="0" y="102"/>
                          <a:pt x="0" y="102"/>
                        </a:cubicBezTo>
                        <a:cubicBezTo>
                          <a:pt x="0" y="46"/>
                          <a:pt x="46" y="0"/>
                          <a:pt x="103" y="0"/>
                        </a:cubicBezTo>
                        <a:cubicBezTo>
                          <a:pt x="1450" y="0"/>
                          <a:pt x="1450" y="0"/>
                          <a:pt x="1450" y="0"/>
                        </a:cubicBezTo>
                        <a:cubicBezTo>
                          <a:pt x="1506" y="0"/>
                          <a:pt x="1552" y="46"/>
                          <a:pt x="1552" y="102"/>
                        </a:cubicBezTo>
                        <a:cubicBezTo>
                          <a:pt x="1552" y="2213"/>
                          <a:pt x="1552" y="2213"/>
                          <a:pt x="1552" y="2213"/>
                        </a:cubicBezTo>
                        <a:cubicBezTo>
                          <a:pt x="1552" y="2270"/>
                          <a:pt x="1506" y="2316"/>
                          <a:pt x="1450" y="2316"/>
                        </a:cubicBezTo>
                        <a:cubicBezTo>
                          <a:pt x="103" y="2316"/>
                          <a:pt x="103" y="2316"/>
                          <a:pt x="103" y="2316"/>
                        </a:cubicBezTo>
                      </a:path>
                    </a:pathLst>
                  </a:custGeom>
                  <a:solidFill>
                    <a:srgbClr val="5F666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67" name="Freeform 71"/>
                  <p:cNvSpPr>
                    <a:spLocks/>
                  </p:cNvSpPr>
                  <p:nvPr/>
                </p:nvSpPr>
                <p:spPr bwMode="auto">
                  <a:xfrm>
                    <a:off x="4900880" y="368367"/>
                    <a:ext cx="2811242" cy="4201450"/>
                  </a:xfrm>
                  <a:custGeom>
                    <a:avLst/>
                    <a:gdLst>
                      <a:gd name="T0" fmla="*/ 1544 w 1544"/>
                      <a:gd name="T1" fmla="*/ 2209 h 2308"/>
                      <a:gd name="T2" fmla="*/ 1446 w 1544"/>
                      <a:gd name="T3" fmla="*/ 2308 h 2308"/>
                      <a:gd name="T4" fmla="*/ 99 w 1544"/>
                      <a:gd name="T5" fmla="*/ 2308 h 2308"/>
                      <a:gd name="T6" fmla="*/ 0 w 1544"/>
                      <a:gd name="T7" fmla="*/ 2209 h 2308"/>
                      <a:gd name="T8" fmla="*/ 0 w 1544"/>
                      <a:gd name="T9" fmla="*/ 98 h 2308"/>
                      <a:gd name="T10" fmla="*/ 99 w 1544"/>
                      <a:gd name="T11" fmla="*/ 0 h 2308"/>
                      <a:gd name="T12" fmla="*/ 1446 w 1544"/>
                      <a:gd name="T13" fmla="*/ 0 h 2308"/>
                      <a:gd name="T14" fmla="*/ 1544 w 1544"/>
                      <a:gd name="T15" fmla="*/ 98 h 2308"/>
                      <a:gd name="T16" fmla="*/ 1544 w 1544"/>
                      <a:gd name="T17" fmla="*/ 2209 h 2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544" h="2308">
                        <a:moveTo>
                          <a:pt x="1544" y="2209"/>
                        </a:moveTo>
                        <a:cubicBezTo>
                          <a:pt x="1544" y="2264"/>
                          <a:pt x="1500" y="2308"/>
                          <a:pt x="1446" y="2308"/>
                        </a:cubicBezTo>
                        <a:cubicBezTo>
                          <a:pt x="99" y="2308"/>
                          <a:pt x="99" y="2308"/>
                          <a:pt x="99" y="2308"/>
                        </a:cubicBezTo>
                        <a:cubicBezTo>
                          <a:pt x="44" y="2308"/>
                          <a:pt x="0" y="2264"/>
                          <a:pt x="0" y="2209"/>
                        </a:cubicBezTo>
                        <a:cubicBezTo>
                          <a:pt x="0" y="98"/>
                          <a:pt x="0" y="98"/>
                          <a:pt x="0" y="98"/>
                        </a:cubicBezTo>
                        <a:cubicBezTo>
                          <a:pt x="0" y="44"/>
                          <a:pt x="44" y="0"/>
                          <a:pt x="99" y="0"/>
                        </a:cubicBezTo>
                        <a:cubicBezTo>
                          <a:pt x="1446" y="0"/>
                          <a:pt x="1446" y="0"/>
                          <a:pt x="1446" y="0"/>
                        </a:cubicBezTo>
                        <a:cubicBezTo>
                          <a:pt x="1500" y="0"/>
                          <a:pt x="1544" y="44"/>
                          <a:pt x="1544" y="98"/>
                        </a:cubicBezTo>
                        <a:cubicBezTo>
                          <a:pt x="1544" y="2209"/>
                          <a:pt x="1544" y="2209"/>
                          <a:pt x="1544" y="2209"/>
                        </a:cubicBezTo>
                      </a:path>
                    </a:pathLst>
                  </a:custGeom>
                  <a:gradFill>
                    <a:gsLst>
                      <a:gs pos="43300">
                        <a:srgbClr val="000000">
                          <a:lumMod val="0"/>
                        </a:srgbClr>
                      </a:gs>
                      <a:gs pos="0">
                        <a:schemeClr val="tx1">
                          <a:lumMod val="0"/>
                        </a:schemeClr>
                      </a:gs>
                      <a:gs pos="100000">
                        <a:schemeClr val="tx1">
                          <a:lumMod val="21000"/>
                        </a:schemeClr>
                      </a:gs>
                    </a:gsLst>
                    <a:lin ang="5400000" scaled="0"/>
                  </a:gradFill>
                  <a:ln w="25400">
                    <a:gradFill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50000">
                          <a:schemeClr val="bg1">
                            <a:lumMod val="85000"/>
                          </a:schemeClr>
                        </a:gs>
                        <a:gs pos="100000">
                          <a:schemeClr val="bg2">
                            <a:lumMod val="75000"/>
                          </a:schemeClr>
                        </a:gs>
                      </a:gsLst>
                      <a:lin ang="5400000" scaled="0"/>
                    </a:gradFill>
                    <a:round/>
                    <a:headEnd/>
                    <a:tailEnd/>
                  </a:ln>
                  <a:effectLst>
                    <a:glow rad="12700">
                      <a:schemeClr val="accent2">
                        <a:satMod val="175000"/>
                        <a:alpha val="40000"/>
                      </a:schemeClr>
                    </a:glow>
                  </a:effectLst>
                  <a:scene3d>
                    <a:camera prst="orthographicFront"/>
                    <a:lightRig rig="twoPt" dir="t"/>
                  </a:scene3d>
                  <a:sp3d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68" name="Freeform 72"/>
                  <p:cNvSpPr>
                    <a:spLocks/>
                  </p:cNvSpPr>
                  <p:nvPr/>
                </p:nvSpPr>
                <p:spPr bwMode="auto">
                  <a:xfrm>
                    <a:off x="5024950" y="761386"/>
                    <a:ext cx="2570036" cy="3422347"/>
                  </a:xfrm>
                  <a:custGeom>
                    <a:avLst/>
                    <a:gdLst>
                      <a:gd name="T0" fmla="*/ 1412 w 1412"/>
                      <a:gd name="T1" fmla="*/ 1876 h 1880"/>
                      <a:gd name="T2" fmla="*/ 1408 w 1412"/>
                      <a:gd name="T3" fmla="*/ 1880 h 1880"/>
                      <a:gd name="T4" fmla="*/ 4 w 1412"/>
                      <a:gd name="T5" fmla="*/ 1880 h 1880"/>
                      <a:gd name="T6" fmla="*/ 0 w 1412"/>
                      <a:gd name="T7" fmla="*/ 1876 h 1880"/>
                      <a:gd name="T8" fmla="*/ 0 w 1412"/>
                      <a:gd name="T9" fmla="*/ 4 h 1880"/>
                      <a:gd name="T10" fmla="*/ 4 w 1412"/>
                      <a:gd name="T11" fmla="*/ 0 h 1880"/>
                      <a:gd name="T12" fmla="*/ 1408 w 1412"/>
                      <a:gd name="T13" fmla="*/ 0 h 1880"/>
                      <a:gd name="T14" fmla="*/ 1412 w 1412"/>
                      <a:gd name="T15" fmla="*/ 4 h 1880"/>
                      <a:gd name="T16" fmla="*/ 1412 w 1412"/>
                      <a:gd name="T17" fmla="*/ 1876 h 18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412" h="1880">
                        <a:moveTo>
                          <a:pt x="1412" y="1876"/>
                        </a:moveTo>
                        <a:cubicBezTo>
                          <a:pt x="1412" y="1878"/>
                          <a:pt x="1410" y="1880"/>
                          <a:pt x="1408" y="1880"/>
                        </a:cubicBezTo>
                        <a:cubicBezTo>
                          <a:pt x="4" y="1880"/>
                          <a:pt x="4" y="1880"/>
                          <a:pt x="4" y="1880"/>
                        </a:cubicBezTo>
                        <a:cubicBezTo>
                          <a:pt x="2" y="1880"/>
                          <a:pt x="0" y="1878"/>
                          <a:pt x="0" y="187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2"/>
                          <a:pt x="2" y="0"/>
                          <a:pt x="4" y="0"/>
                        </a:cubicBezTo>
                        <a:cubicBezTo>
                          <a:pt x="1408" y="0"/>
                          <a:pt x="1408" y="0"/>
                          <a:pt x="1408" y="0"/>
                        </a:cubicBezTo>
                        <a:cubicBezTo>
                          <a:pt x="1410" y="0"/>
                          <a:pt x="1412" y="2"/>
                          <a:pt x="1412" y="4"/>
                        </a:cubicBezTo>
                        <a:cubicBezTo>
                          <a:pt x="1412" y="1876"/>
                          <a:pt x="1412" y="1876"/>
                          <a:pt x="1412" y="1876"/>
                        </a:cubicBezTo>
                      </a:path>
                    </a:pathLst>
                  </a:custGeom>
                  <a:gradFill flip="none" rotWithShape="1">
                    <a:gsLst>
                      <a:gs pos="78000">
                        <a:srgbClr val="D9D9D9">
                          <a:alpha val="18000"/>
                        </a:srgbClr>
                      </a:gs>
                      <a:gs pos="0">
                        <a:schemeClr val="tx1">
                          <a:lumMod val="50000"/>
                          <a:lumOff val="50000"/>
                          <a:alpha val="59000"/>
                        </a:schemeClr>
                      </a:gs>
                      <a:gs pos="100000">
                        <a:schemeClr val="bg1">
                          <a:lumMod val="85000"/>
                          <a:alpha val="18000"/>
                        </a:schemeClr>
                      </a:gs>
                    </a:gsLst>
                    <a:path path="circle">
                      <a:fillToRect l="100000" b="100000"/>
                    </a:path>
                    <a:tileRect t="-100000" r="-100000"/>
                  </a:gradFill>
                  <a:ln>
                    <a:noFill/>
                  </a:ln>
                  <a:effectLst>
                    <a:innerShdw>
                      <a:schemeClr val="tx1"/>
                    </a:innerShdw>
                    <a:softEdge rad="12700"/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69" name="Oval 121"/>
                  <p:cNvSpPr>
                    <a:spLocks noChangeArrowheads="1"/>
                  </p:cNvSpPr>
                  <p:nvPr/>
                </p:nvSpPr>
                <p:spPr bwMode="auto">
                  <a:xfrm>
                    <a:off x="6291859" y="552546"/>
                    <a:ext cx="33137" cy="32366"/>
                  </a:xfrm>
                  <a:prstGeom prst="ellipse">
                    <a:avLst/>
                  </a:prstGeom>
                  <a:solidFill>
                    <a:srgbClr val="0069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pic>
                <p:nvPicPr>
                  <p:cNvPr id="270" name="Picture 122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87235" y="549464"/>
                    <a:ext cx="41614" cy="3776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71" name="Ellipse 270"/>
                  <p:cNvSpPr/>
                  <p:nvPr/>
                </p:nvSpPr>
                <p:spPr bwMode="auto">
                  <a:xfrm>
                    <a:off x="6218026" y="4262538"/>
                    <a:ext cx="214287" cy="214287"/>
                  </a:xfrm>
                  <a:prstGeom prst="ellipse">
                    <a:avLst/>
                  </a:prstGeom>
                  <a:gradFill flip="none" rotWithShape="1">
                    <a:gsLst>
                      <a:gs pos="14000">
                        <a:srgbClr val="353535"/>
                      </a:gs>
                      <a:gs pos="0">
                        <a:schemeClr val="bg1">
                          <a:alpha val="62000"/>
                        </a:schemeClr>
                      </a:gs>
                      <a:gs pos="63000">
                        <a:srgbClr val="171717"/>
                      </a:gs>
                      <a:gs pos="0">
                        <a:srgbClr val="828282"/>
                      </a:gs>
                      <a:gs pos="0">
                        <a:srgbClr val="666666"/>
                      </a:gs>
                      <a:gs pos="100000">
                        <a:schemeClr val="tx1"/>
                      </a:gs>
                    </a:gsLst>
                    <a:lin ang="16200000" scaled="1"/>
                    <a:tileRect/>
                  </a:gradFill>
                  <a:ln w="6350" cap="sq" cmpd="sng">
                    <a:gradFill>
                      <a:gsLst>
                        <a:gs pos="0">
                          <a:schemeClr val="tx1">
                            <a:lumMod val="50000"/>
                            <a:lumOff val="50000"/>
                            <a:alpha val="52000"/>
                          </a:schemeClr>
                        </a:gs>
                        <a:gs pos="100000">
                          <a:schemeClr val="bg1">
                            <a:lumMod val="85000"/>
                            <a:alpha val="25000"/>
                          </a:schemeClr>
                        </a:gs>
                      </a:gsLst>
                      <a:lin ang="21594000" scaled="0"/>
                    </a:gradFill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" name="Abgerundetes Rechteck 271"/>
                  <p:cNvSpPr/>
                  <p:nvPr/>
                </p:nvSpPr>
                <p:spPr bwMode="auto">
                  <a:xfrm>
                    <a:off x="6269080" y="4319378"/>
                    <a:ext cx="111125" cy="111125"/>
                  </a:xfrm>
                  <a:prstGeom prst="roundRect">
                    <a:avLst/>
                  </a:prstGeom>
                  <a:noFill/>
                  <a:ln w="6350">
                    <a:gradFill>
                      <a:gsLst>
                        <a:gs pos="0">
                          <a:schemeClr val="bg2">
                            <a:lumMod val="75000"/>
                            <a:alpha val="46000"/>
                          </a:schemeClr>
                        </a:gs>
                        <a:gs pos="50000">
                          <a:schemeClr val="bg1">
                            <a:lumMod val="65000"/>
                            <a:alpha val="55000"/>
                          </a:schemeClr>
                        </a:gs>
                        <a:gs pos="100000">
                          <a:schemeClr val="bg1">
                            <a:lumMod val="95000"/>
                            <a:alpha val="82000"/>
                          </a:schemeClr>
                        </a:gs>
                      </a:gsLst>
                      <a:lin ang="5400000" scaled="0"/>
                    </a:gradFill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" name="Freeform 164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343526" y="379707"/>
                    <a:ext cx="2375532" cy="3831011"/>
                  </a:xfrm>
                  <a:custGeom>
                    <a:avLst/>
                    <a:gdLst>
                      <a:gd name="connsiteX0" fmla="*/ 0 w 10019"/>
                      <a:gd name="connsiteY0" fmla="*/ 0 h 10000"/>
                      <a:gd name="connsiteX1" fmla="*/ 0 w 10019"/>
                      <a:gd name="connsiteY1" fmla="*/ 1559 h 10000"/>
                      <a:gd name="connsiteX2" fmla="*/ 6029 w 10019"/>
                      <a:gd name="connsiteY2" fmla="*/ 10000 h 10000"/>
                      <a:gd name="connsiteX3" fmla="*/ 10000 w 10019"/>
                      <a:gd name="connsiteY3" fmla="*/ 10000 h 10000"/>
                      <a:gd name="connsiteX4" fmla="*/ 10019 w 10019"/>
                      <a:gd name="connsiteY4" fmla="*/ 22 h 10000"/>
                      <a:gd name="connsiteX5" fmla="*/ 0 w 10019"/>
                      <a:gd name="connsiteY5" fmla="*/ 0 h 10000"/>
                      <a:gd name="connsiteX0" fmla="*/ 2636 w 10019"/>
                      <a:gd name="connsiteY0" fmla="*/ 0 h 11184"/>
                      <a:gd name="connsiteX1" fmla="*/ 0 w 10019"/>
                      <a:gd name="connsiteY1" fmla="*/ 2743 h 11184"/>
                      <a:gd name="connsiteX2" fmla="*/ 6029 w 10019"/>
                      <a:gd name="connsiteY2" fmla="*/ 11184 h 11184"/>
                      <a:gd name="connsiteX3" fmla="*/ 10000 w 10019"/>
                      <a:gd name="connsiteY3" fmla="*/ 11184 h 11184"/>
                      <a:gd name="connsiteX4" fmla="*/ 10019 w 10019"/>
                      <a:gd name="connsiteY4" fmla="*/ 1206 h 11184"/>
                      <a:gd name="connsiteX5" fmla="*/ 2636 w 10019"/>
                      <a:gd name="connsiteY5" fmla="*/ 0 h 11184"/>
                      <a:gd name="connsiteX0" fmla="*/ 0 w 7383"/>
                      <a:gd name="connsiteY0" fmla="*/ 0 h 11184"/>
                      <a:gd name="connsiteX1" fmla="*/ 1258 w 7383"/>
                      <a:gd name="connsiteY1" fmla="*/ 4441 h 11184"/>
                      <a:gd name="connsiteX2" fmla="*/ 3393 w 7383"/>
                      <a:gd name="connsiteY2" fmla="*/ 11184 h 11184"/>
                      <a:gd name="connsiteX3" fmla="*/ 7364 w 7383"/>
                      <a:gd name="connsiteY3" fmla="*/ 11184 h 11184"/>
                      <a:gd name="connsiteX4" fmla="*/ 7383 w 7383"/>
                      <a:gd name="connsiteY4" fmla="*/ 1206 h 11184"/>
                      <a:gd name="connsiteX5" fmla="*/ 0 w 7383"/>
                      <a:gd name="connsiteY5" fmla="*/ 0 h 11184"/>
                      <a:gd name="connsiteX0" fmla="*/ 0 w 10649"/>
                      <a:gd name="connsiteY0" fmla="*/ 0 h 10000"/>
                      <a:gd name="connsiteX1" fmla="*/ 1704 w 10649"/>
                      <a:gd name="connsiteY1" fmla="*/ 3971 h 10000"/>
                      <a:gd name="connsiteX2" fmla="*/ 4596 w 10649"/>
                      <a:gd name="connsiteY2" fmla="*/ 10000 h 10000"/>
                      <a:gd name="connsiteX3" fmla="*/ 9974 w 10649"/>
                      <a:gd name="connsiteY3" fmla="*/ 10000 h 10000"/>
                      <a:gd name="connsiteX4" fmla="*/ 10649 w 10649"/>
                      <a:gd name="connsiteY4" fmla="*/ 19 h 10000"/>
                      <a:gd name="connsiteX5" fmla="*/ 0 w 10649"/>
                      <a:gd name="connsiteY5" fmla="*/ 0 h 10000"/>
                      <a:gd name="connsiteX0" fmla="*/ 0 w 10649"/>
                      <a:gd name="connsiteY0" fmla="*/ 0 h 10000"/>
                      <a:gd name="connsiteX1" fmla="*/ 1704 w 10649"/>
                      <a:gd name="connsiteY1" fmla="*/ 3971 h 10000"/>
                      <a:gd name="connsiteX2" fmla="*/ 4596 w 10649"/>
                      <a:gd name="connsiteY2" fmla="*/ 10000 h 10000"/>
                      <a:gd name="connsiteX3" fmla="*/ 10583 w 10649"/>
                      <a:gd name="connsiteY3" fmla="*/ 10000 h 10000"/>
                      <a:gd name="connsiteX4" fmla="*/ 10649 w 10649"/>
                      <a:gd name="connsiteY4" fmla="*/ 19 h 10000"/>
                      <a:gd name="connsiteX5" fmla="*/ 0 w 10649"/>
                      <a:gd name="connsiteY5" fmla="*/ 0 h 10000"/>
                      <a:gd name="connsiteX0" fmla="*/ 0 w 10649"/>
                      <a:gd name="connsiteY0" fmla="*/ 0 h 10000"/>
                      <a:gd name="connsiteX1" fmla="*/ 1704 w 10649"/>
                      <a:gd name="connsiteY1" fmla="*/ 3971 h 10000"/>
                      <a:gd name="connsiteX2" fmla="*/ 10583 w 10649"/>
                      <a:gd name="connsiteY2" fmla="*/ 10000 h 10000"/>
                      <a:gd name="connsiteX3" fmla="*/ 10649 w 10649"/>
                      <a:gd name="connsiteY3" fmla="*/ 19 h 10000"/>
                      <a:gd name="connsiteX4" fmla="*/ 0 w 10649"/>
                      <a:gd name="connsiteY4" fmla="*/ 0 h 10000"/>
                      <a:gd name="connsiteX0" fmla="*/ 0 w 10649"/>
                      <a:gd name="connsiteY0" fmla="*/ 0 h 10000"/>
                      <a:gd name="connsiteX1" fmla="*/ 10583 w 10649"/>
                      <a:gd name="connsiteY1" fmla="*/ 10000 h 10000"/>
                      <a:gd name="connsiteX2" fmla="*/ 10649 w 10649"/>
                      <a:gd name="connsiteY2" fmla="*/ 19 h 10000"/>
                      <a:gd name="connsiteX3" fmla="*/ 0 w 10649"/>
                      <a:gd name="connsiteY3" fmla="*/ 0 h 10000"/>
                      <a:gd name="connsiteX0" fmla="*/ 0 w 10649"/>
                      <a:gd name="connsiteY0" fmla="*/ 2 h 10002"/>
                      <a:gd name="connsiteX1" fmla="*/ 10583 w 10649"/>
                      <a:gd name="connsiteY1" fmla="*/ 10002 h 10002"/>
                      <a:gd name="connsiteX2" fmla="*/ 10649 w 10649"/>
                      <a:gd name="connsiteY2" fmla="*/ 21 h 10002"/>
                      <a:gd name="connsiteX3" fmla="*/ 9962 w 10649"/>
                      <a:gd name="connsiteY3" fmla="*/ 0 h 10002"/>
                      <a:gd name="connsiteX4" fmla="*/ 0 w 10649"/>
                      <a:gd name="connsiteY4" fmla="*/ 2 h 10002"/>
                      <a:gd name="connsiteX0" fmla="*/ 0 w 11371"/>
                      <a:gd name="connsiteY0" fmla="*/ 409 h 10409"/>
                      <a:gd name="connsiteX1" fmla="*/ 10583 w 11371"/>
                      <a:gd name="connsiteY1" fmla="*/ 10409 h 10409"/>
                      <a:gd name="connsiteX2" fmla="*/ 10603 w 11371"/>
                      <a:gd name="connsiteY2" fmla="*/ 843 h 10409"/>
                      <a:gd name="connsiteX3" fmla="*/ 10649 w 11371"/>
                      <a:gd name="connsiteY3" fmla="*/ 428 h 10409"/>
                      <a:gd name="connsiteX4" fmla="*/ 9962 w 11371"/>
                      <a:gd name="connsiteY4" fmla="*/ 407 h 10409"/>
                      <a:gd name="connsiteX5" fmla="*/ 0 w 11371"/>
                      <a:gd name="connsiteY5" fmla="*/ 409 h 10409"/>
                      <a:gd name="connsiteX0" fmla="*/ 0 w 11371"/>
                      <a:gd name="connsiteY0" fmla="*/ 353 h 10353"/>
                      <a:gd name="connsiteX1" fmla="*/ 10583 w 11371"/>
                      <a:gd name="connsiteY1" fmla="*/ 10353 h 10353"/>
                      <a:gd name="connsiteX2" fmla="*/ 10603 w 11371"/>
                      <a:gd name="connsiteY2" fmla="*/ 787 h 10353"/>
                      <a:gd name="connsiteX3" fmla="*/ 10527 w 11371"/>
                      <a:gd name="connsiteY3" fmla="*/ 553 h 10353"/>
                      <a:gd name="connsiteX4" fmla="*/ 9962 w 11371"/>
                      <a:gd name="connsiteY4" fmla="*/ 351 h 10353"/>
                      <a:gd name="connsiteX5" fmla="*/ 0 w 11371"/>
                      <a:gd name="connsiteY5" fmla="*/ 353 h 10353"/>
                      <a:gd name="connsiteX0" fmla="*/ 0 w 11371"/>
                      <a:gd name="connsiteY0" fmla="*/ 353 h 10353"/>
                      <a:gd name="connsiteX1" fmla="*/ 10583 w 11371"/>
                      <a:gd name="connsiteY1" fmla="*/ 10353 h 10353"/>
                      <a:gd name="connsiteX2" fmla="*/ 10603 w 11371"/>
                      <a:gd name="connsiteY2" fmla="*/ 787 h 10353"/>
                      <a:gd name="connsiteX3" fmla="*/ 10374 w 11371"/>
                      <a:gd name="connsiteY3" fmla="*/ 553 h 10353"/>
                      <a:gd name="connsiteX4" fmla="*/ 9962 w 11371"/>
                      <a:gd name="connsiteY4" fmla="*/ 351 h 10353"/>
                      <a:gd name="connsiteX5" fmla="*/ 0 w 11371"/>
                      <a:gd name="connsiteY5" fmla="*/ 353 h 10353"/>
                      <a:gd name="connsiteX0" fmla="*/ 0 w 11381"/>
                      <a:gd name="connsiteY0" fmla="*/ 2 h 10003"/>
                      <a:gd name="connsiteX1" fmla="*/ 10583 w 11381"/>
                      <a:gd name="connsiteY1" fmla="*/ 10002 h 10003"/>
                      <a:gd name="connsiteX2" fmla="*/ 10634 w 11381"/>
                      <a:gd name="connsiteY2" fmla="*/ 3567 h 10003"/>
                      <a:gd name="connsiteX3" fmla="*/ 10603 w 11381"/>
                      <a:gd name="connsiteY3" fmla="*/ 436 h 10003"/>
                      <a:gd name="connsiteX4" fmla="*/ 10374 w 11381"/>
                      <a:gd name="connsiteY4" fmla="*/ 202 h 10003"/>
                      <a:gd name="connsiteX5" fmla="*/ 9962 w 11381"/>
                      <a:gd name="connsiteY5" fmla="*/ 0 h 10003"/>
                      <a:gd name="connsiteX6" fmla="*/ 0 w 11381"/>
                      <a:gd name="connsiteY6" fmla="*/ 2 h 10003"/>
                      <a:gd name="connsiteX0" fmla="*/ 0 w 11374"/>
                      <a:gd name="connsiteY0" fmla="*/ 2 h 10008"/>
                      <a:gd name="connsiteX1" fmla="*/ 10583 w 11374"/>
                      <a:gd name="connsiteY1" fmla="*/ 10002 h 10008"/>
                      <a:gd name="connsiteX2" fmla="*/ 10634 w 11374"/>
                      <a:gd name="connsiteY2" fmla="*/ 3567 h 10008"/>
                      <a:gd name="connsiteX3" fmla="*/ 10603 w 11374"/>
                      <a:gd name="connsiteY3" fmla="*/ 436 h 10008"/>
                      <a:gd name="connsiteX4" fmla="*/ 10374 w 11374"/>
                      <a:gd name="connsiteY4" fmla="*/ 202 h 10008"/>
                      <a:gd name="connsiteX5" fmla="*/ 9962 w 11374"/>
                      <a:gd name="connsiteY5" fmla="*/ 0 h 10008"/>
                      <a:gd name="connsiteX6" fmla="*/ 0 w 11374"/>
                      <a:gd name="connsiteY6" fmla="*/ 2 h 10008"/>
                      <a:gd name="connsiteX0" fmla="*/ 0 w 10635"/>
                      <a:gd name="connsiteY0" fmla="*/ 2 h 10002"/>
                      <a:gd name="connsiteX1" fmla="*/ 10583 w 10635"/>
                      <a:gd name="connsiteY1" fmla="*/ 10002 h 10002"/>
                      <a:gd name="connsiteX2" fmla="*/ 10634 w 10635"/>
                      <a:gd name="connsiteY2" fmla="*/ 3567 h 10002"/>
                      <a:gd name="connsiteX3" fmla="*/ 10603 w 10635"/>
                      <a:gd name="connsiteY3" fmla="*/ 436 h 10002"/>
                      <a:gd name="connsiteX4" fmla="*/ 10374 w 10635"/>
                      <a:gd name="connsiteY4" fmla="*/ 202 h 10002"/>
                      <a:gd name="connsiteX5" fmla="*/ 9962 w 10635"/>
                      <a:gd name="connsiteY5" fmla="*/ 0 h 10002"/>
                      <a:gd name="connsiteX6" fmla="*/ 0 w 10635"/>
                      <a:gd name="connsiteY6" fmla="*/ 2 h 10002"/>
                      <a:gd name="connsiteX0" fmla="*/ 0 w 10635"/>
                      <a:gd name="connsiteY0" fmla="*/ 2 h 10002"/>
                      <a:gd name="connsiteX1" fmla="*/ 10583 w 10635"/>
                      <a:gd name="connsiteY1" fmla="*/ 10002 h 10002"/>
                      <a:gd name="connsiteX2" fmla="*/ 10634 w 10635"/>
                      <a:gd name="connsiteY2" fmla="*/ 3567 h 10002"/>
                      <a:gd name="connsiteX3" fmla="*/ 10603 w 10635"/>
                      <a:gd name="connsiteY3" fmla="*/ 436 h 10002"/>
                      <a:gd name="connsiteX4" fmla="*/ 10374 w 10635"/>
                      <a:gd name="connsiteY4" fmla="*/ 202 h 10002"/>
                      <a:gd name="connsiteX5" fmla="*/ 9962 w 10635"/>
                      <a:gd name="connsiteY5" fmla="*/ 0 h 10002"/>
                      <a:gd name="connsiteX6" fmla="*/ 0 w 10635"/>
                      <a:gd name="connsiteY6" fmla="*/ 2 h 10002"/>
                      <a:gd name="connsiteX0" fmla="*/ 0 w 10635"/>
                      <a:gd name="connsiteY0" fmla="*/ 2 h 10002"/>
                      <a:gd name="connsiteX1" fmla="*/ 10583 w 10635"/>
                      <a:gd name="connsiteY1" fmla="*/ 10002 h 10002"/>
                      <a:gd name="connsiteX2" fmla="*/ 10634 w 10635"/>
                      <a:gd name="connsiteY2" fmla="*/ 3567 h 10002"/>
                      <a:gd name="connsiteX3" fmla="*/ 10603 w 10635"/>
                      <a:gd name="connsiteY3" fmla="*/ 436 h 10002"/>
                      <a:gd name="connsiteX4" fmla="*/ 10374 w 10635"/>
                      <a:gd name="connsiteY4" fmla="*/ 202 h 10002"/>
                      <a:gd name="connsiteX5" fmla="*/ 9962 w 10635"/>
                      <a:gd name="connsiteY5" fmla="*/ 0 h 10002"/>
                      <a:gd name="connsiteX6" fmla="*/ 0 w 10635"/>
                      <a:gd name="connsiteY6" fmla="*/ 2 h 1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35" h="10002">
                        <a:moveTo>
                          <a:pt x="0" y="2"/>
                        </a:moveTo>
                        <a:cubicBezTo>
                          <a:pt x="3315" y="3335"/>
                          <a:pt x="6927" y="6644"/>
                          <a:pt x="10583" y="10002"/>
                        </a:cubicBezTo>
                        <a:cubicBezTo>
                          <a:pt x="10577" y="8940"/>
                          <a:pt x="10600" y="9480"/>
                          <a:pt x="10634" y="3567"/>
                        </a:cubicBezTo>
                        <a:cubicBezTo>
                          <a:pt x="10637" y="1973"/>
                          <a:pt x="10641" y="485"/>
                          <a:pt x="10603" y="436"/>
                        </a:cubicBezTo>
                        <a:cubicBezTo>
                          <a:pt x="10565" y="387"/>
                          <a:pt x="10481" y="275"/>
                          <a:pt x="10374" y="202"/>
                        </a:cubicBezTo>
                        <a:lnTo>
                          <a:pt x="996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">
                        <a:srgbClr val="D9D9D9">
                          <a:alpha val="0"/>
                        </a:srgbClr>
                      </a:gs>
                      <a:gs pos="100000">
                        <a:srgbClr val="D9D9D9">
                          <a:alpha val="17000"/>
                        </a:srgbClr>
                      </a:gs>
                      <a:gs pos="80000">
                        <a:schemeClr val="bg1">
                          <a:lumMod val="85000"/>
                          <a:alpha val="30000"/>
                        </a:schemeClr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5" name="Rechteck 264"/>
                <p:cNvSpPr/>
                <p:nvPr/>
              </p:nvSpPr>
              <p:spPr bwMode="gray">
                <a:xfrm>
                  <a:off x="6018586" y="4398046"/>
                  <a:ext cx="1442162" cy="1033542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>
                    <a:lnSpc>
                      <a:spcPct val="80000"/>
                    </a:lnSpc>
                  </a:pPr>
                  <a:r>
                    <a:rPr lang="de-DE" sz="20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4 </a:t>
                  </a:r>
                  <a:r>
                    <a:rPr lang="de-DE" sz="16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x </a:t>
                  </a:r>
                  <a:r>
                    <a:rPr lang="de-DE" sz="20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2.2 </a:t>
                  </a:r>
                  <a:r>
                    <a:rPr lang="de-DE" sz="16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GHz</a:t>
                  </a:r>
                </a:p>
                <a:p>
                  <a:pPr lvl="0" algn="ctr">
                    <a:lnSpc>
                      <a:spcPct val="80000"/>
                    </a:lnSpc>
                  </a:pPr>
                  <a:r>
                    <a:rPr lang="de-DE" sz="20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2 </a:t>
                  </a:r>
                  <a:r>
                    <a:rPr lang="de-DE" sz="16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GB</a:t>
                  </a:r>
                  <a:r>
                    <a:rPr lang="de-DE" sz="12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 RAM</a:t>
                  </a:r>
                </a:p>
                <a:p>
                  <a:pPr lvl="0" algn="ctr">
                    <a:lnSpc>
                      <a:spcPct val="80000"/>
                    </a:lnSpc>
                  </a:pPr>
                  <a:r>
                    <a:rPr lang="de-DE" sz="20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1</a:t>
                  </a:r>
                  <a:r>
                    <a:rPr lang="de-DE" sz="16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 TB </a:t>
                  </a:r>
                  <a:r>
                    <a:rPr lang="de-DE" sz="1200" b="1" dirty="0" smtClean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rPr>
                    <a:t>SSD</a:t>
                  </a:r>
                  <a:endParaRPr lang="de-DE" sz="1600" b="1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80807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ieren 2"/>
          <p:cNvGrpSpPr/>
          <p:nvPr/>
        </p:nvGrpSpPr>
        <p:grpSpPr>
          <a:xfrm>
            <a:off x="393129" y="493980"/>
            <a:ext cx="8425393" cy="5877249"/>
            <a:chOff x="393129" y="493980"/>
            <a:chExt cx="8425393" cy="5877249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09960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6009960" y="505037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202985" y="1935038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Gerade Verbindung 65"/>
            <p:cNvCxnSpPr/>
            <p:nvPr/>
          </p:nvCxnSpPr>
          <p:spPr bwMode="gray">
            <a:xfrm>
              <a:off x="3130754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H="1">
              <a:off x="393129" y="4931233"/>
              <a:ext cx="2665393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uppieren 119"/>
            <p:cNvGrpSpPr/>
            <p:nvPr/>
          </p:nvGrpSpPr>
          <p:grpSpPr>
            <a:xfrm>
              <a:off x="393450" y="493980"/>
              <a:ext cx="2665072" cy="2860693"/>
              <a:chOff x="393450" y="493980"/>
              <a:chExt cx="2665072" cy="2860693"/>
            </a:xfrm>
          </p:grpSpPr>
          <p:sp>
            <p:nvSpPr>
              <p:cNvPr id="70" name="Textfeld 69"/>
              <p:cNvSpPr txBox="1"/>
              <p:nvPr/>
            </p:nvSpPr>
            <p:spPr bwMode="gray">
              <a:xfrm>
                <a:off x="393450" y="493980"/>
                <a:ext cx="2665072" cy="1080689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en-US" sz="3600" b="1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en-US" sz="3600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en-US" sz="3600" noProof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71" name="Rechteck 70"/>
              <p:cNvSpPr/>
              <p:nvPr/>
            </p:nvSpPr>
            <p:spPr bwMode="gray">
              <a:xfrm>
                <a:off x="393450" y="2296279"/>
                <a:ext cx="2665072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noProof="1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en-US" sz="11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72" name="Rechteck 71"/>
              <p:cNvSpPr/>
              <p:nvPr/>
            </p:nvSpPr>
            <p:spPr bwMode="gray">
              <a:xfrm>
                <a:off x="393450" y="1574669"/>
                <a:ext cx="2665072" cy="72160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400" noProof="1" smtClean="0">
                    <a:solidFill>
                      <a:srgbClr val="000000"/>
                    </a:solidFill>
                  </a:rPr>
                  <a:t>Subheadline for further information on the topic or a short introduction.</a:t>
                </a:r>
                <a:endParaRPr lang="en-US" sz="1600" noProof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4" name="Gruppieren 123"/>
            <p:cNvGrpSpPr/>
            <p:nvPr/>
          </p:nvGrpSpPr>
          <p:grpSpPr>
            <a:xfrm>
              <a:off x="6082985" y="3501232"/>
              <a:ext cx="2735537" cy="2869997"/>
              <a:chOff x="6082985" y="3501232"/>
              <a:chExt cx="2735537" cy="2869997"/>
            </a:xfrm>
          </p:grpSpPr>
          <p:sp>
            <p:nvSpPr>
              <p:cNvPr id="80" name="Textfeld 79"/>
              <p:cNvSpPr txBox="1"/>
              <p:nvPr/>
            </p:nvSpPr>
            <p:spPr bwMode="gray">
              <a:xfrm>
                <a:off x="6082985" y="3501232"/>
                <a:ext cx="2665393" cy="180000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  <p:sp>
            <p:nvSpPr>
              <p:cNvPr id="81" name="Textfeld 80"/>
              <p:cNvSpPr txBox="1"/>
              <p:nvPr/>
            </p:nvSpPr>
            <p:spPr bwMode="gray">
              <a:xfrm>
                <a:off x="6082985" y="3681231"/>
                <a:ext cx="2735537" cy="539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b="1" dirty="0" smtClean="0">
                    <a:solidFill>
                      <a:schemeClr val="accent1"/>
                    </a:solidFill>
                  </a:rPr>
                  <a:t>270,000</a:t>
                </a:r>
                <a:r>
                  <a:rPr lang="de-DE" sz="1600" b="1" dirty="0" smtClean="0">
                    <a:solidFill>
                      <a:schemeClr val="accent1"/>
                    </a:solidFill>
                  </a:rPr>
                  <a:t> </a:t>
                </a:r>
                <a:r>
                  <a:rPr lang="en-US" sz="1400" b="1" dirty="0" smtClean="0">
                    <a:solidFill>
                      <a:schemeClr val="accent1"/>
                    </a:solidFill>
                  </a:rPr>
                  <a:t>users</a:t>
                </a:r>
                <a:endParaRPr lang="en-US" sz="3600" b="1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0" name="Textfeld 89"/>
              <p:cNvSpPr txBox="1"/>
              <p:nvPr/>
            </p:nvSpPr>
            <p:spPr bwMode="gray">
              <a:xfrm>
                <a:off x="6082985" y="4294800"/>
                <a:ext cx="2665393" cy="18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  <p:sp>
            <p:nvSpPr>
              <p:cNvPr id="91" name="Textfeld 90"/>
              <p:cNvSpPr txBox="1"/>
              <p:nvPr/>
            </p:nvSpPr>
            <p:spPr bwMode="gray">
              <a:xfrm>
                <a:off x="6082985" y="4401229"/>
                <a:ext cx="2735537" cy="539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b="1" dirty="0" smtClean="0">
                    <a:solidFill>
                      <a:schemeClr val="tx1"/>
                    </a:solidFill>
                  </a:rPr>
                  <a:t>45.2</a:t>
                </a:r>
                <a:r>
                  <a:rPr lang="de-DE" sz="16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1400" b="1" dirty="0" smtClean="0">
                    <a:solidFill>
                      <a:schemeClr val="tx1"/>
                    </a:solidFill>
                  </a:rPr>
                  <a:t>percent</a:t>
                </a:r>
                <a:endParaRPr lang="en-US" sz="3600" b="1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67" name="Gerade Verbindung 66"/>
              <p:cNvCxnSpPr/>
              <p:nvPr/>
            </p:nvCxnSpPr>
            <p:spPr bwMode="gray">
              <a:xfrm flipH="1">
                <a:off x="6082985" y="4931233"/>
                <a:ext cx="2665393" cy="0"/>
              </a:xfrm>
              <a:prstGeom prst="line">
                <a:avLst/>
              </a:prstGeom>
              <a:ln w="6350">
                <a:solidFill>
                  <a:srgbClr val="C8C8C8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Gerade Verbindung 92"/>
              <p:cNvCxnSpPr/>
              <p:nvPr/>
            </p:nvCxnSpPr>
            <p:spPr bwMode="gray">
              <a:xfrm flipH="1">
                <a:off x="6082985" y="4215559"/>
                <a:ext cx="2665393" cy="0"/>
              </a:xfrm>
              <a:prstGeom prst="line">
                <a:avLst/>
              </a:prstGeom>
              <a:ln w="6350">
                <a:solidFill>
                  <a:srgbClr val="C8C8C8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extfeld 95"/>
              <p:cNvSpPr txBox="1"/>
              <p:nvPr/>
            </p:nvSpPr>
            <p:spPr bwMode="gray">
              <a:xfrm>
                <a:off x="6082985" y="4931233"/>
                <a:ext cx="2665393" cy="180000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  <p:sp>
            <p:nvSpPr>
              <p:cNvPr id="107" name="Textfeld 106"/>
              <p:cNvSpPr txBox="1"/>
              <p:nvPr/>
            </p:nvSpPr>
            <p:spPr bwMode="gray">
              <a:xfrm>
                <a:off x="6082985" y="5111232"/>
                <a:ext cx="2735537" cy="539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b="1" dirty="0" smtClean="0">
                    <a:solidFill>
                      <a:schemeClr val="tx1"/>
                    </a:solidFill>
                  </a:rPr>
                  <a:t>1.65</a:t>
                </a:r>
                <a:r>
                  <a:rPr lang="de-DE" sz="16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1400" b="1" dirty="0" smtClean="0">
                    <a:solidFill>
                      <a:schemeClr val="tx1"/>
                    </a:solidFill>
                  </a:rPr>
                  <a:t>billion</a:t>
                </a:r>
                <a:endParaRPr lang="en-US" sz="36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13" name="Textfeld 112"/>
              <p:cNvSpPr txBox="1"/>
              <p:nvPr/>
            </p:nvSpPr>
            <p:spPr bwMode="gray">
              <a:xfrm>
                <a:off x="6082985" y="5724801"/>
                <a:ext cx="2665393" cy="18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  <p:sp>
            <p:nvSpPr>
              <p:cNvPr id="114" name="Textfeld 113"/>
              <p:cNvSpPr txBox="1"/>
              <p:nvPr/>
            </p:nvSpPr>
            <p:spPr bwMode="gray">
              <a:xfrm>
                <a:off x="6082985" y="5831230"/>
                <a:ext cx="2735537" cy="539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b="1" dirty="0" smtClean="0">
                    <a:solidFill>
                      <a:schemeClr val="tx1"/>
                    </a:solidFill>
                  </a:rPr>
                  <a:t>100</a:t>
                </a:r>
                <a:r>
                  <a:rPr lang="de-DE" sz="1400" b="1" dirty="0" smtClean="0">
                    <a:solidFill>
                      <a:schemeClr val="tx1"/>
                    </a:solidFill>
                  </a:rPr>
                  <a:t> per </a:t>
                </a:r>
                <a:r>
                  <a:rPr lang="en-US" sz="1400" b="1" dirty="0" smtClean="0">
                    <a:solidFill>
                      <a:schemeClr val="tx1"/>
                    </a:solidFill>
                  </a:rPr>
                  <a:t>month</a:t>
                </a:r>
                <a:endParaRPr lang="en-US" sz="3600" b="1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16" name="Gerade Verbindung 115"/>
              <p:cNvCxnSpPr/>
              <p:nvPr/>
            </p:nvCxnSpPr>
            <p:spPr bwMode="gray">
              <a:xfrm flipH="1">
                <a:off x="6082985" y="5645560"/>
                <a:ext cx="2665393" cy="0"/>
              </a:xfrm>
              <a:prstGeom prst="line">
                <a:avLst/>
              </a:prstGeom>
              <a:ln w="6350">
                <a:solidFill>
                  <a:srgbClr val="C8C8C8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" name="Gruppieren 125"/>
            <p:cNvGrpSpPr/>
            <p:nvPr/>
          </p:nvGrpSpPr>
          <p:grpSpPr>
            <a:xfrm>
              <a:off x="501449" y="4931233"/>
              <a:ext cx="2557073" cy="1430000"/>
              <a:chOff x="501449" y="4931233"/>
              <a:chExt cx="2557073" cy="1430000"/>
            </a:xfrm>
          </p:grpSpPr>
          <p:grpSp>
            <p:nvGrpSpPr>
              <p:cNvPr id="2" name="Gruppieren 1"/>
              <p:cNvGrpSpPr/>
              <p:nvPr/>
            </p:nvGrpSpPr>
            <p:grpSpPr bwMode="gray">
              <a:xfrm>
                <a:off x="501449" y="5063090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117" name="Rad 116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8" name="Rechteck 117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30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19" name="Halbbogen 118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8993034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174" name="Rechteck 173"/>
              <p:cNvSpPr/>
              <p:nvPr/>
            </p:nvSpPr>
            <p:spPr bwMode="gray">
              <a:xfrm>
                <a:off x="1689450" y="4931233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25" name="Gruppieren 124"/>
            <p:cNvGrpSpPr/>
            <p:nvPr/>
          </p:nvGrpSpPr>
          <p:grpSpPr>
            <a:xfrm>
              <a:off x="501449" y="3500559"/>
              <a:ext cx="2557073" cy="1430000"/>
              <a:chOff x="501449" y="3500559"/>
              <a:chExt cx="2557073" cy="1430000"/>
            </a:xfrm>
          </p:grpSpPr>
          <p:grpSp>
            <p:nvGrpSpPr>
              <p:cNvPr id="228" name="Gruppieren 227"/>
              <p:cNvGrpSpPr/>
              <p:nvPr/>
            </p:nvGrpSpPr>
            <p:grpSpPr bwMode="gray">
              <a:xfrm>
                <a:off x="501449" y="3632416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229" name="Rad 228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rgbClr val="000000"/>
                      </a:solidFill>
                    </a:rPr>
                    <a:t>62</a:t>
                  </a:r>
                  <a:r>
                    <a:rPr lang="de-DE" sz="1400" b="1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1" name="Halbbogen 230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2505050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232" name="Rechteck 231"/>
              <p:cNvSpPr/>
              <p:nvPr/>
            </p:nvSpPr>
            <p:spPr bwMode="gray">
              <a:xfrm>
                <a:off x="1689450" y="3500559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/>
                  <a:t>This is a placeholder text, </a:t>
                </a:r>
                <a:r>
                  <a:rPr lang="en-US" sz="1050" b="1" dirty="0" smtClean="0">
                    <a:solidFill>
                      <a:schemeClr val="accent1"/>
                    </a:solidFill>
                  </a:rPr>
                  <a:t/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</a:t>
                </a:r>
                <a:br>
                  <a:rPr lang="en-US" sz="1050" dirty="0" smtClean="0">
                    <a:solidFill>
                      <a:srgbClr val="7D7D7D"/>
                    </a:solidFill>
                  </a:rPr>
                </a:br>
                <a:r>
                  <a:rPr lang="en-US" sz="1050" dirty="0" smtClean="0">
                    <a:solidFill>
                      <a:srgbClr val="7D7D7D"/>
                    </a:solidFill>
                  </a:rPr>
                  <a:t>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31" name="Gruppieren 130"/>
            <p:cNvGrpSpPr/>
            <p:nvPr/>
          </p:nvGrpSpPr>
          <p:grpSpPr bwMode="gray">
            <a:xfrm>
              <a:off x="3202985" y="3501233"/>
              <a:ext cx="2735537" cy="2860000"/>
              <a:chOff x="3202985" y="3501233"/>
              <a:chExt cx="2735537" cy="2860000"/>
            </a:xfrm>
          </p:grpSpPr>
          <p:sp>
            <p:nvSpPr>
              <p:cNvPr id="273" name="Textfeld 272"/>
              <p:cNvSpPr txBox="1"/>
              <p:nvPr/>
            </p:nvSpPr>
            <p:spPr bwMode="gray">
              <a:xfrm>
                <a:off x="3338278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2020</a:t>
                </a:r>
                <a:endParaRPr lang="de-DE" sz="1100"/>
              </a:p>
            </p:txBody>
          </p:sp>
          <p:sp>
            <p:nvSpPr>
              <p:cNvPr id="274" name="Textfeld 273"/>
              <p:cNvSpPr txBox="1"/>
              <p:nvPr/>
            </p:nvSpPr>
            <p:spPr bwMode="gray">
              <a:xfrm>
                <a:off x="3748490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2021</a:t>
                </a:r>
                <a:endParaRPr lang="de-DE" sz="1100"/>
              </a:p>
            </p:txBody>
          </p:sp>
          <p:sp>
            <p:nvSpPr>
              <p:cNvPr id="275" name="Textfeld 274"/>
              <p:cNvSpPr txBox="1"/>
              <p:nvPr/>
            </p:nvSpPr>
            <p:spPr bwMode="gray">
              <a:xfrm>
                <a:off x="4158702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2022</a:t>
                </a:r>
                <a:endParaRPr lang="de-DE" sz="1100"/>
              </a:p>
            </p:txBody>
          </p:sp>
          <p:sp>
            <p:nvSpPr>
              <p:cNvPr id="276" name="Textfeld 275"/>
              <p:cNvSpPr txBox="1"/>
              <p:nvPr/>
            </p:nvSpPr>
            <p:spPr bwMode="gray">
              <a:xfrm>
                <a:off x="4568914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2023</a:t>
                </a:r>
                <a:endParaRPr lang="de-DE" sz="1100"/>
              </a:p>
            </p:txBody>
          </p:sp>
          <p:sp>
            <p:nvSpPr>
              <p:cNvPr id="277" name="Textfeld 276"/>
              <p:cNvSpPr txBox="1"/>
              <p:nvPr/>
            </p:nvSpPr>
            <p:spPr bwMode="gray">
              <a:xfrm>
                <a:off x="4979127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2024</a:t>
                </a:r>
                <a:endParaRPr lang="de-DE" sz="1100"/>
              </a:p>
            </p:txBody>
          </p:sp>
          <p:sp>
            <p:nvSpPr>
              <p:cNvPr id="278" name="Textfeld 277"/>
              <p:cNvSpPr txBox="1"/>
              <p:nvPr/>
            </p:nvSpPr>
            <p:spPr bwMode="gray">
              <a:xfrm>
                <a:off x="5389339" y="6001235"/>
                <a:ext cx="412885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2025</a:t>
                </a:r>
                <a:endParaRPr lang="de-DE" sz="1100"/>
              </a:p>
            </p:txBody>
          </p:sp>
          <p:grpSp>
            <p:nvGrpSpPr>
              <p:cNvPr id="5" name="Gruppieren 4"/>
              <p:cNvGrpSpPr/>
              <p:nvPr/>
            </p:nvGrpSpPr>
            <p:grpSpPr bwMode="gray">
              <a:xfrm>
                <a:off x="3202985" y="4221232"/>
                <a:ext cx="2735537" cy="1780002"/>
                <a:chOff x="3202985" y="3500559"/>
                <a:chExt cx="2735537" cy="1875035"/>
              </a:xfrm>
            </p:grpSpPr>
            <p:sp>
              <p:nvSpPr>
                <p:cNvPr id="261" name="Rechteck 260"/>
                <p:cNvSpPr/>
                <p:nvPr/>
              </p:nvSpPr>
              <p:spPr bwMode="gray">
                <a:xfrm>
                  <a:off x="3430809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2" name="Rechteck 261"/>
                <p:cNvSpPr/>
                <p:nvPr/>
              </p:nvSpPr>
              <p:spPr bwMode="gray">
                <a:xfrm>
                  <a:off x="5481869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3" name="Rechteck 262"/>
                <p:cNvSpPr/>
                <p:nvPr/>
              </p:nvSpPr>
              <p:spPr bwMode="gray">
                <a:xfrm>
                  <a:off x="3841021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4" name="Rechteck 263"/>
                <p:cNvSpPr/>
                <p:nvPr/>
              </p:nvSpPr>
              <p:spPr bwMode="gray">
                <a:xfrm>
                  <a:off x="4251233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5" name="Rechteck 264"/>
                <p:cNvSpPr/>
                <p:nvPr/>
              </p:nvSpPr>
              <p:spPr bwMode="gray">
                <a:xfrm>
                  <a:off x="4661445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6" name="Rechteck 265"/>
                <p:cNvSpPr/>
                <p:nvPr/>
              </p:nvSpPr>
              <p:spPr bwMode="gray">
                <a:xfrm>
                  <a:off x="5071657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7" name="Rechteck 266"/>
                <p:cNvSpPr/>
                <p:nvPr/>
              </p:nvSpPr>
              <p:spPr bwMode="gray">
                <a:xfrm>
                  <a:off x="3430809" y="4888271"/>
                  <a:ext cx="227824" cy="487319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8" name="Rechteck 267"/>
                <p:cNvSpPr/>
                <p:nvPr/>
              </p:nvSpPr>
              <p:spPr bwMode="gray">
                <a:xfrm>
                  <a:off x="5481869" y="3614936"/>
                  <a:ext cx="227824" cy="1760656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69" name="Rechteck 268"/>
                <p:cNvSpPr/>
                <p:nvPr/>
              </p:nvSpPr>
              <p:spPr bwMode="gray">
                <a:xfrm>
                  <a:off x="3841021" y="4565546"/>
                  <a:ext cx="227824" cy="81004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70" name="Rechteck 269"/>
                <p:cNvSpPr/>
                <p:nvPr/>
              </p:nvSpPr>
              <p:spPr bwMode="gray">
                <a:xfrm>
                  <a:off x="4251233" y="4185457"/>
                  <a:ext cx="227824" cy="119013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71" name="Rechteck 270"/>
                <p:cNvSpPr/>
                <p:nvPr/>
              </p:nvSpPr>
              <p:spPr bwMode="gray">
                <a:xfrm>
                  <a:off x="4661445" y="3896062"/>
                  <a:ext cx="227824" cy="1479528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272" name="Rechteck 271"/>
                <p:cNvSpPr/>
                <p:nvPr/>
              </p:nvSpPr>
              <p:spPr bwMode="gray">
                <a:xfrm>
                  <a:off x="5071657" y="3755500"/>
                  <a:ext cx="227824" cy="1620092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cxnSp>
              <p:nvCxnSpPr>
                <p:cNvPr id="279" name="Gerade Verbindung 278"/>
                <p:cNvCxnSpPr/>
                <p:nvPr/>
              </p:nvCxnSpPr>
              <p:spPr bwMode="gray">
                <a:xfrm flipV="1">
                  <a:off x="3202985" y="5375592"/>
                  <a:ext cx="2735537" cy="2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7" name="Textfeld 696"/>
              <p:cNvSpPr txBox="1"/>
              <p:nvPr/>
            </p:nvSpPr>
            <p:spPr bwMode="gray">
              <a:xfrm>
                <a:off x="3202986" y="3501233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98" name="Textfeld 697"/>
              <p:cNvSpPr txBox="1"/>
              <p:nvPr/>
            </p:nvSpPr>
            <p:spPr bwMode="gray">
              <a:xfrm>
                <a:off x="3202985" y="3861233"/>
                <a:ext cx="2735537" cy="180000"/>
              </a:xfrm>
              <a:prstGeom prst="rect">
                <a:avLst/>
              </a:prstGeom>
              <a:noFill/>
            </p:spPr>
            <p:txBody>
              <a:bodyPr wrap="square" lIns="7200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</p:grpSp>
        <p:sp>
          <p:nvSpPr>
            <p:cNvPr id="771" name="Freeform 14"/>
            <p:cNvSpPr>
              <a:spLocks/>
            </p:cNvSpPr>
            <p:nvPr/>
          </p:nvSpPr>
          <p:spPr bwMode="gray">
            <a:xfrm flipH="1">
              <a:off x="2433397" y="4809219"/>
              <a:ext cx="904881" cy="295125"/>
            </a:xfrm>
            <a:custGeom>
              <a:avLst/>
              <a:gdLst>
                <a:gd name="T0" fmla="*/ 0 w 1184"/>
                <a:gd name="T1" fmla="*/ 345 h 345"/>
                <a:gd name="T2" fmla="*/ 136 w 1184"/>
                <a:gd name="T3" fmla="*/ 104 h 345"/>
                <a:gd name="T4" fmla="*/ 171 w 1184"/>
                <a:gd name="T5" fmla="*/ 159 h 345"/>
                <a:gd name="T6" fmla="*/ 524 w 1184"/>
                <a:gd name="T7" fmla="*/ 55 h 345"/>
                <a:gd name="T8" fmla="*/ 1184 w 1184"/>
                <a:gd name="T9" fmla="*/ 291 h 345"/>
                <a:gd name="T10" fmla="*/ 245 w 1184"/>
                <a:gd name="T11" fmla="*/ 278 h 345"/>
                <a:gd name="T12" fmla="*/ 280 w 1184"/>
                <a:gd name="T13" fmla="*/ 333 h 345"/>
                <a:gd name="T14" fmla="*/ 0 w 1184"/>
                <a:gd name="T15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4" h="345">
                  <a:moveTo>
                    <a:pt x="0" y="345"/>
                  </a:moveTo>
                  <a:cubicBezTo>
                    <a:pt x="136" y="104"/>
                    <a:pt x="136" y="104"/>
                    <a:pt x="136" y="104"/>
                  </a:cubicBezTo>
                  <a:cubicBezTo>
                    <a:pt x="171" y="159"/>
                    <a:pt x="171" y="159"/>
                    <a:pt x="171" y="159"/>
                  </a:cubicBezTo>
                  <a:cubicBezTo>
                    <a:pt x="171" y="159"/>
                    <a:pt x="300" y="60"/>
                    <a:pt x="524" y="55"/>
                  </a:cubicBezTo>
                  <a:cubicBezTo>
                    <a:pt x="694" y="52"/>
                    <a:pt x="920" y="102"/>
                    <a:pt x="1184" y="291"/>
                  </a:cubicBezTo>
                  <a:cubicBezTo>
                    <a:pt x="1182" y="291"/>
                    <a:pt x="636" y="0"/>
                    <a:pt x="245" y="278"/>
                  </a:cubicBezTo>
                  <a:cubicBezTo>
                    <a:pt x="280" y="333"/>
                    <a:pt x="280" y="333"/>
                    <a:pt x="280" y="333"/>
                  </a:cubicBezTo>
                  <a:lnTo>
                    <a:pt x="0" y="345"/>
                  </a:lnTo>
                  <a:close/>
                </a:path>
              </a:pathLst>
            </a:custGeom>
            <a:gradFill flip="none" rotWithShape="1">
              <a:gsLst>
                <a:gs pos="50000">
                  <a:schemeClr val="accent1"/>
                </a:gs>
                <a:gs pos="100000">
                  <a:schemeClr val="accent1">
                    <a:lumMod val="50000"/>
                  </a:schemeClr>
                </a:gs>
              </a:gsLst>
              <a:lin ang="10800000" scaled="1"/>
              <a:tileRect/>
            </a:gradFill>
            <a:ln w="12700">
              <a:noFill/>
              <a:round/>
              <a:headEnd/>
              <a:tailEnd/>
            </a:ln>
            <a:effectLst>
              <a:outerShdw blurRad="76200" dist="25400" dir="2700000" algn="tl" rotWithShape="0">
                <a:prstClr val="black">
                  <a:alpha val="30000"/>
                </a:prstClr>
              </a:outerShdw>
            </a:effectLst>
            <a:scene3d>
              <a:camera prst="orthographicFront">
                <a:rot lat="20399998" lon="0" rev="0"/>
              </a:camera>
              <a:lightRig rig="threePt" dir="t"/>
            </a:scene3d>
            <a:sp3d extrusionH="127000">
              <a:extrusionClr>
                <a:schemeClr val="accent1">
                  <a:lumMod val="50000"/>
                </a:schemeClr>
              </a:extrusionClr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/>
            </a:p>
          </p:txBody>
        </p:sp>
        <p:grpSp>
          <p:nvGrpSpPr>
            <p:cNvPr id="122" name="Gruppieren 121"/>
            <p:cNvGrpSpPr/>
            <p:nvPr/>
          </p:nvGrpSpPr>
          <p:grpSpPr>
            <a:xfrm>
              <a:off x="3202986" y="1942947"/>
              <a:ext cx="2735535" cy="1413822"/>
              <a:chOff x="3202986" y="1942947"/>
              <a:chExt cx="2735535" cy="1413822"/>
            </a:xfrm>
          </p:grpSpPr>
          <p:grpSp>
            <p:nvGrpSpPr>
              <p:cNvPr id="18" name="Gruppieren 17"/>
              <p:cNvGrpSpPr/>
              <p:nvPr/>
            </p:nvGrpSpPr>
            <p:grpSpPr bwMode="gray">
              <a:xfrm>
                <a:off x="3202986" y="2295034"/>
                <a:ext cx="522338" cy="1061735"/>
                <a:chOff x="3202986" y="2295034"/>
                <a:chExt cx="522338" cy="1061735"/>
              </a:xfrm>
            </p:grpSpPr>
            <p:sp>
              <p:nvSpPr>
                <p:cNvPr id="640" name="Textfeld 639"/>
                <p:cNvSpPr txBox="1"/>
                <p:nvPr/>
              </p:nvSpPr>
              <p:spPr bwMode="gray">
                <a:xfrm>
                  <a:off x="3202986" y="3015395"/>
                  <a:ext cx="522338" cy="341374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/>
                    <a:t>Place-holder</a:t>
                  </a:r>
                  <a:endParaRPr lang="de-DE" sz="900"/>
                </a:p>
              </p:txBody>
            </p:sp>
            <p:grpSp>
              <p:nvGrpSpPr>
                <p:cNvPr id="13" name="Gruppieren 12"/>
                <p:cNvGrpSpPr/>
                <p:nvPr/>
              </p:nvGrpSpPr>
              <p:grpSpPr bwMode="gray">
                <a:xfrm>
                  <a:off x="3203353" y="2295034"/>
                  <a:ext cx="260452" cy="722912"/>
                  <a:chOff x="3203353" y="2295034"/>
                  <a:chExt cx="260452" cy="722912"/>
                </a:xfrm>
              </p:grpSpPr>
              <p:sp>
                <p:nvSpPr>
                  <p:cNvPr id="629" name="Rechteck 628"/>
                  <p:cNvSpPr>
                    <a:spLocks/>
                  </p:cNvSpPr>
                  <p:nvPr/>
                </p:nvSpPr>
                <p:spPr bwMode="gray">
                  <a:xfrm>
                    <a:off x="3203353" y="2295034"/>
                    <a:ext cx="188602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969696"/>
                      </a:gs>
                      <a:gs pos="0">
                        <a:srgbClr val="E6E6E6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cxnSp>
                <p:nvCxnSpPr>
                  <p:cNvPr id="631" name="Gerade Verbindung 630"/>
                  <p:cNvCxnSpPr/>
                  <p:nvPr/>
                </p:nvCxnSpPr>
                <p:spPr bwMode="gray">
                  <a:xfrm flipV="1">
                    <a:off x="3203353" y="2297948"/>
                    <a:ext cx="0" cy="719998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9" name="Rechteck 698"/>
                  <p:cNvSpPr/>
                  <p:nvPr/>
                </p:nvSpPr>
                <p:spPr bwMode="gray">
                  <a:xfrm>
                    <a:off x="3203353" y="2729946"/>
                    <a:ext cx="260452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75000"/>
                        </a:schemeClr>
                      </a:gs>
                      <a:gs pos="52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r>
                      <a:rPr lang="de-DE" sz="1400" spc="-15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58</a:t>
                    </a:r>
                    <a:endParaRPr lang="de-DE" sz="1400" spc="-15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  <p:grpSp>
            <p:nvGrpSpPr>
              <p:cNvPr id="15" name="Gruppieren 14"/>
              <p:cNvGrpSpPr/>
              <p:nvPr/>
            </p:nvGrpSpPr>
            <p:grpSpPr bwMode="gray">
              <a:xfrm>
                <a:off x="4246870" y="2295034"/>
                <a:ext cx="522338" cy="1061735"/>
                <a:chOff x="4247295" y="2295034"/>
                <a:chExt cx="522338" cy="1061735"/>
              </a:xfrm>
            </p:grpSpPr>
            <p:sp>
              <p:nvSpPr>
                <p:cNvPr id="642" name="Textfeld 641"/>
                <p:cNvSpPr txBox="1"/>
                <p:nvPr/>
              </p:nvSpPr>
              <p:spPr bwMode="gray">
                <a:xfrm>
                  <a:off x="4247295" y="3015395"/>
                  <a:ext cx="522338" cy="341374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/>
                    <a:t>Put info here.</a:t>
                  </a:r>
                  <a:endParaRPr lang="de-DE" sz="900"/>
                </a:p>
              </p:txBody>
            </p:sp>
            <p:grpSp>
              <p:nvGrpSpPr>
                <p:cNvPr id="14" name="Gruppieren 13"/>
                <p:cNvGrpSpPr/>
                <p:nvPr/>
              </p:nvGrpSpPr>
              <p:grpSpPr bwMode="gray">
                <a:xfrm>
                  <a:off x="4247295" y="2295034"/>
                  <a:ext cx="350262" cy="722912"/>
                  <a:chOff x="4247295" y="2295034"/>
                  <a:chExt cx="350262" cy="722912"/>
                </a:xfrm>
              </p:grpSpPr>
              <p:sp>
                <p:nvSpPr>
                  <p:cNvPr id="633" name="Rechteck 632"/>
                  <p:cNvSpPr/>
                  <p:nvPr/>
                </p:nvSpPr>
                <p:spPr bwMode="gray">
                  <a:xfrm>
                    <a:off x="4247295" y="2295034"/>
                    <a:ext cx="98791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969696"/>
                      </a:gs>
                      <a:gs pos="0">
                        <a:srgbClr val="E6E6E6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cxnSp>
                <p:nvCxnSpPr>
                  <p:cNvPr id="635" name="Gerade Verbindung 634"/>
                  <p:cNvCxnSpPr/>
                  <p:nvPr/>
                </p:nvCxnSpPr>
                <p:spPr bwMode="gray">
                  <a:xfrm flipV="1">
                    <a:off x="4247295" y="2297948"/>
                    <a:ext cx="0" cy="719998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00" name="Rechteck 699"/>
                  <p:cNvSpPr/>
                  <p:nvPr/>
                </p:nvSpPr>
                <p:spPr bwMode="gray">
                  <a:xfrm>
                    <a:off x="4247295" y="2729946"/>
                    <a:ext cx="350262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75000"/>
                        </a:schemeClr>
                      </a:gs>
                      <a:gs pos="52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r>
                      <a:rPr lang="de-DE" sz="1400" spc="-15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78</a:t>
                    </a:r>
                    <a:endParaRPr lang="de-DE" sz="1400" spc="-15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  <p:grpSp>
            <p:nvGrpSpPr>
              <p:cNvPr id="17" name="Gruppieren 16"/>
              <p:cNvGrpSpPr/>
              <p:nvPr/>
            </p:nvGrpSpPr>
            <p:grpSpPr bwMode="gray">
              <a:xfrm>
                <a:off x="3724928" y="2295034"/>
                <a:ext cx="522338" cy="1061735"/>
                <a:chOff x="3724957" y="2295034"/>
                <a:chExt cx="522338" cy="1061735"/>
              </a:xfrm>
            </p:grpSpPr>
            <p:sp>
              <p:nvSpPr>
                <p:cNvPr id="641" name="Textfeld 640"/>
                <p:cNvSpPr txBox="1"/>
                <p:nvPr/>
              </p:nvSpPr>
              <p:spPr bwMode="gray">
                <a:xfrm>
                  <a:off x="3724957" y="3015395"/>
                  <a:ext cx="522338" cy="341374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/>
                    <a:t>Edit this text.</a:t>
                  </a:r>
                  <a:endParaRPr lang="de-DE" sz="900"/>
                </a:p>
              </p:txBody>
            </p:sp>
            <p:grpSp>
              <p:nvGrpSpPr>
                <p:cNvPr id="12" name="Gruppieren 11"/>
                <p:cNvGrpSpPr/>
                <p:nvPr/>
              </p:nvGrpSpPr>
              <p:grpSpPr bwMode="gray">
                <a:xfrm>
                  <a:off x="3725324" y="2295034"/>
                  <a:ext cx="291886" cy="722912"/>
                  <a:chOff x="3725324" y="2295034"/>
                  <a:chExt cx="291886" cy="722912"/>
                </a:xfrm>
              </p:grpSpPr>
              <p:sp>
                <p:nvSpPr>
                  <p:cNvPr id="637" name="Rechteck 636"/>
                  <p:cNvSpPr/>
                  <p:nvPr/>
                </p:nvSpPr>
                <p:spPr bwMode="gray">
                  <a:xfrm>
                    <a:off x="3725324" y="2295034"/>
                    <a:ext cx="291886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969696"/>
                      </a:gs>
                      <a:gs pos="0">
                        <a:srgbClr val="E6E6E6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cxnSp>
                <p:nvCxnSpPr>
                  <p:cNvPr id="639" name="Gerade Verbindung 638"/>
                  <p:cNvCxnSpPr/>
                  <p:nvPr/>
                </p:nvCxnSpPr>
                <p:spPr bwMode="gray">
                  <a:xfrm flipV="1">
                    <a:off x="3725324" y="2297948"/>
                    <a:ext cx="0" cy="719998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01" name="Rechteck 700"/>
                  <p:cNvSpPr/>
                  <p:nvPr/>
                </p:nvSpPr>
                <p:spPr bwMode="gray">
                  <a:xfrm>
                    <a:off x="3725324" y="2729946"/>
                    <a:ext cx="161845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75000"/>
                        </a:schemeClr>
                      </a:gs>
                      <a:gs pos="52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wrap="none" lIns="252000" rIns="36000" rtlCol="0" anchor="ctr"/>
                  <a:lstStyle/>
                  <a:p>
                    <a:r>
                      <a:rPr lang="de-DE" sz="1400" spc="-150" smtClean="0">
                        <a:solidFill>
                          <a:schemeClr val="accent1"/>
                        </a:solidFill>
                      </a:rPr>
                      <a:t>35</a:t>
                    </a:r>
                    <a:endParaRPr lang="de-DE" sz="1400" spc="-150">
                      <a:solidFill>
                        <a:schemeClr val="accent1"/>
                      </a:solidFill>
                    </a:endParaRPr>
                  </a:p>
                </p:txBody>
              </p:sp>
            </p:grpSp>
          </p:grpSp>
          <p:grpSp>
            <p:nvGrpSpPr>
              <p:cNvPr id="702" name="Gruppieren 701"/>
              <p:cNvGrpSpPr/>
              <p:nvPr/>
            </p:nvGrpSpPr>
            <p:grpSpPr bwMode="gray">
              <a:xfrm>
                <a:off x="4768812" y="2295034"/>
                <a:ext cx="522338" cy="1061735"/>
                <a:chOff x="3202986" y="2295034"/>
                <a:chExt cx="522338" cy="1061735"/>
              </a:xfrm>
            </p:grpSpPr>
            <p:sp>
              <p:nvSpPr>
                <p:cNvPr id="703" name="Textfeld 702"/>
                <p:cNvSpPr txBox="1"/>
                <p:nvPr/>
              </p:nvSpPr>
              <p:spPr bwMode="gray">
                <a:xfrm>
                  <a:off x="3202986" y="3015395"/>
                  <a:ext cx="522338" cy="341374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/>
                    <a:t>Place-holder</a:t>
                  </a:r>
                  <a:endParaRPr lang="de-DE" sz="900"/>
                </a:p>
              </p:txBody>
            </p:sp>
            <p:grpSp>
              <p:nvGrpSpPr>
                <p:cNvPr id="704" name="Gruppieren 703"/>
                <p:cNvGrpSpPr/>
                <p:nvPr/>
              </p:nvGrpSpPr>
              <p:grpSpPr bwMode="gray">
                <a:xfrm>
                  <a:off x="3203353" y="2295034"/>
                  <a:ext cx="260452" cy="722912"/>
                  <a:chOff x="3203353" y="2295034"/>
                  <a:chExt cx="260452" cy="722912"/>
                </a:xfrm>
              </p:grpSpPr>
              <p:sp>
                <p:nvSpPr>
                  <p:cNvPr id="705" name="Rechteck 704"/>
                  <p:cNvSpPr>
                    <a:spLocks/>
                  </p:cNvSpPr>
                  <p:nvPr/>
                </p:nvSpPr>
                <p:spPr bwMode="gray">
                  <a:xfrm>
                    <a:off x="3203353" y="2295034"/>
                    <a:ext cx="188602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969696"/>
                      </a:gs>
                      <a:gs pos="0">
                        <a:srgbClr val="E6E6E6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cxnSp>
                <p:nvCxnSpPr>
                  <p:cNvPr id="706" name="Gerade Verbindung 705"/>
                  <p:cNvCxnSpPr/>
                  <p:nvPr/>
                </p:nvCxnSpPr>
                <p:spPr bwMode="gray">
                  <a:xfrm flipV="1">
                    <a:off x="3203353" y="2297948"/>
                    <a:ext cx="0" cy="719998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07" name="Rechteck 706"/>
                  <p:cNvSpPr/>
                  <p:nvPr/>
                </p:nvSpPr>
                <p:spPr bwMode="gray">
                  <a:xfrm>
                    <a:off x="3203353" y="2729946"/>
                    <a:ext cx="260452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75000"/>
                        </a:schemeClr>
                      </a:gs>
                      <a:gs pos="52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r>
                      <a:rPr lang="de-DE" sz="1400" spc="-15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rPr>
                      <a:t>58</a:t>
                    </a:r>
                    <a:endParaRPr lang="de-DE" sz="1400" spc="-15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  <p:grpSp>
            <p:nvGrpSpPr>
              <p:cNvPr id="708" name="Gruppieren 707"/>
              <p:cNvGrpSpPr/>
              <p:nvPr/>
            </p:nvGrpSpPr>
            <p:grpSpPr bwMode="gray">
              <a:xfrm>
                <a:off x="5290754" y="2295034"/>
                <a:ext cx="522338" cy="1061735"/>
                <a:chOff x="3724957" y="2295034"/>
                <a:chExt cx="522338" cy="1061735"/>
              </a:xfrm>
            </p:grpSpPr>
            <p:sp>
              <p:nvSpPr>
                <p:cNvPr id="709" name="Textfeld 708"/>
                <p:cNvSpPr txBox="1"/>
                <p:nvPr/>
              </p:nvSpPr>
              <p:spPr bwMode="gray">
                <a:xfrm>
                  <a:off x="3724957" y="3015395"/>
                  <a:ext cx="522338" cy="341374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de-DE" sz="900" smtClean="0"/>
                    <a:t>Edit this text.</a:t>
                  </a:r>
                  <a:endParaRPr lang="de-DE" sz="900"/>
                </a:p>
              </p:txBody>
            </p:sp>
            <p:grpSp>
              <p:nvGrpSpPr>
                <p:cNvPr id="710" name="Gruppieren 709"/>
                <p:cNvGrpSpPr/>
                <p:nvPr/>
              </p:nvGrpSpPr>
              <p:grpSpPr bwMode="gray">
                <a:xfrm>
                  <a:off x="3725324" y="2295034"/>
                  <a:ext cx="291886" cy="722912"/>
                  <a:chOff x="3725324" y="2295034"/>
                  <a:chExt cx="291886" cy="722912"/>
                </a:xfrm>
              </p:grpSpPr>
              <p:sp>
                <p:nvSpPr>
                  <p:cNvPr id="711" name="Rechteck 710"/>
                  <p:cNvSpPr/>
                  <p:nvPr/>
                </p:nvSpPr>
                <p:spPr bwMode="gray">
                  <a:xfrm>
                    <a:off x="3725324" y="2295034"/>
                    <a:ext cx="291886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969696"/>
                      </a:gs>
                      <a:gs pos="0">
                        <a:srgbClr val="E6E6E6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cxnSp>
                <p:nvCxnSpPr>
                  <p:cNvPr id="712" name="Gerade Verbindung 711"/>
                  <p:cNvCxnSpPr/>
                  <p:nvPr/>
                </p:nvCxnSpPr>
                <p:spPr bwMode="gray">
                  <a:xfrm flipV="1">
                    <a:off x="3725324" y="2297948"/>
                    <a:ext cx="0" cy="719998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13" name="Rechteck 712"/>
                  <p:cNvSpPr/>
                  <p:nvPr/>
                </p:nvSpPr>
                <p:spPr bwMode="gray">
                  <a:xfrm>
                    <a:off x="3725324" y="2729946"/>
                    <a:ext cx="161845" cy="288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75000"/>
                        </a:schemeClr>
                      </a:gs>
                      <a:gs pos="52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54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wrap="none" lIns="252000" rIns="36000" rtlCol="0" anchor="ctr"/>
                  <a:lstStyle/>
                  <a:p>
                    <a:r>
                      <a:rPr lang="de-DE" sz="1400" spc="-150" smtClean="0">
                        <a:solidFill>
                          <a:schemeClr val="accent1"/>
                        </a:solidFill>
                      </a:rPr>
                      <a:t>35</a:t>
                    </a:r>
                    <a:endParaRPr lang="de-DE" sz="1400" spc="-150">
                      <a:solidFill>
                        <a:schemeClr val="accent1"/>
                      </a:solidFill>
                    </a:endParaRPr>
                  </a:p>
                </p:txBody>
              </p:sp>
            </p:grpSp>
          </p:grpSp>
          <p:sp>
            <p:nvSpPr>
              <p:cNvPr id="773" name="Rechteck 772"/>
              <p:cNvSpPr/>
              <p:nvPr/>
            </p:nvSpPr>
            <p:spPr bwMode="gray">
              <a:xfrm>
                <a:off x="3203352" y="1942947"/>
                <a:ext cx="2735169" cy="355001"/>
              </a:xfrm>
              <a:prstGeom prst="rect">
                <a:avLst/>
              </a:prstGeom>
            </p:spPr>
            <p:txBody>
              <a:bodyPr wrap="square" lIns="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21" name="Gruppieren 120"/>
            <p:cNvGrpSpPr/>
            <p:nvPr/>
          </p:nvGrpSpPr>
          <p:grpSpPr>
            <a:xfrm>
              <a:off x="3203352" y="495970"/>
              <a:ext cx="2806607" cy="1430001"/>
              <a:chOff x="3203352" y="495970"/>
              <a:chExt cx="2806607" cy="1430001"/>
            </a:xfrm>
          </p:grpSpPr>
          <p:grpSp>
            <p:nvGrpSpPr>
              <p:cNvPr id="774" name="Gruppieren 773"/>
              <p:cNvGrpSpPr/>
              <p:nvPr/>
            </p:nvGrpSpPr>
            <p:grpSpPr bwMode="gray">
              <a:xfrm>
                <a:off x="3276611" y="495970"/>
                <a:ext cx="2589911" cy="719996"/>
                <a:chOff x="8815943" y="4781549"/>
                <a:chExt cx="4720187" cy="1312215"/>
              </a:xfrm>
            </p:grpSpPr>
            <p:sp>
              <p:nvSpPr>
                <p:cNvPr id="776" name="Rechteck 775"/>
                <p:cNvSpPr/>
                <p:nvPr/>
              </p:nvSpPr>
              <p:spPr bwMode="gray">
                <a:xfrm>
                  <a:off x="8918011" y="4803959"/>
                  <a:ext cx="881201" cy="126739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36000">
                      <a:srgbClr val="C8C8C8"/>
                    </a:gs>
                  </a:gsLst>
                  <a:lin ang="108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600"/>
                </a:p>
              </p:txBody>
            </p:sp>
            <p:sp>
              <p:nvSpPr>
                <p:cNvPr id="777" name="Rechteck 776"/>
                <p:cNvSpPr/>
                <p:nvPr/>
              </p:nvSpPr>
              <p:spPr bwMode="gray">
                <a:xfrm>
                  <a:off x="8918012" y="5517235"/>
                  <a:ext cx="881202" cy="48101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600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>
                        <a:lumMod val="75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12700" dir="16200000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  <p:sp>
              <p:nvSpPr>
                <p:cNvPr id="778" name="Freeform 5"/>
                <p:cNvSpPr>
                  <a:spLocks noEditPoints="1"/>
                </p:cNvSpPr>
                <p:nvPr/>
              </p:nvSpPr>
              <p:spPr bwMode="gray">
                <a:xfrm>
                  <a:off x="8815943" y="4781549"/>
                  <a:ext cx="1085337" cy="1312215"/>
                </a:xfrm>
                <a:custGeom>
                  <a:avLst/>
                  <a:gdLst>
                    <a:gd name="T0" fmla="*/ 0 w 896"/>
                    <a:gd name="T1" fmla="*/ 0 h 1084"/>
                    <a:gd name="T2" fmla="*/ 0 w 896"/>
                    <a:gd name="T3" fmla="*/ 1084 h 1084"/>
                    <a:gd name="T4" fmla="*/ 896 w 896"/>
                    <a:gd name="T5" fmla="*/ 1084 h 1084"/>
                    <a:gd name="T6" fmla="*/ 896 w 896"/>
                    <a:gd name="T7" fmla="*/ 0 h 1084"/>
                    <a:gd name="T8" fmla="*/ 0 w 896"/>
                    <a:gd name="T9" fmla="*/ 0 h 1084"/>
                    <a:gd name="T10" fmla="*/ 760 w 896"/>
                    <a:gd name="T11" fmla="*/ 588 h 1084"/>
                    <a:gd name="T12" fmla="*/ 748 w 896"/>
                    <a:gd name="T13" fmla="*/ 593 h 1084"/>
                    <a:gd name="T14" fmla="*/ 746 w 896"/>
                    <a:gd name="T15" fmla="*/ 594 h 1084"/>
                    <a:gd name="T16" fmla="*/ 743 w 896"/>
                    <a:gd name="T17" fmla="*/ 597 h 1084"/>
                    <a:gd name="T18" fmla="*/ 741 w 896"/>
                    <a:gd name="T19" fmla="*/ 602 h 1084"/>
                    <a:gd name="T20" fmla="*/ 741 w 896"/>
                    <a:gd name="T21" fmla="*/ 602 h 1084"/>
                    <a:gd name="T22" fmla="*/ 741 w 896"/>
                    <a:gd name="T23" fmla="*/ 603 h 1084"/>
                    <a:gd name="T24" fmla="*/ 747 w 896"/>
                    <a:gd name="T25" fmla="*/ 614 h 1084"/>
                    <a:gd name="T26" fmla="*/ 757 w 896"/>
                    <a:gd name="T27" fmla="*/ 631 h 1084"/>
                    <a:gd name="T28" fmla="*/ 758 w 896"/>
                    <a:gd name="T29" fmla="*/ 633 h 1084"/>
                    <a:gd name="T30" fmla="*/ 758 w 896"/>
                    <a:gd name="T31" fmla="*/ 634 h 1084"/>
                    <a:gd name="T32" fmla="*/ 761 w 896"/>
                    <a:gd name="T33" fmla="*/ 645 h 1084"/>
                    <a:gd name="T34" fmla="*/ 723 w 896"/>
                    <a:gd name="T35" fmla="*/ 711 h 1084"/>
                    <a:gd name="T36" fmla="*/ 718 w 896"/>
                    <a:gd name="T37" fmla="*/ 713 h 1084"/>
                    <a:gd name="T38" fmla="*/ 717 w 896"/>
                    <a:gd name="T39" fmla="*/ 714 h 1084"/>
                    <a:gd name="T40" fmla="*/ 712 w 896"/>
                    <a:gd name="T41" fmla="*/ 734 h 1084"/>
                    <a:gd name="T42" fmla="*/ 714 w 896"/>
                    <a:gd name="T43" fmla="*/ 811 h 1084"/>
                    <a:gd name="T44" fmla="*/ 687 w 896"/>
                    <a:gd name="T45" fmla="*/ 833 h 1084"/>
                    <a:gd name="T46" fmla="*/ 681 w 896"/>
                    <a:gd name="T47" fmla="*/ 835 h 1084"/>
                    <a:gd name="T48" fmla="*/ 681 w 896"/>
                    <a:gd name="T49" fmla="*/ 835 h 1084"/>
                    <a:gd name="T50" fmla="*/ 677 w 896"/>
                    <a:gd name="T51" fmla="*/ 839 h 1084"/>
                    <a:gd name="T52" fmla="*/ 677 w 896"/>
                    <a:gd name="T53" fmla="*/ 840 h 1084"/>
                    <a:gd name="T54" fmla="*/ 677 w 896"/>
                    <a:gd name="T55" fmla="*/ 841 h 1084"/>
                    <a:gd name="T56" fmla="*/ 676 w 896"/>
                    <a:gd name="T57" fmla="*/ 849 h 1084"/>
                    <a:gd name="T58" fmla="*/ 678 w 896"/>
                    <a:gd name="T59" fmla="*/ 854 h 1084"/>
                    <a:gd name="T60" fmla="*/ 678 w 896"/>
                    <a:gd name="T61" fmla="*/ 854 h 1084"/>
                    <a:gd name="T62" fmla="*/ 680 w 896"/>
                    <a:gd name="T63" fmla="*/ 856 h 1084"/>
                    <a:gd name="T64" fmla="*/ 695 w 896"/>
                    <a:gd name="T65" fmla="*/ 878 h 1084"/>
                    <a:gd name="T66" fmla="*/ 696 w 896"/>
                    <a:gd name="T67" fmla="*/ 878 h 1084"/>
                    <a:gd name="T68" fmla="*/ 696 w 896"/>
                    <a:gd name="T69" fmla="*/ 881 h 1084"/>
                    <a:gd name="T70" fmla="*/ 630 w 896"/>
                    <a:gd name="T71" fmla="*/ 964 h 1084"/>
                    <a:gd name="T72" fmla="*/ 201 w 896"/>
                    <a:gd name="T73" fmla="*/ 962 h 1084"/>
                    <a:gd name="T74" fmla="*/ 143 w 896"/>
                    <a:gd name="T75" fmla="*/ 930 h 1084"/>
                    <a:gd name="T76" fmla="*/ 132 w 896"/>
                    <a:gd name="T77" fmla="*/ 930 h 1084"/>
                    <a:gd name="T78" fmla="*/ 102 w 896"/>
                    <a:gd name="T79" fmla="*/ 930 h 1084"/>
                    <a:gd name="T80" fmla="*/ 102 w 896"/>
                    <a:gd name="T81" fmla="*/ 930 h 1084"/>
                    <a:gd name="T82" fmla="*/ 102 w 896"/>
                    <a:gd name="T83" fmla="*/ 930 h 1084"/>
                    <a:gd name="T84" fmla="*/ 102 w 896"/>
                    <a:gd name="T85" fmla="*/ 834 h 1084"/>
                    <a:gd name="T86" fmla="*/ 102 w 896"/>
                    <a:gd name="T87" fmla="*/ 583 h 1084"/>
                    <a:gd name="T88" fmla="*/ 133 w 896"/>
                    <a:gd name="T89" fmla="*/ 562 h 1084"/>
                    <a:gd name="T90" fmla="*/ 133 w 896"/>
                    <a:gd name="T91" fmla="*/ 563 h 1084"/>
                    <a:gd name="T92" fmla="*/ 162 w 896"/>
                    <a:gd name="T93" fmla="*/ 542 h 1084"/>
                    <a:gd name="T94" fmla="*/ 321 w 896"/>
                    <a:gd name="T95" fmla="*/ 289 h 1084"/>
                    <a:gd name="T96" fmla="*/ 321 w 896"/>
                    <a:gd name="T97" fmla="*/ 140 h 1084"/>
                    <a:gd name="T98" fmla="*/ 361 w 896"/>
                    <a:gd name="T99" fmla="*/ 125 h 1084"/>
                    <a:gd name="T100" fmla="*/ 361 w 896"/>
                    <a:gd name="T101" fmla="*/ 125 h 1084"/>
                    <a:gd name="T102" fmla="*/ 403 w 896"/>
                    <a:gd name="T103" fmla="*/ 137 h 1084"/>
                    <a:gd name="T104" fmla="*/ 434 w 896"/>
                    <a:gd name="T105" fmla="*/ 211 h 1084"/>
                    <a:gd name="T106" fmla="*/ 450 w 896"/>
                    <a:gd name="T107" fmla="*/ 270 h 1084"/>
                    <a:gd name="T108" fmla="*/ 450 w 896"/>
                    <a:gd name="T109" fmla="*/ 270 h 1084"/>
                    <a:gd name="T110" fmla="*/ 451 w 896"/>
                    <a:gd name="T111" fmla="*/ 276 h 1084"/>
                    <a:gd name="T112" fmla="*/ 451 w 896"/>
                    <a:gd name="T113" fmla="*/ 279 h 1084"/>
                    <a:gd name="T114" fmla="*/ 451 w 896"/>
                    <a:gd name="T115" fmla="*/ 300 h 1084"/>
                    <a:gd name="T116" fmla="*/ 421 w 896"/>
                    <a:gd name="T117" fmla="*/ 484 h 1084"/>
                    <a:gd name="T118" fmla="*/ 752 w 896"/>
                    <a:gd name="T119" fmla="*/ 484 h 1084"/>
                    <a:gd name="T120" fmla="*/ 760 w 896"/>
                    <a:gd name="T121" fmla="*/ 588 h 10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96" h="1084">
                      <a:moveTo>
                        <a:pt x="0" y="0"/>
                      </a:moveTo>
                      <a:cubicBezTo>
                        <a:pt x="0" y="1084"/>
                        <a:pt x="0" y="1084"/>
                        <a:pt x="0" y="1084"/>
                      </a:cubicBezTo>
                      <a:cubicBezTo>
                        <a:pt x="896" y="1084"/>
                        <a:pt x="896" y="1084"/>
                        <a:pt x="896" y="1084"/>
                      </a:cubicBezTo>
                      <a:cubicBezTo>
                        <a:pt x="896" y="0"/>
                        <a:pt x="896" y="0"/>
                        <a:pt x="896" y="0"/>
                      </a:cubicBezTo>
                      <a:lnTo>
                        <a:pt x="0" y="0"/>
                      </a:lnTo>
                      <a:close/>
                      <a:moveTo>
                        <a:pt x="760" y="588"/>
                      </a:moveTo>
                      <a:cubicBezTo>
                        <a:pt x="756" y="591"/>
                        <a:pt x="752" y="592"/>
                        <a:pt x="748" y="593"/>
                      </a:cubicBezTo>
                      <a:cubicBezTo>
                        <a:pt x="748" y="594"/>
                        <a:pt x="747" y="594"/>
                        <a:pt x="746" y="594"/>
                      </a:cubicBezTo>
                      <a:cubicBezTo>
                        <a:pt x="745" y="595"/>
                        <a:pt x="744" y="596"/>
                        <a:pt x="743" y="597"/>
                      </a:cubicBezTo>
                      <a:cubicBezTo>
                        <a:pt x="742" y="598"/>
                        <a:pt x="741" y="600"/>
                        <a:pt x="741" y="602"/>
                      </a:cubicBezTo>
                      <a:cubicBezTo>
                        <a:pt x="741" y="602"/>
                        <a:pt x="741" y="602"/>
                        <a:pt x="741" y="602"/>
                      </a:cubicBezTo>
                      <a:cubicBezTo>
                        <a:pt x="741" y="603"/>
                        <a:pt x="741" y="603"/>
                        <a:pt x="741" y="603"/>
                      </a:cubicBezTo>
                      <a:cubicBezTo>
                        <a:pt x="741" y="607"/>
                        <a:pt x="743" y="611"/>
                        <a:pt x="747" y="614"/>
                      </a:cubicBezTo>
                      <a:cubicBezTo>
                        <a:pt x="751" y="619"/>
                        <a:pt x="755" y="625"/>
                        <a:pt x="757" y="631"/>
                      </a:cubicBezTo>
                      <a:cubicBezTo>
                        <a:pt x="757" y="631"/>
                        <a:pt x="758" y="632"/>
                        <a:pt x="758" y="633"/>
                      </a:cubicBezTo>
                      <a:cubicBezTo>
                        <a:pt x="758" y="633"/>
                        <a:pt x="758" y="633"/>
                        <a:pt x="758" y="634"/>
                      </a:cubicBezTo>
                      <a:cubicBezTo>
                        <a:pt x="760" y="637"/>
                        <a:pt x="761" y="641"/>
                        <a:pt x="761" y="645"/>
                      </a:cubicBezTo>
                      <a:cubicBezTo>
                        <a:pt x="766" y="673"/>
                        <a:pt x="749" y="697"/>
                        <a:pt x="723" y="711"/>
                      </a:cubicBezTo>
                      <a:cubicBezTo>
                        <a:pt x="721" y="712"/>
                        <a:pt x="720" y="713"/>
                        <a:pt x="718" y="713"/>
                      </a:cubicBezTo>
                      <a:cubicBezTo>
                        <a:pt x="718" y="713"/>
                        <a:pt x="718" y="714"/>
                        <a:pt x="717" y="714"/>
                      </a:cubicBezTo>
                      <a:cubicBezTo>
                        <a:pt x="706" y="719"/>
                        <a:pt x="709" y="732"/>
                        <a:pt x="712" y="734"/>
                      </a:cubicBezTo>
                      <a:cubicBezTo>
                        <a:pt x="741" y="758"/>
                        <a:pt x="732" y="790"/>
                        <a:pt x="714" y="811"/>
                      </a:cubicBezTo>
                      <a:cubicBezTo>
                        <a:pt x="706" y="822"/>
                        <a:pt x="697" y="830"/>
                        <a:pt x="687" y="833"/>
                      </a:cubicBezTo>
                      <a:cubicBezTo>
                        <a:pt x="685" y="834"/>
                        <a:pt x="683" y="835"/>
                        <a:pt x="681" y="835"/>
                      </a:cubicBezTo>
                      <a:cubicBezTo>
                        <a:pt x="681" y="835"/>
                        <a:pt x="681" y="835"/>
                        <a:pt x="681" y="835"/>
                      </a:cubicBezTo>
                      <a:cubicBezTo>
                        <a:pt x="679" y="836"/>
                        <a:pt x="678" y="838"/>
                        <a:pt x="677" y="839"/>
                      </a:cubicBezTo>
                      <a:cubicBezTo>
                        <a:pt x="677" y="839"/>
                        <a:pt x="677" y="840"/>
                        <a:pt x="677" y="840"/>
                      </a:cubicBezTo>
                      <a:cubicBezTo>
                        <a:pt x="677" y="840"/>
                        <a:pt x="677" y="840"/>
                        <a:pt x="677" y="841"/>
                      </a:cubicBezTo>
                      <a:cubicBezTo>
                        <a:pt x="676" y="843"/>
                        <a:pt x="675" y="846"/>
                        <a:pt x="676" y="849"/>
                      </a:cubicBezTo>
                      <a:cubicBezTo>
                        <a:pt x="676" y="851"/>
                        <a:pt x="677" y="853"/>
                        <a:pt x="678" y="854"/>
                      </a:cubicBezTo>
                      <a:cubicBezTo>
                        <a:pt x="678" y="854"/>
                        <a:pt x="678" y="854"/>
                        <a:pt x="678" y="854"/>
                      </a:cubicBezTo>
                      <a:cubicBezTo>
                        <a:pt x="679" y="855"/>
                        <a:pt x="679" y="856"/>
                        <a:pt x="680" y="856"/>
                      </a:cubicBezTo>
                      <a:cubicBezTo>
                        <a:pt x="688" y="863"/>
                        <a:pt x="693" y="871"/>
                        <a:pt x="695" y="878"/>
                      </a:cubicBezTo>
                      <a:cubicBezTo>
                        <a:pt x="696" y="878"/>
                        <a:pt x="696" y="878"/>
                        <a:pt x="696" y="878"/>
                      </a:cubicBezTo>
                      <a:cubicBezTo>
                        <a:pt x="696" y="879"/>
                        <a:pt x="696" y="880"/>
                        <a:pt x="696" y="881"/>
                      </a:cubicBezTo>
                      <a:cubicBezTo>
                        <a:pt x="707" y="923"/>
                        <a:pt x="647" y="965"/>
                        <a:pt x="630" y="964"/>
                      </a:cubicBezTo>
                      <a:cubicBezTo>
                        <a:pt x="630" y="964"/>
                        <a:pt x="204" y="964"/>
                        <a:pt x="201" y="962"/>
                      </a:cubicBezTo>
                      <a:cubicBezTo>
                        <a:pt x="198" y="963"/>
                        <a:pt x="143" y="930"/>
                        <a:pt x="143" y="930"/>
                      </a:cubicBezTo>
                      <a:cubicBezTo>
                        <a:pt x="132" y="930"/>
                        <a:pt x="132" y="930"/>
                        <a:pt x="13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834"/>
                        <a:pt x="102" y="834"/>
                        <a:pt x="102" y="834"/>
                      </a:cubicBezTo>
                      <a:cubicBezTo>
                        <a:pt x="102" y="583"/>
                        <a:pt x="102" y="583"/>
                        <a:pt x="102" y="583"/>
                      </a:cubicBezTo>
                      <a:cubicBezTo>
                        <a:pt x="133" y="562"/>
                        <a:pt x="133" y="562"/>
                        <a:pt x="133" y="562"/>
                      </a:cubicBezTo>
                      <a:cubicBezTo>
                        <a:pt x="133" y="563"/>
                        <a:pt x="133" y="563"/>
                        <a:pt x="133" y="563"/>
                      </a:cubicBezTo>
                      <a:cubicBezTo>
                        <a:pt x="162" y="542"/>
                        <a:pt x="162" y="542"/>
                        <a:pt x="162" y="542"/>
                      </a:cubicBezTo>
                      <a:cubicBezTo>
                        <a:pt x="225" y="463"/>
                        <a:pt x="276" y="378"/>
                        <a:pt x="321" y="289"/>
                      </a:cubicBezTo>
                      <a:cubicBezTo>
                        <a:pt x="321" y="140"/>
                        <a:pt x="321" y="140"/>
                        <a:pt x="321" y="140"/>
                      </a:cubicBezTo>
                      <a:cubicBezTo>
                        <a:pt x="334" y="130"/>
                        <a:pt x="348" y="125"/>
                        <a:pt x="361" y="125"/>
                      </a:cubicBezTo>
                      <a:cubicBezTo>
                        <a:pt x="361" y="125"/>
                        <a:pt x="361" y="125"/>
                        <a:pt x="361" y="125"/>
                      </a:cubicBezTo>
                      <a:cubicBezTo>
                        <a:pt x="376" y="125"/>
                        <a:pt x="388" y="127"/>
                        <a:pt x="403" y="137"/>
                      </a:cubicBezTo>
                      <a:cubicBezTo>
                        <a:pt x="416" y="164"/>
                        <a:pt x="426" y="188"/>
                        <a:pt x="434" y="211"/>
                      </a:cubicBezTo>
                      <a:cubicBezTo>
                        <a:pt x="441" y="230"/>
                        <a:pt x="446" y="250"/>
                        <a:pt x="450" y="270"/>
                      </a:cubicBezTo>
                      <a:cubicBezTo>
                        <a:pt x="450" y="270"/>
                        <a:pt x="450" y="270"/>
                        <a:pt x="450" y="270"/>
                      </a:cubicBezTo>
                      <a:cubicBezTo>
                        <a:pt x="451" y="272"/>
                        <a:pt x="451" y="274"/>
                        <a:pt x="451" y="276"/>
                      </a:cubicBezTo>
                      <a:cubicBezTo>
                        <a:pt x="451" y="277"/>
                        <a:pt x="451" y="278"/>
                        <a:pt x="451" y="279"/>
                      </a:cubicBezTo>
                      <a:cubicBezTo>
                        <a:pt x="452" y="286"/>
                        <a:pt x="452" y="293"/>
                        <a:pt x="451" y="300"/>
                      </a:cubicBezTo>
                      <a:cubicBezTo>
                        <a:pt x="450" y="353"/>
                        <a:pt x="434" y="424"/>
                        <a:pt x="421" y="484"/>
                      </a:cubicBezTo>
                      <a:cubicBezTo>
                        <a:pt x="752" y="484"/>
                        <a:pt x="752" y="484"/>
                        <a:pt x="752" y="484"/>
                      </a:cubicBezTo>
                      <a:cubicBezTo>
                        <a:pt x="806" y="491"/>
                        <a:pt x="809" y="562"/>
                        <a:pt x="760" y="58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6350">
                  <a:solidFill>
                    <a:srgbClr val="D7D7D7"/>
                  </a:solidFill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600"/>
                </a:p>
              </p:txBody>
            </p:sp>
            <p:sp>
              <p:nvSpPr>
                <p:cNvPr id="775" name="Rechteck 774"/>
                <p:cNvSpPr/>
                <p:nvPr/>
              </p:nvSpPr>
              <p:spPr bwMode="gray">
                <a:xfrm>
                  <a:off x="9901279" y="4781549"/>
                  <a:ext cx="3634851" cy="1312215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D7D7D7"/>
                  </a:solidFill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lvl="0" algn="ctr"/>
                  <a:r>
                    <a:rPr lang="en-US" sz="3600" b="1" dirty="0" smtClean="0">
                      <a:solidFill>
                        <a:srgbClr val="7D7D7D"/>
                      </a:solidFill>
                    </a:rPr>
                    <a:t>252 </a:t>
                  </a:r>
                  <a:r>
                    <a:rPr lang="en-US" sz="3600" dirty="0" smtClean="0">
                      <a:solidFill>
                        <a:srgbClr val="7D7D7D"/>
                      </a:solidFill>
                    </a:rPr>
                    <a:t>Likes</a:t>
                  </a:r>
                  <a:endParaRPr lang="en-US" sz="3600" dirty="0">
                    <a:solidFill>
                      <a:srgbClr val="7D7D7D"/>
                    </a:solidFill>
                  </a:endParaRPr>
                </a:p>
              </p:txBody>
            </p:sp>
          </p:grpSp>
          <p:sp>
            <p:nvSpPr>
              <p:cNvPr id="781" name="Rechteck 780"/>
              <p:cNvSpPr/>
              <p:nvPr/>
            </p:nvSpPr>
            <p:spPr bwMode="gray">
              <a:xfrm>
                <a:off x="3203352" y="1215966"/>
                <a:ext cx="2806607" cy="710005"/>
              </a:xfrm>
              <a:prstGeom prst="rect">
                <a:avLst/>
              </a:prstGeom>
            </p:spPr>
            <p:txBody>
              <a:bodyPr wrap="square" lIns="72000" tIns="108000" rIns="180000" bIns="0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This is a placeholder text, it can be replaced with your own text. All additional information can be put here.</a:t>
                </a:r>
                <a:endParaRPr lang="en-US" sz="105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23" name="Gruppieren 122"/>
            <p:cNvGrpSpPr/>
            <p:nvPr/>
          </p:nvGrpSpPr>
          <p:grpSpPr>
            <a:xfrm>
              <a:off x="6082984" y="505037"/>
              <a:ext cx="2662515" cy="2639591"/>
              <a:chOff x="6082984" y="505037"/>
              <a:chExt cx="2662515" cy="2639591"/>
            </a:xfrm>
          </p:grpSpPr>
          <p:sp>
            <p:nvSpPr>
              <p:cNvPr id="203" name="Rechteck 202"/>
              <p:cNvSpPr/>
              <p:nvPr/>
            </p:nvSpPr>
            <p:spPr bwMode="gray">
              <a:xfrm>
                <a:off x="7729251" y="1109556"/>
                <a:ext cx="864000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06" name="Rechteck 205"/>
              <p:cNvSpPr/>
              <p:nvPr/>
            </p:nvSpPr>
            <p:spPr bwMode="gray">
              <a:xfrm>
                <a:off x="7729251" y="1384852"/>
                <a:ext cx="776461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07" name="Rechteck 206"/>
              <p:cNvSpPr/>
              <p:nvPr/>
            </p:nvSpPr>
            <p:spPr bwMode="gray">
              <a:xfrm>
                <a:off x="7729251" y="1660148"/>
                <a:ext cx="560643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08" name="Rechteck 207"/>
              <p:cNvSpPr/>
              <p:nvPr/>
            </p:nvSpPr>
            <p:spPr bwMode="gray">
              <a:xfrm>
                <a:off x="7729251" y="1935444"/>
                <a:ext cx="520386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09" name="Rechteck 208"/>
              <p:cNvSpPr/>
              <p:nvPr/>
            </p:nvSpPr>
            <p:spPr bwMode="gray">
              <a:xfrm>
                <a:off x="7729252" y="2210740"/>
                <a:ext cx="303499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0" name="Rechteck 209"/>
              <p:cNvSpPr/>
              <p:nvPr/>
            </p:nvSpPr>
            <p:spPr bwMode="gray">
              <a:xfrm>
                <a:off x="7729251" y="2486036"/>
                <a:ext cx="260551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1" name="Rechteck 210"/>
              <p:cNvSpPr/>
              <p:nvPr/>
            </p:nvSpPr>
            <p:spPr bwMode="gray">
              <a:xfrm>
                <a:off x="7729252" y="2761332"/>
                <a:ext cx="188703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2" name="Rechteck 211"/>
              <p:cNvSpPr/>
              <p:nvPr/>
            </p:nvSpPr>
            <p:spPr bwMode="gray">
              <a:xfrm>
                <a:off x="7729252" y="3036627"/>
                <a:ext cx="65861" cy="108000"/>
              </a:xfrm>
              <a:prstGeom prst="rect">
                <a:avLst/>
              </a:prstGeom>
              <a:gradFill flip="none" rotWithShape="1">
                <a:gsLst>
                  <a:gs pos="100000">
                    <a:schemeClr val="accent1">
                      <a:lumMod val="75000"/>
                    </a:schemeClr>
                  </a:gs>
                  <a:gs pos="52000">
                    <a:schemeClr val="accent1"/>
                  </a:gs>
                  <a:gs pos="0">
                    <a:schemeClr val="accent1">
                      <a:lumMod val="60000"/>
                      <a:lumOff val="4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outerShdw blurRad="76200" dist="25400" dir="54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36000" rIns="36000" rtlCol="0" anchor="ctr"/>
              <a:lstStyle/>
              <a:p>
                <a:pPr algn="ctr"/>
                <a:endParaRPr lang="de-DE" sz="1400" spc="-15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01" name="Textfeld 200"/>
              <p:cNvSpPr txBox="1"/>
              <p:nvPr/>
            </p:nvSpPr>
            <p:spPr bwMode="gray">
              <a:xfrm>
                <a:off x="7009252" y="1109556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3" name="Textfeld 212"/>
              <p:cNvSpPr txBox="1"/>
              <p:nvPr/>
            </p:nvSpPr>
            <p:spPr bwMode="gray">
              <a:xfrm>
                <a:off x="7009252" y="1384852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</a:t>
                </a:r>
                <a:r>
                  <a:rPr lang="de-DE" sz="9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 $</a:t>
                </a:r>
                <a:endParaRPr lang="de-DE" sz="900" b="1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4" name="Textfeld 213"/>
              <p:cNvSpPr txBox="1"/>
              <p:nvPr/>
            </p:nvSpPr>
            <p:spPr bwMode="gray">
              <a:xfrm>
                <a:off x="7009252" y="1646200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5" name="Textfeld 214"/>
              <p:cNvSpPr txBox="1"/>
              <p:nvPr/>
            </p:nvSpPr>
            <p:spPr bwMode="gray">
              <a:xfrm>
                <a:off x="7009252" y="1921496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6" name="Textfeld 215"/>
              <p:cNvSpPr txBox="1"/>
              <p:nvPr/>
            </p:nvSpPr>
            <p:spPr bwMode="gray">
              <a:xfrm>
                <a:off x="7009252" y="2210740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7" name="Textfeld 216"/>
              <p:cNvSpPr txBox="1"/>
              <p:nvPr/>
            </p:nvSpPr>
            <p:spPr bwMode="gray">
              <a:xfrm>
                <a:off x="7009252" y="2486036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8" name="Textfeld 217"/>
              <p:cNvSpPr txBox="1"/>
              <p:nvPr/>
            </p:nvSpPr>
            <p:spPr bwMode="gray">
              <a:xfrm>
                <a:off x="7009252" y="2761332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9" name="Textfeld 218"/>
              <p:cNvSpPr txBox="1"/>
              <p:nvPr/>
            </p:nvSpPr>
            <p:spPr bwMode="gray">
              <a:xfrm>
                <a:off x="7009252" y="3036628"/>
                <a:ext cx="720000" cy="108000"/>
              </a:xfrm>
              <a:prstGeom prst="rect">
                <a:avLst/>
              </a:prstGeom>
              <a:noFill/>
            </p:spPr>
            <p:txBody>
              <a:bodyPr wrap="square" lIns="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900" b="1" smtClean="0">
                    <a:solidFill>
                      <a:schemeClr val="accent1">
                        <a:lumMod val="50000"/>
                      </a:schemeClr>
                    </a:solidFill>
                  </a:rPr>
                  <a:t>XX,XXX.xx $</a:t>
                </a:r>
                <a:endParaRPr lang="de-DE" sz="900" b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20" name="Textfeld 219"/>
              <p:cNvSpPr txBox="1"/>
              <p:nvPr/>
            </p:nvSpPr>
            <p:spPr bwMode="gray">
              <a:xfrm>
                <a:off x="6082984" y="1109556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Category 1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1" name="Textfeld 220"/>
              <p:cNvSpPr txBox="1"/>
              <p:nvPr/>
            </p:nvSpPr>
            <p:spPr bwMode="gray">
              <a:xfrm>
                <a:off x="6082984" y="1384852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Placeholder 2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2" name="Textfeld 221"/>
              <p:cNvSpPr txBox="1"/>
              <p:nvPr/>
            </p:nvSpPr>
            <p:spPr bwMode="gray">
              <a:xfrm>
                <a:off x="6082984" y="1646200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Text 3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3" name="Textfeld 222"/>
              <p:cNvSpPr txBox="1"/>
              <p:nvPr/>
            </p:nvSpPr>
            <p:spPr bwMode="gray">
              <a:xfrm>
                <a:off x="6082984" y="1921496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Item name  4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4" name="Textfeld 223"/>
              <p:cNvSpPr txBox="1"/>
              <p:nvPr/>
            </p:nvSpPr>
            <p:spPr bwMode="gray">
              <a:xfrm>
                <a:off x="6082984" y="2210740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Category 5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5" name="Textfeld 224"/>
              <p:cNvSpPr txBox="1"/>
              <p:nvPr/>
            </p:nvSpPr>
            <p:spPr bwMode="gray">
              <a:xfrm>
                <a:off x="6082984" y="2486036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Placeholder 6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6" name="Textfeld 225"/>
              <p:cNvSpPr txBox="1"/>
              <p:nvPr/>
            </p:nvSpPr>
            <p:spPr bwMode="gray">
              <a:xfrm>
                <a:off x="6082984" y="2761332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Item Name 7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27" name="Textfeld 226"/>
              <p:cNvSpPr txBox="1"/>
              <p:nvPr/>
            </p:nvSpPr>
            <p:spPr bwMode="gray">
              <a:xfrm>
                <a:off x="6082984" y="3036628"/>
                <a:ext cx="1009395" cy="108000"/>
              </a:xfrm>
              <a:prstGeom prst="rect">
                <a:avLst/>
              </a:prstGeom>
              <a:noFill/>
            </p:spPr>
            <p:txBody>
              <a:bodyPr wrap="square" lIns="72000" tIns="0" rIns="72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b="1" smtClean="0">
                    <a:solidFill>
                      <a:srgbClr val="7D7D7D"/>
                    </a:solidFill>
                  </a:rPr>
                  <a:t>Placeholder 8</a:t>
                </a:r>
                <a:endParaRPr lang="de-DE" sz="900" b="1">
                  <a:solidFill>
                    <a:srgbClr val="7D7D7D"/>
                  </a:solidFill>
                </a:endParaRPr>
              </a:p>
            </p:txBody>
          </p:sp>
          <p:sp>
            <p:nvSpPr>
              <p:cNvPr id="305" name="Textfeld 304"/>
              <p:cNvSpPr txBox="1"/>
              <p:nvPr/>
            </p:nvSpPr>
            <p:spPr bwMode="gray">
              <a:xfrm>
                <a:off x="6082984" y="505037"/>
                <a:ext cx="2662515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Ranking </a:t>
                </a:r>
                <a:r>
                  <a:rPr lang="de-DE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Bar Chart</a:t>
                </a:r>
                <a:endParaRPr lang="de-DE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132" name="Freeform 14"/>
            <p:cNvSpPr>
              <a:spLocks/>
            </p:cNvSpPr>
            <p:nvPr/>
          </p:nvSpPr>
          <p:spPr bwMode="gray">
            <a:xfrm rot="20283015">
              <a:off x="2026187" y="2894511"/>
              <a:ext cx="1104815" cy="360333"/>
            </a:xfrm>
            <a:custGeom>
              <a:avLst/>
              <a:gdLst>
                <a:gd name="T0" fmla="*/ 0 w 1184"/>
                <a:gd name="T1" fmla="*/ 345 h 345"/>
                <a:gd name="T2" fmla="*/ 136 w 1184"/>
                <a:gd name="T3" fmla="*/ 104 h 345"/>
                <a:gd name="T4" fmla="*/ 171 w 1184"/>
                <a:gd name="T5" fmla="*/ 159 h 345"/>
                <a:gd name="T6" fmla="*/ 524 w 1184"/>
                <a:gd name="T7" fmla="*/ 55 h 345"/>
                <a:gd name="T8" fmla="*/ 1184 w 1184"/>
                <a:gd name="T9" fmla="*/ 291 h 345"/>
                <a:gd name="T10" fmla="*/ 245 w 1184"/>
                <a:gd name="T11" fmla="*/ 278 h 345"/>
                <a:gd name="T12" fmla="*/ 280 w 1184"/>
                <a:gd name="T13" fmla="*/ 333 h 345"/>
                <a:gd name="T14" fmla="*/ 0 w 1184"/>
                <a:gd name="T15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4" h="345">
                  <a:moveTo>
                    <a:pt x="0" y="345"/>
                  </a:moveTo>
                  <a:cubicBezTo>
                    <a:pt x="136" y="104"/>
                    <a:pt x="136" y="104"/>
                    <a:pt x="136" y="104"/>
                  </a:cubicBezTo>
                  <a:cubicBezTo>
                    <a:pt x="171" y="159"/>
                    <a:pt x="171" y="159"/>
                    <a:pt x="171" y="159"/>
                  </a:cubicBezTo>
                  <a:cubicBezTo>
                    <a:pt x="171" y="159"/>
                    <a:pt x="300" y="60"/>
                    <a:pt x="524" y="55"/>
                  </a:cubicBezTo>
                  <a:cubicBezTo>
                    <a:pt x="694" y="52"/>
                    <a:pt x="920" y="102"/>
                    <a:pt x="1184" y="291"/>
                  </a:cubicBezTo>
                  <a:cubicBezTo>
                    <a:pt x="1182" y="291"/>
                    <a:pt x="636" y="0"/>
                    <a:pt x="245" y="278"/>
                  </a:cubicBezTo>
                  <a:cubicBezTo>
                    <a:pt x="280" y="333"/>
                    <a:pt x="280" y="333"/>
                    <a:pt x="280" y="333"/>
                  </a:cubicBezTo>
                  <a:lnTo>
                    <a:pt x="0" y="345"/>
                  </a:lnTo>
                  <a:close/>
                </a:path>
              </a:pathLst>
            </a:custGeom>
            <a:gradFill flip="none" rotWithShape="1">
              <a:gsLst>
                <a:gs pos="50000">
                  <a:schemeClr val="accent1"/>
                </a:gs>
                <a:gs pos="100000">
                  <a:schemeClr val="accent1">
                    <a:lumMod val="50000"/>
                  </a:schemeClr>
                </a:gs>
              </a:gsLst>
              <a:lin ang="10800000" scaled="1"/>
              <a:tileRect/>
            </a:gradFill>
            <a:ln w="12700">
              <a:noFill/>
              <a:round/>
              <a:headEnd/>
              <a:tailEnd/>
            </a:ln>
            <a:effectLst>
              <a:outerShdw blurRad="76200" dist="25400" dir="2700000" algn="tl" rotWithShape="0">
                <a:prstClr val="black">
                  <a:alpha val="30000"/>
                </a:prstClr>
              </a:outerShdw>
            </a:effectLst>
            <a:scene3d>
              <a:camera prst="orthographicFront">
                <a:rot lat="20399998" lon="0" rev="0"/>
              </a:camera>
              <a:lightRig rig="threePt" dir="t">
                <a:rot lat="0" lon="0" rev="17400000"/>
              </a:lightRig>
            </a:scene3d>
            <a:sp3d extrusionH="127000">
              <a:extrusionClr>
                <a:schemeClr val="accent1">
                  <a:lumMod val="50000"/>
                </a:schemeClr>
              </a:extrusionClr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344151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ieren 4"/>
          <p:cNvGrpSpPr/>
          <p:nvPr/>
        </p:nvGrpSpPr>
        <p:grpSpPr>
          <a:xfrm>
            <a:off x="393450" y="493980"/>
            <a:ext cx="8352049" cy="5948494"/>
            <a:chOff x="393450" y="493980"/>
            <a:chExt cx="8352049" cy="5948494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15720" y="5011233"/>
              <a:ext cx="0" cy="1350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 flipV="1">
              <a:off x="3202985" y="3429000"/>
              <a:ext cx="5542514" cy="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3129960" y="495970"/>
              <a:ext cx="794" cy="586526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93682" y="494159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Gerade Verbindung 146"/>
            <p:cNvCxnSpPr/>
            <p:nvPr/>
          </p:nvCxnSpPr>
          <p:spPr bwMode="gray">
            <a:xfrm flipH="1">
              <a:off x="393682" y="3427118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6" name="Gruppieren 285"/>
            <p:cNvGrpSpPr/>
            <p:nvPr/>
          </p:nvGrpSpPr>
          <p:grpSpPr>
            <a:xfrm>
              <a:off x="3202985" y="495969"/>
              <a:ext cx="5542514" cy="2858554"/>
              <a:chOff x="3202985" y="495969"/>
              <a:chExt cx="5542514" cy="2858554"/>
            </a:xfrm>
          </p:grpSpPr>
          <p:grpSp>
            <p:nvGrpSpPr>
              <p:cNvPr id="70" name="Group 362"/>
              <p:cNvGrpSpPr>
                <a:grpSpLocks/>
              </p:cNvGrpSpPr>
              <p:nvPr/>
            </p:nvGrpSpPr>
            <p:grpSpPr bwMode="gray">
              <a:xfrm>
                <a:off x="3270420" y="495969"/>
                <a:ext cx="5407645" cy="2637755"/>
                <a:chOff x="-22397" y="-19887"/>
                <a:chExt cx="34671" cy="16911"/>
              </a:xfrm>
              <a:solidFill>
                <a:srgbClr val="E6E6E6"/>
              </a:solidFill>
              <a:effectLst/>
            </p:grpSpPr>
            <p:sp>
              <p:nvSpPr>
                <p:cNvPr id="71" name="Freeform 188"/>
                <p:cNvSpPr>
                  <a:spLocks/>
                </p:cNvSpPr>
                <p:nvPr/>
              </p:nvSpPr>
              <p:spPr bwMode="gray">
                <a:xfrm>
                  <a:off x="-1758" y="-8428"/>
                  <a:ext cx="966" cy="1763"/>
                </a:xfrm>
                <a:custGeom>
                  <a:avLst/>
                  <a:gdLst>
                    <a:gd name="T0" fmla="*/ 88 w 409"/>
                    <a:gd name="T1" fmla="*/ 219 h 746"/>
                    <a:gd name="T2" fmla="*/ 104 w 409"/>
                    <a:gd name="T3" fmla="*/ 214 h 746"/>
                    <a:gd name="T4" fmla="*/ 134 w 409"/>
                    <a:gd name="T5" fmla="*/ 218 h 746"/>
                    <a:gd name="T6" fmla="*/ 134 w 409"/>
                    <a:gd name="T7" fmla="*/ 202 h 746"/>
                    <a:gd name="T8" fmla="*/ 173 w 409"/>
                    <a:gd name="T9" fmla="*/ 207 h 746"/>
                    <a:gd name="T10" fmla="*/ 186 w 409"/>
                    <a:gd name="T11" fmla="*/ 188 h 746"/>
                    <a:gd name="T12" fmla="*/ 216 w 409"/>
                    <a:gd name="T13" fmla="*/ 193 h 746"/>
                    <a:gd name="T14" fmla="*/ 214 w 409"/>
                    <a:gd name="T15" fmla="*/ 172 h 746"/>
                    <a:gd name="T16" fmla="*/ 223 w 409"/>
                    <a:gd name="T17" fmla="*/ 150 h 746"/>
                    <a:gd name="T18" fmla="*/ 225 w 409"/>
                    <a:gd name="T19" fmla="*/ 172 h 746"/>
                    <a:gd name="T20" fmla="*/ 230 w 409"/>
                    <a:gd name="T21" fmla="*/ 186 h 746"/>
                    <a:gd name="T22" fmla="*/ 239 w 409"/>
                    <a:gd name="T23" fmla="*/ 159 h 746"/>
                    <a:gd name="T24" fmla="*/ 244 w 409"/>
                    <a:gd name="T25" fmla="*/ 124 h 746"/>
                    <a:gd name="T26" fmla="*/ 255 w 409"/>
                    <a:gd name="T27" fmla="*/ 138 h 746"/>
                    <a:gd name="T28" fmla="*/ 269 w 409"/>
                    <a:gd name="T29" fmla="*/ 126 h 746"/>
                    <a:gd name="T30" fmla="*/ 271 w 409"/>
                    <a:gd name="T31" fmla="*/ 88 h 746"/>
                    <a:gd name="T32" fmla="*/ 288 w 409"/>
                    <a:gd name="T33" fmla="*/ 88 h 746"/>
                    <a:gd name="T34" fmla="*/ 312 w 409"/>
                    <a:gd name="T35" fmla="*/ 62 h 746"/>
                    <a:gd name="T36" fmla="*/ 315 w 409"/>
                    <a:gd name="T37" fmla="*/ 26 h 746"/>
                    <a:gd name="T38" fmla="*/ 336 w 409"/>
                    <a:gd name="T39" fmla="*/ 0 h 746"/>
                    <a:gd name="T40" fmla="*/ 372 w 409"/>
                    <a:gd name="T41" fmla="*/ 41 h 746"/>
                    <a:gd name="T42" fmla="*/ 372 w 409"/>
                    <a:gd name="T43" fmla="*/ 56 h 746"/>
                    <a:gd name="T44" fmla="*/ 395 w 409"/>
                    <a:gd name="T45" fmla="*/ 110 h 746"/>
                    <a:gd name="T46" fmla="*/ 382 w 409"/>
                    <a:gd name="T47" fmla="*/ 143 h 746"/>
                    <a:gd name="T48" fmla="*/ 402 w 409"/>
                    <a:gd name="T49" fmla="*/ 193 h 746"/>
                    <a:gd name="T50" fmla="*/ 375 w 409"/>
                    <a:gd name="T51" fmla="*/ 188 h 746"/>
                    <a:gd name="T52" fmla="*/ 354 w 409"/>
                    <a:gd name="T53" fmla="*/ 193 h 746"/>
                    <a:gd name="T54" fmla="*/ 358 w 409"/>
                    <a:gd name="T55" fmla="*/ 221 h 746"/>
                    <a:gd name="T56" fmla="*/ 333 w 409"/>
                    <a:gd name="T57" fmla="*/ 259 h 746"/>
                    <a:gd name="T58" fmla="*/ 338 w 409"/>
                    <a:gd name="T59" fmla="*/ 312 h 746"/>
                    <a:gd name="T60" fmla="*/ 267 w 409"/>
                    <a:gd name="T61" fmla="*/ 478 h 746"/>
                    <a:gd name="T62" fmla="*/ 211 w 409"/>
                    <a:gd name="T63" fmla="*/ 609 h 746"/>
                    <a:gd name="T64" fmla="*/ 189 w 409"/>
                    <a:gd name="T65" fmla="*/ 676 h 746"/>
                    <a:gd name="T66" fmla="*/ 149 w 409"/>
                    <a:gd name="T67" fmla="*/ 712 h 746"/>
                    <a:gd name="T68" fmla="*/ 133 w 409"/>
                    <a:gd name="T69" fmla="*/ 710 h 746"/>
                    <a:gd name="T70" fmla="*/ 60 w 409"/>
                    <a:gd name="T71" fmla="*/ 717 h 746"/>
                    <a:gd name="T72" fmla="*/ 28 w 409"/>
                    <a:gd name="T73" fmla="*/ 675 h 746"/>
                    <a:gd name="T74" fmla="*/ 41 w 409"/>
                    <a:gd name="T75" fmla="*/ 659 h 746"/>
                    <a:gd name="T76" fmla="*/ 5 w 409"/>
                    <a:gd name="T77" fmla="*/ 556 h 746"/>
                    <a:gd name="T78" fmla="*/ 39 w 409"/>
                    <a:gd name="T79" fmla="*/ 473 h 746"/>
                    <a:gd name="T80" fmla="*/ 79 w 409"/>
                    <a:gd name="T81" fmla="*/ 436 h 746"/>
                    <a:gd name="T82" fmla="*/ 71 w 409"/>
                    <a:gd name="T83" fmla="*/ 349 h 746"/>
                    <a:gd name="T84" fmla="*/ 67 w 409"/>
                    <a:gd name="T85" fmla="*/ 271 h 746"/>
                    <a:gd name="T86" fmla="*/ 94 w 409"/>
                    <a:gd name="T87" fmla="*/ 239 h 746"/>
                    <a:gd name="T88" fmla="*/ 88 w 409"/>
                    <a:gd name="T89" fmla="*/ 219 h 7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09" h="746">
                      <a:moveTo>
                        <a:pt x="88" y="219"/>
                      </a:moveTo>
                      <a:cubicBezTo>
                        <a:pt x="104" y="214"/>
                        <a:pt x="104" y="214"/>
                        <a:pt x="104" y="214"/>
                      </a:cubicBezTo>
                      <a:cubicBezTo>
                        <a:pt x="134" y="218"/>
                        <a:pt x="134" y="218"/>
                        <a:pt x="134" y="218"/>
                      </a:cubicBezTo>
                      <a:cubicBezTo>
                        <a:pt x="134" y="202"/>
                        <a:pt x="134" y="202"/>
                        <a:pt x="134" y="202"/>
                      </a:cubicBezTo>
                      <a:cubicBezTo>
                        <a:pt x="173" y="207"/>
                        <a:pt x="173" y="207"/>
                        <a:pt x="173" y="207"/>
                      </a:cubicBezTo>
                      <a:cubicBezTo>
                        <a:pt x="186" y="188"/>
                        <a:pt x="186" y="188"/>
                        <a:pt x="186" y="188"/>
                      </a:cubicBezTo>
                      <a:cubicBezTo>
                        <a:pt x="216" y="193"/>
                        <a:pt x="216" y="193"/>
                        <a:pt x="216" y="193"/>
                      </a:cubicBezTo>
                      <a:cubicBezTo>
                        <a:pt x="214" y="172"/>
                        <a:pt x="214" y="172"/>
                        <a:pt x="214" y="172"/>
                      </a:cubicBezTo>
                      <a:cubicBezTo>
                        <a:pt x="223" y="150"/>
                        <a:pt x="223" y="150"/>
                        <a:pt x="223" y="150"/>
                      </a:cubicBezTo>
                      <a:cubicBezTo>
                        <a:pt x="225" y="172"/>
                        <a:pt x="225" y="172"/>
                        <a:pt x="225" y="172"/>
                      </a:cubicBezTo>
                      <a:cubicBezTo>
                        <a:pt x="230" y="186"/>
                        <a:pt x="230" y="186"/>
                        <a:pt x="230" y="186"/>
                      </a:cubicBezTo>
                      <a:cubicBezTo>
                        <a:pt x="239" y="159"/>
                        <a:pt x="239" y="159"/>
                        <a:pt x="239" y="159"/>
                      </a:cubicBezTo>
                      <a:cubicBezTo>
                        <a:pt x="239" y="159"/>
                        <a:pt x="237" y="129"/>
                        <a:pt x="244" y="124"/>
                      </a:cubicBezTo>
                      <a:cubicBezTo>
                        <a:pt x="251" y="118"/>
                        <a:pt x="255" y="138"/>
                        <a:pt x="255" y="138"/>
                      </a:cubicBezTo>
                      <a:cubicBezTo>
                        <a:pt x="255" y="138"/>
                        <a:pt x="260" y="136"/>
                        <a:pt x="269" y="126"/>
                      </a:cubicBezTo>
                      <a:cubicBezTo>
                        <a:pt x="278" y="115"/>
                        <a:pt x="264" y="95"/>
                        <a:pt x="271" y="88"/>
                      </a:cubicBezTo>
                      <a:cubicBezTo>
                        <a:pt x="278" y="81"/>
                        <a:pt x="288" y="88"/>
                        <a:pt x="288" y="88"/>
                      </a:cubicBezTo>
                      <a:cubicBezTo>
                        <a:pt x="288" y="88"/>
                        <a:pt x="306" y="74"/>
                        <a:pt x="312" y="62"/>
                      </a:cubicBezTo>
                      <a:cubicBezTo>
                        <a:pt x="317" y="49"/>
                        <a:pt x="315" y="26"/>
                        <a:pt x="315" y="26"/>
                      </a:cubicBezTo>
                      <a:cubicBezTo>
                        <a:pt x="336" y="0"/>
                        <a:pt x="336" y="0"/>
                        <a:pt x="336" y="0"/>
                      </a:cubicBezTo>
                      <a:cubicBezTo>
                        <a:pt x="372" y="41"/>
                        <a:pt x="372" y="41"/>
                        <a:pt x="372" y="41"/>
                      </a:cubicBezTo>
                      <a:cubicBezTo>
                        <a:pt x="372" y="41"/>
                        <a:pt x="372" y="51"/>
                        <a:pt x="372" y="56"/>
                      </a:cubicBezTo>
                      <a:cubicBezTo>
                        <a:pt x="372" y="62"/>
                        <a:pt x="395" y="110"/>
                        <a:pt x="395" y="110"/>
                      </a:cubicBezTo>
                      <a:cubicBezTo>
                        <a:pt x="382" y="143"/>
                        <a:pt x="382" y="143"/>
                        <a:pt x="382" y="143"/>
                      </a:cubicBezTo>
                      <a:cubicBezTo>
                        <a:pt x="382" y="143"/>
                        <a:pt x="409" y="188"/>
                        <a:pt x="402" y="193"/>
                      </a:cubicBezTo>
                      <a:cubicBezTo>
                        <a:pt x="395" y="198"/>
                        <a:pt x="375" y="188"/>
                        <a:pt x="375" y="188"/>
                      </a:cubicBezTo>
                      <a:cubicBezTo>
                        <a:pt x="354" y="193"/>
                        <a:pt x="354" y="193"/>
                        <a:pt x="354" y="193"/>
                      </a:cubicBezTo>
                      <a:cubicBezTo>
                        <a:pt x="358" y="221"/>
                        <a:pt x="358" y="221"/>
                        <a:pt x="358" y="221"/>
                      </a:cubicBezTo>
                      <a:cubicBezTo>
                        <a:pt x="358" y="221"/>
                        <a:pt x="335" y="245"/>
                        <a:pt x="333" y="259"/>
                      </a:cubicBezTo>
                      <a:cubicBezTo>
                        <a:pt x="331" y="273"/>
                        <a:pt x="345" y="287"/>
                        <a:pt x="338" y="312"/>
                      </a:cubicBezTo>
                      <a:cubicBezTo>
                        <a:pt x="331" y="336"/>
                        <a:pt x="306" y="409"/>
                        <a:pt x="267" y="478"/>
                      </a:cubicBezTo>
                      <a:cubicBezTo>
                        <a:pt x="228" y="547"/>
                        <a:pt x="211" y="609"/>
                        <a:pt x="211" y="609"/>
                      </a:cubicBezTo>
                      <a:cubicBezTo>
                        <a:pt x="211" y="609"/>
                        <a:pt x="214" y="653"/>
                        <a:pt x="189" y="676"/>
                      </a:cubicBezTo>
                      <a:cubicBezTo>
                        <a:pt x="165" y="699"/>
                        <a:pt x="156" y="708"/>
                        <a:pt x="149" y="712"/>
                      </a:cubicBezTo>
                      <a:cubicBezTo>
                        <a:pt x="141" y="715"/>
                        <a:pt x="133" y="710"/>
                        <a:pt x="133" y="710"/>
                      </a:cubicBezTo>
                      <a:cubicBezTo>
                        <a:pt x="133" y="710"/>
                        <a:pt x="90" y="746"/>
                        <a:pt x="60" y="717"/>
                      </a:cubicBezTo>
                      <a:cubicBezTo>
                        <a:pt x="30" y="689"/>
                        <a:pt x="28" y="675"/>
                        <a:pt x="28" y="675"/>
                      </a:cubicBezTo>
                      <a:cubicBezTo>
                        <a:pt x="41" y="659"/>
                        <a:pt x="41" y="659"/>
                        <a:pt x="41" y="659"/>
                      </a:cubicBezTo>
                      <a:cubicBezTo>
                        <a:pt x="41" y="659"/>
                        <a:pt x="10" y="622"/>
                        <a:pt x="5" y="556"/>
                      </a:cubicBezTo>
                      <a:cubicBezTo>
                        <a:pt x="0" y="490"/>
                        <a:pt x="23" y="492"/>
                        <a:pt x="39" y="473"/>
                      </a:cubicBezTo>
                      <a:cubicBezTo>
                        <a:pt x="55" y="453"/>
                        <a:pt x="79" y="436"/>
                        <a:pt x="79" y="436"/>
                      </a:cubicBezTo>
                      <a:cubicBezTo>
                        <a:pt x="79" y="436"/>
                        <a:pt x="72" y="370"/>
                        <a:pt x="71" y="349"/>
                      </a:cubicBezTo>
                      <a:cubicBezTo>
                        <a:pt x="69" y="327"/>
                        <a:pt x="53" y="283"/>
                        <a:pt x="67" y="271"/>
                      </a:cubicBezTo>
                      <a:cubicBezTo>
                        <a:pt x="81" y="259"/>
                        <a:pt x="94" y="239"/>
                        <a:pt x="94" y="239"/>
                      </a:cubicBezTo>
                      <a:lnTo>
                        <a:pt x="88" y="21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2" name="Freeform 189"/>
                <p:cNvSpPr>
                  <a:spLocks noEditPoints="1"/>
                </p:cNvSpPr>
                <p:nvPr/>
              </p:nvSpPr>
              <p:spPr bwMode="gray">
                <a:xfrm>
                  <a:off x="-15766" y="-12935"/>
                  <a:ext cx="1165" cy="437"/>
                </a:xfrm>
                <a:custGeom>
                  <a:avLst/>
                  <a:gdLst>
                    <a:gd name="T0" fmla="*/ 475 w 493"/>
                    <a:gd name="T1" fmla="*/ 151 h 185"/>
                    <a:gd name="T2" fmla="*/ 445 w 493"/>
                    <a:gd name="T3" fmla="*/ 148 h 185"/>
                    <a:gd name="T4" fmla="*/ 434 w 493"/>
                    <a:gd name="T5" fmla="*/ 129 h 185"/>
                    <a:gd name="T6" fmla="*/ 399 w 493"/>
                    <a:gd name="T7" fmla="*/ 128 h 185"/>
                    <a:gd name="T8" fmla="*/ 416 w 493"/>
                    <a:gd name="T9" fmla="*/ 114 h 185"/>
                    <a:gd name="T10" fmla="*/ 378 w 493"/>
                    <a:gd name="T11" fmla="*/ 106 h 185"/>
                    <a:gd name="T12" fmla="*/ 349 w 493"/>
                    <a:gd name="T13" fmla="*/ 96 h 185"/>
                    <a:gd name="T14" fmla="*/ 351 w 493"/>
                    <a:gd name="T15" fmla="*/ 79 h 185"/>
                    <a:gd name="T16" fmla="*/ 338 w 493"/>
                    <a:gd name="T17" fmla="*/ 77 h 185"/>
                    <a:gd name="T18" fmla="*/ 290 w 493"/>
                    <a:gd name="T19" fmla="*/ 45 h 185"/>
                    <a:gd name="T20" fmla="*/ 300 w 493"/>
                    <a:gd name="T21" fmla="*/ 64 h 185"/>
                    <a:gd name="T22" fmla="*/ 255 w 493"/>
                    <a:gd name="T23" fmla="*/ 42 h 185"/>
                    <a:gd name="T24" fmla="*/ 220 w 493"/>
                    <a:gd name="T25" fmla="*/ 12 h 185"/>
                    <a:gd name="T26" fmla="*/ 180 w 493"/>
                    <a:gd name="T27" fmla="*/ 12 h 185"/>
                    <a:gd name="T28" fmla="*/ 118 w 493"/>
                    <a:gd name="T29" fmla="*/ 0 h 185"/>
                    <a:gd name="T30" fmla="*/ 48 w 493"/>
                    <a:gd name="T31" fmla="*/ 26 h 185"/>
                    <a:gd name="T32" fmla="*/ 0 w 493"/>
                    <a:gd name="T33" fmla="*/ 51 h 185"/>
                    <a:gd name="T34" fmla="*/ 51 w 493"/>
                    <a:gd name="T35" fmla="*/ 49 h 185"/>
                    <a:gd name="T36" fmla="*/ 51 w 493"/>
                    <a:gd name="T37" fmla="*/ 39 h 185"/>
                    <a:gd name="T38" fmla="*/ 102 w 493"/>
                    <a:gd name="T39" fmla="*/ 36 h 185"/>
                    <a:gd name="T40" fmla="*/ 115 w 493"/>
                    <a:gd name="T41" fmla="*/ 29 h 185"/>
                    <a:gd name="T42" fmla="*/ 150 w 493"/>
                    <a:gd name="T43" fmla="*/ 34 h 185"/>
                    <a:gd name="T44" fmla="*/ 126 w 493"/>
                    <a:gd name="T45" fmla="*/ 46 h 185"/>
                    <a:gd name="T46" fmla="*/ 137 w 493"/>
                    <a:gd name="T47" fmla="*/ 54 h 185"/>
                    <a:gd name="T48" fmla="*/ 172 w 493"/>
                    <a:gd name="T49" fmla="*/ 66 h 185"/>
                    <a:gd name="T50" fmla="*/ 188 w 493"/>
                    <a:gd name="T51" fmla="*/ 61 h 185"/>
                    <a:gd name="T52" fmla="*/ 220 w 493"/>
                    <a:gd name="T53" fmla="*/ 81 h 185"/>
                    <a:gd name="T54" fmla="*/ 268 w 493"/>
                    <a:gd name="T55" fmla="*/ 79 h 185"/>
                    <a:gd name="T56" fmla="*/ 263 w 493"/>
                    <a:gd name="T57" fmla="*/ 96 h 185"/>
                    <a:gd name="T58" fmla="*/ 303 w 493"/>
                    <a:gd name="T59" fmla="*/ 113 h 185"/>
                    <a:gd name="T60" fmla="*/ 319 w 493"/>
                    <a:gd name="T61" fmla="*/ 136 h 185"/>
                    <a:gd name="T62" fmla="*/ 335 w 493"/>
                    <a:gd name="T63" fmla="*/ 150 h 185"/>
                    <a:gd name="T64" fmla="*/ 316 w 493"/>
                    <a:gd name="T65" fmla="*/ 172 h 185"/>
                    <a:gd name="T66" fmla="*/ 356 w 493"/>
                    <a:gd name="T67" fmla="*/ 163 h 185"/>
                    <a:gd name="T68" fmla="*/ 367 w 493"/>
                    <a:gd name="T69" fmla="*/ 168 h 185"/>
                    <a:gd name="T70" fmla="*/ 375 w 493"/>
                    <a:gd name="T71" fmla="*/ 180 h 185"/>
                    <a:gd name="T72" fmla="*/ 426 w 493"/>
                    <a:gd name="T73" fmla="*/ 178 h 185"/>
                    <a:gd name="T74" fmla="*/ 493 w 493"/>
                    <a:gd name="T75" fmla="*/ 163 h 185"/>
                    <a:gd name="T76" fmla="*/ 475 w 493"/>
                    <a:gd name="T77" fmla="*/ 151 h 185"/>
                    <a:gd name="T78" fmla="*/ 78 w 493"/>
                    <a:gd name="T79" fmla="*/ 84 h 185"/>
                    <a:gd name="T80" fmla="*/ 104 w 493"/>
                    <a:gd name="T81" fmla="*/ 84 h 185"/>
                    <a:gd name="T82" fmla="*/ 78 w 493"/>
                    <a:gd name="T83" fmla="*/ 84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93" h="185">
                      <a:moveTo>
                        <a:pt x="475" y="151"/>
                      </a:moveTo>
                      <a:cubicBezTo>
                        <a:pt x="456" y="148"/>
                        <a:pt x="445" y="148"/>
                        <a:pt x="445" y="148"/>
                      </a:cubicBezTo>
                      <a:cubicBezTo>
                        <a:pt x="445" y="148"/>
                        <a:pt x="453" y="131"/>
                        <a:pt x="434" y="129"/>
                      </a:cubicBezTo>
                      <a:cubicBezTo>
                        <a:pt x="416" y="126"/>
                        <a:pt x="399" y="128"/>
                        <a:pt x="399" y="128"/>
                      </a:cubicBezTo>
                      <a:cubicBezTo>
                        <a:pt x="416" y="114"/>
                        <a:pt x="416" y="114"/>
                        <a:pt x="416" y="114"/>
                      </a:cubicBezTo>
                      <a:cubicBezTo>
                        <a:pt x="416" y="114"/>
                        <a:pt x="386" y="106"/>
                        <a:pt x="378" y="106"/>
                      </a:cubicBezTo>
                      <a:cubicBezTo>
                        <a:pt x="370" y="106"/>
                        <a:pt x="349" y="96"/>
                        <a:pt x="349" y="96"/>
                      </a:cubicBezTo>
                      <a:cubicBezTo>
                        <a:pt x="349" y="96"/>
                        <a:pt x="359" y="79"/>
                        <a:pt x="351" y="79"/>
                      </a:cubicBezTo>
                      <a:cubicBezTo>
                        <a:pt x="343" y="79"/>
                        <a:pt x="338" y="77"/>
                        <a:pt x="338" y="77"/>
                      </a:cubicBezTo>
                      <a:cubicBezTo>
                        <a:pt x="338" y="77"/>
                        <a:pt x="298" y="37"/>
                        <a:pt x="290" y="45"/>
                      </a:cubicBezTo>
                      <a:cubicBezTo>
                        <a:pt x="282" y="52"/>
                        <a:pt x="300" y="64"/>
                        <a:pt x="300" y="64"/>
                      </a:cubicBezTo>
                      <a:cubicBezTo>
                        <a:pt x="255" y="42"/>
                        <a:pt x="255" y="42"/>
                        <a:pt x="255" y="42"/>
                      </a:cubicBezTo>
                      <a:cubicBezTo>
                        <a:pt x="255" y="42"/>
                        <a:pt x="231" y="17"/>
                        <a:pt x="220" y="12"/>
                      </a:cubicBezTo>
                      <a:cubicBezTo>
                        <a:pt x="209" y="7"/>
                        <a:pt x="180" y="12"/>
                        <a:pt x="180" y="12"/>
                      </a:cubicBezTo>
                      <a:cubicBezTo>
                        <a:pt x="180" y="12"/>
                        <a:pt x="156" y="0"/>
                        <a:pt x="118" y="0"/>
                      </a:cubicBezTo>
                      <a:cubicBezTo>
                        <a:pt x="81" y="0"/>
                        <a:pt x="64" y="12"/>
                        <a:pt x="48" y="26"/>
                      </a:cubicBezTo>
                      <a:cubicBezTo>
                        <a:pt x="32" y="41"/>
                        <a:pt x="0" y="51"/>
                        <a:pt x="0" y="51"/>
                      </a:cubicBezTo>
                      <a:cubicBezTo>
                        <a:pt x="51" y="49"/>
                        <a:pt x="51" y="49"/>
                        <a:pt x="51" y="4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102" y="36"/>
                        <a:pt x="102" y="36"/>
                        <a:pt x="102" y="36"/>
                      </a:cubicBezTo>
                      <a:cubicBezTo>
                        <a:pt x="115" y="29"/>
                        <a:pt x="115" y="29"/>
                        <a:pt x="115" y="29"/>
                      </a:cubicBezTo>
                      <a:cubicBezTo>
                        <a:pt x="115" y="29"/>
                        <a:pt x="142" y="27"/>
                        <a:pt x="150" y="34"/>
                      </a:cubicBezTo>
                      <a:cubicBezTo>
                        <a:pt x="158" y="42"/>
                        <a:pt x="126" y="46"/>
                        <a:pt x="126" y="46"/>
                      </a:cubicBezTo>
                      <a:cubicBezTo>
                        <a:pt x="137" y="54"/>
                        <a:pt x="137" y="54"/>
                        <a:pt x="137" y="54"/>
                      </a:cubicBezTo>
                      <a:cubicBezTo>
                        <a:pt x="137" y="54"/>
                        <a:pt x="155" y="61"/>
                        <a:pt x="172" y="66"/>
                      </a:cubicBezTo>
                      <a:cubicBezTo>
                        <a:pt x="188" y="71"/>
                        <a:pt x="188" y="61"/>
                        <a:pt x="188" y="61"/>
                      </a:cubicBezTo>
                      <a:cubicBezTo>
                        <a:pt x="188" y="61"/>
                        <a:pt x="204" y="74"/>
                        <a:pt x="220" y="81"/>
                      </a:cubicBezTo>
                      <a:cubicBezTo>
                        <a:pt x="236" y="89"/>
                        <a:pt x="268" y="79"/>
                        <a:pt x="268" y="79"/>
                      </a:cubicBezTo>
                      <a:cubicBezTo>
                        <a:pt x="263" y="96"/>
                        <a:pt x="263" y="96"/>
                        <a:pt x="263" y="96"/>
                      </a:cubicBezTo>
                      <a:cubicBezTo>
                        <a:pt x="303" y="113"/>
                        <a:pt x="303" y="113"/>
                        <a:pt x="303" y="113"/>
                      </a:cubicBezTo>
                      <a:cubicBezTo>
                        <a:pt x="319" y="136"/>
                        <a:pt x="319" y="136"/>
                        <a:pt x="319" y="136"/>
                      </a:cubicBezTo>
                      <a:cubicBezTo>
                        <a:pt x="319" y="136"/>
                        <a:pt x="335" y="143"/>
                        <a:pt x="335" y="150"/>
                      </a:cubicBezTo>
                      <a:cubicBezTo>
                        <a:pt x="335" y="158"/>
                        <a:pt x="308" y="165"/>
                        <a:pt x="316" y="172"/>
                      </a:cubicBezTo>
                      <a:cubicBezTo>
                        <a:pt x="324" y="180"/>
                        <a:pt x="348" y="163"/>
                        <a:pt x="356" y="163"/>
                      </a:cubicBezTo>
                      <a:cubicBezTo>
                        <a:pt x="364" y="163"/>
                        <a:pt x="381" y="165"/>
                        <a:pt x="367" y="168"/>
                      </a:cubicBezTo>
                      <a:cubicBezTo>
                        <a:pt x="354" y="170"/>
                        <a:pt x="375" y="180"/>
                        <a:pt x="375" y="180"/>
                      </a:cubicBezTo>
                      <a:cubicBezTo>
                        <a:pt x="375" y="180"/>
                        <a:pt x="397" y="185"/>
                        <a:pt x="426" y="178"/>
                      </a:cubicBezTo>
                      <a:cubicBezTo>
                        <a:pt x="456" y="170"/>
                        <a:pt x="493" y="163"/>
                        <a:pt x="493" y="163"/>
                      </a:cubicBezTo>
                      <a:cubicBezTo>
                        <a:pt x="493" y="163"/>
                        <a:pt x="493" y="153"/>
                        <a:pt x="475" y="151"/>
                      </a:cubicBezTo>
                      <a:close/>
                      <a:moveTo>
                        <a:pt x="78" y="84"/>
                      </a:moveTo>
                      <a:cubicBezTo>
                        <a:pt x="75" y="97"/>
                        <a:pt x="102" y="99"/>
                        <a:pt x="104" y="84"/>
                      </a:cubicBezTo>
                      <a:cubicBezTo>
                        <a:pt x="107" y="70"/>
                        <a:pt x="78" y="84"/>
                        <a:pt x="78" y="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8" name="Freeform 190"/>
                <p:cNvSpPr>
                  <a:spLocks/>
                </p:cNvSpPr>
                <p:nvPr/>
              </p:nvSpPr>
              <p:spPr bwMode="gray">
                <a:xfrm>
                  <a:off x="-15126" y="-12330"/>
                  <a:ext cx="255" cy="99"/>
                </a:xfrm>
                <a:custGeom>
                  <a:avLst/>
                  <a:gdLst>
                    <a:gd name="T0" fmla="*/ 72 w 108"/>
                    <a:gd name="T1" fmla="*/ 42 h 42"/>
                    <a:gd name="T2" fmla="*/ 79 w 108"/>
                    <a:gd name="T3" fmla="*/ 28 h 42"/>
                    <a:gd name="T4" fmla="*/ 108 w 108"/>
                    <a:gd name="T5" fmla="*/ 34 h 42"/>
                    <a:gd name="T6" fmla="*/ 85 w 108"/>
                    <a:gd name="T7" fmla="*/ 9 h 42"/>
                    <a:gd name="T8" fmla="*/ 48 w 108"/>
                    <a:gd name="T9" fmla="*/ 6 h 42"/>
                    <a:gd name="T10" fmla="*/ 19 w 108"/>
                    <a:gd name="T11" fmla="*/ 4 h 42"/>
                    <a:gd name="T12" fmla="*/ 0 w 108"/>
                    <a:gd name="T13" fmla="*/ 9 h 42"/>
                    <a:gd name="T14" fmla="*/ 17 w 108"/>
                    <a:gd name="T15" fmla="*/ 26 h 42"/>
                    <a:gd name="T16" fmla="*/ 43 w 108"/>
                    <a:gd name="T17" fmla="*/ 32 h 42"/>
                    <a:gd name="T18" fmla="*/ 54 w 108"/>
                    <a:gd name="T19" fmla="*/ 38 h 42"/>
                    <a:gd name="T20" fmla="*/ 72 w 108"/>
                    <a:gd name="T21" fmla="*/ 42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8" h="42">
                      <a:moveTo>
                        <a:pt x="72" y="42"/>
                      </a:moveTo>
                      <a:cubicBezTo>
                        <a:pt x="79" y="28"/>
                        <a:pt x="79" y="28"/>
                        <a:pt x="79" y="28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8" y="34"/>
                        <a:pt x="95" y="9"/>
                        <a:pt x="85" y="9"/>
                      </a:cubicBezTo>
                      <a:cubicBezTo>
                        <a:pt x="75" y="9"/>
                        <a:pt x="58" y="7"/>
                        <a:pt x="48" y="6"/>
                      </a:cubicBezTo>
                      <a:cubicBezTo>
                        <a:pt x="37" y="4"/>
                        <a:pt x="27" y="0"/>
                        <a:pt x="19" y="4"/>
                      </a:cubicBezTo>
                      <a:cubicBezTo>
                        <a:pt x="11" y="7"/>
                        <a:pt x="0" y="9"/>
                        <a:pt x="0" y="9"/>
                      </a:cubicBezTo>
                      <a:cubicBezTo>
                        <a:pt x="0" y="9"/>
                        <a:pt x="8" y="20"/>
                        <a:pt x="17" y="26"/>
                      </a:cubicBezTo>
                      <a:cubicBezTo>
                        <a:pt x="25" y="32"/>
                        <a:pt x="43" y="32"/>
                        <a:pt x="43" y="32"/>
                      </a:cubicBezTo>
                      <a:cubicBezTo>
                        <a:pt x="54" y="38"/>
                        <a:pt x="54" y="38"/>
                        <a:pt x="54" y="38"/>
                      </a:cubicBezTo>
                      <a:lnTo>
                        <a:pt x="72" y="42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9" name="Freeform 191"/>
                <p:cNvSpPr>
                  <a:spLocks/>
                </p:cNvSpPr>
                <p:nvPr/>
              </p:nvSpPr>
              <p:spPr bwMode="gray">
                <a:xfrm>
                  <a:off x="-13871" y="-12323"/>
                  <a:ext cx="229" cy="94"/>
                </a:xfrm>
                <a:custGeom>
                  <a:avLst/>
                  <a:gdLst>
                    <a:gd name="T0" fmla="*/ 60 w 97"/>
                    <a:gd name="T1" fmla="*/ 9 h 40"/>
                    <a:gd name="T2" fmla="*/ 15 w 97"/>
                    <a:gd name="T3" fmla="*/ 0 h 40"/>
                    <a:gd name="T4" fmla="*/ 2 w 97"/>
                    <a:gd name="T5" fmla="*/ 32 h 40"/>
                    <a:gd name="T6" fmla="*/ 27 w 97"/>
                    <a:gd name="T7" fmla="*/ 40 h 40"/>
                    <a:gd name="T8" fmla="*/ 33 w 97"/>
                    <a:gd name="T9" fmla="*/ 34 h 40"/>
                    <a:gd name="T10" fmla="*/ 64 w 97"/>
                    <a:gd name="T11" fmla="*/ 34 h 40"/>
                    <a:gd name="T12" fmla="*/ 95 w 97"/>
                    <a:gd name="T13" fmla="*/ 10 h 40"/>
                    <a:gd name="T14" fmla="*/ 60 w 97"/>
                    <a:gd name="T15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7" h="40">
                      <a:moveTo>
                        <a:pt x="60" y="9"/>
                      </a:moveTo>
                      <a:cubicBezTo>
                        <a:pt x="52" y="9"/>
                        <a:pt x="29" y="0"/>
                        <a:pt x="15" y="0"/>
                      </a:cubicBezTo>
                      <a:cubicBezTo>
                        <a:pt x="0" y="0"/>
                        <a:pt x="2" y="32"/>
                        <a:pt x="2" y="32"/>
                      </a:cubicBezTo>
                      <a:cubicBezTo>
                        <a:pt x="27" y="40"/>
                        <a:pt x="27" y="40"/>
                        <a:pt x="27" y="40"/>
                      </a:cubicBezTo>
                      <a:cubicBezTo>
                        <a:pt x="33" y="34"/>
                        <a:pt x="33" y="34"/>
                        <a:pt x="33" y="34"/>
                      </a:cubicBezTo>
                      <a:cubicBezTo>
                        <a:pt x="33" y="34"/>
                        <a:pt x="48" y="36"/>
                        <a:pt x="64" y="34"/>
                      </a:cubicBezTo>
                      <a:cubicBezTo>
                        <a:pt x="81" y="32"/>
                        <a:pt x="97" y="17"/>
                        <a:pt x="95" y="10"/>
                      </a:cubicBezTo>
                      <a:cubicBezTo>
                        <a:pt x="93" y="2"/>
                        <a:pt x="68" y="10"/>
                        <a:pt x="60" y="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0" name="Freeform 192"/>
                <p:cNvSpPr>
                  <a:spLocks/>
                </p:cNvSpPr>
                <p:nvPr/>
              </p:nvSpPr>
              <p:spPr bwMode="gray">
                <a:xfrm>
                  <a:off x="-12206" y="-16495"/>
                  <a:ext cx="687" cy="614"/>
                </a:xfrm>
                <a:custGeom>
                  <a:avLst/>
                  <a:gdLst>
                    <a:gd name="T0" fmla="*/ 180 w 291"/>
                    <a:gd name="T1" fmla="*/ 17 h 260"/>
                    <a:gd name="T2" fmla="*/ 226 w 291"/>
                    <a:gd name="T3" fmla="*/ 5 h 260"/>
                    <a:gd name="T4" fmla="*/ 229 w 291"/>
                    <a:gd name="T5" fmla="*/ 20 h 260"/>
                    <a:gd name="T6" fmla="*/ 215 w 291"/>
                    <a:gd name="T7" fmla="*/ 29 h 260"/>
                    <a:gd name="T8" fmla="*/ 198 w 291"/>
                    <a:gd name="T9" fmla="*/ 60 h 260"/>
                    <a:gd name="T10" fmla="*/ 171 w 291"/>
                    <a:gd name="T11" fmla="*/ 72 h 260"/>
                    <a:gd name="T12" fmla="*/ 147 w 291"/>
                    <a:gd name="T13" fmla="*/ 101 h 260"/>
                    <a:gd name="T14" fmla="*/ 145 w 291"/>
                    <a:gd name="T15" fmla="*/ 119 h 260"/>
                    <a:gd name="T16" fmla="*/ 162 w 291"/>
                    <a:gd name="T17" fmla="*/ 106 h 260"/>
                    <a:gd name="T18" fmla="*/ 180 w 291"/>
                    <a:gd name="T19" fmla="*/ 76 h 260"/>
                    <a:gd name="T20" fmla="*/ 194 w 291"/>
                    <a:gd name="T21" fmla="*/ 88 h 260"/>
                    <a:gd name="T22" fmla="*/ 210 w 291"/>
                    <a:gd name="T23" fmla="*/ 94 h 260"/>
                    <a:gd name="T24" fmla="*/ 202 w 291"/>
                    <a:gd name="T25" fmla="*/ 115 h 260"/>
                    <a:gd name="T26" fmla="*/ 222 w 291"/>
                    <a:gd name="T27" fmla="*/ 113 h 260"/>
                    <a:gd name="T28" fmla="*/ 228 w 291"/>
                    <a:gd name="T29" fmla="*/ 132 h 260"/>
                    <a:gd name="T30" fmla="*/ 262 w 291"/>
                    <a:gd name="T31" fmla="*/ 111 h 260"/>
                    <a:gd name="T32" fmla="*/ 275 w 291"/>
                    <a:gd name="T33" fmla="*/ 120 h 260"/>
                    <a:gd name="T34" fmla="*/ 256 w 291"/>
                    <a:gd name="T35" fmla="*/ 138 h 260"/>
                    <a:gd name="T36" fmla="*/ 280 w 291"/>
                    <a:gd name="T37" fmla="*/ 144 h 260"/>
                    <a:gd name="T38" fmla="*/ 242 w 291"/>
                    <a:gd name="T39" fmla="*/ 197 h 260"/>
                    <a:gd name="T40" fmla="*/ 266 w 291"/>
                    <a:gd name="T41" fmla="*/ 198 h 260"/>
                    <a:gd name="T42" fmla="*/ 244 w 291"/>
                    <a:gd name="T43" fmla="*/ 212 h 260"/>
                    <a:gd name="T44" fmla="*/ 264 w 291"/>
                    <a:gd name="T45" fmla="*/ 213 h 260"/>
                    <a:gd name="T46" fmla="*/ 286 w 291"/>
                    <a:gd name="T47" fmla="*/ 204 h 260"/>
                    <a:gd name="T48" fmla="*/ 291 w 291"/>
                    <a:gd name="T49" fmla="*/ 219 h 260"/>
                    <a:gd name="T50" fmla="*/ 244 w 291"/>
                    <a:gd name="T51" fmla="*/ 260 h 260"/>
                    <a:gd name="T52" fmla="*/ 216 w 291"/>
                    <a:gd name="T53" fmla="*/ 256 h 260"/>
                    <a:gd name="T54" fmla="*/ 232 w 291"/>
                    <a:gd name="T55" fmla="*/ 240 h 260"/>
                    <a:gd name="T56" fmla="*/ 210 w 291"/>
                    <a:gd name="T57" fmla="*/ 242 h 260"/>
                    <a:gd name="T58" fmla="*/ 205 w 291"/>
                    <a:gd name="T59" fmla="*/ 237 h 260"/>
                    <a:gd name="T60" fmla="*/ 158 w 291"/>
                    <a:gd name="T61" fmla="*/ 243 h 260"/>
                    <a:gd name="T62" fmla="*/ 133 w 291"/>
                    <a:gd name="T63" fmla="*/ 239 h 260"/>
                    <a:gd name="T64" fmla="*/ 131 w 291"/>
                    <a:gd name="T65" fmla="*/ 236 h 260"/>
                    <a:gd name="T66" fmla="*/ 159 w 291"/>
                    <a:gd name="T67" fmla="*/ 228 h 260"/>
                    <a:gd name="T68" fmla="*/ 152 w 291"/>
                    <a:gd name="T69" fmla="*/ 217 h 260"/>
                    <a:gd name="T70" fmla="*/ 64 w 291"/>
                    <a:gd name="T71" fmla="*/ 199 h 260"/>
                    <a:gd name="T72" fmla="*/ 12 w 291"/>
                    <a:gd name="T73" fmla="*/ 201 h 260"/>
                    <a:gd name="T74" fmla="*/ 34 w 291"/>
                    <a:gd name="T75" fmla="*/ 186 h 260"/>
                    <a:gd name="T76" fmla="*/ 8 w 291"/>
                    <a:gd name="T77" fmla="*/ 176 h 260"/>
                    <a:gd name="T78" fmla="*/ 50 w 291"/>
                    <a:gd name="T79" fmla="*/ 153 h 260"/>
                    <a:gd name="T80" fmla="*/ 106 w 291"/>
                    <a:gd name="T81" fmla="*/ 101 h 260"/>
                    <a:gd name="T82" fmla="*/ 143 w 291"/>
                    <a:gd name="T83" fmla="*/ 65 h 260"/>
                    <a:gd name="T84" fmla="*/ 180 w 291"/>
                    <a:gd name="T85" fmla="*/ 17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91" h="260">
                      <a:moveTo>
                        <a:pt x="180" y="17"/>
                      </a:moveTo>
                      <a:cubicBezTo>
                        <a:pt x="180" y="17"/>
                        <a:pt x="209" y="0"/>
                        <a:pt x="226" y="5"/>
                      </a:cubicBezTo>
                      <a:cubicBezTo>
                        <a:pt x="244" y="10"/>
                        <a:pt x="229" y="20"/>
                        <a:pt x="229" y="20"/>
                      </a:cubicBezTo>
                      <a:cubicBezTo>
                        <a:pt x="215" y="29"/>
                        <a:pt x="215" y="29"/>
                        <a:pt x="215" y="29"/>
                      </a:cubicBezTo>
                      <a:cubicBezTo>
                        <a:pt x="215" y="29"/>
                        <a:pt x="210" y="49"/>
                        <a:pt x="198" y="60"/>
                      </a:cubicBezTo>
                      <a:cubicBezTo>
                        <a:pt x="186" y="71"/>
                        <a:pt x="171" y="72"/>
                        <a:pt x="171" y="72"/>
                      </a:cubicBezTo>
                      <a:cubicBezTo>
                        <a:pt x="147" y="101"/>
                        <a:pt x="147" y="101"/>
                        <a:pt x="147" y="101"/>
                      </a:cubicBezTo>
                      <a:cubicBezTo>
                        <a:pt x="145" y="119"/>
                        <a:pt x="145" y="119"/>
                        <a:pt x="145" y="119"/>
                      </a:cubicBezTo>
                      <a:cubicBezTo>
                        <a:pt x="162" y="106"/>
                        <a:pt x="162" y="106"/>
                        <a:pt x="162" y="106"/>
                      </a:cubicBezTo>
                      <a:cubicBezTo>
                        <a:pt x="180" y="76"/>
                        <a:pt x="180" y="76"/>
                        <a:pt x="180" y="76"/>
                      </a:cubicBezTo>
                      <a:cubicBezTo>
                        <a:pt x="194" y="88"/>
                        <a:pt x="194" y="88"/>
                        <a:pt x="194" y="88"/>
                      </a:cubicBezTo>
                      <a:cubicBezTo>
                        <a:pt x="210" y="94"/>
                        <a:pt x="210" y="94"/>
                        <a:pt x="210" y="94"/>
                      </a:cubicBezTo>
                      <a:cubicBezTo>
                        <a:pt x="202" y="115"/>
                        <a:pt x="202" y="115"/>
                        <a:pt x="202" y="115"/>
                      </a:cubicBezTo>
                      <a:cubicBezTo>
                        <a:pt x="222" y="113"/>
                        <a:pt x="222" y="113"/>
                        <a:pt x="222" y="113"/>
                      </a:cubicBezTo>
                      <a:cubicBezTo>
                        <a:pt x="228" y="132"/>
                        <a:pt x="228" y="132"/>
                        <a:pt x="228" y="132"/>
                      </a:cubicBezTo>
                      <a:cubicBezTo>
                        <a:pt x="262" y="111"/>
                        <a:pt x="262" y="111"/>
                        <a:pt x="262" y="111"/>
                      </a:cubicBezTo>
                      <a:cubicBezTo>
                        <a:pt x="275" y="120"/>
                        <a:pt x="275" y="120"/>
                        <a:pt x="275" y="120"/>
                      </a:cubicBezTo>
                      <a:cubicBezTo>
                        <a:pt x="275" y="120"/>
                        <a:pt x="265" y="135"/>
                        <a:pt x="256" y="138"/>
                      </a:cubicBezTo>
                      <a:cubicBezTo>
                        <a:pt x="248" y="141"/>
                        <a:pt x="274" y="144"/>
                        <a:pt x="280" y="144"/>
                      </a:cubicBezTo>
                      <a:cubicBezTo>
                        <a:pt x="286" y="145"/>
                        <a:pt x="242" y="197"/>
                        <a:pt x="242" y="197"/>
                      </a:cubicBezTo>
                      <a:cubicBezTo>
                        <a:pt x="266" y="198"/>
                        <a:pt x="266" y="198"/>
                        <a:pt x="266" y="198"/>
                      </a:cubicBezTo>
                      <a:cubicBezTo>
                        <a:pt x="244" y="212"/>
                        <a:pt x="244" y="212"/>
                        <a:pt x="244" y="212"/>
                      </a:cubicBezTo>
                      <a:cubicBezTo>
                        <a:pt x="264" y="213"/>
                        <a:pt x="264" y="213"/>
                        <a:pt x="264" y="213"/>
                      </a:cubicBezTo>
                      <a:cubicBezTo>
                        <a:pt x="286" y="204"/>
                        <a:pt x="286" y="204"/>
                        <a:pt x="286" y="204"/>
                      </a:cubicBezTo>
                      <a:cubicBezTo>
                        <a:pt x="291" y="219"/>
                        <a:pt x="291" y="219"/>
                        <a:pt x="291" y="219"/>
                      </a:cubicBezTo>
                      <a:cubicBezTo>
                        <a:pt x="244" y="260"/>
                        <a:pt x="244" y="260"/>
                        <a:pt x="244" y="260"/>
                      </a:cubicBezTo>
                      <a:cubicBezTo>
                        <a:pt x="216" y="256"/>
                        <a:pt x="216" y="256"/>
                        <a:pt x="216" y="256"/>
                      </a:cubicBezTo>
                      <a:cubicBezTo>
                        <a:pt x="232" y="240"/>
                        <a:pt x="232" y="240"/>
                        <a:pt x="232" y="240"/>
                      </a:cubicBezTo>
                      <a:cubicBezTo>
                        <a:pt x="210" y="242"/>
                        <a:pt x="210" y="242"/>
                        <a:pt x="210" y="242"/>
                      </a:cubicBezTo>
                      <a:cubicBezTo>
                        <a:pt x="205" y="237"/>
                        <a:pt x="205" y="237"/>
                        <a:pt x="205" y="237"/>
                      </a:cubicBezTo>
                      <a:cubicBezTo>
                        <a:pt x="158" y="243"/>
                        <a:pt x="158" y="243"/>
                        <a:pt x="158" y="243"/>
                      </a:cubicBezTo>
                      <a:cubicBezTo>
                        <a:pt x="133" y="239"/>
                        <a:pt x="133" y="239"/>
                        <a:pt x="133" y="239"/>
                      </a:cubicBezTo>
                      <a:cubicBezTo>
                        <a:pt x="131" y="236"/>
                        <a:pt x="131" y="236"/>
                        <a:pt x="131" y="236"/>
                      </a:cubicBezTo>
                      <a:cubicBezTo>
                        <a:pt x="159" y="228"/>
                        <a:pt x="159" y="228"/>
                        <a:pt x="159" y="228"/>
                      </a:cubicBezTo>
                      <a:cubicBezTo>
                        <a:pt x="159" y="228"/>
                        <a:pt x="168" y="217"/>
                        <a:pt x="152" y="217"/>
                      </a:cubicBezTo>
                      <a:cubicBezTo>
                        <a:pt x="136" y="216"/>
                        <a:pt x="64" y="199"/>
                        <a:pt x="64" y="199"/>
                      </a:cubicBezTo>
                      <a:cubicBezTo>
                        <a:pt x="64" y="199"/>
                        <a:pt x="24" y="213"/>
                        <a:pt x="12" y="201"/>
                      </a:cubicBezTo>
                      <a:cubicBezTo>
                        <a:pt x="0" y="189"/>
                        <a:pt x="34" y="186"/>
                        <a:pt x="34" y="186"/>
                      </a:cubicBezTo>
                      <a:cubicBezTo>
                        <a:pt x="34" y="186"/>
                        <a:pt x="6" y="183"/>
                        <a:pt x="8" y="176"/>
                      </a:cubicBezTo>
                      <a:cubicBezTo>
                        <a:pt x="10" y="170"/>
                        <a:pt x="50" y="153"/>
                        <a:pt x="50" y="153"/>
                      </a:cubicBezTo>
                      <a:cubicBezTo>
                        <a:pt x="106" y="101"/>
                        <a:pt x="106" y="101"/>
                        <a:pt x="106" y="101"/>
                      </a:cubicBezTo>
                      <a:cubicBezTo>
                        <a:pt x="143" y="65"/>
                        <a:pt x="143" y="65"/>
                        <a:pt x="143" y="65"/>
                      </a:cubicBezTo>
                      <a:lnTo>
                        <a:pt x="180" y="1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1" name="Freeform 193"/>
                <p:cNvSpPr>
                  <a:spLocks/>
                </p:cNvSpPr>
                <p:nvPr/>
              </p:nvSpPr>
              <p:spPr bwMode="gray">
                <a:xfrm>
                  <a:off x="-16489" y="-11818"/>
                  <a:ext cx="277" cy="175"/>
                </a:xfrm>
                <a:custGeom>
                  <a:avLst/>
                  <a:gdLst>
                    <a:gd name="T0" fmla="*/ 116 w 117"/>
                    <a:gd name="T1" fmla="*/ 57 h 74"/>
                    <a:gd name="T2" fmla="*/ 115 w 117"/>
                    <a:gd name="T3" fmla="*/ 28 h 74"/>
                    <a:gd name="T4" fmla="*/ 100 w 117"/>
                    <a:gd name="T5" fmla="*/ 26 h 74"/>
                    <a:gd name="T6" fmla="*/ 84 w 117"/>
                    <a:gd name="T7" fmla="*/ 32 h 74"/>
                    <a:gd name="T8" fmla="*/ 76 w 117"/>
                    <a:gd name="T9" fmla="*/ 16 h 74"/>
                    <a:gd name="T10" fmla="*/ 61 w 117"/>
                    <a:gd name="T11" fmla="*/ 16 h 74"/>
                    <a:gd name="T12" fmla="*/ 48 w 117"/>
                    <a:gd name="T13" fmla="*/ 0 h 74"/>
                    <a:gd name="T14" fmla="*/ 33 w 117"/>
                    <a:gd name="T15" fmla="*/ 4 h 74"/>
                    <a:gd name="T16" fmla="*/ 32 w 117"/>
                    <a:gd name="T17" fmla="*/ 12 h 74"/>
                    <a:gd name="T18" fmla="*/ 19 w 117"/>
                    <a:gd name="T19" fmla="*/ 24 h 74"/>
                    <a:gd name="T20" fmla="*/ 0 w 117"/>
                    <a:gd name="T21" fmla="*/ 39 h 74"/>
                    <a:gd name="T22" fmla="*/ 20 w 117"/>
                    <a:gd name="T23" fmla="*/ 52 h 74"/>
                    <a:gd name="T24" fmla="*/ 48 w 117"/>
                    <a:gd name="T25" fmla="*/ 53 h 74"/>
                    <a:gd name="T26" fmla="*/ 64 w 117"/>
                    <a:gd name="T27" fmla="*/ 66 h 74"/>
                    <a:gd name="T28" fmla="*/ 86 w 117"/>
                    <a:gd name="T29" fmla="*/ 64 h 74"/>
                    <a:gd name="T30" fmla="*/ 98 w 117"/>
                    <a:gd name="T31" fmla="*/ 74 h 74"/>
                    <a:gd name="T32" fmla="*/ 110 w 117"/>
                    <a:gd name="T33" fmla="*/ 55 h 74"/>
                    <a:gd name="T34" fmla="*/ 117 w 117"/>
                    <a:gd name="T35" fmla="*/ 57 h 74"/>
                    <a:gd name="T36" fmla="*/ 116 w 117"/>
                    <a:gd name="T37" fmla="*/ 57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7" h="74">
                      <a:moveTo>
                        <a:pt x="116" y="57"/>
                      </a:moveTo>
                      <a:cubicBezTo>
                        <a:pt x="115" y="28"/>
                        <a:pt x="115" y="28"/>
                        <a:pt x="115" y="28"/>
                      </a:cubicBezTo>
                      <a:cubicBezTo>
                        <a:pt x="115" y="28"/>
                        <a:pt x="105" y="27"/>
                        <a:pt x="100" y="26"/>
                      </a:cubicBezTo>
                      <a:cubicBezTo>
                        <a:pt x="95" y="25"/>
                        <a:pt x="93" y="30"/>
                        <a:pt x="84" y="32"/>
                      </a:cubicBezTo>
                      <a:cubicBezTo>
                        <a:pt x="75" y="34"/>
                        <a:pt x="76" y="16"/>
                        <a:pt x="76" y="16"/>
                      </a:cubicBezTo>
                      <a:cubicBezTo>
                        <a:pt x="76" y="16"/>
                        <a:pt x="70" y="16"/>
                        <a:pt x="61" y="16"/>
                      </a:cubicBezTo>
                      <a:cubicBezTo>
                        <a:pt x="54" y="16"/>
                        <a:pt x="50" y="5"/>
                        <a:pt x="48" y="0"/>
                      </a:cubicBezTo>
                      <a:cubicBezTo>
                        <a:pt x="41" y="3"/>
                        <a:pt x="33" y="4"/>
                        <a:pt x="33" y="4"/>
                      </a:cubicBezTo>
                      <a:cubicBezTo>
                        <a:pt x="32" y="12"/>
                        <a:pt x="32" y="12"/>
                        <a:pt x="32" y="12"/>
                      </a:cubicBezTo>
                      <a:cubicBezTo>
                        <a:pt x="32" y="12"/>
                        <a:pt x="27" y="22"/>
                        <a:pt x="19" y="24"/>
                      </a:cubicBezTo>
                      <a:cubicBezTo>
                        <a:pt x="13" y="25"/>
                        <a:pt x="5" y="34"/>
                        <a:pt x="0" y="39"/>
                      </a:cubicBezTo>
                      <a:cubicBezTo>
                        <a:pt x="7" y="44"/>
                        <a:pt x="16" y="50"/>
                        <a:pt x="20" y="52"/>
                      </a:cubicBezTo>
                      <a:cubicBezTo>
                        <a:pt x="28" y="55"/>
                        <a:pt x="48" y="53"/>
                        <a:pt x="48" y="53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98" y="74"/>
                        <a:pt x="98" y="74"/>
                        <a:pt x="98" y="74"/>
                      </a:cubicBezTo>
                      <a:cubicBezTo>
                        <a:pt x="110" y="55"/>
                        <a:pt x="110" y="55"/>
                        <a:pt x="110" y="55"/>
                      </a:cubicBezTo>
                      <a:cubicBezTo>
                        <a:pt x="117" y="57"/>
                        <a:pt x="117" y="57"/>
                        <a:pt x="117" y="57"/>
                      </a:cubicBezTo>
                      <a:lnTo>
                        <a:pt x="116" y="5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0" name="Freeform 194"/>
                <p:cNvSpPr>
                  <a:spLocks/>
                </p:cNvSpPr>
                <p:nvPr/>
              </p:nvSpPr>
              <p:spPr bwMode="gray">
                <a:xfrm>
                  <a:off x="-16347" y="-12333"/>
                  <a:ext cx="170" cy="331"/>
                </a:xfrm>
                <a:custGeom>
                  <a:avLst/>
                  <a:gdLst>
                    <a:gd name="T0" fmla="*/ 72 w 72"/>
                    <a:gd name="T1" fmla="*/ 22 h 140"/>
                    <a:gd name="T2" fmla="*/ 54 w 72"/>
                    <a:gd name="T3" fmla="*/ 11 h 140"/>
                    <a:gd name="T4" fmla="*/ 51 w 72"/>
                    <a:gd name="T5" fmla="*/ 0 h 140"/>
                    <a:gd name="T6" fmla="*/ 33 w 72"/>
                    <a:gd name="T7" fmla="*/ 33 h 140"/>
                    <a:gd name="T8" fmla="*/ 23 w 72"/>
                    <a:gd name="T9" fmla="*/ 26 h 140"/>
                    <a:gd name="T10" fmla="*/ 16 w 72"/>
                    <a:gd name="T11" fmla="*/ 36 h 140"/>
                    <a:gd name="T12" fmla="*/ 0 w 72"/>
                    <a:gd name="T13" fmla="*/ 140 h 140"/>
                    <a:gd name="T14" fmla="*/ 18 w 72"/>
                    <a:gd name="T15" fmla="*/ 140 h 140"/>
                    <a:gd name="T16" fmla="*/ 28 w 72"/>
                    <a:gd name="T17" fmla="*/ 114 h 140"/>
                    <a:gd name="T18" fmla="*/ 39 w 72"/>
                    <a:gd name="T19" fmla="*/ 118 h 140"/>
                    <a:gd name="T20" fmla="*/ 55 w 72"/>
                    <a:gd name="T21" fmla="*/ 93 h 140"/>
                    <a:gd name="T22" fmla="*/ 55 w 72"/>
                    <a:gd name="T23" fmla="*/ 60 h 140"/>
                    <a:gd name="T24" fmla="*/ 72 w 72"/>
                    <a:gd name="T25" fmla="*/ 22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2" h="140">
                      <a:moveTo>
                        <a:pt x="72" y="22"/>
                      </a:moveTo>
                      <a:cubicBezTo>
                        <a:pt x="72" y="17"/>
                        <a:pt x="54" y="11"/>
                        <a:pt x="54" y="11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51" y="0"/>
                        <a:pt x="44" y="32"/>
                        <a:pt x="33" y="33"/>
                      </a:cubicBezTo>
                      <a:cubicBezTo>
                        <a:pt x="22" y="34"/>
                        <a:pt x="28" y="26"/>
                        <a:pt x="23" y="26"/>
                      </a:cubicBezTo>
                      <a:cubicBezTo>
                        <a:pt x="18" y="26"/>
                        <a:pt x="16" y="36"/>
                        <a:pt x="16" y="36"/>
                      </a:cubicBezTo>
                      <a:cubicBezTo>
                        <a:pt x="0" y="140"/>
                        <a:pt x="0" y="140"/>
                        <a:pt x="0" y="140"/>
                      </a:cubicBezTo>
                      <a:cubicBezTo>
                        <a:pt x="18" y="140"/>
                        <a:pt x="18" y="140"/>
                        <a:pt x="18" y="140"/>
                      </a:cubicBezTo>
                      <a:cubicBezTo>
                        <a:pt x="28" y="114"/>
                        <a:pt x="28" y="114"/>
                        <a:pt x="28" y="114"/>
                      </a:cubicBezTo>
                      <a:cubicBezTo>
                        <a:pt x="39" y="118"/>
                        <a:pt x="39" y="118"/>
                        <a:pt x="39" y="118"/>
                      </a:cubicBezTo>
                      <a:cubicBezTo>
                        <a:pt x="39" y="118"/>
                        <a:pt x="55" y="104"/>
                        <a:pt x="55" y="93"/>
                      </a:cubicBezTo>
                      <a:cubicBezTo>
                        <a:pt x="55" y="82"/>
                        <a:pt x="51" y="70"/>
                        <a:pt x="55" y="60"/>
                      </a:cubicBezTo>
                      <a:cubicBezTo>
                        <a:pt x="59" y="50"/>
                        <a:pt x="72" y="27"/>
                        <a:pt x="72" y="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1" name="Freeform 195"/>
                <p:cNvSpPr>
                  <a:spLocks/>
                </p:cNvSpPr>
                <p:nvPr/>
              </p:nvSpPr>
              <p:spPr bwMode="gray">
                <a:xfrm>
                  <a:off x="-16706" y="-12250"/>
                  <a:ext cx="470" cy="525"/>
                </a:xfrm>
                <a:custGeom>
                  <a:avLst/>
                  <a:gdLst>
                    <a:gd name="T0" fmla="*/ 190 w 199"/>
                    <a:gd name="T1" fmla="*/ 103 h 222"/>
                    <a:gd name="T2" fmla="*/ 179 w 199"/>
                    <a:gd name="T3" fmla="*/ 110 h 222"/>
                    <a:gd name="T4" fmla="*/ 170 w 199"/>
                    <a:gd name="T5" fmla="*/ 105 h 222"/>
                    <a:gd name="T6" fmla="*/ 152 w 199"/>
                    <a:gd name="T7" fmla="*/ 105 h 222"/>
                    <a:gd name="T8" fmla="*/ 168 w 199"/>
                    <a:gd name="T9" fmla="*/ 1 h 222"/>
                    <a:gd name="T10" fmla="*/ 81 w 199"/>
                    <a:gd name="T11" fmla="*/ 0 h 222"/>
                    <a:gd name="T12" fmla="*/ 82 w 199"/>
                    <a:gd name="T13" fmla="*/ 30 h 222"/>
                    <a:gd name="T14" fmla="*/ 54 w 199"/>
                    <a:gd name="T15" fmla="*/ 34 h 222"/>
                    <a:gd name="T16" fmla="*/ 64 w 199"/>
                    <a:gd name="T17" fmla="*/ 38 h 222"/>
                    <a:gd name="T18" fmla="*/ 75 w 199"/>
                    <a:gd name="T19" fmla="*/ 56 h 222"/>
                    <a:gd name="T20" fmla="*/ 87 w 199"/>
                    <a:gd name="T21" fmla="*/ 57 h 222"/>
                    <a:gd name="T22" fmla="*/ 91 w 199"/>
                    <a:gd name="T23" fmla="*/ 73 h 222"/>
                    <a:gd name="T24" fmla="*/ 103 w 199"/>
                    <a:gd name="T25" fmla="*/ 79 h 222"/>
                    <a:gd name="T26" fmla="*/ 94 w 199"/>
                    <a:gd name="T27" fmla="*/ 86 h 222"/>
                    <a:gd name="T28" fmla="*/ 94 w 199"/>
                    <a:gd name="T29" fmla="*/ 97 h 222"/>
                    <a:gd name="T30" fmla="*/ 35 w 199"/>
                    <a:gd name="T31" fmla="*/ 96 h 222"/>
                    <a:gd name="T32" fmla="*/ 14 w 199"/>
                    <a:gd name="T33" fmla="*/ 127 h 222"/>
                    <a:gd name="T34" fmla="*/ 14 w 199"/>
                    <a:gd name="T35" fmla="*/ 165 h 222"/>
                    <a:gd name="T36" fmla="*/ 0 w 199"/>
                    <a:gd name="T37" fmla="*/ 179 h 222"/>
                    <a:gd name="T38" fmla="*/ 14 w 199"/>
                    <a:gd name="T39" fmla="*/ 192 h 222"/>
                    <a:gd name="T40" fmla="*/ 47 w 199"/>
                    <a:gd name="T41" fmla="*/ 213 h 222"/>
                    <a:gd name="T42" fmla="*/ 80 w 199"/>
                    <a:gd name="T43" fmla="*/ 213 h 222"/>
                    <a:gd name="T44" fmla="*/ 92 w 199"/>
                    <a:gd name="T45" fmla="*/ 222 h 222"/>
                    <a:gd name="T46" fmla="*/ 111 w 199"/>
                    <a:gd name="T47" fmla="*/ 207 h 222"/>
                    <a:gd name="T48" fmla="*/ 124 w 199"/>
                    <a:gd name="T49" fmla="*/ 195 h 222"/>
                    <a:gd name="T50" fmla="*/ 125 w 199"/>
                    <a:gd name="T51" fmla="*/ 187 h 222"/>
                    <a:gd name="T52" fmla="*/ 149 w 199"/>
                    <a:gd name="T53" fmla="*/ 176 h 222"/>
                    <a:gd name="T54" fmla="*/ 151 w 199"/>
                    <a:gd name="T55" fmla="*/ 155 h 222"/>
                    <a:gd name="T56" fmla="*/ 179 w 199"/>
                    <a:gd name="T57" fmla="*/ 131 h 222"/>
                    <a:gd name="T58" fmla="*/ 199 w 199"/>
                    <a:gd name="T59" fmla="*/ 112 h 222"/>
                    <a:gd name="T60" fmla="*/ 190 w 199"/>
                    <a:gd name="T61" fmla="*/ 103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9" h="222">
                      <a:moveTo>
                        <a:pt x="190" y="103"/>
                      </a:moveTo>
                      <a:cubicBezTo>
                        <a:pt x="179" y="110"/>
                        <a:pt x="179" y="110"/>
                        <a:pt x="179" y="110"/>
                      </a:cubicBezTo>
                      <a:cubicBezTo>
                        <a:pt x="170" y="105"/>
                        <a:pt x="170" y="105"/>
                        <a:pt x="170" y="105"/>
                      </a:cubicBezTo>
                      <a:cubicBezTo>
                        <a:pt x="152" y="105"/>
                        <a:pt x="152" y="105"/>
                        <a:pt x="152" y="105"/>
                      </a:cubicBezTo>
                      <a:cubicBezTo>
                        <a:pt x="168" y="1"/>
                        <a:pt x="168" y="1"/>
                        <a:pt x="168" y="1"/>
                      </a:cubicBezTo>
                      <a:cubicBezTo>
                        <a:pt x="81" y="0"/>
                        <a:pt x="81" y="0"/>
                        <a:pt x="81" y="0"/>
                      </a:cubicBezTo>
                      <a:cubicBezTo>
                        <a:pt x="81" y="0"/>
                        <a:pt x="84" y="24"/>
                        <a:pt x="82" y="30"/>
                      </a:cubicBezTo>
                      <a:cubicBezTo>
                        <a:pt x="80" y="36"/>
                        <a:pt x="54" y="34"/>
                        <a:pt x="54" y="34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8"/>
                        <a:pt x="65" y="54"/>
                        <a:pt x="75" y="56"/>
                      </a:cubicBezTo>
                      <a:cubicBezTo>
                        <a:pt x="85" y="58"/>
                        <a:pt x="87" y="57"/>
                        <a:pt x="87" y="57"/>
                      </a:cubicBezTo>
                      <a:cubicBezTo>
                        <a:pt x="91" y="73"/>
                        <a:pt x="91" y="73"/>
                        <a:pt x="91" y="73"/>
                      </a:cubicBezTo>
                      <a:cubicBezTo>
                        <a:pt x="91" y="73"/>
                        <a:pt x="103" y="69"/>
                        <a:pt x="103" y="79"/>
                      </a:cubicBezTo>
                      <a:cubicBezTo>
                        <a:pt x="103" y="89"/>
                        <a:pt x="94" y="86"/>
                        <a:pt x="94" y="86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35" y="96"/>
                        <a:pt x="35" y="96"/>
                        <a:pt x="35" y="96"/>
                      </a:cubicBezTo>
                      <a:cubicBezTo>
                        <a:pt x="14" y="127"/>
                        <a:pt x="14" y="127"/>
                        <a:pt x="14" y="127"/>
                      </a:cubicBezTo>
                      <a:cubicBezTo>
                        <a:pt x="14" y="127"/>
                        <a:pt x="14" y="149"/>
                        <a:pt x="14" y="165"/>
                      </a:cubicBezTo>
                      <a:cubicBezTo>
                        <a:pt x="14" y="181"/>
                        <a:pt x="0" y="179"/>
                        <a:pt x="0" y="179"/>
                      </a:cubicBezTo>
                      <a:cubicBezTo>
                        <a:pt x="3" y="185"/>
                        <a:pt x="7" y="189"/>
                        <a:pt x="14" y="192"/>
                      </a:cubicBezTo>
                      <a:cubicBezTo>
                        <a:pt x="33" y="199"/>
                        <a:pt x="36" y="209"/>
                        <a:pt x="47" y="213"/>
                      </a:cubicBezTo>
                      <a:cubicBezTo>
                        <a:pt x="58" y="217"/>
                        <a:pt x="80" y="213"/>
                        <a:pt x="80" y="213"/>
                      </a:cubicBezTo>
                      <a:cubicBezTo>
                        <a:pt x="80" y="213"/>
                        <a:pt x="86" y="217"/>
                        <a:pt x="92" y="222"/>
                      </a:cubicBezTo>
                      <a:cubicBezTo>
                        <a:pt x="97" y="217"/>
                        <a:pt x="105" y="208"/>
                        <a:pt x="111" y="207"/>
                      </a:cubicBezTo>
                      <a:cubicBezTo>
                        <a:pt x="119" y="205"/>
                        <a:pt x="124" y="195"/>
                        <a:pt x="124" y="195"/>
                      </a:cubicBezTo>
                      <a:cubicBezTo>
                        <a:pt x="125" y="187"/>
                        <a:pt x="125" y="187"/>
                        <a:pt x="125" y="187"/>
                      </a:cubicBezTo>
                      <a:cubicBezTo>
                        <a:pt x="125" y="187"/>
                        <a:pt x="146" y="185"/>
                        <a:pt x="149" y="176"/>
                      </a:cubicBezTo>
                      <a:cubicBezTo>
                        <a:pt x="152" y="167"/>
                        <a:pt x="151" y="155"/>
                        <a:pt x="151" y="155"/>
                      </a:cubicBezTo>
                      <a:cubicBezTo>
                        <a:pt x="151" y="155"/>
                        <a:pt x="164" y="139"/>
                        <a:pt x="179" y="131"/>
                      </a:cubicBezTo>
                      <a:cubicBezTo>
                        <a:pt x="194" y="123"/>
                        <a:pt x="199" y="112"/>
                        <a:pt x="199" y="112"/>
                      </a:cubicBezTo>
                      <a:lnTo>
                        <a:pt x="190" y="10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3" name="Freeform 196"/>
                <p:cNvSpPr>
                  <a:spLocks/>
                </p:cNvSpPr>
                <p:nvPr/>
              </p:nvSpPr>
              <p:spPr bwMode="gray">
                <a:xfrm>
                  <a:off x="-18910" y="-14128"/>
                  <a:ext cx="2946" cy="2306"/>
                </a:xfrm>
                <a:custGeom>
                  <a:avLst/>
                  <a:gdLst>
                    <a:gd name="T0" fmla="*/ 968 w 1247"/>
                    <a:gd name="T1" fmla="*/ 891 h 976"/>
                    <a:gd name="T2" fmla="*/ 1036 w 1247"/>
                    <a:gd name="T3" fmla="*/ 874 h 976"/>
                    <a:gd name="T4" fmla="*/ 1008 w 1247"/>
                    <a:gd name="T5" fmla="*/ 851 h 976"/>
                    <a:gd name="T6" fmla="*/ 1015 w 1247"/>
                    <a:gd name="T7" fmla="*/ 825 h 976"/>
                    <a:gd name="T8" fmla="*/ 1108 w 1247"/>
                    <a:gd name="T9" fmla="*/ 786 h 976"/>
                    <a:gd name="T10" fmla="*/ 1139 w 1247"/>
                    <a:gd name="T11" fmla="*/ 771 h 976"/>
                    <a:gd name="T12" fmla="*/ 1162 w 1247"/>
                    <a:gd name="T13" fmla="*/ 767 h 976"/>
                    <a:gd name="T14" fmla="*/ 1182 w 1247"/>
                    <a:gd name="T15" fmla="*/ 717 h 976"/>
                    <a:gd name="T16" fmla="*/ 1184 w 1247"/>
                    <a:gd name="T17" fmla="*/ 701 h 976"/>
                    <a:gd name="T18" fmla="*/ 1234 w 1247"/>
                    <a:gd name="T19" fmla="*/ 632 h 976"/>
                    <a:gd name="T20" fmla="*/ 1172 w 1247"/>
                    <a:gd name="T21" fmla="*/ 594 h 976"/>
                    <a:gd name="T22" fmla="*/ 1060 w 1247"/>
                    <a:gd name="T23" fmla="*/ 655 h 976"/>
                    <a:gd name="T24" fmla="*/ 1043 w 1247"/>
                    <a:gd name="T25" fmla="*/ 716 h 976"/>
                    <a:gd name="T26" fmla="*/ 974 w 1247"/>
                    <a:gd name="T27" fmla="*/ 749 h 976"/>
                    <a:gd name="T28" fmla="*/ 836 w 1247"/>
                    <a:gd name="T29" fmla="*/ 753 h 976"/>
                    <a:gd name="T30" fmla="*/ 777 w 1247"/>
                    <a:gd name="T31" fmla="*/ 708 h 976"/>
                    <a:gd name="T32" fmla="*/ 750 w 1247"/>
                    <a:gd name="T33" fmla="*/ 616 h 976"/>
                    <a:gd name="T34" fmla="*/ 752 w 1247"/>
                    <a:gd name="T35" fmla="*/ 507 h 976"/>
                    <a:gd name="T36" fmla="*/ 768 w 1247"/>
                    <a:gd name="T37" fmla="*/ 434 h 976"/>
                    <a:gd name="T38" fmla="*/ 806 w 1247"/>
                    <a:gd name="T39" fmla="*/ 364 h 976"/>
                    <a:gd name="T40" fmla="*/ 780 w 1247"/>
                    <a:gd name="T41" fmla="*/ 355 h 976"/>
                    <a:gd name="T42" fmla="*/ 720 w 1247"/>
                    <a:gd name="T43" fmla="*/ 332 h 976"/>
                    <a:gd name="T44" fmla="*/ 714 w 1247"/>
                    <a:gd name="T45" fmla="*/ 280 h 976"/>
                    <a:gd name="T46" fmla="*/ 700 w 1247"/>
                    <a:gd name="T47" fmla="*/ 241 h 976"/>
                    <a:gd name="T48" fmla="*/ 661 w 1247"/>
                    <a:gd name="T49" fmla="*/ 154 h 976"/>
                    <a:gd name="T50" fmla="*/ 621 w 1247"/>
                    <a:gd name="T51" fmla="*/ 154 h 976"/>
                    <a:gd name="T52" fmla="*/ 519 w 1247"/>
                    <a:gd name="T53" fmla="*/ 161 h 976"/>
                    <a:gd name="T54" fmla="*/ 491 w 1247"/>
                    <a:gd name="T55" fmla="*/ 76 h 976"/>
                    <a:gd name="T56" fmla="*/ 390 w 1247"/>
                    <a:gd name="T57" fmla="*/ 45 h 976"/>
                    <a:gd name="T58" fmla="*/ 378 w 1247"/>
                    <a:gd name="T59" fmla="*/ 72 h 976"/>
                    <a:gd name="T60" fmla="*/ 106 w 1247"/>
                    <a:gd name="T61" fmla="*/ 0 h 976"/>
                    <a:gd name="T62" fmla="*/ 0 w 1247"/>
                    <a:gd name="T63" fmla="*/ 25 h 976"/>
                    <a:gd name="T64" fmla="*/ 10 w 1247"/>
                    <a:gd name="T65" fmla="*/ 76 h 976"/>
                    <a:gd name="T66" fmla="*/ 5 w 1247"/>
                    <a:gd name="T67" fmla="*/ 117 h 976"/>
                    <a:gd name="T68" fmla="*/ 42 w 1247"/>
                    <a:gd name="T69" fmla="*/ 176 h 976"/>
                    <a:gd name="T70" fmla="*/ 58 w 1247"/>
                    <a:gd name="T71" fmla="*/ 267 h 976"/>
                    <a:gd name="T72" fmla="*/ 7 w 1247"/>
                    <a:gd name="T73" fmla="*/ 261 h 976"/>
                    <a:gd name="T74" fmla="*/ 43 w 1247"/>
                    <a:gd name="T75" fmla="*/ 296 h 976"/>
                    <a:gd name="T76" fmla="*/ 91 w 1247"/>
                    <a:gd name="T77" fmla="*/ 337 h 976"/>
                    <a:gd name="T78" fmla="*/ 142 w 1247"/>
                    <a:gd name="T79" fmla="*/ 459 h 976"/>
                    <a:gd name="T80" fmla="*/ 210 w 1247"/>
                    <a:gd name="T81" fmla="*/ 506 h 976"/>
                    <a:gd name="T82" fmla="*/ 172 w 1247"/>
                    <a:gd name="T83" fmla="*/ 452 h 976"/>
                    <a:gd name="T84" fmla="*/ 162 w 1247"/>
                    <a:gd name="T85" fmla="*/ 387 h 976"/>
                    <a:gd name="T86" fmla="*/ 131 w 1247"/>
                    <a:gd name="T87" fmla="*/ 319 h 976"/>
                    <a:gd name="T88" fmla="*/ 116 w 1247"/>
                    <a:gd name="T89" fmla="*/ 227 h 976"/>
                    <a:gd name="T90" fmla="*/ 66 w 1247"/>
                    <a:gd name="T91" fmla="*/ 128 h 976"/>
                    <a:gd name="T92" fmla="*/ 84 w 1247"/>
                    <a:gd name="T93" fmla="*/ 42 h 976"/>
                    <a:gd name="T94" fmla="*/ 138 w 1247"/>
                    <a:gd name="T95" fmla="*/ 73 h 976"/>
                    <a:gd name="T96" fmla="*/ 160 w 1247"/>
                    <a:gd name="T97" fmla="*/ 180 h 976"/>
                    <a:gd name="T98" fmla="*/ 208 w 1247"/>
                    <a:gd name="T99" fmla="*/ 284 h 976"/>
                    <a:gd name="T100" fmla="*/ 257 w 1247"/>
                    <a:gd name="T101" fmla="*/ 318 h 976"/>
                    <a:gd name="T102" fmla="*/ 255 w 1247"/>
                    <a:gd name="T103" fmla="*/ 375 h 976"/>
                    <a:gd name="T104" fmla="*/ 294 w 1247"/>
                    <a:gd name="T105" fmla="*/ 418 h 976"/>
                    <a:gd name="T106" fmla="*/ 313 w 1247"/>
                    <a:gd name="T107" fmla="*/ 456 h 976"/>
                    <a:gd name="T108" fmla="*/ 371 w 1247"/>
                    <a:gd name="T109" fmla="*/ 575 h 976"/>
                    <a:gd name="T110" fmla="*/ 375 w 1247"/>
                    <a:gd name="T111" fmla="*/ 645 h 976"/>
                    <a:gd name="T112" fmla="*/ 423 w 1247"/>
                    <a:gd name="T113" fmla="*/ 740 h 976"/>
                    <a:gd name="T114" fmla="*/ 556 w 1247"/>
                    <a:gd name="T115" fmla="*/ 838 h 976"/>
                    <a:gd name="T116" fmla="*/ 677 w 1247"/>
                    <a:gd name="T117" fmla="*/ 899 h 976"/>
                    <a:gd name="T118" fmla="*/ 840 w 1247"/>
                    <a:gd name="T119" fmla="*/ 878 h 976"/>
                    <a:gd name="T120" fmla="*/ 947 w 1247"/>
                    <a:gd name="T121" fmla="*/ 960 h 9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247" h="976">
                      <a:moveTo>
                        <a:pt x="947" y="960"/>
                      </a:moveTo>
                      <a:cubicBezTo>
                        <a:pt x="947" y="944"/>
                        <a:pt x="947" y="922"/>
                        <a:pt x="947" y="922"/>
                      </a:cubicBezTo>
                      <a:cubicBezTo>
                        <a:pt x="968" y="891"/>
                        <a:pt x="968" y="891"/>
                        <a:pt x="968" y="891"/>
                      </a:cubicBezTo>
                      <a:cubicBezTo>
                        <a:pt x="1027" y="892"/>
                        <a:pt x="1027" y="892"/>
                        <a:pt x="1027" y="892"/>
                      </a:cubicBezTo>
                      <a:cubicBezTo>
                        <a:pt x="1027" y="881"/>
                        <a:pt x="1027" y="881"/>
                        <a:pt x="1027" y="881"/>
                      </a:cubicBezTo>
                      <a:cubicBezTo>
                        <a:pt x="1027" y="881"/>
                        <a:pt x="1036" y="884"/>
                        <a:pt x="1036" y="874"/>
                      </a:cubicBezTo>
                      <a:cubicBezTo>
                        <a:pt x="1036" y="864"/>
                        <a:pt x="1024" y="868"/>
                        <a:pt x="1024" y="868"/>
                      </a:cubicBezTo>
                      <a:cubicBezTo>
                        <a:pt x="1020" y="852"/>
                        <a:pt x="1020" y="852"/>
                        <a:pt x="1020" y="852"/>
                      </a:cubicBezTo>
                      <a:cubicBezTo>
                        <a:pt x="1020" y="852"/>
                        <a:pt x="1018" y="853"/>
                        <a:pt x="1008" y="851"/>
                      </a:cubicBezTo>
                      <a:cubicBezTo>
                        <a:pt x="998" y="849"/>
                        <a:pt x="997" y="833"/>
                        <a:pt x="997" y="833"/>
                      </a:cubicBezTo>
                      <a:cubicBezTo>
                        <a:pt x="987" y="829"/>
                        <a:pt x="987" y="829"/>
                        <a:pt x="987" y="829"/>
                      </a:cubicBezTo>
                      <a:cubicBezTo>
                        <a:pt x="987" y="829"/>
                        <a:pt x="1013" y="831"/>
                        <a:pt x="1015" y="825"/>
                      </a:cubicBezTo>
                      <a:cubicBezTo>
                        <a:pt x="1017" y="819"/>
                        <a:pt x="1014" y="795"/>
                        <a:pt x="1014" y="795"/>
                      </a:cubicBezTo>
                      <a:cubicBezTo>
                        <a:pt x="1101" y="796"/>
                        <a:pt x="1101" y="796"/>
                        <a:pt x="1101" y="796"/>
                      </a:cubicBezTo>
                      <a:cubicBezTo>
                        <a:pt x="1101" y="796"/>
                        <a:pt x="1103" y="786"/>
                        <a:pt x="1108" y="786"/>
                      </a:cubicBezTo>
                      <a:cubicBezTo>
                        <a:pt x="1113" y="786"/>
                        <a:pt x="1107" y="794"/>
                        <a:pt x="1118" y="793"/>
                      </a:cubicBezTo>
                      <a:cubicBezTo>
                        <a:pt x="1129" y="792"/>
                        <a:pt x="1136" y="760"/>
                        <a:pt x="1136" y="760"/>
                      </a:cubicBezTo>
                      <a:cubicBezTo>
                        <a:pt x="1139" y="771"/>
                        <a:pt x="1139" y="771"/>
                        <a:pt x="1139" y="771"/>
                      </a:cubicBezTo>
                      <a:cubicBezTo>
                        <a:pt x="1150" y="761"/>
                        <a:pt x="1150" y="761"/>
                        <a:pt x="1150" y="761"/>
                      </a:cubicBezTo>
                      <a:cubicBezTo>
                        <a:pt x="1164" y="745"/>
                        <a:pt x="1164" y="745"/>
                        <a:pt x="1164" y="745"/>
                      </a:cubicBezTo>
                      <a:cubicBezTo>
                        <a:pt x="1164" y="745"/>
                        <a:pt x="1158" y="764"/>
                        <a:pt x="1162" y="767"/>
                      </a:cubicBezTo>
                      <a:cubicBezTo>
                        <a:pt x="1166" y="770"/>
                        <a:pt x="1173" y="770"/>
                        <a:pt x="1173" y="770"/>
                      </a:cubicBezTo>
                      <a:cubicBezTo>
                        <a:pt x="1188" y="725"/>
                        <a:pt x="1188" y="725"/>
                        <a:pt x="1188" y="725"/>
                      </a:cubicBezTo>
                      <a:cubicBezTo>
                        <a:pt x="1182" y="717"/>
                        <a:pt x="1182" y="717"/>
                        <a:pt x="1182" y="717"/>
                      </a:cubicBezTo>
                      <a:cubicBezTo>
                        <a:pt x="1195" y="713"/>
                        <a:pt x="1195" y="713"/>
                        <a:pt x="1195" y="713"/>
                      </a:cubicBezTo>
                      <a:cubicBezTo>
                        <a:pt x="1196" y="705"/>
                        <a:pt x="1196" y="705"/>
                        <a:pt x="1196" y="705"/>
                      </a:cubicBezTo>
                      <a:cubicBezTo>
                        <a:pt x="1184" y="701"/>
                        <a:pt x="1184" y="701"/>
                        <a:pt x="1184" y="701"/>
                      </a:cubicBezTo>
                      <a:cubicBezTo>
                        <a:pt x="1196" y="688"/>
                        <a:pt x="1196" y="688"/>
                        <a:pt x="1196" y="688"/>
                      </a:cubicBezTo>
                      <a:cubicBezTo>
                        <a:pt x="1200" y="672"/>
                        <a:pt x="1200" y="672"/>
                        <a:pt x="1200" y="672"/>
                      </a:cubicBezTo>
                      <a:cubicBezTo>
                        <a:pt x="1200" y="672"/>
                        <a:pt x="1230" y="641"/>
                        <a:pt x="1234" y="632"/>
                      </a:cubicBezTo>
                      <a:cubicBezTo>
                        <a:pt x="1238" y="623"/>
                        <a:pt x="1247" y="600"/>
                        <a:pt x="1236" y="597"/>
                      </a:cubicBezTo>
                      <a:cubicBezTo>
                        <a:pt x="1225" y="594"/>
                        <a:pt x="1203" y="601"/>
                        <a:pt x="1203" y="601"/>
                      </a:cubicBezTo>
                      <a:cubicBezTo>
                        <a:pt x="1203" y="601"/>
                        <a:pt x="1179" y="594"/>
                        <a:pt x="1172" y="594"/>
                      </a:cubicBezTo>
                      <a:cubicBezTo>
                        <a:pt x="1165" y="594"/>
                        <a:pt x="1137" y="602"/>
                        <a:pt x="1123" y="606"/>
                      </a:cubicBezTo>
                      <a:cubicBezTo>
                        <a:pt x="1109" y="610"/>
                        <a:pt x="1084" y="606"/>
                        <a:pt x="1078" y="612"/>
                      </a:cubicBezTo>
                      <a:cubicBezTo>
                        <a:pt x="1072" y="618"/>
                        <a:pt x="1061" y="639"/>
                        <a:pt x="1060" y="655"/>
                      </a:cubicBezTo>
                      <a:cubicBezTo>
                        <a:pt x="1059" y="671"/>
                        <a:pt x="1059" y="686"/>
                        <a:pt x="1059" y="686"/>
                      </a:cubicBezTo>
                      <a:cubicBezTo>
                        <a:pt x="1049" y="690"/>
                        <a:pt x="1049" y="690"/>
                        <a:pt x="1049" y="690"/>
                      </a:cubicBezTo>
                      <a:cubicBezTo>
                        <a:pt x="1049" y="690"/>
                        <a:pt x="1049" y="710"/>
                        <a:pt x="1043" y="716"/>
                      </a:cubicBezTo>
                      <a:cubicBezTo>
                        <a:pt x="1037" y="722"/>
                        <a:pt x="1016" y="728"/>
                        <a:pt x="1011" y="737"/>
                      </a:cubicBezTo>
                      <a:cubicBezTo>
                        <a:pt x="1006" y="746"/>
                        <a:pt x="1009" y="765"/>
                        <a:pt x="996" y="766"/>
                      </a:cubicBezTo>
                      <a:cubicBezTo>
                        <a:pt x="983" y="767"/>
                        <a:pt x="990" y="749"/>
                        <a:pt x="974" y="749"/>
                      </a:cubicBezTo>
                      <a:cubicBezTo>
                        <a:pt x="958" y="749"/>
                        <a:pt x="932" y="761"/>
                        <a:pt x="912" y="761"/>
                      </a:cubicBezTo>
                      <a:cubicBezTo>
                        <a:pt x="892" y="761"/>
                        <a:pt x="864" y="784"/>
                        <a:pt x="855" y="780"/>
                      </a:cubicBezTo>
                      <a:cubicBezTo>
                        <a:pt x="846" y="776"/>
                        <a:pt x="847" y="755"/>
                        <a:pt x="836" y="753"/>
                      </a:cubicBezTo>
                      <a:cubicBezTo>
                        <a:pt x="825" y="751"/>
                        <a:pt x="797" y="748"/>
                        <a:pt x="797" y="748"/>
                      </a:cubicBezTo>
                      <a:cubicBezTo>
                        <a:pt x="797" y="748"/>
                        <a:pt x="795" y="731"/>
                        <a:pt x="790" y="724"/>
                      </a:cubicBezTo>
                      <a:cubicBezTo>
                        <a:pt x="785" y="717"/>
                        <a:pt x="777" y="708"/>
                        <a:pt x="777" y="708"/>
                      </a:cubicBezTo>
                      <a:cubicBezTo>
                        <a:pt x="777" y="685"/>
                        <a:pt x="777" y="685"/>
                        <a:pt x="777" y="685"/>
                      </a:cubicBezTo>
                      <a:cubicBezTo>
                        <a:pt x="751" y="644"/>
                        <a:pt x="751" y="644"/>
                        <a:pt x="751" y="644"/>
                      </a:cubicBezTo>
                      <a:cubicBezTo>
                        <a:pt x="750" y="616"/>
                        <a:pt x="750" y="616"/>
                        <a:pt x="750" y="616"/>
                      </a:cubicBezTo>
                      <a:cubicBezTo>
                        <a:pt x="739" y="596"/>
                        <a:pt x="739" y="596"/>
                        <a:pt x="739" y="596"/>
                      </a:cubicBezTo>
                      <a:cubicBezTo>
                        <a:pt x="736" y="539"/>
                        <a:pt x="736" y="539"/>
                        <a:pt x="736" y="539"/>
                      </a:cubicBezTo>
                      <a:cubicBezTo>
                        <a:pt x="736" y="539"/>
                        <a:pt x="752" y="518"/>
                        <a:pt x="752" y="507"/>
                      </a:cubicBezTo>
                      <a:cubicBezTo>
                        <a:pt x="752" y="496"/>
                        <a:pt x="754" y="466"/>
                        <a:pt x="754" y="466"/>
                      </a:cubicBezTo>
                      <a:cubicBezTo>
                        <a:pt x="752" y="439"/>
                        <a:pt x="752" y="439"/>
                        <a:pt x="752" y="439"/>
                      </a:cubicBezTo>
                      <a:cubicBezTo>
                        <a:pt x="768" y="434"/>
                        <a:pt x="768" y="434"/>
                        <a:pt x="768" y="434"/>
                      </a:cubicBezTo>
                      <a:cubicBezTo>
                        <a:pt x="768" y="434"/>
                        <a:pt x="767" y="394"/>
                        <a:pt x="775" y="392"/>
                      </a:cubicBezTo>
                      <a:cubicBezTo>
                        <a:pt x="783" y="390"/>
                        <a:pt x="791" y="401"/>
                        <a:pt x="793" y="392"/>
                      </a:cubicBezTo>
                      <a:cubicBezTo>
                        <a:pt x="795" y="383"/>
                        <a:pt x="806" y="364"/>
                        <a:pt x="806" y="364"/>
                      </a:cubicBezTo>
                      <a:cubicBezTo>
                        <a:pt x="806" y="363"/>
                        <a:pt x="806" y="363"/>
                        <a:pt x="806" y="363"/>
                      </a:cubicBezTo>
                      <a:cubicBezTo>
                        <a:pt x="803" y="364"/>
                        <a:pt x="799" y="365"/>
                        <a:pt x="794" y="365"/>
                      </a:cubicBezTo>
                      <a:cubicBezTo>
                        <a:pt x="783" y="365"/>
                        <a:pt x="785" y="355"/>
                        <a:pt x="780" y="355"/>
                      </a:cubicBezTo>
                      <a:cubicBezTo>
                        <a:pt x="775" y="355"/>
                        <a:pt x="756" y="355"/>
                        <a:pt x="756" y="355"/>
                      </a:cubicBezTo>
                      <a:cubicBezTo>
                        <a:pt x="750" y="344"/>
                        <a:pt x="750" y="344"/>
                        <a:pt x="750" y="344"/>
                      </a:cubicBezTo>
                      <a:cubicBezTo>
                        <a:pt x="750" y="344"/>
                        <a:pt x="720" y="343"/>
                        <a:pt x="720" y="332"/>
                      </a:cubicBezTo>
                      <a:cubicBezTo>
                        <a:pt x="720" y="321"/>
                        <a:pt x="722" y="313"/>
                        <a:pt x="722" y="313"/>
                      </a:cubicBezTo>
                      <a:cubicBezTo>
                        <a:pt x="714" y="307"/>
                        <a:pt x="714" y="307"/>
                        <a:pt x="714" y="307"/>
                      </a:cubicBezTo>
                      <a:cubicBezTo>
                        <a:pt x="714" y="280"/>
                        <a:pt x="714" y="280"/>
                        <a:pt x="714" y="280"/>
                      </a:cubicBezTo>
                      <a:cubicBezTo>
                        <a:pt x="714" y="280"/>
                        <a:pt x="724" y="277"/>
                        <a:pt x="717" y="270"/>
                      </a:cubicBezTo>
                      <a:cubicBezTo>
                        <a:pt x="710" y="263"/>
                        <a:pt x="701" y="262"/>
                        <a:pt x="701" y="254"/>
                      </a:cubicBezTo>
                      <a:cubicBezTo>
                        <a:pt x="701" y="247"/>
                        <a:pt x="700" y="241"/>
                        <a:pt x="700" y="241"/>
                      </a:cubicBezTo>
                      <a:cubicBezTo>
                        <a:pt x="700" y="241"/>
                        <a:pt x="689" y="234"/>
                        <a:pt x="689" y="225"/>
                      </a:cubicBezTo>
                      <a:cubicBezTo>
                        <a:pt x="689" y="216"/>
                        <a:pt x="697" y="201"/>
                        <a:pt x="689" y="193"/>
                      </a:cubicBezTo>
                      <a:cubicBezTo>
                        <a:pt x="681" y="185"/>
                        <a:pt x="661" y="154"/>
                        <a:pt x="661" y="154"/>
                      </a:cubicBezTo>
                      <a:cubicBezTo>
                        <a:pt x="632" y="153"/>
                        <a:pt x="632" y="153"/>
                        <a:pt x="632" y="153"/>
                      </a:cubicBezTo>
                      <a:cubicBezTo>
                        <a:pt x="622" y="148"/>
                        <a:pt x="622" y="148"/>
                        <a:pt x="622" y="148"/>
                      </a:cubicBezTo>
                      <a:cubicBezTo>
                        <a:pt x="621" y="154"/>
                        <a:pt x="621" y="154"/>
                        <a:pt x="621" y="154"/>
                      </a:cubicBezTo>
                      <a:cubicBezTo>
                        <a:pt x="621" y="154"/>
                        <a:pt x="609" y="153"/>
                        <a:pt x="605" y="157"/>
                      </a:cubicBezTo>
                      <a:cubicBezTo>
                        <a:pt x="601" y="161"/>
                        <a:pt x="588" y="195"/>
                        <a:pt x="569" y="195"/>
                      </a:cubicBezTo>
                      <a:cubicBezTo>
                        <a:pt x="550" y="195"/>
                        <a:pt x="519" y="161"/>
                        <a:pt x="519" y="161"/>
                      </a:cubicBezTo>
                      <a:cubicBezTo>
                        <a:pt x="519" y="161"/>
                        <a:pt x="529" y="119"/>
                        <a:pt x="519" y="109"/>
                      </a:cubicBezTo>
                      <a:cubicBezTo>
                        <a:pt x="508" y="98"/>
                        <a:pt x="497" y="97"/>
                        <a:pt x="497" y="97"/>
                      </a:cubicBezTo>
                      <a:cubicBezTo>
                        <a:pt x="491" y="76"/>
                        <a:pt x="491" y="76"/>
                        <a:pt x="491" y="76"/>
                      </a:cubicBezTo>
                      <a:cubicBezTo>
                        <a:pt x="473" y="68"/>
                        <a:pt x="473" y="68"/>
                        <a:pt x="473" y="68"/>
                      </a:cubicBezTo>
                      <a:cubicBezTo>
                        <a:pt x="473" y="68"/>
                        <a:pt x="478" y="60"/>
                        <a:pt x="463" y="45"/>
                      </a:cubicBezTo>
                      <a:cubicBezTo>
                        <a:pt x="390" y="45"/>
                        <a:pt x="390" y="45"/>
                        <a:pt x="390" y="45"/>
                      </a:cubicBezTo>
                      <a:cubicBezTo>
                        <a:pt x="390" y="45"/>
                        <a:pt x="383" y="49"/>
                        <a:pt x="383" y="55"/>
                      </a:cubicBezTo>
                      <a:cubicBezTo>
                        <a:pt x="383" y="61"/>
                        <a:pt x="385" y="65"/>
                        <a:pt x="382" y="69"/>
                      </a:cubicBezTo>
                      <a:cubicBezTo>
                        <a:pt x="378" y="72"/>
                        <a:pt x="378" y="72"/>
                        <a:pt x="378" y="72"/>
                      </a:cubicBezTo>
                      <a:cubicBezTo>
                        <a:pt x="246" y="74"/>
                        <a:pt x="246" y="74"/>
                        <a:pt x="246" y="74"/>
                      </a:cubicBezTo>
                      <a:cubicBezTo>
                        <a:pt x="106" y="10"/>
                        <a:pt x="106" y="10"/>
                        <a:pt x="106" y="10"/>
                      </a:cubicBezTo>
                      <a:cubicBezTo>
                        <a:pt x="106" y="10"/>
                        <a:pt x="96" y="10"/>
                        <a:pt x="106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2"/>
                        <a:pt x="0" y="20"/>
                        <a:pt x="0" y="25"/>
                      </a:cubicBezTo>
                      <a:cubicBezTo>
                        <a:pt x="0" y="36"/>
                        <a:pt x="13" y="54"/>
                        <a:pt x="13" y="54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10" y="76"/>
                        <a:pt x="10" y="76"/>
                        <a:pt x="10" y="76"/>
                      </a:cubicBezTo>
                      <a:cubicBezTo>
                        <a:pt x="3" y="86"/>
                        <a:pt x="3" y="86"/>
                        <a:pt x="3" y="86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5" y="117"/>
                        <a:pt x="5" y="117"/>
                        <a:pt x="5" y="117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1"/>
                        <a:pt x="11" y="162"/>
                        <a:pt x="20" y="171"/>
                      </a:cubicBezTo>
                      <a:cubicBezTo>
                        <a:pt x="29" y="180"/>
                        <a:pt x="42" y="176"/>
                        <a:pt x="42" y="176"/>
                      </a:cubicBezTo>
                      <a:cubicBezTo>
                        <a:pt x="42" y="176"/>
                        <a:pt x="66" y="219"/>
                        <a:pt x="66" y="227"/>
                      </a:cubicBezTo>
                      <a:cubicBezTo>
                        <a:pt x="66" y="235"/>
                        <a:pt x="47" y="260"/>
                        <a:pt x="47" y="260"/>
                      </a:cubicBezTo>
                      <a:cubicBezTo>
                        <a:pt x="58" y="267"/>
                        <a:pt x="58" y="267"/>
                        <a:pt x="58" y="267"/>
                      </a:cubicBezTo>
                      <a:cubicBezTo>
                        <a:pt x="50" y="276"/>
                        <a:pt x="50" y="276"/>
                        <a:pt x="50" y="276"/>
                      </a:cubicBezTo>
                      <a:cubicBezTo>
                        <a:pt x="41" y="264"/>
                        <a:pt x="41" y="264"/>
                        <a:pt x="41" y="264"/>
                      </a:cubicBezTo>
                      <a:cubicBezTo>
                        <a:pt x="7" y="261"/>
                        <a:pt x="7" y="261"/>
                        <a:pt x="7" y="261"/>
                      </a:cubicBezTo>
                      <a:cubicBezTo>
                        <a:pt x="23" y="279"/>
                        <a:pt x="23" y="279"/>
                        <a:pt x="23" y="279"/>
                      </a:cubicBezTo>
                      <a:cubicBezTo>
                        <a:pt x="29" y="295"/>
                        <a:pt x="29" y="295"/>
                        <a:pt x="29" y="295"/>
                      </a:cubicBezTo>
                      <a:cubicBezTo>
                        <a:pt x="43" y="296"/>
                        <a:pt x="43" y="296"/>
                        <a:pt x="43" y="296"/>
                      </a:cubicBezTo>
                      <a:cubicBezTo>
                        <a:pt x="43" y="296"/>
                        <a:pt x="60" y="319"/>
                        <a:pt x="65" y="317"/>
                      </a:cubicBezTo>
                      <a:cubicBezTo>
                        <a:pt x="70" y="315"/>
                        <a:pt x="85" y="305"/>
                        <a:pt x="85" y="305"/>
                      </a:cubicBezTo>
                      <a:cubicBezTo>
                        <a:pt x="85" y="305"/>
                        <a:pt x="84" y="328"/>
                        <a:pt x="91" y="337"/>
                      </a:cubicBezTo>
                      <a:cubicBezTo>
                        <a:pt x="98" y="346"/>
                        <a:pt x="113" y="358"/>
                        <a:pt x="113" y="368"/>
                      </a:cubicBezTo>
                      <a:cubicBezTo>
                        <a:pt x="113" y="378"/>
                        <a:pt x="96" y="398"/>
                        <a:pt x="102" y="412"/>
                      </a:cubicBezTo>
                      <a:cubicBezTo>
                        <a:pt x="108" y="426"/>
                        <a:pt x="128" y="442"/>
                        <a:pt x="142" y="459"/>
                      </a:cubicBezTo>
                      <a:cubicBezTo>
                        <a:pt x="156" y="476"/>
                        <a:pt x="175" y="497"/>
                        <a:pt x="175" y="497"/>
                      </a:cubicBezTo>
                      <a:cubicBezTo>
                        <a:pt x="175" y="497"/>
                        <a:pt x="162" y="524"/>
                        <a:pt x="178" y="525"/>
                      </a:cubicBezTo>
                      <a:cubicBezTo>
                        <a:pt x="194" y="526"/>
                        <a:pt x="210" y="506"/>
                        <a:pt x="210" y="506"/>
                      </a:cubicBezTo>
                      <a:cubicBezTo>
                        <a:pt x="206" y="493"/>
                        <a:pt x="206" y="493"/>
                        <a:pt x="206" y="493"/>
                      </a:cubicBezTo>
                      <a:cubicBezTo>
                        <a:pt x="206" y="493"/>
                        <a:pt x="198" y="457"/>
                        <a:pt x="190" y="453"/>
                      </a:cubicBezTo>
                      <a:cubicBezTo>
                        <a:pt x="182" y="449"/>
                        <a:pt x="172" y="452"/>
                        <a:pt x="172" y="452"/>
                      </a:cubicBezTo>
                      <a:cubicBezTo>
                        <a:pt x="160" y="435"/>
                        <a:pt x="160" y="435"/>
                        <a:pt x="160" y="435"/>
                      </a:cubicBezTo>
                      <a:cubicBezTo>
                        <a:pt x="160" y="435"/>
                        <a:pt x="164" y="422"/>
                        <a:pt x="162" y="414"/>
                      </a:cubicBezTo>
                      <a:cubicBezTo>
                        <a:pt x="160" y="406"/>
                        <a:pt x="162" y="387"/>
                        <a:pt x="162" y="387"/>
                      </a:cubicBezTo>
                      <a:cubicBezTo>
                        <a:pt x="150" y="365"/>
                        <a:pt x="150" y="365"/>
                        <a:pt x="150" y="365"/>
                      </a:cubicBezTo>
                      <a:cubicBezTo>
                        <a:pt x="150" y="365"/>
                        <a:pt x="160" y="341"/>
                        <a:pt x="156" y="329"/>
                      </a:cubicBezTo>
                      <a:cubicBezTo>
                        <a:pt x="152" y="317"/>
                        <a:pt x="131" y="319"/>
                        <a:pt x="131" y="319"/>
                      </a:cubicBezTo>
                      <a:cubicBezTo>
                        <a:pt x="131" y="288"/>
                        <a:pt x="131" y="288"/>
                        <a:pt x="131" y="288"/>
                      </a:cubicBezTo>
                      <a:cubicBezTo>
                        <a:pt x="114" y="267"/>
                        <a:pt x="114" y="267"/>
                        <a:pt x="114" y="267"/>
                      </a:cubicBezTo>
                      <a:cubicBezTo>
                        <a:pt x="116" y="227"/>
                        <a:pt x="116" y="227"/>
                        <a:pt x="116" y="227"/>
                      </a:cubicBezTo>
                      <a:cubicBezTo>
                        <a:pt x="116" y="227"/>
                        <a:pt x="102" y="207"/>
                        <a:pt x="97" y="201"/>
                      </a:cubicBezTo>
                      <a:cubicBezTo>
                        <a:pt x="92" y="195"/>
                        <a:pt x="89" y="170"/>
                        <a:pt x="89" y="170"/>
                      </a:cubicBezTo>
                      <a:cubicBezTo>
                        <a:pt x="89" y="170"/>
                        <a:pt x="63" y="132"/>
                        <a:pt x="66" y="128"/>
                      </a:cubicBezTo>
                      <a:cubicBezTo>
                        <a:pt x="69" y="124"/>
                        <a:pt x="79" y="107"/>
                        <a:pt x="75" y="95"/>
                      </a:cubicBezTo>
                      <a:cubicBezTo>
                        <a:pt x="71" y="83"/>
                        <a:pt x="85" y="67"/>
                        <a:pt x="85" y="67"/>
                      </a:cubicBezTo>
                      <a:cubicBezTo>
                        <a:pt x="84" y="42"/>
                        <a:pt x="84" y="42"/>
                        <a:pt x="84" y="42"/>
                      </a:cubicBezTo>
                      <a:cubicBezTo>
                        <a:pt x="84" y="42"/>
                        <a:pt x="104" y="62"/>
                        <a:pt x="113" y="62"/>
                      </a:cubicBezTo>
                      <a:cubicBezTo>
                        <a:pt x="122" y="62"/>
                        <a:pt x="134" y="58"/>
                        <a:pt x="134" y="58"/>
                      </a:cubicBezTo>
                      <a:cubicBezTo>
                        <a:pt x="134" y="58"/>
                        <a:pt x="131" y="69"/>
                        <a:pt x="138" y="73"/>
                      </a:cubicBezTo>
                      <a:cubicBezTo>
                        <a:pt x="145" y="77"/>
                        <a:pt x="155" y="77"/>
                        <a:pt x="155" y="77"/>
                      </a:cubicBezTo>
                      <a:cubicBezTo>
                        <a:pt x="155" y="77"/>
                        <a:pt x="152" y="88"/>
                        <a:pt x="152" y="106"/>
                      </a:cubicBezTo>
                      <a:cubicBezTo>
                        <a:pt x="152" y="124"/>
                        <a:pt x="160" y="180"/>
                        <a:pt x="160" y="180"/>
                      </a:cubicBezTo>
                      <a:cubicBezTo>
                        <a:pt x="160" y="180"/>
                        <a:pt x="181" y="255"/>
                        <a:pt x="189" y="257"/>
                      </a:cubicBezTo>
                      <a:cubicBezTo>
                        <a:pt x="197" y="259"/>
                        <a:pt x="217" y="257"/>
                        <a:pt x="217" y="257"/>
                      </a:cubicBezTo>
                      <a:cubicBezTo>
                        <a:pt x="217" y="257"/>
                        <a:pt x="199" y="268"/>
                        <a:pt x="208" y="284"/>
                      </a:cubicBezTo>
                      <a:cubicBezTo>
                        <a:pt x="217" y="300"/>
                        <a:pt x="234" y="302"/>
                        <a:pt x="234" y="302"/>
                      </a:cubicBezTo>
                      <a:cubicBezTo>
                        <a:pt x="236" y="317"/>
                        <a:pt x="236" y="317"/>
                        <a:pt x="236" y="317"/>
                      </a:cubicBezTo>
                      <a:cubicBezTo>
                        <a:pt x="257" y="318"/>
                        <a:pt x="257" y="318"/>
                        <a:pt x="257" y="318"/>
                      </a:cubicBezTo>
                      <a:cubicBezTo>
                        <a:pt x="260" y="346"/>
                        <a:pt x="260" y="346"/>
                        <a:pt x="260" y="346"/>
                      </a:cubicBezTo>
                      <a:cubicBezTo>
                        <a:pt x="260" y="346"/>
                        <a:pt x="228" y="359"/>
                        <a:pt x="238" y="374"/>
                      </a:cubicBezTo>
                      <a:cubicBezTo>
                        <a:pt x="248" y="389"/>
                        <a:pt x="255" y="375"/>
                        <a:pt x="255" y="375"/>
                      </a:cubicBezTo>
                      <a:cubicBezTo>
                        <a:pt x="255" y="375"/>
                        <a:pt x="264" y="395"/>
                        <a:pt x="270" y="397"/>
                      </a:cubicBezTo>
                      <a:cubicBezTo>
                        <a:pt x="276" y="399"/>
                        <a:pt x="294" y="401"/>
                        <a:pt x="294" y="404"/>
                      </a:cubicBezTo>
                      <a:cubicBezTo>
                        <a:pt x="294" y="407"/>
                        <a:pt x="294" y="418"/>
                        <a:pt x="294" y="418"/>
                      </a:cubicBezTo>
                      <a:cubicBezTo>
                        <a:pt x="294" y="418"/>
                        <a:pt x="279" y="437"/>
                        <a:pt x="290" y="438"/>
                      </a:cubicBezTo>
                      <a:cubicBezTo>
                        <a:pt x="301" y="439"/>
                        <a:pt x="313" y="437"/>
                        <a:pt x="313" y="437"/>
                      </a:cubicBezTo>
                      <a:cubicBezTo>
                        <a:pt x="313" y="456"/>
                        <a:pt x="313" y="456"/>
                        <a:pt x="313" y="456"/>
                      </a:cubicBezTo>
                      <a:cubicBezTo>
                        <a:pt x="313" y="456"/>
                        <a:pt x="335" y="481"/>
                        <a:pt x="345" y="495"/>
                      </a:cubicBezTo>
                      <a:cubicBezTo>
                        <a:pt x="355" y="509"/>
                        <a:pt x="373" y="538"/>
                        <a:pt x="373" y="547"/>
                      </a:cubicBezTo>
                      <a:cubicBezTo>
                        <a:pt x="373" y="556"/>
                        <a:pt x="370" y="562"/>
                        <a:pt x="371" y="575"/>
                      </a:cubicBezTo>
                      <a:cubicBezTo>
                        <a:pt x="372" y="588"/>
                        <a:pt x="386" y="595"/>
                        <a:pt x="384" y="606"/>
                      </a:cubicBezTo>
                      <a:cubicBezTo>
                        <a:pt x="382" y="617"/>
                        <a:pt x="364" y="625"/>
                        <a:pt x="364" y="632"/>
                      </a:cubicBezTo>
                      <a:cubicBezTo>
                        <a:pt x="364" y="639"/>
                        <a:pt x="375" y="645"/>
                        <a:pt x="375" y="645"/>
                      </a:cubicBezTo>
                      <a:cubicBezTo>
                        <a:pt x="375" y="645"/>
                        <a:pt x="351" y="642"/>
                        <a:pt x="351" y="659"/>
                      </a:cubicBezTo>
                      <a:cubicBezTo>
                        <a:pt x="351" y="676"/>
                        <a:pt x="350" y="717"/>
                        <a:pt x="373" y="719"/>
                      </a:cubicBezTo>
                      <a:cubicBezTo>
                        <a:pt x="396" y="721"/>
                        <a:pt x="416" y="727"/>
                        <a:pt x="423" y="740"/>
                      </a:cubicBezTo>
                      <a:cubicBezTo>
                        <a:pt x="430" y="753"/>
                        <a:pt x="437" y="779"/>
                        <a:pt x="453" y="781"/>
                      </a:cubicBezTo>
                      <a:cubicBezTo>
                        <a:pt x="469" y="783"/>
                        <a:pt x="496" y="777"/>
                        <a:pt x="507" y="788"/>
                      </a:cubicBezTo>
                      <a:cubicBezTo>
                        <a:pt x="518" y="799"/>
                        <a:pt x="525" y="825"/>
                        <a:pt x="556" y="838"/>
                      </a:cubicBezTo>
                      <a:cubicBezTo>
                        <a:pt x="587" y="851"/>
                        <a:pt x="632" y="851"/>
                        <a:pt x="639" y="861"/>
                      </a:cubicBezTo>
                      <a:cubicBezTo>
                        <a:pt x="646" y="871"/>
                        <a:pt x="649" y="881"/>
                        <a:pt x="659" y="881"/>
                      </a:cubicBezTo>
                      <a:cubicBezTo>
                        <a:pt x="669" y="881"/>
                        <a:pt x="677" y="899"/>
                        <a:pt x="677" y="899"/>
                      </a:cubicBezTo>
                      <a:cubicBezTo>
                        <a:pt x="677" y="899"/>
                        <a:pt x="720" y="894"/>
                        <a:pt x="722" y="897"/>
                      </a:cubicBezTo>
                      <a:cubicBezTo>
                        <a:pt x="724" y="900"/>
                        <a:pt x="731" y="921"/>
                        <a:pt x="745" y="917"/>
                      </a:cubicBezTo>
                      <a:cubicBezTo>
                        <a:pt x="759" y="913"/>
                        <a:pt x="829" y="875"/>
                        <a:pt x="840" y="878"/>
                      </a:cubicBezTo>
                      <a:cubicBezTo>
                        <a:pt x="851" y="881"/>
                        <a:pt x="921" y="938"/>
                        <a:pt x="924" y="946"/>
                      </a:cubicBezTo>
                      <a:cubicBezTo>
                        <a:pt x="926" y="951"/>
                        <a:pt x="927" y="964"/>
                        <a:pt x="933" y="974"/>
                      </a:cubicBezTo>
                      <a:cubicBezTo>
                        <a:pt x="933" y="974"/>
                        <a:pt x="947" y="976"/>
                        <a:pt x="947" y="9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6" name="Freeform 197"/>
                <p:cNvSpPr>
                  <a:spLocks/>
                </p:cNvSpPr>
                <p:nvPr/>
              </p:nvSpPr>
              <p:spPr bwMode="gray">
                <a:xfrm>
                  <a:off x="-16375" y="-12021"/>
                  <a:ext cx="699" cy="392"/>
                </a:xfrm>
                <a:custGeom>
                  <a:avLst/>
                  <a:gdLst>
                    <a:gd name="T0" fmla="*/ 103 w 296"/>
                    <a:gd name="T1" fmla="*/ 162 h 166"/>
                    <a:gd name="T2" fmla="*/ 105 w 296"/>
                    <a:gd name="T3" fmla="*/ 151 h 166"/>
                    <a:gd name="T4" fmla="*/ 114 w 296"/>
                    <a:gd name="T5" fmla="*/ 149 h 166"/>
                    <a:gd name="T6" fmla="*/ 115 w 296"/>
                    <a:gd name="T7" fmla="*/ 122 h 166"/>
                    <a:gd name="T8" fmla="*/ 135 w 296"/>
                    <a:gd name="T9" fmla="*/ 123 h 166"/>
                    <a:gd name="T10" fmla="*/ 148 w 296"/>
                    <a:gd name="T11" fmla="*/ 109 h 166"/>
                    <a:gd name="T12" fmla="*/ 162 w 296"/>
                    <a:gd name="T13" fmla="*/ 118 h 166"/>
                    <a:gd name="T14" fmla="*/ 189 w 296"/>
                    <a:gd name="T15" fmla="*/ 95 h 166"/>
                    <a:gd name="T16" fmla="*/ 190 w 296"/>
                    <a:gd name="T17" fmla="*/ 85 h 166"/>
                    <a:gd name="T18" fmla="*/ 203 w 296"/>
                    <a:gd name="T19" fmla="*/ 84 h 166"/>
                    <a:gd name="T20" fmla="*/ 213 w 296"/>
                    <a:gd name="T21" fmla="*/ 65 h 166"/>
                    <a:gd name="T22" fmla="*/ 238 w 296"/>
                    <a:gd name="T23" fmla="*/ 76 h 166"/>
                    <a:gd name="T24" fmla="*/ 251 w 296"/>
                    <a:gd name="T25" fmla="*/ 66 h 166"/>
                    <a:gd name="T26" fmla="*/ 262 w 296"/>
                    <a:gd name="T27" fmla="*/ 66 h 166"/>
                    <a:gd name="T28" fmla="*/ 281 w 296"/>
                    <a:gd name="T29" fmla="*/ 65 h 166"/>
                    <a:gd name="T30" fmla="*/ 294 w 296"/>
                    <a:gd name="T31" fmla="*/ 55 h 166"/>
                    <a:gd name="T32" fmla="*/ 283 w 296"/>
                    <a:gd name="T33" fmla="*/ 41 h 166"/>
                    <a:gd name="T34" fmla="*/ 268 w 296"/>
                    <a:gd name="T35" fmla="*/ 35 h 166"/>
                    <a:gd name="T36" fmla="*/ 248 w 296"/>
                    <a:gd name="T37" fmla="*/ 18 h 166"/>
                    <a:gd name="T38" fmla="*/ 230 w 296"/>
                    <a:gd name="T39" fmla="*/ 13 h 166"/>
                    <a:gd name="T40" fmla="*/ 214 w 296"/>
                    <a:gd name="T41" fmla="*/ 1 h 166"/>
                    <a:gd name="T42" fmla="*/ 192 w 296"/>
                    <a:gd name="T43" fmla="*/ 9 h 166"/>
                    <a:gd name="T44" fmla="*/ 171 w 296"/>
                    <a:gd name="T45" fmla="*/ 0 h 166"/>
                    <a:gd name="T46" fmla="*/ 148 w 296"/>
                    <a:gd name="T47" fmla="*/ 18 h 166"/>
                    <a:gd name="T48" fmla="*/ 125 w 296"/>
                    <a:gd name="T49" fmla="*/ 17 h 166"/>
                    <a:gd name="T50" fmla="*/ 109 w 296"/>
                    <a:gd name="T51" fmla="*/ 11 h 166"/>
                    <a:gd name="T52" fmla="*/ 89 w 296"/>
                    <a:gd name="T53" fmla="*/ 16 h 166"/>
                    <a:gd name="T54" fmla="*/ 81 w 296"/>
                    <a:gd name="T55" fmla="*/ 2 h 166"/>
                    <a:gd name="T56" fmla="*/ 59 w 296"/>
                    <a:gd name="T57" fmla="*/ 15 h 166"/>
                    <a:gd name="T58" fmla="*/ 39 w 296"/>
                    <a:gd name="T59" fmla="*/ 34 h 166"/>
                    <a:gd name="T60" fmla="*/ 11 w 296"/>
                    <a:gd name="T61" fmla="*/ 58 h 166"/>
                    <a:gd name="T62" fmla="*/ 9 w 296"/>
                    <a:gd name="T63" fmla="*/ 79 h 166"/>
                    <a:gd name="T64" fmla="*/ 0 w 296"/>
                    <a:gd name="T65" fmla="*/ 86 h 166"/>
                    <a:gd name="T66" fmla="*/ 13 w 296"/>
                    <a:gd name="T67" fmla="*/ 102 h 166"/>
                    <a:gd name="T68" fmla="*/ 28 w 296"/>
                    <a:gd name="T69" fmla="*/ 102 h 166"/>
                    <a:gd name="T70" fmla="*/ 36 w 296"/>
                    <a:gd name="T71" fmla="*/ 118 h 166"/>
                    <a:gd name="T72" fmla="*/ 52 w 296"/>
                    <a:gd name="T73" fmla="*/ 112 h 166"/>
                    <a:gd name="T74" fmla="*/ 67 w 296"/>
                    <a:gd name="T75" fmla="*/ 114 h 166"/>
                    <a:gd name="T76" fmla="*/ 68 w 296"/>
                    <a:gd name="T77" fmla="*/ 143 h 166"/>
                    <a:gd name="T78" fmla="*/ 85 w 296"/>
                    <a:gd name="T79" fmla="*/ 148 h 166"/>
                    <a:gd name="T80" fmla="*/ 89 w 296"/>
                    <a:gd name="T81" fmla="*/ 166 h 166"/>
                    <a:gd name="T82" fmla="*/ 103 w 296"/>
                    <a:gd name="T83" fmla="*/ 162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96" h="166">
                      <a:moveTo>
                        <a:pt x="103" y="162"/>
                      </a:moveTo>
                      <a:cubicBezTo>
                        <a:pt x="109" y="160"/>
                        <a:pt x="105" y="151"/>
                        <a:pt x="105" y="151"/>
                      </a:cubicBezTo>
                      <a:cubicBezTo>
                        <a:pt x="114" y="149"/>
                        <a:pt x="114" y="149"/>
                        <a:pt x="114" y="149"/>
                      </a:cubicBezTo>
                      <a:cubicBezTo>
                        <a:pt x="114" y="149"/>
                        <a:pt x="100" y="122"/>
                        <a:pt x="115" y="122"/>
                      </a:cubicBezTo>
                      <a:cubicBezTo>
                        <a:pt x="130" y="122"/>
                        <a:pt x="135" y="123"/>
                        <a:pt x="135" y="123"/>
                      </a:cubicBezTo>
                      <a:cubicBezTo>
                        <a:pt x="135" y="123"/>
                        <a:pt x="140" y="108"/>
                        <a:pt x="148" y="109"/>
                      </a:cubicBezTo>
                      <a:cubicBezTo>
                        <a:pt x="156" y="110"/>
                        <a:pt x="147" y="118"/>
                        <a:pt x="162" y="118"/>
                      </a:cubicBezTo>
                      <a:cubicBezTo>
                        <a:pt x="177" y="118"/>
                        <a:pt x="189" y="95"/>
                        <a:pt x="189" y="95"/>
                      </a:cubicBezTo>
                      <a:cubicBezTo>
                        <a:pt x="190" y="85"/>
                        <a:pt x="190" y="85"/>
                        <a:pt x="190" y="85"/>
                      </a:cubicBezTo>
                      <a:cubicBezTo>
                        <a:pt x="203" y="84"/>
                        <a:pt x="203" y="84"/>
                        <a:pt x="203" y="84"/>
                      </a:cubicBezTo>
                      <a:cubicBezTo>
                        <a:pt x="203" y="84"/>
                        <a:pt x="204" y="64"/>
                        <a:pt x="213" y="65"/>
                      </a:cubicBezTo>
                      <a:cubicBezTo>
                        <a:pt x="222" y="66"/>
                        <a:pt x="228" y="77"/>
                        <a:pt x="238" y="76"/>
                      </a:cubicBezTo>
                      <a:cubicBezTo>
                        <a:pt x="248" y="75"/>
                        <a:pt x="247" y="66"/>
                        <a:pt x="251" y="66"/>
                      </a:cubicBezTo>
                      <a:cubicBezTo>
                        <a:pt x="255" y="66"/>
                        <a:pt x="262" y="66"/>
                        <a:pt x="262" y="66"/>
                      </a:cubicBezTo>
                      <a:cubicBezTo>
                        <a:pt x="281" y="65"/>
                        <a:pt x="281" y="65"/>
                        <a:pt x="281" y="65"/>
                      </a:cubicBezTo>
                      <a:cubicBezTo>
                        <a:pt x="282" y="61"/>
                        <a:pt x="296" y="62"/>
                        <a:pt x="294" y="55"/>
                      </a:cubicBezTo>
                      <a:cubicBezTo>
                        <a:pt x="292" y="48"/>
                        <a:pt x="283" y="41"/>
                        <a:pt x="283" y="41"/>
                      </a:cubicBezTo>
                      <a:cubicBezTo>
                        <a:pt x="268" y="35"/>
                        <a:pt x="268" y="35"/>
                        <a:pt x="268" y="35"/>
                      </a:cubicBezTo>
                      <a:cubicBezTo>
                        <a:pt x="268" y="35"/>
                        <a:pt x="257" y="27"/>
                        <a:pt x="248" y="18"/>
                      </a:cubicBezTo>
                      <a:cubicBezTo>
                        <a:pt x="239" y="9"/>
                        <a:pt x="230" y="13"/>
                        <a:pt x="230" y="13"/>
                      </a:cubicBezTo>
                      <a:cubicBezTo>
                        <a:pt x="230" y="13"/>
                        <a:pt x="226" y="1"/>
                        <a:pt x="214" y="1"/>
                      </a:cubicBezTo>
                      <a:cubicBezTo>
                        <a:pt x="202" y="1"/>
                        <a:pt x="192" y="9"/>
                        <a:pt x="192" y="9"/>
                      </a:cubicBezTo>
                      <a:cubicBezTo>
                        <a:pt x="192" y="9"/>
                        <a:pt x="178" y="0"/>
                        <a:pt x="171" y="0"/>
                      </a:cubicBezTo>
                      <a:cubicBezTo>
                        <a:pt x="164" y="0"/>
                        <a:pt x="148" y="18"/>
                        <a:pt x="148" y="18"/>
                      </a:cubicBezTo>
                      <a:cubicBezTo>
                        <a:pt x="125" y="17"/>
                        <a:pt x="125" y="17"/>
                        <a:pt x="125" y="17"/>
                      </a:cubicBezTo>
                      <a:cubicBezTo>
                        <a:pt x="125" y="17"/>
                        <a:pt x="112" y="11"/>
                        <a:pt x="109" y="11"/>
                      </a:cubicBezTo>
                      <a:cubicBezTo>
                        <a:pt x="106" y="11"/>
                        <a:pt x="89" y="16"/>
                        <a:pt x="89" y="16"/>
                      </a:cubicBezTo>
                      <a:cubicBezTo>
                        <a:pt x="89" y="16"/>
                        <a:pt x="84" y="2"/>
                        <a:pt x="81" y="2"/>
                      </a:cubicBezTo>
                      <a:cubicBezTo>
                        <a:pt x="78" y="2"/>
                        <a:pt x="59" y="15"/>
                        <a:pt x="59" y="15"/>
                      </a:cubicBezTo>
                      <a:cubicBezTo>
                        <a:pt x="59" y="15"/>
                        <a:pt x="54" y="26"/>
                        <a:pt x="39" y="34"/>
                      </a:cubicBezTo>
                      <a:cubicBezTo>
                        <a:pt x="24" y="42"/>
                        <a:pt x="11" y="58"/>
                        <a:pt x="11" y="58"/>
                      </a:cubicBezTo>
                      <a:cubicBezTo>
                        <a:pt x="11" y="58"/>
                        <a:pt x="12" y="70"/>
                        <a:pt x="9" y="79"/>
                      </a:cubicBezTo>
                      <a:cubicBezTo>
                        <a:pt x="8" y="82"/>
                        <a:pt x="4" y="85"/>
                        <a:pt x="0" y="86"/>
                      </a:cubicBezTo>
                      <a:cubicBezTo>
                        <a:pt x="2" y="91"/>
                        <a:pt x="6" y="102"/>
                        <a:pt x="13" y="102"/>
                      </a:cubicBezTo>
                      <a:cubicBezTo>
                        <a:pt x="22" y="102"/>
                        <a:pt x="28" y="102"/>
                        <a:pt x="28" y="102"/>
                      </a:cubicBezTo>
                      <a:cubicBezTo>
                        <a:pt x="28" y="102"/>
                        <a:pt x="27" y="120"/>
                        <a:pt x="36" y="118"/>
                      </a:cubicBezTo>
                      <a:cubicBezTo>
                        <a:pt x="45" y="116"/>
                        <a:pt x="47" y="111"/>
                        <a:pt x="52" y="112"/>
                      </a:cubicBezTo>
                      <a:cubicBezTo>
                        <a:pt x="57" y="113"/>
                        <a:pt x="67" y="114"/>
                        <a:pt x="67" y="114"/>
                      </a:cubicBezTo>
                      <a:cubicBezTo>
                        <a:pt x="68" y="143"/>
                        <a:pt x="68" y="143"/>
                        <a:pt x="68" y="143"/>
                      </a:cubicBezTo>
                      <a:cubicBezTo>
                        <a:pt x="85" y="148"/>
                        <a:pt x="85" y="148"/>
                        <a:pt x="85" y="148"/>
                      </a:cubicBezTo>
                      <a:cubicBezTo>
                        <a:pt x="92" y="158"/>
                        <a:pt x="89" y="166"/>
                        <a:pt x="89" y="166"/>
                      </a:cubicBezTo>
                      <a:cubicBezTo>
                        <a:pt x="89" y="166"/>
                        <a:pt x="97" y="164"/>
                        <a:pt x="103" y="16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7" name="Freeform 198"/>
                <p:cNvSpPr>
                  <a:spLocks/>
                </p:cNvSpPr>
                <p:nvPr/>
              </p:nvSpPr>
              <p:spPr bwMode="gray">
                <a:xfrm>
                  <a:off x="-12974" y="-10745"/>
                  <a:ext cx="470" cy="539"/>
                </a:xfrm>
                <a:custGeom>
                  <a:avLst/>
                  <a:gdLst>
                    <a:gd name="T0" fmla="*/ 43 w 199"/>
                    <a:gd name="T1" fmla="*/ 52 h 228"/>
                    <a:gd name="T2" fmla="*/ 10 w 199"/>
                    <a:gd name="T3" fmla="*/ 61 h 228"/>
                    <a:gd name="T4" fmla="*/ 11 w 199"/>
                    <a:gd name="T5" fmla="*/ 89 h 228"/>
                    <a:gd name="T6" fmla="*/ 1 w 199"/>
                    <a:gd name="T7" fmla="*/ 107 h 228"/>
                    <a:gd name="T8" fmla="*/ 12 w 199"/>
                    <a:gd name="T9" fmla="*/ 122 h 228"/>
                    <a:gd name="T10" fmla="*/ 26 w 199"/>
                    <a:gd name="T11" fmla="*/ 144 h 228"/>
                    <a:gd name="T12" fmla="*/ 40 w 199"/>
                    <a:gd name="T13" fmla="*/ 137 h 228"/>
                    <a:gd name="T14" fmla="*/ 40 w 199"/>
                    <a:gd name="T15" fmla="*/ 173 h 228"/>
                    <a:gd name="T16" fmla="*/ 65 w 199"/>
                    <a:gd name="T17" fmla="*/ 212 h 228"/>
                    <a:gd name="T18" fmla="*/ 103 w 199"/>
                    <a:gd name="T19" fmla="*/ 224 h 228"/>
                    <a:gd name="T20" fmla="*/ 95 w 199"/>
                    <a:gd name="T21" fmla="*/ 204 h 228"/>
                    <a:gd name="T22" fmla="*/ 102 w 199"/>
                    <a:gd name="T23" fmla="*/ 187 h 228"/>
                    <a:gd name="T24" fmla="*/ 107 w 199"/>
                    <a:gd name="T25" fmla="*/ 195 h 228"/>
                    <a:gd name="T26" fmla="*/ 125 w 199"/>
                    <a:gd name="T27" fmla="*/ 195 h 228"/>
                    <a:gd name="T28" fmla="*/ 142 w 199"/>
                    <a:gd name="T29" fmla="*/ 183 h 228"/>
                    <a:gd name="T30" fmla="*/ 154 w 199"/>
                    <a:gd name="T31" fmla="*/ 193 h 228"/>
                    <a:gd name="T32" fmla="*/ 167 w 199"/>
                    <a:gd name="T33" fmla="*/ 199 h 228"/>
                    <a:gd name="T34" fmla="*/ 174 w 199"/>
                    <a:gd name="T35" fmla="*/ 182 h 228"/>
                    <a:gd name="T36" fmla="*/ 186 w 199"/>
                    <a:gd name="T37" fmla="*/ 175 h 228"/>
                    <a:gd name="T38" fmla="*/ 184 w 199"/>
                    <a:gd name="T39" fmla="*/ 147 h 228"/>
                    <a:gd name="T40" fmla="*/ 195 w 199"/>
                    <a:gd name="T41" fmla="*/ 132 h 228"/>
                    <a:gd name="T42" fmla="*/ 174 w 199"/>
                    <a:gd name="T43" fmla="*/ 105 h 228"/>
                    <a:gd name="T44" fmla="*/ 173 w 199"/>
                    <a:gd name="T45" fmla="*/ 55 h 228"/>
                    <a:gd name="T46" fmla="*/ 195 w 199"/>
                    <a:gd name="T47" fmla="*/ 32 h 228"/>
                    <a:gd name="T48" fmla="*/ 199 w 199"/>
                    <a:gd name="T49" fmla="*/ 11 h 228"/>
                    <a:gd name="T50" fmla="*/ 199 w 199"/>
                    <a:gd name="T51" fmla="*/ 11 h 228"/>
                    <a:gd name="T52" fmla="*/ 197 w 199"/>
                    <a:gd name="T53" fmla="*/ 9 h 228"/>
                    <a:gd name="T54" fmla="*/ 143 w 199"/>
                    <a:gd name="T55" fmla="*/ 0 h 228"/>
                    <a:gd name="T56" fmla="*/ 139 w 199"/>
                    <a:gd name="T57" fmla="*/ 9 h 228"/>
                    <a:gd name="T58" fmla="*/ 109 w 199"/>
                    <a:gd name="T59" fmla="*/ 4 h 228"/>
                    <a:gd name="T60" fmla="*/ 108 w 199"/>
                    <a:gd name="T61" fmla="*/ 15 h 228"/>
                    <a:gd name="T62" fmla="*/ 69 w 199"/>
                    <a:gd name="T63" fmla="*/ 1 h 228"/>
                    <a:gd name="T64" fmla="*/ 50 w 199"/>
                    <a:gd name="T65" fmla="*/ 7 h 228"/>
                    <a:gd name="T66" fmla="*/ 39 w 199"/>
                    <a:gd name="T67" fmla="*/ 29 h 228"/>
                    <a:gd name="T68" fmla="*/ 43 w 199"/>
                    <a:gd name="T69" fmla="*/ 52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99" h="228">
                      <a:moveTo>
                        <a:pt x="43" y="52"/>
                      </a:moveTo>
                      <a:cubicBezTo>
                        <a:pt x="31" y="55"/>
                        <a:pt x="13" y="52"/>
                        <a:pt x="10" y="61"/>
                      </a:cubicBezTo>
                      <a:cubicBezTo>
                        <a:pt x="7" y="70"/>
                        <a:pt x="11" y="89"/>
                        <a:pt x="11" y="89"/>
                      </a:cubicBezTo>
                      <a:cubicBezTo>
                        <a:pt x="11" y="89"/>
                        <a:pt x="0" y="96"/>
                        <a:pt x="1" y="107"/>
                      </a:cubicBezTo>
                      <a:cubicBezTo>
                        <a:pt x="2" y="117"/>
                        <a:pt x="12" y="115"/>
                        <a:pt x="12" y="122"/>
                      </a:cubicBezTo>
                      <a:cubicBezTo>
                        <a:pt x="12" y="129"/>
                        <a:pt x="22" y="143"/>
                        <a:pt x="26" y="144"/>
                      </a:cubicBezTo>
                      <a:cubicBezTo>
                        <a:pt x="30" y="145"/>
                        <a:pt x="39" y="130"/>
                        <a:pt x="40" y="137"/>
                      </a:cubicBezTo>
                      <a:cubicBezTo>
                        <a:pt x="41" y="144"/>
                        <a:pt x="31" y="165"/>
                        <a:pt x="40" y="173"/>
                      </a:cubicBezTo>
                      <a:cubicBezTo>
                        <a:pt x="49" y="181"/>
                        <a:pt x="65" y="212"/>
                        <a:pt x="65" y="212"/>
                      </a:cubicBezTo>
                      <a:cubicBezTo>
                        <a:pt x="65" y="212"/>
                        <a:pt x="94" y="228"/>
                        <a:pt x="103" y="224"/>
                      </a:cubicBezTo>
                      <a:cubicBezTo>
                        <a:pt x="112" y="220"/>
                        <a:pt x="98" y="210"/>
                        <a:pt x="95" y="204"/>
                      </a:cubicBezTo>
                      <a:cubicBezTo>
                        <a:pt x="92" y="198"/>
                        <a:pt x="96" y="188"/>
                        <a:pt x="102" y="187"/>
                      </a:cubicBezTo>
                      <a:cubicBezTo>
                        <a:pt x="108" y="186"/>
                        <a:pt x="107" y="195"/>
                        <a:pt x="107" y="195"/>
                      </a:cubicBezTo>
                      <a:cubicBezTo>
                        <a:pt x="125" y="195"/>
                        <a:pt x="125" y="195"/>
                        <a:pt x="125" y="195"/>
                      </a:cubicBezTo>
                      <a:cubicBezTo>
                        <a:pt x="125" y="195"/>
                        <a:pt x="134" y="184"/>
                        <a:pt x="142" y="183"/>
                      </a:cubicBezTo>
                      <a:cubicBezTo>
                        <a:pt x="150" y="182"/>
                        <a:pt x="154" y="193"/>
                        <a:pt x="154" y="193"/>
                      </a:cubicBezTo>
                      <a:cubicBezTo>
                        <a:pt x="167" y="199"/>
                        <a:pt x="167" y="199"/>
                        <a:pt x="167" y="199"/>
                      </a:cubicBezTo>
                      <a:cubicBezTo>
                        <a:pt x="167" y="199"/>
                        <a:pt x="173" y="185"/>
                        <a:pt x="174" y="182"/>
                      </a:cubicBezTo>
                      <a:cubicBezTo>
                        <a:pt x="175" y="179"/>
                        <a:pt x="186" y="175"/>
                        <a:pt x="186" y="175"/>
                      </a:cubicBezTo>
                      <a:cubicBezTo>
                        <a:pt x="184" y="147"/>
                        <a:pt x="184" y="147"/>
                        <a:pt x="184" y="147"/>
                      </a:cubicBezTo>
                      <a:cubicBezTo>
                        <a:pt x="184" y="147"/>
                        <a:pt x="196" y="142"/>
                        <a:pt x="195" y="132"/>
                      </a:cubicBezTo>
                      <a:cubicBezTo>
                        <a:pt x="194" y="122"/>
                        <a:pt x="175" y="117"/>
                        <a:pt x="174" y="105"/>
                      </a:cubicBezTo>
                      <a:cubicBezTo>
                        <a:pt x="173" y="92"/>
                        <a:pt x="163" y="71"/>
                        <a:pt x="173" y="55"/>
                      </a:cubicBezTo>
                      <a:cubicBezTo>
                        <a:pt x="184" y="38"/>
                        <a:pt x="195" y="39"/>
                        <a:pt x="195" y="32"/>
                      </a:cubicBezTo>
                      <a:cubicBezTo>
                        <a:pt x="195" y="27"/>
                        <a:pt x="195" y="18"/>
                        <a:pt x="199" y="11"/>
                      </a:cubicBezTo>
                      <a:cubicBezTo>
                        <a:pt x="199" y="11"/>
                        <a:pt x="199" y="11"/>
                        <a:pt x="199" y="11"/>
                      </a:cubicBezTo>
                      <a:cubicBezTo>
                        <a:pt x="198" y="10"/>
                        <a:pt x="197" y="10"/>
                        <a:pt x="197" y="9"/>
                      </a:cubicBezTo>
                      <a:cubicBezTo>
                        <a:pt x="190" y="0"/>
                        <a:pt x="143" y="0"/>
                        <a:pt x="143" y="0"/>
                      </a:cubicBezTo>
                      <a:cubicBezTo>
                        <a:pt x="139" y="9"/>
                        <a:pt x="139" y="9"/>
                        <a:pt x="139" y="9"/>
                      </a:cubicBezTo>
                      <a:cubicBezTo>
                        <a:pt x="109" y="4"/>
                        <a:pt x="109" y="4"/>
                        <a:pt x="109" y="4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50" y="7"/>
                        <a:pt x="50" y="7"/>
                        <a:pt x="50" y="7"/>
                      </a:cubicBezTo>
                      <a:cubicBezTo>
                        <a:pt x="50" y="7"/>
                        <a:pt x="39" y="21"/>
                        <a:pt x="39" y="29"/>
                      </a:cubicBezTo>
                      <a:cubicBezTo>
                        <a:pt x="39" y="37"/>
                        <a:pt x="55" y="49"/>
                        <a:pt x="43" y="5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3" name="Freeform 199"/>
                <p:cNvSpPr>
                  <a:spLocks/>
                </p:cNvSpPr>
                <p:nvPr/>
              </p:nvSpPr>
              <p:spPr bwMode="gray">
                <a:xfrm>
                  <a:off x="-13342" y="-11050"/>
                  <a:ext cx="531" cy="917"/>
                </a:xfrm>
                <a:custGeom>
                  <a:avLst/>
                  <a:gdLst>
                    <a:gd name="T0" fmla="*/ 62 w 225"/>
                    <a:gd name="T1" fmla="*/ 28 h 388"/>
                    <a:gd name="T2" fmla="*/ 42 w 225"/>
                    <a:gd name="T3" fmla="*/ 44 h 388"/>
                    <a:gd name="T4" fmla="*/ 46 w 225"/>
                    <a:gd name="T5" fmla="*/ 64 h 388"/>
                    <a:gd name="T6" fmla="*/ 57 w 225"/>
                    <a:gd name="T7" fmla="*/ 67 h 388"/>
                    <a:gd name="T8" fmla="*/ 47 w 225"/>
                    <a:gd name="T9" fmla="*/ 85 h 388"/>
                    <a:gd name="T10" fmla="*/ 11 w 225"/>
                    <a:gd name="T11" fmla="*/ 93 h 388"/>
                    <a:gd name="T12" fmla="*/ 22 w 225"/>
                    <a:gd name="T13" fmla="*/ 116 h 388"/>
                    <a:gd name="T14" fmla="*/ 4 w 225"/>
                    <a:gd name="T15" fmla="*/ 134 h 388"/>
                    <a:gd name="T16" fmla="*/ 35 w 225"/>
                    <a:gd name="T17" fmla="*/ 172 h 388"/>
                    <a:gd name="T18" fmla="*/ 51 w 225"/>
                    <a:gd name="T19" fmla="*/ 174 h 388"/>
                    <a:gd name="T20" fmla="*/ 56 w 225"/>
                    <a:gd name="T21" fmla="*/ 167 h 388"/>
                    <a:gd name="T22" fmla="*/ 68 w 225"/>
                    <a:gd name="T23" fmla="*/ 182 h 388"/>
                    <a:gd name="T24" fmla="*/ 59 w 225"/>
                    <a:gd name="T25" fmla="*/ 208 h 388"/>
                    <a:gd name="T26" fmla="*/ 81 w 225"/>
                    <a:gd name="T27" fmla="*/ 211 h 388"/>
                    <a:gd name="T28" fmla="*/ 80 w 225"/>
                    <a:gd name="T29" fmla="*/ 230 h 388"/>
                    <a:gd name="T30" fmla="*/ 88 w 225"/>
                    <a:gd name="T31" fmla="*/ 240 h 388"/>
                    <a:gd name="T32" fmla="*/ 74 w 225"/>
                    <a:gd name="T33" fmla="*/ 258 h 388"/>
                    <a:gd name="T34" fmla="*/ 69 w 225"/>
                    <a:gd name="T35" fmla="*/ 286 h 388"/>
                    <a:gd name="T36" fmla="*/ 61 w 225"/>
                    <a:gd name="T37" fmla="*/ 312 h 388"/>
                    <a:gd name="T38" fmla="*/ 78 w 225"/>
                    <a:gd name="T39" fmla="*/ 333 h 388"/>
                    <a:gd name="T40" fmla="*/ 78 w 225"/>
                    <a:gd name="T41" fmla="*/ 353 h 388"/>
                    <a:gd name="T42" fmla="*/ 99 w 225"/>
                    <a:gd name="T43" fmla="*/ 377 h 388"/>
                    <a:gd name="T44" fmla="*/ 108 w 225"/>
                    <a:gd name="T45" fmla="*/ 377 h 388"/>
                    <a:gd name="T46" fmla="*/ 112 w 225"/>
                    <a:gd name="T47" fmla="*/ 388 h 388"/>
                    <a:gd name="T48" fmla="*/ 132 w 225"/>
                    <a:gd name="T49" fmla="*/ 387 h 388"/>
                    <a:gd name="T50" fmla="*/ 143 w 225"/>
                    <a:gd name="T51" fmla="*/ 369 h 388"/>
                    <a:gd name="T52" fmla="*/ 161 w 225"/>
                    <a:gd name="T53" fmla="*/ 368 h 388"/>
                    <a:gd name="T54" fmla="*/ 162 w 225"/>
                    <a:gd name="T55" fmla="*/ 360 h 388"/>
                    <a:gd name="T56" fmla="*/ 183 w 225"/>
                    <a:gd name="T57" fmla="*/ 359 h 388"/>
                    <a:gd name="T58" fmla="*/ 197 w 225"/>
                    <a:gd name="T59" fmla="*/ 342 h 388"/>
                    <a:gd name="T60" fmla="*/ 217 w 225"/>
                    <a:gd name="T61" fmla="*/ 350 h 388"/>
                    <a:gd name="T62" fmla="*/ 221 w 225"/>
                    <a:gd name="T63" fmla="*/ 341 h 388"/>
                    <a:gd name="T64" fmla="*/ 196 w 225"/>
                    <a:gd name="T65" fmla="*/ 302 h 388"/>
                    <a:gd name="T66" fmla="*/ 196 w 225"/>
                    <a:gd name="T67" fmla="*/ 266 h 388"/>
                    <a:gd name="T68" fmla="*/ 182 w 225"/>
                    <a:gd name="T69" fmla="*/ 273 h 388"/>
                    <a:gd name="T70" fmla="*/ 168 w 225"/>
                    <a:gd name="T71" fmla="*/ 251 h 388"/>
                    <a:gd name="T72" fmla="*/ 157 w 225"/>
                    <a:gd name="T73" fmla="*/ 236 h 388"/>
                    <a:gd name="T74" fmla="*/ 167 w 225"/>
                    <a:gd name="T75" fmla="*/ 218 h 388"/>
                    <a:gd name="T76" fmla="*/ 166 w 225"/>
                    <a:gd name="T77" fmla="*/ 190 h 388"/>
                    <a:gd name="T78" fmla="*/ 199 w 225"/>
                    <a:gd name="T79" fmla="*/ 181 h 388"/>
                    <a:gd name="T80" fmla="*/ 195 w 225"/>
                    <a:gd name="T81" fmla="*/ 158 h 388"/>
                    <a:gd name="T82" fmla="*/ 206 w 225"/>
                    <a:gd name="T83" fmla="*/ 136 h 388"/>
                    <a:gd name="T84" fmla="*/ 203 w 225"/>
                    <a:gd name="T85" fmla="*/ 117 h 388"/>
                    <a:gd name="T86" fmla="*/ 185 w 225"/>
                    <a:gd name="T87" fmla="*/ 117 h 388"/>
                    <a:gd name="T88" fmla="*/ 183 w 225"/>
                    <a:gd name="T89" fmla="*/ 102 h 388"/>
                    <a:gd name="T90" fmla="*/ 153 w 225"/>
                    <a:gd name="T91" fmla="*/ 85 h 388"/>
                    <a:gd name="T92" fmla="*/ 133 w 225"/>
                    <a:gd name="T93" fmla="*/ 109 h 388"/>
                    <a:gd name="T94" fmla="*/ 144 w 225"/>
                    <a:gd name="T95" fmla="*/ 61 h 388"/>
                    <a:gd name="T96" fmla="*/ 126 w 225"/>
                    <a:gd name="T97" fmla="*/ 22 h 388"/>
                    <a:gd name="T98" fmla="*/ 83 w 225"/>
                    <a:gd name="T99" fmla="*/ 0 h 388"/>
                    <a:gd name="T100" fmla="*/ 76 w 225"/>
                    <a:gd name="T101" fmla="*/ 12 h 388"/>
                    <a:gd name="T102" fmla="*/ 62 w 225"/>
                    <a:gd name="T103" fmla="*/ 28 h 3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25" h="388">
                      <a:moveTo>
                        <a:pt x="62" y="28"/>
                      </a:moveTo>
                      <a:cubicBezTo>
                        <a:pt x="56" y="30"/>
                        <a:pt x="40" y="35"/>
                        <a:pt x="42" y="44"/>
                      </a:cubicBezTo>
                      <a:cubicBezTo>
                        <a:pt x="44" y="53"/>
                        <a:pt x="42" y="64"/>
                        <a:pt x="46" y="64"/>
                      </a:cubicBezTo>
                      <a:cubicBezTo>
                        <a:pt x="50" y="64"/>
                        <a:pt x="57" y="64"/>
                        <a:pt x="57" y="67"/>
                      </a:cubicBezTo>
                      <a:cubicBezTo>
                        <a:pt x="57" y="71"/>
                        <a:pt x="58" y="81"/>
                        <a:pt x="47" y="85"/>
                      </a:cubicBezTo>
                      <a:cubicBezTo>
                        <a:pt x="36" y="89"/>
                        <a:pt x="11" y="88"/>
                        <a:pt x="11" y="93"/>
                      </a:cubicBezTo>
                      <a:cubicBezTo>
                        <a:pt x="11" y="98"/>
                        <a:pt x="31" y="109"/>
                        <a:pt x="22" y="116"/>
                      </a:cubicBezTo>
                      <a:cubicBezTo>
                        <a:pt x="13" y="124"/>
                        <a:pt x="0" y="123"/>
                        <a:pt x="4" y="134"/>
                      </a:cubicBezTo>
                      <a:cubicBezTo>
                        <a:pt x="8" y="145"/>
                        <a:pt x="35" y="172"/>
                        <a:pt x="35" y="172"/>
                      </a:cubicBezTo>
                      <a:cubicBezTo>
                        <a:pt x="51" y="174"/>
                        <a:pt x="51" y="174"/>
                        <a:pt x="51" y="174"/>
                      </a:cubicBezTo>
                      <a:cubicBezTo>
                        <a:pt x="56" y="167"/>
                        <a:pt x="56" y="167"/>
                        <a:pt x="56" y="167"/>
                      </a:cubicBezTo>
                      <a:cubicBezTo>
                        <a:pt x="56" y="167"/>
                        <a:pt x="65" y="168"/>
                        <a:pt x="68" y="182"/>
                      </a:cubicBezTo>
                      <a:cubicBezTo>
                        <a:pt x="71" y="196"/>
                        <a:pt x="59" y="208"/>
                        <a:pt x="59" y="208"/>
                      </a:cubicBezTo>
                      <a:cubicBezTo>
                        <a:pt x="59" y="217"/>
                        <a:pt x="81" y="211"/>
                        <a:pt x="81" y="211"/>
                      </a:cubicBezTo>
                      <a:cubicBezTo>
                        <a:pt x="80" y="230"/>
                        <a:pt x="80" y="230"/>
                        <a:pt x="80" y="230"/>
                      </a:cubicBezTo>
                      <a:cubicBezTo>
                        <a:pt x="80" y="230"/>
                        <a:pt x="89" y="234"/>
                        <a:pt x="88" y="240"/>
                      </a:cubicBezTo>
                      <a:cubicBezTo>
                        <a:pt x="87" y="246"/>
                        <a:pt x="74" y="258"/>
                        <a:pt x="74" y="258"/>
                      </a:cubicBezTo>
                      <a:cubicBezTo>
                        <a:pt x="69" y="286"/>
                        <a:pt x="69" y="286"/>
                        <a:pt x="69" y="286"/>
                      </a:cubicBezTo>
                      <a:cubicBezTo>
                        <a:pt x="69" y="286"/>
                        <a:pt x="61" y="302"/>
                        <a:pt x="61" y="312"/>
                      </a:cubicBezTo>
                      <a:cubicBezTo>
                        <a:pt x="61" y="322"/>
                        <a:pt x="78" y="325"/>
                        <a:pt x="78" y="333"/>
                      </a:cubicBezTo>
                      <a:cubicBezTo>
                        <a:pt x="78" y="341"/>
                        <a:pt x="78" y="353"/>
                        <a:pt x="78" y="353"/>
                      </a:cubicBezTo>
                      <a:cubicBezTo>
                        <a:pt x="99" y="377"/>
                        <a:pt x="99" y="377"/>
                        <a:pt x="99" y="377"/>
                      </a:cubicBezTo>
                      <a:cubicBezTo>
                        <a:pt x="108" y="377"/>
                        <a:pt x="108" y="377"/>
                        <a:pt x="108" y="377"/>
                      </a:cubicBezTo>
                      <a:cubicBezTo>
                        <a:pt x="112" y="388"/>
                        <a:pt x="112" y="388"/>
                        <a:pt x="112" y="388"/>
                      </a:cubicBezTo>
                      <a:cubicBezTo>
                        <a:pt x="112" y="388"/>
                        <a:pt x="122" y="388"/>
                        <a:pt x="132" y="387"/>
                      </a:cubicBezTo>
                      <a:cubicBezTo>
                        <a:pt x="142" y="386"/>
                        <a:pt x="137" y="373"/>
                        <a:pt x="143" y="369"/>
                      </a:cubicBezTo>
                      <a:cubicBezTo>
                        <a:pt x="149" y="365"/>
                        <a:pt x="161" y="368"/>
                        <a:pt x="161" y="368"/>
                      </a:cubicBezTo>
                      <a:cubicBezTo>
                        <a:pt x="162" y="360"/>
                        <a:pt x="162" y="360"/>
                        <a:pt x="162" y="360"/>
                      </a:cubicBezTo>
                      <a:cubicBezTo>
                        <a:pt x="183" y="359"/>
                        <a:pt x="183" y="359"/>
                        <a:pt x="183" y="359"/>
                      </a:cubicBezTo>
                      <a:cubicBezTo>
                        <a:pt x="183" y="359"/>
                        <a:pt x="187" y="343"/>
                        <a:pt x="197" y="342"/>
                      </a:cubicBezTo>
                      <a:cubicBezTo>
                        <a:pt x="207" y="341"/>
                        <a:pt x="209" y="352"/>
                        <a:pt x="217" y="350"/>
                      </a:cubicBezTo>
                      <a:cubicBezTo>
                        <a:pt x="225" y="348"/>
                        <a:pt x="221" y="341"/>
                        <a:pt x="221" y="341"/>
                      </a:cubicBezTo>
                      <a:cubicBezTo>
                        <a:pt x="221" y="341"/>
                        <a:pt x="205" y="310"/>
                        <a:pt x="196" y="302"/>
                      </a:cubicBezTo>
                      <a:cubicBezTo>
                        <a:pt x="187" y="294"/>
                        <a:pt x="197" y="273"/>
                        <a:pt x="196" y="266"/>
                      </a:cubicBezTo>
                      <a:cubicBezTo>
                        <a:pt x="195" y="259"/>
                        <a:pt x="186" y="274"/>
                        <a:pt x="182" y="273"/>
                      </a:cubicBezTo>
                      <a:cubicBezTo>
                        <a:pt x="178" y="272"/>
                        <a:pt x="168" y="258"/>
                        <a:pt x="168" y="251"/>
                      </a:cubicBezTo>
                      <a:cubicBezTo>
                        <a:pt x="168" y="244"/>
                        <a:pt x="158" y="246"/>
                        <a:pt x="157" y="236"/>
                      </a:cubicBezTo>
                      <a:cubicBezTo>
                        <a:pt x="156" y="225"/>
                        <a:pt x="167" y="218"/>
                        <a:pt x="167" y="218"/>
                      </a:cubicBezTo>
                      <a:cubicBezTo>
                        <a:pt x="167" y="218"/>
                        <a:pt x="163" y="199"/>
                        <a:pt x="166" y="190"/>
                      </a:cubicBezTo>
                      <a:cubicBezTo>
                        <a:pt x="169" y="181"/>
                        <a:pt x="187" y="184"/>
                        <a:pt x="199" y="181"/>
                      </a:cubicBezTo>
                      <a:cubicBezTo>
                        <a:pt x="211" y="178"/>
                        <a:pt x="195" y="166"/>
                        <a:pt x="195" y="158"/>
                      </a:cubicBezTo>
                      <a:cubicBezTo>
                        <a:pt x="195" y="150"/>
                        <a:pt x="206" y="136"/>
                        <a:pt x="206" y="136"/>
                      </a:cubicBezTo>
                      <a:cubicBezTo>
                        <a:pt x="206" y="136"/>
                        <a:pt x="206" y="125"/>
                        <a:pt x="203" y="117"/>
                      </a:cubicBezTo>
                      <a:cubicBezTo>
                        <a:pt x="200" y="109"/>
                        <a:pt x="185" y="117"/>
                        <a:pt x="185" y="117"/>
                      </a:cubicBezTo>
                      <a:cubicBezTo>
                        <a:pt x="183" y="102"/>
                        <a:pt x="183" y="102"/>
                        <a:pt x="183" y="102"/>
                      </a:cubicBezTo>
                      <a:cubicBezTo>
                        <a:pt x="183" y="102"/>
                        <a:pt x="166" y="87"/>
                        <a:pt x="153" y="85"/>
                      </a:cubicBezTo>
                      <a:cubicBezTo>
                        <a:pt x="140" y="83"/>
                        <a:pt x="133" y="109"/>
                        <a:pt x="133" y="109"/>
                      </a:cubicBezTo>
                      <a:cubicBezTo>
                        <a:pt x="133" y="109"/>
                        <a:pt x="142" y="69"/>
                        <a:pt x="144" y="61"/>
                      </a:cubicBezTo>
                      <a:cubicBezTo>
                        <a:pt x="146" y="53"/>
                        <a:pt x="132" y="30"/>
                        <a:pt x="126" y="22"/>
                      </a:cubicBezTo>
                      <a:cubicBezTo>
                        <a:pt x="120" y="14"/>
                        <a:pt x="83" y="0"/>
                        <a:pt x="83" y="0"/>
                      </a:cubicBezTo>
                      <a:cubicBezTo>
                        <a:pt x="76" y="12"/>
                        <a:pt x="76" y="12"/>
                        <a:pt x="76" y="12"/>
                      </a:cubicBezTo>
                      <a:cubicBezTo>
                        <a:pt x="76" y="12"/>
                        <a:pt x="69" y="26"/>
                        <a:pt x="62" y="2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4" name="Freeform 200"/>
                <p:cNvSpPr>
                  <a:spLocks noEditPoints="1"/>
                </p:cNvSpPr>
                <p:nvPr/>
              </p:nvSpPr>
              <p:spPr bwMode="gray">
                <a:xfrm>
                  <a:off x="-14663" y="-11536"/>
                  <a:ext cx="1517" cy="1476"/>
                </a:xfrm>
                <a:custGeom>
                  <a:avLst/>
                  <a:gdLst>
                    <a:gd name="T0" fmla="*/ 175 w 642"/>
                    <a:gd name="T1" fmla="*/ 3 h 625"/>
                    <a:gd name="T2" fmla="*/ 165 w 642"/>
                    <a:gd name="T3" fmla="*/ 34 h 625"/>
                    <a:gd name="T4" fmla="*/ 630 w 642"/>
                    <a:gd name="T5" fmla="*/ 190 h 625"/>
                    <a:gd name="T6" fmla="*/ 595 w 642"/>
                    <a:gd name="T7" fmla="*/ 194 h 625"/>
                    <a:gd name="T8" fmla="*/ 553 w 642"/>
                    <a:gd name="T9" fmla="*/ 194 h 625"/>
                    <a:gd name="T10" fmla="*/ 586 w 642"/>
                    <a:gd name="T11" fmla="*/ 167 h 625"/>
                    <a:gd name="T12" fmla="*/ 572 w 642"/>
                    <a:gd name="T13" fmla="*/ 143 h 625"/>
                    <a:gd name="T14" fmla="*/ 556 w 642"/>
                    <a:gd name="T15" fmla="*/ 143 h 625"/>
                    <a:gd name="T16" fmla="*/ 536 w 642"/>
                    <a:gd name="T17" fmla="*/ 123 h 625"/>
                    <a:gd name="T18" fmla="*/ 522 w 642"/>
                    <a:gd name="T19" fmla="*/ 129 h 625"/>
                    <a:gd name="T20" fmla="*/ 498 w 642"/>
                    <a:gd name="T21" fmla="*/ 117 h 625"/>
                    <a:gd name="T22" fmla="*/ 501 w 642"/>
                    <a:gd name="T23" fmla="*/ 93 h 625"/>
                    <a:gd name="T24" fmla="*/ 457 w 642"/>
                    <a:gd name="T25" fmla="*/ 84 h 625"/>
                    <a:gd name="T26" fmla="*/ 435 w 642"/>
                    <a:gd name="T27" fmla="*/ 99 h 625"/>
                    <a:gd name="T28" fmla="*/ 346 w 642"/>
                    <a:gd name="T29" fmla="*/ 88 h 625"/>
                    <a:gd name="T30" fmla="*/ 242 w 642"/>
                    <a:gd name="T31" fmla="*/ 68 h 625"/>
                    <a:gd name="T32" fmla="*/ 147 w 642"/>
                    <a:gd name="T33" fmla="*/ 56 h 625"/>
                    <a:gd name="T34" fmla="*/ 113 w 642"/>
                    <a:gd name="T35" fmla="*/ 136 h 625"/>
                    <a:gd name="T36" fmla="*/ 89 w 642"/>
                    <a:gd name="T37" fmla="*/ 154 h 625"/>
                    <a:gd name="T38" fmla="*/ 82 w 642"/>
                    <a:gd name="T39" fmla="*/ 102 h 625"/>
                    <a:gd name="T40" fmla="*/ 77 w 642"/>
                    <a:gd name="T41" fmla="*/ 38 h 625"/>
                    <a:gd name="T42" fmla="*/ 38 w 642"/>
                    <a:gd name="T43" fmla="*/ 77 h 625"/>
                    <a:gd name="T44" fmla="*/ 24 w 642"/>
                    <a:gd name="T45" fmla="*/ 115 h 625"/>
                    <a:gd name="T46" fmla="*/ 5 w 642"/>
                    <a:gd name="T47" fmla="*/ 162 h 625"/>
                    <a:gd name="T48" fmla="*/ 35 w 642"/>
                    <a:gd name="T49" fmla="*/ 180 h 625"/>
                    <a:gd name="T50" fmla="*/ 50 w 642"/>
                    <a:gd name="T51" fmla="*/ 216 h 625"/>
                    <a:gd name="T52" fmla="*/ 41 w 642"/>
                    <a:gd name="T53" fmla="*/ 259 h 625"/>
                    <a:gd name="T54" fmla="*/ 59 w 642"/>
                    <a:gd name="T55" fmla="*/ 280 h 625"/>
                    <a:gd name="T56" fmla="*/ 111 w 642"/>
                    <a:gd name="T57" fmla="*/ 284 h 625"/>
                    <a:gd name="T58" fmla="*/ 136 w 642"/>
                    <a:gd name="T59" fmla="*/ 284 h 625"/>
                    <a:gd name="T60" fmla="*/ 181 w 642"/>
                    <a:gd name="T61" fmla="*/ 330 h 625"/>
                    <a:gd name="T62" fmla="*/ 203 w 642"/>
                    <a:gd name="T63" fmla="*/ 322 h 625"/>
                    <a:gd name="T64" fmla="*/ 232 w 642"/>
                    <a:gd name="T65" fmla="*/ 324 h 625"/>
                    <a:gd name="T66" fmla="*/ 276 w 642"/>
                    <a:gd name="T67" fmla="*/ 323 h 625"/>
                    <a:gd name="T68" fmla="*/ 263 w 642"/>
                    <a:gd name="T69" fmla="*/ 362 h 625"/>
                    <a:gd name="T70" fmla="*/ 254 w 642"/>
                    <a:gd name="T71" fmla="*/ 404 h 625"/>
                    <a:gd name="T72" fmla="*/ 261 w 642"/>
                    <a:gd name="T73" fmla="*/ 440 h 625"/>
                    <a:gd name="T74" fmla="*/ 278 w 642"/>
                    <a:gd name="T75" fmla="*/ 476 h 625"/>
                    <a:gd name="T76" fmla="*/ 259 w 642"/>
                    <a:gd name="T77" fmla="*/ 507 h 625"/>
                    <a:gd name="T78" fmla="*/ 284 w 642"/>
                    <a:gd name="T79" fmla="*/ 549 h 625"/>
                    <a:gd name="T80" fmla="*/ 299 w 642"/>
                    <a:gd name="T81" fmla="*/ 594 h 625"/>
                    <a:gd name="T82" fmla="*/ 326 w 642"/>
                    <a:gd name="T83" fmla="*/ 619 h 625"/>
                    <a:gd name="T84" fmla="*/ 362 w 642"/>
                    <a:gd name="T85" fmla="*/ 624 h 625"/>
                    <a:gd name="T86" fmla="*/ 400 w 642"/>
                    <a:gd name="T87" fmla="*/ 593 h 625"/>
                    <a:gd name="T88" fmla="*/ 420 w 642"/>
                    <a:gd name="T89" fmla="*/ 579 h 625"/>
                    <a:gd name="T90" fmla="*/ 457 w 642"/>
                    <a:gd name="T91" fmla="*/ 547 h 625"/>
                    <a:gd name="T92" fmla="*/ 432 w 642"/>
                    <a:gd name="T93" fmla="*/ 524 h 625"/>
                    <a:gd name="T94" fmla="*/ 419 w 642"/>
                    <a:gd name="T95" fmla="*/ 490 h 625"/>
                    <a:gd name="T96" fmla="*/ 400 w 642"/>
                    <a:gd name="T97" fmla="*/ 425 h 625"/>
                    <a:gd name="T98" fmla="*/ 429 w 642"/>
                    <a:gd name="T99" fmla="*/ 433 h 625"/>
                    <a:gd name="T100" fmla="*/ 450 w 642"/>
                    <a:gd name="T101" fmla="*/ 444 h 625"/>
                    <a:gd name="T102" fmla="*/ 469 w 642"/>
                    <a:gd name="T103" fmla="*/ 446 h 625"/>
                    <a:gd name="T104" fmla="*/ 507 w 642"/>
                    <a:gd name="T105" fmla="*/ 432 h 625"/>
                    <a:gd name="T106" fmla="*/ 551 w 642"/>
                    <a:gd name="T107" fmla="*/ 424 h 625"/>
                    <a:gd name="T108" fmla="*/ 583 w 642"/>
                    <a:gd name="T109" fmla="*/ 414 h 625"/>
                    <a:gd name="T110" fmla="*/ 596 w 642"/>
                    <a:gd name="T111" fmla="*/ 399 h 625"/>
                    <a:gd name="T112" fmla="*/ 563 w 642"/>
                    <a:gd name="T113" fmla="*/ 340 h 625"/>
                    <a:gd name="T114" fmla="*/ 570 w 642"/>
                    <a:gd name="T115" fmla="*/ 299 h 625"/>
                    <a:gd name="T116" fmla="*/ 616 w 642"/>
                    <a:gd name="T117" fmla="*/ 273 h 625"/>
                    <a:gd name="T118" fmla="*/ 601 w 642"/>
                    <a:gd name="T119" fmla="*/ 250 h 625"/>
                    <a:gd name="T120" fmla="*/ 635 w 642"/>
                    <a:gd name="T121" fmla="*/ 218 h 625"/>
                    <a:gd name="T122" fmla="*/ 630 w 642"/>
                    <a:gd name="T123" fmla="*/ 19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42" h="625">
                      <a:moveTo>
                        <a:pt x="182" y="33"/>
                      </a:moveTo>
                      <a:cubicBezTo>
                        <a:pt x="182" y="33"/>
                        <a:pt x="187" y="6"/>
                        <a:pt x="175" y="3"/>
                      </a:cubicBezTo>
                      <a:cubicBezTo>
                        <a:pt x="164" y="0"/>
                        <a:pt x="158" y="7"/>
                        <a:pt x="158" y="13"/>
                      </a:cubicBezTo>
                      <a:cubicBezTo>
                        <a:pt x="158" y="18"/>
                        <a:pt x="165" y="34"/>
                        <a:pt x="165" y="34"/>
                      </a:cubicBezTo>
                      <a:lnTo>
                        <a:pt x="182" y="33"/>
                      </a:lnTo>
                      <a:close/>
                      <a:moveTo>
                        <a:pt x="630" y="190"/>
                      </a:moveTo>
                      <a:cubicBezTo>
                        <a:pt x="626" y="184"/>
                        <a:pt x="611" y="201"/>
                        <a:pt x="611" y="201"/>
                      </a:cubicBezTo>
                      <a:cubicBezTo>
                        <a:pt x="611" y="201"/>
                        <a:pt x="601" y="197"/>
                        <a:pt x="595" y="194"/>
                      </a:cubicBezTo>
                      <a:cubicBezTo>
                        <a:pt x="589" y="191"/>
                        <a:pt x="575" y="208"/>
                        <a:pt x="575" y="208"/>
                      </a:cubicBezTo>
                      <a:cubicBezTo>
                        <a:pt x="553" y="194"/>
                        <a:pt x="553" y="194"/>
                        <a:pt x="553" y="194"/>
                      </a:cubicBezTo>
                      <a:cubicBezTo>
                        <a:pt x="553" y="194"/>
                        <a:pt x="579" y="194"/>
                        <a:pt x="583" y="187"/>
                      </a:cubicBezTo>
                      <a:cubicBezTo>
                        <a:pt x="587" y="180"/>
                        <a:pt x="586" y="167"/>
                        <a:pt x="586" y="167"/>
                      </a:cubicBezTo>
                      <a:cubicBezTo>
                        <a:pt x="586" y="167"/>
                        <a:pt x="596" y="166"/>
                        <a:pt x="598" y="153"/>
                      </a:cubicBezTo>
                      <a:cubicBezTo>
                        <a:pt x="600" y="140"/>
                        <a:pt x="572" y="143"/>
                        <a:pt x="572" y="143"/>
                      </a:cubicBezTo>
                      <a:cubicBezTo>
                        <a:pt x="572" y="143"/>
                        <a:pt x="568" y="129"/>
                        <a:pt x="561" y="128"/>
                      </a:cubicBezTo>
                      <a:cubicBezTo>
                        <a:pt x="554" y="127"/>
                        <a:pt x="556" y="143"/>
                        <a:pt x="556" y="143"/>
                      </a:cubicBezTo>
                      <a:cubicBezTo>
                        <a:pt x="556" y="143"/>
                        <a:pt x="550" y="134"/>
                        <a:pt x="550" y="128"/>
                      </a:cubicBezTo>
                      <a:cubicBezTo>
                        <a:pt x="550" y="122"/>
                        <a:pt x="536" y="123"/>
                        <a:pt x="536" y="123"/>
                      </a:cubicBezTo>
                      <a:cubicBezTo>
                        <a:pt x="532" y="143"/>
                        <a:pt x="532" y="143"/>
                        <a:pt x="532" y="143"/>
                      </a:cubicBezTo>
                      <a:cubicBezTo>
                        <a:pt x="532" y="143"/>
                        <a:pt x="524" y="135"/>
                        <a:pt x="522" y="129"/>
                      </a:cubicBezTo>
                      <a:cubicBezTo>
                        <a:pt x="520" y="123"/>
                        <a:pt x="519" y="109"/>
                        <a:pt x="519" y="109"/>
                      </a:cubicBezTo>
                      <a:cubicBezTo>
                        <a:pt x="498" y="117"/>
                        <a:pt x="498" y="117"/>
                        <a:pt x="498" y="117"/>
                      </a:cubicBezTo>
                      <a:cubicBezTo>
                        <a:pt x="498" y="117"/>
                        <a:pt x="514" y="108"/>
                        <a:pt x="514" y="103"/>
                      </a:cubicBezTo>
                      <a:cubicBezTo>
                        <a:pt x="514" y="98"/>
                        <a:pt x="501" y="98"/>
                        <a:pt x="501" y="93"/>
                      </a:cubicBezTo>
                      <a:cubicBezTo>
                        <a:pt x="501" y="88"/>
                        <a:pt x="543" y="88"/>
                        <a:pt x="547" y="82"/>
                      </a:cubicBezTo>
                      <a:cubicBezTo>
                        <a:pt x="551" y="76"/>
                        <a:pt x="457" y="84"/>
                        <a:pt x="457" y="84"/>
                      </a:cubicBezTo>
                      <a:cubicBezTo>
                        <a:pt x="466" y="94"/>
                        <a:pt x="466" y="94"/>
                        <a:pt x="466" y="94"/>
                      </a:cubicBezTo>
                      <a:cubicBezTo>
                        <a:pt x="466" y="94"/>
                        <a:pt x="444" y="96"/>
                        <a:pt x="435" y="99"/>
                      </a:cubicBezTo>
                      <a:cubicBezTo>
                        <a:pt x="426" y="102"/>
                        <a:pt x="402" y="119"/>
                        <a:pt x="402" y="119"/>
                      </a:cubicBezTo>
                      <a:cubicBezTo>
                        <a:pt x="378" y="120"/>
                        <a:pt x="346" y="88"/>
                        <a:pt x="346" y="88"/>
                      </a:cubicBezTo>
                      <a:cubicBezTo>
                        <a:pt x="346" y="88"/>
                        <a:pt x="265" y="93"/>
                        <a:pt x="255" y="92"/>
                      </a:cubicBezTo>
                      <a:cubicBezTo>
                        <a:pt x="245" y="91"/>
                        <a:pt x="242" y="82"/>
                        <a:pt x="242" y="68"/>
                      </a:cubicBezTo>
                      <a:cubicBezTo>
                        <a:pt x="242" y="54"/>
                        <a:pt x="236" y="44"/>
                        <a:pt x="210" y="39"/>
                      </a:cubicBezTo>
                      <a:cubicBezTo>
                        <a:pt x="184" y="34"/>
                        <a:pt x="147" y="56"/>
                        <a:pt x="147" y="56"/>
                      </a:cubicBezTo>
                      <a:cubicBezTo>
                        <a:pt x="147" y="56"/>
                        <a:pt x="120" y="62"/>
                        <a:pt x="104" y="76"/>
                      </a:cubicBezTo>
                      <a:cubicBezTo>
                        <a:pt x="88" y="90"/>
                        <a:pt x="111" y="116"/>
                        <a:pt x="113" y="136"/>
                      </a:cubicBezTo>
                      <a:cubicBezTo>
                        <a:pt x="115" y="156"/>
                        <a:pt x="88" y="172"/>
                        <a:pt x="88" y="172"/>
                      </a:cubicBezTo>
                      <a:cubicBezTo>
                        <a:pt x="89" y="154"/>
                        <a:pt x="89" y="154"/>
                        <a:pt x="89" y="154"/>
                      </a:cubicBezTo>
                      <a:cubicBezTo>
                        <a:pt x="89" y="154"/>
                        <a:pt x="71" y="149"/>
                        <a:pt x="65" y="139"/>
                      </a:cubicBezTo>
                      <a:cubicBezTo>
                        <a:pt x="59" y="129"/>
                        <a:pt x="75" y="111"/>
                        <a:pt x="82" y="102"/>
                      </a:cubicBezTo>
                      <a:cubicBezTo>
                        <a:pt x="89" y="93"/>
                        <a:pt x="88" y="77"/>
                        <a:pt x="88" y="65"/>
                      </a:cubicBezTo>
                      <a:cubicBezTo>
                        <a:pt x="88" y="53"/>
                        <a:pt x="77" y="38"/>
                        <a:pt x="77" y="38"/>
                      </a:cubicBezTo>
                      <a:cubicBezTo>
                        <a:pt x="77" y="38"/>
                        <a:pt x="76" y="53"/>
                        <a:pt x="65" y="56"/>
                      </a:cubicBezTo>
                      <a:cubicBezTo>
                        <a:pt x="54" y="60"/>
                        <a:pt x="45" y="64"/>
                        <a:pt x="38" y="77"/>
                      </a:cubicBezTo>
                      <a:cubicBezTo>
                        <a:pt x="30" y="90"/>
                        <a:pt x="30" y="110"/>
                        <a:pt x="30" y="110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24" y="133"/>
                        <a:pt x="24" y="133"/>
                        <a:pt x="24" y="133"/>
                      </a:cubicBezTo>
                      <a:cubicBezTo>
                        <a:pt x="24" y="133"/>
                        <a:pt x="0" y="154"/>
                        <a:pt x="5" y="162"/>
                      </a:cubicBezTo>
                      <a:cubicBezTo>
                        <a:pt x="10" y="171"/>
                        <a:pt x="14" y="157"/>
                        <a:pt x="21" y="157"/>
                      </a:cubicBezTo>
                      <a:cubicBezTo>
                        <a:pt x="28" y="157"/>
                        <a:pt x="35" y="171"/>
                        <a:pt x="35" y="180"/>
                      </a:cubicBezTo>
                      <a:cubicBezTo>
                        <a:pt x="35" y="189"/>
                        <a:pt x="36" y="195"/>
                        <a:pt x="36" y="195"/>
                      </a:cubicBezTo>
                      <a:cubicBezTo>
                        <a:pt x="36" y="195"/>
                        <a:pt x="52" y="204"/>
                        <a:pt x="50" y="216"/>
                      </a:cubicBezTo>
                      <a:cubicBezTo>
                        <a:pt x="48" y="229"/>
                        <a:pt x="42" y="232"/>
                        <a:pt x="42" y="232"/>
                      </a:cubicBezTo>
                      <a:cubicBezTo>
                        <a:pt x="41" y="259"/>
                        <a:pt x="41" y="259"/>
                        <a:pt x="41" y="259"/>
                      </a:cubicBezTo>
                      <a:cubicBezTo>
                        <a:pt x="51" y="259"/>
                        <a:pt x="51" y="259"/>
                        <a:pt x="51" y="259"/>
                      </a:cubicBezTo>
                      <a:cubicBezTo>
                        <a:pt x="51" y="259"/>
                        <a:pt x="50" y="277"/>
                        <a:pt x="59" y="280"/>
                      </a:cubicBezTo>
                      <a:cubicBezTo>
                        <a:pt x="68" y="283"/>
                        <a:pt x="79" y="278"/>
                        <a:pt x="83" y="278"/>
                      </a:cubicBezTo>
                      <a:cubicBezTo>
                        <a:pt x="88" y="278"/>
                        <a:pt x="106" y="285"/>
                        <a:pt x="111" y="284"/>
                      </a:cubicBezTo>
                      <a:cubicBezTo>
                        <a:pt x="116" y="283"/>
                        <a:pt x="117" y="277"/>
                        <a:pt x="122" y="277"/>
                      </a:cubicBezTo>
                      <a:cubicBezTo>
                        <a:pt x="127" y="277"/>
                        <a:pt x="136" y="284"/>
                        <a:pt x="136" y="284"/>
                      </a:cubicBezTo>
                      <a:cubicBezTo>
                        <a:pt x="154" y="285"/>
                        <a:pt x="154" y="285"/>
                        <a:pt x="154" y="285"/>
                      </a:cubicBezTo>
                      <a:cubicBezTo>
                        <a:pt x="154" y="285"/>
                        <a:pt x="173" y="327"/>
                        <a:pt x="181" y="330"/>
                      </a:cubicBezTo>
                      <a:cubicBezTo>
                        <a:pt x="189" y="332"/>
                        <a:pt x="197" y="329"/>
                        <a:pt x="197" y="329"/>
                      </a:cubicBezTo>
                      <a:cubicBezTo>
                        <a:pt x="197" y="329"/>
                        <a:pt x="195" y="322"/>
                        <a:pt x="203" y="322"/>
                      </a:cubicBezTo>
                      <a:cubicBezTo>
                        <a:pt x="211" y="322"/>
                        <a:pt x="213" y="329"/>
                        <a:pt x="221" y="330"/>
                      </a:cubicBezTo>
                      <a:cubicBezTo>
                        <a:pt x="229" y="331"/>
                        <a:pt x="232" y="324"/>
                        <a:pt x="232" y="324"/>
                      </a:cubicBezTo>
                      <a:cubicBezTo>
                        <a:pt x="251" y="326"/>
                        <a:pt x="251" y="326"/>
                        <a:pt x="251" y="326"/>
                      </a:cubicBezTo>
                      <a:cubicBezTo>
                        <a:pt x="251" y="326"/>
                        <a:pt x="270" y="311"/>
                        <a:pt x="276" y="323"/>
                      </a:cubicBezTo>
                      <a:cubicBezTo>
                        <a:pt x="282" y="336"/>
                        <a:pt x="265" y="344"/>
                        <a:pt x="265" y="344"/>
                      </a:cubicBezTo>
                      <a:cubicBezTo>
                        <a:pt x="265" y="344"/>
                        <a:pt x="266" y="359"/>
                        <a:pt x="263" y="362"/>
                      </a:cubicBezTo>
                      <a:cubicBezTo>
                        <a:pt x="260" y="365"/>
                        <a:pt x="250" y="370"/>
                        <a:pt x="251" y="375"/>
                      </a:cubicBezTo>
                      <a:cubicBezTo>
                        <a:pt x="252" y="380"/>
                        <a:pt x="254" y="398"/>
                        <a:pt x="254" y="404"/>
                      </a:cubicBezTo>
                      <a:cubicBezTo>
                        <a:pt x="254" y="410"/>
                        <a:pt x="252" y="433"/>
                        <a:pt x="252" y="433"/>
                      </a:cubicBezTo>
                      <a:cubicBezTo>
                        <a:pt x="252" y="433"/>
                        <a:pt x="261" y="437"/>
                        <a:pt x="261" y="440"/>
                      </a:cubicBezTo>
                      <a:cubicBezTo>
                        <a:pt x="261" y="443"/>
                        <a:pt x="262" y="452"/>
                        <a:pt x="262" y="452"/>
                      </a:cubicBezTo>
                      <a:cubicBezTo>
                        <a:pt x="262" y="452"/>
                        <a:pt x="278" y="466"/>
                        <a:pt x="278" y="476"/>
                      </a:cubicBezTo>
                      <a:cubicBezTo>
                        <a:pt x="278" y="486"/>
                        <a:pt x="249" y="504"/>
                        <a:pt x="249" y="504"/>
                      </a:cubicBezTo>
                      <a:cubicBezTo>
                        <a:pt x="259" y="507"/>
                        <a:pt x="259" y="507"/>
                        <a:pt x="259" y="507"/>
                      </a:cubicBezTo>
                      <a:cubicBezTo>
                        <a:pt x="259" y="507"/>
                        <a:pt x="281" y="521"/>
                        <a:pt x="281" y="525"/>
                      </a:cubicBezTo>
                      <a:cubicBezTo>
                        <a:pt x="281" y="529"/>
                        <a:pt x="284" y="549"/>
                        <a:pt x="284" y="549"/>
                      </a:cubicBezTo>
                      <a:cubicBezTo>
                        <a:pt x="284" y="549"/>
                        <a:pt x="295" y="575"/>
                        <a:pt x="294" y="580"/>
                      </a:cubicBezTo>
                      <a:cubicBezTo>
                        <a:pt x="293" y="585"/>
                        <a:pt x="299" y="594"/>
                        <a:pt x="299" y="594"/>
                      </a:cubicBezTo>
                      <a:cubicBezTo>
                        <a:pt x="299" y="594"/>
                        <a:pt x="306" y="607"/>
                        <a:pt x="310" y="612"/>
                      </a:cubicBezTo>
                      <a:cubicBezTo>
                        <a:pt x="314" y="617"/>
                        <a:pt x="326" y="619"/>
                        <a:pt x="326" y="619"/>
                      </a:cubicBezTo>
                      <a:cubicBezTo>
                        <a:pt x="336" y="625"/>
                        <a:pt x="347" y="603"/>
                        <a:pt x="356" y="605"/>
                      </a:cubicBezTo>
                      <a:cubicBezTo>
                        <a:pt x="365" y="607"/>
                        <a:pt x="354" y="624"/>
                        <a:pt x="362" y="624"/>
                      </a:cubicBezTo>
                      <a:cubicBezTo>
                        <a:pt x="370" y="624"/>
                        <a:pt x="376" y="599"/>
                        <a:pt x="382" y="595"/>
                      </a:cubicBezTo>
                      <a:cubicBezTo>
                        <a:pt x="388" y="591"/>
                        <a:pt x="400" y="593"/>
                        <a:pt x="400" y="593"/>
                      </a:cubicBezTo>
                      <a:cubicBezTo>
                        <a:pt x="402" y="587"/>
                        <a:pt x="402" y="587"/>
                        <a:pt x="402" y="587"/>
                      </a:cubicBezTo>
                      <a:cubicBezTo>
                        <a:pt x="402" y="587"/>
                        <a:pt x="407" y="583"/>
                        <a:pt x="420" y="579"/>
                      </a:cubicBezTo>
                      <a:cubicBezTo>
                        <a:pt x="433" y="575"/>
                        <a:pt x="432" y="550"/>
                        <a:pt x="432" y="550"/>
                      </a:cubicBezTo>
                      <a:cubicBezTo>
                        <a:pt x="432" y="550"/>
                        <a:pt x="445" y="553"/>
                        <a:pt x="457" y="547"/>
                      </a:cubicBezTo>
                      <a:cubicBezTo>
                        <a:pt x="469" y="541"/>
                        <a:pt x="462" y="527"/>
                        <a:pt x="462" y="527"/>
                      </a:cubicBezTo>
                      <a:cubicBezTo>
                        <a:pt x="432" y="524"/>
                        <a:pt x="432" y="524"/>
                        <a:pt x="432" y="524"/>
                      </a:cubicBezTo>
                      <a:cubicBezTo>
                        <a:pt x="432" y="524"/>
                        <a:pt x="432" y="515"/>
                        <a:pt x="432" y="508"/>
                      </a:cubicBezTo>
                      <a:cubicBezTo>
                        <a:pt x="432" y="501"/>
                        <a:pt x="419" y="490"/>
                        <a:pt x="419" y="490"/>
                      </a:cubicBezTo>
                      <a:cubicBezTo>
                        <a:pt x="419" y="490"/>
                        <a:pt x="434" y="466"/>
                        <a:pt x="412" y="455"/>
                      </a:cubicBezTo>
                      <a:cubicBezTo>
                        <a:pt x="390" y="444"/>
                        <a:pt x="400" y="425"/>
                        <a:pt x="400" y="425"/>
                      </a:cubicBezTo>
                      <a:cubicBezTo>
                        <a:pt x="400" y="425"/>
                        <a:pt x="403" y="431"/>
                        <a:pt x="406" y="434"/>
                      </a:cubicBezTo>
                      <a:cubicBezTo>
                        <a:pt x="409" y="437"/>
                        <a:pt x="418" y="429"/>
                        <a:pt x="429" y="433"/>
                      </a:cubicBezTo>
                      <a:cubicBezTo>
                        <a:pt x="440" y="437"/>
                        <a:pt x="434" y="446"/>
                        <a:pt x="436" y="449"/>
                      </a:cubicBezTo>
                      <a:cubicBezTo>
                        <a:pt x="438" y="452"/>
                        <a:pt x="450" y="444"/>
                        <a:pt x="450" y="444"/>
                      </a:cubicBezTo>
                      <a:cubicBezTo>
                        <a:pt x="460" y="450"/>
                        <a:pt x="460" y="450"/>
                        <a:pt x="460" y="450"/>
                      </a:cubicBezTo>
                      <a:cubicBezTo>
                        <a:pt x="460" y="450"/>
                        <a:pt x="465" y="442"/>
                        <a:pt x="469" y="446"/>
                      </a:cubicBezTo>
                      <a:cubicBezTo>
                        <a:pt x="473" y="450"/>
                        <a:pt x="484" y="469"/>
                        <a:pt x="493" y="469"/>
                      </a:cubicBezTo>
                      <a:cubicBezTo>
                        <a:pt x="502" y="469"/>
                        <a:pt x="499" y="435"/>
                        <a:pt x="507" y="432"/>
                      </a:cubicBezTo>
                      <a:cubicBezTo>
                        <a:pt x="515" y="429"/>
                        <a:pt x="521" y="437"/>
                        <a:pt x="528" y="437"/>
                      </a:cubicBezTo>
                      <a:cubicBezTo>
                        <a:pt x="535" y="437"/>
                        <a:pt x="549" y="430"/>
                        <a:pt x="551" y="424"/>
                      </a:cubicBezTo>
                      <a:cubicBezTo>
                        <a:pt x="553" y="418"/>
                        <a:pt x="565" y="413"/>
                        <a:pt x="565" y="413"/>
                      </a:cubicBezTo>
                      <a:cubicBezTo>
                        <a:pt x="583" y="414"/>
                        <a:pt x="583" y="414"/>
                        <a:pt x="583" y="414"/>
                      </a:cubicBezTo>
                      <a:cubicBezTo>
                        <a:pt x="581" y="404"/>
                        <a:pt x="581" y="404"/>
                        <a:pt x="581" y="404"/>
                      </a:cubicBezTo>
                      <a:cubicBezTo>
                        <a:pt x="581" y="404"/>
                        <a:pt x="592" y="406"/>
                        <a:pt x="596" y="399"/>
                      </a:cubicBezTo>
                      <a:cubicBezTo>
                        <a:pt x="600" y="392"/>
                        <a:pt x="594" y="378"/>
                        <a:pt x="594" y="378"/>
                      </a:cubicBezTo>
                      <a:cubicBezTo>
                        <a:pt x="594" y="378"/>
                        <a:pt x="567" y="351"/>
                        <a:pt x="563" y="340"/>
                      </a:cubicBezTo>
                      <a:cubicBezTo>
                        <a:pt x="559" y="329"/>
                        <a:pt x="572" y="330"/>
                        <a:pt x="581" y="322"/>
                      </a:cubicBezTo>
                      <a:cubicBezTo>
                        <a:pt x="590" y="315"/>
                        <a:pt x="570" y="304"/>
                        <a:pt x="570" y="299"/>
                      </a:cubicBezTo>
                      <a:cubicBezTo>
                        <a:pt x="570" y="294"/>
                        <a:pt x="595" y="295"/>
                        <a:pt x="606" y="291"/>
                      </a:cubicBezTo>
                      <a:cubicBezTo>
                        <a:pt x="617" y="287"/>
                        <a:pt x="616" y="277"/>
                        <a:pt x="616" y="273"/>
                      </a:cubicBezTo>
                      <a:cubicBezTo>
                        <a:pt x="616" y="270"/>
                        <a:pt x="609" y="270"/>
                        <a:pt x="605" y="270"/>
                      </a:cubicBezTo>
                      <a:cubicBezTo>
                        <a:pt x="601" y="270"/>
                        <a:pt x="603" y="259"/>
                        <a:pt x="601" y="250"/>
                      </a:cubicBezTo>
                      <a:cubicBezTo>
                        <a:pt x="599" y="241"/>
                        <a:pt x="615" y="236"/>
                        <a:pt x="621" y="234"/>
                      </a:cubicBezTo>
                      <a:cubicBezTo>
                        <a:pt x="628" y="232"/>
                        <a:pt x="635" y="218"/>
                        <a:pt x="635" y="218"/>
                      </a:cubicBezTo>
                      <a:cubicBezTo>
                        <a:pt x="642" y="206"/>
                        <a:pt x="642" y="206"/>
                        <a:pt x="642" y="206"/>
                      </a:cubicBezTo>
                      <a:cubicBezTo>
                        <a:pt x="642" y="206"/>
                        <a:pt x="634" y="196"/>
                        <a:pt x="630" y="19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5" name="Freeform 201"/>
                <p:cNvSpPr>
                  <a:spLocks/>
                </p:cNvSpPr>
                <p:nvPr/>
              </p:nvSpPr>
              <p:spPr bwMode="gray">
                <a:xfrm>
                  <a:off x="-15747" y="-11210"/>
                  <a:ext cx="659" cy="333"/>
                </a:xfrm>
                <a:custGeom>
                  <a:avLst/>
                  <a:gdLst>
                    <a:gd name="T0" fmla="*/ 209 w 279"/>
                    <a:gd name="T1" fmla="*/ 47 h 141"/>
                    <a:gd name="T2" fmla="*/ 224 w 279"/>
                    <a:gd name="T3" fmla="*/ 66 h 141"/>
                    <a:gd name="T4" fmla="*/ 232 w 279"/>
                    <a:gd name="T5" fmla="*/ 63 h 141"/>
                    <a:gd name="T6" fmla="*/ 254 w 279"/>
                    <a:gd name="T7" fmla="*/ 81 h 141"/>
                    <a:gd name="T8" fmla="*/ 232 w 279"/>
                    <a:gd name="T9" fmla="*/ 71 h 141"/>
                    <a:gd name="T10" fmla="*/ 229 w 279"/>
                    <a:gd name="T11" fmla="*/ 106 h 141"/>
                    <a:gd name="T12" fmla="*/ 243 w 279"/>
                    <a:gd name="T13" fmla="*/ 128 h 141"/>
                    <a:gd name="T14" fmla="*/ 243 w 279"/>
                    <a:gd name="T15" fmla="*/ 128 h 141"/>
                    <a:gd name="T16" fmla="*/ 253 w 279"/>
                    <a:gd name="T17" fmla="*/ 107 h 141"/>
                    <a:gd name="T18" fmla="*/ 269 w 279"/>
                    <a:gd name="T19" fmla="*/ 109 h 141"/>
                    <a:gd name="T20" fmla="*/ 279 w 279"/>
                    <a:gd name="T21" fmla="*/ 84 h 141"/>
                    <a:gd name="T22" fmla="*/ 266 w 279"/>
                    <a:gd name="T23" fmla="*/ 70 h 141"/>
                    <a:gd name="T24" fmla="*/ 270 w 279"/>
                    <a:gd name="T25" fmla="*/ 58 h 141"/>
                    <a:gd name="T26" fmla="*/ 255 w 279"/>
                    <a:gd name="T27" fmla="*/ 46 h 141"/>
                    <a:gd name="T28" fmla="*/ 236 w 279"/>
                    <a:gd name="T29" fmla="*/ 18 h 141"/>
                    <a:gd name="T30" fmla="*/ 196 w 279"/>
                    <a:gd name="T31" fmla="*/ 13 h 141"/>
                    <a:gd name="T32" fmla="*/ 195 w 279"/>
                    <a:gd name="T33" fmla="*/ 4 h 141"/>
                    <a:gd name="T34" fmla="*/ 163 w 279"/>
                    <a:gd name="T35" fmla="*/ 7 h 141"/>
                    <a:gd name="T36" fmla="*/ 144 w 279"/>
                    <a:gd name="T37" fmla="*/ 27 h 141"/>
                    <a:gd name="T38" fmla="*/ 126 w 279"/>
                    <a:gd name="T39" fmla="*/ 25 h 141"/>
                    <a:gd name="T40" fmla="*/ 94 w 279"/>
                    <a:gd name="T41" fmla="*/ 50 h 141"/>
                    <a:gd name="T42" fmla="*/ 75 w 279"/>
                    <a:gd name="T43" fmla="*/ 43 h 141"/>
                    <a:gd name="T44" fmla="*/ 65 w 279"/>
                    <a:gd name="T45" fmla="*/ 32 h 141"/>
                    <a:gd name="T46" fmla="*/ 59 w 279"/>
                    <a:gd name="T47" fmla="*/ 39 h 141"/>
                    <a:gd name="T48" fmla="*/ 40 w 279"/>
                    <a:gd name="T49" fmla="*/ 35 h 141"/>
                    <a:gd name="T50" fmla="*/ 35 w 279"/>
                    <a:gd name="T51" fmla="*/ 10 h 141"/>
                    <a:gd name="T52" fmla="*/ 27 w 279"/>
                    <a:gd name="T53" fmla="*/ 5 h 141"/>
                    <a:gd name="T54" fmla="*/ 10 w 279"/>
                    <a:gd name="T55" fmla="*/ 11 h 141"/>
                    <a:gd name="T56" fmla="*/ 10 w 279"/>
                    <a:gd name="T57" fmla="*/ 33 h 141"/>
                    <a:gd name="T58" fmla="*/ 24 w 279"/>
                    <a:gd name="T59" fmla="*/ 40 h 141"/>
                    <a:gd name="T60" fmla="*/ 11 w 279"/>
                    <a:gd name="T61" fmla="*/ 51 h 141"/>
                    <a:gd name="T62" fmla="*/ 10 w 279"/>
                    <a:gd name="T63" fmla="*/ 65 h 141"/>
                    <a:gd name="T64" fmla="*/ 6 w 279"/>
                    <a:gd name="T65" fmla="*/ 70 h 141"/>
                    <a:gd name="T66" fmla="*/ 11 w 279"/>
                    <a:gd name="T67" fmla="*/ 75 h 141"/>
                    <a:gd name="T68" fmla="*/ 39 w 279"/>
                    <a:gd name="T69" fmla="*/ 69 h 141"/>
                    <a:gd name="T70" fmla="*/ 44 w 279"/>
                    <a:gd name="T71" fmla="*/ 81 h 141"/>
                    <a:gd name="T72" fmla="*/ 64 w 279"/>
                    <a:gd name="T73" fmla="*/ 80 h 141"/>
                    <a:gd name="T74" fmla="*/ 67 w 279"/>
                    <a:gd name="T75" fmla="*/ 107 h 141"/>
                    <a:gd name="T76" fmla="*/ 86 w 279"/>
                    <a:gd name="T77" fmla="*/ 102 h 141"/>
                    <a:gd name="T78" fmla="*/ 86 w 279"/>
                    <a:gd name="T79" fmla="*/ 89 h 141"/>
                    <a:gd name="T80" fmla="*/ 97 w 279"/>
                    <a:gd name="T81" fmla="*/ 88 h 141"/>
                    <a:gd name="T82" fmla="*/ 115 w 279"/>
                    <a:gd name="T83" fmla="*/ 134 h 141"/>
                    <a:gd name="T84" fmla="*/ 143 w 279"/>
                    <a:gd name="T85" fmla="*/ 118 h 141"/>
                    <a:gd name="T86" fmla="*/ 116 w 279"/>
                    <a:gd name="T87" fmla="*/ 81 h 141"/>
                    <a:gd name="T88" fmla="*/ 147 w 279"/>
                    <a:gd name="T89" fmla="*/ 62 h 141"/>
                    <a:gd name="T90" fmla="*/ 177 w 279"/>
                    <a:gd name="T91" fmla="*/ 36 h 141"/>
                    <a:gd name="T92" fmla="*/ 209 w 279"/>
                    <a:gd name="T93" fmla="*/ 4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79" h="141">
                      <a:moveTo>
                        <a:pt x="209" y="47"/>
                      </a:moveTo>
                      <a:cubicBezTo>
                        <a:pt x="215" y="51"/>
                        <a:pt x="224" y="66"/>
                        <a:pt x="224" y="66"/>
                      </a:cubicBezTo>
                      <a:cubicBezTo>
                        <a:pt x="232" y="63"/>
                        <a:pt x="232" y="63"/>
                        <a:pt x="232" y="63"/>
                      </a:cubicBezTo>
                      <a:cubicBezTo>
                        <a:pt x="254" y="81"/>
                        <a:pt x="254" y="81"/>
                        <a:pt x="254" y="81"/>
                      </a:cubicBezTo>
                      <a:cubicBezTo>
                        <a:pt x="232" y="71"/>
                        <a:pt x="232" y="71"/>
                        <a:pt x="232" y="71"/>
                      </a:cubicBezTo>
                      <a:cubicBezTo>
                        <a:pt x="232" y="71"/>
                        <a:pt x="229" y="100"/>
                        <a:pt x="229" y="106"/>
                      </a:cubicBezTo>
                      <a:cubicBezTo>
                        <a:pt x="229" y="111"/>
                        <a:pt x="240" y="124"/>
                        <a:pt x="243" y="128"/>
                      </a:cubicBezTo>
                      <a:cubicBezTo>
                        <a:pt x="243" y="128"/>
                        <a:pt x="243" y="128"/>
                        <a:pt x="243" y="128"/>
                      </a:cubicBezTo>
                      <a:cubicBezTo>
                        <a:pt x="253" y="107"/>
                        <a:pt x="253" y="107"/>
                        <a:pt x="253" y="107"/>
                      </a:cubicBezTo>
                      <a:cubicBezTo>
                        <a:pt x="253" y="107"/>
                        <a:pt x="260" y="117"/>
                        <a:pt x="269" y="109"/>
                      </a:cubicBezTo>
                      <a:cubicBezTo>
                        <a:pt x="279" y="101"/>
                        <a:pt x="279" y="84"/>
                        <a:pt x="279" y="84"/>
                      </a:cubicBezTo>
                      <a:cubicBezTo>
                        <a:pt x="279" y="84"/>
                        <a:pt x="266" y="77"/>
                        <a:pt x="266" y="70"/>
                      </a:cubicBezTo>
                      <a:cubicBezTo>
                        <a:pt x="266" y="64"/>
                        <a:pt x="269" y="59"/>
                        <a:pt x="270" y="58"/>
                      </a:cubicBezTo>
                      <a:cubicBezTo>
                        <a:pt x="255" y="46"/>
                        <a:pt x="255" y="46"/>
                        <a:pt x="255" y="46"/>
                      </a:cubicBezTo>
                      <a:cubicBezTo>
                        <a:pt x="255" y="46"/>
                        <a:pt x="251" y="24"/>
                        <a:pt x="236" y="18"/>
                      </a:cubicBezTo>
                      <a:cubicBezTo>
                        <a:pt x="221" y="12"/>
                        <a:pt x="196" y="13"/>
                        <a:pt x="196" y="13"/>
                      </a:cubicBezTo>
                      <a:cubicBezTo>
                        <a:pt x="195" y="4"/>
                        <a:pt x="195" y="4"/>
                        <a:pt x="195" y="4"/>
                      </a:cubicBezTo>
                      <a:cubicBezTo>
                        <a:pt x="195" y="4"/>
                        <a:pt x="169" y="0"/>
                        <a:pt x="163" y="7"/>
                      </a:cubicBezTo>
                      <a:cubicBezTo>
                        <a:pt x="157" y="14"/>
                        <a:pt x="144" y="27"/>
                        <a:pt x="144" y="27"/>
                      </a:cubicBezTo>
                      <a:cubicBezTo>
                        <a:pt x="144" y="27"/>
                        <a:pt x="134" y="18"/>
                        <a:pt x="126" y="25"/>
                      </a:cubicBezTo>
                      <a:cubicBezTo>
                        <a:pt x="118" y="32"/>
                        <a:pt x="104" y="50"/>
                        <a:pt x="94" y="50"/>
                      </a:cubicBezTo>
                      <a:cubicBezTo>
                        <a:pt x="84" y="50"/>
                        <a:pt x="75" y="43"/>
                        <a:pt x="75" y="43"/>
                      </a:cubicBezTo>
                      <a:cubicBezTo>
                        <a:pt x="65" y="32"/>
                        <a:pt x="65" y="32"/>
                        <a:pt x="65" y="32"/>
                      </a:cubicBezTo>
                      <a:cubicBezTo>
                        <a:pt x="59" y="39"/>
                        <a:pt x="59" y="39"/>
                        <a:pt x="59" y="39"/>
                      </a:cubicBezTo>
                      <a:cubicBezTo>
                        <a:pt x="59" y="39"/>
                        <a:pt x="45" y="44"/>
                        <a:pt x="40" y="35"/>
                      </a:cubicBezTo>
                      <a:cubicBezTo>
                        <a:pt x="35" y="26"/>
                        <a:pt x="42" y="16"/>
                        <a:pt x="35" y="10"/>
                      </a:cubicBezTo>
                      <a:cubicBezTo>
                        <a:pt x="33" y="8"/>
                        <a:pt x="30" y="7"/>
                        <a:pt x="27" y="5"/>
                      </a:cubicBezTo>
                      <a:cubicBezTo>
                        <a:pt x="23" y="6"/>
                        <a:pt x="16" y="9"/>
                        <a:pt x="10" y="11"/>
                      </a:cubicBezTo>
                      <a:cubicBezTo>
                        <a:pt x="0" y="14"/>
                        <a:pt x="10" y="33"/>
                        <a:pt x="10" y="33"/>
                      </a:cubicBezTo>
                      <a:cubicBezTo>
                        <a:pt x="10" y="33"/>
                        <a:pt x="24" y="35"/>
                        <a:pt x="24" y="40"/>
                      </a:cubicBezTo>
                      <a:cubicBezTo>
                        <a:pt x="24" y="45"/>
                        <a:pt x="11" y="51"/>
                        <a:pt x="11" y="51"/>
                      </a:cubicBezTo>
                      <a:cubicBezTo>
                        <a:pt x="10" y="65"/>
                        <a:pt x="10" y="65"/>
                        <a:pt x="10" y="65"/>
                      </a:cubicBezTo>
                      <a:cubicBezTo>
                        <a:pt x="6" y="70"/>
                        <a:pt x="6" y="70"/>
                        <a:pt x="6" y="70"/>
                      </a:cubicBezTo>
                      <a:cubicBezTo>
                        <a:pt x="11" y="75"/>
                        <a:pt x="11" y="75"/>
                        <a:pt x="11" y="75"/>
                      </a:cubicBezTo>
                      <a:cubicBezTo>
                        <a:pt x="39" y="69"/>
                        <a:pt x="39" y="69"/>
                        <a:pt x="39" y="69"/>
                      </a:cubicBezTo>
                      <a:cubicBezTo>
                        <a:pt x="44" y="81"/>
                        <a:pt x="44" y="81"/>
                        <a:pt x="44" y="81"/>
                      </a:cubicBezTo>
                      <a:cubicBezTo>
                        <a:pt x="64" y="80"/>
                        <a:pt x="64" y="80"/>
                        <a:pt x="64" y="80"/>
                      </a:cubicBezTo>
                      <a:cubicBezTo>
                        <a:pt x="64" y="80"/>
                        <a:pt x="59" y="102"/>
                        <a:pt x="67" y="107"/>
                      </a:cubicBezTo>
                      <a:cubicBezTo>
                        <a:pt x="75" y="112"/>
                        <a:pt x="86" y="102"/>
                        <a:pt x="86" y="102"/>
                      </a:cubicBezTo>
                      <a:cubicBezTo>
                        <a:pt x="86" y="89"/>
                        <a:pt x="86" y="89"/>
                        <a:pt x="86" y="89"/>
                      </a:cubicBezTo>
                      <a:cubicBezTo>
                        <a:pt x="97" y="88"/>
                        <a:pt x="97" y="88"/>
                        <a:pt x="97" y="88"/>
                      </a:cubicBezTo>
                      <a:cubicBezTo>
                        <a:pt x="97" y="88"/>
                        <a:pt x="101" y="141"/>
                        <a:pt x="115" y="134"/>
                      </a:cubicBezTo>
                      <a:cubicBezTo>
                        <a:pt x="129" y="127"/>
                        <a:pt x="143" y="118"/>
                        <a:pt x="143" y="118"/>
                      </a:cubicBezTo>
                      <a:cubicBezTo>
                        <a:pt x="143" y="118"/>
                        <a:pt x="105" y="91"/>
                        <a:pt x="116" y="81"/>
                      </a:cubicBezTo>
                      <a:cubicBezTo>
                        <a:pt x="127" y="71"/>
                        <a:pt x="138" y="70"/>
                        <a:pt x="147" y="62"/>
                      </a:cubicBezTo>
                      <a:cubicBezTo>
                        <a:pt x="156" y="54"/>
                        <a:pt x="167" y="34"/>
                        <a:pt x="177" y="36"/>
                      </a:cubicBezTo>
                      <a:cubicBezTo>
                        <a:pt x="187" y="38"/>
                        <a:pt x="203" y="43"/>
                        <a:pt x="209" y="4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6" name="Freeform 202"/>
                <p:cNvSpPr>
                  <a:spLocks/>
                </p:cNvSpPr>
                <p:nvPr/>
              </p:nvSpPr>
              <p:spPr bwMode="gray">
                <a:xfrm>
                  <a:off x="-15329" y="-11584"/>
                  <a:ext cx="1373" cy="2131"/>
                </a:xfrm>
                <a:custGeom>
                  <a:avLst/>
                  <a:gdLst>
                    <a:gd name="T0" fmla="*/ 65 w 581"/>
                    <a:gd name="T1" fmla="*/ 635 h 902"/>
                    <a:gd name="T2" fmla="*/ 120 w 581"/>
                    <a:gd name="T3" fmla="*/ 665 h 902"/>
                    <a:gd name="T4" fmla="*/ 185 w 581"/>
                    <a:gd name="T5" fmla="*/ 680 h 902"/>
                    <a:gd name="T6" fmla="*/ 238 w 581"/>
                    <a:gd name="T7" fmla="*/ 732 h 902"/>
                    <a:gd name="T8" fmla="*/ 264 w 581"/>
                    <a:gd name="T9" fmla="*/ 772 h 902"/>
                    <a:gd name="T10" fmla="*/ 329 w 581"/>
                    <a:gd name="T11" fmla="*/ 813 h 902"/>
                    <a:gd name="T12" fmla="*/ 388 w 581"/>
                    <a:gd name="T13" fmla="*/ 797 h 902"/>
                    <a:gd name="T14" fmla="*/ 415 w 581"/>
                    <a:gd name="T15" fmla="*/ 846 h 902"/>
                    <a:gd name="T16" fmla="*/ 427 w 581"/>
                    <a:gd name="T17" fmla="*/ 898 h 902"/>
                    <a:gd name="T18" fmla="*/ 444 w 581"/>
                    <a:gd name="T19" fmla="*/ 831 h 902"/>
                    <a:gd name="T20" fmla="*/ 464 w 581"/>
                    <a:gd name="T21" fmla="*/ 749 h 902"/>
                    <a:gd name="T22" fmla="*/ 425 w 581"/>
                    <a:gd name="T23" fmla="*/ 688 h 902"/>
                    <a:gd name="T24" fmla="*/ 471 w 581"/>
                    <a:gd name="T25" fmla="*/ 643 h 902"/>
                    <a:gd name="T26" fmla="*/ 442 w 581"/>
                    <a:gd name="T27" fmla="*/ 616 h 902"/>
                    <a:gd name="T28" fmla="*/ 510 w 581"/>
                    <a:gd name="T29" fmla="*/ 586 h 902"/>
                    <a:gd name="T30" fmla="*/ 555 w 581"/>
                    <a:gd name="T31" fmla="*/ 563 h 902"/>
                    <a:gd name="T32" fmla="*/ 564 w 581"/>
                    <a:gd name="T33" fmla="*/ 614 h 902"/>
                    <a:gd name="T34" fmla="*/ 566 w 581"/>
                    <a:gd name="T35" fmla="*/ 569 h 902"/>
                    <a:gd name="T36" fmla="*/ 531 w 581"/>
                    <a:gd name="T37" fmla="*/ 524 h 902"/>
                    <a:gd name="T38" fmla="*/ 543 w 581"/>
                    <a:gd name="T39" fmla="*/ 460 h 902"/>
                    <a:gd name="T40" fmla="*/ 533 w 581"/>
                    <a:gd name="T41" fmla="*/ 395 h 902"/>
                    <a:gd name="T42" fmla="*/ 558 w 581"/>
                    <a:gd name="T43" fmla="*/ 343 h 902"/>
                    <a:gd name="T44" fmla="*/ 503 w 581"/>
                    <a:gd name="T45" fmla="*/ 350 h 902"/>
                    <a:gd name="T46" fmla="*/ 463 w 581"/>
                    <a:gd name="T47" fmla="*/ 350 h 902"/>
                    <a:gd name="T48" fmla="*/ 404 w 581"/>
                    <a:gd name="T49" fmla="*/ 297 h 902"/>
                    <a:gd name="T50" fmla="*/ 341 w 581"/>
                    <a:gd name="T51" fmla="*/ 300 h 902"/>
                    <a:gd name="T52" fmla="*/ 324 w 581"/>
                    <a:gd name="T53" fmla="*/ 252 h 902"/>
                    <a:gd name="T54" fmla="*/ 317 w 581"/>
                    <a:gd name="T55" fmla="*/ 200 h 902"/>
                    <a:gd name="T56" fmla="*/ 306 w 581"/>
                    <a:gd name="T57" fmla="*/ 153 h 902"/>
                    <a:gd name="T58" fmla="*/ 320 w 581"/>
                    <a:gd name="T59" fmla="*/ 97 h 902"/>
                    <a:gd name="T60" fmla="*/ 381 w 581"/>
                    <a:gd name="T61" fmla="*/ 47 h 902"/>
                    <a:gd name="T62" fmla="*/ 342 w 581"/>
                    <a:gd name="T63" fmla="*/ 45 h 902"/>
                    <a:gd name="T64" fmla="*/ 271 w 581"/>
                    <a:gd name="T65" fmla="*/ 74 h 902"/>
                    <a:gd name="T66" fmla="*/ 239 w 581"/>
                    <a:gd name="T67" fmla="*/ 101 h 902"/>
                    <a:gd name="T68" fmla="*/ 207 w 581"/>
                    <a:gd name="T69" fmla="*/ 94 h 902"/>
                    <a:gd name="T70" fmla="*/ 177 w 581"/>
                    <a:gd name="T71" fmla="*/ 155 h 902"/>
                    <a:gd name="T72" fmla="*/ 147 w 581"/>
                    <a:gd name="T73" fmla="*/ 198 h 902"/>
                    <a:gd name="T74" fmla="*/ 123 w 581"/>
                    <a:gd name="T75" fmla="*/ 229 h 902"/>
                    <a:gd name="T76" fmla="*/ 93 w 581"/>
                    <a:gd name="T77" fmla="*/ 215 h 902"/>
                    <a:gd name="T78" fmla="*/ 92 w 581"/>
                    <a:gd name="T79" fmla="*/ 267 h 902"/>
                    <a:gd name="T80" fmla="*/ 74 w 581"/>
                    <a:gd name="T81" fmla="*/ 301 h 902"/>
                    <a:gd name="T82" fmla="*/ 77 w 581"/>
                    <a:gd name="T83" fmla="*/ 338 h 902"/>
                    <a:gd name="T84" fmla="*/ 77 w 581"/>
                    <a:gd name="T85" fmla="*/ 378 h 902"/>
                    <a:gd name="T86" fmla="*/ 74 w 581"/>
                    <a:gd name="T87" fmla="*/ 454 h 902"/>
                    <a:gd name="T88" fmla="*/ 74 w 581"/>
                    <a:gd name="T89" fmla="*/ 522 h 902"/>
                    <a:gd name="T90" fmla="*/ 26 w 581"/>
                    <a:gd name="T91" fmla="*/ 580 h 902"/>
                    <a:gd name="T92" fmla="*/ 23 w 581"/>
                    <a:gd name="T93" fmla="*/ 614 h 9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81" h="902">
                      <a:moveTo>
                        <a:pt x="23" y="614"/>
                      </a:moveTo>
                      <a:cubicBezTo>
                        <a:pt x="34" y="620"/>
                        <a:pt x="42" y="632"/>
                        <a:pt x="42" y="632"/>
                      </a:cubicBezTo>
                      <a:cubicBezTo>
                        <a:pt x="42" y="632"/>
                        <a:pt x="55" y="627"/>
                        <a:pt x="65" y="635"/>
                      </a:cubicBezTo>
                      <a:cubicBezTo>
                        <a:pt x="75" y="643"/>
                        <a:pt x="68" y="650"/>
                        <a:pt x="77" y="656"/>
                      </a:cubicBezTo>
                      <a:cubicBezTo>
                        <a:pt x="86" y="662"/>
                        <a:pt x="97" y="657"/>
                        <a:pt x="97" y="657"/>
                      </a:cubicBezTo>
                      <a:cubicBezTo>
                        <a:pt x="97" y="657"/>
                        <a:pt x="113" y="667"/>
                        <a:pt x="120" y="665"/>
                      </a:cubicBezTo>
                      <a:cubicBezTo>
                        <a:pt x="127" y="663"/>
                        <a:pt x="115" y="650"/>
                        <a:pt x="132" y="653"/>
                      </a:cubicBezTo>
                      <a:cubicBezTo>
                        <a:pt x="149" y="656"/>
                        <a:pt x="141" y="674"/>
                        <a:pt x="154" y="675"/>
                      </a:cubicBezTo>
                      <a:cubicBezTo>
                        <a:pt x="166" y="676"/>
                        <a:pt x="178" y="676"/>
                        <a:pt x="185" y="680"/>
                      </a:cubicBezTo>
                      <a:cubicBezTo>
                        <a:pt x="192" y="684"/>
                        <a:pt x="222" y="708"/>
                        <a:pt x="222" y="708"/>
                      </a:cubicBezTo>
                      <a:cubicBezTo>
                        <a:pt x="230" y="732"/>
                        <a:pt x="230" y="732"/>
                        <a:pt x="230" y="732"/>
                      </a:cubicBezTo>
                      <a:cubicBezTo>
                        <a:pt x="238" y="732"/>
                        <a:pt x="238" y="732"/>
                        <a:pt x="238" y="732"/>
                      </a:cubicBezTo>
                      <a:cubicBezTo>
                        <a:pt x="249" y="745"/>
                        <a:pt x="249" y="745"/>
                        <a:pt x="249" y="745"/>
                      </a:cubicBezTo>
                      <a:cubicBezTo>
                        <a:pt x="249" y="745"/>
                        <a:pt x="257" y="742"/>
                        <a:pt x="259" y="748"/>
                      </a:cubicBezTo>
                      <a:cubicBezTo>
                        <a:pt x="262" y="754"/>
                        <a:pt x="264" y="772"/>
                        <a:pt x="264" y="772"/>
                      </a:cubicBezTo>
                      <a:cubicBezTo>
                        <a:pt x="264" y="772"/>
                        <a:pt x="282" y="773"/>
                        <a:pt x="283" y="781"/>
                      </a:cubicBezTo>
                      <a:cubicBezTo>
                        <a:pt x="284" y="788"/>
                        <a:pt x="269" y="803"/>
                        <a:pt x="288" y="808"/>
                      </a:cubicBezTo>
                      <a:cubicBezTo>
                        <a:pt x="307" y="813"/>
                        <a:pt x="329" y="813"/>
                        <a:pt x="329" y="813"/>
                      </a:cubicBezTo>
                      <a:cubicBezTo>
                        <a:pt x="329" y="813"/>
                        <a:pt x="330" y="792"/>
                        <a:pt x="344" y="795"/>
                      </a:cubicBezTo>
                      <a:cubicBezTo>
                        <a:pt x="358" y="798"/>
                        <a:pt x="359" y="805"/>
                        <a:pt x="367" y="805"/>
                      </a:cubicBezTo>
                      <a:cubicBezTo>
                        <a:pt x="376" y="805"/>
                        <a:pt x="384" y="796"/>
                        <a:pt x="388" y="797"/>
                      </a:cubicBezTo>
                      <a:cubicBezTo>
                        <a:pt x="392" y="798"/>
                        <a:pt x="400" y="810"/>
                        <a:pt x="400" y="810"/>
                      </a:cubicBezTo>
                      <a:cubicBezTo>
                        <a:pt x="400" y="810"/>
                        <a:pt x="428" y="809"/>
                        <a:pt x="428" y="823"/>
                      </a:cubicBezTo>
                      <a:cubicBezTo>
                        <a:pt x="428" y="838"/>
                        <a:pt x="420" y="846"/>
                        <a:pt x="415" y="846"/>
                      </a:cubicBezTo>
                      <a:cubicBezTo>
                        <a:pt x="410" y="846"/>
                        <a:pt x="401" y="876"/>
                        <a:pt x="404" y="881"/>
                      </a:cubicBezTo>
                      <a:cubicBezTo>
                        <a:pt x="407" y="887"/>
                        <a:pt x="421" y="882"/>
                        <a:pt x="421" y="882"/>
                      </a:cubicBezTo>
                      <a:cubicBezTo>
                        <a:pt x="427" y="898"/>
                        <a:pt x="427" y="898"/>
                        <a:pt x="427" y="898"/>
                      </a:cubicBezTo>
                      <a:cubicBezTo>
                        <a:pt x="438" y="902"/>
                        <a:pt x="438" y="902"/>
                        <a:pt x="438" y="902"/>
                      </a:cubicBezTo>
                      <a:cubicBezTo>
                        <a:pt x="441" y="893"/>
                        <a:pt x="442" y="881"/>
                        <a:pt x="442" y="881"/>
                      </a:cubicBezTo>
                      <a:cubicBezTo>
                        <a:pt x="444" y="831"/>
                        <a:pt x="444" y="831"/>
                        <a:pt x="444" y="831"/>
                      </a:cubicBezTo>
                      <a:cubicBezTo>
                        <a:pt x="455" y="801"/>
                        <a:pt x="455" y="801"/>
                        <a:pt x="455" y="801"/>
                      </a:cubicBezTo>
                      <a:cubicBezTo>
                        <a:pt x="453" y="767"/>
                        <a:pt x="453" y="767"/>
                        <a:pt x="453" y="767"/>
                      </a:cubicBezTo>
                      <a:cubicBezTo>
                        <a:pt x="453" y="767"/>
                        <a:pt x="463" y="756"/>
                        <a:pt x="464" y="749"/>
                      </a:cubicBezTo>
                      <a:cubicBezTo>
                        <a:pt x="465" y="742"/>
                        <a:pt x="451" y="727"/>
                        <a:pt x="451" y="727"/>
                      </a:cubicBezTo>
                      <a:cubicBezTo>
                        <a:pt x="451" y="727"/>
                        <a:pt x="450" y="715"/>
                        <a:pt x="448" y="706"/>
                      </a:cubicBezTo>
                      <a:cubicBezTo>
                        <a:pt x="446" y="697"/>
                        <a:pt x="425" y="688"/>
                        <a:pt x="425" y="688"/>
                      </a:cubicBezTo>
                      <a:cubicBezTo>
                        <a:pt x="427" y="646"/>
                        <a:pt x="427" y="646"/>
                        <a:pt x="427" y="646"/>
                      </a:cubicBezTo>
                      <a:cubicBezTo>
                        <a:pt x="449" y="641"/>
                        <a:pt x="449" y="641"/>
                        <a:pt x="449" y="641"/>
                      </a:cubicBezTo>
                      <a:cubicBezTo>
                        <a:pt x="449" y="641"/>
                        <a:pt x="458" y="645"/>
                        <a:pt x="471" y="643"/>
                      </a:cubicBezTo>
                      <a:cubicBezTo>
                        <a:pt x="484" y="641"/>
                        <a:pt x="465" y="621"/>
                        <a:pt x="465" y="621"/>
                      </a:cubicBezTo>
                      <a:cubicBezTo>
                        <a:pt x="458" y="623"/>
                        <a:pt x="458" y="623"/>
                        <a:pt x="458" y="623"/>
                      </a:cubicBezTo>
                      <a:cubicBezTo>
                        <a:pt x="442" y="616"/>
                        <a:pt x="442" y="616"/>
                        <a:pt x="442" y="616"/>
                      </a:cubicBezTo>
                      <a:cubicBezTo>
                        <a:pt x="442" y="616"/>
                        <a:pt x="434" y="587"/>
                        <a:pt x="443" y="582"/>
                      </a:cubicBezTo>
                      <a:cubicBezTo>
                        <a:pt x="452" y="577"/>
                        <a:pt x="466" y="590"/>
                        <a:pt x="466" y="590"/>
                      </a:cubicBezTo>
                      <a:cubicBezTo>
                        <a:pt x="510" y="586"/>
                        <a:pt x="510" y="586"/>
                        <a:pt x="510" y="586"/>
                      </a:cubicBezTo>
                      <a:cubicBezTo>
                        <a:pt x="510" y="586"/>
                        <a:pt x="510" y="569"/>
                        <a:pt x="516" y="569"/>
                      </a:cubicBezTo>
                      <a:cubicBezTo>
                        <a:pt x="522" y="569"/>
                        <a:pt x="527" y="585"/>
                        <a:pt x="533" y="584"/>
                      </a:cubicBezTo>
                      <a:cubicBezTo>
                        <a:pt x="539" y="583"/>
                        <a:pt x="548" y="560"/>
                        <a:pt x="555" y="563"/>
                      </a:cubicBezTo>
                      <a:cubicBezTo>
                        <a:pt x="562" y="566"/>
                        <a:pt x="557" y="573"/>
                        <a:pt x="557" y="573"/>
                      </a:cubicBezTo>
                      <a:cubicBezTo>
                        <a:pt x="557" y="573"/>
                        <a:pt x="560" y="574"/>
                        <a:pt x="562" y="580"/>
                      </a:cubicBezTo>
                      <a:cubicBezTo>
                        <a:pt x="564" y="586"/>
                        <a:pt x="564" y="614"/>
                        <a:pt x="564" y="614"/>
                      </a:cubicBezTo>
                      <a:cubicBezTo>
                        <a:pt x="581" y="614"/>
                        <a:pt x="581" y="614"/>
                        <a:pt x="581" y="614"/>
                      </a:cubicBezTo>
                      <a:cubicBezTo>
                        <a:pt x="581" y="614"/>
                        <a:pt x="575" y="605"/>
                        <a:pt x="576" y="600"/>
                      </a:cubicBezTo>
                      <a:cubicBezTo>
                        <a:pt x="577" y="595"/>
                        <a:pt x="566" y="569"/>
                        <a:pt x="566" y="569"/>
                      </a:cubicBezTo>
                      <a:cubicBezTo>
                        <a:pt x="566" y="569"/>
                        <a:pt x="563" y="549"/>
                        <a:pt x="563" y="545"/>
                      </a:cubicBezTo>
                      <a:cubicBezTo>
                        <a:pt x="563" y="541"/>
                        <a:pt x="541" y="527"/>
                        <a:pt x="541" y="527"/>
                      </a:cubicBezTo>
                      <a:cubicBezTo>
                        <a:pt x="531" y="524"/>
                        <a:pt x="531" y="524"/>
                        <a:pt x="531" y="524"/>
                      </a:cubicBezTo>
                      <a:cubicBezTo>
                        <a:pt x="531" y="524"/>
                        <a:pt x="560" y="506"/>
                        <a:pt x="560" y="496"/>
                      </a:cubicBezTo>
                      <a:cubicBezTo>
                        <a:pt x="560" y="486"/>
                        <a:pt x="544" y="472"/>
                        <a:pt x="544" y="472"/>
                      </a:cubicBezTo>
                      <a:cubicBezTo>
                        <a:pt x="544" y="472"/>
                        <a:pt x="543" y="463"/>
                        <a:pt x="543" y="460"/>
                      </a:cubicBezTo>
                      <a:cubicBezTo>
                        <a:pt x="543" y="457"/>
                        <a:pt x="534" y="453"/>
                        <a:pt x="534" y="453"/>
                      </a:cubicBezTo>
                      <a:cubicBezTo>
                        <a:pt x="534" y="453"/>
                        <a:pt x="536" y="430"/>
                        <a:pt x="536" y="424"/>
                      </a:cubicBezTo>
                      <a:cubicBezTo>
                        <a:pt x="536" y="418"/>
                        <a:pt x="534" y="400"/>
                        <a:pt x="533" y="395"/>
                      </a:cubicBezTo>
                      <a:cubicBezTo>
                        <a:pt x="532" y="390"/>
                        <a:pt x="542" y="385"/>
                        <a:pt x="545" y="382"/>
                      </a:cubicBezTo>
                      <a:cubicBezTo>
                        <a:pt x="548" y="379"/>
                        <a:pt x="547" y="364"/>
                        <a:pt x="547" y="364"/>
                      </a:cubicBezTo>
                      <a:cubicBezTo>
                        <a:pt x="547" y="364"/>
                        <a:pt x="564" y="356"/>
                        <a:pt x="558" y="343"/>
                      </a:cubicBezTo>
                      <a:cubicBezTo>
                        <a:pt x="552" y="331"/>
                        <a:pt x="533" y="346"/>
                        <a:pt x="533" y="346"/>
                      </a:cubicBezTo>
                      <a:cubicBezTo>
                        <a:pt x="514" y="344"/>
                        <a:pt x="514" y="344"/>
                        <a:pt x="514" y="344"/>
                      </a:cubicBezTo>
                      <a:cubicBezTo>
                        <a:pt x="514" y="344"/>
                        <a:pt x="511" y="351"/>
                        <a:pt x="503" y="350"/>
                      </a:cubicBezTo>
                      <a:cubicBezTo>
                        <a:pt x="495" y="349"/>
                        <a:pt x="493" y="342"/>
                        <a:pt x="485" y="342"/>
                      </a:cubicBezTo>
                      <a:cubicBezTo>
                        <a:pt x="477" y="342"/>
                        <a:pt x="479" y="349"/>
                        <a:pt x="479" y="349"/>
                      </a:cubicBezTo>
                      <a:cubicBezTo>
                        <a:pt x="479" y="349"/>
                        <a:pt x="471" y="352"/>
                        <a:pt x="463" y="350"/>
                      </a:cubicBezTo>
                      <a:cubicBezTo>
                        <a:pt x="455" y="347"/>
                        <a:pt x="436" y="305"/>
                        <a:pt x="436" y="305"/>
                      </a:cubicBezTo>
                      <a:cubicBezTo>
                        <a:pt x="418" y="304"/>
                        <a:pt x="418" y="304"/>
                        <a:pt x="418" y="304"/>
                      </a:cubicBezTo>
                      <a:cubicBezTo>
                        <a:pt x="418" y="304"/>
                        <a:pt x="409" y="297"/>
                        <a:pt x="404" y="297"/>
                      </a:cubicBezTo>
                      <a:cubicBezTo>
                        <a:pt x="399" y="297"/>
                        <a:pt x="398" y="303"/>
                        <a:pt x="393" y="304"/>
                      </a:cubicBezTo>
                      <a:cubicBezTo>
                        <a:pt x="388" y="305"/>
                        <a:pt x="370" y="298"/>
                        <a:pt x="365" y="298"/>
                      </a:cubicBezTo>
                      <a:cubicBezTo>
                        <a:pt x="361" y="298"/>
                        <a:pt x="350" y="303"/>
                        <a:pt x="341" y="300"/>
                      </a:cubicBezTo>
                      <a:cubicBezTo>
                        <a:pt x="332" y="297"/>
                        <a:pt x="333" y="279"/>
                        <a:pt x="333" y="279"/>
                      </a:cubicBezTo>
                      <a:cubicBezTo>
                        <a:pt x="323" y="279"/>
                        <a:pt x="323" y="279"/>
                        <a:pt x="323" y="279"/>
                      </a:cubicBezTo>
                      <a:cubicBezTo>
                        <a:pt x="324" y="252"/>
                        <a:pt x="324" y="252"/>
                        <a:pt x="324" y="252"/>
                      </a:cubicBezTo>
                      <a:cubicBezTo>
                        <a:pt x="324" y="252"/>
                        <a:pt x="330" y="249"/>
                        <a:pt x="332" y="236"/>
                      </a:cubicBezTo>
                      <a:cubicBezTo>
                        <a:pt x="334" y="224"/>
                        <a:pt x="318" y="215"/>
                        <a:pt x="318" y="215"/>
                      </a:cubicBezTo>
                      <a:cubicBezTo>
                        <a:pt x="318" y="215"/>
                        <a:pt x="317" y="209"/>
                        <a:pt x="317" y="200"/>
                      </a:cubicBezTo>
                      <a:cubicBezTo>
                        <a:pt x="317" y="191"/>
                        <a:pt x="310" y="177"/>
                        <a:pt x="303" y="177"/>
                      </a:cubicBezTo>
                      <a:cubicBezTo>
                        <a:pt x="296" y="177"/>
                        <a:pt x="292" y="191"/>
                        <a:pt x="287" y="182"/>
                      </a:cubicBezTo>
                      <a:cubicBezTo>
                        <a:pt x="282" y="174"/>
                        <a:pt x="306" y="153"/>
                        <a:pt x="306" y="153"/>
                      </a:cubicBezTo>
                      <a:cubicBezTo>
                        <a:pt x="306" y="135"/>
                        <a:pt x="306" y="135"/>
                        <a:pt x="306" y="135"/>
                      </a:cubicBezTo>
                      <a:cubicBezTo>
                        <a:pt x="312" y="130"/>
                        <a:pt x="312" y="130"/>
                        <a:pt x="312" y="130"/>
                      </a:cubicBezTo>
                      <a:cubicBezTo>
                        <a:pt x="312" y="130"/>
                        <a:pt x="312" y="110"/>
                        <a:pt x="320" y="97"/>
                      </a:cubicBezTo>
                      <a:cubicBezTo>
                        <a:pt x="327" y="84"/>
                        <a:pt x="336" y="80"/>
                        <a:pt x="347" y="76"/>
                      </a:cubicBezTo>
                      <a:cubicBezTo>
                        <a:pt x="358" y="73"/>
                        <a:pt x="359" y="58"/>
                        <a:pt x="359" y="58"/>
                      </a:cubicBezTo>
                      <a:cubicBezTo>
                        <a:pt x="359" y="58"/>
                        <a:pt x="376" y="48"/>
                        <a:pt x="381" y="47"/>
                      </a:cubicBezTo>
                      <a:cubicBezTo>
                        <a:pt x="386" y="46"/>
                        <a:pt x="401" y="42"/>
                        <a:pt x="402" y="21"/>
                      </a:cubicBezTo>
                      <a:cubicBezTo>
                        <a:pt x="403" y="0"/>
                        <a:pt x="361" y="16"/>
                        <a:pt x="355" y="17"/>
                      </a:cubicBezTo>
                      <a:cubicBezTo>
                        <a:pt x="349" y="18"/>
                        <a:pt x="349" y="38"/>
                        <a:pt x="342" y="45"/>
                      </a:cubicBezTo>
                      <a:cubicBezTo>
                        <a:pt x="335" y="52"/>
                        <a:pt x="324" y="45"/>
                        <a:pt x="317" y="46"/>
                      </a:cubicBezTo>
                      <a:cubicBezTo>
                        <a:pt x="310" y="47"/>
                        <a:pt x="296" y="70"/>
                        <a:pt x="296" y="70"/>
                      </a:cubicBezTo>
                      <a:cubicBezTo>
                        <a:pt x="271" y="74"/>
                        <a:pt x="271" y="74"/>
                        <a:pt x="271" y="74"/>
                      </a:cubicBezTo>
                      <a:cubicBezTo>
                        <a:pt x="271" y="74"/>
                        <a:pt x="265" y="65"/>
                        <a:pt x="258" y="69"/>
                      </a:cubicBezTo>
                      <a:cubicBezTo>
                        <a:pt x="251" y="74"/>
                        <a:pt x="251" y="86"/>
                        <a:pt x="251" y="86"/>
                      </a:cubicBezTo>
                      <a:cubicBezTo>
                        <a:pt x="251" y="86"/>
                        <a:pt x="246" y="100"/>
                        <a:pt x="239" y="101"/>
                      </a:cubicBezTo>
                      <a:cubicBezTo>
                        <a:pt x="232" y="103"/>
                        <a:pt x="240" y="92"/>
                        <a:pt x="240" y="92"/>
                      </a:cubicBezTo>
                      <a:cubicBezTo>
                        <a:pt x="240" y="92"/>
                        <a:pt x="234" y="87"/>
                        <a:pt x="230" y="87"/>
                      </a:cubicBezTo>
                      <a:cubicBezTo>
                        <a:pt x="227" y="87"/>
                        <a:pt x="212" y="91"/>
                        <a:pt x="207" y="94"/>
                      </a:cubicBezTo>
                      <a:cubicBezTo>
                        <a:pt x="202" y="98"/>
                        <a:pt x="187" y="112"/>
                        <a:pt x="183" y="119"/>
                      </a:cubicBezTo>
                      <a:cubicBezTo>
                        <a:pt x="180" y="126"/>
                        <a:pt x="188" y="135"/>
                        <a:pt x="188" y="135"/>
                      </a:cubicBezTo>
                      <a:cubicBezTo>
                        <a:pt x="177" y="155"/>
                        <a:pt x="177" y="155"/>
                        <a:pt x="177" y="155"/>
                      </a:cubicBezTo>
                      <a:cubicBezTo>
                        <a:pt x="184" y="171"/>
                        <a:pt x="184" y="171"/>
                        <a:pt x="184" y="171"/>
                      </a:cubicBezTo>
                      <a:cubicBezTo>
                        <a:pt x="184" y="171"/>
                        <a:pt x="168" y="172"/>
                        <a:pt x="162" y="175"/>
                      </a:cubicBezTo>
                      <a:cubicBezTo>
                        <a:pt x="156" y="177"/>
                        <a:pt x="150" y="191"/>
                        <a:pt x="147" y="198"/>
                      </a:cubicBezTo>
                      <a:cubicBezTo>
                        <a:pt x="143" y="205"/>
                        <a:pt x="129" y="207"/>
                        <a:pt x="129" y="207"/>
                      </a:cubicBezTo>
                      <a:cubicBezTo>
                        <a:pt x="115" y="213"/>
                        <a:pt x="115" y="213"/>
                        <a:pt x="115" y="213"/>
                      </a:cubicBezTo>
                      <a:cubicBezTo>
                        <a:pt x="123" y="229"/>
                        <a:pt x="123" y="229"/>
                        <a:pt x="123" y="229"/>
                      </a:cubicBezTo>
                      <a:cubicBezTo>
                        <a:pt x="123" y="229"/>
                        <a:pt x="126" y="252"/>
                        <a:pt x="118" y="254"/>
                      </a:cubicBezTo>
                      <a:cubicBezTo>
                        <a:pt x="110" y="256"/>
                        <a:pt x="116" y="246"/>
                        <a:pt x="115" y="236"/>
                      </a:cubicBezTo>
                      <a:cubicBezTo>
                        <a:pt x="113" y="227"/>
                        <a:pt x="93" y="215"/>
                        <a:pt x="93" y="215"/>
                      </a:cubicBezTo>
                      <a:cubicBezTo>
                        <a:pt x="93" y="215"/>
                        <a:pt x="89" y="221"/>
                        <a:pt x="89" y="228"/>
                      </a:cubicBezTo>
                      <a:cubicBezTo>
                        <a:pt x="89" y="235"/>
                        <a:pt x="102" y="242"/>
                        <a:pt x="102" y="242"/>
                      </a:cubicBezTo>
                      <a:cubicBezTo>
                        <a:pt x="102" y="242"/>
                        <a:pt x="102" y="259"/>
                        <a:pt x="92" y="267"/>
                      </a:cubicBezTo>
                      <a:cubicBezTo>
                        <a:pt x="83" y="275"/>
                        <a:pt x="76" y="265"/>
                        <a:pt x="76" y="265"/>
                      </a:cubicBezTo>
                      <a:cubicBezTo>
                        <a:pt x="66" y="286"/>
                        <a:pt x="66" y="286"/>
                        <a:pt x="66" y="286"/>
                      </a:cubicBezTo>
                      <a:cubicBezTo>
                        <a:pt x="74" y="301"/>
                        <a:pt x="74" y="301"/>
                        <a:pt x="74" y="301"/>
                      </a:cubicBezTo>
                      <a:cubicBezTo>
                        <a:pt x="74" y="308"/>
                        <a:pt x="74" y="308"/>
                        <a:pt x="74" y="308"/>
                      </a:cubicBezTo>
                      <a:cubicBezTo>
                        <a:pt x="74" y="308"/>
                        <a:pt x="81" y="313"/>
                        <a:pt x="87" y="325"/>
                      </a:cubicBezTo>
                      <a:cubicBezTo>
                        <a:pt x="93" y="337"/>
                        <a:pt x="77" y="338"/>
                        <a:pt x="77" y="338"/>
                      </a:cubicBezTo>
                      <a:cubicBezTo>
                        <a:pt x="87" y="353"/>
                        <a:pt x="87" y="353"/>
                        <a:pt x="87" y="353"/>
                      </a:cubicBezTo>
                      <a:cubicBezTo>
                        <a:pt x="92" y="375"/>
                        <a:pt x="92" y="375"/>
                        <a:pt x="92" y="375"/>
                      </a:cubicBezTo>
                      <a:cubicBezTo>
                        <a:pt x="77" y="378"/>
                        <a:pt x="77" y="378"/>
                        <a:pt x="77" y="378"/>
                      </a:cubicBezTo>
                      <a:cubicBezTo>
                        <a:pt x="87" y="391"/>
                        <a:pt x="87" y="391"/>
                        <a:pt x="87" y="391"/>
                      </a:cubicBezTo>
                      <a:cubicBezTo>
                        <a:pt x="87" y="431"/>
                        <a:pt x="87" y="431"/>
                        <a:pt x="87" y="431"/>
                      </a:cubicBezTo>
                      <a:cubicBezTo>
                        <a:pt x="87" y="431"/>
                        <a:pt x="74" y="441"/>
                        <a:pt x="74" y="454"/>
                      </a:cubicBezTo>
                      <a:cubicBezTo>
                        <a:pt x="74" y="467"/>
                        <a:pt x="91" y="467"/>
                        <a:pt x="92" y="482"/>
                      </a:cubicBezTo>
                      <a:cubicBezTo>
                        <a:pt x="93" y="497"/>
                        <a:pt x="65" y="514"/>
                        <a:pt x="65" y="514"/>
                      </a:cubicBezTo>
                      <a:cubicBezTo>
                        <a:pt x="74" y="522"/>
                        <a:pt x="74" y="522"/>
                        <a:pt x="74" y="522"/>
                      </a:cubicBezTo>
                      <a:cubicBezTo>
                        <a:pt x="55" y="539"/>
                        <a:pt x="55" y="539"/>
                        <a:pt x="55" y="539"/>
                      </a:cubicBezTo>
                      <a:cubicBezTo>
                        <a:pt x="55" y="539"/>
                        <a:pt x="34" y="539"/>
                        <a:pt x="26" y="548"/>
                      </a:cubicBezTo>
                      <a:cubicBezTo>
                        <a:pt x="18" y="558"/>
                        <a:pt x="26" y="580"/>
                        <a:pt x="26" y="580"/>
                      </a:cubicBezTo>
                      <a:cubicBezTo>
                        <a:pt x="26" y="580"/>
                        <a:pt x="1" y="572"/>
                        <a:pt x="0" y="586"/>
                      </a:cubicBezTo>
                      <a:cubicBezTo>
                        <a:pt x="0" y="588"/>
                        <a:pt x="0" y="590"/>
                        <a:pt x="0" y="592"/>
                      </a:cubicBezTo>
                      <a:cubicBezTo>
                        <a:pt x="5" y="598"/>
                        <a:pt x="15" y="611"/>
                        <a:pt x="23" y="61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7" name="Freeform 203"/>
                <p:cNvSpPr>
                  <a:spLocks/>
                </p:cNvSpPr>
                <p:nvPr/>
              </p:nvSpPr>
              <p:spPr bwMode="gray">
                <a:xfrm>
                  <a:off x="-13321" y="-7537"/>
                  <a:ext cx="961" cy="1068"/>
                </a:xfrm>
                <a:custGeom>
                  <a:avLst/>
                  <a:gdLst>
                    <a:gd name="T0" fmla="*/ 326 w 407"/>
                    <a:gd name="T1" fmla="*/ 441 h 452"/>
                    <a:gd name="T2" fmla="*/ 333 w 407"/>
                    <a:gd name="T3" fmla="*/ 452 h 452"/>
                    <a:gd name="T4" fmla="*/ 342 w 407"/>
                    <a:gd name="T5" fmla="*/ 435 h 452"/>
                    <a:gd name="T6" fmla="*/ 356 w 407"/>
                    <a:gd name="T7" fmla="*/ 439 h 452"/>
                    <a:gd name="T8" fmla="*/ 369 w 407"/>
                    <a:gd name="T9" fmla="*/ 415 h 452"/>
                    <a:gd name="T10" fmla="*/ 399 w 407"/>
                    <a:gd name="T11" fmla="*/ 390 h 452"/>
                    <a:gd name="T12" fmla="*/ 399 w 407"/>
                    <a:gd name="T13" fmla="*/ 344 h 452"/>
                    <a:gd name="T14" fmla="*/ 396 w 407"/>
                    <a:gd name="T15" fmla="*/ 331 h 452"/>
                    <a:gd name="T16" fmla="*/ 399 w 407"/>
                    <a:gd name="T17" fmla="*/ 311 h 452"/>
                    <a:gd name="T18" fmla="*/ 405 w 407"/>
                    <a:gd name="T19" fmla="*/ 276 h 452"/>
                    <a:gd name="T20" fmla="*/ 388 w 407"/>
                    <a:gd name="T21" fmla="*/ 244 h 452"/>
                    <a:gd name="T22" fmla="*/ 358 w 407"/>
                    <a:gd name="T23" fmla="*/ 254 h 452"/>
                    <a:gd name="T24" fmla="*/ 338 w 407"/>
                    <a:gd name="T25" fmla="*/ 211 h 452"/>
                    <a:gd name="T26" fmla="*/ 333 w 407"/>
                    <a:gd name="T27" fmla="*/ 166 h 452"/>
                    <a:gd name="T28" fmla="*/ 296 w 407"/>
                    <a:gd name="T29" fmla="*/ 161 h 452"/>
                    <a:gd name="T30" fmla="*/ 221 w 407"/>
                    <a:gd name="T31" fmla="*/ 148 h 452"/>
                    <a:gd name="T32" fmla="*/ 220 w 407"/>
                    <a:gd name="T33" fmla="*/ 94 h 452"/>
                    <a:gd name="T34" fmla="*/ 211 w 407"/>
                    <a:gd name="T35" fmla="*/ 86 h 452"/>
                    <a:gd name="T36" fmla="*/ 211 w 407"/>
                    <a:gd name="T37" fmla="*/ 66 h 452"/>
                    <a:gd name="T38" fmla="*/ 200 w 407"/>
                    <a:gd name="T39" fmla="*/ 51 h 452"/>
                    <a:gd name="T40" fmla="*/ 187 w 407"/>
                    <a:gd name="T41" fmla="*/ 28 h 452"/>
                    <a:gd name="T42" fmla="*/ 152 w 407"/>
                    <a:gd name="T43" fmla="*/ 0 h 452"/>
                    <a:gd name="T44" fmla="*/ 99 w 407"/>
                    <a:gd name="T45" fmla="*/ 9 h 452"/>
                    <a:gd name="T46" fmla="*/ 30 w 407"/>
                    <a:gd name="T47" fmla="*/ 21 h 452"/>
                    <a:gd name="T48" fmla="*/ 26 w 407"/>
                    <a:gd name="T49" fmla="*/ 40 h 452"/>
                    <a:gd name="T50" fmla="*/ 7 w 407"/>
                    <a:gd name="T51" fmla="*/ 56 h 452"/>
                    <a:gd name="T52" fmla="*/ 16 w 407"/>
                    <a:gd name="T53" fmla="*/ 89 h 452"/>
                    <a:gd name="T54" fmla="*/ 10 w 407"/>
                    <a:gd name="T55" fmla="*/ 163 h 452"/>
                    <a:gd name="T56" fmla="*/ 23 w 407"/>
                    <a:gd name="T57" fmla="*/ 175 h 452"/>
                    <a:gd name="T58" fmla="*/ 48 w 407"/>
                    <a:gd name="T59" fmla="*/ 209 h 452"/>
                    <a:gd name="T60" fmla="*/ 84 w 407"/>
                    <a:gd name="T61" fmla="*/ 231 h 452"/>
                    <a:gd name="T62" fmla="*/ 88 w 407"/>
                    <a:gd name="T63" fmla="*/ 245 h 452"/>
                    <a:gd name="T64" fmla="*/ 133 w 407"/>
                    <a:gd name="T65" fmla="*/ 261 h 452"/>
                    <a:gd name="T66" fmla="*/ 164 w 407"/>
                    <a:gd name="T67" fmla="*/ 277 h 452"/>
                    <a:gd name="T68" fmla="*/ 220 w 407"/>
                    <a:gd name="T69" fmla="*/ 306 h 452"/>
                    <a:gd name="T70" fmla="*/ 258 w 407"/>
                    <a:gd name="T71" fmla="*/ 322 h 452"/>
                    <a:gd name="T72" fmla="*/ 246 w 407"/>
                    <a:gd name="T73" fmla="*/ 347 h 452"/>
                    <a:gd name="T74" fmla="*/ 255 w 407"/>
                    <a:gd name="T75" fmla="*/ 362 h 452"/>
                    <a:gd name="T76" fmla="*/ 239 w 407"/>
                    <a:gd name="T77" fmla="*/ 369 h 452"/>
                    <a:gd name="T78" fmla="*/ 239 w 407"/>
                    <a:gd name="T79" fmla="*/ 391 h 452"/>
                    <a:gd name="T80" fmla="*/ 224 w 407"/>
                    <a:gd name="T81" fmla="*/ 425 h 452"/>
                    <a:gd name="T82" fmla="*/ 254 w 407"/>
                    <a:gd name="T83" fmla="*/ 425 h 452"/>
                    <a:gd name="T84" fmla="*/ 287 w 407"/>
                    <a:gd name="T85" fmla="*/ 439 h 452"/>
                    <a:gd name="T86" fmla="*/ 326 w 407"/>
                    <a:gd name="T87" fmla="*/ 441 h 4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7" h="452">
                      <a:moveTo>
                        <a:pt x="326" y="441"/>
                      </a:moveTo>
                      <a:cubicBezTo>
                        <a:pt x="333" y="452"/>
                        <a:pt x="333" y="452"/>
                        <a:pt x="333" y="452"/>
                      </a:cubicBezTo>
                      <a:cubicBezTo>
                        <a:pt x="333" y="452"/>
                        <a:pt x="333" y="433"/>
                        <a:pt x="342" y="435"/>
                      </a:cubicBezTo>
                      <a:cubicBezTo>
                        <a:pt x="351" y="437"/>
                        <a:pt x="352" y="446"/>
                        <a:pt x="356" y="439"/>
                      </a:cubicBezTo>
                      <a:cubicBezTo>
                        <a:pt x="360" y="432"/>
                        <a:pt x="362" y="415"/>
                        <a:pt x="369" y="415"/>
                      </a:cubicBezTo>
                      <a:cubicBezTo>
                        <a:pt x="376" y="415"/>
                        <a:pt x="397" y="401"/>
                        <a:pt x="399" y="390"/>
                      </a:cubicBezTo>
                      <a:cubicBezTo>
                        <a:pt x="401" y="379"/>
                        <a:pt x="399" y="344"/>
                        <a:pt x="399" y="344"/>
                      </a:cubicBezTo>
                      <a:cubicBezTo>
                        <a:pt x="396" y="331"/>
                        <a:pt x="396" y="331"/>
                        <a:pt x="396" y="331"/>
                      </a:cubicBezTo>
                      <a:cubicBezTo>
                        <a:pt x="396" y="331"/>
                        <a:pt x="397" y="316"/>
                        <a:pt x="399" y="311"/>
                      </a:cubicBezTo>
                      <a:cubicBezTo>
                        <a:pt x="401" y="306"/>
                        <a:pt x="403" y="296"/>
                        <a:pt x="405" y="276"/>
                      </a:cubicBezTo>
                      <a:cubicBezTo>
                        <a:pt x="407" y="256"/>
                        <a:pt x="403" y="248"/>
                        <a:pt x="388" y="244"/>
                      </a:cubicBezTo>
                      <a:cubicBezTo>
                        <a:pt x="373" y="240"/>
                        <a:pt x="369" y="256"/>
                        <a:pt x="358" y="254"/>
                      </a:cubicBezTo>
                      <a:cubicBezTo>
                        <a:pt x="347" y="252"/>
                        <a:pt x="343" y="231"/>
                        <a:pt x="338" y="211"/>
                      </a:cubicBezTo>
                      <a:cubicBezTo>
                        <a:pt x="333" y="191"/>
                        <a:pt x="337" y="174"/>
                        <a:pt x="333" y="166"/>
                      </a:cubicBezTo>
                      <a:cubicBezTo>
                        <a:pt x="329" y="158"/>
                        <a:pt x="311" y="158"/>
                        <a:pt x="296" y="161"/>
                      </a:cubicBezTo>
                      <a:cubicBezTo>
                        <a:pt x="281" y="164"/>
                        <a:pt x="237" y="157"/>
                        <a:pt x="221" y="148"/>
                      </a:cubicBezTo>
                      <a:cubicBezTo>
                        <a:pt x="205" y="139"/>
                        <a:pt x="220" y="103"/>
                        <a:pt x="220" y="94"/>
                      </a:cubicBezTo>
                      <a:cubicBezTo>
                        <a:pt x="220" y="85"/>
                        <a:pt x="215" y="90"/>
                        <a:pt x="211" y="86"/>
                      </a:cubicBezTo>
                      <a:cubicBezTo>
                        <a:pt x="207" y="82"/>
                        <a:pt x="213" y="73"/>
                        <a:pt x="211" y="66"/>
                      </a:cubicBezTo>
                      <a:cubicBezTo>
                        <a:pt x="209" y="59"/>
                        <a:pt x="200" y="57"/>
                        <a:pt x="200" y="51"/>
                      </a:cubicBezTo>
                      <a:cubicBezTo>
                        <a:pt x="187" y="28"/>
                        <a:pt x="187" y="28"/>
                        <a:pt x="187" y="28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99" y="9"/>
                        <a:pt x="99" y="9"/>
                        <a:pt x="99" y="9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14" y="52"/>
                        <a:pt x="7" y="56"/>
                      </a:cubicBezTo>
                      <a:cubicBezTo>
                        <a:pt x="0" y="60"/>
                        <a:pt x="15" y="82"/>
                        <a:pt x="16" y="89"/>
                      </a:cubicBezTo>
                      <a:cubicBezTo>
                        <a:pt x="18" y="95"/>
                        <a:pt x="10" y="163"/>
                        <a:pt x="10" y="163"/>
                      </a:cubicBezTo>
                      <a:cubicBezTo>
                        <a:pt x="23" y="175"/>
                        <a:pt x="23" y="175"/>
                        <a:pt x="23" y="175"/>
                      </a:cubicBezTo>
                      <a:cubicBezTo>
                        <a:pt x="23" y="175"/>
                        <a:pt x="39" y="204"/>
                        <a:pt x="48" y="209"/>
                      </a:cubicBezTo>
                      <a:cubicBezTo>
                        <a:pt x="57" y="214"/>
                        <a:pt x="84" y="231"/>
                        <a:pt x="84" y="231"/>
                      </a:cubicBezTo>
                      <a:cubicBezTo>
                        <a:pt x="88" y="245"/>
                        <a:pt x="88" y="245"/>
                        <a:pt x="88" y="245"/>
                      </a:cubicBezTo>
                      <a:cubicBezTo>
                        <a:pt x="88" y="245"/>
                        <a:pt x="123" y="265"/>
                        <a:pt x="133" y="261"/>
                      </a:cubicBezTo>
                      <a:cubicBezTo>
                        <a:pt x="143" y="257"/>
                        <a:pt x="164" y="277"/>
                        <a:pt x="164" y="277"/>
                      </a:cubicBezTo>
                      <a:cubicBezTo>
                        <a:pt x="164" y="277"/>
                        <a:pt x="214" y="305"/>
                        <a:pt x="220" y="306"/>
                      </a:cubicBezTo>
                      <a:cubicBezTo>
                        <a:pt x="226" y="307"/>
                        <a:pt x="260" y="314"/>
                        <a:pt x="258" y="322"/>
                      </a:cubicBezTo>
                      <a:cubicBezTo>
                        <a:pt x="256" y="330"/>
                        <a:pt x="246" y="347"/>
                        <a:pt x="246" y="347"/>
                      </a:cubicBezTo>
                      <a:cubicBezTo>
                        <a:pt x="246" y="347"/>
                        <a:pt x="259" y="355"/>
                        <a:pt x="255" y="362"/>
                      </a:cubicBezTo>
                      <a:cubicBezTo>
                        <a:pt x="251" y="369"/>
                        <a:pt x="239" y="369"/>
                        <a:pt x="239" y="369"/>
                      </a:cubicBezTo>
                      <a:cubicBezTo>
                        <a:pt x="239" y="391"/>
                        <a:pt x="239" y="391"/>
                        <a:pt x="239" y="391"/>
                      </a:cubicBezTo>
                      <a:cubicBezTo>
                        <a:pt x="239" y="391"/>
                        <a:pt x="219" y="418"/>
                        <a:pt x="224" y="425"/>
                      </a:cubicBezTo>
                      <a:cubicBezTo>
                        <a:pt x="229" y="432"/>
                        <a:pt x="245" y="422"/>
                        <a:pt x="254" y="425"/>
                      </a:cubicBezTo>
                      <a:cubicBezTo>
                        <a:pt x="263" y="428"/>
                        <a:pt x="270" y="435"/>
                        <a:pt x="287" y="439"/>
                      </a:cubicBezTo>
                      <a:cubicBezTo>
                        <a:pt x="304" y="443"/>
                        <a:pt x="326" y="441"/>
                        <a:pt x="326" y="44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8" name="Freeform 204"/>
                <p:cNvSpPr>
                  <a:spLocks/>
                </p:cNvSpPr>
                <p:nvPr/>
              </p:nvSpPr>
              <p:spPr bwMode="gray">
                <a:xfrm>
                  <a:off x="-12645" y="-6162"/>
                  <a:ext cx="581" cy="609"/>
                </a:xfrm>
                <a:custGeom>
                  <a:avLst/>
                  <a:gdLst>
                    <a:gd name="T0" fmla="*/ 92 w 246"/>
                    <a:gd name="T1" fmla="*/ 249 h 258"/>
                    <a:gd name="T2" fmla="*/ 152 w 246"/>
                    <a:gd name="T3" fmla="*/ 253 h 258"/>
                    <a:gd name="T4" fmla="*/ 220 w 246"/>
                    <a:gd name="T5" fmla="*/ 244 h 258"/>
                    <a:gd name="T6" fmla="*/ 243 w 246"/>
                    <a:gd name="T7" fmla="*/ 196 h 258"/>
                    <a:gd name="T8" fmla="*/ 233 w 246"/>
                    <a:gd name="T9" fmla="*/ 197 h 258"/>
                    <a:gd name="T10" fmla="*/ 234 w 246"/>
                    <a:gd name="T11" fmla="*/ 176 h 258"/>
                    <a:gd name="T12" fmla="*/ 227 w 246"/>
                    <a:gd name="T13" fmla="*/ 169 h 258"/>
                    <a:gd name="T14" fmla="*/ 241 w 246"/>
                    <a:gd name="T15" fmla="*/ 140 h 258"/>
                    <a:gd name="T16" fmla="*/ 219 w 246"/>
                    <a:gd name="T17" fmla="*/ 127 h 258"/>
                    <a:gd name="T18" fmla="*/ 201 w 246"/>
                    <a:gd name="T19" fmla="*/ 98 h 258"/>
                    <a:gd name="T20" fmla="*/ 182 w 246"/>
                    <a:gd name="T21" fmla="*/ 95 h 258"/>
                    <a:gd name="T22" fmla="*/ 164 w 246"/>
                    <a:gd name="T23" fmla="*/ 76 h 258"/>
                    <a:gd name="T24" fmla="*/ 152 w 246"/>
                    <a:gd name="T25" fmla="*/ 67 h 258"/>
                    <a:gd name="T26" fmla="*/ 140 w 246"/>
                    <a:gd name="T27" fmla="*/ 65 h 258"/>
                    <a:gd name="T28" fmla="*/ 116 w 246"/>
                    <a:gd name="T29" fmla="*/ 43 h 258"/>
                    <a:gd name="T30" fmla="*/ 101 w 246"/>
                    <a:gd name="T31" fmla="*/ 54 h 258"/>
                    <a:gd name="T32" fmla="*/ 85 w 246"/>
                    <a:gd name="T33" fmla="*/ 31 h 258"/>
                    <a:gd name="T34" fmla="*/ 48 w 246"/>
                    <a:gd name="T35" fmla="*/ 2 h 258"/>
                    <a:gd name="T36" fmla="*/ 30 w 246"/>
                    <a:gd name="T37" fmla="*/ 10 h 258"/>
                    <a:gd name="T38" fmla="*/ 14 w 246"/>
                    <a:gd name="T39" fmla="*/ 9 h 258"/>
                    <a:gd name="T40" fmla="*/ 0 w 246"/>
                    <a:gd name="T41" fmla="*/ 24 h 258"/>
                    <a:gd name="T42" fmla="*/ 21 w 246"/>
                    <a:gd name="T43" fmla="*/ 41 h 258"/>
                    <a:gd name="T44" fmla="*/ 3 w 246"/>
                    <a:gd name="T45" fmla="*/ 48 h 258"/>
                    <a:gd name="T46" fmla="*/ 3 w 246"/>
                    <a:gd name="T47" fmla="*/ 75 h 258"/>
                    <a:gd name="T48" fmla="*/ 20 w 246"/>
                    <a:gd name="T49" fmla="*/ 85 h 258"/>
                    <a:gd name="T50" fmla="*/ 2 w 246"/>
                    <a:gd name="T51" fmla="*/ 93 h 258"/>
                    <a:gd name="T52" fmla="*/ 16 w 246"/>
                    <a:gd name="T53" fmla="*/ 114 h 258"/>
                    <a:gd name="T54" fmla="*/ 9 w 246"/>
                    <a:gd name="T55" fmla="*/ 124 h 258"/>
                    <a:gd name="T56" fmla="*/ 28 w 246"/>
                    <a:gd name="T57" fmla="*/ 152 h 258"/>
                    <a:gd name="T58" fmla="*/ 4 w 246"/>
                    <a:gd name="T59" fmla="*/ 158 h 258"/>
                    <a:gd name="T60" fmla="*/ 4 w 246"/>
                    <a:gd name="T61" fmla="*/ 190 h 258"/>
                    <a:gd name="T62" fmla="*/ 24 w 246"/>
                    <a:gd name="T63" fmla="*/ 215 h 258"/>
                    <a:gd name="T64" fmla="*/ 51 w 246"/>
                    <a:gd name="T65" fmla="*/ 234 h 258"/>
                    <a:gd name="T66" fmla="*/ 58 w 246"/>
                    <a:gd name="T67" fmla="*/ 238 h 258"/>
                    <a:gd name="T68" fmla="*/ 85 w 246"/>
                    <a:gd name="T69" fmla="*/ 238 h 258"/>
                    <a:gd name="T70" fmla="*/ 92 w 246"/>
                    <a:gd name="T71" fmla="*/ 249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46" h="258">
                      <a:moveTo>
                        <a:pt x="92" y="249"/>
                      </a:moveTo>
                      <a:cubicBezTo>
                        <a:pt x="92" y="249"/>
                        <a:pt x="119" y="248"/>
                        <a:pt x="152" y="253"/>
                      </a:cubicBezTo>
                      <a:cubicBezTo>
                        <a:pt x="185" y="258"/>
                        <a:pt x="204" y="257"/>
                        <a:pt x="220" y="244"/>
                      </a:cubicBezTo>
                      <a:cubicBezTo>
                        <a:pt x="234" y="233"/>
                        <a:pt x="241" y="203"/>
                        <a:pt x="243" y="196"/>
                      </a:cubicBezTo>
                      <a:cubicBezTo>
                        <a:pt x="233" y="197"/>
                        <a:pt x="233" y="197"/>
                        <a:pt x="233" y="197"/>
                      </a:cubicBezTo>
                      <a:cubicBezTo>
                        <a:pt x="234" y="176"/>
                        <a:pt x="234" y="176"/>
                        <a:pt x="234" y="176"/>
                      </a:cubicBezTo>
                      <a:cubicBezTo>
                        <a:pt x="234" y="176"/>
                        <a:pt x="228" y="176"/>
                        <a:pt x="227" y="169"/>
                      </a:cubicBezTo>
                      <a:cubicBezTo>
                        <a:pt x="226" y="162"/>
                        <a:pt x="236" y="149"/>
                        <a:pt x="241" y="140"/>
                      </a:cubicBezTo>
                      <a:cubicBezTo>
                        <a:pt x="246" y="131"/>
                        <a:pt x="227" y="132"/>
                        <a:pt x="219" y="127"/>
                      </a:cubicBezTo>
                      <a:cubicBezTo>
                        <a:pt x="211" y="122"/>
                        <a:pt x="201" y="98"/>
                        <a:pt x="201" y="98"/>
                      </a:cubicBezTo>
                      <a:cubicBezTo>
                        <a:pt x="201" y="98"/>
                        <a:pt x="194" y="99"/>
                        <a:pt x="182" y="95"/>
                      </a:cubicBezTo>
                      <a:cubicBezTo>
                        <a:pt x="170" y="91"/>
                        <a:pt x="168" y="78"/>
                        <a:pt x="164" y="76"/>
                      </a:cubicBezTo>
                      <a:cubicBezTo>
                        <a:pt x="160" y="74"/>
                        <a:pt x="152" y="67"/>
                        <a:pt x="152" y="67"/>
                      </a:cubicBezTo>
                      <a:cubicBezTo>
                        <a:pt x="152" y="67"/>
                        <a:pt x="145" y="68"/>
                        <a:pt x="140" y="65"/>
                      </a:cubicBezTo>
                      <a:cubicBezTo>
                        <a:pt x="135" y="62"/>
                        <a:pt x="126" y="46"/>
                        <a:pt x="116" y="43"/>
                      </a:cubicBezTo>
                      <a:cubicBezTo>
                        <a:pt x="106" y="40"/>
                        <a:pt x="107" y="54"/>
                        <a:pt x="101" y="54"/>
                      </a:cubicBezTo>
                      <a:cubicBezTo>
                        <a:pt x="95" y="54"/>
                        <a:pt x="85" y="31"/>
                        <a:pt x="85" y="31"/>
                      </a:cubicBezTo>
                      <a:cubicBezTo>
                        <a:pt x="85" y="31"/>
                        <a:pt x="60" y="4"/>
                        <a:pt x="48" y="2"/>
                      </a:cubicBezTo>
                      <a:cubicBezTo>
                        <a:pt x="36" y="0"/>
                        <a:pt x="30" y="10"/>
                        <a:pt x="30" y="10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0" y="20"/>
                        <a:pt x="0" y="24"/>
                      </a:cubicBezTo>
                      <a:cubicBezTo>
                        <a:pt x="0" y="28"/>
                        <a:pt x="21" y="41"/>
                        <a:pt x="21" y="41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3" y="75"/>
                        <a:pt x="3" y="75"/>
                        <a:pt x="3" y="75"/>
                      </a:cubicBezTo>
                      <a:cubicBezTo>
                        <a:pt x="20" y="85"/>
                        <a:pt x="20" y="85"/>
                        <a:pt x="20" y="85"/>
                      </a:cubicBezTo>
                      <a:cubicBezTo>
                        <a:pt x="20" y="85"/>
                        <a:pt x="1" y="84"/>
                        <a:pt x="2" y="93"/>
                      </a:cubicBezTo>
                      <a:cubicBezTo>
                        <a:pt x="3" y="102"/>
                        <a:pt x="16" y="114"/>
                        <a:pt x="16" y="114"/>
                      </a:cubicBezTo>
                      <a:cubicBezTo>
                        <a:pt x="9" y="124"/>
                        <a:pt x="9" y="124"/>
                        <a:pt x="9" y="124"/>
                      </a:cubicBezTo>
                      <a:cubicBezTo>
                        <a:pt x="9" y="124"/>
                        <a:pt x="29" y="147"/>
                        <a:pt x="28" y="152"/>
                      </a:cubicBezTo>
                      <a:cubicBezTo>
                        <a:pt x="27" y="157"/>
                        <a:pt x="4" y="158"/>
                        <a:pt x="4" y="158"/>
                      </a:cubicBezTo>
                      <a:cubicBezTo>
                        <a:pt x="4" y="190"/>
                        <a:pt x="4" y="190"/>
                        <a:pt x="4" y="190"/>
                      </a:cubicBezTo>
                      <a:cubicBezTo>
                        <a:pt x="24" y="215"/>
                        <a:pt x="24" y="215"/>
                        <a:pt x="24" y="215"/>
                      </a:cubicBezTo>
                      <a:cubicBezTo>
                        <a:pt x="32" y="209"/>
                        <a:pt x="46" y="227"/>
                        <a:pt x="51" y="234"/>
                      </a:cubicBezTo>
                      <a:cubicBezTo>
                        <a:pt x="58" y="238"/>
                        <a:pt x="58" y="238"/>
                        <a:pt x="58" y="238"/>
                      </a:cubicBezTo>
                      <a:cubicBezTo>
                        <a:pt x="85" y="238"/>
                        <a:pt x="85" y="238"/>
                        <a:pt x="85" y="238"/>
                      </a:cubicBezTo>
                      <a:lnTo>
                        <a:pt x="92" y="24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9" name="Freeform 205"/>
                <p:cNvSpPr>
                  <a:spLocks noEditPoints="1"/>
                </p:cNvSpPr>
                <p:nvPr/>
              </p:nvSpPr>
              <p:spPr bwMode="gray">
                <a:xfrm>
                  <a:off x="-13982" y="-7209"/>
                  <a:ext cx="1729" cy="3846"/>
                </a:xfrm>
                <a:custGeom>
                  <a:avLst/>
                  <a:gdLst>
                    <a:gd name="T0" fmla="*/ 659 w 732"/>
                    <a:gd name="T1" fmla="*/ 333 h 1628"/>
                    <a:gd name="T2" fmla="*/ 726 w 732"/>
                    <a:gd name="T3" fmla="*/ 284 h 1628"/>
                    <a:gd name="T4" fmla="*/ 679 w 732"/>
                    <a:gd name="T5" fmla="*/ 205 h 1628"/>
                    <a:gd name="T6" fmla="*/ 622 w 732"/>
                    <a:gd name="T7" fmla="*/ 296 h 1628"/>
                    <a:gd name="T8" fmla="*/ 534 w 732"/>
                    <a:gd name="T9" fmla="*/ 286 h 1628"/>
                    <a:gd name="T10" fmla="*/ 535 w 732"/>
                    <a:gd name="T11" fmla="*/ 223 h 1628"/>
                    <a:gd name="T12" fmla="*/ 444 w 732"/>
                    <a:gd name="T13" fmla="*/ 138 h 1628"/>
                    <a:gd name="T14" fmla="*/ 328 w 732"/>
                    <a:gd name="T15" fmla="*/ 70 h 1628"/>
                    <a:gd name="T16" fmla="*/ 216 w 732"/>
                    <a:gd name="T17" fmla="*/ 13 h 1628"/>
                    <a:gd name="T18" fmla="*/ 115 w 732"/>
                    <a:gd name="T19" fmla="*/ 0 h 1628"/>
                    <a:gd name="T20" fmla="*/ 81 w 732"/>
                    <a:gd name="T21" fmla="*/ 32 h 1628"/>
                    <a:gd name="T22" fmla="*/ 82 w 732"/>
                    <a:gd name="T23" fmla="*/ 63 h 1628"/>
                    <a:gd name="T24" fmla="*/ 27 w 732"/>
                    <a:gd name="T25" fmla="*/ 199 h 1628"/>
                    <a:gd name="T26" fmla="*/ 35 w 732"/>
                    <a:gd name="T27" fmla="*/ 280 h 1628"/>
                    <a:gd name="T28" fmla="*/ 2 w 732"/>
                    <a:gd name="T29" fmla="*/ 401 h 1628"/>
                    <a:gd name="T30" fmla="*/ 0 w 732"/>
                    <a:gd name="T31" fmla="*/ 500 h 1628"/>
                    <a:gd name="T32" fmla="*/ 32 w 732"/>
                    <a:gd name="T33" fmla="*/ 564 h 1628"/>
                    <a:gd name="T34" fmla="*/ 63 w 732"/>
                    <a:gd name="T35" fmla="*/ 614 h 1628"/>
                    <a:gd name="T36" fmla="*/ 64 w 732"/>
                    <a:gd name="T37" fmla="*/ 724 h 1628"/>
                    <a:gd name="T38" fmla="*/ 68 w 732"/>
                    <a:gd name="T39" fmla="*/ 786 h 1628"/>
                    <a:gd name="T40" fmla="*/ 83 w 732"/>
                    <a:gd name="T41" fmla="*/ 872 h 1628"/>
                    <a:gd name="T42" fmla="*/ 87 w 732"/>
                    <a:gd name="T43" fmla="*/ 944 h 1628"/>
                    <a:gd name="T44" fmla="*/ 95 w 732"/>
                    <a:gd name="T45" fmla="*/ 990 h 1628"/>
                    <a:gd name="T46" fmla="*/ 129 w 732"/>
                    <a:gd name="T47" fmla="*/ 1082 h 1628"/>
                    <a:gd name="T48" fmla="*/ 143 w 732"/>
                    <a:gd name="T49" fmla="*/ 1145 h 1628"/>
                    <a:gd name="T50" fmla="*/ 170 w 732"/>
                    <a:gd name="T51" fmla="*/ 1213 h 1628"/>
                    <a:gd name="T52" fmla="*/ 205 w 732"/>
                    <a:gd name="T53" fmla="*/ 1257 h 1628"/>
                    <a:gd name="T54" fmla="*/ 217 w 732"/>
                    <a:gd name="T55" fmla="*/ 1321 h 1628"/>
                    <a:gd name="T56" fmla="*/ 210 w 732"/>
                    <a:gd name="T57" fmla="*/ 1394 h 1628"/>
                    <a:gd name="T58" fmla="*/ 214 w 732"/>
                    <a:gd name="T59" fmla="*/ 1450 h 1628"/>
                    <a:gd name="T60" fmla="*/ 216 w 732"/>
                    <a:gd name="T61" fmla="*/ 1513 h 1628"/>
                    <a:gd name="T62" fmla="*/ 290 w 732"/>
                    <a:gd name="T63" fmla="*/ 1562 h 1628"/>
                    <a:gd name="T64" fmla="*/ 347 w 732"/>
                    <a:gd name="T65" fmla="*/ 1612 h 1628"/>
                    <a:gd name="T66" fmla="*/ 437 w 732"/>
                    <a:gd name="T67" fmla="*/ 1628 h 1628"/>
                    <a:gd name="T68" fmla="*/ 438 w 732"/>
                    <a:gd name="T69" fmla="*/ 1589 h 1628"/>
                    <a:gd name="T70" fmla="*/ 409 w 732"/>
                    <a:gd name="T71" fmla="*/ 1534 h 1628"/>
                    <a:gd name="T72" fmla="*/ 412 w 732"/>
                    <a:gd name="T73" fmla="*/ 1501 h 1628"/>
                    <a:gd name="T74" fmla="*/ 441 w 732"/>
                    <a:gd name="T75" fmla="*/ 1451 h 1628"/>
                    <a:gd name="T76" fmla="*/ 476 w 732"/>
                    <a:gd name="T77" fmla="*/ 1359 h 1628"/>
                    <a:gd name="T78" fmla="*/ 379 w 732"/>
                    <a:gd name="T79" fmla="*/ 1301 h 1628"/>
                    <a:gd name="T80" fmla="*/ 407 w 732"/>
                    <a:gd name="T81" fmla="*/ 1240 h 1628"/>
                    <a:gd name="T82" fmla="*/ 443 w 732"/>
                    <a:gd name="T83" fmla="*/ 1217 h 1628"/>
                    <a:gd name="T84" fmla="*/ 456 w 732"/>
                    <a:gd name="T85" fmla="*/ 1130 h 1628"/>
                    <a:gd name="T86" fmla="*/ 486 w 732"/>
                    <a:gd name="T87" fmla="*/ 1113 h 1628"/>
                    <a:gd name="T88" fmla="*/ 404 w 732"/>
                    <a:gd name="T89" fmla="*/ 1089 h 1628"/>
                    <a:gd name="T90" fmla="*/ 465 w 732"/>
                    <a:gd name="T91" fmla="*/ 1039 h 1628"/>
                    <a:gd name="T92" fmla="*/ 501 w 732"/>
                    <a:gd name="T93" fmla="*/ 948 h 1628"/>
                    <a:gd name="T94" fmla="*/ 494 w 732"/>
                    <a:gd name="T95" fmla="*/ 934 h 1628"/>
                    <a:gd name="T96" fmla="*/ 554 w 732"/>
                    <a:gd name="T97" fmla="*/ 920 h 1628"/>
                    <a:gd name="T98" fmla="*/ 688 w 732"/>
                    <a:gd name="T99" fmla="*/ 847 h 1628"/>
                    <a:gd name="T100" fmla="*/ 667 w 732"/>
                    <a:gd name="T101" fmla="*/ 766 h 1628"/>
                    <a:gd name="T102" fmla="*/ 601 w 732"/>
                    <a:gd name="T103" fmla="*/ 696 h 1628"/>
                    <a:gd name="T104" fmla="*/ 570 w 732"/>
                    <a:gd name="T105" fmla="*/ 601 h 1628"/>
                    <a:gd name="T106" fmla="*/ 568 w 732"/>
                    <a:gd name="T107" fmla="*/ 536 h 1628"/>
                    <a:gd name="T108" fmla="*/ 587 w 732"/>
                    <a:gd name="T109" fmla="*/ 484 h 1628"/>
                    <a:gd name="T110" fmla="*/ 604 w 732"/>
                    <a:gd name="T111" fmla="*/ 419 h 1628"/>
                    <a:gd name="T112" fmla="*/ 619 w 732"/>
                    <a:gd name="T113" fmla="*/ 681 h 1628"/>
                    <a:gd name="T114" fmla="*/ 619 w 732"/>
                    <a:gd name="T115" fmla="*/ 681 h 16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32" h="1628">
                      <a:moveTo>
                        <a:pt x="634" y="355"/>
                      </a:moveTo>
                      <a:cubicBezTo>
                        <a:pt x="650" y="351"/>
                        <a:pt x="650" y="351"/>
                        <a:pt x="650" y="351"/>
                      </a:cubicBezTo>
                      <a:cubicBezTo>
                        <a:pt x="653" y="335"/>
                        <a:pt x="653" y="335"/>
                        <a:pt x="653" y="335"/>
                      </a:cubicBezTo>
                      <a:cubicBezTo>
                        <a:pt x="659" y="333"/>
                        <a:pt x="659" y="333"/>
                        <a:pt x="659" y="333"/>
                      </a:cubicBezTo>
                      <a:cubicBezTo>
                        <a:pt x="660" y="322"/>
                        <a:pt x="660" y="322"/>
                        <a:pt x="660" y="322"/>
                      </a:cubicBezTo>
                      <a:cubicBezTo>
                        <a:pt x="681" y="320"/>
                        <a:pt x="681" y="320"/>
                        <a:pt x="681" y="320"/>
                      </a:cubicBezTo>
                      <a:cubicBezTo>
                        <a:pt x="681" y="320"/>
                        <a:pt x="681" y="302"/>
                        <a:pt x="692" y="297"/>
                      </a:cubicBezTo>
                      <a:cubicBezTo>
                        <a:pt x="703" y="292"/>
                        <a:pt x="720" y="290"/>
                        <a:pt x="726" y="284"/>
                      </a:cubicBezTo>
                      <a:cubicBezTo>
                        <a:pt x="732" y="278"/>
                        <a:pt x="724" y="240"/>
                        <a:pt x="724" y="231"/>
                      </a:cubicBezTo>
                      <a:cubicBezTo>
                        <a:pt x="724" y="222"/>
                        <a:pt x="713" y="223"/>
                        <a:pt x="713" y="223"/>
                      </a:cubicBezTo>
                      <a:cubicBezTo>
                        <a:pt x="713" y="223"/>
                        <a:pt x="709" y="202"/>
                        <a:pt x="702" y="198"/>
                      </a:cubicBezTo>
                      <a:cubicBezTo>
                        <a:pt x="695" y="194"/>
                        <a:pt x="679" y="205"/>
                        <a:pt x="679" y="205"/>
                      </a:cubicBezTo>
                      <a:cubicBezTo>
                        <a:pt x="679" y="205"/>
                        <a:pt x="681" y="240"/>
                        <a:pt x="679" y="251"/>
                      </a:cubicBezTo>
                      <a:cubicBezTo>
                        <a:pt x="677" y="262"/>
                        <a:pt x="656" y="276"/>
                        <a:pt x="649" y="276"/>
                      </a:cubicBezTo>
                      <a:cubicBezTo>
                        <a:pt x="642" y="276"/>
                        <a:pt x="640" y="293"/>
                        <a:pt x="636" y="300"/>
                      </a:cubicBezTo>
                      <a:cubicBezTo>
                        <a:pt x="632" y="307"/>
                        <a:pt x="631" y="298"/>
                        <a:pt x="622" y="296"/>
                      </a:cubicBezTo>
                      <a:cubicBezTo>
                        <a:pt x="613" y="294"/>
                        <a:pt x="613" y="313"/>
                        <a:pt x="613" y="313"/>
                      </a:cubicBezTo>
                      <a:cubicBezTo>
                        <a:pt x="606" y="302"/>
                        <a:pt x="606" y="302"/>
                        <a:pt x="606" y="302"/>
                      </a:cubicBezTo>
                      <a:cubicBezTo>
                        <a:pt x="606" y="302"/>
                        <a:pt x="584" y="304"/>
                        <a:pt x="567" y="300"/>
                      </a:cubicBezTo>
                      <a:cubicBezTo>
                        <a:pt x="550" y="296"/>
                        <a:pt x="543" y="289"/>
                        <a:pt x="534" y="286"/>
                      </a:cubicBezTo>
                      <a:cubicBezTo>
                        <a:pt x="525" y="283"/>
                        <a:pt x="509" y="293"/>
                        <a:pt x="504" y="286"/>
                      </a:cubicBezTo>
                      <a:cubicBezTo>
                        <a:pt x="499" y="279"/>
                        <a:pt x="519" y="252"/>
                        <a:pt x="519" y="252"/>
                      </a:cubicBezTo>
                      <a:cubicBezTo>
                        <a:pt x="519" y="230"/>
                        <a:pt x="519" y="230"/>
                        <a:pt x="519" y="230"/>
                      </a:cubicBezTo>
                      <a:cubicBezTo>
                        <a:pt x="519" y="230"/>
                        <a:pt x="531" y="230"/>
                        <a:pt x="535" y="223"/>
                      </a:cubicBezTo>
                      <a:cubicBezTo>
                        <a:pt x="539" y="216"/>
                        <a:pt x="526" y="208"/>
                        <a:pt x="526" y="208"/>
                      </a:cubicBezTo>
                      <a:cubicBezTo>
                        <a:pt x="526" y="208"/>
                        <a:pt x="536" y="191"/>
                        <a:pt x="538" y="183"/>
                      </a:cubicBezTo>
                      <a:cubicBezTo>
                        <a:pt x="540" y="175"/>
                        <a:pt x="506" y="168"/>
                        <a:pt x="500" y="167"/>
                      </a:cubicBezTo>
                      <a:cubicBezTo>
                        <a:pt x="494" y="166"/>
                        <a:pt x="444" y="138"/>
                        <a:pt x="444" y="138"/>
                      </a:cubicBezTo>
                      <a:cubicBezTo>
                        <a:pt x="444" y="138"/>
                        <a:pt x="423" y="118"/>
                        <a:pt x="413" y="122"/>
                      </a:cubicBezTo>
                      <a:cubicBezTo>
                        <a:pt x="403" y="126"/>
                        <a:pt x="368" y="106"/>
                        <a:pt x="368" y="106"/>
                      </a:cubicBezTo>
                      <a:cubicBezTo>
                        <a:pt x="364" y="92"/>
                        <a:pt x="364" y="92"/>
                        <a:pt x="364" y="92"/>
                      </a:cubicBezTo>
                      <a:cubicBezTo>
                        <a:pt x="364" y="92"/>
                        <a:pt x="337" y="75"/>
                        <a:pt x="328" y="70"/>
                      </a:cubicBezTo>
                      <a:cubicBezTo>
                        <a:pt x="319" y="65"/>
                        <a:pt x="303" y="36"/>
                        <a:pt x="303" y="36"/>
                      </a:cubicBezTo>
                      <a:cubicBezTo>
                        <a:pt x="290" y="24"/>
                        <a:pt x="290" y="24"/>
                        <a:pt x="290" y="24"/>
                      </a:cubicBezTo>
                      <a:cubicBezTo>
                        <a:pt x="267" y="7"/>
                        <a:pt x="267" y="7"/>
                        <a:pt x="267" y="7"/>
                      </a:cubicBezTo>
                      <a:cubicBezTo>
                        <a:pt x="216" y="13"/>
                        <a:pt x="216" y="13"/>
                        <a:pt x="216" y="13"/>
                      </a:cubicBezTo>
                      <a:cubicBezTo>
                        <a:pt x="211" y="50"/>
                        <a:pt x="211" y="50"/>
                        <a:pt x="211" y="50"/>
                      </a:cubicBezTo>
                      <a:cubicBezTo>
                        <a:pt x="189" y="16"/>
                        <a:pt x="189" y="16"/>
                        <a:pt x="189" y="16"/>
                      </a:cubicBezTo>
                      <a:cubicBezTo>
                        <a:pt x="189" y="16"/>
                        <a:pt x="147" y="17"/>
                        <a:pt x="134" y="13"/>
                      </a:cubicBezTo>
                      <a:cubicBezTo>
                        <a:pt x="120" y="9"/>
                        <a:pt x="115" y="0"/>
                        <a:pt x="115" y="0"/>
                      </a:cubicBezTo>
                      <a:cubicBezTo>
                        <a:pt x="107" y="17"/>
                        <a:pt x="107" y="17"/>
                        <a:pt x="107" y="17"/>
                      </a:cubicBezTo>
                      <a:cubicBezTo>
                        <a:pt x="92" y="20"/>
                        <a:pt x="92" y="20"/>
                        <a:pt x="92" y="20"/>
                      </a:cubicBezTo>
                      <a:cubicBezTo>
                        <a:pt x="92" y="34"/>
                        <a:pt x="92" y="34"/>
                        <a:pt x="92" y="34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78" y="52"/>
                        <a:pt x="74" y="52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19"/>
                        <a:pt x="21" y="143"/>
                        <a:pt x="22" y="157"/>
                      </a:cubicBezTo>
                      <a:cubicBezTo>
                        <a:pt x="23" y="171"/>
                        <a:pt x="50" y="165"/>
                        <a:pt x="41" y="174"/>
                      </a:cubicBezTo>
                      <a:cubicBezTo>
                        <a:pt x="32" y="183"/>
                        <a:pt x="22" y="192"/>
                        <a:pt x="27" y="199"/>
                      </a:cubicBezTo>
                      <a:cubicBezTo>
                        <a:pt x="32" y="206"/>
                        <a:pt x="51" y="214"/>
                        <a:pt x="50" y="224"/>
                      </a:cubicBezTo>
                      <a:cubicBezTo>
                        <a:pt x="49" y="234"/>
                        <a:pt x="32" y="246"/>
                        <a:pt x="32" y="246"/>
                      </a:cubicBezTo>
                      <a:cubicBezTo>
                        <a:pt x="32" y="246"/>
                        <a:pt x="63" y="257"/>
                        <a:pt x="60" y="268"/>
                      </a:cubicBezTo>
                      <a:cubicBezTo>
                        <a:pt x="57" y="279"/>
                        <a:pt x="35" y="280"/>
                        <a:pt x="35" y="280"/>
                      </a:cubicBezTo>
                      <a:cubicBezTo>
                        <a:pt x="35" y="280"/>
                        <a:pt x="29" y="318"/>
                        <a:pt x="28" y="323"/>
                      </a:cubicBezTo>
                      <a:cubicBezTo>
                        <a:pt x="27" y="328"/>
                        <a:pt x="9" y="336"/>
                        <a:pt x="9" y="346"/>
                      </a:cubicBezTo>
                      <a:cubicBezTo>
                        <a:pt x="9" y="356"/>
                        <a:pt x="14" y="381"/>
                        <a:pt x="12" y="385"/>
                      </a:cubicBezTo>
                      <a:cubicBezTo>
                        <a:pt x="10" y="389"/>
                        <a:pt x="1" y="397"/>
                        <a:pt x="2" y="401"/>
                      </a:cubicBezTo>
                      <a:cubicBezTo>
                        <a:pt x="3" y="405"/>
                        <a:pt x="26" y="450"/>
                        <a:pt x="21" y="455"/>
                      </a:cubicBezTo>
                      <a:cubicBezTo>
                        <a:pt x="16" y="460"/>
                        <a:pt x="7" y="455"/>
                        <a:pt x="7" y="455"/>
                      </a:cubicBezTo>
                      <a:cubicBezTo>
                        <a:pt x="10" y="494"/>
                        <a:pt x="10" y="494"/>
                        <a:pt x="10" y="494"/>
                      </a:cubicBezTo>
                      <a:cubicBezTo>
                        <a:pt x="10" y="494"/>
                        <a:pt x="0" y="495"/>
                        <a:pt x="0" y="500"/>
                      </a:cubicBezTo>
                      <a:cubicBezTo>
                        <a:pt x="0" y="505"/>
                        <a:pt x="2" y="522"/>
                        <a:pt x="2" y="522"/>
                      </a:cubicBezTo>
                      <a:cubicBezTo>
                        <a:pt x="2" y="522"/>
                        <a:pt x="25" y="537"/>
                        <a:pt x="23" y="541"/>
                      </a:cubicBezTo>
                      <a:cubicBezTo>
                        <a:pt x="21" y="545"/>
                        <a:pt x="19" y="554"/>
                        <a:pt x="19" y="554"/>
                      </a:cubicBezTo>
                      <a:cubicBezTo>
                        <a:pt x="32" y="564"/>
                        <a:pt x="32" y="564"/>
                        <a:pt x="32" y="564"/>
                      </a:cubicBezTo>
                      <a:cubicBezTo>
                        <a:pt x="40" y="585"/>
                        <a:pt x="40" y="585"/>
                        <a:pt x="40" y="585"/>
                      </a:cubicBezTo>
                      <a:cubicBezTo>
                        <a:pt x="43" y="591"/>
                        <a:pt x="43" y="591"/>
                        <a:pt x="43" y="591"/>
                      </a:cubicBezTo>
                      <a:cubicBezTo>
                        <a:pt x="43" y="591"/>
                        <a:pt x="35" y="610"/>
                        <a:pt x="47" y="613"/>
                      </a:cubicBezTo>
                      <a:cubicBezTo>
                        <a:pt x="59" y="616"/>
                        <a:pt x="63" y="614"/>
                        <a:pt x="63" y="614"/>
                      </a:cubicBezTo>
                      <a:cubicBezTo>
                        <a:pt x="65" y="639"/>
                        <a:pt x="65" y="639"/>
                        <a:pt x="65" y="639"/>
                      </a:cubicBezTo>
                      <a:cubicBezTo>
                        <a:pt x="65" y="639"/>
                        <a:pt x="80" y="658"/>
                        <a:pt x="77" y="664"/>
                      </a:cubicBezTo>
                      <a:cubicBezTo>
                        <a:pt x="74" y="670"/>
                        <a:pt x="65" y="677"/>
                        <a:pt x="65" y="681"/>
                      </a:cubicBezTo>
                      <a:cubicBezTo>
                        <a:pt x="65" y="685"/>
                        <a:pt x="64" y="724"/>
                        <a:pt x="64" y="724"/>
                      </a:cubicBezTo>
                      <a:cubicBezTo>
                        <a:pt x="55" y="725"/>
                        <a:pt x="55" y="725"/>
                        <a:pt x="55" y="725"/>
                      </a:cubicBezTo>
                      <a:cubicBezTo>
                        <a:pt x="55" y="725"/>
                        <a:pt x="72" y="743"/>
                        <a:pt x="73" y="753"/>
                      </a:cubicBezTo>
                      <a:cubicBezTo>
                        <a:pt x="74" y="763"/>
                        <a:pt x="70" y="774"/>
                        <a:pt x="70" y="774"/>
                      </a:cubicBezTo>
                      <a:cubicBezTo>
                        <a:pt x="68" y="786"/>
                        <a:pt x="68" y="786"/>
                        <a:pt x="68" y="786"/>
                      </a:cubicBezTo>
                      <a:cubicBezTo>
                        <a:pt x="51" y="787"/>
                        <a:pt x="51" y="787"/>
                        <a:pt x="51" y="787"/>
                      </a:cubicBezTo>
                      <a:cubicBezTo>
                        <a:pt x="51" y="787"/>
                        <a:pt x="63" y="820"/>
                        <a:pt x="63" y="827"/>
                      </a:cubicBezTo>
                      <a:cubicBezTo>
                        <a:pt x="63" y="834"/>
                        <a:pt x="63" y="855"/>
                        <a:pt x="63" y="855"/>
                      </a:cubicBezTo>
                      <a:cubicBezTo>
                        <a:pt x="83" y="872"/>
                        <a:pt x="83" y="872"/>
                        <a:pt x="83" y="872"/>
                      </a:cubicBezTo>
                      <a:cubicBezTo>
                        <a:pt x="84" y="884"/>
                        <a:pt x="84" y="884"/>
                        <a:pt x="84" y="884"/>
                      </a:cubicBezTo>
                      <a:cubicBezTo>
                        <a:pt x="84" y="884"/>
                        <a:pt x="103" y="893"/>
                        <a:pt x="98" y="902"/>
                      </a:cubicBezTo>
                      <a:cubicBezTo>
                        <a:pt x="93" y="911"/>
                        <a:pt x="79" y="916"/>
                        <a:pt x="79" y="916"/>
                      </a:cubicBezTo>
                      <a:cubicBezTo>
                        <a:pt x="87" y="944"/>
                        <a:pt x="87" y="944"/>
                        <a:pt x="87" y="944"/>
                      </a:cubicBezTo>
                      <a:cubicBezTo>
                        <a:pt x="74" y="953"/>
                        <a:pt x="74" y="953"/>
                        <a:pt x="74" y="953"/>
                      </a:cubicBezTo>
                      <a:cubicBezTo>
                        <a:pt x="74" y="953"/>
                        <a:pt x="84" y="958"/>
                        <a:pt x="85" y="966"/>
                      </a:cubicBezTo>
                      <a:cubicBezTo>
                        <a:pt x="86" y="974"/>
                        <a:pt x="81" y="982"/>
                        <a:pt x="81" y="982"/>
                      </a:cubicBezTo>
                      <a:cubicBezTo>
                        <a:pt x="95" y="990"/>
                        <a:pt x="95" y="990"/>
                        <a:pt x="95" y="990"/>
                      </a:cubicBezTo>
                      <a:cubicBezTo>
                        <a:pt x="95" y="990"/>
                        <a:pt x="90" y="1008"/>
                        <a:pt x="91" y="1014"/>
                      </a:cubicBezTo>
                      <a:cubicBezTo>
                        <a:pt x="92" y="1020"/>
                        <a:pt x="99" y="1031"/>
                        <a:pt x="99" y="1031"/>
                      </a:cubicBezTo>
                      <a:cubicBezTo>
                        <a:pt x="99" y="1031"/>
                        <a:pt x="99" y="1050"/>
                        <a:pt x="102" y="1056"/>
                      </a:cubicBezTo>
                      <a:cubicBezTo>
                        <a:pt x="105" y="1062"/>
                        <a:pt x="134" y="1083"/>
                        <a:pt x="129" y="1082"/>
                      </a:cubicBezTo>
                      <a:cubicBezTo>
                        <a:pt x="124" y="1081"/>
                        <a:pt x="113" y="1090"/>
                        <a:pt x="113" y="1090"/>
                      </a:cubicBezTo>
                      <a:cubicBezTo>
                        <a:pt x="113" y="1090"/>
                        <a:pt x="118" y="1120"/>
                        <a:pt x="121" y="1128"/>
                      </a:cubicBezTo>
                      <a:cubicBezTo>
                        <a:pt x="124" y="1136"/>
                        <a:pt x="133" y="1140"/>
                        <a:pt x="133" y="1140"/>
                      </a:cubicBezTo>
                      <a:cubicBezTo>
                        <a:pt x="143" y="1145"/>
                        <a:pt x="143" y="1145"/>
                        <a:pt x="143" y="1145"/>
                      </a:cubicBezTo>
                      <a:cubicBezTo>
                        <a:pt x="139" y="1163"/>
                        <a:pt x="139" y="1163"/>
                        <a:pt x="139" y="1163"/>
                      </a:cubicBezTo>
                      <a:cubicBezTo>
                        <a:pt x="139" y="1163"/>
                        <a:pt x="155" y="1164"/>
                        <a:pt x="156" y="1175"/>
                      </a:cubicBezTo>
                      <a:cubicBezTo>
                        <a:pt x="157" y="1186"/>
                        <a:pt x="158" y="1203"/>
                        <a:pt x="158" y="1203"/>
                      </a:cubicBezTo>
                      <a:cubicBezTo>
                        <a:pt x="158" y="1203"/>
                        <a:pt x="163" y="1213"/>
                        <a:pt x="170" y="1213"/>
                      </a:cubicBezTo>
                      <a:cubicBezTo>
                        <a:pt x="177" y="1213"/>
                        <a:pt x="196" y="1208"/>
                        <a:pt x="194" y="1219"/>
                      </a:cubicBezTo>
                      <a:cubicBezTo>
                        <a:pt x="192" y="1230"/>
                        <a:pt x="160" y="1227"/>
                        <a:pt x="161" y="1230"/>
                      </a:cubicBezTo>
                      <a:cubicBezTo>
                        <a:pt x="162" y="1233"/>
                        <a:pt x="185" y="1240"/>
                        <a:pt x="185" y="1240"/>
                      </a:cubicBezTo>
                      <a:cubicBezTo>
                        <a:pt x="185" y="1240"/>
                        <a:pt x="208" y="1249"/>
                        <a:pt x="205" y="1257"/>
                      </a:cubicBezTo>
                      <a:cubicBezTo>
                        <a:pt x="202" y="1265"/>
                        <a:pt x="189" y="1276"/>
                        <a:pt x="189" y="1276"/>
                      </a:cubicBezTo>
                      <a:cubicBezTo>
                        <a:pt x="205" y="1288"/>
                        <a:pt x="205" y="1288"/>
                        <a:pt x="205" y="1288"/>
                      </a:cubicBezTo>
                      <a:cubicBezTo>
                        <a:pt x="202" y="1303"/>
                        <a:pt x="202" y="1303"/>
                        <a:pt x="202" y="1303"/>
                      </a:cubicBezTo>
                      <a:cubicBezTo>
                        <a:pt x="217" y="1321"/>
                        <a:pt x="217" y="1321"/>
                        <a:pt x="217" y="1321"/>
                      </a:cubicBezTo>
                      <a:cubicBezTo>
                        <a:pt x="214" y="1343"/>
                        <a:pt x="214" y="1343"/>
                        <a:pt x="214" y="1343"/>
                      </a:cubicBezTo>
                      <a:cubicBezTo>
                        <a:pt x="224" y="1360"/>
                        <a:pt x="224" y="1360"/>
                        <a:pt x="224" y="1360"/>
                      </a:cubicBezTo>
                      <a:cubicBezTo>
                        <a:pt x="213" y="1364"/>
                        <a:pt x="213" y="1364"/>
                        <a:pt x="213" y="1364"/>
                      </a:cubicBezTo>
                      <a:cubicBezTo>
                        <a:pt x="210" y="1394"/>
                        <a:pt x="210" y="1394"/>
                        <a:pt x="210" y="1394"/>
                      </a:cubicBezTo>
                      <a:cubicBezTo>
                        <a:pt x="210" y="1394"/>
                        <a:pt x="229" y="1405"/>
                        <a:pt x="230" y="1408"/>
                      </a:cubicBezTo>
                      <a:cubicBezTo>
                        <a:pt x="231" y="1411"/>
                        <a:pt x="215" y="1420"/>
                        <a:pt x="215" y="1420"/>
                      </a:cubicBezTo>
                      <a:cubicBezTo>
                        <a:pt x="215" y="1420"/>
                        <a:pt x="235" y="1435"/>
                        <a:pt x="232" y="1440"/>
                      </a:cubicBezTo>
                      <a:cubicBezTo>
                        <a:pt x="229" y="1445"/>
                        <a:pt x="214" y="1450"/>
                        <a:pt x="214" y="1450"/>
                      </a:cubicBezTo>
                      <a:cubicBezTo>
                        <a:pt x="213" y="1463"/>
                        <a:pt x="213" y="1463"/>
                        <a:pt x="213" y="1463"/>
                      </a:cubicBezTo>
                      <a:cubicBezTo>
                        <a:pt x="206" y="1467"/>
                        <a:pt x="206" y="1467"/>
                        <a:pt x="206" y="1467"/>
                      </a:cubicBezTo>
                      <a:cubicBezTo>
                        <a:pt x="206" y="1467"/>
                        <a:pt x="208" y="1483"/>
                        <a:pt x="213" y="1488"/>
                      </a:cubicBezTo>
                      <a:cubicBezTo>
                        <a:pt x="218" y="1493"/>
                        <a:pt x="216" y="1513"/>
                        <a:pt x="216" y="1513"/>
                      </a:cubicBezTo>
                      <a:cubicBezTo>
                        <a:pt x="236" y="1517"/>
                        <a:pt x="236" y="1517"/>
                        <a:pt x="236" y="1517"/>
                      </a:cubicBezTo>
                      <a:cubicBezTo>
                        <a:pt x="236" y="1517"/>
                        <a:pt x="240" y="1542"/>
                        <a:pt x="250" y="1542"/>
                      </a:cubicBezTo>
                      <a:cubicBezTo>
                        <a:pt x="260" y="1542"/>
                        <a:pt x="266" y="1524"/>
                        <a:pt x="281" y="1537"/>
                      </a:cubicBezTo>
                      <a:cubicBezTo>
                        <a:pt x="296" y="1550"/>
                        <a:pt x="290" y="1562"/>
                        <a:pt x="290" y="1562"/>
                      </a:cubicBezTo>
                      <a:cubicBezTo>
                        <a:pt x="304" y="1578"/>
                        <a:pt x="304" y="1578"/>
                        <a:pt x="304" y="1578"/>
                      </a:cubicBezTo>
                      <a:cubicBezTo>
                        <a:pt x="311" y="1589"/>
                        <a:pt x="311" y="1589"/>
                        <a:pt x="311" y="1589"/>
                      </a:cubicBezTo>
                      <a:cubicBezTo>
                        <a:pt x="335" y="1600"/>
                        <a:pt x="335" y="1600"/>
                        <a:pt x="335" y="1600"/>
                      </a:cubicBezTo>
                      <a:cubicBezTo>
                        <a:pt x="347" y="1612"/>
                        <a:pt x="347" y="1612"/>
                        <a:pt x="347" y="1612"/>
                      </a:cubicBezTo>
                      <a:cubicBezTo>
                        <a:pt x="347" y="1612"/>
                        <a:pt x="373" y="1605"/>
                        <a:pt x="389" y="1607"/>
                      </a:cubicBezTo>
                      <a:cubicBezTo>
                        <a:pt x="405" y="1609"/>
                        <a:pt x="425" y="1608"/>
                        <a:pt x="425" y="1608"/>
                      </a:cubicBezTo>
                      <a:cubicBezTo>
                        <a:pt x="440" y="1620"/>
                        <a:pt x="440" y="1620"/>
                        <a:pt x="440" y="1620"/>
                      </a:cubicBezTo>
                      <a:cubicBezTo>
                        <a:pt x="437" y="1628"/>
                        <a:pt x="437" y="1628"/>
                        <a:pt x="437" y="1628"/>
                      </a:cubicBezTo>
                      <a:cubicBezTo>
                        <a:pt x="442" y="1616"/>
                        <a:pt x="442" y="1616"/>
                        <a:pt x="442" y="1616"/>
                      </a:cubicBezTo>
                      <a:cubicBezTo>
                        <a:pt x="449" y="1606"/>
                        <a:pt x="478" y="1625"/>
                        <a:pt x="478" y="1625"/>
                      </a:cubicBezTo>
                      <a:cubicBezTo>
                        <a:pt x="451" y="1588"/>
                        <a:pt x="451" y="1588"/>
                        <a:pt x="451" y="1588"/>
                      </a:cubicBezTo>
                      <a:cubicBezTo>
                        <a:pt x="438" y="1589"/>
                        <a:pt x="438" y="1589"/>
                        <a:pt x="438" y="1589"/>
                      </a:cubicBezTo>
                      <a:cubicBezTo>
                        <a:pt x="441" y="1579"/>
                        <a:pt x="441" y="1579"/>
                        <a:pt x="441" y="1579"/>
                      </a:cubicBezTo>
                      <a:cubicBezTo>
                        <a:pt x="417" y="1562"/>
                        <a:pt x="417" y="1562"/>
                        <a:pt x="417" y="1562"/>
                      </a:cubicBezTo>
                      <a:cubicBezTo>
                        <a:pt x="418" y="1538"/>
                        <a:pt x="418" y="1538"/>
                        <a:pt x="418" y="1538"/>
                      </a:cubicBezTo>
                      <a:cubicBezTo>
                        <a:pt x="409" y="1534"/>
                        <a:pt x="409" y="1534"/>
                        <a:pt x="409" y="1534"/>
                      </a:cubicBezTo>
                      <a:cubicBezTo>
                        <a:pt x="414" y="1522"/>
                        <a:pt x="414" y="1522"/>
                        <a:pt x="414" y="1522"/>
                      </a:cubicBezTo>
                      <a:cubicBezTo>
                        <a:pt x="414" y="1522"/>
                        <a:pt x="423" y="1522"/>
                        <a:pt x="426" y="1514"/>
                      </a:cubicBezTo>
                      <a:cubicBezTo>
                        <a:pt x="430" y="1506"/>
                        <a:pt x="400" y="1506"/>
                        <a:pt x="400" y="1506"/>
                      </a:cubicBezTo>
                      <a:cubicBezTo>
                        <a:pt x="412" y="1501"/>
                        <a:pt x="412" y="1501"/>
                        <a:pt x="412" y="1501"/>
                      </a:cubicBezTo>
                      <a:cubicBezTo>
                        <a:pt x="408" y="1488"/>
                        <a:pt x="408" y="1488"/>
                        <a:pt x="408" y="1488"/>
                      </a:cubicBezTo>
                      <a:cubicBezTo>
                        <a:pt x="424" y="1505"/>
                        <a:pt x="424" y="1505"/>
                        <a:pt x="424" y="1505"/>
                      </a:cubicBezTo>
                      <a:cubicBezTo>
                        <a:pt x="424" y="1505"/>
                        <a:pt x="438" y="1515"/>
                        <a:pt x="448" y="1503"/>
                      </a:cubicBezTo>
                      <a:cubicBezTo>
                        <a:pt x="458" y="1491"/>
                        <a:pt x="440" y="1465"/>
                        <a:pt x="441" y="1451"/>
                      </a:cubicBezTo>
                      <a:cubicBezTo>
                        <a:pt x="442" y="1438"/>
                        <a:pt x="485" y="1409"/>
                        <a:pt x="488" y="1400"/>
                      </a:cubicBezTo>
                      <a:cubicBezTo>
                        <a:pt x="492" y="1391"/>
                        <a:pt x="467" y="1391"/>
                        <a:pt x="467" y="1391"/>
                      </a:cubicBezTo>
                      <a:cubicBezTo>
                        <a:pt x="483" y="1389"/>
                        <a:pt x="483" y="1389"/>
                        <a:pt x="483" y="1389"/>
                      </a:cubicBezTo>
                      <a:cubicBezTo>
                        <a:pt x="483" y="1389"/>
                        <a:pt x="484" y="1369"/>
                        <a:pt x="476" y="1359"/>
                      </a:cubicBezTo>
                      <a:cubicBezTo>
                        <a:pt x="468" y="1349"/>
                        <a:pt x="456" y="1354"/>
                        <a:pt x="456" y="1354"/>
                      </a:cubicBezTo>
                      <a:cubicBezTo>
                        <a:pt x="444" y="1345"/>
                        <a:pt x="444" y="1345"/>
                        <a:pt x="444" y="1345"/>
                      </a:cubicBezTo>
                      <a:cubicBezTo>
                        <a:pt x="431" y="1345"/>
                        <a:pt x="431" y="1345"/>
                        <a:pt x="431" y="1345"/>
                      </a:cubicBezTo>
                      <a:cubicBezTo>
                        <a:pt x="431" y="1345"/>
                        <a:pt x="391" y="1328"/>
                        <a:pt x="379" y="1301"/>
                      </a:cubicBezTo>
                      <a:cubicBezTo>
                        <a:pt x="366" y="1274"/>
                        <a:pt x="386" y="1269"/>
                        <a:pt x="386" y="1269"/>
                      </a:cubicBezTo>
                      <a:cubicBezTo>
                        <a:pt x="392" y="1252"/>
                        <a:pt x="392" y="1252"/>
                        <a:pt x="392" y="1252"/>
                      </a:cubicBezTo>
                      <a:cubicBezTo>
                        <a:pt x="401" y="1252"/>
                        <a:pt x="401" y="1252"/>
                        <a:pt x="401" y="1252"/>
                      </a:cubicBezTo>
                      <a:cubicBezTo>
                        <a:pt x="407" y="1240"/>
                        <a:pt x="407" y="1240"/>
                        <a:pt x="407" y="1240"/>
                      </a:cubicBezTo>
                      <a:cubicBezTo>
                        <a:pt x="443" y="1239"/>
                        <a:pt x="443" y="1239"/>
                        <a:pt x="443" y="1239"/>
                      </a:cubicBezTo>
                      <a:cubicBezTo>
                        <a:pt x="435" y="1232"/>
                        <a:pt x="435" y="1232"/>
                        <a:pt x="435" y="1232"/>
                      </a:cubicBezTo>
                      <a:cubicBezTo>
                        <a:pt x="434" y="1218"/>
                        <a:pt x="434" y="1218"/>
                        <a:pt x="434" y="1218"/>
                      </a:cubicBezTo>
                      <a:cubicBezTo>
                        <a:pt x="443" y="1217"/>
                        <a:pt x="443" y="1217"/>
                        <a:pt x="443" y="1217"/>
                      </a:cubicBezTo>
                      <a:cubicBezTo>
                        <a:pt x="443" y="1217"/>
                        <a:pt x="448" y="1198"/>
                        <a:pt x="440" y="1191"/>
                      </a:cubicBezTo>
                      <a:cubicBezTo>
                        <a:pt x="432" y="1184"/>
                        <a:pt x="423" y="1168"/>
                        <a:pt x="430" y="1152"/>
                      </a:cubicBezTo>
                      <a:cubicBezTo>
                        <a:pt x="436" y="1137"/>
                        <a:pt x="456" y="1137"/>
                        <a:pt x="456" y="1137"/>
                      </a:cubicBezTo>
                      <a:cubicBezTo>
                        <a:pt x="456" y="1130"/>
                        <a:pt x="456" y="1130"/>
                        <a:pt x="456" y="1130"/>
                      </a:cubicBezTo>
                      <a:cubicBezTo>
                        <a:pt x="456" y="1130"/>
                        <a:pt x="439" y="1130"/>
                        <a:pt x="431" y="1125"/>
                      </a:cubicBezTo>
                      <a:cubicBezTo>
                        <a:pt x="423" y="1121"/>
                        <a:pt x="432" y="1112"/>
                        <a:pt x="440" y="1111"/>
                      </a:cubicBezTo>
                      <a:cubicBezTo>
                        <a:pt x="448" y="1110"/>
                        <a:pt x="462" y="1127"/>
                        <a:pt x="469" y="1127"/>
                      </a:cubicBezTo>
                      <a:cubicBezTo>
                        <a:pt x="476" y="1127"/>
                        <a:pt x="485" y="1123"/>
                        <a:pt x="486" y="1113"/>
                      </a:cubicBezTo>
                      <a:cubicBezTo>
                        <a:pt x="487" y="1103"/>
                        <a:pt x="474" y="1080"/>
                        <a:pt x="461" y="1085"/>
                      </a:cubicBezTo>
                      <a:cubicBezTo>
                        <a:pt x="449" y="1089"/>
                        <a:pt x="468" y="1099"/>
                        <a:pt x="456" y="1105"/>
                      </a:cubicBezTo>
                      <a:cubicBezTo>
                        <a:pt x="443" y="1111"/>
                        <a:pt x="431" y="1094"/>
                        <a:pt x="431" y="1094"/>
                      </a:cubicBezTo>
                      <a:cubicBezTo>
                        <a:pt x="431" y="1094"/>
                        <a:pt x="407" y="1096"/>
                        <a:pt x="404" y="1089"/>
                      </a:cubicBezTo>
                      <a:cubicBezTo>
                        <a:pt x="400" y="1083"/>
                        <a:pt x="404" y="1055"/>
                        <a:pt x="404" y="1052"/>
                      </a:cubicBezTo>
                      <a:cubicBezTo>
                        <a:pt x="404" y="1049"/>
                        <a:pt x="387" y="1032"/>
                        <a:pt x="391" y="1017"/>
                      </a:cubicBezTo>
                      <a:cubicBezTo>
                        <a:pt x="396" y="1003"/>
                        <a:pt x="409" y="1019"/>
                        <a:pt x="424" y="1023"/>
                      </a:cubicBezTo>
                      <a:cubicBezTo>
                        <a:pt x="439" y="1026"/>
                        <a:pt x="456" y="1039"/>
                        <a:pt x="465" y="1039"/>
                      </a:cubicBezTo>
                      <a:cubicBezTo>
                        <a:pt x="474" y="1039"/>
                        <a:pt x="507" y="1021"/>
                        <a:pt x="515" y="1015"/>
                      </a:cubicBezTo>
                      <a:cubicBezTo>
                        <a:pt x="523" y="1009"/>
                        <a:pt x="490" y="991"/>
                        <a:pt x="490" y="991"/>
                      </a:cubicBezTo>
                      <a:cubicBezTo>
                        <a:pt x="489" y="975"/>
                        <a:pt x="489" y="975"/>
                        <a:pt x="489" y="975"/>
                      </a:cubicBezTo>
                      <a:cubicBezTo>
                        <a:pt x="489" y="975"/>
                        <a:pt x="498" y="959"/>
                        <a:pt x="501" y="948"/>
                      </a:cubicBezTo>
                      <a:cubicBezTo>
                        <a:pt x="503" y="938"/>
                        <a:pt x="480" y="938"/>
                        <a:pt x="480" y="938"/>
                      </a:cubicBezTo>
                      <a:cubicBezTo>
                        <a:pt x="478" y="924"/>
                        <a:pt x="478" y="924"/>
                        <a:pt x="478" y="924"/>
                      </a:cubicBezTo>
                      <a:cubicBezTo>
                        <a:pt x="478" y="924"/>
                        <a:pt x="470" y="915"/>
                        <a:pt x="477" y="907"/>
                      </a:cubicBezTo>
                      <a:cubicBezTo>
                        <a:pt x="484" y="899"/>
                        <a:pt x="494" y="934"/>
                        <a:pt x="494" y="934"/>
                      </a:cubicBezTo>
                      <a:cubicBezTo>
                        <a:pt x="502" y="933"/>
                        <a:pt x="502" y="933"/>
                        <a:pt x="502" y="933"/>
                      </a:cubicBezTo>
                      <a:cubicBezTo>
                        <a:pt x="497" y="919"/>
                        <a:pt x="497" y="919"/>
                        <a:pt x="497" y="919"/>
                      </a:cubicBezTo>
                      <a:cubicBezTo>
                        <a:pt x="551" y="926"/>
                        <a:pt x="551" y="926"/>
                        <a:pt x="551" y="926"/>
                      </a:cubicBezTo>
                      <a:cubicBezTo>
                        <a:pt x="554" y="920"/>
                        <a:pt x="554" y="920"/>
                        <a:pt x="554" y="920"/>
                      </a:cubicBezTo>
                      <a:cubicBezTo>
                        <a:pt x="554" y="920"/>
                        <a:pt x="567" y="912"/>
                        <a:pt x="595" y="909"/>
                      </a:cubicBezTo>
                      <a:cubicBezTo>
                        <a:pt x="624" y="906"/>
                        <a:pt x="676" y="881"/>
                        <a:pt x="676" y="881"/>
                      </a:cubicBezTo>
                      <a:cubicBezTo>
                        <a:pt x="673" y="855"/>
                        <a:pt x="673" y="855"/>
                        <a:pt x="673" y="855"/>
                      </a:cubicBezTo>
                      <a:cubicBezTo>
                        <a:pt x="688" y="847"/>
                        <a:pt x="688" y="847"/>
                        <a:pt x="688" y="847"/>
                      </a:cubicBezTo>
                      <a:cubicBezTo>
                        <a:pt x="696" y="814"/>
                        <a:pt x="696" y="814"/>
                        <a:pt x="696" y="814"/>
                      </a:cubicBezTo>
                      <a:cubicBezTo>
                        <a:pt x="689" y="797"/>
                        <a:pt x="689" y="797"/>
                        <a:pt x="689" y="797"/>
                      </a:cubicBezTo>
                      <a:cubicBezTo>
                        <a:pt x="689" y="779"/>
                        <a:pt x="689" y="779"/>
                        <a:pt x="689" y="779"/>
                      </a:cubicBezTo>
                      <a:cubicBezTo>
                        <a:pt x="689" y="779"/>
                        <a:pt x="678" y="770"/>
                        <a:pt x="667" y="766"/>
                      </a:cubicBezTo>
                      <a:cubicBezTo>
                        <a:pt x="661" y="764"/>
                        <a:pt x="654" y="769"/>
                        <a:pt x="649" y="765"/>
                      </a:cubicBezTo>
                      <a:cubicBezTo>
                        <a:pt x="641" y="759"/>
                        <a:pt x="655" y="753"/>
                        <a:pt x="658" y="748"/>
                      </a:cubicBezTo>
                      <a:cubicBezTo>
                        <a:pt x="662" y="741"/>
                        <a:pt x="657" y="735"/>
                        <a:pt x="657" y="727"/>
                      </a:cubicBezTo>
                      <a:cubicBezTo>
                        <a:pt x="657" y="712"/>
                        <a:pt x="624" y="707"/>
                        <a:pt x="601" y="696"/>
                      </a:cubicBezTo>
                      <a:cubicBezTo>
                        <a:pt x="578" y="685"/>
                        <a:pt x="578" y="674"/>
                        <a:pt x="588" y="660"/>
                      </a:cubicBezTo>
                      <a:cubicBezTo>
                        <a:pt x="589" y="659"/>
                        <a:pt x="589" y="658"/>
                        <a:pt x="590" y="658"/>
                      </a:cubicBezTo>
                      <a:cubicBezTo>
                        <a:pt x="570" y="633"/>
                        <a:pt x="570" y="633"/>
                        <a:pt x="570" y="633"/>
                      </a:cubicBezTo>
                      <a:cubicBezTo>
                        <a:pt x="570" y="601"/>
                        <a:pt x="570" y="601"/>
                        <a:pt x="570" y="601"/>
                      </a:cubicBezTo>
                      <a:cubicBezTo>
                        <a:pt x="570" y="601"/>
                        <a:pt x="593" y="600"/>
                        <a:pt x="594" y="595"/>
                      </a:cubicBezTo>
                      <a:cubicBezTo>
                        <a:pt x="595" y="590"/>
                        <a:pt x="575" y="567"/>
                        <a:pt x="575" y="567"/>
                      </a:cubicBezTo>
                      <a:cubicBezTo>
                        <a:pt x="582" y="557"/>
                        <a:pt x="582" y="557"/>
                        <a:pt x="582" y="557"/>
                      </a:cubicBezTo>
                      <a:cubicBezTo>
                        <a:pt x="582" y="557"/>
                        <a:pt x="569" y="545"/>
                        <a:pt x="568" y="536"/>
                      </a:cubicBezTo>
                      <a:cubicBezTo>
                        <a:pt x="567" y="527"/>
                        <a:pt x="586" y="528"/>
                        <a:pt x="586" y="528"/>
                      </a:cubicBezTo>
                      <a:cubicBezTo>
                        <a:pt x="569" y="518"/>
                        <a:pt x="569" y="518"/>
                        <a:pt x="569" y="518"/>
                      </a:cubicBezTo>
                      <a:cubicBezTo>
                        <a:pt x="569" y="491"/>
                        <a:pt x="569" y="491"/>
                        <a:pt x="569" y="491"/>
                      </a:cubicBezTo>
                      <a:cubicBezTo>
                        <a:pt x="587" y="484"/>
                        <a:pt x="587" y="484"/>
                        <a:pt x="587" y="484"/>
                      </a:cubicBezTo>
                      <a:cubicBezTo>
                        <a:pt x="587" y="484"/>
                        <a:pt x="566" y="471"/>
                        <a:pt x="566" y="467"/>
                      </a:cubicBezTo>
                      <a:cubicBezTo>
                        <a:pt x="566" y="463"/>
                        <a:pt x="580" y="452"/>
                        <a:pt x="580" y="452"/>
                      </a:cubicBezTo>
                      <a:cubicBezTo>
                        <a:pt x="580" y="452"/>
                        <a:pt x="584" y="435"/>
                        <a:pt x="584" y="429"/>
                      </a:cubicBezTo>
                      <a:cubicBezTo>
                        <a:pt x="584" y="423"/>
                        <a:pt x="599" y="424"/>
                        <a:pt x="604" y="419"/>
                      </a:cubicBezTo>
                      <a:cubicBezTo>
                        <a:pt x="609" y="414"/>
                        <a:pt x="612" y="399"/>
                        <a:pt x="612" y="396"/>
                      </a:cubicBezTo>
                      <a:cubicBezTo>
                        <a:pt x="612" y="393"/>
                        <a:pt x="621" y="388"/>
                        <a:pt x="626" y="383"/>
                      </a:cubicBezTo>
                      <a:cubicBezTo>
                        <a:pt x="631" y="378"/>
                        <a:pt x="634" y="355"/>
                        <a:pt x="634" y="355"/>
                      </a:cubicBezTo>
                      <a:close/>
                      <a:moveTo>
                        <a:pt x="619" y="681"/>
                      </a:moveTo>
                      <a:cubicBezTo>
                        <a:pt x="624" y="681"/>
                        <a:pt x="624" y="681"/>
                        <a:pt x="624" y="681"/>
                      </a:cubicBezTo>
                      <a:cubicBezTo>
                        <a:pt x="617" y="677"/>
                        <a:pt x="617" y="677"/>
                        <a:pt x="617" y="677"/>
                      </a:cubicBezTo>
                      <a:cubicBezTo>
                        <a:pt x="617" y="677"/>
                        <a:pt x="617" y="677"/>
                        <a:pt x="617" y="677"/>
                      </a:cubicBezTo>
                      <a:cubicBezTo>
                        <a:pt x="618" y="679"/>
                        <a:pt x="619" y="681"/>
                        <a:pt x="619" y="6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0" name="Freeform 206"/>
                <p:cNvSpPr>
                  <a:spLocks noEditPoints="1"/>
                </p:cNvSpPr>
                <p:nvPr/>
              </p:nvSpPr>
              <p:spPr bwMode="gray">
                <a:xfrm>
                  <a:off x="-15560" y="-10185"/>
                  <a:ext cx="661" cy="834"/>
                </a:xfrm>
                <a:custGeom>
                  <a:avLst/>
                  <a:gdLst>
                    <a:gd name="T0" fmla="*/ 42 w 280"/>
                    <a:gd name="T1" fmla="*/ 249 h 353"/>
                    <a:gd name="T2" fmla="*/ 49 w 280"/>
                    <a:gd name="T3" fmla="*/ 229 h 353"/>
                    <a:gd name="T4" fmla="*/ 42 w 280"/>
                    <a:gd name="T5" fmla="*/ 249 h 353"/>
                    <a:gd name="T6" fmla="*/ 277 w 280"/>
                    <a:gd name="T7" fmla="*/ 114 h 353"/>
                    <a:gd name="T8" fmla="*/ 261 w 280"/>
                    <a:gd name="T9" fmla="*/ 102 h 353"/>
                    <a:gd name="T10" fmla="*/ 271 w 280"/>
                    <a:gd name="T11" fmla="*/ 84 h 353"/>
                    <a:gd name="T12" fmla="*/ 252 w 280"/>
                    <a:gd name="T13" fmla="*/ 83 h 353"/>
                    <a:gd name="T14" fmla="*/ 230 w 280"/>
                    <a:gd name="T15" fmla="*/ 61 h 353"/>
                    <a:gd name="T16" fmla="*/ 218 w 280"/>
                    <a:gd name="T17" fmla="*/ 73 h 353"/>
                    <a:gd name="T18" fmla="*/ 195 w 280"/>
                    <a:gd name="T19" fmla="*/ 65 h 353"/>
                    <a:gd name="T20" fmla="*/ 175 w 280"/>
                    <a:gd name="T21" fmla="*/ 64 h 353"/>
                    <a:gd name="T22" fmla="*/ 163 w 280"/>
                    <a:gd name="T23" fmla="*/ 43 h 353"/>
                    <a:gd name="T24" fmla="*/ 140 w 280"/>
                    <a:gd name="T25" fmla="*/ 40 h 353"/>
                    <a:gd name="T26" fmla="*/ 121 w 280"/>
                    <a:gd name="T27" fmla="*/ 22 h 353"/>
                    <a:gd name="T28" fmla="*/ 98 w 280"/>
                    <a:gd name="T29" fmla="*/ 0 h 353"/>
                    <a:gd name="T30" fmla="*/ 101 w 280"/>
                    <a:gd name="T31" fmla="*/ 23 h 353"/>
                    <a:gd name="T32" fmla="*/ 68 w 280"/>
                    <a:gd name="T33" fmla="*/ 37 h 353"/>
                    <a:gd name="T34" fmla="*/ 66 w 280"/>
                    <a:gd name="T35" fmla="*/ 27 h 353"/>
                    <a:gd name="T36" fmla="*/ 44 w 280"/>
                    <a:gd name="T37" fmla="*/ 46 h 353"/>
                    <a:gd name="T38" fmla="*/ 49 w 280"/>
                    <a:gd name="T39" fmla="*/ 77 h 353"/>
                    <a:gd name="T40" fmla="*/ 31 w 280"/>
                    <a:gd name="T41" fmla="*/ 97 h 353"/>
                    <a:gd name="T42" fmla="*/ 39 w 280"/>
                    <a:gd name="T43" fmla="*/ 119 h 353"/>
                    <a:gd name="T44" fmla="*/ 27 w 280"/>
                    <a:gd name="T45" fmla="*/ 119 h 353"/>
                    <a:gd name="T46" fmla="*/ 26 w 280"/>
                    <a:gd name="T47" fmla="*/ 130 h 353"/>
                    <a:gd name="T48" fmla="*/ 3 w 280"/>
                    <a:gd name="T49" fmla="*/ 144 h 353"/>
                    <a:gd name="T50" fmla="*/ 19 w 280"/>
                    <a:gd name="T51" fmla="*/ 154 h 353"/>
                    <a:gd name="T52" fmla="*/ 8 w 280"/>
                    <a:gd name="T53" fmla="*/ 173 h 353"/>
                    <a:gd name="T54" fmla="*/ 18 w 280"/>
                    <a:gd name="T55" fmla="*/ 187 h 353"/>
                    <a:gd name="T56" fmla="*/ 3 w 280"/>
                    <a:gd name="T57" fmla="*/ 201 h 353"/>
                    <a:gd name="T58" fmla="*/ 12 w 280"/>
                    <a:gd name="T59" fmla="*/ 207 h 353"/>
                    <a:gd name="T60" fmla="*/ 22 w 280"/>
                    <a:gd name="T61" fmla="*/ 228 h 353"/>
                    <a:gd name="T62" fmla="*/ 48 w 280"/>
                    <a:gd name="T63" fmla="*/ 214 h 353"/>
                    <a:gd name="T64" fmla="*/ 65 w 280"/>
                    <a:gd name="T65" fmla="*/ 219 h 353"/>
                    <a:gd name="T66" fmla="*/ 61 w 280"/>
                    <a:gd name="T67" fmla="*/ 258 h 353"/>
                    <a:gd name="T68" fmla="*/ 36 w 280"/>
                    <a:gd name="T69" fmla="*/ 271 h 353"/>
                    <a:gd name="T70" fmla="*/ 51 w 280"/>
                    <a:gd name="T71" fmla="*/ 286 h 353"/>
                    <a:gd name="T72" fmla="*/ 30 w 280"/>
                    <a:gd name="T73" fmla="*/ 307 h 353"/>
                    <a:gd name="T74" fmla="*/ 40 w 280"/>
                    <a:gd name="T75" fmla="*/ 315 h 353"/>
                    <a:gd name="T76" fmla="*/ 33 w 280"/>
                    <a:gd name="T77" fmla="*/ 329 h 353"/>
                    <a:gd name="T78" fmla="*/ 53 w 280"/>
                    <a:gd name="T79" fmla="*/ 315 h 353"/>
                    <a:gd name="T80" fmla="*/ 62 w 280"/>
                    <a:gd name="T81" fmla="*/ 326 h 353"/>
                    <a:gd name="T82" fmla="*/ 81 w 280"/>
                    <a:gd name="T83" fmla="*/ 324 h 353"/>
                    <a:gd name="T84" fmla="*/ 96 w 280"/>
                    <a:gd name="T85" fmla="*/ 353 h 353"/>
                    <a:gd name="T86" fmla="*/ 108 w 280"/>
                    <a:gd name="T87" fmla="*/ 339 h 353"/>
                    <a:gd name="T88" fmla="*/ 121 w 280"/>
                    <a:gd name="T89" fmla="*/ 335 h 353"/>
                    <a:gd name="T90" fmla="*/ 125 w 280"/>
                    <a:gd name="T91" fmla="*/ 299 h 353"/>
                    <a:gd name="T92" fmla="*/ 135 w 280"/>
                    <a:gd name="T93" fmla="*/ 284 h 353"/>
                    <a:gd name="T94" fmla="*/ 132 w 280"/>
                    <a:gd name="T95" fmla="*/ 272 h 353"/>
                    <a:gd name="T96" fmla="*/ 140 w 280"/>
                    <a:gd name="T97" fmla="*/ 269 h 353"/>
                    <a:gd name="T98" fmla="*/ 154 w 280"/>
                    <a:gd name="T99" fmla="*/ 251 h 353"/>
                    <a:gd name="T100" fmla="*/ 211 w 280"/>
                    <a:gd name="T101" fmla="*/ 226 h 353"/>
                    <a:gd name="T102" fmla="*/ 262 w 280"/>
                    <a:gd name="T103" fmla="*/ 170 h 353"/>
                    <a:gd name="T104" fmla="*/ 270 w 280"/>
                    <a:gd name="T105" fmla="*/ 141 h 353"/>
                    <a:gd name="T106" fmla="*/ 280 w 280"/>
                    <a:gd name="T107" fmla="*/ 136 h 353"/>
                    <a:gd name="T108" fmla="*/ 277 w 280"/>
                    <a:gd name="T109" fmla="*/ 114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80" h="353">
                      <a:moveTo>
                        <a:pt x="42" y="249"/>
                      </a:moveTo>
                      <a:cubicBezTo>
                        <a:pt x="57" y="245"/>
                        <a:pt x="59" y="225"/>
                        <a:pt x="49" y="229"/>
                      </a:cubicBezTo>
                      <a:cubicBezTo>
                        <a:pt x="40" y="233"/>
                        <a:pt x="34" y="250"/>
                        <a:pt x="42" y="249"/>
                      </a:cubicBezTo>
                      <a:close/>
                      <a:moveTo>
                        <a:pt x="277" y="114"/>
                      </a:moveTo>
                      <a:cubicBezTo>
                        <a:pt x="261" y="102"/>
                        <a:pt x="261" y="102"/>
                        <a:pt x="261" y="102"/>
                      </a:cubicBezTo>
                      <a:cubicBezTo>
                        <a:pt x="261" y="102"/>
                        <a:pt x="272" y="102"/>
                        <a:pt x="271" y="84"/>
                      </a:cubicBezTo>
                      <a:cubicBezTo>
                        <a:pt x="265" y="83"/>
                        <a:pt x="258" y="83"/>
                        <a:pt x="252" y="83"/>
                      </a:cubicBezTo>
                      <a:cubicBezTo>
                        <a:pt x="239" y="82"/>
                        <a:pt x="247" y="64"/>
                        <a:pt x="230" y="61"/>
                      </a:cubicBezTo>
                      <a:cubicBezTo>
                        <a:pt x="213" y="58"/>
                        <a:pt x="225" y="71"/>
                        <a:pt x="218" y="73"/>
                      </a:cubicBezTo>
                      <a:cubicBezTo>
                        <a:pt x="211" y="75"/>
                        <a:pt x="195" y="65"/>
                        <a:pt x="195" y="65"/>
                      </a:cubicBezTo>
                      <a:cubicBezTo>
                        <a:pt x="195" y="65"/>
                        <a:pt x="184" y="70"/>
                        <a:pt x="175" y="64"/>
                      </a:cubicBezTo>
                      <a:cubicBezTo>
                        <a:pt x="166" y="58"/>
                        <a:pt x="173" y="51"/>
                        <a:pt x="163" y="43"/>
                      </a:cubicBezTo>
                      <a:cubicBezTo>
                        <a:pt x="153" y="35"/>
                        <a:pt x="140" y="40"/>
                        <a:pt x="140" y="40"/>
                      </a:cubicBezTo>
                      <a:cubicBezTo>
                        <a:pt x="140" y="40"/>
                        <a:pt x="132" y="28"/>
                        <a:pt x="121" y="22"/>
                      </a:cubicBezTo>
                      <a:cubicBezTo>
                        <a:pt x="113" y="19"/>
                        <a:pt x="103" y="6"/>
                        <a:pt x="98" y="0"/>
                      </a:cubicBezTo>
                      <a:cubicBezTo>
                        <a:pt x="99" y="10"/>
                        <a:pt x="105" y="14"/>
                        <a:pt x="101" y="23"/>
                      </a:cubicBezTo>
                      <a:cubicBezTo>
                        <a:pt x="98" y="32"/>
                        <a:pt x="68" y="37"/>
                        <a:pt x="68" y="37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6" y="27"/>
                        <a:pt x="46" y="38"/>
                        <a:pt x="44" y="46"/>
                      </a:cubicBezTo>
                      <a:cubicBezTo>
                        <a:pt x="41" y="54"/>
                        <a:pt x="51" y="64"/>
                        <a:pt x="49" y="77"/>
                      </a:cubicBezTo>
                      <a:cubicBezTo>
                        <a:pt x="48" y="90"/>
                        <a:pt x="35" y="89"/>
                        <a:pt x="31" y="97"/>
                      </a:cubicBezTo>
                      <a:cubicBezTo>
                        <a:pt x="26" y="105"/>
                        <a:pt x="39" y="119"/>
                        <a:pt x="39" y="119"/>
                      </a:cubicBezTo>
                      <a:cubicBezTo>
                        <a:pt x="27" y="119"/>
                        <a:pt x="27" y="119"/>
                        <a:pt x="27" y="119"/>
                      </a:cubicBezTo>
                      <a:cubicBezTo>
                        <a:pt x="26" y="130"/>
                        <a:pt x="26" y="130"/>
                        <a:pt x="26" y="130"/>
                      </a:cubicBezTo>
                      <a:cubicBezTo>
                        <a:pt x="3" y="144"/>
                        <a:pt x="3" y="144"/>
                        <a:pt x="3" y="144"/>
                      </a:cubicBezTo>
                      <a:cubicBezTo>
                        <a:pt x="19" y="154"/>
                        <a:pt x="19" y="154"/>
                        <a:pt x="19" y="154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8" y="173"/>
                        <a:pt x="19" y="176"/>
                        <a:pt x="18" y="187"/>
                      </a:cubicBezTo>
                      <a:cubicBezTo>
                        <a:pt x="16" y="198"/>
                        <a:pt x="3" y="201"/>
                        <a:pt x="3" y="201"/>
                      </a:cubicBezTo>
                      <a:cubicBezTo>
                        <a:pt x="12" y="207"/>
                        <a:pt x="12" y="207"/>
                        <a:pt x="12" y="207"/>
                      </a:cubicBezTo>
                      <a:cubicBezTo>
                        <a:pt x="12" y="207"/>
                        <a:pt x="0" y="221"/>
                        <a:pt x="22" y="228"/>
                      </a:cubicBezTo>
                      <a:cubicBezTo>
                        <a:pt x="45" y="235"/>
                        <a:pt x="48" y="214"/>
                        <a:pt x="48" y="214"/>
                      </a:cubicBezTo>
                      <a:cubicBezTo>
                        <a:pt x="65" y="219"/>
                        <a:pt x="65" y="219"/>
                        <a:pt x="65" y="219"/>
                      </a:cubicBezTo>
                      <a:cubicBezTo>
                        <a:pt x="73" y="227"/>
                        <a:pt x="64" y="246"/>
                        <a:pt x="61" y="258"/>
                      </a:cubicBezTo>
                      <a:cubicBezTo>
                        <a:pt x="59" y="270"/>
                        <a:pt x="36" y="271"/>
                        <a:pt x="36" y="271"/>
                      </a:cubicBezTo>
                      <a:cubicBezTo>
                        <a:pt x="36" y="271"/>
                        <a:pt x="60" y="277"/>
                        <a:pt x="51" y="286"/>
                      </a:cubicBezTo>
                      <a:cubicBezTo>
                        <a:pt x="43" y="295"/>
                        <a:pt x="30" y="307"/>
                        <a:pt x="30" y="307"/>
                      </a:cubicBezTo>
                      <a:cubicBezTo>
                        <a:pt x="40" y="315"/>
                        <a:pt x="40" y="315"/>
                        <a:pt x="40" y="315"/>
                      </a:cubicBezTo>
                      <a:cubicBezTo>
                        <a:pt x="40" y="315"/>
                        <a:pt x="24" y="324"/>
                        <a:pt x="33" y="329"/>
                      </a:cubicBezTo>
                      <a:cubicBezTo>
                        <a:pt x="43" y="333"/>
                        <a:pt x="53" y="315"/>
                        <a:pt x="53" y="315"/>
                      </a:cubicBezTo>
                      <a:cubicBezTo>
                        <a:pt x="62" y="326"/>
                        <a:pt x="62" y="326"/>
                        <a:pt x="62" y="326"/>
                      </a:cubicBezTo>
                      <a:cubicBezTo>
                        <a:pt x="62" y="326"/>
                        <a:pt x="75" y="320"/>
                        <a:pt x="81" y="324"/>
                      </a:cubicBezTo>
                      <a:cubicBezTo>
                        <a:pt x="86" y="329"/>
                        <a:pt x="82" y="353"/>
                        <a:pt x="96" y="353"/>
                      </a:cubicBezTo>
                      <a:cubicBezTo>
                        <a:pt x="109" y="353"/>
                        <a:pt x="104" y="342"/>
                        <a:pt x="108" y="339"/>
                      </a:cubicBezTo>
                      <a:cubicBezTo>
                        <a:pt x="112" y="337"/>
                        <a:pt x="121" y="335"/>
                        <a:pt x="121" y="335"/>
                      </a:cubicBezTo>
                      <a:cubicBezTo>
                        <a:pt x="121" y="335"/>
                        <a:pt x="124" y="308"/>
                        <a:pt x="125" y="299"/>
                      </a:cubicBezTo>
                      <a:cubicBezTo>
                        <a:pt x="127" y="289"/>
                        <a:pt x="135" y="284"/>
                        <a:pt x="135" y="284"/>
                      </a:cubicBezTo>
                      <a:cubicBezTo>
                        <a:pt x="132" y="272"/>
                        <a:pt x="132" y="272"/>
                        <a:pt x="132" y="272"/>
                      </a:cubicBezTo>
                      <a:cubicBezTo>
                        <a:pt x="140" y="269"/>
                        <a:pt x="140" y="269"/>
                        <a:pt x="140" y="269"/>
                      </a:cubicBezTo>
                      <a:cubicBezTo>
                        <a:pt x="140" y="269"/>
                        <a:pt x="140" y="262"/>
                        <a:pt x="154" y="251"/>
                      </a:cubicBezTo>
                      <a:cubicBezTo>
                        <a:pt x="167" y="240"/>
                        <a:pt x="188" y="240"/>
                        <a:pt x="211" y="226"/>
                      </a:cubicBezTo>
                      <a:cubicBezTo>
                        <a:pt x="234" y="211"/>
                        <a:pt x="262" y="170"/>
                        <a:pt x="262" y="170"/>
                      </a:cubicBezTo>
                      <a:cubicBezTo>
                        <a:pt x="270" y="141"/>
                        <a:pt x="270" y="141"/>
                        <a:pt x="270" y="141"/>
                      </a:cubicBezTo>
                      <a:cubicBezTo>
                        <a:pt x="280" y="136"/>
                        <a:pt x="280" y="136"/>
                        <a:pt x="280" y="136"/>
                      </a:cubicBezTo>
                      <a:lnTo>
                        <a:pt x="277" y="11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1" name="Freeform 207"/>
                <p:cNvSpPr>
                  <a:spLocks/>
                </p:cNvSpPr>
                <p:nvPr/>
              </p:nvSpPr>
              <p:spPr bwMode="gray">
                <a:xfrm>
                  <a:off x="2437" y="-11222"/>
                  <a:ext cx="322" cy="538"/>
                </a:xfrm>
                <a:custGeom>
                  <a:avLst/>
                  <a:gdLst>
                    <a:gd name="T0" fmla="*/ 19 w 136"/>
                    <a:gd name="T1" fmla="*/ 9 h 228"/>
                    <a:gd name="T2" fmla="*/ 62 w 136"/>
                    <a:gd name="T3" fmla="*/ 29 h 228"/>
                    <a:gd name="T4" fmla="*/ 91 w 136"/>
                    <a:gd name="T5" fmla="*/ 65 h 228"/>
                    <a:gd name="T6" fmla="*/ 87 w 136"/>
                    <a:gd name="T7" fmla="*/ 86 h 228"/>
                    <a:gd name="T8" fmla="*/ 104 w 136"/>
                    <a:gd name="T9" fmla="*/ 82 h 228"/>
                    <a:gd name="T10" fmla="*/ 105 w 136"/>
                    <a:gd name="T11" fmla="*/ 120 h 228"/>
                    <a:gd name="T12" fmla="*/ 105 w 136"/>
                    <a:gd name="T13" fmla="*/ 190 h 228"/>
                    <a:gd name="T14" fmla="*/ 19 w 136"/>
                    <a:gd name="T15" fmla="*/ 194 h 228"/>
                    <a:gd name="T16" fmla="*/ 10 w 136"/>
                    <a:gd name="T17" fmla="*/ 99 h 228"/>
                    <a:gd name="T18" fmla="*/ 25 w 136"/>
                    <a:gd name="T19" fmla="*/ 59 h 228"/>
                    <a:gd name="T20" fmla="*/ 5 w 136"/>
                    <a:gd name="T21" fmla="*/ 32 h 228"/>
                    <a:gd name="T22" fmla="*/ 18 w 136"/>
                    <a:gd name="T23" fmla="*/ 32 h 228"/>
                    <a:gd name="T24" fmla="*/ 19 w 136"/>
                    <a:gd name="T25" fmla="*/ 9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6" h="228">
                      <a:moveTo>
                        <a:pt x="19" y="9"/>
                      </a:moveTo>
                      <a:cubicBezTo>
                        <a:pt x="35" y="0"/>
                        <a:pt x="46" y="7"/>
                        <a:pt x="62" y="29"/>
                      </a:cubicBezTo>
                      <a:cubicBezTo>
                        <a:pt x="78" y="50"/>
                        <a:pt x="91" y="65"/>
                        <a:pt x="91" y="65"/>
                      </a:cubicBezTo>
                      <a:cubicBezTo>
                        <a:pt x="87" y="86"/>
                        <a:pt x="87" y="86"/>
                        <a:pt x="87" y="86"/>
                      </a:cubicBezTo>
                      <a:cubicBezTo>
                        <a:pt x="104" y="82"/>
                        <a:pt x="104" y="82"/>
                        <a:pt x="104" y="82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36" y="176"/>
                        <a:pt x="105" y="190"/>
                      </a:cubicBezTo>
                      <a:cubicBezTo>
                        <a:pt x="75" y="204"/>
                        <a:pt x="37" y="228"/>
                        <a:pt x="19" y="194"/>
                      </a:cubicBezTo>
                      <a:cubicBezTo>
                        <a:pt x="1" y="160"/>
                        <a:pt x="0" y="106"/>
                        <a:pt x="10" y="99"/>
                      </a:cubicBezTo>
                      <a:cubicBezTo>
                        <a:pt x="21" y="91"/>
                        <a:pt x="25" y="59"/>
                        <a:pt x="25" y="59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lnTo>
                        <a:pt x="19" y="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2" name="Freeform 208"/>
                <p:cNvSpPr>
                  <a:spLocks noEditPoints="1"/>
                </p:cNvSpPr>
                <p:nvPr/>
              </p:nvSpPr>
              <p:spPr bwMode="gray">
                <a:xfrm>
                  <a:off x="6616" y="-12361"/>
                  <a:ext cx="1151" cy="1892"/>
                </a:xfrm>
                <a:custGeom>
                  <a:avLst/>
                  <a:gdLst>
                    <a:gd name="T0" fmla="*/ 475 w 487"/>
                    <a:gd name="T1" fmla="*/ 801 h 801"/>
                    <a:gd name="T2" fmla="*/ 476 w 487"/>
                    <a:gd name="T3" fmla="*/ 763 h 801"/>
                    <a:gd name="T4" fmla="*/ 395 w 487"/>
                    <a:gd name="T5" fmla="*/ 758 h 801"/>
                    <a:gd name="T6" fmla="*/ 187 w 487"/>
                    <a:gd name="T7" fmla="*/ 700 h 801"/>
                    <a:gd name="T8" fmla="*/ 175 w 487"/>
                    <a:gd name="T9" fmla="*/ 693 h 801"/>
                    <a:gd name="T10" fmla="*/ 346 w 487"/>
                    <a:gd name="T11" fmla="*/ 393 h 801"/>
                    <a:gd name="T12" fmla="*/ 408 w 487"/>
                    <a:gd name="T13" fmla="*/ 418 h 801"/>
                    <a:gd name="T14" fmla="*/ 321 w 487"/>
                    <a:gd name="T15" fmla="*/ 337 h 801"/>
                    <a:gd name="T16" fmla="*/ 325 w 487"/>
                    <a:gd name="T17" fmla="*/ 499 h 801"/>
                    <a:gd name="T18" fmla="*/ 301 w 487"/>
                    <a:gd name="T19" fmla="*/ 414 h 801"/>
                    <a:gd name="T20" fmla="*/ 358 w 487"/>
                    <a:gd name="T21" fmla="*/ 492 h 801"/>
                    <a:gd name="T22" fmla="*/ 337 w 487"/>
                    <a:gd name="T23" fmla="*/ 494 h 801"/>
                    <a:gd name="T24" fmla="*/ 360 w 487"/>
                    <a:gd name="T25" fmla="*/ 416 h 801"/>
                    <a:gd name="T26" fmla="*/ 352 w 487"/>
                    <a:gd name="T27" fmla="*/ 436 h 801"/>
                    <a:gd name="T28" fmla="*/ 391 w 487"/>
                    <a:gd name="T29" fmla="*/ 441 h 801"/>
                    <a:gd name="T30" fmla="*/ 103 w 487"/>
                    <a:gd name="T31" fmla="*/ 405 h 801"/>
                    <a:gd name="T32" fmla="*/ 79 w 487"/>
                    <a:gd name="T33" fmla="*/ 472 h 801"/>
                    <a:gd name="T34" fmla="*/ 55 w 487"/>
                    <a:gd name="T35" fmla="*/ 514 h 801"/>
                    <a:gd name="T36" fmla="*/ 31 w 487"/>
                    <a:gd name="T37" fmla="*/ 557 h 801"/>
                    <a:gd name="T38" fmla="*/ 71 w 487"/>
                    <a:gd name="T39" fmla="*/ 503 h 801"/>
                    <a:gd name="T40" fmla="*/ 117 w 487"/>
                    <a:gd name="T41" fmla="*/ 403 h 801"/>
                    <a:gd name="T42" fmla="*/ 259 w 487"/>
                    <a:gd name="T43" fmla="*/ 679 h 801"/>
                    <a:gd name="T44" fmla="*/ 451 w 487"/>
                    <a:gd name="T45" fmla="*/ 560 h 801"/>
                    <a:gd name="T46" fmla="*/ 413 w 487"/>
                    <a:gd name="T47" fmla="*/ 526 h 801"/>
                    <a:gd name="T48" fmla="*/ 362 w 487"/>
                    <a:gd name="T49" fmla="*/ 552 h 801"/>
                    <a:gd name="T50" fmla="*/ 307 w 487"/>
                    <a:gd name="T51" fmla="*/ 568 h 801"/>
                    <a:gd name="T52" fmla="*/ 251 w 487"/>
                    <a:gd name="T53" fmla="*/ 627 h 801"/>
                    <a:gd name="T54" fmla="*/ 287 w 487"/>
                    <a:gd name="T55" fmla="*/ 643 h 801"/>
                    <a:gd name="T56" fmla="*/ 340 w 487"/>
                    <a:gd name="T57" fmla="*/ 657 h 801"/>
                    <a:gd name="T58" fmla="*/ 413 w 487"/>
                    <a:gd name="T59" fmla="*/ 701 h 801"/>
                    <a:gd name="T60" fmla="*/ 430 w 487"/>
                    <a:gd name="T61" fmla="*/ 693 h 801"/>
                    <a:gd name="T62" fmla="*/ 444 w 487"/>
                    <a:gd name="T63" fmla="*/ 676 h 801"/>
                    <a:gd name="T64" fmla="*/ 451 w 487"/>
                    <a:gd name="T65" fmla="*/ 560 h 801"/>
                    <a:gd name="T66" fmla="*/ 286 w 487"/>
                    <a:gd name="T67" fmla="*/ 309 h 801"/>
                    <a:gd name="T68" fmla="*/ 259 w 487"/>
                    <a:gd name="T69" fmla="*/ 240 h 801"/>
                    <a:gd name="T70" fmla="*/ 184 w 487"/>
                    <a:gd name="T71" fmla="*/ 201 h 801"/>
                    <a:gd name="T72" fmla="*/ 193 w 487"/>
                    <a:gd name="T73" fmla="*/ 93 h 801"/>
                    <a:gd name="T74" fmla="*/ 184 w 487"/>
                    <a:gd name="T75" fmla="*/ 16 h 801"/>
                    <a:gd name="T76" fmla="*/ 126 w 487"/>
                    <a:gd name="T77" fmla="*/ 10 h 801"/>
                    <a:gd name="T78" fmla="*/ 100 w 487"/>
                    <a:gd name="T79" fmla="*/ 53 h 801"/>
                    <a:gd name="T80" fmla="*/ 112 w 487"/>
                    <a:gd name="T81" fmla="*/ 109 h 801"/>
                    <a:gd name="T82" fmla="*/ 92 w 487"/>
                    <a:gd name="T83" fmla="*/ 152 h 801"/>
                    <a:gd name="T84" fmla="*/ 135 w 487"/>
                    <a:gd name="T85" fmla="*/ 233 h 801"/>
                    <a:gd name="T86" fmla="*/ 219 w 487"/>
                    <a:gd name="T87" fmla="*/ 274 h 801"/>
                    <a:gd name="T88" fmla="*/ 146 w 487"/>
                    <a:gd name="T89" fmla="*/ 285 h 801"/>
                    <a:gd name="T90" fmla="*/ 197 w 487"/>
                    <a:gd name="T91" fmla="*/ 339 h 801"/>
                    <a:gd name="T92" fmla="*/ 232 w 487"/>
                    <a:gd name="T93" fmla="*/ 434 h 801"/>
                    <a:gd name="T94" fmla="*/ 271 w 487"/>
                    <a:gd name="T95" fmla="*/ 463 h 801"/>
                    <a:gd name="T96" fmla="*/ 273 w 487"/>
                    <a:gd name="T97" fmla="*/ 535 h 801"/>
                    <a:gd name="T98" fmla="*/ 295 w 487"/>
                    <a:gd name="T99" fmla="*/ 431 h 801"/>
                    <a:gd name="T100" fmla="*/ 249 w 487"/>
                    <a:gd name="T101" fmla="*/ 378 h 801"/>
                    <a:gd name="T102" fmla="*/ 232 w 487"/>
                    <a:gd name="T103" fmla="*/ 434 h 8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87" h="801">
                      <a:moveTo>
                        <a:pt x="476" y="763"/>
                      </a:moveTo>
                      <a:cubicBezTo>
                        <a:pt x="472" y="782"/>
                        <a:pt x="472" y="782"/>
                        <a:pt x="472" y="782"/>
                      </a:cubicBezTo>
                      <a:cubicBezTo>
                        <a:pt x="475" y="801"/>
                        <a:pt x="475" y="801"/>
                        <a:pt x="475" y="801"/>
                      </a:cubicBezTo>
                      <a:cubicBezTo>
                        <a:pt x="487" y="791"/>
                        <a:pt x="487" y="791"/>
                        <a:pt x="487" y="791"/>
                      </a:cubicBezTo>
                      <a:cubicBezTo>
                        <a:pt x="487" y="763"/>
                        <a:pt x="487" y="763"/>
                        <a:pt x="487" y="763"/>
                      </a:cubicBezTo>
                      <a:lnTo>
                        <a:pt x="476" y="763"/>
                      </a:lnTo>
                      <a:close/>
                      <a:moveTo>
                        <a:pt x="399" y="785"/>
                      </a:moveTo>
                      <a:cubicBezTo>
                        <a:pt x="410" y="763"/>
                        <a:pt x="410" y="763"/>
                        <a:pt x="410" y="763"/>
                      </a:cubicBezTo>
                      <a:cubicBezTo>
                        <a:pt x="395" y="758"/>
                        <a:pt x="395" y="758"/>
                        <a:pt x="395" y="758"/>
                      </a:cubicBezTo>
                      <a:lnTo>
                        <a:pt x="399" y="785"/>
                      </a:lnTo>
                      <a:close/>
                      <a:moveTo>
                        <a:pt x="175" y="693"/>
                      </a:moveTo>
                      <a:cubicBezTo>
                        <a:pt x="187" y="700"/>
                        <a:pt x="187" y="700"/>
                        <a:pt x="187" y="700"/>
                      </a:cubicBezTo>
                      <a:cubicBezTo>
                        <a:pt x="199" y="682"/>
                        <a:pt x="199" y="682"/>
                        <a:pt x="199" y="682"/>
                      </a:cubicBezTo>
                      <a:cubicBezTo>
                        <a:pt x="182" y="672"/>
                        <a:pt x="182" y="672"/>
                        <a:pt x="182" y="672"/>
                      </a:cubicBezTo>
                      <a:lnTo>
                        <a:pt x="175" y="693"/>
                      </a:lnTo>
                      <a:close/>
                      <a:moveTo>
                        <a:pt x="345" y="372"/>
                      </a:moveTo>
                      <a:cubicBezTo>
                        <a:pt x="370" y="385"/>
                        <a:pt x="370" y="385"/>
                        <a:pt x="370" y="385"/>
                      </a:cubicBezTo>
                      <a:cubicBezTo>
                        <a:pt x="370" y="401"/>
                        <a:pt x="346" y="393"/>
                        <a:pt x="346" y="393"/>
                      </a:cubicBezTo>
                      <a:cubicBezTo>
                        <a:pt x="389" y="427"/>
                        <a:pt x="389" y="427"/>
                        <a:pt x="389" y="427"/>
                      </a:cubicBezTo>
                      <a:cubicBezTo>
                        <a:pt x="391" y="413"/>
                        <a:pt x="391" y="413"/>
                        <a:pt x="391" y="413"/>
                      </a:cubicBezTo>
                      <a:cubicBezTo>
                        <a:pt x="408" y="418"/>
                        <a:pt x="408" y="418"/>
                        <a:pt x="408" y="418"/>
                      </a:cubicBezTo>
                      <a:cubicBezTo>
                        <a:pt x="394" y="395"/>
                        <a:pt x="394" y="395"/>
                        <a:pt x="394" y="395"/>
                      </a:cubicBezTo>
                      <a:cubicBezTo>
                        <a:pt x="394" y="395"/>
                        <a:pt x="391" y="370"/>
                        <a:pt x="379" y="357"/>
                      </a:cubicBezTo>
                      <a:cubicBezTo>
                        <a:pt x="367" y="344"/>
                        <a:pt x="328" y="321"/>
                        <a:pt x="321" y="337"/>
                      </a:cubicBezTo>
                      <a:cubicBezTo>
                        <a:pt x="312" y="357"/>
                        <a:pt x="345" y="372"/>
                        <a:pt x="345" y="372"/>
                      </a:cubicBezTo>
                      <a:close/>
                      <a:moveTo>
                        <a:pt x="318" y="445"/>
                      </a:moveTo>
                      <a:cubicBezTo>
                        <a:pt x="325" y="499"/>
                        <a:pt x="325" y="499"/>
                        <a:pt x="325" y="499"/>
                      </a:cubicBezTo>
                      <a:cubicBezTo>
                        <a:pt x="333" y="449"/>
                        <a:pt x="333" y="449"/>
                        <a:pt x="333" y="449"/>
                      </a:cubicBezTo>
                      <a:cubicBezTo>
                        <a:pt x="316" y="414"/>
                        <a:pt x="316" y="414"/>
                        <a:pt x="316" y="414"/>
                      </a:cubicBezTo>
                      <a:cubicBezTo>
                        <a:pt x="301" y="414"/>
                        <a:pt x="301" y="414"/>
                        <a:pt x="301" y="414"/>
                      </a:cubicBezTo>
                      <a:lnTo>
                        <a:pt x="318" y="445"/>
                      </a:lnTo>
                      <a:close/>
                      <a:moveTo>
                        <a:pt x="337" y="494"/>
                      </a:moveTo>
                      <a:cubicBezTo>
                        <a:pt x="358" y="492"/>
                        <a:pt x="358" y="492"/>
                        <a:pt x="358" y="492"/>
                      </a:cubicBezTo>
                      <a:cubicBezTo>
                        <a:pt x="361" y="475"/>
                        <a:pt x="361" y="475"/>
                        <a:pt x="361" y="475"/>
                      </a:cubicBezTo>
                      <a:cubicBezTo>
                        <a:pt x="343" y="469"/>
                        <a:pt x="343" y="469"/>
                        <a:pt x="343" y="469"/>
                      </a:cubicBezTo>
                      <a:lnTo>
                        <a:pt x="337" y="494"/>
                      </a:lnTo>
                      <a:close/>
                      <a:moveTo>
                        <a:pt x="391" y="441"/>
                      </a:moveTo>
                      <a:cubicBezTo>
                        <a:pt x="372" y="434"/>
                        <a:pt x="372" y="434"/>
                        <a:pt x="372" y="434"/>
                      </a:cubicBezTo>
                      <a:cubicBezTo>
                        <a:pt x="372" y="434"/>
                        <a:pt x="364" y="424"/>
                        <a:pt x="360" y="416"/>
                      </a:cubicBezTo>
                      <a:cubicBezTo>
                        <a:pt x="357" y="408"/>
                        <a:pt x="333" y="413"/>
                        <a:pt x="333" y="413"/>
                      </a:cubicBezTo>
                      <a:cubicBezTo>
                        <a:pt x="336" y="442"/>
                        <a:pt x="336" y="442"/>
                        <a:pt x="336" y="442"/>
                      </a:cubicBezTo>
                      <a:cubicBezTo>
                        <a:pt x="352" y="436"/>
                        <a:pt x="352" y="436"/>
                        <a:pt x="352" y="436"/>
                      </a:cubicBezTo>
                      <a:cubicBezTo>
                        <a:pt x="358" y="452"/>
                        <a:pt x="358" y="452"/>
                        <a:pt x="358" y="452"/>
                      </a:cubicBezTo>
                      <a:cubicBezTo>
                        <a:pt x="391" y="477"/>
                        <a:pt x="391" y="477"/>
                        <a:pt x="391" y="477"/>
                      </a:cubicBezTo>
                      <a:lnTo>
                        <a:pt x="391" y="441"/>
                      </a:lnTo>
                      <a:close/>
                      <a:moveTo>
                        <a:pt x="117" y="403"/>
                      </a:moveTo>
                      <a:cubicBezTo>
                        <a:pt x="107" y="388"/>
                        <a:pt x="107" y="388"/>
                        <a:pt x="107" y="388"/>
                      </a:cubicBezTo>
                      <a:cubicBezTo>
                        <a:pt x="103" y="405"/>
                        <a:pt x="103" y="405"/>
                        <a:pt x="103" y="405"/>
                      </a:cubicBezTo>
                      <a:cubicBezTo>
                        <a:pt x="103" y="405"/>
                        <a:pt x="84" y="421"/>
                        <a:pt x="91" y="436"/>
                      </a:cubicBezTo>
                      <a:cubicBezTo>
                        <a:pt x="98" y="450"/>
                        <a:pt x="115" y="450"/>
                        <a:pt x="105" y="457"/>
                      </a:cubicBezTo>
                      <a:cubicBezTo>
                        <a:pt x="95" y="463"/>
                        <a:pt x="79" y="472"/>
                        <a:pt x="79" y="472"/>
                      </a:cubicBezTo>
                      <a:cubicBezTo>
                        <a:pt x="72" y="490"/>
                        <a:pt x="72" y="490"/>
                        <a:pt x="72" y="490"/>
                      </a:cubicBezTo>
                      <a:cubicBezTo>
                        <a:pt x="57" y="499"/>
                        <a:pt x="57" y="499"/>
                        <a:pt x="57" y="499"/>
                      </a:cubicBezTo>
                      <a:cubicBezTo>
                        <a:pt x="57" y="499"/>
                        <a:pt x="62" y="508"/>
                        <a:pt x="55" y="514"/>
                      </a:cubicBezTo>
                      <a:cubicBezTo>
                        <a:pt x="48" y="521"/>
                        <a:pt x="23" y="532"/>
                        <a:pt x="23" y="532"/>
                      </a:cubicBezTo>
                      <a:cubicBezTo>
                        <a:pt x="23" y="532"/>
                        <a:pt x="0" y="568"/>
                        <a:pt x="11" y="576"/>
                      </a:cubicBezTo>
                      <a:cubicBezTo>
                        <a:pt x="31" y="557"/>
                        <a:pt x="31" y="557"/>
                        <a:pt x="31" y="557"/>
                      </a:cubicBezTo>
                      <a:cubicBezTo>
                        <a:pt x="31" y="557"/>
                        <a:pt x="28" y="542"/>
                        <a:pt x="36" y="542"/>
                      </a:cubicBezTo>
                      <a:cubicBezTo>
                        <a:pt x="45" y="542"/>
                        <a:pt x="55" y="539"/>
                        <a:pt x="62" y="534"/>
                      </a:cubicBezTo>
                      <a:cubicBezTo>
                        <a:pt x="69" y="529"/>
                        <a:pt x="62" y="513"/>
                        <a:pt x="71" y="503"/>
                      </a:cubicBezTo>
                      <a:cubicBezTo>
                        <a:pt x="79" y="493"/>
                        <a:pt x="127" y="478"/>
                        <a:pt x="127" y="467"/>
                      </a:cubicBezTo>
                      <a:cubicBezTo>
                        <a:pt x="127" y="455"/>
                        <a:pt x="117" y="444"/>
                        <a:pt x="115" y="434"/>
                      </a:cubicBezTo>
                      <a:cubicBezTo>
                        <a:pt x="114" y="424"/>
                        <a:pt x="117" y="403"/>
                        <a:pt x="117" y="403"/>
                      </a:cubicBezTo>
                      <a:close/>
                      <a:moveTo>
                        <a:pt x="232" y="684"/>
                      </a:moveTo>
                      <a:cubicBezTo>
                        <a:pt x="257" y="706"/>
                        <a:pt x="257" y="706"/>
                        <a:pt x="257" y="706"/>
                      </a:cubicBezTo>
                      <a:cubicBezTo>
                        <a:pt x="259" y="679"/>
                        <a:pt x="259" y="679"/>
                        <a:pt x="259" y="679"/>
                      </a:cubicBezTo>
                      <a:cubicBezTo>
                        <a:pt x="244" y="668"/>
                        <a:pt x="244" y="668"/>
                        <a:pt x="244" y="668"/>
                      </a:cubicBezTo>
                      <a:lnTo>
                        <a:pt x="232" y="684"/>
                      </a:lnTo>
                      <a:close/>
                      <a:moveTo>
                        <a:pt x="451" y="560"/>
                      </a:moveTo>
                      <a:cubicBezTo>
                        <a:pt x="451" y="560"/>
                        <a:pt x="451" y="529"/>
                        <a:pt x="441" y="524"/>
                      </a:cubicBezTo>
                      <a:cubicBezTo>
                        <a:pt x="430" y="519"/>
                        <a:pt x="405" y="483"/>
                        <a:pt x="396" y="491"/>
                      </a:cubicBezTo>
                      <a:cubicBezTo>
                        <a:pt x="388" y="499"/>
                        <a:pt x="420" y="522"/>
                        <a:pt x="413" y="526"/>
                      </a:cubicBezTo>
                      <a:cubicBezTo>
                        <a:pt x="406" y="529"/>
                        <a:pt x="376" y="532"/>
                        <a:pt x="376" y="532"/>
                      </a:cubicBezTo>
                      <a:cubicBezTo>
                        <a:pt x="376" y="553"/>
                        <a:pt x="376" y="553"/>
                        <a:pt x="376" y="553"/>
                      </a:cubicBezTo>
                      <a:cubicBezTo>
                        <a:pt x="362" y="552"/>
                        <a:pt x="362" y="552"/>
                        <a:pt x="362" y="552"/>
                      </a:cubicBezTo>
                      <a:cubicBezTo>
                        <a:pt x="358" y="567"/>
                        <a:pt x="358" y="567"/>
                        <a:pt x="358" y="567"/>
                      </a:cubicBezTo>
                      <a:cubicBezTo>
                        <a:pt x="341" y="576"/>
                        <a:pt x="341" y="576"/>
                        <a:pt x="341" y="576"/>
                      </a:cubicBezTo>
                      <a:cubicBezTo>
                        <a:pt x="341" y="576"/>
                        <a:pt x="316" y="560"/>
                        <a:pt x="307" y="568"/>
                      </a:cubicBezTo>
                      <a:cubicBezTo>
                        <a:pt x="299" y="576"/>
                        <a:pt x="283" y="604"/>
                        <a:pt x="283" y="604"/>
                      </a:cubicBezTo>
                      <a:cubicBezTo>
                        <a:pt x="283" y="604"/>
                        <a:pt x="273" y="585"/>
                        <a:pt x="268" y="594"/>
                      </a:cubicBezTo>
                      <a:cubicBezTo>
                        <a:pt x="263" y="604"/>
                        <a:pt x="251" y="627"/>
                        <a:pt x="251" y="627"/>
                      </a:cubicBezTo>
                      <a:cubicBezTo>
                        <a:pt x="264" y="640"/>
                        <a:pt x="264" y="640"/>
                        <a:pt x="264" y="640"/>
                      </a:cubicBezTo>
                      <a:cubicBezTo>
                        <a:pt x="278" y="627"/>
                        <a:pt x="278" y="627"/>
                        <a:pt x="278" y="627"/>
                      </a:cubicBezTo>
                      <a:cubicBezTo>
                        <a:pt x="287" y="643"/>
                        <a:pt x="287" y="643"/>
                        <a:pt x="287" y="643"/>
                      </a:cubicBezTo>
                      <a:cubicBezTo>
                        <a:pt x="287" y="643"/>
                        <a:pt x="314" y="621"/>
                        <a:pt x="321" y="621"/>
                      </a:cubicBezTo>
                      <a:cubicBezTo>
                        <a:pt x="328" y="621"/>
                        <a:pt x="350" y="642"/>
                        <a:pt x="350" y="642"/>
                      </a:cubicBezTo>
                      <a:cubicBezTo>
                        <a:pt x="350" y="642"/>
                        <a:pt x="340" y="648"/>
                        <a:pt x="340" y="657"/>
                      </a:cubicBezTo>
                      <a:cubicBezTo>
                        <a:pt x="340" y="665"/>
                        <a:pt x="358" y="701"/>
                        <a:pt x="367" y="704"/>
                      </a:cubicBezTo>
                      <a:cubicBezTo>
                        <a:pt x="376" y="707"/>
                        <a:pt x="400" y="714"/>
                        <a:pt x="400" y="714"/>
                      </a:cubicBezTo>
                      <a:cubicBezTo>
                        <a:pt x="413" y="701"/>
                        <a:pt x="413" y="701"/>
                        <a:pt x="413" y="701"/>
                      </a:cubicBezTo>
                      <a:cubicBezTo>
                        <a:pt x="415" y="717"/>
                        <a:pt x="415" y="717"/>
                        <a:pt x="415" y="717"/>
                      </a:cubicBezTo>
                      <a:cubicBezTo>
                        <a:pt x="429" y="719"/>
                        <a:pt x="429" y="719"/>
                        <a:pt x="429" y="719"/>
                      </a:cubicBezTo>
                      <a:cubicBezTo>
                        <a:pt x="430" y="693"/>
                        <a:pt x="430" y="693"/>
                        <a:pt x="430" y="693"/>
                      </a:cubicBezTo>
                      <a:cubicBezTo>
                        <a:pt x="430" y="693"/>
                        <a:pt x="410" y="671"/>
                        <a:pt x="415" y="658"/>
                      </a:cubicBezTo>
                      <a:cubicBezTo>
                        <a:pt x="420" y="645"/>
                        <a:pt x="427" y="642"/>
                        <a:pt x="427" y="642"/>
                      </a:cubicBezTo>
                      <a:cubicBezTo>
                        <a:pt x="444" y="676"/>
                        <a:pt x="444" y="676"/>
                        <a:pt x="444" y="676"/>
                      </a:cubicBezTo>
                      <a:cubicBezTo>
                        <a:pt x="444" y="676"/>
                        <a:pt x="463" y="650"/>
                        <a:pt x="463" y="634"/>
                      </a:cubicBezTo>
                      <a:cubicBezTo>
                        <a:pt x="463" y="617"/>
                        <a:pt x="451" y="599"/>
                        <a:pt x="451" y="599"/>
                      </a:cubicBezTo>
                      <a:lnTo>
                        <a:pt x="451" y="560"/>
                      </a:lnTo>
                      <a:close/>
                      <a:moveTo>
                        <a:pt x="230" y="258"/>
                      </a:moveTo>
                      <a:cubicBezTo>
                        <a:pt x="248" y="256"/>
                        <a:pt x="255" y="265"/>
                        <a:pt x="259" y="279"/>
                      </a:cubicBezTo>
                      <a:cubicBezTo>
                        <a:pt x="262" y="291"/>
                        <a:pt x="272" y="303"/>
                        <a:pt x="286" y="309"/>
                      </a:cubicBezTo>
                      <a:cubicBezTo>
                        <a:pt x="311" y="322"/>
                        <a:pt x="313" y="261"/>
                        <a:pt x="282" y="264"/>
                      </a:cubicBezTo>
                      <a:cubicBezTo>
                        <a:pt x="281" y="258"/>
                        <a:pt x="286" y="256"/>
                        <a:pt x="288" y="251"/>
                      </a:cubicBezTo>
                      <a:cubicBezTo>
                        <a:pt x="276" y="250"/>
                        <a:pt x="272" y="236"/>
                        <a:pt x="259" y="240"/>
                      </a:cubicBezTo>
                      <a:cubicBezTo>
                        <a:pt x="251" y="257"/>
                        <a:pt x="236" y="236"/>
                        <a:pt x="224" y="236"/>
                      </a:cubicBezTo>
                      <a:cubicBezTo>
                        <a:pt x="208" y="235"/>
                        <a:pt x="201" y="259"/>
                        <a:pt x="188" y="239"/>
                      </a:cubicBezTo>
                      <a:cubicBezTo>
                        <a:pt x="181" y="228"/>
                        <a:pt x="184" y="213"/>
                        <a:pt x="184" y="201"/>
                      </a:cubicBezTo>
                      <a:cubicBezTo>
                        <a:pt x="184" y="189"/>
                        <a:pt x="180" y="170"/>
                        <a:pt x="185" y="159"/>
                      </a:cubicBezTo>
                      <a:cubicBezTo>
                        <a:pt x="192" y="143"/>
                        <a:pt x="203" y="148"/>
                        <a:pt x="202" y="128"/>
                      </a:cubicBezTo>
                      <a:cubicBezTo>
                        <a:pt x="202" y="114"/>
                        <a:pt x="191" y="105"/>
                        <a:pt x="193" y="93"/>
                      </a:cubicBezTo>
                      <a:cubicBezTo>
                        <a:pt x="194" y="80"/>
                        <a:pt x="202" y="64"/>
                        <a:pt x="198" y="50"/>
                      </a:cubicBezTo>
                      <a:cubicBezTo>
                        <a:pt x="195" y="44"/>
                        <a:pt x="188" y="41"/>
                        <a:pt x="185" y="35"/>
                      </a:cubicBezTo>
                      <a:cubicBezTo>
                        <a:pt x="182" y="29"/>
                        <a:pt x="185" y="22"/>
                        <a:pt x="184" y="16"/>
                      </a:cubicBezTo>
                      <a:cubicBezTo>
                        <a:pt x="183" y="11"/>
                        <a:pt x="181" y="0"/>
                        <a:pt x="172" y="0"/>
                      </a:cubicBezTo>
                      <a:cubicBezTo>
                        <a:pt x="167" y="1"/>
                        <a:pt x="165" y="9"/>
                        <a:pt x="162" y="12"/>
                      </a:cubicBezTo>
                      <a:cubicBezTo>
                        <a:pt x="145" y="26"/>
                        <a:pt x="142" y="9"/>
                        <a:pt x="126" y="10"/>
                      </a:cubicBezTo>
                      <a:cubicBezTo>
                        <a:pt x="117" y="13"/>
                        <a:pt x="117" y="13"/>
                        <a:pt x="117" y="13"/>
                      </a:cubicBezTo>
                      <a:cubicBezTo>
                        <a:pt x="114" y="20"/>
                        <a:pt x="117" y="27"/>
                        <a:pt x="115" y="34"/>
                      </a:cubicBezTo>
                      <a:cubicBezTo>
                        <a:pt x="113" y="41"/>
                        <a:pt x="104" y="47"/>
                        <a:pt x="100" y="53"/>
                      </a:cubicBezTo>
                      <a:cubicBezTo>
                        <a:pt x="92" y="65"/>
                        <a:pt x="94" y="57"/>
                        <a:pt x="101" y="69"/>
                      </a:cubicBezTo>
                      <a:cubicBezTo>
                        <a:pt x="104" y="74"/>
                        <a:pt x="108" y="83"/>
                        <a:pt x="110" y="89"/>
                      </a:cubicBezTo>
                      <a:cubicBezTo>
                        <a:pt x="112" y="95"/>
                        <a:pt x="113" y="102"/>
                        <a:pt x="112" y="109"/>
                      </a:cubicBezTo>
                      <a:cubicBezTo>
                        <a:pt x="111" y="116"/>
                        <a:pt x="103" y="122"/>
                        <a:pt x="103" y="127"/>
                      </a:cubicBezTo>
                      <a:cubicBezTo>
                        <a:pt x="103" y="135"/>
                        <a:pt x="114" y="137"/>
                        <a:pt x="110" y="145"/>
                      </a:cubicBezTo>
                      <a:cubicBezTo>
                        <a:pt x="108" y="150"/>
                        <a:pt x="96" y="153"/>
                        <a:pt x="92" y="152"/>
                      </a:cubicBezTo>
                      <a:cubicBezTo>
                        <a:pt x="92" y="146"/>
                        <a:pt x="90" y="140"/>
                        <a:pt x="85" y="138"/>
                      </a:cubicBezTo>
                      <a:cubicBezTo>
                        <a:pt x="84" y="161"/>
                        <a:pt x="87" y="175"/>
                        <a:pt x="103" y="194"/>
                      </a:cubicBezTo>
                      <a:cubicBezTo>
                        <a:pt x="115" y="207"/>
                        <a:pt x="127" y="217"/>
                        <a:pt x="135" y="233"/>
                      </a:cubicBezTo>
                      <a:cubicBezTo>
                        <a:pt x="140" y="245"/>
                        <a:pt x="156" y="275"/>
                        <a:pt x="171" y="274"/>
                      </a:cubicBezTo>
                      <a:cubicBezTo>
                        <a:pt x="181" y="273"/>
                        <a:pt x="185" y="260"/>
                        <a:pt x="196" y="259"/>
                      </a:cubicBezTo>
                      <a:cubicBezTo>
                        <a:pt x="207" y="258"/>
                        <a:pt x="212" y="268"/>
                        <a:pt x="219" y="274"/>
                      </a:cubicBezTo>
                      <a:cubicBezTo>
                        <a:pt x="241" y="293"/>
                        <a:pt x="240" y="275"/>
                        <a:pt x="230" y="258"/>
                      </a:cubicBezTo>
                      <a:close/>
                      <a:moveTo>
                        <a:pt x="182" y="288"/>
                      </a:moveTo>
                      <a:cubicBezTo>
                        <a:pt x="175" y="282"/>
                        <a:pt x="146" y="285"/>
                        <a:pt x="146" y="285"/>
                      </a:cubicBezTo>
                      <a:cubicBezTo>
                        <a:pt x="167" y="313"/>
                        <a:pt x="167" y="313"/>
                        <a:pt x="167" y="313"/>
                      </a:cubicBezTo>
                      <a:cubicBezTo>
                        <a:pt x="180" y="357"/>
                        <a:pt x="180" y="357"/>
                        <a:pt x="180" y="357"/>
                      </a:cubicBezTo>
                      <a:cubicBezTo>
                        <a:pt x="180" y="357"/>
                        <a:pt x="192" y="347"/>
                        <a:pt x="197" y="339"/>
                      </a:cubicBezTo>
                      <a:cubicBezTo>
                        <a:pt x="203" y="331"/>
                        <a:pt x="191" y="315"/>
                        <a:pt x="191" y="315"/>
                      </a:cubicBezTo>
                      <a:cubicBezTo>
                        <a:pt x="191" y="315"/>
                        <a:pt x="189" y="295"/>
                        <a:pt x="182" y="288"/>
                      </a:cubicBezTo>
                      <a:close/>
                      <a:moveTo>
                        <a:pt x="232" y="434"/>
                      </a:moveTo>
                      <a:cubicBezTo>
                        <a:pt x="237" y="444"/>
                        <a:pt x="245" y="454"/>
                        <a:pt x="245" y="454"/>
                      </a:cubicBezTo>
                      <a:cubicBezTo>
                        <a:pt x="245" y="454"/>
                        <a:pt x="261" y="437"/>
                        <a:pt x="266" y="441"/>
                      </a:cubicBezTo>
                      <a:cubicBezTo>
                        <a:pt x="271" y="444"/>
                        <a:pt x="271" y="463"/>
                        <a:pt x="271" y="463"/>
                      </a:cubicBezTo>
                      <a:cubicBezTo>
                        <a:pt x="280" y="472"/>
                        <a:pt x="280" y="472"/>
                        <a:pt x="280" y="472"/>
                      </a:cubicBezTo>
                      <a:cubicBezTo>
                        <a:pt x="280" y="472"/>
                        <a:pt x="257" y="506"/>
                        <a:pt x="257" y="513"/>
                      </a:cubicBezTo>
                      <a:cubicBezTo>
                        <a:pt x="257" y="519"/>
                        <a:pt x="257" y="539"/>
                        <a:pt x="273" y="535"/>
                      </a:cubicBezTo>
                      <a:cubicBezTo>
                        <a:pt x="288" y="532"/>
                        <a:pt x="311" y="527"/>
                        <a:pt x="302" y="513"/>
                      </a:cubicBezTo>
                      <a:cubicBezTo>
                        <a:pt x="293" y="498"/>
                        <a:pt x="292" y="486"/>
                        <a:pt x="300" y="463"/>
                      </a:cubicBezTo>
                      <a:cubicBezTo>
                        <a:pt x="309" y="441"/>
                        <a:pt x="302" y="424"/>
                        <a:pt x="295" y="431"/>
                      </a:cubicBezTo>
                      <a:cubicBezTo>
                        <a:pt x="288" y="437"/>
                        <a:pt x="275" y="445"/>
                        <a:pt x="275" y="437"/>
                      </a:cubicBezTo>
                      <a:cubicBezTo>
                        <a:pt x="275" y="429"/>
                        <a:pt x="295" y="398"/>
                        <a:pt x="283" y="395"/>
                      </a:cubicBezTo>
                      <a:cubicBezTo>
                        <a:pt x="271" y="391"/>
                        <a:pt x="249" y="378"/>
                        <a:pt x="249" y="378"/>
                      </a:cubicBezTo>
                      <a:cubicBezTo>
                        <a:pt x="249" y="378"/>
                        <a:pt x="228" y="373"/>
                        <a:pt x="227" y="380"/>
                      </a:cubicBezTo>
                      <a:cubicBezTo>
                        <a:pt x="225" y="387"/>
                        <a:pt x="239" y="398"/>
                        <a:pt x="239" y="398"/>
                      </a:cubicBezTo>
                      <a:cubicBezTo>
                        <a:pt x="239" y="398"/>
                        <a:pt x="227" y="424"/>
                        <a:pt x="232" y="43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3" name="Freeform 209"/>
                <p:cNvSpPr>
                  <a:spLocks/>
                </p:cNvSpPr>
                <p:nvPr/>
              </p:nvSpPr>
              <p:spPr bwMode="gray">
                <a:xfrm>
                  <a:off x="6680" y="-13199"/>
                  <a:ext cx="201" cy="427"/>
                </a:xfrm>
                <a:custGeom>
                  <a:avLst/>
                  <a:gdLst>
                    <a:gd name="T0" fmla="*/ 62 w 85"/>
                    <a:gd name="T1" fmla="*/ 181 h 181"/>
                    <a:gd name="T2" fmla="*/ 62 w 85"/>
                    <a:gd name="T3" fmla="*/ 148 h 181"/>
                    <a:gd name="T4" fmla="*/ 75 w 85"/>
                    <a:gd name="T5" fmla="*/ 118 h 181"/>
                    <a:gd name="T6" fmla="*/ 75 w 85"/>
                    <a:gd name="T7" fmla="*/ 68 h 181"/>
                    <a:gd name="T8" fmla="*/ 84 w 85"/>
                    <a:gd name="T9" fmla="*/ 43 h 181"/>
                    <a:gd name="T10" fmla="*/ 85 w 85"/>
                    <a:gd name="T11" fmla="*/ 17 h 181"/>
                    <a:gd name="T12" fmla="*/ 56 w 85"/>
                    <a:gd name="T13" fmla="*/ 0 h 181"/>
                    <a:gd name="T14" fmla="*/ 39 w 85"/>
                    <a:gd name="T15" fmla="*/ 20 h 181"/>
                    <a:gd name="T16" fmla="*/ 8 w 85"/>
                    <a:gd name="T17" fmla="*/ 114 h 181"/>
                    <a:gd name="T18" fmla="*/ 34 w 85"/>
                    <a:gd name="T19" fmla="*/ 147 h 181"/>
                    <a:gd name="T20" fmla="*/ 62 w 85"/>
                    <a:gd name="T21" fmla="*/ 181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5" h="181">
                      <a:moveTo>
                        <a:pt x="62" y="181"/>
                      </a:moveTo>
                      <a:cubicBezTo>
                        <a:pt x="62" y="148"/>
                        <a:pt x="62" y="148"/>
                        <a:pt x="62" y="148"/>
                      </a:cubicBezTo>
                      <a:cubicBezTo>
                        <a:pt x="62" y="148"/>
                        <a:pt x="75" y="139"/>
                        <a:pt x="75" y="118"/>
                      </a:cubicBezTo>
                      <a:cubicBezTo>
                        <a:pt x="75" y="97"/>
                        <a:pt x="75" y="68"/>
                        <a:pt x="75" y="68"/>
                      </a:cubicBezTo>
                      <a:cubicBezTo>
                        <a:pt x="75" y="68"/>
                        <a:pt x="85" y="55"/>
                        <a:pt x="84" y="43"/>
                      </a:cubicBezTo>
                      <a:cubicBezTo>
                        <a:pt x="83" y="31"/>
                        <a:pt x="85" y="17"/>
                        <a:pt x="85" y="17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0" y="102"/>
                        <a:pt x="8" y="114"/>
                      </a:cubicBezTo>
                      <a:cubicBezTo>
                        <a:pt x="16" y="126"/>
                        <a:pt x="34" y="147"/>
                        <a:pt x="34" y="147"/>
                      </a:cubicBezTo>
                      <a:cubicBezTo>
                        <a:pt x="34" y="147"/>
                        <a:pt x="47" y="181"/>
                        <a:pt x="62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4" name="Freeform 210"/>
                <p:cNvSpPr>
                  <a:spLocks noEditPoints="1"/>
                </p:cNvSpPr>
                <p:nvPr/>
              </p:nvSpPr>
              <p:spPr bwMode="gray">
                <a:xfrm>
                  <a:off x="11064" y="-9139"/>
                  <a:ext cx="584" cy="555"/>
                </a:xfrm>
                <a:custGeom>
                  <a:avLst/>
                  <a:gdLst>
                    <a:gd name="T0" fmla="*/ 21 w 247"/>
                    <a:gd name="T1" fmla="*/ 14 h 235"/>
                    <a:gd name="T2" fmla="*/ 9 w 247"/>
                    <a:gd name="T3" fmla="*/ 0 h 235"/>
                    <a:gd name="T4" fmla="*/ 2 w 247"/>
                    <a:gd name="T5" fmla="*/ 16 h 235"/>
                    <a:gd name="T6" fmla="*/ 15 w 247"/>
                    <a:gd name="T7" fmla="*/ 32 h 235"/>
                    <a:gd name="T8" fmla="*/ 21 w 247"/>
                    <a:gd name="T9" fmla="*/ 14 h 235"/>
                    <a:gd name="T10" fmla="*/ 0 w 247"/>
                    <a:gd name="T11" fmla="*/ 84 h 235"/>
                    <a:gd name="T12" fmla="*/ 13 w 247"/>
                    <a:gd name="T13" fmla="*/ 89 h 235"/>
                    <a:gd name="T14" fmla="*/ 22 w 247"/>
                    <a:gd name="T15" fmla="*/ 67 h 235"/>
                    <a:gd name="T16" fmla="*/ 0 w 247"/>
                    <a:gd name="T17" fmla="*/ 70 h 235"/>
                    <a:gd name="T18" fmla="*/ 0 w 247"/>
                    <a:gd name="T19" fmla="*/ 84 h 235"/>
                    <a:gd name="T20" fmla="*/ 51 w 247"/>
                    <a:gd name="T21" fmla="*/ 81 h 235"/>
                    <a:gd name="T22" fmla="*/ 25 w 247"/>
                    <a:gd name="T23" fmla="*/ 81 h 235"/>
                    <a:gd name="T24" fmla="*/ 26 w 247"/>
                    <a:gd name="T25" fmla="*/ 97 h 235"/>
                    <a:gd name="T26" fmla="*/ 53 w 247"/>
                    <a:gd name="T27" fmla="*/ 91 h 235"/>
                    <a:gd name="T28" fmla="*/ 51 w 247"/>
                    <a:gd name="T29" fmla="*/ 81 h 235"/>
                    <a:gd name="T30" fmla="*/ 39 w 247"/>
                    <a:gd name="T31" fmla="*/ 126 h 235"/>
                    <a:gd name="T32" fmla="*/ 64 w 247"/>
                    <a:gd name="T33" fmla="*/ 123 h 235"/>
                    <a:gd name="T34" fmla="*/ 32 w 247"/>
                    <a:gd name="T35" fmla="*/ 103 h 235"/>
                    <a:gd name="T36" fmla="*/ 39 w 247"/>
                    <a:gd name="T37" fmla="*/ 126 h 235"/>
                    <a:gd name="T38" fmla="*/ 163 w 247"/>
                    <a:gd name="T39" fmla="*/ 149 h 235"/>
                    <a:gd name="T40" fmla="*/ 128 w 247"/>
                    <a:gd name="T41" fmla="*/ 142 h 235"/>
                    <a:gd name="T42" fmla="*/ 142 w 247"/>
                    <a:gd name="T43" fmla="*/ 169 h 235"/>
                    <a:gd name="T44" fmla="*/ 183 w 247"/>
                    <a:gd name="T45" fmla="*/ 172 h 235"/>
                    <a:gd name="T46" fmla="*/ 163 w 247"/>
                    <a:gd name="T47" fmla="*/ 149 h 235"/>
                    <a:gd name="T48" fmla="*/ 205 w 247"/>
                    <a:gd name="T49" fmla="*/ 193 h 235"/>
                    <a:gd name="T50" fmla="*/ 238 w 247"/>
                    <a:gd name="T51" fmla="*/ 235 h 235"/>
                    <a:gd name="T52" fmla="*/ 247 w 247"/>
                    <a:gd name="T53" fmla="*/ 215 h 235"/>
                    <a:gd name="T54" fmla="*/ 205 w 247"/>
                    <a:gd name="T55" fmla="*/ 193 h 235"/>
                    <a:gd name="T56" fmla="*/ 189 w 247"/>
                    <a:gd name="T57" fmla="*/ 84 h 235"/>
                    <a:gd name="T58" fmla="*/ 184 w 247"/>
                    <a:gd name="T59" fmla="*/ 130 h 235"/>
                    <a:gd name="T60" fmla="*/ 218 w 247"/>
                    <a:gd name="T61" fmla="*/ 160 h 235"/>
                    <a:gd name="T62" fmla="*/ 189 w 247"/>
                    <a:gd name="T63" fmla="*/ 84 h 235"/>
                    <a:gd name="T64" fmla="*/ 81 w 247"/>
                    <a:gd name="T65" fmla="*/ 41 h 235"/>
                    <a:gd name="T66" fmla="*/ 138 w 247"/>
                    <a:gd name="T67" fmla="*/ 102 h 235"/>
                    <a:gd name="T68" fmla="*/ 81 w 247"/>
                    <a:gd name="T69" fmla="*/ 41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7" h="235">
                      <a:moveTo>
                        <a:pt x="21" y="14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lnTo>
                        <a:pt x="21" y="14"/>
                      </a:lnTo>
                      <a:close/>
                      <a:moveTo>
                        <a:pt x="0" y="84"/>
                      </a:move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22" y="67"/>
                        <a:pt x="22" y="67"/>
                        <a:pt x="22" y="67"/>
                      </a:cubicBezTo>
                      <a:cubicBezTo>
                        <a:pt x="0" y="70"/>
                        <a:pt x="0" y="70"/>
                        <a:pt x="0" y="70"/>
                      </a:cubicBezTo>
                      <a:lnTo>
                        <a:pt x="0" y="84"/>
                      </a:lnTo>
                      <a:close/>
                      <a:moveTo>
                        <a:pt x="51" y="81"/>
                      </a:moveTo>
                      <a:cubicBezTo>
                        <a:pt x="25" y="81"/>
                        <a:pt x="25" y="81"/>
                        <a:pt x="25" y="81"/>
                      </a:cubicBezTo>
                      <a:cubicBezTo>
                        <a:pt x="26" y="97"/>
                        <a:pt x="26" y="97"/>
                        <a:pt x="26" y="97"/>
                      </a:cubicBezTo>
                      <a:cubicBezTo>
                        <a:pt x="53" y="91"/>
                        <a:pt x="53" y="91"/>
                        <a:pt x="53" y="91"/>
                      </a:cubicBezTo>
                      <a:lnTo>
                        <a:pt x="51" y="81"/>
                      </a:lnTo>
                      <a:close/>
                      <a:moveTo>
                        <a:pt x="39" y="126"/>
                      </a:moveTo>
                      <a:cubicBezTo>
                        <a:pt x="64" y="123"/>
                        <a:pt x="64" y="123"/>
                        <a:pt x="64" y="12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lnTo>
                        <a:pt x="39" y="126"/>
                      </a:lnTo>
                      <a:close/>
                      <a:moveTo>
                        <a:pt x="163" y="149"/>
                      </a:moveTo>
                      <a:cubicBezTo>
                        <a:pt x="145" y="139"/>
                        <a:pt x="128" y="142"/>
                        <a:pt x="128" y="142"/>
                      </a:cubicBezTo>
                      <a:cubicBezTo>
                        <a:pt x="128" y="142"/>
                        <a:pt x="124" y="161"/>
                        <a:pt x="142" y="169"/>
                      </a:cubicBezTo>
                      <a:cubicBezTo>
                        <a:pt x="168" y="180"/>
                        <a:pt x="183" y="172"/>
                        <a:pt x="183" y="172"/>
                      </a:cubicBezTo>
                      <a:cubicBezTo>
                        <a:pt x="183" y="172"/>
                        <a:pt x="182" y="160"/>
                        <a:pt x="163" y="149"/>
                      </a:cubicBezTo>
                      <a:close/>
                      <a:moveTo>
                        <a:pt x="205" y="193"/>
                      </a:moveTo>
                      <a:cubicBezTo>
                        <a:pt x="238" y="235"/>
                        <a:pt x="238" y="235"/>
                        <a:pt x="238" y="235"/>
                      </a:cubicBezTo>
                      <a:cubicBezTo>
                        <a:pt x="247" y="215"/>
                        <a:pt x="247" y="215"/>
                        <a:pt x="247" y="215"/>
                      </a:cubicBezTo>
                      <a:lnTo>
                        <a:pt x="205" y="193"/>
                      </a:lnTo>
                      <a:close/>
                      <a:moveTo>
                        <a:pt x="189" y="84"/>
                      </a:moveTo>
                      <a:cubicBezTo>
                        <a:pt x="189" y="84"/>
                        <a:pt x="178" y="119"/>
                        <a:pt x="184" y="130"/>
                      </a:cubicBezTo>
                      <a:cubicBezTo>
                        <a:pt x="191" y="140"/>
                        <a:pt x="218" y="160"/>
                        <a:pt x="218" y="160"/>
                      </a:cubicBezTo>
                      <a:lnTo>
                        <a:pt x="189" y="84"/>
                      </a:lnTo>
                      <a:close/>
                      <a:moveTo>
                        <a:pt x="81" y="41"/>
                      </a:moveTo>
                      <a:cubicBezTo>
                        <a:pt x="75" y="51"/>
                        <a:pt x="130" y="104"/>
                        <a:pt x="138" y="102"/>
                      </a:cubicBezTo>
                      <a:cubicBezTo>
                        <a:pt x="154" y="100"/>
                        <a:pt x="86" y="30"/>
                        <a:pt x="81" y="4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5" name="Freeform 211"/>
                <p:cNvSpPr>
                  <a:spLocks/>
                </p:cNvSpPr>
                <p:nvPr/>
              </p:nvSpPr>
              <p:spPr bwMode="gray">
                <a:xfrm>
                  <a:off x="4729" y="-10840"/>
                  <a:ext cx="489" cy="693"/>
                </a:xfrm>
                <a:custGeom>
                  <a:avLst/>
                  <a:gdLst>
                    <a:gd name="T0" fmla="*/ 1 w 207"/>
                    <a:gd name="T1" fmla="*/ 30 h 293"/>
                    <a:gd name="T2" fmla="*/ 6 w 207"/>
                    <a:gd name="T3" fmla="*/ 91 h 293"/>
                    <a:gd name="T4" fmla="*/ 38 w 207"/>
                    <a:gd name="T5" fmla="*/ 99 h 293"/>
                    <a:gd name="T6" fmla="*/ 39 w 207"/>
                    <a:gd name="T7" fmla="*/ 153 h 293"/>
                    <a:gd name="T8" fmla="*/ 62 w 207"/>
                    <a:gd name="T9" fmla="*/ 153 h 293"/>
                    <a:gd name="T10" fmla="*/ 65 w 207"/>
                    <a:gd name="T11" fmla="*/ 203 h 293"/>
                    <a:gd name="T12" fmla="*/ 114 w 207"/>
                    <a:gd name="T13" fmla="*/ 236 h 293"/>
                    <a:gd name="T14" fmla="*/ 121 w 207"/>
                    <a:gd name="T15" fmla="*/ 258 h 293"/>
                    <a:gd name="T16" fmla="*/ 153 w 207"/>
                    <a:gd name="T17" fmla="*/ 271 h 293"/>
                    <a:gd name="T18" fmla="*/ 169 w 207"/>
                    <a:gd name="T19" fmla="*/ 293 h 293"/>
                    <a:gd name="T20" fmla="*/ 202 w 207"/>
                    <a:gd name="T21" fmla="*/ 290 h 293"/>
                    <a:gd name="T22" fmla="*/ 205 w 207"/>
                    <a:gd name="T23" fmla="*/ 252 h 293"/>
                    <a:gd name="T24" fmla="*/ 172 w 207"/>
                    <a:gd name="T25" fmla="*/ 210 h 293"/>
                    <a:gd name="T26" fmla="*/ 170 w 207"/>
                    <a:gd name="T27" fmla="*/ 184 h 293"/>
                    <a:gd name="T28" fmla="*/ 168 w 207"/>
                    <a:gd name="T29" fmla="*/ 160 h 293"/>
                    <a:gd name="T30" fmla="*/ 167 w 207"/>
                    <a:gd name="T31" fmla="*/ 87 h 293"/>
                    <a:gd name="T32" fmla="*/ 115 w 207"/>
                    <a:gd name="T33" fmla="*/ 41 h 293"/>
                    <a:gd name="T34" fmla="*/ 103 w 207"/>
                    <a:gd name="T35" fmla="*/ 31 h 293"/>
                    <a:gd name="T36" fmla="*/ 91 w 207"/>
                    <a:gd name="T37" fmla="*/ 55 h 293"/>
                    <a:gd name="T38" fmla="*/ 72 w 207"/>
                    <a:gd name="T39" fmla="*/ 47 h 293"/>
                    <a:gd name="T40" fmla="*/ 49 w 207"/>
                    <a:gd name="T41" fmla="*/ 54 h 293"/>
                    <a:gd name="T42" fmla="*/ 52 w 207"/>
                    <a:gd name="T43" fmla="*/ 32 h 293"/>
                    <a:gd name="T44" fmla="*/ 45 w 207"/>
                    <a:gd name="T45" fmla="*/ 28 h 293"/>
                    <a:gd name="T46" fmla="*/ 39 w 207"/>
                    <a:gd name="T47" fmla="*/ 16 h 293"/>
                    <a:gd name="T48" fmla="*/ 21 w 207"/>
                    <a:gd name="T49" fmla="*/ 12 h 293"/>
                    <a:gd name="T50" fmla="*/ 12 w 207"/>
                    <a:gd name="T51" fmla="*/ 1 h 293"/>
                    <a:gd name="T52" fmla="*/ 7 w 207"/>
                    <a:gd name="T53" fmla="*/ 17 h 293"/>
                    <a:gd name="T54" fmla="*/ 0 w 207"/>
                    <a:gd name="T55" fmla="*/ 29 h 293"/>
                    <a:gd name="T56" fmla="*/ 1 w 207"/>
                    <a:gd name="T57" fmla="*/ 30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7" h="293">
                      <a:moveTo>
                        <a:pt x="1" y="30"/>
                      </a:move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38" y="79"/>
                        <a:pt x="38" y="99"/>
                      </a:cubicBezTo>
                      <a:cubicBezTo>
                        <a:pt x="37" y="119"/>
                        <a:pt x="28" y="141"/>
                        <a:pt x="39" y="153"/>
                      </a:cubicBezTo>
                      <a:cubicBezTo>
                        <a:pt x="50" y="166"/>
                        <a:pt x="62" y="153"/>
                        <a:pt x="62" y="153"/>
                      </a:cubicBezTo>
                      <a:cubicBezTo>
                        <a:pt x="62" y="153"/>
                        <a:pt x="55" y="194"/>
                        <a:pt x="65" y="203"/>
                      </a:cubicBezTo>
                      <a:cubicBezTo>
                        <a:pt x="75" y="212"/>
                        <a:pt x="114" y="236"/>
                        <a:pt x="114" y="236"/>
                      </a:cubicBezTo>
                      <a:cubicBezTo>
                        <a:pt x="114" y="236"/>
                        <a:pt x="116" y="256"/>
                        <a:pt x="121" y="258"/>
                      </a:cubicBezTo>
                      <a:cubicBezTo>
                        <a:pt x="126" y="259"/>
                        <a:pt x="153" y="271"/>
                        <a:pt x="153" y="271"/>
                      </a:cubicBezTo>
                      <a:cubicBezTo>
                        <a:pt x="169" y="293"/>
                        <a:pt x="169" y="293"/>
                        <a:pt x="169" y="293"/>
                      </a:cubicBezTo>
                      <a:cubicBezTo>
                        <a:pt x="202" y="290"/>
                        <a:pt x="202" y="290"/>
                        <a:pt x="202" y="290"/>
                      </a:cubicBezTo>
                      <a:cubicBezTo>
                        <a:pt x="202" y="290"/>
                        <a:pt x="207" y="270"/>
                        <a:pt x="205" y="252"/>
                      </a:cubicBezTo>
                      <a:cubicBezTo>
                        <a:pt x="203" y="235"/>
                        <a:pt x="173" y="215"/>
                        <a:pt x="172" y="210"/>
                      </a:cubicBezTo>
                      <a:cubicBezTo>
                        <a:pt x="171" y="205"/>
                        <a:pt x="177" y="193"/>
                        <a:pt x="170" y="184"/>
                      </a:cubicBezTo>
                      <a:cubicBezTo>
                        <a:pt x="162" y="175"/>
                        <a:pt x="168" y="173"/>
                        <a:pt x="168" y="160"/>
                      </a:cubicBezTo>
                      <a:cubicBezTo>
                        <a:pt x="169" y="148"/>
                        <a:pt x="172" y="109"/>
                        <a:pt x="167" y="87"/>
                      </a:cubicBezTo>
                      <a:cubicBezTo>
                        <a:pt x="163" y="65"/>
                        <a:pt x="121" y="50"/>
                        <a:pt x="115" y="41"/>
                      </a:cubicBezTo>
                      <a:cubicBezTo>
                        <a:pt x="113" y="38"/>
                        <a:pt x="108" y="34"/>
                        <a:pt x="103" y="31"/>
                      </a:cubicBezTo>
                      <a:cubicBezTo>
                        <a:pt x="100" y="39"/>
                        <a:pt x="95" y="50"/>
                        <a:pt x="91" y="55"/>
                      </a:cubicBezTo>
                      <a:cubicBezTo>
                        <a:pt x="85" y="63"/>
                        <a:pt x="83" y="46"/>
                        <a:pt x="72" y="47"/>
                      </a:cubicBezTo>
                      <a:cubicBezTo>
                        <a:pt x="61" y="48"/>
                        <a:pt x="62" y="58"/>
                        <a:pt x="49" y="54"/>
                      </a:cubicBezTo>
                      <a:cubicBezTo>
                        <a:pt x="36" y="50"/>
                        <a:pt x="52" y="38"/>
                        <a:pt x="52" y="32"/>
                      </a:cubicBezTo>
                      <a:cubicBezTo>
                        <a:pt x="52" y="26"/>
                        <a:pt x="45" y="28"/>
                        <a:pt x="45" y="28"/>
                      </a:cubicBezTo>
                      <a:cubicBezTo>
                        <a:pt x="45" y="28"/>
                        <a:pt x="46" y="20"/>
                        <a:pt x="39" y="16"/>
                      </a:cubicBezTo>
                      <a:cubicBezTo>
                        <a:pt x="32" y="12"/>
                        <a:pt x="21" y="12"/>
                        <a:pt x="21" y="12"/>
                      </a:cubicBezTo>
                      <a:cubicBezTo>
                        <a:pt x="21" y="12"/>
                        <a:pt x="19" y="0"/>
                        <a:pt x="12" y="1"/>
                      </a:cubicBezTo>
                      <a:cubicBezTo>
                        <a:pt x="5" y="2"/>
                        <a:pt x="6" y="8"/>
                        <a:pt x="7" y="17"/>
                      </a:cubicBezTo>
                      <a:cubicBezTo>
                        <a:pt x="7" y="21"/>
                        <a:pt x="4" y="25"/>
                        <a:pt x="0" y="29"/>
                      </a:cubicBezTo>
                      <a:cubicBezTo>
                        <a:pt x="1" y="29"/>
                        <a:pt x="1" y="30"/>
                        <a:pt x="1" y="3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6" name="Freeform 212"/>
                <p:cNvSpPr>
                  <a:spLocks/>
                </p:cNvSpPr>
                <p:nvPr/>
              </p:nvSpPr>
              <p:spPr bwMode="gray">
                <a:xfrm>
                  <a:off x="4941" y="-11832"/>
                  <a:ext cx="596" cy="529"/>
                </a:xfrm>
                <a:custGeom>
                  <a:avLst/>
                  <a:gdLst>
                    <a:gd name="T0" fmla="*/ 214 w 252"/>
                    <a:gd name="T1" fmla="*/ 0 h 224"/>
                    <a:gd name="T2" fmla="*/ 206 w 252"/>
                    <a:gd name="T3" fmla="*/ 9 h 224"/>
                    <a:gd name="T4" fmla="*/ 184 w 252"/>
                    <a:gd name="T5" fmla="*/ 0 h 224"/>
                    <a:gd name="T6" fmla="*/ 175 w 252"/>
                    <a:gd name="T7" fmla="*/ 8 h 224"/>
                    <a:gd name="T8" fmla="*/ 164 w 252"/>
                    <a:gd name="T9" fmla="*/ 16 h 224"/>
                    <a:gd name="T10" fmla="*/ 168 w 252"/>
                    <a:gd name="T11" fmla="*/ 36 h 224"/>
                    <a:gd name="T12" fmla="*/ 151 w 252"/>
                    <a:gd name="T13" fmla="*/ 24 h 224"/>
                    <a:gd name="T14" fmla="*/ 131 w 252"/>
                    <a:gd name="T15" fmla="*/ 22 h 224"/>
                    <a:gd name="T16" fmla="*/ 128 w 252"/>
                    <a:gd name="T17" fmla="*/ 13 h 224"/>
                    <a:gd name="T18" fmla="*/ 123 w 252"/>
                    <a:gd name="T19" fmla="*/ 16 h 224"/>
                    <a:gd name="T20" fmla="*/ 101 w 252"/>
                    <a:gd name="T21" fmla="*/ 8 h 224"/>
                    <a:gd name="T22" fmla="*/ 74 w 252"/>
                    <a:gd name="T23" fmla="*/ 15 h 224"/>
                    <a:gd name="T24" fmla="*/ 46 w 252"/>
                    <a:gd name="T25" fmla="*/ 10 h 224"/>
                    <a:gd name="T26" fmla="*/ 19 w 252"/>
                    <a:gd name="T27" fmla="*/ 34 h 224"/>
                    <a:gd name="T28" fmla="*/ 0 w 252"/>
                    <a:gd name="T29" fmla="*/ 54 h 224"/>
                    <a:gd name="T30" fmla="*/ 2 w 252"/>
                    <a:gd name="T31" fmla="*/ 79 h 224"/>
                    <a:gd name="T32" fmla="*/ 9 w 252"/>
                    <a:gd name="T33" fmla="*/ 85 h 224"/>
                    <a:gd name="T34" fmla="*/ 9 w 252"/>
                    <a:gd name="T35" fmla="*/ 104 h 224"/>
                    <a:gd name="T36" fmla="*/ 20 w 252"/>
                    <a:gd name="T37" fmla="*/ 114 h 224"/>
                    <a:gd name="T38" fmla="*/ 17 w 252"/>
                    <a:gd name="T39" fmla="*/ 133 h 224"/>
                    <a:gd name="T40" fmla="*/ 26 w 252"/>
                    <a:gd name="T41" fmla="*/ 139 h 224"/>
                    <a:gd name="T42" fmla="*/ 27 w 252"/>
                    <a:gd name="T43" fmla="*/ 168 h 224"/>
                    <a:gd name="T44" fmla="*/ 46 w 252"/>
                    <a:gd name="T45" fmla="*/ 191 h 224"/>
                    <a:gd name="T46" fmla="*/ 59 w 252"/>
                    <a:gd name="T47" fmla="*/ 178 h 224"/>
                    <a:gd name="T48" fmla="*/ 68 w 252"/>
                    <a:gd name="T49" fmla="*/ 204 h 224"/>
                    <a:gd name="T50" fmla="*/ 91 w 252"/>
                    <a:gd name="T51" fmla="*/ 208 h 224"/>
                    <a:gd name="T52" fmla="*/ 97 w 252"/>
                    <a:gd name="T53" fmla="*/ 223 h 224"/>
                    <a:gd name="T54" fmla="*/ 110 w 252"/>
                    <a:gd name="T55" fmla="*/ 224 h 224"/>
                    <a:gd name="T56" fmla="*/ 139 w 252"/>
                    <a:gd name="T57" fmla="*/ 213 h 224"/>
                    <a:gd name="T58" fmla="*/ 135 w 252"/>
                    <a:gd name="T59" fmla="*/ 197 h 224"/>
                    <a:gd name="T60" fmla="*/ 153 w 252"/>
                    <a:gd name="T61" fmla="*/ 197 h 224"/>
                    <a:gd name="T62" fmla="*/ 169 w 252"/>
                    <a:gd name="T63" fmla="*/ 190 h 224"/>
                    <a:gd name="T64" fmla="*/ 193 w 252"/>
                    <a:gd name="T65" fmla="*/ 205 h 224"/>
                    <a:gd name="T66" fmla="*/ 183 w 252"/>
                    <a:gd name="T67" fmla="*/ 186 h 224"/>
                    <a:gd name="T68" fmla="*/ 175 w 252"/>
                    <a:gd name="T69" fmla="*/ 154 h 224"/>
                    <a:gd name="T70" fmla="*/ 204 w 252"/>
                    <a:gd name="T71" fmla="*/ 152 h 224"/>
                    <a:gd name="T72" fmla="*/ 201 w 252"/>
                    <a:gd name="T73" fmla="*/ 138 h 224"/>
                    <a:gd name="T74" fmla="*/ 222 w 252"/>
                    <a:gd name="T75" fmla="*/ 137 h 224"/>
                    <a:gd name="T76" fmla="*/ 228 w 252"/>
                    <a:gd name="T77" fmla="*/ 123 h 224"/>
                    <a:gd name="T78" fmla="*/ 245 w 252"/>
                    <a:gd name="T79" fmla="*/ 125 h 224"/>
                    <a:gd name="T80" fmla="*/ 248 w 252"/>
                    <a:gd name="T81" fmla="*/ 111 h 224"/>
                    <a:gd name="T82" fmla="*/ 237 w 252"/>
                    <a:gd name="T83" fmla="*/ 72 h 224"/>
                    <a:gd name="T84" fmla="*/ 252 w 252"/>
                    <a:gd name="T85" fmla="*/ 56 h 224"/>
                    <a:gd name="T86" fmla="*/ 231 w 252"/>
                    <a:gd name="T87" fmla="*/ 32 h 224"/>
                    <a:gd name="T88" fmla="*/ 231 w 252"/>
                    <a:gd name="T89" fmla="*/ 4 h 224"/>
                    <a:gd name="T90" fmla="*/ 214 w 252"/>
                    <a:gd name="T91" fmla="*/ 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2" h="224">
                      <a:moveTo>
                        <a:pt x="214" y="0"/>
                      </a:moveTo>
                      <a:cubicBezTo>
                        <a:pt x="206" y="9"/>
                        <a:pt x="206" y="9"/>
                        <a:pt x="206" y="9"/>
                      </a:cubicBezTo>
                      <a:cubicBezTo>
                        <a:pt x="184" y="0"/>
                        <a:pt x="184" y="0"/>
                        <a:pt x="184" y="0"/>
                      </a:cubicBezTo>
                      <a:cubicBezTo>
                        <a:pt x="175" y="8"/>
                        <a:pt x="175" y="8"/>
                        <a:pt x="175" y="8"/>
                      </a:cubicBezTo>
                      <a:cubicBezTo>
                        <a:pt x="164" y="16"/>
                        <a:pt x="164" y="16"/>
                        <a:pt x="164" y="16"/>
                      </a:cubicBezTo>
                      <a:cubicBezTo>
                        <a:pt x="164" y="16"/>
                        <a:pt x="176" y="28"/>
                        <a:pt x="168" y="36"/>
                      </a:cubicBezTo>
                      <a:cubicBezTo>
                        <a:pt x="160" y="44"/>
                        <a:pt x="151" y="24"/>
                        <a:pt x="151" y="24"/>
                      </a:cubicBezTo>
                      <a:cubicBezTo>
                        <a:pt x="151" y="24"/>
                        <a:pt x="135" y="23"/>
                        <a:pt x="131" y="22"/>
                      </a:cubicBezTo>
                      <a:cubicBezTo>
                        <a:pt x="128" y="21"/>
                        <a:pt x="128" y="16"/>
                        <a:pt x="128" y="13"/>
                      </a:cubicBezTo>
                      <a:cubicBezTo>
                        <a:pt x="125" y="15"/>
                        <a:pt x="123" y="16"/>
                        <a:pt x="123" y="16"/>
                      </a:cubicBezTo>
                      <a:cubicBezTo>
                        <a:pt x="123" y="16"/>
                        <a:pt x="106" y="7"/>
                        <a:pt x="101" y="8"/>
                      </a:cubicBezTo>
                      <a:cubicBezTo>
                        <a:pt x="96" y="9"/>
                        <a:pt x="74" y="15"/>
                        <a:pt x="74" y="15"/>
                      </a:cubicBezTo>
                      <a:cubicBezTo>
                        <a:pt x="74" y="15"/>
                        <a:pt x="73" y="5"/>
                        <a:pt x="46" y="10"/>
                      </a:cubicBezTo>
                      <a:cubicBezTo>
                        <a:pt x="19" y="15"/>
                        <a:pt x="19" y="34"/>
                        <a:pt x="19" y="34"/>
                      </a:cubicBezTo>
                      <a:cubicBezTo>
                        <a:pt x="0" y="54"/>
                        <a:pt x="0" y="54"/>
                        <a:pt x="0" y="54"/>
                      </a:cubicBezTo>
                      <a:cubicBezTo>
                        <a:pt x="2" y="79"/>
                        <a:pt x="2" y="79"/>
                        <a:pt x="2" y="79"/>
                      </a:cubicBezTo>
                      <a:cubicBezTo>
                        <a:pt x="9" y="85"/>
                        <a:pt x="9" y="85"/>
                        <a:pt x="9" y="85"/>
                      </a:cubicBezTo>
                      <a:cubicBezTo>
                        <a:pt x="9" y="104"/>
                        <a:pt x="9" y="104"/>
                        <a:pt x="9" y="104"/>
                      </a:cubicBez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17" y="133"/>
                        <a:pt x="17" y="133"/>
                        <a:pt x="17" y="133"/>
                      </a:cubicBezTo>
                      <a:cubicBezTo>
                        <a:pt x="20" y="134"/>
                        <a:pt x="23" y="136"/>
                        <a:pt x="26" y="139"/>
                      </a:cubicBezTo>
                      <a:cubicBezTo>
                        <a:pt x="41" y="156"/>
                        <a:pt x="27" y="168"/>
                        <a:pt x="27" y="168"/>
                      </a:cubicBezTo>
                      <a:cubicBezTo>
                        <a:pt x="27" y="168"/>
                        <a:pt x="36" y="190"/>
                        <a:pt x="46" y="191"/>
                      </a:cubicBezTo>
                      <a:cubicBezTo>
                        <a:pt x="56" y="191"/>
                        <a:pt x="59" y="178"/>
                        <a:pt x="59" y="178"/>
                      </a:cubicBezTo>
                      <a:cubicBezTo>
                        <a:pt x="59" y="178"/>
                        <a:pt x="58" y="202"/>
                        <a:pt x="68" y="204"/>
                      </a:cubicBezTo>
                      <a:cubicBezTo>
                        <a:pt x="79" y="206"/>
                        <a:pt x="89" y="198"/>
                        <a:pt x="91" y="208"/>
                      </a:cubicBezTo>
                      <a:cubicBezTo>
                        <a:pt x="92" y="212"/>
                        <a:pt x="95" y="218"/>
                        <a:pt x="97" y="223"/>
                      </a:cubicBezTo>
                      <a:cubicBezTo>
                        <a:pt x="110" y="224"/>
                        <a:pt x="110" y="224"/>
                        <a:pt x="110" y="224"/>
                      </a:cubicBezTo>
                      <a:cubicBezTo>
                        <a:pt x="112" y="219"/>
                        <a:pt x="124" y="214"/>
                        <a:pt x="139" y="213"/>
                      </a:cubicBezTo>
                      <a:cubicBezTo>
                        <a:pt x="159" y="211"/>
                        <a:pt x="135" y="197"/>
                        <a:pt x="135" y="197"/>
                      </a:cubicBezTo>
                      <a:cubicBezTo>
                        <a:pt x="135" y="197"/>
                        <a:pt x="149" y="197"/>
                        <a:pt x="153" y="197"/>
                      </a:cubicBezTo>
                      <a:cubicBezTo>
                        <a:pt x="157" y="197"/>
                        <a:pt x="159" y="190"/>
                        <a:pt x="169" y="190"/>
                      </a:cubicBezTo>
                      <a:cubicBezTo>
                        <a:pt x="179" y="190"/>
                        <a:pt x="186" y="206"/>
                        <a:pt x="193" y="205"/>
                      </a:cubicBezTo>
                      <a:cubicBezTo>
                        <a:pt x="200" y="204"/>
                        <a:pt x="193" y="194"/>
                        <a:pt x="183" y="186"/>
                      </a:cubicBezTo>
                      <a:cubicBezTo>
                        <a:pt x="173" y="178"/>
                        <a:pt x="173" y="160"/>
                        <a:pt x="175" y="154"/>
                      </a:cubicBezTo>
                      <a:cubicBezTo>
                        <a:pt x="177" y="148"/>
                        <a:pt x="204" y="152"/>
                        <a:pt x="204" y="152"/>
                      </a:cubicBezTo>
                      <a:cubicBezTo>
                        <a:pt x="201" y="138"/>
                        <a:pt x="201" y="138"/>
                        <a:pt x="201" y="138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23" y="126"/>
                        <a:pt x="228" y="123"/>
                      </a:cubicBezTo>
                      <a:cubicBezTo>
                        <a:pt x="233" y="120"/>
                        <a:pt x="245" y="125"/>
                        <a:pt x="245" y="125"/>
                      </a:cubicBezTo>
                      <a:cubicBezTo>
                        <a:pt x="248" y="111"/>
                        <a:pt x="248" y="111"/>
                        <a:pt x="248" y="111"/>
                      </a:cubicBezTo>
                      <a:cubicBezTo>
                        <a:pt x="248" y="111"/>
                        <a:pt x="238" y="75"/>
                        <a:pt x="237" y="72"/>
                      </a:cubicBezTo>
                      <a:cubicBezTo>
                        <a:pt x="236" y="69"/>
                        <a:pt x="252" y="69"/>
                        <a:pt x="252" y="56"/>
                      </a:cubicBezTo>
                      <a:cubicBezTo>
                        <a:pt x="252" y="43"/>
                        <a:pt x="231" y="32"/>
                        <a:pt x="231" y="32"/>
                      </a:cubicBezTo>
                      <a:cubicBezTo>
                        <a:pt x="231" y="4"/>
                        <a:pt x="231" y="4"/>
                        <a:pt x="231" y="4"/>
                      </a:cubicBezTo>
                      <a:lnTo>
                        <a:pt x="214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7" name="Freeform 213"/>
                <p:cNvSpPr>
                  <a:spLocks noEditPoints="1"/>
                </p:cNvSpPr>
                <p:nvPr/>
              </p:nvSpPr>
              <p:spPr bwMode="gray">
                <a:xfrm>
                  <a:off x="6826" y="-14872"/>
                  <a:ext cx="452" cy="671"/>
                </a:xfrm>
                <a:custGeom>
                  <a:avLst/>
                  <a:gdLst>
                    <a:gd name="T0" fmla="*/ 100 w 191"/>
                    <a:gd name="T1" fmla="*/ 267 h 284"/>
                    <a:gd name="T2" fmla="*/ 101 w 191"/>
                    <a:gd name="T3" fmla="*/ 284 h 284"/>
                    <a:gd name="T4" fmla="*/ 100 w 191"/>
                    <a:gd name="T5" fmla="*/ 267 h 284"/>
                    <a:gd name="T6" fmla="*/ 185 w 191"/>
                    <a:gd name="T7" fmla="*/ 165 h 284"/>
                    <a:gd name="T8" fmla="*/ 166 w 191"/>
                    <a:gd name="T9" fmla="*/ 132 h 284"/>
                    <a:gd name="T10" fmla="*/ 162 w 191"/>
                    <a:gd name="T11" fmla="*/ 101 h 284"/>
                    <a:gd name="T12" fmla="*/ 111 w 191"/>
                    <a:gd name="T13" fmla="*/ 50 h 284"/>
                    <a:gd name="T14" fmla="*/ 98 w 191"/>
                    <a:gd name="T15" fmla="*/ 45 h 284"/>
                    <a:gd name="T16" fmla="*/ 82 w 191"/>
                    <a:gd name="T17" fmla="*/ 21 h 284"/>
                    <a:gd name="T18" fmla="*/ 64 w 191"/>
                    <a:gd name="T19" fmla="*/ 0 h 284"/>
                    <a:gd name="T20" fmla="*/ 54 w 191"/>
                    <a:gd name="T21" fmla="*/ 10 h 284"/>
                    <a:gd name="T22" fmla="*/ 16 w 191"/>
                    <a:gd name="T23" fmla="*/ 16 h 284"/>
                    <a:gd name="T24" fmla="*/ 13 w 191"/>
                    <a:gd name="T25" fmla="*/ 29 h 284"/>
                    <a:gd name="T26" fmla="*/ 0 w 191"/>
                    <a:gd name="T27" fmla="*/ 39 h 284"/>
                    <a:gd name="T28" fmla="*/ 8 w 191"/>
                    <a:gd name="T29" fmla="*/ 56 h 284"/>
                    <a:gd name="T30" fmla="*/ 30 w 191"/>
                    <a:gd name="T31" fmla="*/ 64 h 284"/>
                    <a:gd name="T32" fmla="*/ 41 w 191"/>
                    <a:gd name="T33" fmla="*/ 89 h 284"/>
                    <a:gd name="T34" fmla="*/ 6 w 191"/>
                    <a:gd name="T35" fmla="*/ 82 h 284"/>
                    <a:gd name="T36" fmla="*/ 27 w 191"/>
                    <a:gd name="T37" fmla="*/ 102 h 284"/>
                    <a:gd name="T38" fmla="*/ 37 w 191"/>
                    <a:gd name="T39" fmla="*/ 130 h 284"/>
                    <a:gd name="T40" fmla="*/ 60 w 191"/>
                    <a:gd name="T41" fmla="*/ 134 h 284"/>
                    <a:gd name="T42" fmla="*/ 60 w 191"/>
                    <a:gd name="T43" fmla="*/ 153 h 284"/>
                    <a:gd name="T44" fmla="*/ 54 w 191"/>
                    <a:gd name="T45" fmla="*/ 180 h 284"/>
                    <a:gd name="T46" fmla="*/ 74 w 191"/>
                    <a:gd name="T47" fmla="*/ 199 h 284"/>
                    <a:gd name="T48" fmla="*/ 80 w 191"/>
                    <a:gd name="T49" fmla="*/ 222 h 284"/>
                    <a:gd name="T50" fmla="*/ 100 w 191"/>
                    <a:gd name="T51" fmla="*/ 203 h 284"/>
                    <a:gd name="T52" fmla="*/ 133 w 191"/>
                    <a:gd name="T53" fmla="*/ 188 h 284"/>
                    <a:gd name="T54" fmla="*/ 150 w 191"/>
                    <a:gd name="T55" fmla="*/ 193 h 284"/>
                    <a:gd name="T56" fmla="*/ 155 w 191"/>
                    <a:gd name="T57" fmla="*/ 181 h 284"/>
                    <a:gd name="T58" fmla="*/ 185 w 191"/>
                    <a:gd name="T59" fmla="*/ 165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91" h="284">
                      <a:moveTo>
                        <a:pt x="100" y="267"/>
                      </a:moveTo>
                      <a:cubicBezTo>
                        <a:pt x="76" y="275"/>
                        <a:pt x="86" y="284"/>
                        <a:pt x="101" y="284"/>
                      </a:cubicBezTo>
                      <a:cubicBezTo>
                        <a:pt x="120" y="284"/>
                        <a:pt x="124" y="259"/>
                        <a:pt x="100" y="267"/>
                      </a:cubicBezTo>
                      <a:close/>
                      <a:moveTo>
                        <a:pt x="185" y="165"/>
                      </a:moveTo>
                      <a:cubicBezTo>
                        <a:pt x="179" y="146"/>
                        <a:pt x="166" y="132"/>
                        <a:pt x="166" y="132"/>
                      </a:cubicBezTo>
                      <a:cubicBezTo>
                        <a:pt x="166" y="132"/>
                        <a:pt x="171" y="115"/>
                        <a:pt x="162" y="101"/>
                      </a:cubicBezTo>
                      <a:cubicBezTo>
                        <a:pt x="153" y="87"/>
                        <a:pt x="111" y="50"/>
                        <a:pt x="111" y="50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4" y="34"/>
                        <a:pt x="82" y="21"/>
                      </a:cubicBezTo>
                      <a:cubicBezTo>
                        <a:pt x="76" y="14"/>
                        <a:pt x="69" y="6"/>
                        <a:pt x="64" y="0"/>
                      </a:cubicBezTo>
                      <a:cubicBezTo>
                        <a:pt x="54" y="10"/>
                        <a:pt x="54" y="10"/>
                        <a:pt x="54" y="10"/>
                      </a:cubicBezTo>
                      <a:cubicBezTo>
                        <a:pt x="54" y="10"/>
                        <a:pt x="30" y="9"/>
                        <a:pt x="16" y="16"/>
                      </a:cubicBezTo>
                      <a:cubicBezTo>
                        <a:pt x="2" y="24"/>
                        <a:pt x="14" y="26"/>
                        <a:pt x="13" y="29"/>
                      </a:cubicBezTo>
                      <a:cubicBezTo>
                        <a:pt x="12" y="32"/>
                        <a:pt x="0" y="39"/>
                        <a:pt x="0" y="39"/>
                      </a:cubicBezTo>
                      <a:cubicBezTo>
                        <a:pt x="0" y="39"/>
                        <a:pt x="1" y="50"/>
                        <a:pt x="8" y="56"/>
                      </a:cubicBezTo>
                      <a:cubicBezTo>
                        <a:pt x="15" y="62"/>
                        <a:pt x="30" y="64"/>
                        <a:pt x="30" y="64"/>
                      </a:cubicBezTo>
                      <a:cubicBezTo>
                        <a:pt x="41" y="89"/>
                        <a:pt x="41" y="89"/>
                        <a:pt x="41" y="89"/>
                      </a:cubicBezTo>
                      <a:cubicBezTo>
                        <a:pt x="41" y="89"/>
                        <a:pt x="7" y="75"/>
                        <a:pt x="6" y="82"/>
                      </a:cubicBezTo>
                      <a:cubicBezTo>
                        <a:pt x="5" y="89"/>
                        <a:pt x="27" y="102"/>
                        <a:pt x="27" y="102"/>
                      </a:cubicBezTo>
                      <a:cubicBezTo>
                        <a:pt x="37" y="130"/>
                        <a:pt x="37" y="130"/>
                        <a:pt x="37" y="130"/>
                      </a:cubicBezTo>
                      <a:cubicBezTo>
                        <a:pt x="60" y="134"/>
                        <a:pt x="60" y="134"/>
                        <a:pt x="60" y="134"/>
                      </a:cubicBezTo>
                      <a:cubicBezTo>
                        <a:pt x="60" y="153"/>
                        <a:pt x="60" y="153"/>
                        <a:pt x="60" y="153"/>
                      </a:cubicBezTo>
                      <a:cubicBezTo>
                        <a:pt x="60" y="153"/>
                        <a:pt x="49" y="161"/>
                        <a:pt x="54" y="180"/>
                      </a:cubicBezTo>
                      <a:cubicBezTo>
                        <a:pt x="59" y="199"/>
                        <a:pt x="74" y="199"/>
                        <a:pt x="74" y="199"/>
                      </a:cubicBezTo>
                      <a:cubicBezTo>
                        <a:pt x="74" y="199"/>
                        <a:pt x="61" y="225"/>
                        <a:pt x="80" y="222"/>
                      </a:cubicBezTo>
                      <a:cubicBezTo>
                        <a:pt x="99" y="219"/>
                        <a:pt x="100" y="203"/>
                        <a:pt x="100" y="203"/>
                      </a:cubicBezTo>
                      <a:cubicBezTo>
                        <a:pt x="133" y="188"/>
                        <a:pt x="133" y="188"/>
                        <a:pt x="133" y="188"/>
                      </a:cubicBezTo>
                      <a:cubicBezTo>
                        <a:pt x="150" y="193"/>
                        <a:pt x="150" y="193"/>
                        <a:pt x="150" y="193"/>
                      </a:cubicBezTo>
                      <a:cubicBezTo>
                        <a:pt x="155" y="181"/>
                        <a:pt x="155" y="181"/>
                        <a:pt x="155" y="181"/>
                      </a:cubicBezTo>
                      <a:cubicBezTo>
                        <a:pt x="155" y="181"/>
                        <a:pt x="191" y="184"/>
                        <a:pt x="185" y="16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8" name="Freeform 214"/>
                <p:cNvSpPr>
                  <a:spLocks/>
                </p:cNvSpPr>
                <p:nvPr/>
              </p:nvSpPr>
              <p:spPr bwMode="gray">
                <a:xfrm>
                  <a:off x="4566" y="-12838"/>
                  <a:ext cx="954" cy="1110"/>
                </a:xfrm>
                <a:custGeom>
                  <a:avLst/>
                  <a:gdLst>
                    <a:gd name="T0" fmla="*/ 28 w 404"/>
                    <a:gd name="T1" fmla="*/ 124 h 470"/>
                    <a:gd name="T2" fmla="*/ 47 w 404"/>
                    <a:gd name="T3" fmla="*/ 163 h 470"/>
                    <a:gd name="T4" fmla="*/ 68 w 404"/>
                    <a:gd name="T5" fmla="*/ 160 h 470"/>
                    <a:gd name="T6" fmla="*/ 74 w 404"/>
                    <a:gd name="T7" fmla="*/ 196 h 470"/>
                    <a:gd name="T8" fmla="*/ 73 w 404"/>
                    <a:gd name="T9" fmla="*/ 224 h 470"/>
                    <a:gd name="T10" fmla="*/ 88 w 404"/>
                    <a:gd name="T11" fmla="*/ 254 h 470"/>
                    <a:gd name="T12" fmla="*/ 143 w 404"/>
                    <a:gd name="T13" fmla="*/ 245 h 470"/>
                    <a:gd name="T14" fmla="*/ 187 w 404"/>
                    <a:gd name="T15" fmla="*/ 228 h 470"/>
                    <a:gd name="T16" fmla="*/ 215 w 404"/>
                    <a:gd name="T17" fmla="*/ 247 h 470"/>
                    <a:gd name="T18" fmla="*/ 248 w 404"/>
                    <a:gd name="T19" fmla="*/ 298 h 470"/>
                    <a:gd name="T20" fmla="*/ 283 w 404"/>
                    <a:gd name="T21" fmla="*/ 347 h 470"/>
                    <a:gd name="T22" fmla="*/ 294 w 404"/>
                    <a:gd name="T23" fmla="*/ 367 h 470"/>
                    <a:gd name="T24" fmla="*/ 302 w 404"/>
                    <a:gd name="T25" fmla="*/ 425 h 470"/>
                    <a:gd name="T26" fmla="*/ 290 w 404"/>
                    <a:gd name="T27" fmla="*/ 448 h 470"/>
                    <a:gd name="T28" fmla="*/ 327 w 404"/>
                    <a:gd name="T29" fmla="*/ 462 h 470"/>
                    <a:gd name="T30" fmla="*/ 334 w 404"/>
                    <a:gd name="T31" fmla="*/ 434 h 470"/>
                    <a:gd name="T32" fmla="*/ 365 w 404"/>
                    <a:gd name="T33" fmla="*/ 435 h 470"/>
                    <a:gd name="T34" fmla="*/ 390 w 404"/>
                    <a:gd name="T35" fmla="*/ 430 h 470"/>
                    <a:gd name="T36" fmla="*/ 391 w 404"/>
                    <a:gd name="T37" fmla="*/ 410 h 470"/>
                    <a:gd name="T38" fmla="*/ 369 w 404"/>
                    <a:gd name="T39" fmla="*/ 369 h 470"/>
                    <a:gd name="T40" fmla="*/ 361 w 404"/>
                    <a:gd name="T41" fmla="*/ 331 h 470"/>
                    <a:gd name="T42" fmla="*/ 334 w 404"/>
                    <a:gd name="T43" fmla="*/ 299 h 470"/>
                    <a:gd name="T44" fmla="*/ 319 w 404"/>
                    <a:gd name="T45" fmla="*/ 289 h 470"/>
                    <a:gd name="T46" fmla="*/ 285 w 404"/>
                    <a:gd name="T47" fmla="*/ 236 h 470"/>
                    <a:gd name="T48" fmla="*/ 256 w 404"/>
                    <a:gd name="T49" fmla="*/ 203 h 470"/>
                    <a:gd name="T50" fmla="*/ 193 w 404"/>
                    <a:gd name="T51" fmla="*/ 168 h 470"/>
                    <a:gd name="T52" fmla="*/ 218 w 404"/>
                    <a:gd name="T53" fmla="*/ 156 h 470"/>
                    <a:gd name="T54" fmla="*/ 212 w 404"/>
                    <a:gd name="T55" fmla="*/ 112 h 470"/>
                    <a:gd name="T56" fmla="*/ 184 w 404"/>
                    <a:gd name="T57" fmla="*/ 79 h 470"/>
                    <a:gd name="T58" fmla="*/ 160 w 404"/>
                    <a:gd name="T59" fmla="*/ 90 h 470"/>
                    <a:gd name="T60" fmla="*/ 128 w 404"/>
                    <a:gd name="T61" fmla="*/ 63 h 470"/>
                    <a:gd name="T62" fmla="*/ 118 w 404"/>
                    <a:gd name="T63" fmla="*/ 40 h 470"/>
                    <a:gd name="T64" fmla="*/ 91 w 404"/>
                    <a:gd name="T65" fmla="*/ 2 h 470"/>
                    <a:gd name="T66" fmla="*/ 60 w 404"/>
                    <a:gd name="T67" fmla="*/ 22 h 470"/>
                    <a:gd name="T68" fmla="*/ 79 w 404"/>
                    <a:gd name="T69" fmla="*/ 72 h 470"/>
                    <a:gd name="T70" fmla="*/ 48 w 404"/>
                    <a:gd name="T71" fmla="*/ 57 h 470"/>
                    <a:gd name="T72" fmla="*/ 26 w 404"/>
                    <a:gd name="T73" fmla="*/ 74 h 470"/>
                    <a:gd name="T74" fmla="*/ 26 w 404"/>
                    <a:gd name="T75" fmla="*/ 89 h 470"/>
                    <a:gd name="T76" fmla="*/ 2 w 404"/>
                    <a:gd name="T77" fmla="*/ 110 h 4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04" h="470">
                      <a:moveTo>
                        <a:pt x="17" y="121"/>
                      </a:moveTo>
                      <a:cubicBezTo>
                        <a:pt x="17" y="121"/>
                        <a:pt x="27" y="116"/>
                        <a:pt x="28" y="124"/>
                      </a:cubicBezTo>
                      <a:cubicBezTo>
                        <a:pt x="29" y="132"/>
                        <a:pt x="22" y="153"/>
                        <a:pt x="28" y="158"/>
                      </a:cubicBezTo>
                      <a:cubicBezTo>
                        <a:pt x="34" y="163"/>
                        <a:pt x="47" y="163"/>
                        <a:pt x="47" y="163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68" y="146"/>
                        <a:pt x="68" y="160"/>
                      </a:cubicBezTo>
                      <a:cubicBezTo>
                        <a:pt x="68" y="174"/>
                        <a:pt x="66" y="180"/>
                        <a:pt x="66" y="180"/>
                      </a:cubicBezTo>
                      <a:cubicBezTo>
                        <a:pt x="66" y="180"/>
                        <a:pt x="74" y="187"/>
                        <a:pt x="74" y="196"/>
                      </a:cubicBezTo>
                      <a:cubicBezTo>
                        <a:pt x="74" y="205"/>
                        <a:pt x="60" y="216"/>
                        <a:pt x="60" y="216"/>
                      </a:cubicBezTo>
                      <a:cubicBezTo>
                        <a:pt x="60" y="216"/>
                        <a:pt x="73" y="215"/>
                        <a:pt x="73" y="224"/>
                      </a:cubicBezTo>
                      <a:cubicBezTo>
                        <a:pt x="73" y="233"/>
                        <a:pt x="49" y="264"/>
                        <a:pt x="59" y="267"/>
                      </a:cubicBezTo>
                      <a:cubicBezTo>
                        <a:pt x="69" y="270"/>
                        <a:pt x="88" y="254"/>
                        <a:pt x="88" y="254"/>
                      </a:cubicBezTo>
                      <a:cubicBezTo>
                        <a:pt x="88" y="254"/>
                        <a:pt x="101" y="229"/>
                        <a:pt x="108" y="231"/>
                      </a:cubicBezTo>
                      <a:cubicBezTo>
                        <a:pt x="115" y="233"/>
                        <a:pt x="129" y="244"/>
                        <a:pt x="143" y="245"/>
                      </a:cubicBezTo>
                      <a:cubicBezTo>
                        <a:pt x="157" y="246"/>
                        <a:pt x="154" y="221"/>
                        <a:pt x="164" y="220"/>
                      </a:cubicBezTo>
                      <a:cubicBezTo>
                        <a:pt x="174" y="219"/>
                        <a:pt x="187" y="228"/>
                        <a:pt x="187" y="228"/>
                      </a:cubicBezTo>
                      <a:cubicBezTo>
                        <a:pt x="187" y="228"/>
                        <a:pt x="194" y="226"/>
                        <a:pt x="202" y="228"/>
                      </a:cubicBezTo>
                      <a:cubicBezTo>
                        <a:pt x="210" y="230"/>
                        <a:pt x="197" y="236"/>
                        <a:pt x="215" y="247"/>
                      </a:cubicBezTo>
                      <a:cubicBezTo>
                        <a:pt x="233" y="258"/>
                        <a:pt x="247" y="270"/>
                        <a:pt x="247" y="270"/>
                      </a:cubicBezTo>
                      <a:cubicBezTo>
                        <a:pt x="248" y="298"/>
                        <a:pt x="248" y="298"/>
                        <a:pt x="248" y="298"/>
                      </a:cubicBezTo>
                      <a:cubicBezTo>
                        <a:pt x="248" y="298"/>
                        <a:pt x="255" y="318"/>
                        <a:pt x="260" y="327"/>
                      </a:cubicBezTo>
                      <a:cubicBezTo>
                        <a:pt x="265" y="336"/>
                        <a:pt x="283" y="343"/>
                        <a:pt x="283" y="347"/>
                      </a:cubicBezTo>
                      <a:cubicBezTo>
                        <a:pt x="283" y="351"/>
                        <a:pt x="285" y="364"/>
                        <a:pt x="285" y="364"/>
                      </a:cubicBezTo>
                      <a:cubicBezTo>
                        <a:pt x="285" y="364"/>
                        <a:pt x="288" y="357"/>
                        <a:pt x="294" y="367"/>
                      </a:cubicBezTo>
                      <a:cubicBezTo>
                        <a:pt x="300" y="377"/>
                        <a:pt x="285" y="390"/>
                        <a:pt x="287" y="394"/>
                      </a:cubicBezTo>
                      <a:cubicBezTo>
                        <a:pt x="289" y="398"/>
                        <a:pt x="312" y="413"/>
                        <a:pt x="302" y="425"/>
                      </a:cubicBezTo>
                      <a:cubicBezTo>
                        <a:pt x="296" y="432"/>
                        <a:pt x="291" y="436"/>
                        <a:pt x="287" y="439"/>
                      </a:cubicBezTo>
                      <a:cubicBezTo>
                        <a:pt x="287" y="442"/>
                        <a:pt x="287" y="447"/>
                        <a:pt x="290" y="448"/>
                      </a:cubicBezTo>
                      <a:cubicBezTo>
                        <a:pt x="294" y="449"/>
                        <a:pt x="310" y="450"/>
                        <a:pt x="310" y="450"/>
                      </a:cubicBezTo>
                      <a:cubicBezTo>
                        <a:pt x="310" y="450"/>
                        <a:pt x="319" y="470"/>
                        <a:pt x="327" y="462"/>
                      </a:cubicBezTo>
                      <a:cubicBezTo>
                        <a:pt x="335" y="454"/>
                        <a:pt x="323" y="442"/>
                        <a:pt x="323" y="442"/>
                      </a:cubicBezTo>
                      <a:cubicBezTo>
                        <a:pt x="334" y="434"/>
                        <a:pt x="334" y="434"/>
                        <a:pt x="334" y="434"/>
                      </a:cubicBezTo>
                      <a:cubicBezTo>
                        <a:pt x="343" y="426"/>
                        <a:pt x="343" y="426"/>
                        <a:pt x="343" y="426"/>
                      </a:cubicBezTo>
                      <a:cubicBezTo>
                        <a:pt x="365" y="435"/>
                        <a:pt x="365" y="435"/>
                        <a:pt x="365" y="435"/>
                      </a:cubicBezTo>
                      <a:cubicBezTo>
                        <a:pt x="373" y="426"/>
                        <a:pt x="373" y="426"/>
                        <a:pt x="373" y="426"/>
                      </a:cubicBezTo>
                      <a:cubicBezTo>
                        <a:pt x="390" y="430"/>
                        <a:pt x="390" y="430"/>
                        <a:pt x="390" y="430"/>
                      </a:cubicBezTo>
                      <a:cubicBezTo>
                        <a:pt x="390" y="430"/>
                        <a:pt x="396" y="431"/>
                        <a:pt x="400" y="423"/>
                      </a:cubicBezTo>
                      <a:cubicBezTo>
                        <a:pt x="404" y="415"/>
                        <a:pt x="391" y="410"/>
                        <a:pt x="391" y="410"/>
                      </a:cubicBezTo>
                      <a:cubicBezTo>
                        <a:pt x="402" y="389"/>
                        <a:pt x="402" y="389"/>
                        <a:pt x="402" y="389"/>
                      </a:cubicBezTo>
                      <a:cubicBezTo>
                        <a:pt x="402" y="389"/>
                        <a:pt x="383" y="380"/>
                        <a:pt x="369" y="369"/>
                      </a:cubicBezTo>
                      <a:cubicBezTo>
                        <a:pt x="355" y="358"/>
                        <a:pt x="369" y="355"/>
                        <a:pt x="377" y="350"/>
                      </a:cubicBezTo>
                      <a:cubicBezTo>
                        <a:pt x="385" y="345"/>
                        <a:pt x="361" y="331"/>
                        <a:pt x="361" y="331"/>
                      </a:cubicBezTo>
                      <a:cubicBezTo>
                        <a:pt x="361" y="331"/>
                        <a:pt x="351" y="330"/>
                        <a:pt x="344" y="323"/>
                      </a:cubicBezTo>
                      <a:cubicBezTo>
                        <a:pt x="337" y="316"/>
                        <a:pt x="334" y="299"/>
                        <a:pt x="334" y="299"/>
                      </a:cubicBezTo>
                      <a:cubicBezTo>
                        <a:pt x="320" y="300"/>
                        <a:pt x="320" y="300"/>
                        <a:pt x="320" y="300"/>
                      </a:cubicBezTo>
                      <a:cubicBezTo>
                        <a:pt x="319" y="289"/>
                        <a:pt x="319" y="289"/>
                        <a:pt x="319" y="289"/>
                      </a:cubicBezTo>
                      <a:cubicBezTo>
                        <a:pt x="319" y="289"/>
                        <a:pt x="308" y="278"/>
                        <a:pt x="295" y="267"/>
                      </a:cubicBezTo>
                      <a:cubicBezTo>
                        <a:pt x="282" y="256"/>
                        <a:pt x="285" y="236"/>
                        <a:pt x="285" y="236"/>
                      </a:cubicBezTo>
                      <a:cubicBezTo>
                        <a:pt x="285" y="236"/>
                        <a:pt x="263" y="228"/>
                        <a:pt x="259" y="224"/>
                      </a:cubicBezTo>
                      <a:cubicBezTo>
                        <a:pt x="255" y="220"/>
                        <a:pt x="256" y="203"/>
                        <a:pt x="256" y="203"/>
                      </a:cubicBezTo>
                      <a:cubicBezTo>
                        <a:pt x="256" y="203"/>
                        <a:pt x="238" y="198"/>
                        <a:pt x="232" y="193"/>
                      </a:cubicBezTo>
                      <a:cubicBezTo>
                        <a:pt x="226" y="188"/>
                        <a:pt x="193" y="168"/>
                        <a:pt x="193" y="168"/>
                      </a:cubicBezTo>
                      <a:cubicBezTo>
                        <a:pt x="193" y="168"/>
                        <a:pt x="193" y="156"/>
                        <a:pt x="191" y="152"/>
                      </a:cubicBezTo>
                      <a:cubicBezTo>
                        <a:pt x="189" y="148"/>
                        <a:pt x="218" y="156"/>
                        <a:pt x="218" y="156"/>
                      </a:cubicBezTo>
                      <a:cubicBezTo>
                        <a:pt x="218" y="156"/>
                        <a:pt x="237" y="142"/>
                        <a:pt x="243" y="132"/>
                      </a:cubicBezTo>
                      <a:cubicBezTo>
                        <a:pt x="249" y="122"/>
                        <a:pt x="230" y="120"/>
                        <a:pt x="212" y="112"/>
                      </a:cubicBezTo>
                      <a:cubicBezTo>
                        <a:pt x="194" y="104"/>
                        <a:pt x="214" y="98"/>
                        <a:pt x="214" y="98"/>
                      </a:cubicBezTo>
                      <a:cubicBezTo>
                        <a:pt x="214" y="98"/>
                        <a:pt x="192" y="80"/>
                        <a:pt x="184" y="79"/>
                      </a:cubicBezTo>
                      <a:cubicBezTo>
                        <a:pt x="176" y="78"/>
                        <a:pt x="179" y="90"/>
                        <a:pt x="172" y="98"/>
                      </a:cubicBezTo>
                      <a:cubicBezTo>
                        <a:pt x="165" y="106"/>
                        <a:pt x="160" y="90"/>
                        <a:pt x="160" y="90"/>
                      </a:cubicBezTo>
                      <a:cubicBezTo>
                        <a:pt x="151" y="90"/>
                        <a:pt x="151" y="90"/>
                        <a:pt x="151" y="90"/>
                      </a:cubicBezTo>
                      <a:cubicBezTo>
                        <a:pt x="151" y="90"/>
                        <a:pt x="138" y="76"/>
                        <a:pt x="128" y="63"/>
                      </a:cubicBezTo>
                      <a:cubicBezTo>
                        <a:pt x="118" y="50"/>
                        <a:pt x="131" y="41"/>
                        <a:pt x="127" y="37"/>
                      </a:cubicBezTo>
                      <a:cubicBezTo>
                        <a:pt x="123" y="33"/>
                        <a:pt x="118" y="40"/>
                        <a:pt x="118" y="40"/>
                      </a:cubicBezTo>
                      <a:cubicBezTo>
                        <a:pt x="118" y="40"/>
                        <a:pt x="102" y="22"/>
                        <a:pt x="96" y="15"/>
                      </a:cubicBezTo>
                      <a:cubicBezTo>
                        <a:pt x="93" y="12"/>
                        <a:pt x="92" y="7"/>
                        <a:pt x="91" y="2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0"/>
                        <a:pt x="59" y="9"/>
                        <a:pt x="60" y="22"/>
                      </a:cubicBezTo>
                      <a:cubicBezTo>
                        <a:pt x="61" y="35"/>
                        <a:pt x="79" y="47"/>
                        <a:pt x="79" y="47"/>
                      </a:cubicBezTo>
                      <a:cubicBezTo>
                        <a:pt x="79" y="72"/>
                        <a:pt x="79" y="72"/>
                        <a:pt x="79" y="72"/>
                      </a:cubicBezTo>
                      <a:cubicBezTo>
                        <a:pt x="50" y="70"/>
                        <a:pt x="50" y="70"/>
                        <a:pt x="50" y="70"/>
                      </a:cubicBezTo>
                      <a:cubicBezTo>
                        <a:pt x="48" y="57"/>
                        <a:pt x="48" y="57"/>
                        <a:pt x="48" y="57"/>
                      </a:cubicBez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1" y="82"/>
                        <a:pt x="21" y="82"/>
                        <a:pt x="21" y="82"/>
                      </a:cubicBezTo>
                      <a:cubicBezTo>
                        <a:pt x="26" y="89"/>
                        <a:pt x="26" y="89"/>
                        <a:pt x="26" y="89"/>
                      </a:cubicBezTo>
                      <a:cubicBezTo>
                        <a:pt x="26" y="89"/>
                        <a:pt x="18" y="92"/>
                        <a:pt x="9" y="95"/>
                      </a:cubicBezTo>
                      <a:cubicBezTo>
                        <a:pt x="0" y="98"/>
                        <a:pt x="2" y="110"/>
                        <a:pt x="2" y="110"/>
                      </a:cubicBezTo>
                      <a:cubicBezTo>
                        <a:pt x="6" y="111"/>
                        <a:pt x="17" y="121"/>
                        <a:pt x="17" y="12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9" name="Freeform 215"/>
                <p:cNvSpPr>
                  <a:spLocks/>
                </p:cNvSpPr>
                <p:nvPr/>
              </p:nvSpPr>
              <p:spPr bwMode="gray">
                <a:xfrm>
                  <a:off x="4311" y="-12581"/>
                  <a:ext cx="992" cy="1890"/>
                </a:xfrm>
                <a:custGeom>
                  <a:avLst/>
                  <a:gdLst>
                    <a:gd name="T0" fmla="*/ 402 w 420"/>
                    <a:gd name="T1" fmla="*/ 258 h 800"/>
                    <a:gd name="T2" fmla="*/ 391 w 420"/>
                    <a:gd name="T3" fmla="*/ 238 h 800"/>
                    <a:gd name="T4" fmla="*/ 356 w 420"/>
                    <a:gd name="T5" fmla="*/ 189 h 800"/>
                    <a:gd name="T6" fmla="*/ 323 w 420"/>
                    <a:gd name="T7" fmla="*/ 138 h 800"/>
                    <a:gd name="T8" fmla="*/ 295 w 420"/>
                    <a:gd name="T9" fmla="*/ 119 h 800"/>
                    <a:gd name="T10" fmla="*/ 251 w 420"/>
                    <a:gd name="T11" fmla="*/ 136 h 800"/>
                    <a:gd name="T12" fmla="*/ 196 w 420"/>
                    <a:gd name="T13" fmla="*/ 145 h 800"/>
                    <a:gd name="T14" fmla="*/ 181 w 420"/>
                    <a:gd name="T15" fmla="*/ 115 h 800"/>
                    <a:gd name="T16" fmla="*/ 182 w 420"/>
                    <a:gd name="T17" fmla="*/ 87 h 800"/>
                    <a:gd name="T18" fmla="*/ 176 w 420"/>
                    <a:gd name="T19" fmla="*/ 51 h 800"/>
                    <a:gd name="T20" fmla="*/ 155 w 420"/>
                    <a:gd name="T21" fmla="*/ 54 h 800"/>
                    <a:gd name="T22" fmla="*/ 136 w 420"/>
                    <a:gd name="T23" fmla="*/ 15 h 800"/>
                    <a:gd name="T24" fmla="*/ 110 w 420"/>
                    <a:gd name="T25" fmla="*/ 1 h 800"/>
                    <a:gd name="T26" fmla="*/ 82 w 420"/>
                    <a:gd name="T27" fmla="*/ 21 h 800"/>
                    <a:gd name="T28" fmla="*/ 53 w 420"/>
                    <a:gd name="T29" fmla="*/ 43 h 800"/>
                    <a:gd name="T30" fmla="*/ 19 w 420"/>
                    <a:gd name="T31" fmla="*/ 64 h 800"/>
                    <a:gd name="T32" fmla="*/ 17 w 420"/>
                    <a:gd name="T33" fmla="*/ 102 h 800"/>
                    <a:gd name="T34" fmla="*/ 8 w 420"/>
                    <a:gd name="T35" fmla="*/ 120 h 800"/>
                    <a:gd name="T36" fmla="*/ 22 w 420"/>
                    <a:gd name="T37" fmla="*/ 145 h 800"/>
                    <a:gd name="T38" fmla="*/ 67 w 420"/>
                    <a:gd name="T39" fmla="*/ 188 h 800"/>
                    <a:gd name="T40" fmla="*/ 79 w 420"/>
                    <a:gd name="T41" fmla="*/ 219 h 800"/>
                    <a:gd name="T42" fmla="*/ 73 w 420"/>
                    <a:gd name="T43" fmla="*/ 236 h 800"/>
                    <a:gd name="T44" fmla="*/ 65 w 420"/>
                    <a:gd name="T45" fmla="*/ 279 h 800"/>
                    <a:gd name="T46" fmla="*/ 79 w 420"/>
                    <a:gd name="T47" fmla="*/ 326 h 800"/>
                    <a:gd name="T48" fmla="*/ 112 w 420"/>
                    <a:gd name="T49" fmla="*/ 409 h 800"/>
                    <a:gd name="T50" fmla="*/ 133 w 420"/>
                    <a:gd name="T51" fmla="*/ 450 h 800"/>
                    <a:gd name="T52" fmla="*/ 110 w 420"/>
                    <a:gd name="T53" fmla="*/ 522 h 800"/>
                    <a:gd name="T54" fmla="*/ 98 w 420"/>
                    <a:gd name="T55" fmla="*/ 567 h 800"/>
                    <a:gd name="T56" fmla="*/ 84 w 420"/>
                    <a:gd name="T57" fmla="*/ 676 h 800"/>
                    <a:gd name="T58" fmla="*/ 101 w 420"/>
                    <a:gd name="T59" fmla="*/ 653 h 800"/>
                    <a:gd name="T60" fmla="*/ 132 w 420"/>
                    <a:gd name="T61" fmla="*/ 698 h 800"/>
                    <a:gd name="T62" fmla="*/ 159 w 420"/>
                    <a:gd name="T63" fmla="*/ 743 h 800"/>
                    <a:gd name="T64" fmla="*/ 184 w 420"/>
                    <a:gd name="T65" fmla="*/ 754 h 800"/>
                    <a:gd name="T66" fmla="*/ 198 w 420"/>
                    <a:gd name="T67" fmla="*/ 749 h 800"/>
                    <a:gd name="T68" fmla="*/ 222 w 420"/>
                    <a:gd name="T69" fmla="*/ 765 h 800"/>
                    <a:gd name="T70" fmla="*/ 226 w 420"/>
                    <a:gd name="T71" fmla="*/ 791 h 800"/>
                    <a:gd name="T72" fmla="*/ 268 w 420"/>
                    <a:gd name="T73" fmla="*/ 792 h 800"/>
                    <a:gd name="T74" fmla="*/ 261 w 420"/>
                    <a:gd name="T75" fmla="*/ 755 h 800"/>
                    <a:gd name="T76" fmla="*/ 215 w 420"/>
                    <a:gd name="T77" fmla="*/ 727 h 800"/>
                    <a:gd name="T78" fmla="*/ 190 w 420"/>
                    <a:gd name="T79" fmla="*/ 705 h 800"/>
                    <a:gd name="T80" fmla="*/ 190 w 420"/>
                    <a:gd name="T81" fmla="*/ 679 h 800"/>
                    <a:gd name="T82" fmla="*/ 165 w 420"/>
                    <a:gd name="T83" fmla="*/ 635 h 800"/>
                    <a:gd name="T84" fmla="*/ 131 w 420"/>
                    <a:gd name="T85" fmla="*/ 608 h 800"/>
                    <a:gd name="T86" fmla="*/ 120 w 420"/>
                    <a:gd name="T87" fmla="*/ 524 h 800"/>
                    <a:gd name="T88" fmla="*/ 138 w 420"/>
                    <a:gd name="T89" fmla="*/ 456 h 800"/>
                    <a:gd name="T90" fmla="*/ 147 w 420"/>
                    <a:gd name="T91" fmla="*/ 396 h 800"/>
                    <a:gd name="T92" fmla="*/ 158 w 420"/>
                    <a:gd name="T93" fmla="*/ 374 h 800"/>
                    <a:gd name="T94" fmla="*/ 201 w 420"/>
                    <a:gd name="T95" fmla="*/ 381 h 800"/>
                    <a:gd name="T96" fmla="*/ 199 w 420"/>
                    <a:gd name="T97" fmla="*/ 419 h 800"/>
                    <a:gd name="T98" fmla="*/ 265 w 420"/>
                    <a:gd name="T99" fmla="*/ 457 h 800"/>
                    <a:gd name="T100" fmla="*/ 287 w 420"/>
                    <a:gd name="T101" fmla="*/ 431 h 800"/>
                    <a:gd name="T102" fmla="*/ 276 w 420"/>
                    <a:gd name="T103" fmla="*/ 402 h 800"/>
                    <a:gd name="T104" fmla="*/ 267 w 420"/>
                    <a:gd name="T105" fmla="*/ 371 h 800"/>
                    <a:gd name="T106" fmla="*/ 313 w 420"/>
                    <a:gd name="T107" fmla="*/ 327 h 800"/>
                    <a:gd name="T108" fmla="*/ 368 w 420"/>
                    <a:gd name="T109" fmla="*/ 325 h 800"/>
                    <a:gd name="T110" fmla="*/ 410 w 420"/>
                    <a:gd name="T111" fmla="*/ 316 h 8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20" h="800">
                      <a:moveTo>
                        <a:pt x="395" y="285"/>
                      </a:moveTo>
                      <a:cubicBezTo>
                        <a:pt x="393" y="281"/>
                        <a:pt x="408" y="268"/>
                        <a:pt x="402" y="258"/>
                      </a:cubicBezTo>
                      <a:cubicBezTo>
                        <a:pt x="396" y="248"/>
                        <a:pt x="393" y="255"/>
                        <a:pt x="393" y="255"/>
                      </a:cubicBezTo>
                      <a:cubicBezTo>
                        <a:pt x="393" y="255"/>
                        <a:pt x="391" y="242"/>
                        <a:pt x="391" y="238"/>
                      </a:cubicBezTo>
                      <a:cubicBezTo>
                        <a:pt x="391" y="234"/>
                        <a:pt x="373" y="227"/>
                        <a:pt x="368" y="218"/>
                      </a:cubicBezTo>
                      <a:cubicBezTo>
                        <a:pt x="363" y="209"/>
                        <a:pt x="356" y="189"/>
                        <a:pt x="356" y="189"/>
                      </a:cubicBezTo>
                      <a:cubicBezTo>
                        <a:pt x="355" y="161"/>
                        <a:pt x="355" y="161"/>
                        <a:pt x="355" y="161"/>
                      </a:cubicBezTo>
                      <a:cubicBezTo>
                        <a:pt x="355" y="161"/>
                        <a:pt x="341" y="149"/>
                        <a:pt x="323" y="138"/>
                      </a:cubicBezTo>
                      <a:cubicBezTo>
                        <a:pt x="305" y="127"/>
                        <a:pt x="318" y="121"/>
                        <a:pt x="310" y="119"/>
                      </a:cubicBezTo>
                      <a:cubicBezTo>
                        <a:pt x="302" y="117"/>
                        <a:pt x="295" y="119"/>
                        <a:pt x="295" y="119"/>
                      </a:cubicBezTo>
                      <a:cubicBezTo>
                        <a:pt x="295" y="119"/>
                        <a:pt x="282" y="110"/>
                        <a:pt x="272" y="111"/>
                      </a:cubicBezTo>
                      <a:cubicBezTo>
                        <a:pt x="262" y="112"/>
                        <a:pt x="265" y="137"/>
                        <a:pt x="251" y="136"/>
                      </a:cubicBezTo>
                      <a:cubicBezTo>
                        <a:pt x="237" y="135"/>
                        <a:pt x="223" y="124"/>
                        <a:pt x="216" y="122"/>
                      </a:cubicBezTo>
                      <a:cubicBezTo>
                        <a:pt x="209" y="120"/>
                        <a:pt x="196" y="145"/>
                        <a:pt x="196" y="145"/>
                      </a:cubicBezTo>
                      <a:cubicBezTo>
                        <a:pt x="196" y="145"/>
                        <a:pt x="177" y="161"/>
                        <a:pt x="167" y="158"/>
                      </a:cubicBezTo>
                      <a:cubicBezTo>
                        <a:pt x="157" y="155"/>
                        <a:pt x="181" y="124"/>
                        <a:pt x="181" y="115"/>
                      </a:cubicBezTo>
                      <a:cubicBezTo>
                        <a:pt x="181" y="106"/>
                        <a:pt x="168" y="107"/>
                        <a:pt x="168" y="107"/>
                      </a:cubicBezTo>
                      <a:cubicBezTo>
                        <a:pt x="168" y="107"/>
                        <a:pt x="182" y="96"/>
                        <a:pt x="182" y="87"/>
                      </a:cubicBezTo>
                      <a:cubicBezTo>
                        <a:pt x="182" y="78"/>
                        <a:pt x="174" y="71"/>
                        <a:pt x="174" y="71"/>
                      </a:cubicBezTo>
                      <a:cubicBezTo>
                        <a:pt x="174" y="71"/>
                        <a:pt x="176" y="65"/>
                        <a:pt x="176" y="51"/>
                      </a:cubicBezTo>
                      <a:cubicBezTo>
                        <a:pt x="176" y="37"/>
                        <a:pt x="153" y="46"/>
                        <a:pt x="153" y="46"/>
                      </a:cubicBezTo>
                      <a:cubicBezTo>
                        <a:pt x="155" y="54"/>
                        <a:pt x="155" y="54"/>
                        <a:pt x="155" y="54"/>
                      </a:cubicBezTo>
                      <a:cubicBezTo>
                        <a:pt x="155" y="54"/>
                        <a:pt x="142" y="54"/>
                        <a:pt x="136" y="49"/>
                      </a:cubicBezTo>
                      <a:cubicBezTo>
                        <a:pt x="130" y="44"/>
                        <a:pt x="137" y="23"/>
                        <a:pt x="136" y="15"/>
                      </a:cubicBezTo>
                      <a:cubicBezTo>
                        <a:pt x="135" y="7"/>
                        <a:pt x="125" y="12"/>
                        <a:pt x="125" y="12"/>
                      </a:cubicBezTo>
                      <a:cubicBezTo>
                        <a:pt x="125" y="12"/>
                        <a:pt x="114" y="2"/>
                        <a:pt x="110" y="1"/>
                      </a:cubicBezTo>
                      <a:cubicBezTo>
                        <a:pt x="106" y="0"/>
                        <a:pt x="87" y="6"/>
                        <a:pt x="87" y="6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65" y="22"/>
                        <a:pt x="65" y="22"/>
                        <a:pt x="65" y="22"/>
                      </a:cubicBezTo>
                      <a:cubicBezTo>
                        <a:pt x="65" y="22"/>
                        <a:pt x="63" y="40"/>
                        <a:pt x="53" y="43"/>
                      </a:cubicBezTo>
                      <a:cubicBezTo>
                        <a:pt x="43" y="46"/>
                        <a:pt x="34" y="35"/>
                        <a:pt x="23" y="37"/>
                      </a:cubicBezTo>
                      <a:cubicBezTo>
                        <a:pt x="12" y="39"/>
                        <a:pt x="20" y="55"/>
                        <a:pt x="19" y="64"/>
                      </a:cubicBezTo>
                      <a:cubicBezTo>
                        <a:pt x="18" y="73"/>
                        <a:pt x="8" y="74"/>
                        <a:pt x="7" y="78"/>
                      </a:cubicBezTo>
                      <a:cubicBezTo>
                        <a:pt x="6" y="82"/>
                        <a:pt x="17" y="93"/>
                        <a:pt x="17" y="102"/>
                      </a:cubicBezTo>
                      <a:cubicBezTo>
                        <a:pt x="17" y="111"/>
                        <a:pt x="6" y="105"/>
                        <a:pt x="3" y="108"/>
                      </a:cubicBezTo>
                      <a:cubicBezTo>
                        <a:pt x="0" y="111"/>
                        <a:pt x="3" y="116"/>
                        <a:pt x="8" y="120"/>
                      </a:cubicBezTo>
                      <a:cubicBezTo>
                        <a:pt x="13" y="124"/>
                        <a:pt x="26" y="130"/>
                        <a:pt x="26" y="130"/>
                      </a:cubicBezTo>
                      <a:cubicBezTo>
                        <a:pt x="22" y="145"/>
                        <a:pt x="22" y="145"/>
                        <a:pt x="22" y="145"/>
                      </a:cubicBezTo>
                      <a:cubicBezTo>
                        <a:pt x="22" y="145"/>
                        <a:pt x="27" y="148"/>
                        <a:pt x="30" y="158"/>
                      </a:cubicBezTo>
                      <a:cubicBezTo>
                        <a:pt x="33" y="168"/>
                        <a:pt x="59" y="177"/>
                        <a:pt x="67" y="188"/>
                      </a:cubicBezTo>
                      <a:cubicBezTo>
                        <a:pt x="75" y="199"/>
                        <a:pt x="61" y="194"/>
                        <a:pt x="66" y="206"/>
                      </a:cubicBezTo>
                      <a:cubicBezTo>
                        <a:pt x="71" y="218"/>
                        <a:pt x="79" y="219"/>
                        <a:pt x="79" y="219"/>
                      </a:cubicBezTo>
                      <a:cubicBezTo>
                        <a:pt x="79" y="219"/>
                        <a:pt x="85" y="211"/>
                        <a:pt x="85" y="224"/>
                      </a:cubicBezTo>
                      <a:cubicBezTo>
                        <a:pt x="85" y="237"/>
                        <a:pt x="73" y="236"/>
                        <a:pt x="73" y="236"/>
                      </a:cubicBezTo>
                      <a:cubicBezTo>
                        <a:pt x="73" y="236"/>
                        <a:pt x="76" y="247"/>
                        <a:pt x="76" y="253"/>
                      </a:cubicBezTo>
                      <a:cubicBezTo>
                        <a:pt x="76" y="259"/>
                        <a:pt x="75" y="269"/>
                        <a:pt x="65" y="279"/>
                      </a:cubicBezTo>
                      <a:cubicBezTo>
                        <a:pt x="55" y="289"/>
                        <a:pt x="63" y="302"/>
                        <a:pt x="63" y="302"/>
                      </a:cubicBezTo>
                      <a:cubicBezTo>
                        <a:pt x="63" y="302"/>
                        <a:pt x="75" y="316"/>
                        <a:pt x="79" y="326"/>
                      </a:cubicBezTo>
                      <a:cubicBezTo>
                        <a:pt x="83" y="336"/>
                        <a:pt x="105" y="349"/>
                        <a:pt x="109" y="364"/>
                      </a:cubicBezTo>
                      <a:cubicBezTo>
                        <a:pt x="113" y="379"/>
                        <a:pt x="108" y="403"/>
                        <a:pt x="112" y="409"/>
                      </a:cubicBezTo>
                      <a:cubicBezTo>
                        <a:pt x="116" y="415"/>
                        <a:pt x="131" y="427"/>
                        <a:pt x="131" y="427"/>
                      </a:cubicBezTo>
                      <a:cubicBezTo>
                        <a:pt x="131" y="427"/>
                        <a:pt x="129" y="437"/>
                        <a:pt x="133" y="450"/>
                      </a:cubicBezTo>
                      <a:cubicBezTo>
                        <a:pt x="137" y="463"/>
                        <a:pt x="130" y="488"/>
                        <a:pt x="127" y="498"/>
                      </a:cubicBezTo>
                      <a:cubicBezTo>
                        <a:pt x="124" y="508"/>
                        <a:pt x="119" y="515"/>
                        <a:pt x="110" y="522"/>
                      </a:cubicBezTo>
                      <a:cubicBezTo>
                        <a:pt x="101" y="529"/>
                        <a:pt x="109" y="536"/>
                        <a:pt x="108" y="545"/>
                      </a:cubicBezTo>
                      <a:cubicBezTo>
                        <a:pt x="107" y="554"/>
                        <a:pt x="98" y="567"/>
                        <a:pt x="98" y="567"/>
                      </a:cubicBezTo>
                      <a:cubicBezTo>
                        <a:pt x="98" y="567"/>
                        <a:pt x="86" y="599"/>
                        <a:pt x="84" y="615"/>
                      </a:cubicBezTo>
                      <a:cubicBezTo>
                        <a:pt x="82" y="631"/>
                        <a:pt x="84" y="676"/>
                        <a:pt x="84" y="676"/>
                      </a:cubicBezTo>
                      <a:cubicBezTo>
                        <a:pt x="84" y="676"/>
                        <a:pt x="94" y="686"/>
                        <a:pt x="96" y="676"/>
                      </a:cubicBezTo>
                      <a:cubicBezTo>
                        <a:pt x="97" y="666"/>
                        <a:pt x="97" y="642"/>
                        <a:pt x="101" y="653"/>
                      </a:cubicBezTo>
                      <a:cubicBezTo>
                        <a:pt x="104" y="665"/>
                        <a:pt x="96" y="665"/>
                        <a:pt x="110" y="667"/>
                      </a:cubicBezTo>
                      <a:cubicBezTo>
                        <a:pt x="124" y="668"/>
                        <a:pt x="132" y="698"/>
                        <a:pt x="132" y="698"/>
                      </a:cubicBezTo>
                      <a:cubicBezTo>
                        <a:pt x="155" y="718"/>
                        <a:pt x="155" y="718"/>
                        <a:pt x="155" y="718"/>
                      </a:cubicBezTo>
                      <a:cubicBezTo>
                        <a:pt x="155" y="718"/>
                        <a:pt x="150" y="729"/>
                        <a:pt x="159" y="743"/>
                      </a:cubicBezTo>
                      <a:cubicBezTo>
                        <a:pt x="165" y="754"/>
                        <a:pt x="173" y="762"/>
                        <a:pt x="177" y="766"/>
                      </a:cubicBezTo>
                      <a:cubicBezTo>
                        <a:pt x="181" y="762"/>
                        <a:pt x="184" y="758"/>
                        <a:pt x="184" y="754"/>
                      </a:cubicBezTo>
                      <a:cubicBezTo>
                        <a:pt x="183" y="745"/>
                        <a:pt x="182" y="739"/>
                        <a:pt x="189" y="738"/>
                      </a:cubicBezTo>
                      <a:cubicBezTo>
                        <a:pt x="196" y="737"/>
                        <a:pt x="198" y="749"/>
                        <a:pt x="198" y="749"/>
                      </a:cubicBezTo>
                      <a:cubicBezTo>
                        <a:pt x="198" y="749"/>
                        <a:pt x="209" y="749"/>
                        <a:pt x="216" y="753"/>
                      </a:cubicBezTo>
                      <a:cubicBezTo>
                        <a:pt x="223" y="757"/>
                        <a:pt x="222" y="765"/>
                        <a:pt x="222" y="765"/>
                      </a:cubicBezTo>
                      <a:cubicBezTo>
                        <a:pt x="222" y="765"/>
                        <a:pt x="229" y="763"/>
                        <a:pt x="229" y="769"/>
                      </a:cubicBezTo>
                      <a:cubicBezTo>
                        <a:pt x="229" y="775"/>
                        <a:pt x="213" y="787"/>
                        <a:pt x="226" y="791"/>
                      </a:cubicBezTo>
                      <a:cubicBezTo>
                        <a:pt x="239" y="795"/>
                        <a:pt x="238" y="785"/>
                        <a:pt x="249" y="784"/>
                      </a:cubicBezTo>
                      <a:cubicBezTo>
                        <a:pt x="260" y="783"/>
                        <a:pt x="262" y="800"/>
                        <a:pt x="268" y="792"/>
                      </a:cubicBezTo>
                      <a:cubicBezTo>
                        <a:pt x="272" y="787"/>
                        <a:pt x="277" y="776"/>
                        <a:pt x="280" y="768"/>
                      </a:cubicBezTo>
                      <a:cubicBezTo>
                        <a:pt x="271" y="761"/>
                        <a:pt x="261" y="755"/>
                        <a:pt x="261" y="755"/>
                      </a:cubicBezTo>
                      <a:cubicBezTo>
                        <a:pt x="261" y="755"/>
                        <a:pt x="256" y="731"/>
                        <a:pt x="253" y="721"/>
                      </a:cubicBezTo>
                      <a:cubicBezTo>
                        <a:pt x="250" y="711"/>
                        <a:pt x="223" y="731"/>
                        <a:pt x="215" y="727"/>
                      </a:cubicBezTo>
                      <a:cubicBezTo>
                        <a:pt x="208" y="723"/>
                        <a:pt x="201" y="686"/>
                        <a:pt x="196" y="689"/>
                      </a:cubicBezTo>
                      <a:cubicBezTo>
                        <a:pt x="191" y="693"/>
                        <a:pt x="196" y="704"/>
                        <a:pt x="190" y="705"/>
                      </a:cubicBezTo>
                      <a:cubicBezTo>
                        <a:pt x="184" y="706"/>
                        <a:pt x="169" y="683"/>
                        <a:pt x="177" y="675"/>
                      </a:cubicBezTo>
                      <a:cubicBezTo>
                        <a:pt x="185" y="667"/>
                        <a:pt x="182" y="682"/>
                        <a:pt x="190" y="679"/>
                      </a:cubicBezTo>
                      <a:cubicBezTo>
                        <a:pt x="198" y="676"/>
                        <a:pt x="180" y="645"/>
                        <a:pt x="178" y="639"/>
                      </a:cubicBezTo>
                      <a:cubicBezTo>
                        <a:pt x="176" y="633"/>
                        <a:pt x="165" y="635"/>
                        <a:pt x="165" y="635"/>
                      </a:cubicBezTo>
                      <a:cubicBezTo>
                        <a:pt x="166" y="598"/>
                        <a:pt x="166" y="598"/>
                        <a:pt x="166" y="598"/>
                      </a:cubicBezTo>
                      <a:cubicBezTo>
                        <a:pt x="131" y="608"/>
                        <a:pt x="131" y="608"/>
                        <a:pt x="131" y="608"/>
                      </a:cubicBezTo>
                      <a:cubicBezTo>
                        <a:pt x="131" y="608"/>
                        <a:pt x="127" y="549"/>
                        <a:pt x="126" y="542"/>
                      </a:cubicBezTo>
                      <a:cubicBezTo>
                        <a:pt x="125" y="534"/>
                        <a:pt x="120" y="524"/>
                        <a:pt x="120" y="524"/>
                      </a:cubicBezTo>
                      <a:cubicBezTo>
                        <a:pt x="120" y="524"/>
                        <a:pt x="136" y="516"/>
                        <a:pt x="137" y="498"/>
                      </a:cubicBezTo>
                      <a:cubicBezTo>
                        <a:pt x="138" y="479"/>
                        <a:pt x="138" y="456"/>
                        <a:pt x="138" y="456"/>
                      </a:cubicBezTo>
                      <a:cubicBezTo>
                        <a:pt x="138" y="456"/>
                        <a:pt x="152" y="449"/>
                        <a:pt x="153" y="425"/>
                      </a:cubicBezTo>
                      <a:cubicBezTo>
                        <a:pt x="154" y="400"/>
                        <a:pt x="147" y="396"/>
                        <a:pt x="147" y="396"/>
                      </a:cubicBezTo>
                      <a:cubicBezTo>
                        <a:pt x="151" y="374"/>
                        <a:pt x="151" y="374"/>
                        <a:pt x="151" y="374"/>
                      </a:cubicBezTo>
                      <a:cubicBezTo>
                        <a:pt x="158" y="374"/>
                        <a:pt x="158" y="374"/>
                        <a:pt x="158" y="374"/>
                      </a:cubicBezTo>
                      <a:cubicBezTo>
                        <a:pt x="158" y="374"/>
                        <a:pt x="159" y="366"/>
                        <a:pt x="171" y="367"/>
                      </a:cubicBezTo>
                      <a:cubicBezTo>
                        <a:pt x="182" y="367"/>
                        <a:pt x="201" y="381"/>
                        <a:pt x="201" y="381"/>
                      </a:cubicBezTo>
                      <a:cubicBezTo>
                        <a:pt x="193" y="387"/>
                        <a:pt x="193" y="387"/>
                        <a:pt x="193" y="387"/>
                      </a:cubicBezTo>
                      <a:cubicBezTo>
                        <a:pt x="193" y="387"/>
                        <a:pt x="188" y="419"/>
                        <a:pt x="199" y="419"/>
                      </a:cubicBezTo>
                      <a:cubicBezTo>
                        <a:pt x="211" y="420"/>
                        <a:pt x="247" y="403"/>
                        <a:pt x="247" y="403"/>
                      </a:cubicBezTo>
                      <a:cubicBezTo>
                        <a:pt x="265" y="457"/>
                        <a:pt x="265" y="457"/>
                        <a:pt x="265" y="457"/>
                      </a:cubicBezTo>
                      <a:cubicBezTo>
                        <a:pt x="265" y="457"/>
                        <a:pt x="273" y="445"/>
                        <a:pt x="284" y="450"/>
                      </a:cubicBezTo>
                      <a:cubicBezTo>
                        <a:pt x="287" y="431"/>
                        <a:pt x="287" y="431"/>
                        <a:pt x="287" y="431"/>
                      </a:cubicBezTo>
                      <a:cubicBezTo>
                        <a:pt x="276" y="421"/>
                        <a:pt x="276" y="421"/>
                        <a:pt x="276" y="421"/>
                      </a:cubicBezTo>
                      <a:cubicBezTo>
                        <a:pt x="276" y="402"/>
                        <a:pt x="276" y="402"/>
                        <a:pt x="276" y="402"/>
                      </a:cubicBezTo>
                      <a:cubicBezTo>
                        <a:pt x="269" y="396"/>
                        <a:pt x="269" y="396"/>
                        <a:pt x="269" y="396"/>
                      </a:cubicBezTo>
                      <a:cubicBezTo>
                        <a:pt x="267" y="371"/>
                        <a:pt x="267" y="371"/>
                        <a:pt x="267" y="371"/>
                      </a:cubicBezTo>
                      <a:cubicBezTo>
                        <a:pt x="286" y="351"/>
                        <a:pt x="286" y="351"/>
                        <a:pt x="286" y="351"/>
                      </a:cubicBezTo>
                      <a:cubicBezTo>
                        <a:pt x="286" y="351"/>
                        <a:pt x="286" y="332"/>
                        <a:pt x="313" y="327"/>
                      </a:cubicBezTo>
                      <a:cubicBezTo>
                        <a:pt x="340" y="322"/>
                        <a:pt x="341" y="332"/>
                        <a:pt x="341" y="332"/>
                      </a:cubicBezTo>
                      <a:cubicBezTo>
                        <a:pt x="341" y="332"/>
                        <a:pt x="363" y="326"/>
                        <a:pt x="368" y="325"/>
                      </a:cubicBezTo>
                      <a:cubicBezTo>
                        <a:pt x="373" y="324"/>
                        <a:pt x="390" y="333"/>
                        <a:pt x="390" y="333"/>
                      </a:cubicBezTo>
                      <a:cubicBezTo>
                        <a:pt x="390" y="333"/>
                        <a:pt x="400" y="328"/>
                        <a:pt x="410" y="316"/>
                      </a:cubicBezTo>
                      <a:cubicBezTo>
                        <a:pt x="420" y="304"/>
                        <a:pt x="397" y="289"/>
                        <a:pt x="395" y="28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0" name="Freeform 216"/>
                <p:cNvSpPr>
                  <a:spLocks/>
                </p:cNvSpPr>
                <p:nvPr/>
              </p:nvSpPr>
              <p:spPr bwMode="gray">
                <a:xfrm>
                  <a:off x="4778" y="-12949"/>
                  <a:ext cx="962" cy="1878"/>
                </a:xfrm>
                <a:custGeom>
                  <a:avLst/>
                  <a:gdLst>
                    <a:gd name="T0" fmla="*/ 6 w 407"/>
                    <a:gd name="T1" fmla="*/ 62 h 795"/>
                    <a:gd name="T2" fmla="*/ 37 w 407"/>
                    <a:gd name="T3" fmla="*/ 84 h 795"/>
                    <a:gd name="T4" fmla="*/ 61 w 407"/>
                    <a:gd name="T5" fmla="*/ 137 h 795"/>
                    <a:gd name="T6" fmla="*/ 82 w 407"/>
                    <a:gd name="T7" fmla="*/ 145 h 795"/>
                    <a:gd name="T8" fmla="*/ 124 w 407"/>
                    <a:gd name="T9" fmla="*/ 145 h 795"/>
                    <a:gd name="T10" fmla="*/ 153 w 407"/>
                    <a:gd name="T11" fmla="*/ 179 h 795"/>
                    <a:gd name="T12" fmla="*/ 101 w 407"/>
                    <a:gd name="T13" fmla="*/ 199 h 795"/>
                    <a:gd name="T14" fmla="*/ 142 w 407"/>
                    <a:gd name="T15" fmla="*/ 240 h 795"/>
                    <a:gd name="T16" fmla="*/ 169 w 407"/>
                    <a:gd name="T17" fmla="*/ 271 h 795"/>
                    <a:gd name="T18" fmla="*/ 205 w 407"/>
                    <a:gd name="T19" fmla="*/ 314 h 795"/>
                    <a:gd name="T20" fmla="*/ 230 w 407"/>
                    <a:gd name="T21" fmla="*/ 347 h 795"/>
                    <a:gd name="T22" fmla="*/ 254 w 407"/>
                    <a:gd name="T23" fmla="*/ 370 h 795"/>
                    <a:gd name="T24" fmla="*/ 287 w 407"/>
                    <a:gd name="T25" fmla="*/ 397 h 795"/>
                    <a:gd name="T26" fmla="*/ 312 w 407"/>
                    <a:gd name="T27" fmla="*/ 436 h 795"/>
                    <a:gd name="T28" fmla="*/ 310 w 407"/>
                    <a:gd name="T29" fmla="*/ 470 h 795"/>
                    <a:gd name="T30" fmla="*/ 300 w 407"/>
                    <a:gd name="T31" fmla="*/ 505 h 795"/>
                    <a:gd name="T32" fmla="*/ 306 w 407"/>
                    <a:gd name="T33" fmla="*/ 545 h 795"/>
                    <a:gd name="T34" fmla="*/ 314 w 407"/>
                    <a:gd name="T35" fmla="*/ 598 h 795"/>
                    <a:gd name="T36" fmla="*/ 291 w 407"/>
                    <a:gd name="T37" fmla="*/ 610 h 795"/>
                    <a:gd name="T38" fmla="*/ 273 w 407"/>
                    <a:gd name="T39" fmla="*/ 625 h 795"/>
                    <a:gd name="T40" fmla="*/ 252 w 407"/>
                    <a:gd name="T41" fmla="*/ 659 h 795"/>
                    <a:gd name="T42" fmla="*/ 238 w 407"/>
                    <a:gd name="T43" fmla="*/ 663 h 795"/>
                    <a:gd name="T44" fmla="*/ 204 w 407"/>
                    <a:gd name="T45" fmla="*/ 670 h 795"/>
                    <a:gd name="T46" fmla="*/ 180 w 407"/>
                    <a:gd name="T47" fmla="*/ 703 h 795"/>
                    <a:gd name="T48" fmla="*/ 196 w 407"/>
                    <a:gd name="T49" fmla="*/ 734 h 795"/>
                    <a:gd name="T50" fmla="*/ 194 w 407"/>
                    <a:gd name="T51" fmla="*/ 789 h 795"/>
                    <a:gd name="T52" fmla="*/ 228 w 407"/>
                    <a:gd name="T53" fmla="*/ 783 h 795"/>
                    <a:gd name="T54" fmla="*/ 255 w 407"/>
                    <a:gd name="T55" fmla="*/ 752 h 795"/>
                    <a:gd name="T56" fmla="*/ 285 w 407"/>
                    <a:gd name="T57" fmla="*/ 735 h 795"/>
                    <a:gd name="T58" fmla="*/ 300 w 407"/>
                    <a:gd name="T59" fmla="*/ 693 h 795"/>
                    <a:gd name="T60" fmla="*/ 391 w 407"/>
                    <a:gd name="T61" fmla="*/ 639 h 795"/>
                    <a:gd name="T62" fmla="*/ 385 w 407"/>
                    <a:gd name="T63" fmla="*/ 539 h 795"/>
                    <a:gd name="T64" fmla="*/ 390 w 407"/>
                    <a:gd name="T65" fmla="*/ 485 h 795"/>
                    <a:gd name="T66" fmla="*/ 363 w 407"/>
                    <a:gd name="T67" fmla="*/ 418 h 795"/>
                    <a:gd name="T68" fmla="*/ 256 w 407"/>
                    <a:gd name="T69" fmla="*/ 332 h 795"/>
                    <a:gd name="T70" fmla="*/ 193 w 407"/>
                    <a:gd name="T71" fmla="*/ 235 h 795"/>
                    <a:gd name="T72" fmla="*/ 197 w 407"/>
                    <a:gd name="T73" fmla="*/ 160 h 795"/>
                    <a:gd name="T74" fmla="*/ 229 w 407"/>
                    <a:gd name="T75" fmla="*/ 129 h 795"/>
                    <a:gd name="T76" fmla="*/ 259 w 407"/>
                    <a:gd name="T77" fmla="*/ 100 h 795"/>
                    <a:gd name="T78" fmla="*/ 257 w 407"/>
                    <a:gd name="T79" fmla="*/ 92 h 795"/>
                    <a:gd name="T80" fmla="*/ 218 w 407"/>
                    <a:gd name="T81" fmla="*/ 75 h 795"/>
                    <a:gd name="T82" fmla="*/ 207 w 407"/>
                    <a:gd name="T83" fmla="*/ 61 h 795"/>
                    <a:gd name="T84" fmla="*/ 196 w 407"/>
                    <a:gd name="T85" fmla="*/ 47 h 795"/>
                    <a:gd name="T86" fmla="*/ 182 w 407"/>
                    <a:gd name="T87" fmla="*/ 25 h 795"/>
                    <a:gd name="T88" fmla="*/ 156 w 407"/>
                    <a:gd name="T89" fmla="*/ 22 h 795"/>
                    <a:gd name="T90" fmla="*/ 115 w 407"/>
                    <a:gd name="T91" fmla="*/ 9 h 795"/>
                    <a:gd name="T92" fmla="*/ 95 w 407"/>
                    <a:gd name="T93" fmla="*/ 36 h 795"/>
                    <a:gd name="T94" fmla="*/ 80 w 407"/>
                    <a:gd name="T95" fmla="*/ 29 h 795"/>
                    <a:gd name="T96" fmla="*/ 72 w 407"/>
                    <a:gd name="T97" fmla="*/ 42 h 795"/>
                    <a:gd name="T98" fmla="*/ 58 w 407"/>
                    <a:gd name="T99" fmla="*/ 30 h 795"/>
                    <a:gd name="T100" fmla="*/ 48 w 407"/>
                    <a:gd name="T101" fmla="*/ 31 h 795"/>
                    <a:gd name="T102" fmla="*/ 4 w 407"/>
                    <a:gd name="T103" fmla="*/ 32 h 7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07" h="795">
                      <a:moveTo>
                        <a:pt x="4" y="32"/>
                      </a:moveTo>
                      <a:cubicBezTo>
                        <a:pt x="0" y="40"/>
                        <a:pt x="0" y="55"/>
                        <a:pt x="6" y="62"/>
                      </a:cubicBezTo>
                      <a:cubicBezTo>
                        <a:pt x="12" y="69"/>
                        <a:pt x="28" y="87"/>
                        <a:pt x="28" y="87"/>
                      </a:cubicBezTo>
                      <a:cubicBezTo>
                        <a:pt x="28" y="87"/>
                        <a:pt x="33" y="80"/>
                        <a:pt x="37" y="84"/>
                      </a:cubicBezTo>
                      <a:cubicBezTo>
                        <a:pt x="41" y="88"/>
                        <a:pt x="28" y="97"/>
                        <a:pt x="38" y="110"/>
                      </a:cubicBezTo>
                      <a:cubicBezTo>
                        <a:pt x="48" y="123"/>
                        <a:pt x="61" y="137"/>
                        <a:pt x="61" y="137"/>
                      </a:cubicBezTo>
                      <a:cubicBezTo>
                        <a:pt x="70" y="137"/>
                        <a:pt x="70" y="137"/>
                        <a:pt x="70" y="137"/>
                      </a:cubicBezTo>
                      <a:cubicBezTo>
                        <a:pt x="70" y="137"/>
                        <a:pt x="75" y="153"/>
                        <a:pt x="82" y="145"/>
                      </a:cubicBezTo>
                      <a:cubicBezTo>
                        <a:pt x="89" y="137"/>
                        <a:pt x="86" y="125"/>
                        <a:pt x="94" y="126"/>
                      </a:cubicBezTo>
                      <a:cubicBezTo>
                        <a:pt x="102" y="127"/>
                        <a:pt x="124" y="145"/>
                        <a:pt x="124" y="145"/>
                      </a:cubicBezTo>
                      <a:cubicBezTo>
                        <a:pt x="124" y="145"/>
                        <a:pt x="104" y="151"/>
                        <a:pt x="122" y="159"/>
                      </a:cubicBezTo>
                      <a:cubicBezTo>
                        <a:pt x="140" y="167"/>
                        <a:pt x="159" y="169"/>
                        <a:pt x="153" y="179"/>
                      </a:cubicBezTo>
                      <a:cubicBezTo>
                        <a:pt x="147" y="189"/>
                        <a:pt x="128" y="203"/>
                        <a:pt x="128" y="203"/>
                      </a:cubicBezTo>
                      <a:cubicBezTo>
                        <a:pt x="128" y="203"/>
                        <a:pt x="99" y="195"/>
                        <a:pt x="101" y="199"/>
                      </a:cubicBezTo>
                      <a:cubicBezTo>
                        <a:pt x="103" y="203"/>
                        <a:pt x="103" y="215"/>
                        <a:pt x="103" y="215"/>
                      </a:cubicBezTo>
                      <a:cubicBezTo>
                        <a:pt x="103" y="215"/>
                        <a:pt x="136" y="235"/>
                        <a:pt x="142" y="240"/>
                      </a:cubicBezTo>
                      <a:cubicBezTo>
                        <a:pt x="148" y="245"/>
                        <a:pt x="166" y="250"/>
                        <a:pt x="166" y="250"/>
                      </a:cubicBezTo>
                      <a:cubicBezTo>
                        <a:pt x="166" y="250"/>
                        <a:pt x="165" y="267"/>
                        <a:pt x="169" y="271"/>
                      </a:cubicBezTo>
                      <a:cubicBezTo>
                        <a:pt x="173" y="275"/>
                        <a:pt x="195" y="283"/>
                        <a:pt x="195" y="283"/>
                      </a:cubicBezTo>
                      <a:cubicBezTo>
                        <a:pt x="195" y="283"/>
                        <a:pt x="192" y="303"/>
                        <a:pt x="205" y="314"/>
                      </a:cubicBezTo>
                      <a:cubicBezTo>
                        <a:pt x="218" y="325"/>
                        <a:pt x="229" y="336"/>
                        <a:pt x="229" y="336"/>
                      </a:cubicBezTo>
                      <a:cubicBezTo>
                        <a:pt x="230" y="347"/>
                        <a:pt x="230" y="347"/>
                        <a:pt x="230" y="347"/>
                      </a:cubicBezTo>
                      <a:cubicBezTo>
                        <a:pt x="244" y="346"/>
                        <a:pt x="244" y="346"/>
                        <a:pt x="244" y="346"/>
                      </a:cubicBezTo>
                      <a:cubicBezTo>
                        <a:pt x="244" y="346"/>
                        <a:pt x="247" y="363"/>
                        <a:pt x="254" y="370"/>
                      </a:cubicBezTo>
                      <a:cubicBezTo>
                        <a:pt x="261" y="377"/>
                        <a:pt x="271" y="378"/>
                        <a:pt x="271" y="378"/>
                      </a:cubicBezTo>
                      <a:cubicBezTo>
                        <a:pt x="271" y="378"/>
                        <a:pt x="295" y="392"/>
                        <a:pt x="287" y="397"/>
                      </a:cubicBezTo>
                      <a:cubicBezTo>
                        <a:pt x="279" y="402"/>
                        <a:pt x="265" y="405"/>
                        <a:pt x="279" y="416"/>
                      </a:cubicBezTo>
                      <a:cubicBezTo>
                        <a:pt x="293" y="427"/>
                        <a:pt x="312" y="436"/>
                        <a:pt x="312" y="436"/>
                      </a:cubicBezTo>
                      <a:cubicBezTo>
                        <a:pt x="301" y="457"/>
                        <a:pt x="301" y="457"/>
                        <a:pt x="301" y="457"/>
                      </a:cubicBezTo>
                      <a:cubicBezTo>
                        <a:pt x="301" y="457"/>
                        <a:pt x="314" y="462"/>
                        <a:pt x="310" y="470"/>
                      </a:cubicBezTo>
                      <a:cubicBezTo>
                        <a:pt x="306" y="478"/>
                        <a:pt x="300" y="477"/>
                        <a:pt x="300" y="477"/>
                      </a:cubicBezTo>
                      <a:cubicBezTo>
                        <a:pt x="300" y="505"/>
                        <a:pt x="300" y="505"/>
                        <a:pt x="300" y="505"/>
                      </a:cubicBezTo>
                      <a:cubicBezTo>
                        <a:pt x="300" y="505"/>
                        <a:pt x="321" y="516"/>
                        <a:pt x="321" y="529"/>
                      </a:cubicBezTo>
                      <a:cubicBezTo>
                        <a:pt x="321" y="542"/>
                        <a:pt x="305" y="542"/>
                        <a:pt x="306" y="545"/>
                      </a:cubicBezTo>
                      <a:cubicBezTo>
                        <a:pt x="307" y="548"/>
                        <a:pt x="317" y="584"/>
                        <a:pt x="317" y="584"/>
                      </a:cubicBezTo>
                      <a:cubicBezTo>
                        <a:pt x="314" y="598"/>
                        <a:pt x="314" y="598"/>
                        <a:pt x="314" y="598"/>
                      </a:cubicBezTo>
                      <a:cubicBezTo>
                        <a:pt x="314" y="598"/>
                        <a:pt x="302" y="593"/>
                        <a:pt x="297" y="596"/>
                      </a:cubicBezTo>
                      <a:cubicBezTo>
                        <a:pt x="292" y="599"/>
                        <a:pt x="291" y="610"/>
                        <a:pt x="291" y="610"/>
                      </a:cubicBezTo>
                      <a:cubicBezTo>
                        <a:pt x="270" y="611"/>
                        <a:pt x="270" y="611"/>
                        <a:pt x="270" y="611"/>
                      </a:cubicBezTo>
                      <a:cubicBezTo>
                        <a:pt x="273" y="625"/>
                        <a:pt x="273" y="625"/>
                        <a:pt x="273" y="625"/>
                      </a:cubicBezTo>
                      <a:cubicBezTo>
                        <a:pt x="273" y="625"/>
                        <a:pt x="246" y="621"/>
                        <a:pt x="244" y="627"/>
                      </a:cubicBezTo>
                      <a:cubicBezTo>
                        <a:pt x="242" y="633"/>
                        <a:pt x="242" y="651"/>
                        <a:pt x="252" y="659"/>
                      </a:cubicBezTo>
                      <a:cubicBezTo>
                        <a:pt x="262" y="667"/>
                        <a:pt x="269" y="677"/>
                        <a:pt x="262" y="678"/>
                      </a:cubicBezTo>
                      <a:cubicBezTo>
                        <a:pt x="255" y="679"/>
                        <a:pt x="248" y="663"/>
                        <a:pt x="238" y="663"/>
                      </a:cubicBezTo>
                      <a:cubicBezTo>
                        <a:pt x="228" y="663"/>
                        <a:pt x="226" y="670"/>
                        <a:pt x="222" y="670"/>
                      </a:cubicBezTo>
                      <a:cubicBezTo>
                        <a:pt x="218" y="670"/>
                        <a:pt x="204" y="670"/>
                        <a:pt x="204" y="670"/>
                      </a:cubicBezTo>
                      <a:cubicBezTo>
                        <a:pt x="204" y="670"/>
                        <a:pt x="228" y="684"/>
                        <a:pt x="208" y="686"/>
                      </a:cubicBezTo>
                      <a:cubicBezTo>
                        <a:pt x="188" y="688"/>
                        <a:pt x="174" y="695"/>
                        <a:pt x="180" y="703"/>
                      </a:cubicBezTo>
                      <a:cubicBezTo>
                        <a:pt x="186" y="711"/>
                        <a:pt x="209" y="723"/>
                        <a:pt x="209" y="723"/>
                      </a:cubicBezTo>
                      <a:cubicBezTo>
                        <a:pt x="196" y="734"/>
                        <a:pt x="196" y="734"/>
                        <a:pt x="196" y="734"/>
                      </a:cubicBezTo>
                      <a:cubicBezTo>
                        <a:pt x="196" y="734"/>
                        <a:pt x="210" y="769"/>
                        <a:pt x="203" y="775"/>
                      </a:cubicBezTo>
                      <a:cubicBezTo>
                        <a:pt x="199" y="778"/>
                        <a:pt x="196" y="784"/>
                        <a:pt x="194" y="789"/>
                      </a:cubicBezTo>
                      <a:cubicBezTo>
                        <a:pt x="195" y="789"/>
                        <a:pt x="195" y="789"/>
                        <a:pt x="195" y="789"/>
                      </a:cubicBezTo>
                      <a:cubicBezTo>
                        <a:pt x="204" y="795"/>
                        <a:pt x="218" y="795"/>
                        <a:pt x="228" y="783"/>
                      </a:cubicBezTo>
                      <a:cubicBezTo>
                        <a:pt x="239" y="772"/>
                        <a:pt x="252" y="768"/>
                        <a:pt x="252" y="768"/>
                      </a:cubicBezTo>
                      <a:cubicBezTo>
                        <a:pt x="255" y="752"/>
                        <a:pt x="255" y="752"/>
                        <a:pt x="255" y="752"/>
                      </a:cubicBezTo>
                      <a:cubicBezTo>
                        <a:pt x="255" y="736"/>
                        <a:pt x="255" y="736"/>
                        <a:pt x="255" y="736"/>
                      </a:cubicBezTo>
                      <a:cubicBezTo>
                        <a:pt x="255" y="736"/>
                        <a:pt x="280" y="747"/>
                        <a:pt x="285" y="735"/>
                      </a:cubicBezTo>
                      <a:cubicBezTo>
                        <a:pt x="289" y="723"/>
                        <a:pt x="269" y="711"/>
                        <a:pt x="273" y="708"/>
                      </a:cubicBezTo>
                      <a:cubicBezTo>
                        <a:pt x="277" y="704"/>
                        <a:pt x="300" y="693"/>
                        <a:pt x="300" y="693"/>
                      </a:cubicBezTo>
                      <a:cubicBezTo>
                        <a:pt x="300" y="693"/>
                        <a:pt x="311" y="702"/>
                        <a:pt x="334" y="690"/>
                      </a:cubicBezTo>
                      <a:cubicBezTo>
                        <a:pt x="356" y="679"/>
                        <a:pt x="387" y="656"/>
                        <a:pt x="391" y="639"/>
                      </a:cubicBezTo>
                      <a:cubicBezTo>
                        <a:pt x="394" y="622"/>
                        <a:pt x="407" y="577"/>
                        <a:pt x="405" y="567"/>
                      </a:cubicBezTo>
                      <a:cubicBezTo>
                        <a:pt x="403" y="557"/>
                        <a:pt x="385" y="539"/>
                        <a:pt x="385" y="539"/>
                      </a:cubicBezTo>
                      <a:cubicBezTo>
                        <a:pt x="395" y="535"/>
                        <a:pt x="395" y="535"/>
                        <a:pt x="395" y="535"/>
                      </a:cubicBezTo>
                      <a:cubicBezTo>
                        <a:pt x="395" y="535"/>
                        <a:pt x="395" y="498"/>
                        <a:pt x="390" y="485"/>
                      </a:cubicBezTo>
                      <a:cubicBezTo>
                        <a:pt x="384" y="471"/>
                        <a:pt x="368" y="448"/>
                        <a:pt x="368" y="448"/>
                      </a:cubicBezTo>
                      <a:cubicBezTo>
                        <a:pt x="368" y="448"/>
                        <a:pt x="379" y="434"/>
                        <a:pt x="363" y="418"/>
                      </a:cubicBezTo>
                      <a:cubicBezTo>
                        <a:pt x="347" y="403"/>
                        <a:pt x="302" y="361"/>
                        <a:pt x="288" y="354"/>
                      </a:cubicBezTo>
                      <a:cubicBezTo>
                        <a:pt x="274" y="348"/>
                        <a:pt x="259" y="340"/>
                        <a:pt x="256" y="332"/>
                      </a:cubicBezTo>
                      <a:cubicBezTo>
                        <a:pt x="252" y="325"/>
                        <a:pt x="260" y="319"/>
                        <a:pt x="254" y="309"/>
                      </a:cubicBezTo>
                      <a:cubicBezTo>
                        <a:pt x="248" y="299"/>
                        <a:pt x="200" y="258"/>
                        <a:pt x="193" y="235"/>
                      </a:cubicBezTo>
                      <a:cubicBezTo>
                        <a:pt x="187" y="211"/>
                        <a:pt x="182" y="185"/>
                        <a:pt x="188" y="180"/>
                      </a:cubicBezTo>
                      <a:cubicBezTo>
                        <a:pt x="195" y="176"/>
                        <a:pt x="197" y="160"/>
                        <a:pt x="197" y="160"/>
                      </a:cubicBezTo>
                      <a:cubicBezTo>
                        <a:pt x="197" y="160"/>
                        <a:pt x="215" y="147"/>
                        <a:pt x="220" y="143"/>
                      </a:cubicBezTo>
                      <a:cubicBezTo>
                        <a:pt x="226" y="140"/>
                        <a:pt x="229" y="129"/>
                        <a:pt x="229" y="129"/>
                      </a:cubicBezTo>
                      <a:cubicBezTo>
                        <a:pt x="229" y="129"/>
                        <a:pt x="248" y="132"/>
                        <a:pt x="254" y="127"/>
                      </a:cubicBezTo>
                      <a:cubicBezTo>
                        <a:pt x="259" y="122"/>
                        <a:pt x="259" y="100"/>
                        <a:pt x="259" y="100"/>
                      </a:cubicBezTo>
                      <a:cubicBezTo>
                        <a:pt x="266" y="95"/>
                        <a:pt x="266" y="95"/>
                        <a:pt x="266" y="95"/>
                      </a:cubicBezTo>
                      <a:cubicBezTo>
                        <a:pt x="264" y="94"/>
                        <a:pt x="261" y="92"/>
                        <a:pt x="257" y="92"/>
                      </a:cubicBezTo>
                      <a:cubicBezTo>
                        <a:pt x="249" y="91"/>
                        <a:pt x="236" y="94"/>
                        <a:pt x="229" y="87"/>
                      </a:cubicBezTo>
                      <a:cubicBezTo>
                        <a:pt x="222" y="80"/>
                        <a:pt x="218" y="75"/>
                        <a:pt x="218" y="75"/>
                      </a:cubicBezTo>
                      <a:cubicBezTo>
                        <a:pt x="207" y="74"/>
                        <a:pt x="207" y="74"/>
                        <a:pt x="207" y="74"/>
                      </a:cubicBezTo>
                      <a:cubicBezTo>
                        <a:pt x="207" y="61"/>
                        <a:pt x="207" y="61"/>
                        <a:pt x="207" y="61"/>
                      </a:cubicBezTo>
                      <a:cubicBezTo>
                        <a:pt x="200" y="57"/>
                        <a:pt x="200" y="57"/>
                        <a:pt x="200" y="57"/>
                      </a:cubicBezTo>
                      <a:cubicBezTo>
                        <a:pt x="196" y="47"/>
                        <a:pt x="196" y="47"/>
                        <a:pt x="196" y="47"/>
                      </a:cubicBezTo>
                      <a:cubicBezTo>
                        <a:pt x="196" y="47"/>
                        <a:pt x="212" y="40"/>
                        <a:pt x="207" y="32"/>
                      </a:cubicBezTo>
                      <a:cubicBezTo>
                        <a:pt x="202" y="24"/>
                        <a:pt x="182" y="25"/>
                        <a:pt x="182" y="25"/>
                      </a:cubicBezTo>
                      <a:cubicBezTo>
                        <a:pt x="177" y="17"/>
                        <a:pt x="177" y="17"/>
                        <a:pt x="177" y="17"/>
                      </a:cubicBezTo>
                      <a:cubicBezTo>
                        <a:pt x="156" y="22"/>
                        <a:pt x="156" y="22"/>
                        <a:pt x="156" y="22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cubicBezTo>
                        <a:pt x="134" y="0"/>
                        <a:pt x="119" y="4"/>
                        <a:pt x="115" y="9"/>
                      </a:cubicBezTo>
                      <a:cubicBezTo>
                        <a:pt x="111" y="14"/>
                        <a:pt x="117" y="28"/>
                        <a:pt x="110" y="30"/>
                      </a:cubicBezTo>
                      <a:cubicBezTo>
                        <a:pt x="103" y="32"/>
                        <a:pt x="95" y="36"/>
                        <a:pt x="95" y="36"/>
                      </a:cubicBezTo>
                      <a:cubicBezTo>
                        <a:pt x="91" y="29"/>
                        <a:pt x="91" y="29"/>
                        <a:pt x="91" y="29"/>
                      </a:cubicBezTo>
                      <a:cubicBezTo>
                        <a:pt x="80" y="29"/>
                        <a:pt x="80" y="29"/>
                        <a:pt x="80" y="29"/>
                      </a:cubicBezTo>
                      <a:cubicBezTo>
                        <a:pt x="80" y="29"/>
                        <a:pt x="97" y="45"/>
                        <a:pt x="84" y="46"/>
                      </a:cubicBezTo>
                      <a:cubicBezTo>
                        <a:pt x="71" y="47"/>
                        <a:pt x="72" y="42"/>
                        <a:pt x="72" y="42"/>
                      </a:cubicBezTo>
                      <a:cubicBezTo>
                        <a:pt x="63" y="29"/>
                        <a:pt x="63" y="29"/>
                        <a:pt x="63" y="29"/>
                      </a:cubicBezTo>
                      <a:cubicBezTo>
                        <a:pt x="58" y="30"/>
                        <a:pt x="58" y="30"/>
                        <a:pt x="58" y="30"/>
                      </a:cubicBezTo>
                      <a:cubicBezTo>
                        <a:pt x="59" y="43"/>
                        <a:pt x="59" y="43"/>
                        <a:pt x="59" y="43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48" y="31"/>
                        <a:pt x="39" y="47"/>
                        <a:pt x="33" y="47"/>
                      </a:cubicBezTo>
                      <a:cubicBezTo>
                        <a:pt x="27" y="47"/>
                        <a:pt x="8" y="24"/>
                        <a:pt x="4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1" name="Freeform 217"/>
                <p:cNvSpPr>
                  <a:spLocks/>
                </p:cNvSpPr>
                <p:nvPr/>
              </p:nvSpPr>
              <p:spPr bwMode="gray">
                <a:xfrm>
                  <a:off x="2208" y="-13873"/>
                  <a:ext cx="945" cy="551"/>
                </a:xfrm>
                <a:custGeom>
                  <a:avLst/>
                  <a:gdLst>
                    <a:gd name="T0" fmla="*/ 203 w 400"/>
                    <a:gd name="T1" fmla="*/ 166 h 233"/>
                    <a:gd name="T2" fmla="*/ 213 w 400"/>
                    <a:gd name="T3" fmla="*/ 179 h 233"/>
                    <a:gd name="T4" fmla="*/ 227 w 400"/>
                    <a:gd name="T5" fmla="*/ 176 h 233"/>
                    <a:gd name="T6" fmla="*/ 244 w 400"/>
                    <a:gd name="T7" fmla="*/ 194 h 233"/>
                    <a:gd name="T8" fmla="*/ 262 w 400"/>
                    <a:gd name="T9" fmla="*/ 213 h 233"/>
                    <a:gd name="T10" fmla="*/ 274 w 400"/>
                    <a:gd name="T11" fmla="*/ 204 h 233"/>
                    <a:gd name="T12" fmla="*/ 296 w 400"/>
                    <a:gd name="T13" fmla="*/ 218 h 233"/>
                    <a:gd name="T14" fmla="*/ 313 w 400"/>
                    <a:gd name="T15" fmla="*/ 213 h 233"/>
                    <a:gd name="T16" fmla="*/ 337 w 400"/>
                    <a:gd name="T17" fmla="*/ 230 h 233"/>
                    <a:gd name="T18" fmla="*/ 351 w 400"/>
                    <a:gd name="T19" fmla="*/ 219 h 233"/>
                    <a:gd name="T20" fmla="*/ 361 w 400"/>
                    <a:gd name="T21" fmla="*/ 229 h 233"/>
                    <a:gd name="T22" fmla="*/ 377 w 400"/>
                    <a:gd name="T23" fmla="*/ 230 h 233"/>
                    <a:gd name="T24" fmla="*/ 399 w 400"/>
                    <a:gd name="T25" fmla="*/ 224 h 233"/>
                    <a:gd name="T26" fmla="*/ 400 w 400"/>
                    <a:gd name="T27" fmla="*/ 206 h 233"/>
                    <a:gd name="T28" fmla="*/ 390 w 400"/>
                    <a:gd name="T29" fmla="*/ 191 h 233"/>
                    <a:gd name="T30" fmla="*/ 390 w 400"/>
                    <a:gd name="T31" fmla="*/ 159 h 233"/>
                    <a:gd name="T32" fmla="*/ 384 w 400"/>
                    <a:gd name="T33" fmla="*/ 144 h 233"/>
                    <a:gd name="T34" fmla="*/ 363 w 400"/>
                    <a:gd name="T35" fmla="*/ 153 h 233"/>
                    <a:gd name="T36" fmla="*/ 316 w 400"/>
                    <a:gd name="T37" fmla="*/ 134 h 233"/>
                    <a:gd name="T38" fmla="*/ 304 w 400"/>
                    <a:gd name="T39" fmla="*/ 143 h 233"/>
                    <a:gd name="T40" fmla="*/ 295 w 400"/>
                    <a:gd name="T41" fmla="*/ 130 h 233"/>
                    <a:gd name="T42" fmla="*/ 284 w 400"/>
                    <a:gd name="T43" fmla="*/ 143 h 233"/>
                    <a:gd name="T44" fmla="*/ 275 w 400"/>
                    <a:gd name="T45" fmla="*/ 124 h 233"/>
                    <a:gd name="T46" fmla="*/ 247 w 400"/>
                    <a:gd name="T47" fmla="*/ 126 h 233"/>
                    <a:gd name="T48" fmla="*/ 243 w 400"/>
                    <a:gd name="T49" fmla="*/ 109 h 233"/>
                    <a:gd name="T50" fmla="*/ 223 w 400"/>
                    <a:gd name="T51" fmla="*/ 113 h 233"/>
                    <a:gd name="T52" fmla="*/ 201 w 400"/>
                    <a:gd name="T53" fmla="*/ 95 h 233"/>
                    <a:gd name="T54" fmla="*/ 187 w 400"/>
                    <a:gd name="T55" fmla="*/ 66 h 233"/>
                    <a:gd name="T56" fmla="*/ 168 w 400"/>
                    <a:gd name="T57" fmla="*/ 83 h 233"/>
                    <a:gd name="T58" fmla="*/ 149 w 400"/>
                    <a:gd name="T59" fmla="*/ 50 h 233"/>
                    <a:gd name="T60" fmla="*/ 118 w 400"/>
                    <a:gd name="T61" fmla="*/ 44 h 233"/>
                    <a:gd name="T62" fmla="*/ 86 w 400"/>
                    <a:gd name="T63" fmla="*/ 15 h 233"/>
                    <a:gd name="T64" fmla="*/ 59 w 400"/>
                    <a:gd name="T65" fmla="*/ 17 h 233"/>
                    <a:gd name="T66" fmla="*/ 44 w 400"/>
                    <a:gd name="T67" fmla="*/ 30 h 233"/>
                    <a:gd name="T68" fmla="*/ 32 w 400"/>
                    <a:gd name="T69" fmla="*/ 19 h 233"/>
                    <a:gd name="T70" fmla="*/ 26 w 400"/>
                    <a:gd name="T71" fmla="*/ 32 h 233"/>
                    <a:gd name="T72" fmla="*/ 11 w 400"/>
                    <a:gd name="T73" fmla="*/ 50 h 233"/>
                    <a:gd name="T74" fmla="*/ 17 w 400"/>
                    <a:gd name="T75" fmla="*/ 59 h 233"/>
                    <a:gd name="T76" fmla="*/ 10 w 400"/>
                    <a:gd name="T77" fmla="*/ 67 h 233"/>
                    <a:gd name="T78" fmla="*/ 19 w 400"/>
                    <a:gd name="T79" fmla="*/ 73 h 233"/>
                    <a:gd name="T80" fmla="*/ 7 w 400"/>
                    <a:gd name="T81" fmla="*/ 91 h 233"/>
                    <a:gd name="T82" fmla="*/ 26 w 400"/>
                    <a:gd name="T83" fmla="*/ 110 h 233"/>
                    <a:gd name="T84" fmla="*/ 36 w 400"/>
                    <a:gd name="T85" fmla="*/ 104 h 233"/>
                    <a:gd name="T86" fmla="*/ 47 w 400"/>
                    <a:gd name="T87" fmla="*/ 122 h 233"/>
                    <a:gd name="T88" fmla="*/ 65 w 400"/>
                    <a:gd name="T89" fmla="*/ 122 h 233"/>
                    <a:gd name="T90" fmla="*/ 72 w 400"/>
                    <a:gd name="T91" fmla="*/ 132 h 233"/>
                    <a:gd name="T92" fmla="*/ 100 w 400"/>
                    <a:gd name="T93" fmla="*/ 147 h 233"/>
                    <a:gd name="T94" fmla="*/ 109 w 400"/>
                    <a:gd name="T95" fmla="*/ 146 h 233"/>
                    <a:gd name="T96" fmla="*/ 124 w 400"/>
                    <a:gd name="T97" fmla="*/ 160 h 233"/>
                    <a:gd name="T98" fmla="*/ 142 w 400"/>
                    <a:gd name="T99" fmla="*/ 159 h 233"/>
                    <a:gd name="T100" fmla="*/ 148 w 400"/>
                    <a:gd name="T101" fmla="*/ 168 h 233"/>
                    <a:gd name="T102" fmla="*/ 168 w 400"/>
                    <a:gd name="T103" fmla="*/ 174 h 233"/>
                    <a:gd name="T104" fmla="*/ 171 w 400"/>
                    <a:gd name="T105" fmla="*/ 181 h 233"/>
                    <a:gd name="T106" fmla="*/ 185 w 400"/>
                    <a:gd name="T107" fmla="*/ 173 h 233"/>
                    <a:gd name="T108" fmla="*/ 195 w 400"/>
                    <a:gd name="T109" fmla="*/ 180 h 233"/>
                    <a:gd name="T110" fmla="*/ 203 w 400"/>
                    <a:gd name="T111" fmla="*/ 166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00" h="233">
                      <a:moveTo>
                        <a:pt x="203" y="166"/>
                      </a:moveTo>
                      <a:cubicBezTo>
                        <a:pt x="212" y="171"/>
                        <a:pt x="213" y="179"/>
                        <a:pt x="213" y="179"/>
                      </a:cubicBezTo>
                      <a:cubicBezTo>
                        <a:pt x="227" y="176"/>
                        <a:pt x="227" y="176"/>
                        <a:pt x="227" y="176"/>
                      </a:cubicBezTo>
                      <a:cubicBezTo>
                        <a:pt x="227" y="176"/>
                        <a:pt x="235" y="186"/>
                        <a:pt x="244" y="194"/>
                      </a:cubicBezTo>
                      <a:cubicBezTo>
                        <a:pt x="253" y="202"/>
                        <a:pt x="262" y="213"/>
                        <a:pt x="262" y="213"/>
                      </a:cubicBezTo>
                      <a:cubicBezTo>
                        <a:pt x="274" y="204"/>
                        <a:pt x="274" y="204"/>
                        <a:pt x="274" y="204"/>
                      </a:cubicBezTo>
                      <a:cubicBezTo>
                        <a:pt x="296" y="218"/>
                        <a:pt x="296" y="218"/>
                        <a:pt x="296" y="218"/>
                      </a:cubicBezTo>
                      <a:cubicBezTo>
                        <a:pt x="296" y="218"/>
                        <a:pt x="300" y="209"/>
                        <a:pt x="313" y="213"/>
                      </a:cubicBezTo>
                      <a:cubicBezTo>
                        <a:pt x="326" y="217"/>
                        <a:pt x="337" y="230"/>
                        <a:pt x="337" y="230"/>
                      </a:cubicBezTo>
                      <a:cubicBezTo>
                        <a:pt x="337" y="230"/>
                        <a:pt x="345" y="219"/>
                        <a:pt x="351" y="219"/>
                      </a:cubicBezTo>
                      <a:cubicBezTo>
                        <a:pt x="357" y="219"/>
                        <a:pt x="352" y="229"/>
                        <a:pt x="361" y="229"/>
                      </a:cubicBezTo>
                      <a:cubicBezTo>
                        <a:pt x="370" y="229"/>
                        <a:pt x="377" y="230"/>
                        <a:pt x="377" y="230"/>
                      </a:cubicBezTo>
                      <a:cubicBezTo>
                        <a:pt x="377" y="230"/>
                        <a:pt x="398" y="233"/>
                        <a:pt x="399" y="224"/>
                      </a:cubicBezTo>
                      <a:cubicBezTo>
                        <a:pt x="400" y="215"/>
                        <a:pt x="400" y="206"/>
                        <a:pt x="400" y="206"/>
                      </a:cubicBezTo>
                      <a:cubicBezTo>
                        <a:pt x="390" y="191"/>
                        <a:pt x="390" y="191"/>
                        <a:pt x="390" y="191"/>
                      </a:cubicBezTo>
                      <a:cubicBezTo>
                        <a:pt x="390" y="159"/>
                        <a:pt x="390" y="159"/>
                        <a:pt x="390" y="159"/>
                      </a:cubicBezTo>
                      <a:cubicBezTo>
                        <a:pt x="384" y="144"/>
                        <a:pt x="384" y="144"/>
                        <a:pt x="384" y="144"/>
                      </a:cubicBezTo>
                      <a:cubicBezTo>
                        <a:pt x="376" y="148"/>
                        <a:pt x="369" y="152"/>
                        <a:pt x="363" y="153"/>
                      </a:cubicBezTo>
                      <a:cubicBezTo>
                        <a:pt x="349" y="154"/>
                        <a:pt x="316" y="134"/>
                        <a:pt x="316" y="134"/>
                      </a:cubicBezTo>
                      <a:cubicBezTo>
                        <a:pt x="316" y="134"/>
                        <a:pt x="314" y="142"/>
                        <a:pt x="304" y="143"/>
                      </a:cubicBezTo>
                      <a:cubicBezTo>
                        <a:pt x="294" y="144"/>
                        <a:pt x="295" y="130"/>
                        <a:pt x="295" y="130"/>
                      </a:cubicBezTo>
                      <a:cubicBezTo>
                        <a:pt x="295" y="130"/>
                        <a:pt x="293" y="144"/>
                        <a:pt x="284" y="143"/>
                      </a:cubicBezTo>
                      <a:cubicBezTo>
                        <a:pt x="275" y="142"/>
                        <a:pt x="275" y="124"/>
                        <a:pt x="275" y="124"/>
                      </a:cubicBezTo>
                      <a:cubicBezTo>
                        <a:pt x="275" y="124"/>
                        <a:pt x="263" y="133"/>
                        <a:pt x="247" y="126"/>
                      </a:cubicBezTo>
                      <a:cubicBezTo>
                        <a:pt x="231" y="119"/>
                        <a:pt x="248" y="116"/>
                        <a:pt x="243" y="109"/>
                      </a:cubicBezTo>
                      <a:cubicBezTo>
                        <a:pt x="238" y="102"/>
                        <a:pt x="223" y="113"/>
                        <a:pt x="223" y="113"/>
                      </a:cubicBezTo>
                      <a:cubicBezTo>
                        <a:pt x="223" y="113"/>
                        <a:pt x="209" y="101"/>
                        <a:pt x="201" y="95"/>
                      </a:cubicBezTo>
                      <a:cubicBezTo>
                        <a:pt x="193" y="89"/>
                        <a:pt x="198" y="73"/>
                        <a:pt x="187" y="66"/>
                      </a:cubicBezTo>
                      <a:cubicBezTo>
                        <a:pt x="176" y="59"/>
                        <a:pt x="172" y="84"/>
                        <a:pt x="168" y="83"/>
                      </a:cubicBezTo>
                      <a:cubicBezTo>
                        <a:pt x="164" y="82"/>
                        <a:pt x="149" y="50"/>
                        <a:pt x="149" y="50"/>
                      </a:cubicBezTo>
                      <a:cubicBezTo>
                        <a:pt x="118" y="44"/>
                        <a:pt x="118" y="44"/>
                        <a:pt x="118" y="44"/>
                      </a:cubicBezTo>
                      <a:cubicBezTo>
                        <a:pt x="118" y="44"/>
                        <a:pt x="100" y="30"/>
                        <a:pt x="86" y="15"/>
                      </a:cubicBezTo>
                      <a:cubicBezTo>
                        <a:pt x="72" y="0"/>
                        <a:pt x="59" y="17"/>
                        <a:pt x="59" y="17"/>
                      </a:cubicBezTo>
                      <a:cubicBezTo>
                        <a:pt x="44" y="30"/>
                        <a:pt x="44" y="30"/>
                        <a:pt x="44" y="30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7" y="59"/>
                        <a:pt x="17" y="59"/>
                        <a:pt x="17" y="59"/>
                      </a:cubicBezTo>
                      <a:cubicBezTo>
                        <a:pt x="17" y="59"/>
                        <a:pt x="6" y="61"/>
                        <a:pt x="10" y="67"/>
                      </a:cubicBezTo>
                      <a:cubicBezTo>
                        <a:pt x="14" y="73"/>
                        <a:pt x="19" y="73"/>
                        <a:pt x="19" y="73"/>
                      </a:cubicBezTo>
                      <a:cubicBezTo>
                        <a:pt x="19" y="73"/>
                        <a:pt x="0" y="83"/>
                        <a:pt x="7" y="91"/>
                      </a:cubicBezTo>
                      <a:cubicBezTo>
                        <a:pt x="14" y="99"/>
                        <a:pt x="26" y="110"/>
                        <a:pt x="26" y="110"/>
                      </a:cubicBezTo>
                      <a:cubicBezTo>
                        <a:pt x="36" y="104"/>
                        <a:pt x="36" y="104"/>
                        <a:pt x="36" y="104"/>
                      </a:cubicBez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65" y="122"/>
                        <a:pt x="65" y="122"/>
                        <a:pt x="65" y="12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100" y="147"/>
                        <a:pt x="100" y="147"/>
                        <a:pt x="100" y="147"/>
                      </a:cubicBezTo>
                      <a:cubicBezTo>
                        <a:pt x="109" y="146"/>
                        <a:pt x="109" y="146"/>
                        <a:pt x="109" y="146"/>
                      </a:cubicBezTo>
                      <a:cubicBezTo>
                        <a:pt x="109" y="146"/>
                        <a:pt x="116" y="160"/>
                        <a:pt x="124" y="160"/>
                      </a:cubicBezTo>
                      <a:cubicBezTo>
                        <a:pt x="132" y="160"/>
                        <a:pt x="137" y="157"/>
                        <a:pt x="142" y="159"/>
                      </a:cubicBezTo>
                      <a:cubicBezTo>
                        <a:pt x="147" y="161"/>
                        <a:pt x="135" y="166"/>
                        <a:pt x="148" y="168"/>
                      </a:cubicBezTo>
                      <a:cubicBezTo>
                        <a:pt x="161" y="170"/>
                        <a:pt x="168" y="174"/>
                        <a:pt x="168" y="174"/>
                      </a:cubicBezTo>
                      <a:cubicBezTo>
                        <a:pt x="171" y="181"/>
                        <a:pt x="171" y="181"/>
                        <a:pt x="171" y="181"/>
                      </a:cubicBezTo>
                      <a:cubicBezTo>
                        <a:pt x="171" y="181"/>
                        <a:pt x="176" y="173"/>
                        <a:pt x="185" y="173"/>
                      </a:cubicBezTo>
                      <a:cubicBezTo>
                        <a:pt x="194" y="173"/>
                        <a:pt x="195" y="180"/>
                        <a:pt x="195" y="180"/>
                      </a:cubicBezTo>
                      <a:cubicBezTo>
                        <a:pt x="195" y="180"/>
                        <a:pt x="194" y="161"/>
                        <a:pt x="203" y="16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2" name="Freeform 218"/>
                <p:cNvSpPr>
                  <a:spLocks/>
                </p:cNvSpPr>
                <p:nvPr/>
              </p:nvSpPr>
              <p:spPr bwMode="gray">
                <a:xfrm>
                  <a:off x="3179" y="-13589"/>
                  <a:ext cx="416" cy="219"/>
                </a:xfrm>
                <a:custGeom>
                  <a:avLst/>
                  <a:gdLst>
                    <a:gd name="T0" fmla="*/ 66 w 176"/>
                    <a:gd name="T1" fmla="*/ 92 h 93"/>
                    <a:gd name="T2" fmla="*/ 88 w 176"/>
                    <a:gd name="T3" fmla="*/ 84 h 93"/>
                    <a:gd name="T4" fmla="*/ 113 w 176"/>
                    <a:gd name="T5" fmla="*/ 90 h 93"/>
                    <a:gd name="T6" fmla="*/ 139 w 176"/>
                    <a:gd name="T7" fmla="*/ 86 h 93"/>
                    <a:gd name="T8" fmla="*/ 162 w 176"/>
                    <a:gd name="T9" fmla="*/ 86 h 93"/>
                    <a:gd name="T10" fmla="*/ 161 w 176"/>
                    <a:gd name="T11" fmla="*/ 68 h 93"/>
                    <a:gd name="T12" fmla="*/ 161 w 176"/>
                    <a:gd name="T13" fmla="*/ 54 h 93"/>
                    <a:gd name="T14" fmla="*/ 140 w 176"/>
                    <a:gd name="T15" fmla="*/ 48 h 93"/>
                    <a:gd name="T16" fmla="*/ 142 w 176"/>
                    <a:gd name="T17" fmla="*/ 39 h 93"/>
                    <a:gd name="T18" fmla="*/ 129 w 176"/>
                    <a:gd name="T19" fmla="*/ 18 h 93"/>
                    <a:gd name="T20" fmla="*/ 80 w 176"/>
                    <a:gd name="T21" fmla="*/ 25 h 93"/>
                    <a:gd name="T22" fmla="*/ 80 w 176"/>
                    <a:gd name="T23" fmla="*/ 11 h 93"/>
                    <a:gd name="T24" fmla="*/ 56 w 176"/>
                    <a:gd name="T25" fmla="*/ 5 h 93"/>
                    <a:gd name="T26" fmla="*/ 18 w 176"/>
                    <a:gd name="T27" fmla="*/ 56 h 93"/>
                    <a:gd name="T28" fmla="*/ 23 w 176"/>
                    <a:gd name="T29" fmla="*/ 76 h 93"/>
                    <a:gd name="T30" fmla="*/ 50 w 176"/>
                    <a:gd name="T31" fmla="*/ 81 h 93"/>
                    <a:gd name="T32" fmla="*/ 66 w 176"/>
                    <a:gd name="T33" fmla="*/ 92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76" h="93">
                      <a:moveTo>
                        <a:pt x="66" y="92"/>
                      </a:moveTo>
                      <a:cubicBezTo>
                        <a:pt x="85" y="92"/>
                        <a:pt x="79" y="84"/>
                        <a:pt x="88" y="84"/>
                      </a:cubicBezTo>
                      <a:cubicBezTo>
                        <a:pt x="97" y="84"/>
                        <a:pt x="95" y="90"/>
                        <a:pt x="113" y="90"/>
                      </a:cubicBezTo>
                      <a:cubicBezTo>
                        <a:pt x="131" y="90"/>
                        <a:pt x="139" y="86"/>
                        <a:pt x="139" y="86"/>
                      </a:cubicBezTo>
                      <a:cubicBezTo>
                        <a:pt x="139" y="86"/>
                        <a:pt x="148" y="93"/>
                        <a:pt x="162" y="86"/>
                      </a:cubicBezTo>
                      <a:cubicBezTo>
                        <a:pt x="176" y="79"/>
                        <a:pt x="161" y="68"/>
                        <a:pt x="161" y="68"/>
                      </a:cubicBezTo>
                      <a:cubicBezTo>
                        <a:pt x="161" y="54"/>
                        <a:pt x="161" y="54"/>
                        <a:pt x="161" y="54"/>
                      </a:cubicBezTo>
                      <a:cubicBezTo>
                        <a:pt x="161" y="54"/>
                        <a:pt x="144" y="55"/>
                        <a:pt x="140" y="48"/>
                      </a:cubicBezTo>
                      <a:cubicBezTo>
                        <a:pt x="136" y="41"/>
                        <a:pt x="142" y="39"/>
                        <a:pt x="142" y="39"/>
                      </a:cubicBezTo>
                      <a:cubicBezTo>
                        <a:pt x="142" y="39"/>
                        <a:pt x="142" y="29"/>
                        <a:pt x="129" y="18"/>
                      </a:cubicBezTo>
                      <a:cubicBezTo>
                        <a:pt x="116" y="7"/>
                        <a:pt x="80" y="25"/>
                        <a:pt x="80" y="25"/>
                      </a:cubicBez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70" y="10"/>
                        <a:pt x="56" y="5"/>
                      </a:cubicBezTo>
                      <a:cubicBezTo>
                        <a:pt x="42" y="0"/>
                        <a:pt x="18" y="56"/>
                        <a:pt x="18" y="56"/>
                      </a:cubicBezTo>
                      <a:cubicBezTo>
                        <a:pt x="18" y="56"/>
                        <a:pt x="0" y="60"/>
                        <a:pt x="23" y="76"/>
                      </a:cubicBezTo>
                      <a:cubicBezTo>
                        <a:pt x="46" y="92"/>
                        <a:pt x="50" y="81"/>
                        <a:pt x="50" y="81"/>
                      </a:cubicBezTo>
                      <a:cubicBezTo>
                        <a:pt x="50" y="81"/>
                        <a:pt x="47" y="92"/>
                        <a:pt x="66" y="9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3" name="Freeform 219"/>
                <p:cNvSpPr>
                  <a:spLocks/>
                </p:cNvSpPr>
                <p:nvPr/>
              </p:nvSpPr>
              <p:spPr bwMode="gray">
                <a:xfrm>
                  <a:off x="3160" y="-13353"/>
                  <a:ext cx="584" cy="671"/>
                </a:xfrm>
                <a:custGeom>
                  <a:avLst/>
                  <a:gdLst>
                    <a:gd name="T0" fmla="*/ 90 w 247"/>
                    <a:gd name="T1" fmla="*/ 275 h 284"/>
                    <a:gd name="T2" fmla="*/ 92 w 247"/>
                    <a:gd name="T3" fmla="*/ 236 h 284"/>
                    <a:gd name="T4" fmla="*/ 142 w 247"/>
                    <a:gd name="T5" fmla="*/ 250 h 284"/>
                    <a:gd name="T6" fmla="*/ 143 w 247"/>
                    <a:gd name="T7" fmla="*/ 227 h 284"/>
                    <a:gd name="T8" fmla="*/ 182 w 247"/>
                    <a:gd name="T9" fmla="*/ 240 h 284"/>
                    <a:gd name="T10" fmla="*/ 190 w 247"/>
                    <a:gd name="T11" fmla="*/ 223 h 284"/>
                    <a:gd name="T12" fmla="*/ 182 w 247"/>
                    <a:gd name="T13" fmla="*/ 202 h 284"/>
                    <a:gd name="T14" fmla="*/ 213 w 247"/>
                    <a:gd name="T15" fmla="*/ 235 h 284"/>
                    <a:gd name="T16" fmla="*/ 210 w 247"/>
                    <a:gd name="T17" fmla="*/ 280 h 284"/>
                    <a:gd name="T18" fmla="*/ 222 w 247"/>
                    <a:gd name="T19" fmla="*/ 284 h 284"/>
                    <a:gd name="T20" fmla="*/ 226 w 247"/>
                    <a:gd name="T21" fmla="*/ 273 h 284"/>
                    <a:gd name="T22" fmla="*/ 247 w 247"/>
                    <a:gd name="T23" fmla="*/ 276 h 284"/>
                    <a:gd name="T24" fmla="*/ 240 w 247"/>
                    <a:gd name="T25" fmla="*/ 237 h 284"/>
                    <a:gd name="T26" fmla="*/ 220 w 247"/>
                    <a:gd name="T27" fmla="*/ 187 h 284"/>
                    <a:gd name="T28" fmla="*/ 204 w 247"/>
                    <a:gd name="T29" fmla="*/ 153 h 284"/>
                    <a:gd name="T30" fmla="*/ 194 w 247"/>
                    <a:gd name="T31" fmla="*/ 170 h 284"/>
                    <a:gd name="T32" fmla="*/ 187 w 247"/>
                    <a:gd name="T33" fmla="*/ 193 h 284"/>
                    <a:gd name="T34" fmla="*/ 178 w 247"/>
                    <a:gd name="T35" fmla="*/ 178 h 284"/>
                    <a:gd name="T36" fmla="*/ 158 w 247"/>
                    <a:gd name="T37" fmla="*/ 159 h 284"/>
                    <a:gd name="T38" fmla="*/ 168 w 247"/>
                    <a:gd name="T39" fmla="*/ 130 h 284"/>
                    <a:gd name="T40" fmla="*/ 193 w 247"/>
                    <a:gd name="T41" fmla="*/ 115 h 284"/>
                    <a:gd name="T42" fmla="*/ 196 w 247"/>
                    <a:gd name="T43" fmla="*/ 92 h 284"/>
                    <a:gd name="T44" fmla="*/ 206 w 247"/>
                    <a:gd name="T45" fmla="*/ 86 h 284"/>
                    <a:gd name="T46" fmla="*/ 184 w 247"/>
                    <a:gd name="T47" fmla="*/ 68 h 284"/>
                    <a:gd name="T48" fmla="*/ 154 w 247"/>
                    <a:gd name="T49" fmla="*/ 79 h 284"/>
                    <a:gd name="T50" fmla="*/ 113 w 247"/>
                    <a:gd name="T51" fmla="*/ 75 h 284"/>
                    <a:gd name="T52" fmla="*/ 86 w 247"/>
                    <a:gd name="T53" fmla="*/ 69 h 284"/>
                    <a:gd name="T54" fmla="*/ 85 w 247"/>
                    <a:gd name="T55" fmla="*/ 46 h 284"/>
                    <a:gd name="T56" fmla="*/ 81 w 247"/>
                    <a:gd name="T57" fmla="*/ 44 h 284"/>
                    <a:gd name="T58" fmla="*/ 77 w 247"/>
                    <a:gd name="T59" fmla="*/ 23 h 284"/>
                    <a:gd name="T60" fmla="*/ 67 w 247"/>
                    <a:gd name="T61" fmla="*/ 17 h 284"/>
                    <a:gd name="T62" fmla="*/ 66 w 247"/>
                    <a:gd name="T63" fmla="*/ 29 h 284"/>
                    <a:gd name="T64" fmla="*/ 50 w 247"/>
                    <a:gd name="T65" fmla="*/ 21 h 284"/>
                    <a:gd name="T66" fmla="*/ 41 w 247"/>
                    <a:gd name="T67" fmla="*/ 3 h 284"/>
                    <a:gd name="T68" fmla="*/ 30 w 247"/>
                    <a:gd name="T69" fmla="*/ 4 h 284"/>
                    <a:gd name="T70" fmla="*/ 33 w 247"/>
                    <a:gd name="T71" fmla="*/ 11 h 284"/>
                    <a:gd name="T72" fmla="*/ 17 w 247"/>
                    <a:gd name="T73" fmla="*/ 3 h 284"/>
                    <a:gd name="T74" fmla="*/ 6 w 247"/>
                    <a:gd name="T75" fmla="*/ 0 h 284"/>
                    <a:gd name="T76" fmla="*/ 11 w 247"/>
                    <a:gd name="T77" fmla="*/ 12 h 284"/>
                    <a:gd name="T78" fmla="*/ 2 w 247"/>
                    <a:gd name="T79" fmla="*/ 35 h 284"/>
                    <a:gd name="T80" fmla="*/ 26 w 247"/>
                    <a:gd name="T81" fmla="*/ 54 h 284"/>
                    <a:gd name="T82" fmla="*/ 43 w 247"/>
                    <a:gd name="T83" fmla="*/ 65 h 284"/>
                    <a:gd name="T84" fmla="*/ 44 w 247"/>
                    <a:gd name="T85" fmla="*/ 73 h 284"/>
                    <a:gd name="T86" fmla="*/ 22 w 247"/>
                    <a:gd name="T87" fmla="*/ 74 h 284"/>
                    <a:gd name="T88" fmla="*/ 22 w 247"/>
                    <a:gd name="T89" fmla="*/ 93 h 284"/>
                    <a:gd name="T90" fmla="*/ 13 w 247"/>
                    <a:gd name="T91" fmla="*/ 106 h 284"/>
                    <a:gd name="T92" fmla="*/ 47 w 247"/>
                    <a:gd name="T93" fmla="*/ 126 h 284"/>
                    <a:gd name="T94" fmla="*/ 35 w 247"/>
                    <a:gd name="T95" fmla="*/ 150 h 284"/>
                    <a:gd name="T96" fmla="*/ 44 w 247"/>
                    <a:gd name="T97" fmla="*/ 170 h 284"/>
                    <a:gd name="T98" fmla="*/ 64 w 247"/>
                    <a:gd name="T99" fmla="*/ 186 h 284"/>
                    <a:gd name="T100" fmla="*/ 63 w 247"/>
                    <a:gd name="T101" fmla="*/ 206 h 284"/>
                    <a:gd name="T102" fmla="*/ 75 w 247"/>
                    <a:gd name="T103" fmla="*/ 234 h 284"/>
                    <a:gd name="T104" fmla="*/ 73 w 247"/>
                    <a:gd name="T105" fmla="*/ 252 h 284"/>
                    <a:gd name="T106" fmla="*/ 90 w 247"/>
                    <a:gd name="T107" fmla="*/ 275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47" h="284">
                      <a:moveTo>
                        <a:pt x="90" y="275"/>
                      </a:moveTo>
                      <a:cubicBezTo>
                        <a:pt x="92" y="236"/>
                        <a:pt x="92" y="236"/>
                        <a:pt x="92" y="236"/>
                      </a:cubicBezTo>
                      <a:cubicBezTo>
                        <a:pt x="92" y="236"/>
                        <a:pt x="134" y="252"/>
                        <a:pt x="142" y="250"/>
                      </a:cubicBezTo>
                      <a:cubicBezTo>
                        <a:pt x="150" y="247"/>
                        <a:pt x="134" y="229"/>
                        <a:pt x="143" y="227"/>
                      </a:cubicBezTo>
                      <a:cubicBezTo>
                        <a:pt x="152" y="225"/>
                        <a:pt x="169" y="245"/>
                        <a:pt x="182" y="240"/>
                      </a:cubicBezTo>
                      <a:cubicBezTo>
                        <a:pt x="195" y="236"/>
                        <a:pt x="190" y="223"/>
                        <a:pt x="190" y="223"/>
                      </a:cubicBezTo>
                      <a:cubicBezTo>
                        <a:pt x="182" y="202"/>
                        <a:pt x="182" y="202"/>
                        <a:pt x="182" y="202"/>
                      </a:cubicBezTo>
                      <a:cubicBezTo>
                        <a:pt x="213" y="235"/>
                        <a:pt x="213" y="235"/>
                        <a:pt x="213" y="235"/>
                      </a:cubicBezTo>
                      <a:cubicBezTo>
                        <a:pt x="213" y="235"/>
                        <a:pt x="201" y="274"/>
                        <a:pt x="210" y="280"/>
                      </a:cubicBezTo>
                      <a:cubicBezTo>
                        <a:pt x="213" y="282"/>
                        <a:pt x="218" y="283"/>
                        <a:pt x="222" y="284"/>
                      </a:cubicBezTo>
                      <a:cubicBezTo>
                        <a:pt x="224" y="277"/>
                        <a:pt x="226" y="273"/>
                        <a:pt x="226" y="273"/>
                      </a:cubicBezTo>
                      <a:cubicBezTo>
                        <a:pt x="247" y="276"/>
                        <a:pt x="247" y="276"/>
                        <a:pt x="247" y="276"/>
                      </a:cubicBezTo>
                      <a:cubicBezTo>
                        <a:pt x="240" y="237"/>
                        <a:pt x="240" y="237"/>
                        <a:pt x="240" y="237"/>
                      </a:cubicBezTo>
                      <a:cubicBezTo>
                        <a:pt x="240" y="237"/>
                        <a:pt x="224" y="198"/>
                        <a:pt x="220" y="187"/>
                      </a:cubicBezTo>
                      <a:cubicBezTo>
                        <a:pt x="216" y="176"/>
                        <a:pt x="222" y="157"/>
                        <a:pt x="204" y="153"/>
                      </a:cubicBezTo>
                      <a:cubicBezTo>
                        <a:pt x="186" y="149"/>
                        <a:pt x="194" y="170"/>
                        <a:pt x="194" y="170"/>
                      </a:cubicBezTo>
                      <a:cubicBezTo>
                        <a:pt x="187" y="193"/>
                        <a:pt x="187" y="193"/>
                        <a:pt x="187" y="193"/>
                      </a:cubicBezTo>
                      <a:cubicBezTo>
                        <a:pt x="178" y="178"/>
                        <a:pt x="178" y="178"/>
                        <a:pt x="178" y="178"/>
                      </a:cubicBezTo>
                      <a:cubicBezTo>
                        <a:pt x="178" y="178"/>
                        <a:pt x="158" y="175"/>
                        <a:pt x="158" y="159"/>
                      </a:cubicBezTo>
                      <a:cubicBezTo>
                        <a:pt x="158" y="143"/>
                        <a:pt x="160" y="133"/>
                        <a:pt x="168" y="130"/>
                      </a:cubicBezTo>
                      <a:cubicBezTo>
                        <a:pt x="176" y="127"/>
                        <a:pt x="190" y="129"/>
                        <a:pt x="193" y="115"/>
                      </a:cubicBezTo>
                      <a:cubicBezTo>
                        <a:pt x="196" y="101"/>
                        <a:pt x="196" y="92"/>
                        <a:pt x="196" y="92"/>
                      </a:cubicBezTo>
                      <a:cubicBezTo>
                        <a:pt x="196" y="92"/>
                        <a:pt x="206" y="96"/>
                        <a:pt x="206" y="86"/>
                      </a:cubicBezTo>
                      <a:cubicBezTo>
                        <a:pt x="206" y="76"/>
                        <a:pt x="184" y="68"/>
                        <a:pt x="184" y="68"/>
                      </a:cubicBezTo>
                      <a:cubicBezTo>
                        <a:pt x="154" y="79"/>
                        <a:pt x="154" y="79"/>
                        <a:pt x="154" y="79"/>
                      </a:cubicBezTo>
                      <a:cubicBezTo>
                        <a:pt x="154" y="79"/>
                        <a:pt x="123" y="75"/>
                        <a:pt x="113" y="75"/>
                      </a:cubicBezTo>
                      <a:cubicBezTo>
                        <a:pt x="103" y="75"/>
                        <a:pt x="86" y="72"/>
                        <a:pt x="86" y="69"/>
                      </a:cubicBezTo>
                      <a:cubicBezTo>
                        <a:pt x="86" y="66"/>
                        <a:pt x="85" y="46"/>
                        <a:pt x="85" y="46"/>
                      </a:cubicBezTo>
                      <a:cubicBezTo>
                        <a:pt x="81" y="44"/>
                        <a:pt x="81" y="44"/>
                        <a:pt x="81" y="44"/>
                      </a:cubicBezTo>
                      <a:cubicBezTo>
                        <a:pt x="81" y="44"/>
                        <a:pt x="81" y="26"/>
                        <a:pt x="77" y="23"/>
                      </a:cubicBezTo>
                      <a:cubicBezTo>
                        <a:pt x="73" y="20"/>
                        <a:pt x="67" y="17"/>
                        <a:pt x="67" y="17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6" y="29"/>
                        <a:pt x="56" y="27"/>
                        <a:pt x="50" y="21"/>
                      </a:cubicBezTo>
                      <a:cubicBezTo>
                        <a:pt x="44" y="15"/>
                        <a:pt x="41" y="3"/>
                        <a:pt x="41" y="3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0" y="24"/>
                        <a:pt x="2" y="35"/>
                      </a:cubicBezTo>
                      <a:cubicBezTo>
                        <a:pt x="4" y="46"/>
                        <a:pt x="26" y="54"/>
                        <a:pt x="26" y="54"/>
                      </a:cubicBezTo>
                      <a:cubicBezTo>
                        <a:pt x="43" y="65"/>
                        <a:pt x="43" y="65"/>
                        <a:pt x="43" y="65"/>
                      </a:cubicBezTo>
                      <a:cubicBezTo>
                        <a:pt x="44" y="73"/>
                        <a:pt x="44" y="73"/>
                        <a:pt x="44" y="73"/>
                      </a:cubicBezTo>
                      <a:cubicBezTo>
                        <a:pt x="22" y="74"/>
                        <a:pt x="22" y="74"/>
                        <a:pt x="22" y="74"/>
                      </a:cubicBezTo>
                      <a:cubicBezTo>
                        <a:pt x="22" y="93"/>
                        <a:pt x="22" y="93"/>
                        <a:pt x="22" y="93"/>
                      </a:cubicBezTo>
                      <a:cubicBezTo>
                        <a:pt x="22" y="93"/>
                        <a:pt x="3" y="96"/>
                        <a:pt x="13" y="106"/>
                      </a:cubicBezTo>
                      <a:cubicBezTo>
                        <a:pt x="23" y="116"/>
                        <a:pt x="50" y="110"/>
                        <a:pt x="47" y="126"/>
                      </a:cubicBezTo>
                      <a:cubicBezTo>
                        <a:pt x="44" y="142"/>
                        <a:pt x="35" y="150"/>
                        <a:pt x="35" y="150"/>
                      </a:cubicBezTo>
                      <a:cubicBezTo>
                        <a:pt x="44" y="170"/>
                        <a:pt x="44" y="170"/>
                        <a:pt x="44" y="170"/>
                      </a:cubicBezTo>
                      <a:cubicBezTo>
                        <a:pt x="64" y="186"/>
                        <a:pt x="64" y="186"/>
                        <a:pt x="64" y="186"/>
                      </a:cubicBezTo>
                      <a:cubicBezTo>
                        <a:pt x="63" y="206"/>
                        <a:pt x="63" y="206"/>
                        <a:pt x="63" y="206"/>
                      </a:cubicBezTo>
                      <a:cubicBezTo>
                        <a:pt x="75" y="234"/>
                        <a:pt x="75" y="234"/>
                        <a:pt x="75" y="234"/>
                      </a:cubicBezTo>
                      <a:cubicBezTo>
                        <a:pt x="73" y="252"/>
                        <a:pt x="73" y="252"/>
                        <a:pt x="73" y="252"/>
                      </a:cubicBezTo>
                      <a:lnTo>
                        <a:pt x="90" y="27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4" name="Freeform 220"/>
                <p:cNvSpPr>
                  <a:spLocks noEditPoints="1"/>
                </p:cNvSpPr>
                <p:nvPr/>
              </p:nvSpPr>
              <p:spPr bwMode="gray">
                <a:xfrm>
                  <a:off x="1046" y="-14560"/>
                  <a:ext cx="3080" cy="3728"/>
                </a:xfrm>
                <a:custGeom>
                  <a:avLst/>
                  <a:gdLst>
                    <a:gd name="T0" fmla="*/ 1202 w 1304"/>
                    <a:gd name="T1" fmla="*/ 1237 h 1578"/>
                    <a:gd name="T2" fmla="*/ 1259 w 1304"/>
                    <a:gd name="T3" fmla="*/ 1543 h 1578"/>
                    <a:gd name="T4" fmla="*/ 1302 w 1304"/>
                    <a:gd name="T5" fmla="*/ 417 h 1578"/>
                    <a:gd name="T6" fmla="*/ 1231 w 1304"/>
                    <a:gd name="T7" fmla="*/ 379 h 1578"/>
                    <a:gd name="T8" fmla="*/ 1133 w 1304"/>
                    <a:gd name="T9" fmla="*/ 390 h 1578"/>
                    <a:gd name="T10" fmla="*/ 1045 w 1304"/>
                    <a:gd name="T11" fmla="*/ 450 h 1578"/>
                    <a:gd name="T12" fmla="*/ 1042 w 1304"/>
                    <a:gd name="T13" fmla="*/ 497 h 1578"/>
                    <a:gd name="T14" fmla="*/ 926 w 1304"/>
                    <a:gd name="T15" fmla="*/ 487 h 1578"/>
                    <a:gd name="T16" fmla="*/ 882 w 1304"/>
                    <a:gd name="T17" fmla="*/ 450 h 1578"/>
                    <a:gd name="T18" fmla="*/ 853 w 1304"/>
                    <a:gd name="T19" fmla="*/ 520 h 1578"/>
                    <a:gd name="T20" fmla="*/ 766 w 1304"/>
                    <a:gd name="T21" fmla="*/ 495 h 1578"/>
                    <a:gd name="T22" fmla="*/ 695 w 1304"/>
                    <a:gd name="T23" fmla="*/ 457 h 1578"/>
                    <a:gd name="T24" fmla="*/ 640 w 1304"/>
                    <a:gd name="T25" fmla="*/ 459 h 1578"/>
                    <a:gd name="T26" fmla="*/ 564 w 1304"/>
                    <a:gd name="T27" fmla="*/ 423 h 1578"/>
                    <a:gd name="T28" fmla="*/ 499 w 1304"/>
                    <a:gd name="T29" fmla="*/ 382 h 1578"/>
                    <a:gd name="T30" fmla="*/ 518 w 1304"/>
                    <a:gd name="T31" fmla="*/ 323 h 1578"/>
                    <a:gd name="T32" fmla="*/ 481 w 1304"/>
                    <a:gd name="T33" fmla="*/ 283 h 1578"/>
                    <a:gd name="T34" fmla="*/ 412 w 1304"/>
                    <a:gd name="T35" fmla="*/ 221 h 1578"/>
                    <a:gd name="T36" fmla="*/ 423 w 1304"/>
                    <a:gd name="T37" fmla="*/ 194 h 1578"/>
                    <a:gd name="T38" fmla="*/ 395 w 1304"/>
                    <a:gd name="T39" fmla="*/ 129 h 1578"/>
                    <a:gd name="T40" fmla="*/ 438 w 1304"/>
                    <a:gd name="T41" fmla="*/ 69 h 1578"/>
                    <a:gd name="T42" fmla="*/ 319 w 1304"/>
                    <a:gd name="T43" fmla="*/ 29 h 1578"/>
                    <a:gd name="T44" fmla="*/ 266 w 1304"/>
                    <a:gd name="T45" fmla="*/ 74 h 1578"/>
                    <a:gd name="T46" fmla="*/ 156 w 1304"/>
                    <a:gd name="T47" fmla="*/ 89 h 1578"/>
                    <a:gd name="T48" fmla="*/ 186 w 1304"/>
                    <a:gd name="T49" fmla="*/ 141 h 1578"/>
                    <a:gd name="T50" fmla="*/ 219 w 1304"/>
                    <a:gd name="T51" fmla="*/ 196 h 1578"/>
                    <a:gd name="T52" fmla="*/ 235 w 1304"/>
                    <a:gd name="T53" fmla="*/ 268 h 1578"/>
                    <a:gd name="T54" fmla="*/ 179 w 1304"/>
                    <a:gd name="T55" fmla="*/ 372 h 1578"/>
                    <a:gd name="T56" fmla="*/ 107 w 1304"/>
                    <a:gd name="T57" fmla="*/ 437 h 1578"/>
                    <a:gd name="T58" fmla="*/ 33 w 1304"/>
                    <a:gd name="T59" fmla="*/ 493 h 1578"/>
                    <a:gd name="T60" fmla="*/ 74 w 1304"/>
                    <a:gd name="T61" fmla="*/ 551 h 1578"/>
                    <a:gd name="T62" fmla="*/ 98 w 1304"/>
                    <a:gd name="T63" fmla="*/ 635 h 1578"/>
                    <a:gd name="T64" fmla="*/ 15 w 1304"/>
                    <a:gd name="T65" fmla="*/ 630 h 1578"/>
                    <a:gd name="T66" fmla="*/ 78 w 1304"/>
                    <a:gd name="T67" fmla="*/ 697 h 1578"/>
                    <a:gd name="T68" fmla="*/ 70 w 1304"/>
                    <a:gd name="T69" fmla="*/ 779 h 1578"/>
                    <a:gd name="T70" fmla="*/ 213 w 1304"/>
                    <a:gd name="T71" fmla="*/ 781 h 1578"/>
                    <a:gd name="T72" fmla="*/ 267 w 1304"/>
                    <a:gd name="T73" fmla="*/ 1062 h 1578"/>
                    <a:gd name="T74" fmla="*/ 407 w 1304"/>
                    <a:gd name="T75" fmla="*/ 1335 h 1578"/>
                    <a:gd name="T76" fmla="*/ 550 w 1304"/>
                    <a:gd name="T77" fmla="*/ 1443 h 1578"/>
                    <a:gd name="T78" fmla="*/ 601 w 1304"/>
                    <a:gd name="T79" fmla="*/ 1311 h 1578"/>
                    <a:gd name="T80" fmla="*/ 594 w 1304"/>
                    <a:gd name="T81" fmla="*/ 1107 h 1578"/>
                    <a:gd name="T82" fmla="*/ 688 w 1304"/>
                    <a:gd name="T83" fmla="*/ 1044 h 1578"/>
                    <a:gd name="T84" fmla="*/ 820 w 1304"/>
                    <a:gd name="T85" fmla="*/ 866 h 1578"/>
                    <a:gd name="T86" fmla="*/ 873 w 1304"/>
                    <a:gd name="T87" fmla="*/ 795 h 1578"/>
                    <a:gd name="T88" fmla="*/ 942 w 1304"/>
                    <a:gd name="T89" fmla="*/ 744 h 1578"/>
                    <a:gd name="T90" fmla="*/ 959 w 1304"/>
                    <a:gd name="T91" fmla="*/ 697 h 1578"/>
                    <a:gd name="T92" fmla="*/ 917 w 1304"/>
                    <a:gd name="T93" fmla="*/ 604 h 1578"/>
                    <a:gd name="T94" fmla="*/ 897 w 1304"/>
                    <a:gd name="T95" fmla="*/ 546 h 1578"/>
                    <a:gd name="T96" fmla="*/ 925 w 1304"/>
                    <a:gd name="T97" fmla="*/ 515 h 1578"/>
                    <a:gd name="T98" fmla="*/ 972 w 1304"/>
                    <a:gd name="T99" fmla="*/ 534 h 1578"/>
                    <a:gd name="T100" fmla="*/ 1049 w 1304"/>
                    <a:gd name="T101" fmla="*/ 590 h 1578"/>
                    <a:gd name="T102" fmla="*/ 1063 w 1304"/>
                    <a:gd name="T103" fmla="*/ 641 h 1578"/>
                    <a:gd name="T104" fmla="*/ 1099 w 1304"/>
                    <a:gd name="T105" fmla="*/ 664 h 1578"/>
                    <a:gd name="T106" fmla="*/ 1161 w 1304"/>
                    <a:gd name="T107" fmla="*/ 750 h 1578"/>
                    <a:gd name="T108" fmla="*/ 1143 w 1304"/>
                    <a:gd name="T109" fmla="*/ 648 h 1578"/>
                    <a:gd name="T110" fmla="*/ 1199 w 1304"/>
                    <a:gd name="T111" fmla="*/ 576 h 1578"/>
                    <a:gd name="T112" fmla="*/ 1238 w 1304"/>
                    <a:gd name="T113" fmla="*/ 497 h 15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04" h="1578">
                      <a:moveTo>
                        <a:pt x="1204" y="1196"/>
                      </a:moveTo>
                      <a:cubicBezTo>
                        <a:pt x="1184" y="1198"/>
                        <a:pt x="1188" y="1259"/>
                        <a:pt x="1188" y="1259"/>
                      </a:cubicBezTo>
                      <a:cubicBezTo>
                        <a:pt x="1191" y="1325"/>
                        <a:pt x="1191" y="1325"/>
                        <a:pt x="1191" y="1325"/>
                      </a:cubicBezTo>
                      <a:cubicBezTo>
                        <a:pt x="1202" y="1305"/>
                        <a:pt x="1202" y="1305"/>
                        <a:pt x="1202" y="1305"/>
                      </a:cubicBezTo>
                      <a:cubicBezTo>
                        <a:pt x="1202" y="1237"/>
                        <a:pt x="1202" y="1237"/>
                        <a:pt x="1202" y="1237"/>
                      </a:cubicBezTo>
                      <a:cubicBezTo>
                        <a:pt x="1202" y="1237"/>
                        <a:pt x="1220" y="1194"/>
                        <a:pt x="1204" y="1196"/>
                      </a:cubicBezTo>
                      <a:close/>
                      <a:moveTo>
                        <a:pt x="1195" y="1357"/>
                      </a:moveTo>
                      <a:cubicBezTo>
                        <a:pt x="1180" y="1357"/>
                        <a:pt x="1196" y="1389"/>
                        <a:pt x="1196" y="1389"/>
                      </a:cubicBezTo>
                      <a:cubicBezTo>
                        <a:pt x="1196" y="1389"/>
                        <a:pt x="1209" y="1357"/>
                        <a:pt x="1195" y="1357"/>
                      </a:cubicBezTo>
                      <a:close/>
                      <a:moveTo>
                        <a:pt x="1259" y="1543"/>
                      </a:moveTo>
                      <a:cubicBezTo>
                        <a:pt x="1251" y="1544"/>
                        <a:pt x="1255" y="1578"/>
                        <a:pt x="1270" y="1578"/>
                      </a:cubicBezTo>
                      <a:cubicBezTo>
                        <a:pt x="1270" y="1578"/>
                        <a:pt x="1267" y="1542"/>
                        <a:pt x="1259" y="1543"/>
                      </a:cubicBezTo>
                      <a:close/>
                      <a:moveTo>
                        <a:pt x="1280" y="454"/>
                      </a:moveTo>
                      <a:cubicBezTo>
                        <a:pt x="1280" y="445"/>
                        <a:pt x="1304" y="436"/>
                        <a:pt x="1304" y="436"/>
                      </a:cubicBezTo>
                      <a:cubicBezTo>
                        <a:pt x="1302" y="417"/>
                        <a:pt x="1302" y="417"/>
                        <a:pt x="1302" y="417"/>
                      </a:cubicBezTo>
                      <a:cubicBezTo>
                        <a:pt x="1302" y="417"/>
                        <a:pt x="1287" y="413"/>
                        <a:pt x="1280" y="413"/>
                      </a:cubicBezTo>
                      <a:cubicBezTo>
                        <a:pt x="1273" y="413"/>
                        <a:pt x="1258" y="413"/>
                        <a:pt x="1250" y="411"/>
                      </a:cubicBezTo>
                      <a:cubicBezTo>
                        <a:pt x="1242" y="409"/>
                        <a:pt x="1262" y="400"/>
                        <a:pt x="1262" y="400"/>
                      </a:cubicBezTo>
                      <a:cubicBezTo>
                        <a:pt x="1251" y="380"/>
                        <a:pt x="1251" y="380"/>
                        <a:pt x="1251" y="380"/>
                      </a:cubicBezTo>
                      <a:cubicBezTo>
                        <a:pt x="1251" y="380"/>
                        <a:pt x="1240" y="381"/>
                        <a:pt x="1231" y="379"/>
                      </a:cubicBezTo>
                      <a:cubicBezTo>
                        <a:pt x="1222" y="377"/>
                        <a:pt x="1238" y="369"/>
                        <a:pt x="1238" y="369"/>
                      </a:cubicBezTo>
                      <a:cubicBezTo>
                        <a:pt x="1238" y="369"/>
                        <a:pt x="1237" y="364"/>
                        <a:pt x="1219" y="355"/>
                      </a:cubicBezTo>
                      <a:cubicBezTo>
                        <a:pt x="1201" y="346"/>
                        <a:pt x="1209" y="377"/>
                        <a:pt x="1198" y="377"/>
                      </a:cubicBezTo>
                      <a:cubicBezTo>
                        <a:pt x="1187" y="377"/>
                        <a:pt x="1173" y="363"/>
                        <a:pt x="1165" y="363"/>
                      </a:cubicBezTo>
                      <a:cubicBezTo>
                        <a:pt x="1157" y="363"/>
                        <a:pt x="1140" y="382"/>
                        <a:pt x="1133" y="390"/>
                      </a:cubicBezTo>
                      <a:cubicBezTo>
                        <a:pt x="1126" y="398"/>
                        <a:pt x="1102" y="394"/>
                        <a:pt x="1102" y="394"/>
                      </a:cubicBezTo>
                      <a:cubicBezTo>
                        <a:pt x="1102" y="394"/>
                        <a:pt x="1109" y="410"/>
                        <a:pt x="1107" y="415"/>
                      </a:cubicBezTo>
                      <a:cubicBezTo>
                        <a:pt x="1105" y="420"/>
                        <a:pt x="1084" y="422"/>
                        <a:pt x="1084" y="422"/>
                      </a:cubicBezTo>
                      <a:cubicBezTo>
                        <a:pt x="1084" y="422"/>
                        <a:pt x="1092" y="438"/>
                        <a:pt x="1084" y="445"/>
                      </a:cubicBezTo>
                      <a:cubicBezTo>
                        <a:pt x="1076" y="452"/>
                        <a:pt x="1045" y="450"/>
                        <a:pt x="1045" y="450"/>
                      </a:cubicBezTo>
                      <a:cubicBezTo>
                        <a:pt x="1045" y="450"/>
                        <a:pt x="1039" y="452"/>
                        <a:pt x="1043" y="459"/>
                      </a:cubicBezTo>
                      <a:cubicBezTo>
                        <a:pt x="1047" y="466"/>
                        <a:pt x="1064" y="465"/>
                        <a:pt x="1064" y="465"/>
                      </a:cubicBezTo>
                      <a:cubicBezTo>
                        <a:pt x="1064" y="479"/>
                        <a:pt x="1064" y="479"/>
                        <a:pt x="1064" y="479"/>
                      </a:cubicBezTo>
                      <a:cubicBezTo>
                        <a:pt x="1064" y="479"/>
                        <a:pt x="1079" y="490"/>
                        <a:pt x="1065" y="497"/>
                      </a:cubicBezTo>
                      <a:cubicBezTo>
                        <a:pt x="1051" y="504"/>
                        <a:pt x="1042" y="497"/>
                        <a:pt x="1042" y="497"/>
                      </a:cubicBezTo>
                      <a:cubicBezTo>
                        <a:pt x="1042" y="497"/>
                        <a:pt x="1034" y="501"/>
                        <a:pt x="1016" y="501"/>
                      </a:cubicBezTo>
                      <a:cubicBezTo>
                        <a:pt x="998" y="501"/>
                        <a:pt x="1000" y="495"/>
                        <a:pt x="991" y="495"/>
                      </a:cubicBezTo>
                      <a:cubicBezTo>
                        <a:pt x="982" y="495"/>
                        <a:pt x="988" y="503"/>
                        <a:pt x="969" y="503"/>
                      </a:cubicBezTo>
                      <a:cubicBezTo>
                        <a:pt x="950" y="503"/>
                        <a:pt x="953" y="492"/>
                        <a:pt x="953" y="492"/>
                      </a:cubicBezTo>
                      <a:cubicBezTo>
                        <a:pt x="953" y="492"/>
                        <a:pt x="949" y="503"/>
                        <a:pt x="926" y="487"/>
                      </a:cubicBezTo>
                      <a:cubicBezTo>
                        <a:pt x="903" y="471"/>
                        <a:pt x="921" y="467"/>
                        <a:pt x="921" y="467"/>
                      </a:cubicBezTo>
                      <a:cubicBezTo>
                        <a:pt x="921" y="467"/>
                        <a:pt x="916" y="468"/>
                        <a:pt x="911" y="466"/>
                      </a:cubicBezTo>
                      <a:cubicBezTo>
                        <a:pt x="906" y="464"/>
                        <a:pt x="917" y="436"/>
                        <a:pt x="906" y="427"/>
                      </a:cubicBezTo>
                      <a:cubicBezTo>
                        <a:pt x="899" y="422"/>
                        <a:pt x="888" y="428"/>
                        <a:pt x="876" y="435"/>
                      </a:cubicBezTo>
                      <a:cubicBezTo>
                        <a:pt x="882" y="450"/>
                        <a:pt x="882" y="450"/>
                        <a:pt x="882" y="450"/>
                      </a:cubicBezTo>
                      <a:cubicBezTo>
                        <a:pt x="882" y="482"/>
                        <a:pt x="882" y="482"/>
                        <a:pt x="882" y="482"/>
                      </a:cubicBezTo>
                      <a:cubicBezTo>
                        <a:pt x="892" y="497"/>
                        <a:pt x="892" y="497"/>
                        <a:pt x="892" y="497"/>
                      </a:cubicBezTo>
                      <a:cubicBezTo>
                        <a:pt x="892" y="497"/>
                        <a:pt x="892" y="506"/>
                        <a:pt x="891" y="515"/>
                      </a:cubicBezTo>
                      <a:cubicBezTo>
                        <a:pt x="890" y="524"/>
                        <a:pt x="869" y="521"/>
                        <a:pt x="869" y="521"/>
                      </a:cubicBezTo>
                      <a:cubicBezTo>
                        <a:pt x="869" y="521"/>
                        <a:pt x="862" y="520"/>
                        <a:pt x="853" y="520"/>
                      </a:cubicBezTo>
                      <a:cubicBezTo>
                        <a:pt x="844" y="520"/>
                        <a:pt x="849" y="510"/>
                        <a:pt x="843" y="510"/>
                      </a:cubicBezTo>
                      <a:cubicBezTo>
                        <a:pt x="837" y="510"/>
                        <a:pt x="829" y="521"/>
                        <a:pt x="829" y="521"/>
                      </a:cubicBezTo>
                      <a:cubicBezTo>
                        <a:pt x="829" y="521"/>
                        <a:pt x="818" y="508"/>
                        <a:pt x="805" y="504"/>
                      </a:cubicBezTo>
                      <a:cubicBezTo>
                        <a:pt x="792" y="500"/>
                        <a:pt x="788" y="509"/>
                        <a:pt x="788" y="509"/>
                      </a:cubicBezTo>
                      <a:cubicBezTo>
                        <a:pt x="766" y="495"/>
                        <a:pt x="766" y="495"/>
                        <a:pt x="766" y="495"/>
                      </a:cubicBezTo>
                      <a:cubicBezTo>
                        <a:pt x="754" y="504"/>
                        <a:pt x="754" y="504"/>
                        <a:pt x="754" y="504"/>
                      </a:cubicBezTo>
                      <a:cubicBezTo>
                        <a:pt x="754" y="504"/>
                        <a:pt x="745" y="493"/>
                        <a:pt x="736" y="485"/>
                      </a:cubicBezTo>
                      <a:cubicBezTo>
                        <a:pt x="727" y="477"/>
                        <a:pt x="719" y="467"/>
                        <a:pt x="719" y="467"/>
                      </a:cubicBezTo>
                      <a:cubicBezTo>
                        <a:pt x="705" y="470"/>
                        <a:pt x="705" y="470"/>
                        <a:pt x="705" y="470"/>
                      </a:cubicBezTo>
                      <a:cubicBezTo>
                        <a:pt x="705" y="470"/>
                        <a:pt x="704" y="462"/>
                        <a:pt x="695" y="457"/>
                      </a:cubicBezTo>
                      <a:cubicBezTo>
                        <a:pt x="686" y="452"/>
                        <a:pt x="687" y="471"/>
                        <a:pt x="687" y="471"/>
                      </a:cubicBezTo>
                      <a:cubicBezTo>
                        <a:pt x="687" y="471"/>
                        <a:pt x="686" y="464"/>
                        <a:pt x="677" y="464"/>
                      </a:cubicBezTo>
                      <a:cubicBezTo>
                        <a:pt x="668" y="464"/>
                        <a:pt x="663" y="472"/>
                        <a:pt x="663" y="472"/>
                      </a:cubicBezTo>
                      <a:cubicBezTo>
                        <a:pt x="660" y="465"/>
                        <a:pt x="660" y="465"/>
                        <a:pt x="660" y="465"/>
                      </a:cubicBezTo>
                      <a:cubicBezTo>
                        <a:pt x="660" y="465"/>
                        <a:pt x="653" y="461"/>
                        <a:pt x="640" y="459"/>
                      </a:cubicBezTo>
                      <a:cubicBezTo>
                        <a:pt x="627" y="457"/>
                        <a:pt x="639" y="452"/>
                        <a:pt x="634" y="450"/>
                      </a:cubicBezTo>
                      <a:cubicBezTo>
                        <a:pt x="629" y="448"/>
                        <a:pt x="624" y="451"/>
                        <a:pt x="616" y="451"/>
                      </a:cubicBezTo>
                      <a:cubicBezTo>
                        <a:pt x="608" y="451"/>
                        <a:pt x="601" y="437"/>
                        <a:pt x="601" y="437"/>
                      </a:cubicBezTo>
                      <a:cubicBezTo>
                        <a:pt x="592" y="438"/>
                        <a:pt x="592" y="438"/>
                        <a:pt x="592" y="438"/>
                      </a:cubicBezTo>
                      <a:cubicBezTo>
                        <a:pt x="564" y="423"/>
                        <a:pt x="564" y="423"/>
                        <a:pt x="564" y="423"/>
                      </a:cubicBezTo>
                      <a:cubicBezTo>
                        <a:pt x="557" y="413"/>
                        <a:pt x="557" y="413"/>
                        <a:pt x="557" y="413"/>
                      </a:cubicBezTo>
                      <a:cubicBezTo>
                        <a:pt x="539" y="413"/>
                        <a:pt x="539" y="413"/>
                        <a:pt x="539" y="413"/>
                      </a:cubicBezTo>
                      <a:cubicBezTo>
                        <a:pt x="528" y="395"/>
                        <a:pt x="528" y="395"/>
                        <a:pt x="528" y="395"/>
                      </a:cubicBezTo>
                      <a:cubicBezTo>
                        <a:pt x="518" y="401"/>
                        <a:pt x="518" y="401"/>
                        <a:pt x="518" y="401"/>
                      </a:cubicBezTo>
                      <a:cubicBezTo>
                        <a:pt x="518" y="401"/>
                        <a:pt x="506" y="390"/>
                        <a:pt x="499" y="382"/>
                      </a:cubicBezTo>
                      <a:cubicBezTo>
                        <a:pt x="492" y="374"/>
                        <a:pt x="511" y="364"/>
                        <a:pt x="511" y="364"/>
                      </a:cubicBezTo>
                      <a:cubicBezTo>
                        <a:pt x="511" y="364"/>
                        <a:pt x="506" y="364"/>
                        <a:pt x="502" y="358"/>
                      </a:cubicBezTo>
                      <a:cubicBezTo>
                        <a:pt x="498" y="352"/>
                        <a:pt x="509" y="350"/>
                        <a:pt x="509" y="350"/>
                      </a:cubicBezTo>
                      <a:cubicBezTo>
                        <a:pt x="503" y="341"/>
                        <a:pt x="503" y="341"/>
                        <a:pt x="503" y="341"/>
                      </a:cubicBezTo>
                      <a:cubicBezTo>
                        <a:pt x="518" y="323"/>
                        <a:pt x="518" y="323"/>
                        <a:pt x="518" y="323"/>
                      </a:cubicBezTo>
                      <a:cubicBezTo>
                        <a:pt x="524" y="310"/>
                        <a:pt x="524" y="310"/>
                        <a:pt x="524" y="310"/>
                      </a:cubicBezTo>
                      <a:cubicBezTo>
                        <a:pt x="509" y="296"/>
                        <a:pt x="509" y="296"/>
                        <a:pt x="509" y="296"/>
                      </a:cubicBezTo>
                      <a:cubicBezTo>
                        <a:pt x="509" y="296"/>
                        <a:pt x="498" y="296"/>
                        <a:pt x="492" y="293"/>
                      </a:cubicBezTo>
                      <a:cubicBezTo>
                        <a:pt x="486" y="290"/>
                        <a:pt x="492" y="282"/>
                        <a:pt x="492" y="282"/>
                      </a:cubicBezTo>
                      <a:cubicBezTo>
                        <a:pt x="481" y="283"/>
                        <a:pt x="481" y="283"/>
                        <a:pt x="481" y="283"/>
                      </a:cubicBezTo>
                      <a:cubicBezTo>
                        <a:pt x="466" y="272"/>
                        <a:pt x="466" y="272"/>
                        <a:pt x="466" y="272"/>
                      </a:cubicBezTo>
                      <a:cubicBezTo>
                        <a:pt x="466" y="272"/>
                        <a:pt x="456" y="270"/>
                        <a:pt x="445" y="266"/>
                      </a:cubicBezTo>
                      <a:cubicBezTo>
                        <a:pt x="434" y="262"/>
                        <a:pt x="430" y="247"/>
                        <a:pt x="430" y="247"/>
                      </a:cubicBezTo>
                      <a:cubicBezTo>
                        <a:pt x="430" y="247"/>
                        <a:pt x="419" y="252"/>
                        <a:pt x="412" y="249"/>
                      </a:cubicBezTo>
                      <a:cubicBezTo>
                        <a:pt x="405" y="246"/>
                        <a:pt x="412" y="221"/>
                        <a:pt x="412" y="221"/>
                      </a:cubicBezTo>
                      <a:cubicBezTo>
                        <a:pt x="412" y="221"/>
                        <a:pt x="392" y="210"/>
                        <a:pt x="390" y="200"/>
                      </a:cubicBezTo>
                      <a:cubicBezTo>
                        <a:pt x="388" y="190"/>
                        <a:pt x="401" y="185"/>
                        <a:pt x="405" y="185"/>
                      </a:cubicBezTo>
                      <a:cubicBezTo>
                        <a:pt x="409" y="185"/>
                        <a:pt x="407" y="195"/>
                        <a:pt x="407" y="195"/>
                      </a:cubicBezTo>
                      <a:cubicBezTo>
                        <a:pt x="417" y="203"/>
                        <a:pt x="417" y="203"/>
                        <a:pt x="417" y="203"/>
                      </a:cubicBezTo>
                      <a:cubicBezTo>
                        <a:pt x="423" y="194"/>
                        <a:pt x="423" y="194"/>
                        <a:pt x="423" y="194"/>
                      </a:cubicBezTo>
                      <a:cubicBezTo>
                        <a:pt x="423" y="194"/>
                        <a:pt x="432" y="191"/>
                        <a:pt x="440" y="186"/>
                      </a:cubicBezTo>
                      <a:cubicBezTo>
                        <a:pt x="448" y="181"/>
                        <a:pt x="429" y="166"/>
                        <a:pt x="429" y="166"/>
                      </a:cubicBezTo>
                      <a:cubicBezTo>
                        <a:pt x="424" y="157"/>
                        <a:pt x="424" y="157"/>
                        <a:pt x="424" y="157"/>
                      </a:cubicBezTo>
                      <a:cubicBezTo>
                        <a:pt x="424" y="157"/>
                        <a:pt x="419" y="154"/>
                        <a:pt x="404" y="147"/>
                      </a:cubicBezTo>
                      <a:cubicBezTo>
                        <a:pt x="389" y="140"/>
                        <a:pt x="395" y="129"/>
                        <a:pt x="395" y="129"/>
                      </a:cubicBezTo>
                      <a:cubicBezTo>
                        <a:pt x="406" y="123"/>
                        <a:pt x="406" y="123"/>
                        <a:pt x="406" y="123"/>
                      </a:cubicBezTo>
                      <a:cubicBezTo>
                        <a:pt x="394" y="107"/>
                        <a:pt x="394" y="107"/>
                        <a:pt x="394" y="107"/>
                      </a:cubicBezTo>
                      <a:cubicBezTo>
                        <a:pt x="394" y="107"/>
                        <a:pt x="413" y="108"/>
                        <a:pt x="422" y="103"/>
                      </a:cubicBezTo>
                      <a:cubicBezTo>
                        <a:pt x="431" y="98"/>
                        <a:pt x="425" y="74"/>
                        <a:pt x="425" y="74"/>
                      </a:cubicBezTo>
                      <a:cubicBezTo>
                        <a:pt x="425" y="74"/>
                        <a:pt x="434" y="74"/>
                        <a:pt x="438" y="69"/>
                      </a:cubicBezTo>
                      <a:cubicBezTo>
                        <a:pt x="442" y="64"/>
                        <a:pt x="438" y="28"/>
                        <a:pt x="438" y="28"/>
                      </a:cubicBezTo>
                      <a:cubicBezTo>
                        <a:pt x="438" y="28"/>
                        <a:pt x="424" y="30"/>
                        <a:pt x="413" y="28"/>
                      </a:cubicBezTo>
                      <a:cubicBezTo>
                        <a:pt x="402" y="26"/>
                        <a:pt x="400" y="12"/>
                        <a:pt x="383" y="6"/>
                      </a:cubicBezTo>
                      <a:cubicBezTo>
                        <a:pt x="366" y="0"/>
                        <a:pt x="335" y="29"/>
                        <a:pt x="335" y="29"/>
                      </a:cubicBezTo>
                      <a:cubicBezTo>
                        <a:pt x="335" y="29"/>
                        <a:pt x="328" y="29"/>
                        <a:pt x="319" y="29"/>
                      </a:cubicBezTo>
                      <a:cubicBezTo>
                        <a:pt x="304" y="51"/>
                        <a:pt x="304" y="51"/>
                        <a:pt x="304" y="51"/>
                      </a:cubicBezTo>
                      <a:cubicBezTo>
                        <a:pt x="289" y="57"/>
                        <a:pt x="289" y="57"/>
                        <a:pt x="289" y="57"/>
                      </a:cubicBezTo>
                      <a:cubicBezTo>
                        <a:pt x="289" y="57"/>
                        <a:pt x="289" y="68"/>
                        <a:pt x="286" y="69"/>
                      </a:cubicBezTo>
                      <a:cubicBezTo>
                        <a:pt x="283" y="70"/>
                        <a:pt x="272" y="69"/>
                        <a:pt x="272" y="69"/>
                      </a:cubicBezTo>
                      <a:cubicBezTo>
                        <a:pt x="266" y="74"/>
                        <a:pt x="266" y="74"/>
                        <a:pt x="266" y="74"/>
                      </a:cubicBezTo>
                      <a:cubicBezTo>
                        <a:pt x="262" y="70"/>
                        <a:pt x="262" y="70"/>
                        <a:pt x="262" y="70"/>
                      </a:cubicBezTo>
                      <a:cubicBezTo>
                        <a:pt x="262" y="70"/>
                        <a:pt x="244" y="83"/>
                        <a:pt x="237" y="84"/>
                      </a:cubicBezTo>
                      <a:cubicBezTo>
                        <a:pt x="230" y="85"/>
                        <a:pt x="227" y="73"/>
                        <a:pt x="227" y="73"/>
                      </a:cubicBezTo>
                      <a:cubicBezTo>
                        <a:pt x="227" y="73"/>
                        <a:pt x="198" y="67"/>
                        <a:pt x="176" y="70"/>
                      </a:cubicBezTo>
                      <a:cubicBezTo>
                        <a:pt x="154" y="73"/>
                        <a:pt x="156" y="89"/>
                        <a:pt x="156" y="89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67" y="108"/>
                        <a:pt x="167" y="108"/>
                        <a:pt x="167" y="108"/>
                      </a:cubicBezTo>
                      <a:cubicBezTo>
                        <a:pt x="187" y="112"/>
                        <a:pt x="187" y="112"/>
                        <a:pt x="187" y="112"/>
                      </a:cubicBezTo>
                      <a:cubicBezTo>
                        <a:pt x="187" y="112"/>
                        <a:pt x="178" y="120"/>
                        <a:pt x="175" y="130"/>
                      </a:cubicBezTo>
                      <a:cubicBezTo>
                        <a:pt x="172" y="140"/>
                        <a:pt x="186" y="141"/>
                        <a:pt x="186" y="141"/>
                      </a:cubicBezTo>
                      <a:cubicBezTo>
                        <a:pt x="186" y="141"/>
                        <a:pt x="185" y="149"/>
                        <a:pt x="184" y="157"/>
                      </a:cubicBezTo>
                      <a:cubicBezTo>
                        <a:pt x="183" y="165"/>
                        <a:pt x="194" y="162"/>
                        <a:pt x="194" y="162"/>
                      </a:cubicBezTo>
                      <a:cubicBezTo>
                        <a:pt x="202" y="172"/>
                        <a:pt x="202" y="172"/>
                        <a:pt x="202" y="172"/>
                      </a:cubicBezTo>
                      <a:cubicBezTo>
                        <a:pt x="216" y="173"/>
                        <a:pt x="216" y="173"/>
                        <a:pt x="216" y="173"/>
                      </a:cubicBezTo>
                      <a:cubicBezTo>
                        <a:pt x="219" y="196"/>
                        <a:pt x="219" y="196"/>
                        <a:pt x="219" y="196"/>
                      </a:cubicBezTo>
                      <a:cubicBezTo>
                        <a:pt x="243" y="195"/>
                        <a:pt x="243" y="195"/>
                        <a:pt x="243" y="195"/>
                      </a:cubicBezTo>
                      <a:cubicBezTo>
                        <a:pt x="243" y="195"/>
                        <a:pt x="255" y="200"/>
                        <a:pt x="256" y="209"/>
                      </a:cubicBezTo>
                      <a:cubicBezTo>
                        <a:pt x="257" y="218"/>
                        <a:pt x="228" y="222"/>
                        <a:pt x="224" y="224"/>
                      </a:cubicBezTo>
                      <a:cubicBezTo>
                        <a:pt x="220" y="226"/>
                        <a:pt x="223" y="240"/>
                        <a:pt x="223" y="244"/>
                      </a:cubicBezTo>
                      <a:cubicBezTo>
                        <a:pt x="223" y="248"/>
                        <a:pt x="235" y="268"/>
                        <a:pt x="235" y="268"/>
                      </a:cubicBezTo>
                      <a:cubicBezTo>
                        <a:pt x="217" y="281"/>
                        <a:pt x="217" y="281"/>
                        <a:pt x="217" y="281"/>
                      </a:cubicBezTo>
                      <a:cubicBezTo>
                        <a:pt x="200" y="305"/>
                        <a:pt x="200" y="305"/>
                        <a:pt x="200" y="305"/>
                      </a:cubicBezTo>
                      <a:cubicBezTo>
                        <a:pt x="211" y="322"/>
                        <a:pt x="211" y="322"/>
                        <a:pt x="211" y="322"/>
                      </a:cubicBezTo>
                      <a:cubicBezTo>
                        <a:pt x="211" y="322"/>
                        <a:pt x="192" y="323"/>
                        <a:pt x="188" y="332"/>
                      </a:cubicBezTo>
                      <a:cubicBezTo>
                        <a:pt x="184" y="341"/>
                        <a:pt x="187" y="359"/>
                        <a:pt x="179" y="372"/>
                      </a:cubicBezTo>
                      <a:cubicBezTo>
                        <a:pt x="171" y="385"/>
                        <a:pt x="155" y="388"/>
                        <a:pt x="151" y="391"/>
                      </a:cubicBezTo>
                      <a:cubicBezTo>
                        <a:pt x="147" y="394"/>
                        <a:pt x="146" y="414"/>
                        <a:pt x="146" y="414"/>
                      </a:cubicBezTo>
                      <a:cubicBezTo>
                        <a:pt x="137" y="419"/>
                        <a:pt x="137" y="419"/>
                        <a:pt x="137" y="419"/>
                      </a:cubicBezTo>
                      <a:cubicBezTo>
                        <a:pt x="137" y="419"/>
                        <a:pt x="136" y="429"/>
                        <a:pt x="129" y="437"/>
                      </a:cubicBezTo>
                      <a:cubicBezTo>
                        <a:pt x="122" y="445"/>
                        <a:pt x="107" y="437"/>
                        <a:pt x="107" y="437"/>
                      </a:cubicBezTo>
                      <a:cubicBezTo>
                        <a:pt x="107" y="437"/>
                        <a:pt x="102" y="445"/>
                        <a:pt x="89" y="447"/>
                      </a:cubicBezTo>
                      <a:cubicBezTo>
                        <a:pt x="76" y="449"/>
                        <a:pt x="84" y="432"/>
                        <a:pt x="70" y="434"/>
                      </a:cubicBezTo>
                      <a:cubicBezTo>
                        <a:pt x="56" y="436"/>
                        <a:pt x="57" y="450"/>
                        <a:pt x="57" y="450"/>
                      </a:cubicBezTo>
                      <a:cubicBezTo>
                        <a:pt x="57" y="450"/>
                        <a:pt x="50" y="462"/>
                        <a:pt x="42" y="469"/>
                      </a:cubicBezTo>
                      <a:cubicBezTo>
                        <a:pt x="34" y="476"/>
                        <a:pt x="33" y="476"/>
                        <a:pt x="33" y="493"/>
                      </a:cubicBezTo>
                      <a:cubicBezTo>
                        <a:pt x="33" y="510"/>
                        <a:pt x="48" y="508"/>
                        <a:pt x="48" y="508"/>
                      </a:cubicBezTo>
                      <a:cubicBezTo>
                        <a:pt x="66" y="506"/>
                        <a:pt x="66" y="506"/>
                        <a:pt x="66" y="506"/>
                      </a:cubicBezTo>
                      <a:cubicBezTo>
                        <a:pt x="67" y="516"/>
                        <a:pt x="67" y="516"/>
                        <a:pt x="67" y="516"/>
                      </a:cubicBezTo>
                      <a:cubicBezTo>
                        <a:pt x="65" y="536"/>
                        <a:pt x="65" y="536"/>
                        <a:pt x="65" y="536"/>
                      </a:cubicBezTo>
                      <a:cubicBezTo>
                        <a:pt x="65" y="536"/>
                        <a:pt x="67" y="544"/>
                        <a:pt x="74" y="551"/>
                      </a:cubicBezTo>
                      <a:cubicBezTo>
                        <a:pt x="81" y="558"/>
                        <a:pt x="97" y="558"/>
                        <a:pt x="97" y="558"/>
                      </a:cubicBezTo>
                      <a:cubicBezTo>
                        <a:pt x="97" y="573"/>
                        <a:pt x="97" y="573"/>
                        <a:pt x="97" y="573"/>
                      </a:cubicBezTo>
                      <a:cubicBezTo>
                        <a:pt x="111" y="601"/>
                        <a:pt x="111" y="601"/>
                        <a:pt x="111" y="601"/>
                      </a:cubicBezTo>
                      <a:cubicBezTo>
                        <a:pt x="111" y="601"/>
                        <a:pt x="122" y="616"/>
                        <a:pt x="120" y="625"/>
                      </a:cubicBezTo>
                      <a:cubicBezTo>
                        <a:pt x="118" y="634"/>
                        <a:pt x="109" y="635"/>
                        <a:pt x="98" y="635"/>
                      </a:cubicBezTo>
                      <a:cubicBezTo>
                        <a:pt x="87" y="635"/>
                        <a:pt x="97" y="624"/>
                        <a:pt x="86" y="626"/>
                      </a:cubicBezTo>
                      <a:cubicBezTo>
                        <a:pt x="75" y="628"/>
                        <a:pt x="77" y="638"/>
                        <a:pt x="63" y="638"/>
                      </a:cubicBezTo>
                      <a:cubicBezTo>
                        <a:pt x="49" y="638"/>
                        <a:pt x="52" y="630"/>
                        <a:pt x="52" y="630"/>
                      </a:cubicBezTo>
                      <a:cubicBezTo>
                        <a:pt x="35" y="636"/>
                        <a:pt x="35" y="636"/>
                        <a:pt x="35" y="636"/>
                      </a:cubicBezTo>
                      <a:cubicBezTo>
                        <a:pt x="35" y="636"/>
                        <a:pt x="26" y="629"/>
                        <a:pt x="15" y="630"/>
                      </a:cubicBezTo>
                      <a:cubicBezTo>
                        <a:pt x="4" y="631"/>
                        <a:pt x="13" y="647"/>
                        <a:pt x="13" y="647"/>
                      </a:cubicBezTo>
                      <a:cubicBezTo>
                        <a:pt x="0" y="652"/>
                        <a:pt x="0" y="652"/>
                        <a:pt x="0" y="652"/>
                      </a:cubicBezTo>
                      <a:cubicBezTo>
                        <a:pt x="11" y="653"/>
                        <a:pt x="23" y="653"/>
                        <a:pt x="23" y="653"/>
                      </a:cubicBezTo>
                      <a:cubicBezTo>
                        <a:pt x="23" y="653"/>
                        <a:pt x="13" y="677"/>
                        <a:pt x="26" y="686"/>
                      </a:cubicBezTo>
                      <a:cubicBezTo>
                        <a:pt x="38" y="696"/>
                        <a:pt x="71" y="699"/>
                        <a:pt x="78" y="697"/>
                      </a:cubicBezTo>
                      <a:cubicBezTo>
                        <a:pt x="84" y="695"/>
                        <a:pt x="108" y="678"/>
                        <a:pt x="108" y="678"/>
                      </a:cubicBezTo>
                      <a:cubicBezTo>
                        <a:pt x="108" y="678"/>
                        <a:pt x="118" y="690"/>
                        <a:pt x="106" y="701"/>
                      </a:cubicBezTo>
                      <a:cubicBezTo>
                        <a:pt x="94" y="712"/>
                        <a:pt x="70" y="719"/>
                        <a:pt x="70" y="719"/>
                      </a:cubicBezTo>
                      <a:cubicBezTo>
                        <a:pt x="70" y="719"/>
                        <a:pt x="32" y="724"/>
                        <a:pt x="30" y="735"/>
                      </a:cubicBezTo>
                      <a:cubicBezTo>
                        <a:pt x="28" y="746"/>
                        <a:pt x="58" y="770"/>
                        <a:pt x="70" y="779"/>
                      </a:cubicBezTo>
                      <a:cubicBezTo>
                        <a:pt x="83" y="788"/>
                        <a:pt x="106" y="816"/>
                        <a:pt x="136" y="818"/>
                      </a:cubicBezTo>
                      <a:cubicBezTo>
                        <a:pt x="167" y="821"/>
                        <a:pt x="205" y="794"/>
                        <a:pt x="201" y="775"/>
                      </a:cubicBezTo>
                      <a:cubicBezTo>
                        <a:pt x="197" y="757"/>
                        <a:pt x="207" y="742"/>
                        <a:pt x="217" y="733"/>
                      </a:cubicBezTo>
                      <a:cubicBezTo>
                        <a:pt x="226" y="723"/>
                        <a:pt x="248" y="718"/>
                        <a:pt x="238" y="735"/>
                      </a:cubicBezTo>
                      <a:cubicBezTo>
                        <a:pt x="229" y="752"/>
                        <a:pt x="206" y="767"/>
                        <a:pt x="213" y="781"/>
                      </a:cubicBezTo>
                      <a:cubicBezTo>
                        <a:pt x="220" y="795"/>
                        <a:pt x="238" y="793"/>
                        <a:pt x="238" y="808"/>
                      </a:cubicBezTo>
                      <a:cubicBezTo>
                        <a:pt x="237" y="822"/>
                        <a:pt x="233" y="838"/>
                        <a:pt x="227" y="861"/>
                      </a:cubicBezTo>
                      <a:cubicBezTo>
                        <a:pt x="220" y="885"/>
                        <a:pt x="220" y="907"/>
                        <a:pt x="227" y="936"/>
                      </a:cubicBezTo>
                      <a:cubicBezTo>
                        <a:pt x="235" y="964"/>
                        <a:pt x="247" y="1014"/>
                        <a:pt x="258" y="1029"/>
                      </a:cubicBezTo>
                      <a:cubicBezTo>
                        <a:pt x="269" y="1045"/>
                        <a:pt x="272" y="1039"/>
                        <a:pt x="267" y="1062"/>
                      </a:cubicBezTo>
                      <a:cubicBezTo>
                        <a:pt x="262" y="1085"/>
                        <a:pt x="299" y="1092"/>
                        <a:pt x="299" y="1092"/>
                      </a:cubicBezTo>
                      <a:cubicBezTo>
                        <a:pt x="299" y="1092"/>
                        <a:pt x="304" y="1124"/>
                        <a:pt x="312" y="1135"/>
                      </a:cubicBezTo>
                      <a:cubicBezTo>
                        <a:pt x="321" y="1147"/>
                        <a:pt x="339" y="1156"/>
                        <a:pt x="339" y="1156"/>
                      </a:cubicBezTo>
                      <a:cubicBezTo>
                        <a:pt x="339" y="1156"/>
                        <a:pt x="344" y="1222"/>
                        <a:pt x="354" y="1252"/>
                      </a:cubicBezTo>
                      <a:cubicBezTo>
                        <a:pt x="365" y="1282"/>
                        <a:pt x="402" y="1323"/>
                        <a:pt x="407" y="1335"/>
                      </a:cubicBezTo>
                      <a:cubicBezTo>
                        <a:pt x="412" y="1348"/>
                        <a:pt x="414" y="1374"/>
                        <a:pt x="413" y="1386"/>
                      </a:cubicBezTo>
                      <a:cubicBezTo>
                        <a:pt x="411" y="1398"/>
                        <a:pt x="479" y="1502"/>
                        <a:pt x="479" y="1502"/>
                      </a:cubicBezTo>
                      <a:cubicBezTo>
                        <a:pt x="479" y="1502"/>
                        <a:pt x="512" y="1493"/>
                        <a:pt x="518" y="1484"/>
                      </a:cubicBezTo>
                      <a:cubicBezTo>
                        <a:pt x="523" y="1474"/>
                        <a:pt x="515" y="1452"/>
                        <a:pt x="526" y="1445"/>
                      </a:cubicBezTo>
                      <a:cubicBezTo>
                        <a:pt x="536" y="1438"/>
                        <a:pt x="540" y="1446"/>
                        <a:pt x="550" y="1443"/>
                      </a:cubicBezTo>
                      <a:cubicBezTo>
                        <a:pt x="561" y="1440"/>
                        <a:pt x="578" y="1427"/>
                        <a:pt x="578" y="1427"/>
                      </a:cubicBezTo>
                      <a:cubicBezTo>
                        <a:pt x="578" y="1427"/>
                        <a:pt x="563" y="1431"/>
                        <a:pt x="566" y="1414"/>
                      </a:cubicBezTo>
                      <a:cubicBezTo>
                        <a:pt x="568" y="1397"/>
                        <a:pt x="575" y="1394"/>
                        <a:pt x="587" y="1388"/>
                      </a:cubicBezTo>
                      <a:cubicBezTo>
                        <a:pt x="599" y="1382"/>
                        <a:pt x="613" y="1379"/>
                        <a:pt x="613" y="1371"/>
                      </a:cubicBezTo>
                      <a:cubicBezTo>
                        <a:pt x="614" y="1362"/>
                        <a:pt x="601" y="1330"/>
                        <a:pt x="601" y="1311"/>
                      </a:cubicBezTo>
                      <a:cubicBezTo>
                        <a:pt x="600" y="1293"/>
                        <a:pt x="599" y="1264"/>
                        <a:pt x="605" y="1261"/>
                      </a:cubicBezTo>
                      <a:cubicBezTo>
                        <a:pt x="612" y="1257"/>
                        <a:pt x="609" y="1249"/>
                        <a:pt x="610" y="1217"/>
                      </a:cubicBezTo>
                      <a:cubicBezTo>
                        <a:pt x="612" y="1185"/>
                        <a:pt x="592" y="1185"/>
                        <a:pt x="590" y="1172"/>
                      </a:cubicBezTo>
                      <a:cubicBezTo>
                        <a:pt x="588" y="1160"/>
                        <a:pt x="598" y="1154"/>
                        <a:pt x="599" y="1142"/>
                      </a:cubicBezTo>
                      <a:cubicBezTo>
                        <a:pt x="601" y="1130"/>
                        <a:pt x="594" y="1123"/>
                        <a:pt x="594" y="1107"/>
                      </a:cubicBezTo>
                      <a:cubicBezTo>
                        <a:pt x="595" y="1091"/>
                        <a:pt x="631" y="1089"/>
                        <a:pt x="631" y="1082"/>
                      </a:cubicBezTo>
                      <a:cubicBezTo>
                        <a:pt x="631" y="1075"/>
                        <a:pt x="631" y="1059"/>
                        <a:pt x="638" y="1054"/>
                      </a:cubicBezTo>
                      <a:cubicBezTo>
                        <a:pt x="646" y="1049"/>
                        <a:pt x="660" y="1050"/>
                        <a:pt x="660" y="1050"/>
                      </a:cubicBezTo>
                      <a:cubicBezTo>
                        <a:pt x="663" y="1044"/>
                        <a:pt x="663" y="1044"/>
                        <a:pt x="663" y="1044"/>
                      </a:cubicBezTo>
                      <a:cubicBezTo>
                        <a:pt x="663" y="1044"/>
                        <a:pt x="686" y="1055"/>
                        <a:pt x="688" y="1044"/>
                      </a:cubicBezTo>
                      <a:cubicBezTo>
                        <a:pt x="690" y="1033"/>
                        <a:pt x="709" y="998"/>
                        <a:pt x="715" y="988"/>
                      </a:cubicBezTo>
                      <a:cubicBezTo>
                        <a:pt x="722" y="979"/>
                        <a:pt x="744" y="980"/>
                        <a:pt x="751" y="966"/>
                      </a:cubicBezTo>
                      <a:cubicBezTo>
                        <a:pt x="758" y="953"/>
                        <a:pt x="769" y="925"/>
                        <a:pt x="779" y="916"/>
                      </a:cubicBezTo>
                      <a:cubicBezTo>
                        <a:pt x="788" y="906"/>
                        <a:pt x="827" y="886"/>
                        <a:pt x="827" y="886"/>
                      </a:cubicBezTo>
                      <a:cubicBezTo>
                        <a:pt x="820" y="866"/>
                        <a:pt x="820" y="866"/>
                        <a:pt x="820" y="866"/>
                      </a:cubicBezTo>
                      <a:cubicBezTo>
                        <a:pt x="826" y="861"/>
                        <a:pt x="826" y="861"/>
                        <a:pt x="826" y="861"/>
                      </a:cubicBezTo>
                      <a:cubicBezTo>
                        <a:pt x="839" y="880"/>
                        <a:pt x="839" y="880"/>
                        <a:pt x="839" y="880"/>
                      </a:cubicBezTo>
                      <a:cubicBezTo>
                        <a:pt x="880" y="841"/>
                        <a:pt x="880" y="841"/>
                        <a:pt x="880" y="841"/>
                      </a:cubicBezTo>
                      <a:cubicBezTo>
                        <a:pt x="887" y="823"/>
                        <a:pt x="887" y="823"/>
                        <a:pt x="887" y="823"/>
                      </a:cubicBezTo>
                      <a:cubicBezTo>
                        <a:pt x="887" y="823"/>
                        <a:pt x="873" y="806"/>
                        <a:pt x="873" y="795"/>
                      </a:cubicBezTo>
                      <a:cubicBezTo>
                        <a:pt x="874" y="784"/>
                        <a:pt x="897" y="788"/>
                        <a:pt x="909" y="773"/>
                      </a:cubicBezTo>
                      <a:cubicBezTo>
                        <a:pt x="921" y="757"/>
                        <a:pt x="917" y="744"/>
                        <a:pt x="917" y="744"/>
                      </a:cubicBezTo>
                      <a:cubicBezTo>
                        <a:pt x="928" y="749"/>
                        <a:pt x="928" y="749"/>
                        <a:pt x="928" y="749"/>
                      </a:cubicBezTo>
                      <a:cubicBezTo>
                        <a:pt x="934" y="767"/>
                        <a:pt x="934" y="767"/>
                        <a:pt x="934" y="767"/>
                      </a:cubicBezTo>
                      <a:cubicBezTo>
                        <a:pt x="942" y="744"/>
                        <a:pt x="942" y="744"/>
                        <a:pt x="942" y="744"/>
                      </a:cubicBezTo>
                      <a:cubicBezTo>
                        <a:pt x="942" y="744"/>
                        <a:pt x="950" y="786"/>
                        <a:pt x="957" y="789"/>
                      </a:cubicBezTo>
                      <a:cubicBezTo>
                        <a:pt x="965" y="791"/>
                        <a:pt x="968" y="763"/>
                        <a:pt x="968" y="763"/>
                      </a:cubicBezTo>
                      <a:cubicBezTo>
                        <a:pt x="970" y="745"/>
                        <a:pt x="970" y="745"/>
                        <a:pt x="970" y="745"/>
                      </a:cubicBezTo>
                      <a:cubicBezTo>
                        <a:pt x="958" y="717"/>
                        <a:pt x="958" y="717"/>
                        <a:pt x="958" y="717"/>
                      </a:cubicBezTo>
                      <a:cubicBezTo>
                        <a:pt x="959" y="697"/>
                        <a:pt x="959" y="697"/>
                        <a:pt x="959" y="697"/>
                      </a:cubicBezTo>
                      <a:cubicBezTo>
                        <a:pt x="939" y="681"/>
                        <a:pt x="939" y="681"/>
                        <a:pt x="939" y="681"/>
                      </a:cubicBezTo>
                      <a:cubicBezTo>
                        <a:pt x="930" y="661"/>
                        <a:pt x="930" y="661"/>
                        <a:pt x="930" y="661"/>
                      </a:cubicBezTo>
                      <a:cubicBezTo>
                        <a:pt x="930" y="661"/>
                        <a:pt x="939" y="653"/>
                        <a:pt x="942" y="637"/>
                      </a:cubicBezTo>
                      <a:cubicBezTo>
                        <a:pt x="945" y="621"/>
                        <a:pt x="918" y="627"/>
                        <a:pt x="908" y="617"/>
                      </a:cubicBezTo>
                      <a:cubicBezTo>
                        <a:pt x="898" y="607"/>
                        <a:pt x="917" y="604"/>
                        <a:pt x="917" y="604"/>
                      </a:cubicBezTo>
                      <a:cubicBezTo>
                        <a:pt x="917" y="585"/>
                        <a:pt x="917" y="585"/>
                        <a:pt x="917" y="585"/>
                      </a:cubicBezTo>
                      <a:cubicBezTo>
                        <a:pt x="939" y="584"/>
                        <a:pt x="939" y="584"/>
                        <a:pt x="939" y="584"/>
                      </a:cubicBezTo>
                      <a:cubicBezTo>
                        <a:pt x="938" y="576"/>
                        <a:pt x="938" y="576"/>
                        <a:pt x="938" y="576"/>
                      </a:cubicBezTo>
                      <a:cubicBezTo>
                        <a:pt x="921" y="565"/>
                        <a:pt x="921" y="565"/>
                        <a:pt x="921" y="565"/>
                      </a:cubicBezTo>
                      <a:cubicBezTo>
                        <a:pt x="921" y="565"/>
                        <a:pt x="899" y="557"/>
                        <a:pt x="897" y="546"/>
                      </a:cubicBezTo>
                      <a:cubicBezTo>
                        <a:pt x="895" y="535"/>
                        <a:pt x="906" y="523"/>
                        <a:pt x="906" y="523"/>
                      </a:cubicBezTo>
                      <a:cubicBezTo>
                        <a:pt x="901" y="511"/>
                        <a:pt x="901" y="511"/>
                        <a:pt x="901" y="511"/>
                      </a:cubicBezTo>
                      <a:cubicBezTo>
                        <a:pt x="912" y="514"/>
                        <a:pt x="912" y="514"/>
                        <a:pt x="912" y="514"/>
                      </a:cubicBezTo>
                      <a:cubicBezTo>
                        <a:pt x="928" y="522"/>
                        <a:pt x="928" y="522"/>
                        <a:pt x="928" y="522"/>
                      </a:cubicBezTo>
                      <a:cubicBezTo>
                        <a:pt x="925" y="515"/>
                        <a:pt x="925" y="515"/>
                        <a:pt x="925" y="515"/>
                      </a:cubicBezTo>
                      <a:cubicBezTo>
                        <a:pt x="936" y="514"/>
                        <a:pt x="936" y="514"/>
                        <a:pt x="936" y="514"/>
                      </a:cubicBezTo>
                      <a:cubicBezTo>
                        <a:pt x="936" y="514"/>
                        <a:pt x="939" y="526"/>
                        <a:pt x="945" y="532"/>
                      </a:cubicBezTo>
                      <a:cubicBezTo>
                        <a:pt x="951" y="538"/>
                        <a:pt x="961" y="540"/>
                        <a:pt x="961" y="540"/>
                      </a:cubicBezTo>
                      <a:cubicBezTo>
                        <a:pt x="962" y="528"/>
                        <a:pt x="962" y="528"/>
                        <a:pt x="962" y="528"/>
                      </a:cubicBezTo>
                      <a:cubicBezTo>
                        <a:pt x="962" y="528"/>
                        <a:pt x="968" y="531"/>
                        <a:pt x="972" y="534"/>
                      </a:cubicBezTo>
                      <a:cubicBezTo>
                        <a:pt x="976" y="537"/>
                        <a:pt x="976" y="555"/>
                        <a:pt x="976" y="555"/>
                      </a:cubicBezTo>
                      <a:cubicBezTo>
                        <a:pt x="980" y="557"/>
                        <a:pt x="980" y="557"/>
                        <a:pt x="980" y="557"/>
                      </a:cubicBezTo>
                      <a:cubicBezTo>
                        <a:pt x="980" y="557"/>
                        <a:pt x="981" y="577"/>
                        <a:pt x="981" y="580"/>
                      </a:cubicBezTo>
                      <a:cubicBezTo>
                        <a:pt x="981" y="583"/>
                        <a:pt x="998" y="586"/>
                        <a:pt x="1008" y="586"/>
                      </a:cubicBezTo>
                      <a:cubicBezTo>
                        <a:pt x="1018" y="586"/>
                        <a:pt x="1049" y="590"/>
                        <a:pt x="1049" y="590"/>
                      </a:cubicBezTo>
                      <a:cubicBezTo>
                        <a:pt x="1079" y="579"/>
                        <a:pt x="1079" y="579"/>
                        <a:pt x="1079" y="579"/>
                      </a:cubicBezTo>
                      <a:cubicBezTo>
                        <a:pt x="1079" y="579"/>
                        <a:pt x="1101" y="587"/>
                        <a:pt x="1101" y="597"/>
                      </a:cubicBezTo>
                      <a:cubicBezTo>
                        <a:pt x="1101" y="607"/>
                        <a:pt x="1091" y="603"/>
                        <a:pt x="1091" y="603"/>
                      </a:cubicBezTo>
                      <a:cubicBezTo>
                        <a:pt x="1091" y="603"/>
                        <a:pt x="1091" y="612"/>
                        <a:pt x="1088" y="626"/>
                      </a:cubicBezTo>
                      <a:cubicBezTo>
                        <a:pt x="1085" y="640"/>
                        <a:pt x="1071" y="638"/>
                        <a:pt x="1063" y="641"/>
                      </a:cubicBezTo>
                      <a:cubicBezTo>
                        <a:pt x="1055" y="644"/>
                        <a:pt x="1053" y="654"/>
                        <a:pt x="1053" y="670"/>
                      </a:cubicBezTo>
                      <a:cubicBezTo>
                        <a:pt x="1053" y="686"/>
                        <a:pt x="1073" y="689"/>
                        <a:pt x="1073" y="689"/>
                      </a:cubicBezTo>
                      <a:cubicBezTo>
                        <a:pt x="1082" y="704"/>
                        <a:pt x="1082" y="704"/>
                        <a:pt x="1082" y="704"/>
                      </a:cubicBezTo>
                      <a:cubicBezTo>
                        <a:pt x="1089" y="681"/>
                        <a:pt x="1089" y="681"/>
                        <a:pt x="1089" y="681"/>
                      </a:cubicBezTo>
                      <a:cubicBezTo>
                        <a:pt x="1089" y="681"/>
                        <a:pt x="1081" y="660"/>
                        <a:pt x="1099" y="664"/>
                      </a:cubicBezTo>
                      <a:cubicBezTo>
                        <a:pt x="1117" y="668"/>
                        <a:pt x="1111" y="687"/>
                        <a:pt x="1115" y="698"/>
                      </a:cubicBezTo>
                      <a:cubicBezTo>
                        <a:pt x="1119" y="709"/>
                        <a:pt x="1135" y="748"/>
                        <a:pt x="1135" y="748"/>
                      </a:cubicBezTo>
                      <a:cubicBezTo>
                        <a:pt x="1149" y="760"/>
                        <a:pt x="1149" y="760"/>
                        <a:pt x="1149" y="760"/>
                      </a:cubicBezTo>
                      <a:cubicBezTo>
                        <a:pt x="1149" y="760"/>
                        <a:pt x="1148" y="752"/>
                        <a:pt x="1148" y="746"/>
                      </a:cubicBezTo>
                      <a:cubicBezTo>
                        <a:pt x="1148" y="740"/>
                        <a:pt x="1152" y="752"/>
                        <a:pt x="1161" y="750"/>
                      </a:cubicBezTo>
                      <a:cubicBezTo>
                        <a:pt x="1170" y="748"/>
                        <a:pt x="1160" y="736"/>
                        <a:pt x="1156" y="732"/>
                      </a:cubicBezTo>
                      <a:cubicBezTo>
                        <a:pt x="1152" y="728"/>
                        <a:pt x="1152" y="714"/>
                        <a:pt x="1149" y="705"/>
                      </a:cubicBezTo>
                      <a:cubicBezTo>
                        <a:pt x="1146" y="696"/>
                        <a:pt x="1163" y="694"/>
                        <a:pt x="1163" y="694"/>
                      </a:cubicBezTo>
                      <a:cubicBezTo>
                        <a:pt x="1161" y="661"/>
                        <a:pt x="1161" y="661"/>
                        <a:pt x="1161" y="661"/>
                      </a:cubicBezTo>
                      <a:cubicBezTo>
                        <a:pt x="1161" y="661"/>
                        <a:pt x="1147" y="650"/>
                        <a:pt x="1143" y="648"/>
                      </a:cubicBezTo>
                      <a:cubicBezTo>
                        <a:pt x="1139" y="646"/>
                        <a:pt x="1164" y="647"/>
                        <a:pt x="1168" y="648"/>
                      </a:cubicBezTo>
                      <a:cubicBezTo>
                        <a:pt x="1172" y="649"/>
                        <a:pt x="1197" y="653"/>
                        <a:pt x="1197" y="653"/>
                      </a:cubicBezTo>
                      <a:cubicBezTo>
                        <a:pt x="1197" y="629"/>
                        <a:pt x="1197" y="629"/>
                        <a:pt x="1197" y="629"/>
                      </a:cubicBezTo>
                      <a:cubicBezTo>
                        <a:pt x="1209" y="594"/>
                        <a:pt x="1209" y="594"/>
                        <a:pt x="1209" y="594"/>
                      </a:cubicBezTo>
                      <a:cubicBezTo>
                        <a:pt x="1209" y="594"/>
                        <a:pt x="1199" y="586"/>
                        <a:pt x="1199" y="576"/>
                      </a:cubicBezTo>
                      <a:cubicBezTo>
                        <a:pt x="1199" y="566"/>
                        <a:pt x="1213" y="562"/>
                        <a:pt x="1213" y="562"/>
                      </a:cubicBezTo>
                      <a:cubicBezTo>
                        <a:pt x="1225" y="541"/>
                        <a:pt x="1225" y="541"/>
                        <a:pt x="1225" y="541"/>
                      </a:cubicBezTo>
                      <a:cubicBezTo>
                        <a:pt x="1225" y="541"/>
                        <a:pt x="1219" y="530"/>
                        <a:pt x="1218" y="525"/>
                      </a:cubicBezTo>
                      <a:cubicBezTo>
                        <a:pt x="1217" y="520"/>
                        <a:pt x="1215" y="506"/>
                        <a:pt x="1215" y="506"/>
                      </a:cubicBezTo>
                      <a:cubicBezTo>
                        <a:pt x="1215" y="506"/>
                        <a:pt x="1226" y="501"/>
                        <a:pt x="1238" y="497"/>
                      </a:cubicBezTo>
                      <a:cubicBezTo>
                        <a:pt x="1250" y="493"/>
                        <a:pt x="1245" y="478"/>
                        <a:pt x="1253" y="476"/>
                      </a:cubicBezTo>
                      <a:cubicBezTo>
                        <a:pt x="1261" y="474"/>
                        <a:pt x="1276" y="473"/>
                        <a:pt x="1276" y="473"/>
                      </a:cubicBezTo>
                      <a:cubicBezTo>
                        <a:pt x="1276" y="473"/>
                        <a:pt x="1299" y="481"/>
                        <a:pt x="1301" y="477"/>
                      </a:cubicBezTo>
                      <a:cubicBezTo>
                        <a:pt x="1303" y="473"/>
                        <a:pt x="1280" y="463"/>
                        <a:pt x="1280" y="454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5" name="Freeform 221"/>
                <p:cNvSpPr>
                  <a:spLocks/>
                </p:cNvSpPr>
                <p:nvPr/>
              </p:nvSpPr>
              <p:spPr bwMode="gray">
                <a:xfrm>
                  <a:off x="3685" y="-13606"/>
                  <a:ext cx="1006" cy="2365"/>
                </a:xfrm>
                <a:custGeom>
                  <a:avLst/>
                  <a:gdLst>
                    <a:gd name="T0" fmla="*/ 9 w 426"/>
                    <a:gd name="T1" fmla="*/ 422 h 1001"/>
                    <a:gd name="T2" fmla="*/ 81 w 426"/>
                    <a:gd name="T3" fmla="*/ 465 h 1001"/>
                    <a:gd name="T4" fmla="*/ 132 w 426"/>
                    <a:gd name="T5" fmla="*/ 562 h 1001"/>
                    <a:gd name="T6" fmla="*/ 145 w 426"/>
                    <a:gd name="T7" fmla="*/ 654 h 1001"/>
                    <a:gd name="T8" fmla="*/ 168 w 426"/>
                    <a:gd name="T9" fmla="*/ 671 h 1001"/>
                    <a:gd name="T10" fmla="*/ 240 w 426"/>
                    <a:gd name="T11" fmla="*/ 641 h 1001"/>
                    <a:gd name="T12" fmla="*/ 267 w 426"/>
                    <a:gd name="T13" fmla="*/ 638 h 1001"/>
                    <a:gd name="T14" fmla="*/ 303 w 426"/>
                    <a:gd name="T15" fmla="*/ 745 h 1001"/>
                    <a:gd name="T16" fmla="*/ 350 w 426"/>
                    <a:gd name="T17" fmla="*/ 849 h 1001"/>
                    <a:gd name="T18" fmla="*/ 337 w 426"/>
                    <a:gd name="T19" fmla="*/ 918 h 1001"/>
                    <a:gd name="T20" fmla="*/ 355 w 426"/>
                    <a:gd name="T21" fmla="*/ 970 h 1001"/>
                    <a:gd name="T22" fmla="*/ 375 w 426"/>
                    <a:gd name="T23" fmla="*/ 956 h 1001"/>
                    <a:gd name="T24" fmla="*/ 396 w 426"/>
                    <a:gd name="T25" fmla="*/ 861 h 1001"/>
                    <a:gd name="T26" fmla="*/ 344 w 426"/>
                    <a:gd name="T27" fmla="*/ 760 h 1001"/>
                    <a:gd name="T28" fmla="*/ 341 w 426"/>
                    <a:gd name="T29" fmla="*/ 687 h 1001"/>
                    <a:gd name="T30" fmla="*/ 344 w 426"/>
                    <a:gd name="T31" fmla="*/ 653 h 1001"/>
                    <a:gd name="T32" fmla="*/ 295 w 426"/>
                    <a:gd name="T33" fmla="*/ 592 h 1001"/>
                    <a:gd name="T34" fmla="*/ 273 w 426"/>
                    <a:gd name="T35" fmla="*/ 554 h 1001"/>
                    <a:gd name="T36" fmla="*/ 272 w 426"/>
                    <a:gd name="T37" fmla="*/ 512 h 1001"/>
                    <a:gd name="T38" fmla="*/ 318 w 426"/>
                    <a:gd name="T39" fmla="*/ 477 h 1001"/>
                    <a:gd name="T40" fmla="*/ 352 w 426"/>
                    <a:gd name="T41" fmla="*/ 440 h 1001"/>
                    <a:gd name="T42" fmla="*/ 399 w 426"/>
                    <a:gd name="T43" fmla="*/ 414 h 1001"/>
                    <a:gd name="T44" fmla="*/ 399 w 426"/>
                    <a:gd name="T45" fmla="*/ 392 h 1001"/>
                    <a:gd name="T46" fmla="*/ 397 w 426"/>
                    <a:gd name="T47" fmla="*/ 380 h 1001"/>
                    <a:gd name="T48" fmla="*/ 361 w 426"/>
                    <a:gd name="T49" fmla="*/ 370 h 1001"/>
                    <a:gd name="T50" fmla="*/ 326 w 426"/>
                    <a:gd name="T51" fmla="*/ 329 h 1001"/>
                    <a:gd name="T52" fmla="*/ 301 w 426"/>
                    <a:gd name="T53" fmla="*/ 292 h 1001"/>
                    <a:gd name="T54" fmla="*/ 297 w 426"/>
                    <a:gd name="T55" fmla="*/ 237 h 1001"/>
                    <a:gd name="T56" fmla="*/ 242 w 426"/>
                    <a:gd name="T57" fmla="*/ 235 h 1001"/>
                    <a:gd name="T58" fmla="*/ 233 w 426"/>
                    <a:gd name="T59" fmla="*/ 203 h 1001"/>
                    <a:gd name="T60" fmla="*/ 243 w 426"/>
                    <a:gd name="T61" fmla="*/ 156 h 1001"/>
                    <a:gd name="T62" fmla="*/ 253 w 426"/>
                    <a:gd name="T63" fmla="*/ 133 h 1001"/>
                    <a:gd name="T64" fmla="*/ 255 w 426"/>
                    <a:gd name="T65" fmla="*/ 74 h 1001"/>
                    <a:gd name="T66" fmla="*/ 211 w 426"/>
                    <a:gd name="T67" fmla="*/ 15 h 1001"/>
                    <a:gd name="T68" fmla="*/ 187 w 426"/>
                    <a:gd name="T69" fmla="*/ 32 h 1001"/>
                    <a:gd name="T70" fmla="*/ 159 w 426"/>
                    <a:gd name="T71" fmla="*/ 69 h 1001"/>
                    <a:gd name="T72" fmla="*/ 98 w 426"/>
                    <a:gd name="T73" fmla="*/ 102 h 1001"/>
                    <a:gd name="T74" fmla="*/ 96 w 426"/>
                    <a:gd name="T75" fmla="*/ 158 h 1001"/>
                    <a:gd name="T76" fmla="*/ 80 w 426"/>
                    <a:gd name="T77" fmla="*/ 225 h 1001"/>
                    <a:gd name="T78" fmla="*/ 26 w 426"/>
                    <a:gd name="T79" fmla="*/ 244 h 1001"/>
                    <a:gd name="T80" fmla="*/ 32 w 426"/>
                    <a:gd name="T81" fmla="*/ 301 h 1001"/>
                    <a:gd name="T82" fmla="*/ 31 w 426"/>
                    <a:gd name="T83" fmla="*/ 342 h 1001"/>
                    <a:gd name="T84" fmla="*/ 25 w 426"/>
                    <a:gd name="T85" fmla="*/ 383 h 10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26" h="1001">
                      <a:moveTo>
                        <a:pt x="0" y="391"/>
                      </a:moveTo>
                      <a:cubicBezTo>
                        <a:pt x="5" y="391"/>
                        <a:pt x="9" y="391"/>
                        <a:pt x="9" y="391"/>
                      </a:cubicBezTo>
                      <a:cubicBezTo>
                        <a:pt x="9" y="422"/>
                        <a:pt x="9" y="422"/>
                        <a:pt x="9" y="422"/>
                      </a:cubicBezTo>
                      <a:cubicBezTo>
                        <a:pt x="9" y="422"/>
                        <a:pt x="32" y="428"/>
                        <a:pt x="41" y="438"/>
                      </a:cubicBezTo>
                      <a:cubicBezTo>
                        <a:pt x="51" y="448"/>
                        <a:pt x="59" y="470"/>
                        <a:pt x="59" y="470"/>
                      </a:cubicBezTo>
                      <a:cubicBezTo>
                        <a:pt x="81" y="465"/>
                        <a:pt x="81" y="465"/>
                        <a:pt x="81" y="465"/>
                      </a:cubicBezTo>
                      <a:cubicBezTo>
                        <a:pt x="67" y="494"/>
                        <a:pt x="67" y="494"/>
                        <a:pt x="67" y="494"/>
                      </a:cubicBezTo>
                      <a:cubicBezTo>
                        <a:pt x="67" y="494"/>
                        <a:pt x="98" y="501"/>
                        <a:pt x="110" y="510"/>
                      </a:cubicBezTo>
                      <a:cubicBezTo>
                        <a:pt x="122" y="519"/>
                        <a:pt x="130" y="555"/>
                        <a:pt x="132" y="562"/>
                      </a:cubicBezTo>
                      <a:cubicBezTo>
                        <a:pt x="134" y="568"/>
                        <a:pt x="148" y="581"/>
                        <a:pt x="148" y="581"/>
                      </a:cubicBezTo>
                      <a:cubicBezTo>
                        <a:pt x="137" y="593"/>
                        <a:pt x="137" y="593"/>
                        <a:pt x="137" y="593"/>
                      </a:cubicBezTo>
                      <a:cubicBezTo>
                        <a:pt x="145" y="654"/>
                        <a:pt x="145" y="654"/>
                        <a:pt x="145" y="654"/>
                      </a:cubicBezTo>
                      <a:cubicBezTo>
                        <a:pt x="134" y="662"/>
                        <a:pt x="134" y="662"/>
                        <a:pt x="134" y="662"/>
                      </a:cubicBezTo>
                      <a:cubicBezTo>
                        <a:pt x="134" y="662"/>
                        <a:pt x="140" y="681"/>
                        <a:pt x="149" y="680"/>
                      </a:cubicBezTo>
                      <a:cubicBezTo>
                        <a:pt x="158" y="679"/>
                        <a:pt x="168" y="671"/>
                        <a:pt x="168" y="671"/>
                      </a:cubicBezTo>
                      <a:cubicBezTo>
                        <a:pt x="168" y="671"/>
                        <a:pt x="172" y="686"/>
                        <a:pt x="183" y="681"/>
                      </a:cubicBezTo>
                      <a:cubicBezTo>
                        <a:pt x="195" y="677"/>
                        <a:pt x="206" y="654"/>
                        <a:pt x="206" y="654"/>
                      </a:cubicBezTo>
                      <a:cubicBezTo>
                        <a:pt x="206" y="654"/>
                        <a:pt x="228" y="650"/>
                        <a:pt x="240" y="641"/>
                      </a:cubicBezTo>
                      <a:cubicBezTo>
                        <a:pt x="252" y="631"/>
                        <a:pt x="238" y="602"/>
                        <a:pt x="245" y="596"/>
                      </a:cubicBezTo>
                      <a:cubicBezTo>
                        <a:pt x="253" y="590"/>
                        <a:pt x="268" y="617"/>
                        <a:pt x="268" y="617"/>
                      </a:cubicBezTo>
                      <a:cubicBezTo>
                        <a:pt x="267" y="638"/>
                        <a:pt x="267" y="638"/>
                        <a:pt x="267" y="638"/>
                      </a:cubicBezTo>
                      <a:cubicBezTo>
                        <a:pt x="267" y="638"/>
                        <a:pt x="288" y="639"/>
                        <a:pt x="289" y="656"/>
                      </a:cubicBezTo>
                      <a:cubicBezTo>
                        <a:pt x="289" y="673"/>
                        <a:pt x="296" y="685"/>
                        <a:pt x="298" y="698"/>
                      </a:cubicBezTo>
                      <a:cubicBezTo>
                        <a:pt x="300" y="712"/>
                        <a:pt x="303" y="745"/>
                        <a:pt x="303" y="745"/>
                      </a:cubicBezTo>
                      <a:cubicBezTo>
                        <a:pt x="303" y="745"/>
                        <a:pt x="304" y="757"/>
                        <a:pt x="311" y="766"/>
                      </a:cubicBezTo>
                      <a:cubicBezTo>
                        <a:pt x="319" y="775"/>
                        <a:pt x="322" y="788"/>
                        <a:pt x="322" y="788"/>
                      </a:cubicBezTo>
                      <a:cubicBezTo>
                        <a:pt x="350" y="849"/>
                        <a:pt x="350" y="849"/>
                        <a:pt x="350" y="849"/>
                      </a:cubicBezTo>
                      <a:cubicBezTo>
                        <a:pt x="360" y="879"/>
                        <a:pt x="360" y="879"/>
                        <a:pt x="360" y="879"/>
                      </a:cubicBezTo>
                      <a:cubicBezTo>
                        <a:pt x="360" y="879"/>
                        <a:pt x="346" y="876"/>
                        <a:pt x="345" y="884"/>
                      </a:cubicBezTo>
                      <a:cubicBezTo>
                        <a:pt x="343" y="893"/>
                        <a:pt x="337" y="918"/>
                        <a:pt x="337" y="918"/>
                      </a:cubicBezTo>
                      <a:cubicBezTo>
                        <a:pt x="366" y="908"/>
                        <a:pt x="366" y="908"/>
                        <a:pt x="366" y="908"/>
                      </a:cubicBezTo>
                      <a:cubicBezTo>
                        <a:pt x="358" y="945"/>
                        <a:pt x="358" y="945"/>
                        <a:pt x="358" y="945"/>
                      </a:cubicBezTo>
                      <a:cubicBezTo>
                        <a:pt x="358" y="945"/>
                        <a:pt x="354" y="957"/>
                        <a:pt x="355" y="970"/>
                      </a:cubicBezTo>
                      <a:cubicBezTo>
                        <a:pt x="356" y="982"/>
                        <a:pt x="363" y="1001"/>
                        <a:pt x="363" y="1001"/>
                      </a:cubicBezTo>
                      <a:cubicBezTo>
                        <a:pt x="363" y="1001"/>
                        <a:pt x="372" y="988"/>
                        <a:pt x="373" y="979"/>
                      </a:cubicBezTo>
                      <a:cubicBezTo>
                        <a:pt x="374" y="970"/>
                        <a:pt x="366" y="963"/>
                        <a:pt x="375" y="956"/>
                      </a:cubicBezTo>
                      <a:cubicBezTo>
                        <a:pt x="384" y="949"/>
                        <a:pt x="389" y="942"/>
                        <a:pt x="392" y="932"/>
                      </a:cubicBezTo>
                      <a:cubicBezTo>
                        <a:pt x="395" y="922"/>
                        <a:pt x="402" y="897"/>
                        <a:pt x="398" y="884"/>
                      </a:cubicBezTo>
                      <a:cubicBezTo>
                        <a:pt x="394" y="871"/>
                        <a:pt x="396" y="861"/>
                        <a:pt x="396" y="861"/>
                      </a:cubicBezTo>
                      <a:cubicBezTo>
                        <a:pt x="396" y="861"/>
                        <a:pt x="381" y="849"/>
                        <a:pt x="377" y="843"/>
                      </a:cubicBezTo>
                      <a:cubicBezTo>
                        <a:pt x="373" y="837"/>
                        <a:pt x="378" y="813"/>
                        <a:pt x="374" y="798"/>
                      </a:cubicBezTo>
                      <a:cubicBezTo>
                        <a:pt x="370" y="783"/>
                        <a:pt x="348" y="770"/>
                        <a:pt x="344" y="760"/>
                      </a:cubicBezTo>
                      <a:cubicBezTo>
                        <a:pt x="340" y="750"/>
                        <a:pt x="328" y="736"/>
                        <a:pt x="328" y="736"/>
                      </a:cubicBezTo>
                      <a:cubicBezTo>
                        <a:pt x="328" y="736"/>
                        <a:pt x="320" y="723"/>
                        <a:pt x="330" y="713"/>
                      </a:cubicBezTo>
                      <a:cubicBezTo>
                        <a:pt x="340" y="703"/>
                        <a:pt x="341" y="693"/>
                        <a:pt x="341" y="687"/>
                      </a:cubicBezTo>
                      <a:cubicBezTo>
                        <a:pt x="341" y="681"/>
                        <a:pt x="338" y="670"/>
                        <a:pt x="338" y="670"/>
                      </a:cubicBezTo>
                      <a:cubicBezTo>
                        <a:pt x="338" y="670"/>
                        <a:pt x="350" y="671"/>
                        <a:pt x="350" y="658"/>
                      </a:cubicBezTo>
                      <a:cubicBezTo>
                        <a:pt x="350" y="645"/>
                        <a:pt x="344" y="653"/>
                        <a:pt x="344" y="653"/>
                      </a:cubicBezTo>
                      <a:cubicBezTo>
                        <a:pt x="344" y="653"/>
                        <a:pt x="336" y="652"/>
                        <a:pt x="331" y="640"/>
                      </a:cubicBezTo>
                      <a:cubicBezTo>
                        <a:pt x="326" y="628"/>
                        <a:pt x="340" y="633"/>
                        <a:pt x="332" y="622"/>
                      </a:cubicBezTo>
                      <a:cubicBezTo>
                        <a:pt x="324" y="611"/>
                        <a:pt x="298" y="602"/>
                        <a:pt x="295" y="592"/>
                      </a:cubicBezTo>
                      <a:cubicBezTo>
                        <a:pt x="292" y="582"/>
                        <a:pt x="287" y="579"/>
                        <a:pt x="287" y="579"/>
                      </a:cubicBezTo>
                      <a:cubicBezTo>
                        <a:pt x="291" y="564"/>
                        <a:pt x="291" y="564"/>
                        <a:pt x="291" y="564"/>
                      </a:cubicBezTo>
                      <a:cubicBezTo>
                        <a:pt x="291" y="564"/>
                        <a:pt x="278" y="558"/>
                        <a:pt x="273" y="554"/>
                      </a:cubicBezTo>
                      <a:cubicBezTo>
                        <a:pt x="268" y="550"/>
                        <a:pt x="265" y="545"/>
                        <a:pt x="268" y="542"/>
                      </a:cubicBezTo>
                      <a:cubicBezTo>
                        <a:pt x="271" y="539"/>
                        <a:pt x="282" y="545"/>
                        <a:pt x="282" y="536"/>
                      </a:cubicBezTo>
                      <a:cubicBezTo>
                        <a:pt x="282" y="527"/>
                        <a:pt x="271" y="516"/>
                        <a:pt x="272" y="512"/>
                      </a:cubicBezTo>
                      <a:cubicBezTo>
                        <a:pt x="273" y="508"/>
                        <a:pt x="283" y="507"/>
                        <a:pt x="284" y="498"/>
                      </a:cubicBezTo>
                      <a:cubicBezTo>
                        <a:pt x="285" y="489"/>
                        <a:pt x="277" y="473"/>
                        <a:pt x="288" y="471"/>
                      </a:cubicBezTo>
                      <a:cubicBezTo>
                        <a:pt x="299" y="469"/>
                        <a:pt x="308" y="480"/>
                        <a:pt x="318" y="477"/>
                      </a:cubicBezTo>
                      <a:cubicBezTo>
                        <a:pt x="328" y="474"/>
                        <a:pt x="330" y="456"/>
                        <a:pt x="330" y="456"/>
                      </a:cubicBezTo>
                      <a:cubicBezTo>
                        <a:pt x="347" y="455"/>
                        <a:pt x="347" y="455"/>
                        <a:pt x="347" y="455"/>
                      </a:cubicBezTo>
                      <a:cubicBezTo>
                        <a:pt x="352" y="440"/>
                        <a:pt x="352" y="440"/>
                        <a:pt x="352" y="440"/>
                      </a:cubicBezTo>
                      <a:cubicBezTo>
                        <a:pt x="352" y="440"/>
                        <a:pt x="371" y="434"/>
                        <a:pt x="375" y="435"/>
                      </a:cubicBezTo>
                      <a:cubicBezTo>
                        <a:pt x="375" y="435"/>
                        <a:pt x="373" y="423"/>
                        <a:pt x="382" y="420"/>
                      </a:cubicBezTo>
                      <a:cubicBezTo>
                        <a:pt x="391" y="417"/>
                        <a:pt x="399" y="414"/>
                        <a:pt x="399" y="414"/>
                      </a:cubicBezTo>
                      <a:cubicBezTo>
                        <a:pt x="394" y="407"/>
                        <a:pt x="394" y="407"/>
                        <a:pt x="394" y="407"/>
                      </a:cubicBezTo>
                      <a:cubicBezTo>
                        <a:pt x="399" y="399"/>
                        <a:pt x="399" y="399"/>
                        <a:pt x="399" y="399"/>
                      </a:cubicBezTo>
                      <a:cubicBezTo>
                        <a:pt x="399" y="392"/>
                        <a:pt x="399" y="392"/>
                        <a:pt x="399" y="392"/>
                      </a:cubicBezTo>
                      <a:cubicBezTo>
                        <a:pt x="421" y="382"/>
                        <a:pt x="421" y="382"/>
                        <a:pt x="421" y="382"/>
                      </a:cubicBezTo>
                      <a:cubicBezTo>
                        <a:pt x="421" y="382"/>
                        <a:pt x="426" y="364"/>
                        <a:pt x="416" y="363"/>
                      </a:cubicBezTo>
                      <a:cubicBezTo>
                        <a:pt x="406" y="362"/>
                        <a:pt x="397" y="380"/>
                        <a:pt x="397" y="380"/>
                      </a:cubicBezTo>
                      <a:cubicBezTo>
                        <a:pt x="397" y="380"/>
                        <a:pt x="378" y="381"/>
                        <a:pt x="375" y="381"/>
                      </a:cubicBezTo>
                      <a:cubicBezTo>
                        <a:pt x="372" y="381"/>
                        <a:pt x="372" y="369"/>
                        <a:pt x="372" y="369"/>
                      </a:cubicBezTo>
                      <a:cubicBezTo>
                        <a:pt x="361" y="370"/>
                        <a:pt x="361" y="370"/>
                        <a:pt x="361" y="370"/>
                      </a:cubicBezTo>
                      <a:cubicBezTo>
                        <a:pt x="356" y="350"/>
                        <a:pt x="356" y="350"/>
                        <a:pt x="356" y="350"/>
                      </a:cubicBezTo>
                      <a:cubicBezTo>
                        <a:pt x="317" y="346"/>
                        <a:pt x="317" y="346"/>
                        <a:pt x="317" y="346"/>
                      </a:cubicBezTo>
                      <a:cubicBezTo>
                        <a:pt x="317" y="346"/>
                        <a:pt x="323" y="332"/>
                        <a:pt x="326" y="329"/>
                      </a:cubicBezTo>
                      <a:cubicBezTo>
                        <a:pt x="329" y="326"/>
                        <a:pt x="320" y="314"/>
                        <a:pt x="320" y="314"/>
                      </a:cubicBezTo>
                      <a:cubicBezTo>
                        <a:pt x="320" y="314"/>
                        <a:pt x="343" y="305"/>
                        <a:pt x="336" y="299"/>
                      </a:cubicBezTo>
                      <a:cubicBezTo>
                        <a:pt x="329" y="293"/>
                        <a:pt x="301" y="292"/>
                        <a:pt x="301" y="292"/>
                      </a:cubicBezTo>
                      <a:cubicBezTo>
                        <a:pt x="296" y="265"/>
                        <a:pt x="296" y="265"/>
                        <a:pt x="296" y="265"/>
                      </a:cubicBezTo>
                      <a:cubicBezTo>
                        <a:pt x="280" y="252"/>
                        <a:pt x="280" y="252"/>
                        <a:pt x="280" y="252"/>
                      </a:cubicBezTo>
                      <a:cubicBezTo>
                        <a:pt x="297" y="237"/>
                        <a:pt x="297" y="237"/>
                        <a:pt x="297" y="237"/>
                      </a:cubicBezTo>
                      <a:cubicBezTo>
                        <a:pt x="297" y="237"/>
                        <a:pt x="268" y="237"/>
                        <a:pt x="260" y="238"/>
                      </a:cubicBezTo>
                      <a:cubicBezTo>
                        <a:pt x="252" y="239"/>
                        <a:pt x="236" y="249"/>
                        <a:pt x="236" y="249"/>
                      </a:cubicBezTo>
                      <a:cubicBezTo>
                        <a:pt x="242" y="235"/>
                        <a:pt x="242" y="235"/>
                        <a:pt x="242" y="235"/>
                      </a:cubicBezTo>
                      <a:cubicBezTo>
                        <a:pt x="242" y="235"/>
                        <a:pt x="237" y="225"/>
                        <a:pt x="232" y="220"/>
                      </a:cubicBezTo>
                      <a:cubicBezTo>
                        <a:pt x="227" y="215"/>
                        <a:pt x="226" y="206"/>
                        <a:pt x="226" y="206"/>
                      </a:cubicBezTo>
                      <a:cubicBezTo>
                        <a:pt x="233" y="203"/>
                        <a:pt x="233" y="203"/>
                        <a:pt x="233" y="203"/>
                      </a:cubicBezTo>
                      <a:cubicBezTo>
                        <a:pt x="231" y="183"/>
                        <a:pt x="231" y="183"/>
                        <a:pt x="231" y="183"/>
                      </a:cubicBezTo>
                      <a:cubicBezTo>
                        <a:pt x="231" y="183"/>
                        <a:pt x="242" y="187"/>
                        <a:pt x="243" y="176"/>
                      </a:cubicBezTo>
                      <a:cubicBezTo>
                        <a:pt x="244" y="165"/>
                        <a:pt x="243" y="156"/>
                        <a:pt x="243" y="156"/>
                      </a:cubicBezTo>
                      <a:cubicBezTo>
                        <a:pt x="243" y="156"/>
                        <a:pt x="255" y="164"/>
                        <a:pt x="258" y="157"/>
                      </a:cubicBezTo>
                      <a:cubicBezTo>
                        <a:pt x="261" y="150"/>
                        <a:pt x="262" y="144"/>
                        <a:pt x="262" y="144"/>
                      </a:cubicBezTo>
                      <a:cubicBezTo>
                        <a:pt x="262" y="144"/>
                        <a:pt x="246" y="133"/>
                        <a:pt x="253" y="133"/>
                      </a:cubicBezTo>
                      <a:cubicBezTo>
                        <a:pt x="260" y="133"/>
                        <a:pt x="270" y="127"/>
                        <a:pt x="270" y="127"/>
                      </a:cubicBezTo>
                      <a:cubicBezTo>
                        <a:pt x="263" y="90"/>
                        <a:pt x="263" y="90"/>
                        <a:pt x="263" y="90"/>
                      </a:cubicBezTo>
                      <a:cubicBezTo>
                        <a:pt x="255" y="74"/>
                        <a:pt x="255" y="74"/>
                        <a:pt x="255" y="74"/>
                      </a:cubicBezTo>
                      <a:cubicBezTo>
                        <a:pt x="255" y="74"/>
                        <a:pt x="257" y="52"/>
                        <a:pt x="250" y="50"/>
                      </a:cubicBezTo>
                      <a:cubicBezTo>
                        <a:pt x="243" y="48"/>
                        <a:pt x="228" y="50"/>
                        <a:pt x="228" y="50"/>
                      </a:cubicBezTo>
                      <a:cubicBezTo>
                        <a:pt x="228" y="50"/>
                        <a:pt x="219" y="23"/>
                        <a:pt x="211" y="15"/>
                      </a:cubicBezTo>
                      <a:cubicBezTo>
                        <a:pt x="203" y="7"/>
                        <a:pt x="189" y="0"/>
                        <a:pt x="189" y="0"/>
                      </a:cubicBezTo>
                      <a:cubicBezTo>
                        <a:pt x="185" y="13"/>
                        <a:pt x="185" y="13"/>
                        <a:pt x="185" y="13"/>
                      </a:cubicBezTo>
                      <a:cubicBezTo>
                        <a:pt x="187" y="32"/>
                        <a:pt x="187" y="32"/>
                        <a:pt x="187" y="32"/>
                      </a:cubicBezTo>
                      <a:cubicBezTo>
                        <a:pt x="187" y="32"/>
                        <a:pt x="163" y="41"/>
                        <a:pt x="163" y="50"/>
                      </a:cubicBezTo>
                      <a:cubicBezTo>
                        <a:pt x="163" y="59"/>
                        <a:pt x="186" y="69"/>
                        <a:pt x="184" y="73"/>
                      </a:cubicBezTo>
                      <a:cubicBezTo>
                        <a:pt x="182" y="77"/>
                        <a:pt x="159" y="69"/>
                        <a:pt x="159" y="69"/>
                      </a:cubicBezTo>
                      <a:cubicBezTo>
                        <a:pt x="159" y="69"/>
                        <a:pt x="144" y="70"/>
                        <a:pt x="136" y="72"/>
                      </a:cubicBezTo>
                      <a:cubicBezTo>
                        <a:pt x="128" y="74"/>
                        <a:pt x="133" y="89"/>
                        <a:pt x="121" y="93"/>
                      </a:cubicBezTo>
                      <a:cubicBezTo>
                        <a:pt x="109" y="97"/>
                        <a:pt x="98" y="102"/>
                        <a:pt x="98" y="102"/>
                      </a:cubicBezTo>
                      <a:cubicBezTo>
                        <a:pt x="98" y="102"/>
                        <a:pt x="100" y="116"/>
                        <a:pt x="101" y="121"/>
                      </a:cubicBezTo>
                      <a:cubicBezTo>
                        <a:pt x="102" y="126"/>
                        <a:pt x="108" y="137"/>
                        <a:pt x="108" y="137"/>
                      </a:cubicBezTo>
                      <a:cubicBezTo>
                        <a:pt x="96" y="158"/>
                        <a:pt x="96" y="158"/>
                        <a:pt x="96" y="158"/>
                      </a:cubicBezTo>
                      <a:cubicBezTo>
                        <a:pt x="96" y="158"/>
                        <a:pt x="82" y="162"/>
                        <a:pt x="82" y="172"/>
                      </a:cubicBezTo>
                      <a:cubicBezTo>
                        <a:pt x="82" y="182"/>
                        <a:pt x="92" y="190"/>
                        <a:pt x="92" y="190"/>
                      </a:cubicBezTo>
                      <a:cubicBezTo>
                        <a:pt x="80" y="225"/>
                        <a:pt x="80" y="225"/>
                        <a:pt x="80" y="225"/>
                      </a:cubicBezTo>
                      <a:cubicBezTo>
                        <a:pt x="80" y="249"/>
                        <a:pt x="80" y="249"/>
                        <a:pt x="80" y="249"/>
                      </a:cubicBezTo>
                      <a:cubicBezTo>
                        <a:pt x="80" y="249"/>
                        <a:pt x="55" y="245"/>
                        <a:pt x="51" y="244"/>
                      </a:cubicBezTo>
                      <a:cubicBezTo>
                        <a:pt x="47" y="243"/>
                        <a:pt x="22" y="242"/>
                        <a:pt x="26" y="244"/>
                      </a:cubicBezTo>
                      <a:cubicBezTo>
                        <a:pt x="30" y="246"/>
                        <a:pt x="44" y="257"/>
                        <a:pt x="44" y="257"/>
                      </a:cubicBezTo>
                      <a:cubicBezTo>
                        <a:pt x="46" y="290"/>
                        <a:pt x="46" y="290"/>
                        <a:pt x="46" y="290"/>
                      </a:cubicBezTo>
                      <a:cubicBezTo>
                        <a:pt x="46" y="290"/>
                        <a:pt x="29" y="292"/>
                        <a:pt x="32" y="301"/>
                      </a:cubicBezTo>
                      <a:cubicBezTo>
                        <a:pt x="35" y="310"/>
                        <a:pt x="35" y="324"/>
                        <a:pt x="39" y="328"/>
                      </a:cubicBezTo>
                      <a:cubicBezTo>
                        <a:pt x="43" y="332"/>
                        <a:pt x="53" y="344"/>
                        <a:pt x="44" y="346"/>
                      </a:cubicBezTo>
                      <a:cubicBezTo>
                        <a:pt x="35" y="348"/>
                        <a:pt x="31" y="336"/>
                        <a:pt x="31" y="342"/>
                      </a:cubicBezTo>
                      <a:cubicBezTo>
                        <a:pt x="31" y="348"/>
                        <a:pt x="32" y="356"/>
                        <a:pt x="32" y="356"/>
                      </a:cubicBezTo>
                      <a:cubicBezTo>
                        <a:pt x="18" y="344"/>
                        <a:pt x="18" y="344"/>
                        <a:pt x="18" y="344"/>
                      </a:cubicBezTo>
                      <a:cubicBezTo>
                        <a:pt x="25" y="383"/>
                        <a:pt x="25" y="383"/>
                        <a:pt x="25" y="383"/>
                      </a:cubicBezTo>
                      <a:cubicBezTo>
                        <a:pt x="4" y="380"/>
                        <a:pt x="4" y="380"/>
                        <a:pt x="4" y="380"/>
                      </a:cubicBezTo>
                      <a:cubicBezTo>
                        <a:pt x="4" y="380"/>
                        <a:pt x="2" y="384"/>
                        <a:pt x="0" y="39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6" name="Freeform 222"/>
                <p:cNvSpPr>
                  <a:spLocks/>
                </p:cNvSpPr>
                <p:nvPr/>
              </p:nvSpPr>
              <p:spPr bwMode="gray">
                <a:xfrm>
                  <a:off x="6465" y="-15429"/>
                  <a:ext cx="520" cy="661"/>
                </a:xfrm>
                <a:custGeom>
                  <a:avLst/>
                  <a:gdLst>
                    <a:gd name="T0" fmla="*/ 182 w 220"/>
                    <a:gd name="T1" fmla="*/ 0 h 280"/>
                    <a:gd name="T2" fmla="*/ 160 w 220"/>
                    <a:gd name="T3" fmla="*/ 0 h 280"/>
                    <a:gd name="T4" fmla="*/ 171 w 220"/>
                    <a:gd name="T5" fmla="*/ 27 h 280"/>
                    <a:gd name="T6" fmla="*/ 153 w 220"/>
                    <a:gd name="T7" fmla="*/ 28 h 280"/>
                    <a:gd name="T8" fmla="*/ 153 w 220"/>
                    <a:gd name="T9" fmla="*/ 49 h 280"/>
                    <a:gd name="T10" fmla="*/ 113 w 220"/>
                    <a:gd name="T11" fmla="*/ 50 h 280"/>
                    <a:gd name="T12" fmla="*/ 135 w 220"/>
                    <a:gd name="T13" fmla="*/ 71 h 280"/>
                    <a:gd name="T14" fmla="*/ 134 w 220"/>
                    <a:gd name="T15" fmla="*/ 81 h 280"/>
                    <a:gd name="T16" fmla="*/ 87 w 220"/>
                    <a:gd name="T17" fmla="*/ 77 h 280"/>
                    <a:gd name="T18" fmla="*/ 61 w 220"/>
                    <a:gd name="T19" fmla="*/ 63 h 280"/>
                    <a:gd name="T20" fmla="*/ 47 w 220"/>
                    <a:gd name="T21" fmla="*/ 115 h 280"/>
                    <a:gd name="T22" fmla="*/ 13 w 220"/>
                    <a:gd name="T23" fmla="*/ 138 h 280"/>
                    <a:gd name="T24" fmla="*/ 7 w 220"/>
                    <a:gd name="T25" fmla="*/ 154 h 280"/>
                    <a:gd name="T26" fmla="*/ 0 w 220"/>
                    <a:gd name="T27" fmla="*/ 165 h 280"/>
                    <a:gd name="T28" fmla="*/ 8 w 220"/>
                    <a:gd name="T29" fmla="*/ 152 h 280"/>
                    <a:gd name="T30" fmla="*/ 14 w 220"/>
                    <a:gd name="T31" fmla="*/ 166 h 280"/>
                    <a:gd name="T32" fmla="*/ 26 w 220"/>
                    <a:gd name="T33" fmla="*/ 180 h 280"/>
                    <a:gd name="T34" fmla="*/ 33 w 220"/>
                    <a:gd name="T35" fmla="*/ 168 h 280"/>
                    <a:gd name="T36" fmla="*/ 47 w 220"/>
                    <a:gd name="T37" fmla="*/ 181 h 280"/>
                    <a:gd name="T38" fmla="*/ 64 w 220"/>
                    <a:gd name="T39" fmla="*/ 182 h 280"/>
                    <a:gd name="T40" fmla="*/ 68 w 220"/>
                    <a:gd name="T41" fmla="*/ 223 h 280"/>
                    <a:gd name="T42" fmla="*/ 93 w 220"/>
                    <a:gd name="T43" fmla="*/ 223 h 280"/>
                    <a:gd name="T44" fmla="*/ 96 w 220"/>
                    <a:gd name="T45" fmla="*/ 233 h 280"/>
                    <a:gd name="T46" fmla="*/ 69 w 220"/>
                    <a:gd name="T47" fmla="*/ 234 h 280"/>
                    <a:gd name="T48" fmla="*/ 80 w 220"/>
                    <a:gd name="T49" fmla="*/ 263 h 280"/>
                    <a:gd name="T50" fmla="*/ 87 w 220"/>
                    <a:gd name="T51" fmla="*/ 274 h 280"/>
                    <a:gd name="T52" fmla="*/ 106 w 220"/>
                    <a:gd name="T53" fmla="*/ 266 h 280"/>
                    <a:gd name="T54" fmla="*/ 135 w 220"/>
                    <a:gd name="T55" fmla="*/ 279 h 280"/>
                    <a:gd name="T56" fmla="*/ 153 w 220"/>
                    <a:gd name="T57" fmla="*/ 275 h 280"/>
                    <a:gd name="T58" fmla="*/ 166 w 220"/>
                    <a:gd name="T59" fmla="*/ 265 h 280"/>
                    <a:gd name="T60" fmla="*/ 169 w 220"/>
                    <a:gd name="T61" fmla="*/ 252 h 280"/>
                    <a:gd name="T62" fmla="*/ 207 w 220"/>
                    <a:gd name="T63" fmla="*/ 246 h 280"/>
                    <a:gd name="T64" fmla="*/ 217 w 220"/>
                    <a:gd name="T65" fmla="*/ 236 h 280"/>
                    <a:gd name="T66" fmla="*/ 208 w 220"/>
                    <a:gd name="T67" fmla="*/ 224 h 280"/>
                    <a:gd name="T68" fmla="*/ 177 w 220"/>
                    <a:gd name="T69" fmla="*/ 207 h 280"/>
                    <a:gd name="T70" fmla="*/ 162 w 220"/>
                    <a:gd name="T71" fmla="*/ 202 h 280"/>
                    <a:gd name="T72" fmla="*/ 169 w 220"/>
                    <a:gd name="T73" fmla="*/ 189 h 280"/>
                    <a:gd name="T74" fmla="*/ 154 w 220"/>
                    <a:gd name="T75" fmla="*/ 167 h 280"/>
                    <a:gd name="T76" fmla="*/ 190 w 220"/>
                    <a:gd name="T77" fmla="*/ 146 h 280"/>
                    <a:gd name="T78" fmla="*/ 200 w 220"/>
                    <a:gd name="T79" fmla="*/ 117 h 280"/>
                    <a:gd name="T80" fmla="*/ 216 w 220"/>
                    <a:gd name="T81" fmla="*/ 109 h 280"/>
                    <a:gd name="T82" fmla="*/ 211 w 220"/>
                    <a:gd name="T83" fmla="*/ 88 h 280"/>
                    <a:gd name="T84" fmla="*/ 196 w 220"/>
                    <a:gd name="T85" fmla="*/ 60 h 280"/>
                    <a:gd name="T86" fmla="*/ 220 w 220"/>
                    <a:gd name="T87" fmla="*/ 38 h 280"/>
                    <a:gd name="T88" fmla="*/ 211 w 220"/>
                    <a:gd name="T89" fmla="*/ 23 h 280"/>
                    <a:gd name="T90" fmla="*/ 192 w 220"/>
                    <a:gd name="T91" fmla="*/ 17 h 280"/>
                    <a:gd name="T92" fmla="*/ 182 w 220"/>
                    <a:gd name="T93" fmla="*/ 0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20" h="280">
                      <a:moveTo>
                        <a:pt x="182" y="0"/>
                      </a:move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73" y="22"/>
                        <a:pt x="171" y="27"/>
                      </a:cubicBezTo>
                      <a:cubicBezTo>
                        <a:pt x="169" y="32"/>
                        <a:pt x="153" y="28"/>
                        <a:pt x="153" y="28"/>
                      </a:cubicBezTo>
                      <a:cubicBezTo>
                        <a:pt x="153" y="28"/>
                        <a:pt x="163" y="40"/>
                        <a:pt x="153" y="49"/>
                      </a:cubicBezTo>
                      <a:cubicBezTo>
                        <a:pt x="143" y="58"/>
                        <a:pt x="119" y="42"/>
                        <a:pt x="113" y="50"/>
                      </a:cubicBezTo>
                      <a:cubicBezTo>
                        <a:pt x="107" y="58"/>
                        <a:pt x="135" y="71"/>
                        <a:pt x="135" y="71"/>
                      </a:cubicBezTo>
                      <a:cubicBezTo>
                        <a:pt x="134" y="81"/>
                        <a:pt x="134" y="81"/>
                        <a:pt x="134" y="81"/>
                      </a:cubicBezTo>
                      <a:cubicBezTo>
                        <a:pt x="134" y="81"/>
                        <a:pt x="94" y="82"/>
                        <a:pt x="87" y="77"/>
                      </a:cubicBezTo>
                      <a:cubicBezTo>
                        <a:pt x="80" y="72"/>
                        <a:pt x="65" y="61"/>
                        <a:pt x="61" y="63"/>
                      </a:cubicBezTo>
                      <a:cubicBezTo>
                        <a:pt x="57" y="65"/>
                        <a:pt x="62" y="103"/>
                        <a:pt x="47" y="115"/>
                      </a:cubicBezTo>
                      <a:cubicBezTo>
                        <a:pt x="32" y="127"/>
                        <a:pt x="25" y="128"/>
                        <a:pt x="13" y="138"/>
                      </a:cubicBezTo>
                      <a:cubicBezTo>
                        <a:pt x="3" y="146"/>
                        <a:pt x="5" y="152"/>
                        <a:pt x="7" y="154"/>
                      </a:cubicBezTo>
                      <a:cubicBezTo>
                        <a:pt x="0" y="165"/>
                        <a:pt x="0" y="165"/>
                        <a:pt x="0" y="165"/>
                      </a:cubicBezTo>
                      <a:cubicBezTo>
                        <a:pt x="8" y="152"/>
                        <a:pt x="8" y="152"/>
                        <a:pt x="8" y="152"/>
                      </a:cubicBezTo>
                      <a:cubicBezTo>
                        <a:pt x="14" y="166"/>
                        <a:pt x="14" y="166"/>
                        <a:pt x="14" y="166"/>
                      </a:cubicBezTo>
                      <a:cubicBezTo>
                        <a:pt x="26" y="180"/>
                        <a:pt x="26" y="180"/>
                        <a:pt x="26" y="180"/>
                      </a:cubicBezTo>
                      <a:cubicBezTo>
                        <a:pt x="33" y="168"/>
                        <a:pt x="33" y="168"/>
                        <a:pt x="33" y="168"/>
                      </a:cubicBezTo>
                      <a:cubicBezTo>
                        <a:pt x="33" y="168"/>
                        <a:pt x="42" y="181"/>
                        <a:pt x="47" y="181"/>
                      </a:cubicBezTo>
                      <a:cubicBezTo>
                        <a:pt x="52" y="181"/>
                        <a:pt x="60" y="175"/>
                        <a:pt x="64" y="182"/>
                      </a:cubicBezTo>
                      <a:cubicBezTo>
                        <a:pt x="68" y="189"/>
                        <a:pt x="68" y="223"/>
                        <a:pt x="68" y="223"/>
                      </a:cubicBezTo>
                      <a:cubicBezTo>
                        <a:pt x="93" y="223"/>
                        <a:pt x="93" y="223"/>
                        <a:pt x="93" y="223"/>
                      </a:cubicBezTo>
                      <a:cubicBezTo>
                        <a:pt x="96" y="233"/>
                        <a:pt x="96" y="233"/>
                        <a:pt x="96" y="233"/>
                      </a:cubicBezTo>
                      <a:cubicBezTo>
                        <a:pt x="96" y="233"/>
                        <a:pt x="73" y="221"/>
                        <a:pt x="69" y="234"/>
                      </a:cubicBezTo>
                      <a:cubicBezTo>
                        <a:pt x="65" y="247"/>
                        <a:pt x="80" y="263"/>
                        <a:pt x="80" y="263"/>
                      </a:cubicBezTo>
                      <a:cubicBezTo>
                        <a:pt x="87" y="274"/>
                        <a:pt x="87" y="274"/>
                        <a:pt x="87" y="274"/>
                      </a:cubicBezTo>
                      <a:cubicBezTo>
                        <a:pt x="106" y="266"/>
                        <a:pt x="106" y="266"/>
                        <a:pt x="106" y="266"/>
                      </a:cubicBezTo>
                      <a:cubicBezTo>
                        <a:pt x="106" y="266"/>
                        <a:pt x="126" y="280"/>
                        <a:pt x="135" y="279"/>
                      </a:cubicBezTo>
                      <a:cubicBezTo>
                        <a:pt x="144" y="278"/>
                        <a:pt x="153" y="275"/>
                        <a:pt x="153" y="275"/>
                      </a:cubicBezTo>
                      <a:cubicBezTo>
                        <a:pt x="153" y="275"/>
                        <a:pt x="165" y="268"/>
                        <a:pt x="166" y="265"/>
                      </a:cubicBezTo>
                      <a:cubicBezTo>
                        <a:pt x="167" y="262"/>
                        <a:pt x="155" y="260"/>
                        <a:pt x="169" y="252"/>
                      </a:cubicBezTo>
                      <a:cubicBezTo>
                        <a:pt x="183" y="245"/>
                        <a:pt x="207" y="246"/>
                        <a:pt x="207" y="246"/>
                      </a:cubicBezTo>
                      <a:cubicBezTo>
                        <a:pt x="217" y="236"/>
                        <a:pt x="217" y="236"/>
                        <a:pt x="217" y="236"/>
                      </a:cubicBezTo>
                      <a:cubicBezTo>
                        <a:pt x="212" y="229"/>
                        <a:pt x="208" y="224"/>
                        <a:pt x="208" y="224"/>
                      </a:cubicBezTo>
                      <a:cubicBezTo>
                        <a:pt x="177" y="207"/>
                        <a:pt x="177" y="207"/>
                        <a:pt x="177" y="207"/>
                      </a:cubicBezTo>
                      <a:cubicBezTo>
                        <a:pt x="177" y="207"/>
                        <a:pt x="155" y="215"/>
                        <a:pt x="162" y="202"/>
                      </a:cubicBezTo>
                      <a:cubicBezTo>
                        <a:pt x="169" y="189"/>
                        <a:pt x="169" y="189"/>
                        <a:pt x="169" y="189"/>
                      </a:cubicBezTo>
                      <a:cubicBezTo>
                        <a:pt x="169" y="189"/>
                        <a:pt x="144" y="178"/>
                        <a:pt x="154" y="167"/>
                      </a:cubicBezTo>
                      <a:cubicBezTo>
                        <a:pt x="164" y="156"/>
                        <a:pt x="185" y="160"/>
                        <a:pt x="190" y="146"/>
                      </a:cubicBezTo>
                      <a:cubicBezTo>
                        <a:pt x="195" y="132"/>
                        <a:pt x="200" y="117"/>
                        <a:pt x="200" y="117"/>
                      </a:cubicBezTo>
                      <a:cubicBezTo>
                        <a:pt x="216" y="109"/>
                        <a:pt x="216" y="109"/>
                        <a:pt x="216" y="109"/>
                      </a:cubicBezTo>
                      <a:cubicBezTo>
                        <a:pt x="211" y="88"/>
                        <a:pt x="211" y="88"/>
                        <a:pt x="211" y="88"/>
                      </a:cubicBezTo>
                      <a:cubicBezTo>
                        <a:pt x="211" y="88"/>
                        <a:pt x="195" y="77"/>
                        <a:pt x="196" y="60"/>
                      </a:cubicBezTo>
                      <a:cubicBezTo>
                        <a:pt x="197" y="43"/>
                        <a:pt x="220" y="38"/>
                        <a:pt x="220" y="38"/>
                      </a:cubicBezTo>
                      <a:cubicBezTo>
                        <a:pt x="211" y="23"/>
                        <a:pt x="211" y="23"/>
                        <a:pt x="211" y="23"/>
                      </a:cubicBezTo>
                      <a:cubicBezTo>
                        <a:pt x="192" y="17"/>
                        <a:pt x="192" y="17"/>
                        <a:pt x="192" y="17"/>
                      </a:cubicBezTo>
                      <a:lnTo>
                        <a:pt x="182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7" name="Freeform 223"/>
                <p:cNvSpPr>
                  <a:spLocks noEditPoints="1"/>
                </p:cNvSpPr>
                <p:nvPr/>
              </p:nvSpPr>
              <p:spPr bwMode="gray">
                <a:xfrm>
                  <a:off x="1256" y="-16752"/>
                  <a:ext cx="5766" cy="4445"/>
                </a:xfrm>
                <a:custGeom>
                  <a:avLst/>
                  <a:gdLst>
                    <a:gd name="T0" fmla="*/ 1905 w 2441"/>
                    <a:gd name="T1" fmla="*/ 1857 h 1882"/>
                    <a:gd name="T2" fmla="*/ 2423 w 2441"/>
                    <a:gd name="T3" fmla="*/ 352 h 1882"/>
                    <a:gd name="T4" fmla="*/ 2365 w 2441"/>
                    <a:gd name="T5" fmla="*/ 288 h 1882"/>
                    <a:gd name="T6" fmla="*/ 2248 w 2441"/>
                    <a:gd name="T7" fmla="*/ 288 h 1882"/>
                    <a:gd name="T8" fmla="*/ 2077 w 2441"/>
                    <a:gd name="T9" fmla="*/ 209 h 1882"/>
                    <a:gd name="T10" fmla="*/ 1934 w 2441"/>
                    <a:gd name="T11" fmla="*/ 76 h 1882"/>
                    <a:gd name="T12" fmla="*/ 1769 w 2441"/>
                    <a:gd name="T13" fmla="*/ 0 h 1882"/>
                    <a:gd name="T14" fmla="*/ 1704 w 2441"/>
                    <a:gd name="T15" fmla="*/ 80 h 1882"/>
                    <a:gd name="T16" fmla="*/ 1653 w 2441"/>
                    <a:gd name="T17" fmla="*/ 209 h 1882"/>
                    <a:gd name="T18" fmla="*/ 1639 w 2441"/>
                    <a:gd name="T19" fmla="*/ 310 h 1882"/>
                    <a:gd name="T20" fmla="*/ 1786 w 2441"/>
                    <a:gd name="T21" fmla="*/ 322 h 1882"/>
                    <a:gd name="T22" fmla="*/ 1753 w 2441"/>
                    <a:gd name="T23" fmla="*/ 371 h 1882"/>
                    <a:gd name="T24" fmla="*/ 1627 w 2441"/>
                    <a:gd name="T25" fmla="*/ 462 h 1882"/>
                    <a:gd name="T26" fmla="*/ 1536 w 2441"/>
                    <a:gd name="T27" fmla="*/ 569 h 1882"/>
                    <a:gd name="T28" fmla="*/ 1228 w 2441"/>
                    <a:gd name="T29" fmla="*/ 608 h 1882"/>
                    <a:gd name="T30" fmla="*/ 973 w 2441"/>
                    <a:gd name="T31" fmla="*/ 571 h 1882"/>
                    <a:gd name="T32" fmla="*/ 775 w 2441"/>
                    <a:gd name="T33" fmla="*/ 459 h 1882"/>
                    <a:gd name="T34" fmla="*/ 612 w 2441"/>
                    <a:gd name="T35" fmla="*/ 353 h 1882"/>
                    <a:gd name="T36" fmla="*/ 452 w 2441"/>
                    <a:gd name="T37" fmla="*/ 264 h 1882"/>
                    <a:gd name="T38" fmla="*/ 373 w 2441"/>
                    <a:gd name="T39" fmla="*/ 309 h 1882"/>
                    <a:gd name="T40" fmla="*/ 273 w 2441"/>
                    <a:gd name="T41" fmla="*/ 425 h 1882"/>
                    <a:gd name="T42" fmla="*/ 216 w 2441"/>
                    <a:gd name="T43" fmla="*/ 499 h 1882"/>
                    <a:gd name="T44" fmla="*/ 199 w 2441"/>
                    <a:gd name="T45" fmla="*/ 625 h 1882"/>
                    <a:gd name="T46" fmla="*/ 63 w 2441"/>
                    <a:gd name="T47" fmla="*/ 683 h 1882"/>
                    <a:gd name="T48" fmla="*/ 15 w 2441"/>
                    <a:gd name="T49" fmla="*/ 765 h 1882"/>
                    <a:gd name="T50" fmla="*/ 111 w 2441"/>
                    <a:gd name="T51" fmla="*/ 880 h 1882"/>
                    <a:gd name="T52" fmla="*/ 294 w 2441"/>
                    <a:gd name="T53" fmla="*/ 934 h 1882"/>
                    <a:gd name="T54" fmla="*/ 306 w 2441"/>
                    <a:gd name="T55" fmla="*/ 1057 h 1882"/>
                    <a:gd name="T56" fmla="*/ 316 w 2441"/>
                    <a:gd name="T57" fmla="*/ 1113 h 1882"/>
                    <a:gd name="T58" fmla="*/ 403 w 2441"/>
                    <a:gd name="T59" fmla="*/ 1210 h 1882"/>
                    <a:gd name="T60" fmla="*/ 571 w 2441"/>
                    <a:gd name="T61" fmla="*/ 1302 h 1882"/>
                    <a:gd name="T62" fmla="*/ 698 w 2441"/>
                    <a:gd name="T63" fmla="*/ 1349 h 1882"/>
                    <a:gd name="T64" fmla="*/ 894 w 2441"/>
                    <a:gd name="T65" fmla="*/ 1350 h 1882"/>
                    <a:gd name="T66" fmla="*/ 1044 w 2441"/>
                    <a:gd name="T67" fmla="*/ 1318 h 1882"/>
                    <a:gd name="T68" fmla="*/ 1161 w 2441"/>
                    <a:gd name="T69" fmla="*/ 1339 h 1882"/>
                    <a:gd name="T70" fmla="*/ 1291 w 2441"/>
                    <a:gd name="T71" fmla="*/ 1422 h 1882"/>
                    <a:gd name="T72" fmla="*/ 1261 w 2441"/>
                    <a:gd name="T73" fmla="*/ 1535 h 1882"/>
                    <a:gd name="T74" fmla="*/ 1324 w 2441"/>
                    <a:gd name="T75" fmla="*/ 1597 h 1882"/>
                    <a:gd name="T76" fmla="*/ 1400 w 2441"/>
                    <a:gd name="T77" fmla="*/ 1701 h 1882"/>
                    <a:gd name="T78" fmla="*/ 1461 w 2441"/>
                    <a:gd name="T79" fmla="*/ 1679 h 1882"/>
                    <a:gd name="T80" fmla="*/ 1554 w 2441"/>
                    <a:gd name="T81" fmla="*/ 1639 h 1882"/>
                    <a:gd name="T82" fmla="*/ 1625 w 2441"/>
                    <a:gd name="T83" fmla="*/ 1610 h 1882"/>
                    <a:gd name="T84" fmla="*/ 1698 w 2441"/>
                    <a:gd name="T85" fmla="*/ 1684 h 1882"/>
                    <a:gd name="T86" fmla="*/ 1846 w 2441"/>
                    <a:gd name="T87" fmla="*/ 1750 h 1882"/>
                    <a:gd name="T88" fmla="*/ 2036 w 2441"/>
                    <a:gd name="T89" fmla="*/ 1660 h 1882"/>
                    <a:gd name="T90" fmla="*/ 2205 w 2441"/>
                    <a:gd name="T91" fmla="*/ 1544 h 1882"/>
                    <a:gd name="T92" fmla="*/ 2274 w 2441"/>
                    <a:gd name="T93" fmla="*/ 1405 h 1882"/>
                    <a:gd name="T94" fmla="*/ 2335 w 2441"/>
                    <a:gd name="T95" fmla="*/ 1231 h 1882"/>
                    <a:gd name="T96" fmla="*/ 2240 w 2441"/>
                    <a:gd name="T97" fmla="*/ 1164 h 1882"/>
                    <a:gd name="T98" fmla="*/ 2236 w 2441"/>
                    <a:gd name="T99" fmla="*/ 1155 h 1882"/>
                    <a:gd name="T100" fmla="*/ 2157 w 2441"/>
                    <a:gd name="T101" fmla="*/ 1022 h 1882"/>
                    <a:gd name="T102" fmla="*/ 2131 w 2441"/>
                    <a:gd name="T103" fmla="*/ 897 h 1882"/>
                    <a:gd name="T104" fmla="*/ 2161 w 2441"/>
                    <a:gd name="T105" fmla="*/ 854 h 1882"/>
                    <a:gd name="T106" fmla="*/ 2004 w 2441"/>
                    <a:gd name="T107" fmla="*/ 828 h 1882"/>
                    <a:gd name="T108" fmla="*/ 1997 w 2441"/>
                    <a:gd name="T109" fmla="*/ 758 h 1882"/>
                    <a:gd name="T110" fmla="*/ 2079 w 2441"/>
                    <a:gd name="T111" fmla="*/ 665 h 1882"/>
                    <a:gd name="T112" fmla="*/ 2131 w 2441"/>
                    <a:gd name="T113" fmla="*/ 770 h 1882"/>
                    <a:gd name="T114" fmla="*/ 2292 w 2441"/>
                    <a:gd name="T115" fmla="*/ 637 h 1882"/>
                    <a:gd name="T116" fmla="*/ 2387 w 2441"/>
                    <a:gd name="T117" fmla="*/ 560 h 1882"/>
                    <a:gd name="T118" fmla="*/ 2379 w 2441"/>
                    <a:gd name="T119" fmla="*/ 455 h 18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441" h="1882">
                      <a:moveTo>
                        <a:pt x="1912" y="1793"/>
                      </a:moveTo>
                      <a:cubicBezTo>
                        <a:pt x="1898" y="1783"/>
                        <a:pt x="1850" y="1789"/>
                        <a:pt x="1850" y="1789"/>
                      </a:cubicBezTo>
                      <a:cubicBezTo>
                        <a:pt x="1846" y="1801"/>
                        <a:pt x="1846" y="1801"/>
                        <a:pt x="1846" y="1801"/>
                      </a:cubicBezTo>
                      <a:cubicBezTo>
                        <a:pt x="1835" y="1795"/>
                        <a:pt x="1835" y="1795"/>
                        <a:pt x="1835" y="1795"/>
                      </a:cubicBezTo>
                      <a:cubicBezTo>
                        <a:pt x="1829" y="1812"/>
                        <a:pt x="1829" y="1812"/>
                        <a:pt x="1829" y="1812"/>
                      </a:cubicBezTo>
                      <a:cubicBezTo>
                        <a:pt x="1829" y="1812"/>
                        <a:pt x="1799" y="1835"/>
                        <a:pt x="1818" y="1859"/>
                      </a:cubicBezTo>
                      <a:cubicBezTo>
                        <a:pt x="1838" y="1882"/>
                        <a:pt x="1851" y="1882"/>
                        <a:pt x="1851" y="1882"/>
                      </a:cubicBezTo>
                      <a:cubicBezTo>
                        <a:pt x="1907" y="1881"/>
                        <a:pt x="1903" y="1864"/>
                        <a:pt x="1905" y="1857"/>
                      </a:cubicBezTo>
                      <a:cubicBezTo>
                        <a:pt x="1906" y="1851"/>
                        <a:pt x="1902" y="1836"/>
                        <a:pt x="1902" y="1836"/>
                      </a:cubicBezTo>
                      <a:cubicBezTo>
                        <a:pt x="1902" y="1836"/>
                        <a:pt x="1927" y="1804"/>
                        <a:pt x="1912" y="1793"/>
                      </a:cubicBezTo>
                      <a:close/>
                      <a:moveTo>
                        <a:pt x="2441" y="416"/>
                      </a:moveTo>
                      <a:cubicBezTo>
                        <a:pt x="2438" y="399"/>
                        <a:pt x="2438" y="399"/>
                        <a:pt x="2438" y="399"/>
                      </a:cubicBezTo>
                      <a:cubicBezTo>
                        <a:pt x="2441" y="382"/>
                        <a:pt x="2441" y="382"/>
                        <a:pt x="2441" y="382"/>
                      </a:cubicBezTo>
                      <a:cubicBezTo>
                        <a:pt x="2430" y="375"/>
                        <a:pt x="2430" y="375"/>
                        <a:pt x="2430" y="375"/>
                      </a:cubicBezTo>
                      <a:cubicBezTo>
                        <a:pt x="2430" y="362"/>
                        <a:pt x="2430" y="362"/>
                        <a:pt x="2430" y="362"/>
                      </a:cubicBezTo>
                      <a:cubicBezTo>
                        <a:pt x="2423" y="352"/>
                        <a:pt x="2423" y="352"/>
                        <a:pt x="2423" y="352"/>
                      </a:cubicBezTo>
                      <a:cubicBezTo>
                        <a:pt x="2423" y="340"/>
                        <a:pt x="2423" y="340"/>
                        <a:pt x="2423" y="340"/>
                      </a:cubicBezTo>
                      <a:cubicBezTo>
                        <a:pt x="2415" y="330"/>
                        <a:pt x="2415" y="330"/>
                        <a:pt x="2415" y="330"/>
                      </a:cubicBezTo>
                      <a:cubicBezTo>
                        <a:pt x="2427" y="325"/>
                        <a:pt x="2427" y="325"/>
                        <a:pt x="2427" y="325"/>
                      </a:cubicBezTo>
                      <a:cubicBezTo>
                        <a:pt x="2427" y="305"/>
                        <a:pt x="2427" y="305"/>
                        <a:pt x="2427" y="305"/>
                      </a:cubicBezTo>
                      <a:cubicBezTo>
                        <a:pt x="2409" y="297"/>
                        <a:pt x="2409" y="297"/>
                        <a:pt x="2409" y="297"/>
                      </a:cubicBezTo>
                      <a:cubicBezTo>
                        <a:pt x="2409" y="297"/>
                        <a:pt x="2415" y="284"/>
                        <a:pt x="2405" y="276"/>
                      </a:cubicBezTo>
                      <a:cubicBezTo>
                        <a:pt x="2395" y="268"/>
                        <a:pt x="2370" y="274"/>
                        <a:pt x="2370" y="274"/>
                      </a:cubicBezTo>
                      <a:cubicBezTo>
                        <a:pt x="2365" y="288"/>
                        <a:pt x="2365" y="288"/>
                        <a:pt x="2365" y="288"/>
                      </a:cubicBezTo>
                      <a:cubicBezTo>
                        <a:pt x="2365" y="288"/>
                        <a:pt x="2337" y="287"/>
                        <a:pt x="2334" y="292"/>
                      </a:cubicBezTo>
                      <a:cubicBezTo>
                        <a:pt x="2331" y="297"/>
                        <a:pt x="2330" y="308"/>
                        <a:pt x="2330" y="308"/>
                      </a:cubicBezTo>
                      <a:cubicBezTo>
                        <a:pt x="2311" y="306"/>
                        <a:pt x="2311" y="306"/>
                        <a:pt x="2311" y="306"/>
                      </a:cubicBezTo>
                      <a:cubicBezTo>
                        <a:pt x="2311" y="313"/>
                        <a:pt x="2311" y="313"/>
                        <a:pt x="2311" y="313"/>
                      </a:cubicBezTo>
                      <a:cubicBezTo>
                        <a:pt x="2298" y="314"/>
                        <a:pt x="2298" y="314"/>
                        <a:pt x="2298" y="314"/>
                      </a:cubicBezTo>
                      <a:cubicBezTo>
                        <a:pt x="2290" y="304"/>
                        <a:pt x="2290" y="304"/>
                        <a:pt x="2290" y="304"/>
                      </a:cubicBezTo>
                      <a:cubicBezTo>
                        <a:pt x="2273" y="308"/>
                        <a:pt x="2273" y="308"/>
                        <a:pt x="2273" y="308"/>
                      </a:cubicBezTo>
                      <a:cubicBezTo>
                        <a:pt x="2248" y="288"/>
                        <a:pt x="2248" y="288"/>
                        <a:pt x="2248" y="288"/>
                      </a:cubicBezTo>
                      <a:cubicBezTo>
                        <a:pt x="2248" y="288"/>
                        <a:pt x="2247" y="280"/>
                        <a:pt x="2244" y="273"/>
                      </a:cubicBezTo>
                      <a:cubicBezTo>
                        <a:pt x="2241" y="266"/>
                        <a:pt x="2225" y="265"/>
                        <a:pt x="2225" y="265"/>
                      </a:cubicBezTo>
                      <a:cubicBezTo>
                        <a:pt x="2216" y="246"/>
                        <a:pt x="2216" y="246"/>
                        <a:pt x="2216" y="246"/>
                      </a:cubicBezTo>
                      <a:cubicBezTo>
                        <a:pt x="2192" y="246"/>
                        <a:pt x="2192" y="246"/>
                        <a:pt x="2192" y="246"/>
                      </a:cubicBezTo>
                      <a:cubicBezTo>
                        <a:pt x="2192" y="246"/>
                        <a:pt x="2154" y="218"/>
                        <a:pt x="2150" y="218"/>
                      </a:cubicBezTo>
                      <a:cubicBezTo>
                        <a:pt x="2146" y="218"/>
                        <a:pt x="2138" y="225"/>
                        <a:pt x="2138" y="225"/>
                      </a:cubicBezTo>
                      <a:cubicBezTo>
                        <a:pt x="2138" y="225"/>
                        <a:pt x="2122" y="209"/>
                        <a:pt x="2112" y="211"/>
                      </a:cubicBezTo>
                      <a:cubicBezTo>
                        <a:pt x="2102" y="213"/>
                        <a:pt x="2085" y="214"/>
                        <a:pt x="2077" y="209"/>
                      </a:cubicBezTo>
                      <a:cubicBezTo>
                        <a:pt x="2069" y="204"/>
                        <a:pt x="2050" y="194"/>
                        <a:pt x="2050" y="194"/>
                      </a:cubicBezTo>
                      <a:cubicBezTo>
                        <a:pt x="2046" y="178"/>
                        <a:pt x="2046" y="178"/>
                        <a:pt x="2046" y="178"/>
                      </a:cubicBezTo>
                      <a:cubicBezTo>
                        <a:pt x="2039" y="178"/>
                        <a:pt x="2039" y="178"/>
                        <a:pt x="2039" y="178"/>
                      </a:cubicBezTo>
                      <a:cubicBezTo>
                        <a:pt x="2039" y="178"/>
                        <a:pt x="2021" y="154"/>
                        <a:pt x="2011" y="145"/>
                      </a:cubicBezTo>
                      <a:cubicBezTo>
                        <a:pt x="2001" y="136"/>
                        <a:pt x="1980" y="134"/>
                        <a:pt x="1980" y="134"/>
                      </a:cubicBezTo>
                      <a:cubicBezTo>
                        <a:pt x="1969" y="112"/>
                        <a:pt x="1969" y="112"/>
                        <a:pt x="1969" y="112"/>
                      </a:cubicBezTo>
                      <a:cubicBezTo>
                        <a:pt x="1937" y="95"/>
                        <a:pt x="1937" y="95"/>
                        <a:pt x="1937" y="95"/>
                      </a:cubicBezTo>
                      <a:cubicBezTo>
                        <a:pt x="1934" y="76"/>
                        <a:pt x="1934" y="76"/>
                        <a:pt x="1934" y="76"/>
                      </a:cubicBezTo>
                      <a:cubicBezTo>
                        <a:pt x="1934" y="76"/>
                        <a:pt x="1919" y="71"/>
                        <a:pt x="1914" y="67"/>
                      </a:cubicBezTo>
                      <a:cubicBezTo>
                        <a:pt x="1909" y="63"/>
                        <a:pt x="1891" y="53"/>
                        <a:pt x="1891" y="53"/>
                      </a:cubicBezTo>
                      <a:cubicBezTo>
                        <a:pt x="1889" y="44"/>
                        <a:pt x="1889" y="44"/>
                        <a:pt x="1889" y="44"/>
                      </a:cubicBezTo>
                      <a:cubicBezTo>
                        <a:pt x="1889" y="44"/>
                        <a:pt x="1868" y="30"/>
                        <a:pt x="1861" y="29"/>
                      </a:cubicBezTo>
                      <a:cubicBezTo>
                        <a:pt x="1854" y="28"/>
                        <a:pt x="1835" y="27"/>
                        <a:pt x="1835" y="27"/>
                      </a:cubicBezTo>
                      <a:cubicBezTo>
                        <a:pt x="1820" y="30"/>
                        <a:pt x="1820" y="30"/>
                        <a:pt x="1820" y="30"/>
                      </a:cubicBezTo>
                      <a:cubicBezTo>
                        <a:pt x="1794" y="13"/>
                        <a:pt x="1794" y="13"/>
                        <a:pt x="1794" y="13"/>
                      </a:cubicBezTo>
                      <a:cubicBezTo>
                        <a:pt x="1769" y="0"/>
                        <a:pt x="1769" y="0"/>
                        <a:pt x="1769" y="0"/>
                      </a:cubicBezTo>
                      <a:cubicBezTo>
                        <a:pt x="1734" y="7"/>
                        <a:pt x="1734" y="7"/>
                        <a:pt x="1734" y="7"/>
                      </a:cubicBezTo>
                      <a:cubicBezTo>
                        <a:pt x="1706" y="5"/>
                        <a:pt x="1706" y="5"/>
                        <a:pt x="1706" y="5"/>
                      </a:cubicBezTo>
                      <a:cubicBezTo>
                        <a:pt x="1702" y="13"/>
                        <a:pt x="1702" y="13"/>
                        <a:pt x="1702" y="13"/>
                      </a:cubicBezTo>
                      <a:cubicBezTo>
                        <a:pt x="1678" y="16"/>
                        <a:pt x="1678" y="16"/>
                        <a:pt x="1678" y="16"/>
                      </a:cubicBezTo>
                      <a:cubicBezTo>
                        <a:pt x="1658" y="36"/>
                        <a:pt x="1658" y="36"/>
                        <a:pt x="1658" y="36"/>
                      </a:cubicBezTo>
                      <a:cubicBezTo>
                        <a:pt x="1658" y="36"/>
                        <a:pt x="1636" y="51"/>
                        <a:pt x="1651" y="54"/>
                      </a:cubicBezTo>
                      <a:cubicBezTo>
                        <a:pt x="1666" y="57"/>
                        <a:pt x="1678" y="59"/>
                        <a:pt x="1678" y="59"/>
                      </a:cubicBezTo>
                      <a:cubicBezTo>
                        <a:pt x="1678" y="59"/>
                        <a:pt x="1705" y="74"/>
                        <a:pt x="1704" y="80"/>
                      </a:cubicBezTo>
                      <a:cubicBezTo>
                        <a:pt x="1703" y="86"/>
                        <a:pt x="1691" y="91"/>
                        <a:pt x="1689" y="100"/>
                      </a:cubicBezTo>
                      <a:cubicBezTo>
                        <a:pt x="1687" y="109"/>
                        <a:pt x="1692" y="127"/>
                        <a:pt x="1692" y="127"/>
                      </a:cubicBezTo>
                      <a:cubicBezTo>
                        <a:pt x="1692" y="146"/>
                        <a:pt x="1692" y="146"/>
                        <a:pt x="1692" y="146"/>
                      </a:cubicBezTo>
                      <a:cubicBezTo>
                        <a:pt x="1693" y="171"/>
                        <a:pt x="1693" y="171"/>
                        <a:pt x="1693" y="171"/>
                      </a:cubicBezTo>
                      <a:cubicBezTo>
                        <a:pt x="1693" y="171"/>
                        <a:pt x="1717" y="181"/>
                        <a:pt x="1704" y="189"/>
                      </a:cubicBezTo>
                      <a:cubicBezTo>
                        <a:pt x="1691" y="197"/>
                        <a:pt x="1680" y="192"/>
                        <a:pt x="1680" y="192"/>
                      </a:cubicBezTo>
                      <a:cubicBezTo>
                        <a:pt x="1680" y="192"/>
                        <a:pt x="1676" y="214"/>
                        <a:pt x="1666" y="214"/>
                      </a:cubicBezTo>
                      <a:cubicBezTo>
                        <a:pt x="1656" y="214"/>
                        <a:pt x="1653" y="209"/>
                        <a:pt x="1653" y="209"/>
                      </a:cubicBezTo>
                      <a:cubicBezTo>
                        <a:pt x="1629" y="208"/>
                        <a:pt x="1629" y="208"/>
                        <a:pt x="1629" y="208"/>
                      </a:cubicBezTo>
                      <a:cubicBezTo>
                        <a:pt x="1606" y="194"/>
                        <a:pt x="1606" y="194"/>
                        <a:pt x="1606" y="194"/>
                      </a:cubicBezTo>
                      <a:cubicBezTo>
                        <a:pt x="1607" y="249"/>
                        <a:pt x="1607" y="249"/>
                        <a:pt x="1607" y="249"/>
                      </a:cubicBezTo>
                      <a:cubicBezTo>
                        <a:pt x="1612" y="255"/>
                        <a:pt x="1612" y="255"/>
                        <a:pt x="1612" y="255"/>
                      </a:cubicBezTo>
                      <a:cubicBezTo>
                        <a:pt x="1613" y="273"/>
                        <a:pt x="1613" y="273"/>
                        <a:pt x="1613" y="273"/>
                      </a:cubicBezTo>
                      <a:cubicBezTo>
                        <a:pt x="1617" y="279"/>
                        <a:pt x="1617" y="279"/>
                        <a:pt x="1617" y="279"/>
                      </a:cubicBezTo>
                      <a:cubicBezTo>
                        <a:pt x="1617" y="279"/>
                        <a:pt x="1612" y="282"/>
                        <a:pt x="1615" y="292"/>
                      </a:cubicBezTo>
                      <a:cubicBezTo>
                        <a:pt x="1618" y="302"/>
                        <a:pt x="1630" y="313"/>
                        <a:pt x="1639" y="310"/>
                      </a:cubicBezTo>
                      <a:cubicBezTo>
                        <a:pt x="1648" y="307"/>
                        <a:pt x="1632" y="300"/>
                        <a:pt x="1651" y="299"/>
                      </a:cubicBezTo>
                      <a:cubicBezTo>
                        <a:pt x="1670" y="298"/>
                        <a:pt x="1680" y="302"/>
                        <a:pt x="1680" y="302"/>
                      </a:cubicBezTo>
                      <a:cubicBezTo>
                        <a:pt x="1680" y="302"/>
                        <a:pt x="1691" y="313"/>
                        <a:pt x="1697" y="311"/>
                      </a:cubicBezTo>
                      <a:cubicBezTo>
                        <a:pt x="1703" y="309"/>
                        <a:pt x="1704" y="291"/>
                        <a:pt x="1704" y="291"/>
                      </a:cubicBezTo>
                      <a:cubicBezTo>
                        <a:pt x="1745" y="291"/>
                        <a:pt x="1745" y="291"/>
                        <a:pt x="1745" y="291"/>
                      </a:cubicBezTo>
                      <a:cubicBezTo>
                        <a:pt x="1745" y="291"/>
                        <a:pt x="1748" y="306"/>
                        <a:pt x="1757" y="307"/>
                      </a:cubicBezTo>
                      <a:cubicBezTo>
                        <a:pt x="1766" y="308"/>
                        <a:pt x="1769" y="308"/>
                        <a:pt x="1769" y="308"/>
                      </a:cubicBezTo>
                      <a:cubicBezTo>
                        <a:pt x="1769" y="308"/>
                        <a:pt x="1777" y="315"/>
                        <a:pt x="1786" y="322"/>
                      </a:cubicBezTo>
                      <a:cubicBezTo>
                        <a:pt x="1795" y="329"/>
                        <a:pt x="1813" y="333"/>
                        <a:pt x="1813" y="333"/>
                      </a:cubicBezTo>
                      <a:cubicBezTo>
                        <a:pt x="1813" y="333"/>
                        <a:pt x="1818" y="344"/>
                        <a:pt x="1827" y="350"/>
                      </a:cubicBezTo>
                      <a:cubicBezTo>
                        <a:pt x="1836" y="356"/>
                        <a:pt x="1839" y="362"/>
                        <a:pt x="1831" y="363"/>
                      </a:cubicBezTo>
                      <a:cubicBezTo>
                        <a:pt x="1823" y="364"/>
                        <a:pt x="1805" y="365"/>
                        <a:pt x="1805" y="365"/>
                      </a:cubicBezTo>
                      <a:cubicBezTo>
                        <a:pt x="1805" y="365"/>
                        <a:pt x="1797" y="356"/>
                        <a:pt x="1788" y="356"/>
                      </a:cubicBezTo>
                      <a:cubicBezTo>
                        <a:pt x="1779" y="356"/>
                        <a:pt x="1768" y="359"/>
                        <a:pt x="1768" y="359"/>
                      </a:cubicBezTo>
                      <a:cubicBezTo>
                        <a:pt x="1759" y="368"/>
                        <a:pt x="1759" y="368"/>
                        <a:pt x="1759" y="368"/>
                      </a:cubicBezTo>
                      <a:cubicBezTo>
                        <a:pt x="1753" y="371"/>
                        <a:pt x="1753" y="371"/>
                        <a:pt x="1753" y="371"/>
                      </a:cubicBezTo>
                      <a:cubicBezTo>
                        <a:pt x="1735" y="368"/>
                        <a:pt x="1735" y="368"/>
                        <a:pt x="1735" y="368"/>
                      </a:cubicBezTo>
                      <a:cubicBezTo>
                        <a:pt x="1735" y="379"/>
                        <a:pt x="1735" y="379"/>
                        <a:pt x="1735" y="379"/>
                      </a:cubicBezTo>
                      <a:cubicBezTo>
                        <a:pt x="1735" y="379"/>
                        <a:pt x="1710" y="380"/>
                        <a:pt x="1703" y="391"/>
                      </a:cubicBezTo>
                      <a:cubicBezTo>
                        <a:pt x="1696" y="402"/>
                        <a:pt x="1711" y="413"/>
                        <a:pt x="1711" y="413"/>
                      </a:cubicBezTo>
                      <a:cubicBezTo>
                        <a:pt x="1695" y="427"/>
                        <a:pt x="1695" y="427"/>
                        <a:pt x="1695" y="427"/>
                      </a:cubicBezTo>
                      <a:cubicBezTo>
                        <a:pt x="1695" y="427"/>
                        <a:pt x="1649" y="424"/>
                        <a:pt x="1646" y="427"/>
                      </a:cubicBezTo>
                      <a:cubicBezTo>
                        <a:pt x="1643" y="430"/>
                        <a:pt x="1645" y="446"/>
                        <a:pt x="1645" y="446"/>
                      </a:cubicBezTo>
                      <a:cubicBezTo>
                        <a:pt x="1645" y="446"/>
                        <a:pt x="1634" y="460"/>
                        <a:pt x="1627" y="462"/>
                      </a:cubicBezTo>
                      <a:cubicBezTo>
                        <a:pt x="1620" y="464"/>
                        <a:pt x="1593" y="465"/>
                        <a:pt x="1593" y="465"/>
                      </a:cubicBezTo>
                      <a:cubicBezTo>
                        <a:pt x="1593" y="465"/>
                        <a:pt x="1571" y="448"/>
                        <a:pt x="1567" y="447"/>
                      </a:cubicBezTo>
                      <a:cubicBezTo>
                        <a:pt x="1563" y="446"/>
                        <a:pt x="1545" y="440"/>
                        <a:pt x="1539" y="450"/>
                      </a:cubicBezTo>
                      <a:cubicBezTo>
                        <a:pt x="1533" y="460"/>
                        <a:pt x="1535" y="480"/>
                        <a:pt x="1541" y="484"/>
                      </a:cubicBezTo>
                      <a:cubicBezTo>
                        <a:pt x="1547" y="488"/>
                        <a:pt x="1578" y="511"/>
                        <a:pt x="1577" y="516"/>
                      </a:cubicBezTo>
                      <a:cubicBezTo>
                        <a:pt x="1576" y="521"/>
                        <a:pt x="1566" y="536"/>
                        <a:pt x="1562" y="536"/>
                      </a:cubicBezTo>
                      <a:cubicBezTo>
                        <a:pt x="1558" y="536"/>
                        <a:pt x="1548" y="533"/>
                        <a:pt x="1545" y="540"/>
                      </a:cubicBezTo>
                      <a:cubicBezTo>
                        <a:pt x="1542" y="547"/>
                        <a:pt x="1544" y="562"/>
                        <a:pt x="1536" y="569"/>
                      </a:cubicBezTo>
                      <a:cubicBezTo>
                        <a:pt x="1528" y="576"/>
                        <a:pt x="1511" y="574"/>
                        <a:pt x="1511" y="574"/>
                      </a:cubicBezTo>
                      <a:cubicBezTo>
                        <a:pt x="1499" y="587"/>
                        <a:pt x="1499" y="587"/>
                        <a:pt x="1499" y="587"/>
                      </a:cubicBezTo>
                      <a:cubicBezTo>
                        <a:pt x="1499" y="587"/>
                        <a:pt x="1409" y="584"/>
                        <a:pt x="1395" y="590"/>
                      </a:cubicBezTo>
                      <a:cubicBezTo>
                        <a:pt x="1381" y="596"/>
                        <a:pt x="1338" y="625"/>
                        <a:pt x="1332" y="630"/>
                      </a:cubicBezTo>
                      <a:cubicBezTo>
                        <a:pt x="1326" y="635"/>
                        <a:pt x="1306" y="627"/>
                        <a:pt x="1306" y="627"/>
                      </a:cubicBezTo>
                      <a:cubicBezTo>
                        <a:pt x="1306" y="627"/>
                        <a:pt x="1303" y="615"/>
                        <a:pt x="1297" y="615"/>
                      </a:cubicBezTo>
                      <a:cubicBezTo>
                        <a:pt x="1291" y="615"/>
                        <a:pt x="1270" y="624"/>
                        <a:pt x="1270" y="624"/>
                      </a:cubicBezTo>
                      <a:cubicBezTo>
                        <a:pt x="1270" y="624"/>
                        <a:pt x="1242" y="609"/>
                        <a:pt x="1228" y="608"/>
                      </a:cubicBezTo>
                      <a:cubicBezTo>
                        <a:pt x="1214" y="607"/>
                        <a:pt x="1203" y="609"/>
                        <a:pt x="1188" y="604"/>
                      </a:cubicBezTo>
                      <a:cubicBezTo>
                        <a:pt x="1173" y="599"/>
                        <a:pt x="1171" y="584"/>
                        <a:pt x="1161" y="581"/>
                      </a:cubicBezTo>
                      <a:cubicBezTo>
                        <a:pt x="1151" y="578"/>
                        <a:pt x="1112" y="578"/>
                        <a:pt x="1112" y="578"/>
                      </a:cubicBezTo>
                      <a:cubicBezTo>
                        <a:pt x="1112" y="578"/>
                        <a:pt x="1092" y="570"/>
                        <a:pt x="1087" y="570"/>
                      </a:cubicBezTo>
                      <a:cubicBezTo>
                        <a:pt x="1082" y="570"/>
                        <a:pt x="1068" y="581"/>
                        <a:pt x="1068" y="581"/>
                      </a:cubicBezTo>
                      <a:cubicBezTo>
                        <a:pt x="1043" y="576"/>
                        <a:pt x="1043" y="576"/>
                        <a:pt x="1043" y="576"/>
                      </a:cubicBezTo>
                      <a:cubicBezTo>
                        <a:pt x="1012" y="576"/>
                        <a:pt x="1012" y="576"/>
                        <a:pt x="1012" y="576"/>
                      </a:cubicBezTo>
                      <a:cubicBezTo>
                        <a:pt x="973" y="571"/>
                        <a:pt x="973" y="571"/>
                        <a:pt x="973" y="571"/>
                      </a:cubicBezTo>
                      <a:cubicBezTo>
                        <a:pt x="935" y="575"/>
                        <a:pt x="935" y="575"/>
                        <a:pt x="935" y="575"/>
                      </a:cubicBezTo>
                      <a:cubicBezTo>
                        <a:pt x="935" y="575"/>
                        <a:pt x="902" y="550"/>
                        <a:pt x="898" y="544"/>
                      </a:cubicBezTo>
                      <a:cubicBezTo>
                        <a:pt x="894" y="538"/>
                        <a:pt x="880" y="519"/>
                        <a:pt x="876" y="515"/>
                      </a:cubicBezTo>
                      <a:cubicBezTo>
                        <a:pt x="872" y="511"/>
                        <a:pt x="863" y="506"/>
                        <a:pt x="863" y="506"/>
                      </a:cubicBezTo>
                      <a:cubicBezTo>
                        <a:pt x="856" y="490"/>
                        <a:pt x="856" y="490"/>
                        <a:pt x="856" y="490"/>
                      </a:cubicBezTo>
                      <a:cubicBezTo>
                        <a:pt x="834" y="487"/>
                        <a:pt x="834" y="487"/>
                        <a:pt x="834" y="487"/>
                      </a:cubicBezTo>
                      <a:cubicBezTo>
                        <a:pt x="834" y="487"/>
                        <a:pt x="797" y="475"/>
                        <a:pt x="794" y="474"/>
                      </a:cubicBezTo>
                      <a:cubicBezTo>
                        <a:pt x="791" y="473"/>
                        <a:pt x="784" y="461"/>
                        <a:pt x="775" y="459"/>
                      </a:cubicBezTo>
                      <a:cubicBezTo>
                        <a:pt x="766" y="457"/>
                        <a:pt x="755" y="452"/>
                        <a:pt x="755" y="452"/>
                      </a:cubicBezTo>
                      <a:cubicBezTo>
                        <a:pt x="755" y="452"/>
                        <a:pt x="721" y="450"/>
                        <a:pt x="707" y="451"/>
                      </a:cubicBezTo>
                      <a:cubicBezTo>
                        <a:pt x="693" y="452"/>
                        <a:pt x="679" y="449"/>
                        <a:pt x="668" y="445"/>
                      </a:cubicBezTo>
                      <a:cubicBezTo>
                        <a:pt x="657" y="441"/>
                        <a:pt x="636" y="439"/>
                        <a:pt x="631" y="426"/>
                      </a:cubicBezTo>
                      <a:cubicBezTo>
                        <a:pt x="626" y="413"/>
                        <a:pt x="625" y="403"/>
                        <a:pt x="625" y="403"/>
                      </a:cubicBezTo>
                      <a:cubicBezTo>
                        <a:pt x="625" y="403"/>
                        <a:pt x="635" y="399"/>
                        <a:pt x="633" y="392"/>
                      </a:cubicBezTo>
                      <a:cubicBezTo>
                        <a:pt x="631" y="385"/>
                        <a:pt x="621" y="377"/>
                        <a:pt x="621" y="377"/>
                      </a:cubicBezTo>
                      <a:cubicBezTo>
                        <a:pt x="621" y="377"/>
                        <a:pt x="624" y="361"/>
                        <a:pt x="612" y="353"/>
                      </a:cubicBezTo>
                      <a:cubicBezTo>
                        <a:pt x="600" y="345"/>
                        <a:pt x="591" y="336"/>
                        <a:pt x="586" y="329"/>
                      </a:cubicBezTo>
                      <a:cubicBezTo>
                        <a:pt x="581" y="322"/>
                        <a:pt x="574" y="308"/>
                        <a:pt x="560" y="304"/>
                      </a:cubicBezTo>
                      <a:cubicBezTo>
                        <a:pt x="546" y="300"/>
                        <a:pt x="540" y="298"/>
                        <a:pt x="540" y="298"/>
                      </a:cubicBezTo>
                      <a:cubicBezTo>
                        <a:pt x="525" y="290"/>
                        <a:pt x="525" y="290"/>
                        <a:pt x="525" y="290"/>
                      </a:cubicBezTo>
                      <a:cubicBezTo>
                        <a:pt x="504" y="296"/>
                        <a:pt x="504" y="296"/>
                        <a:pt x="504" y="296"/>
                      </a:cubicBezTo>
                      <a:cubicBezTo>
                        <a:pt x="487" y="280"/>
                        <a:pt x="487" y="280"/>
                        <a:pt x="487" y="280"/>
                      </a:cubicBezTo>
                      <a:cubicBezTo>
                        <a:pt x="481" y="272"/>
                        <a:pt x="481" y="272"/>
                        <a:pt x="481" y="272"/>
                      </a:cubicBezTo>
                      <a:cubicBezTo>
                        <a:pt x="481" y="272"/>
                        <a:pt x="457" y="269"/>
                        <a:pt x="452" y="264"/>
                      </a:cubicBezTo>
                      <a:cubicBezTo>
                        <a:pt x="447" y="259"/>
                        <a:pt x="451" y="251"/>
                        <a:pt x="451" y="251"/>
                      </a:cubicBezTo>
                      <a:cubicBezTo>
                        <a:pt x="433" y="251"/>
                        <a:pt x="433" y="251"/>
                        <a:pt x="433" y="251"/>
                      </a:cubicBezTo>
                      <a:cubicBezTo>
                        <a:pt x="433" y="251"/>
                        <a:pt x="443" y="239"/>
                        <a:pt x="435" y="235"/>
                      </a:cubicBezTo>
                      <a:cubicBezTo>
                        <a:pt x="427" y="231"/>
                        <a:pt x="414" y="238"/>
                        <a:pt x="414" y="238"/>
                      </a:cubicBezTo>
                      <a:cubicBezTo>
                        <a:pt x="414" y="238"/>
                        <a:pt x="388" y="230"/>
                        <a:pt x="387" y="239"/>
                      </a:cubicBezTo>
                      <a:cubicBezTo>
                        <a:pt x="386" y="248"/>
                        <a:pt x="405" y="251"/>
                        <a:pt x="399" y="260"/>
                      </a:cubicBezTo>
                      <a:cubicBezTo>
                        <a:pt x="393" y="269"/>
                        <a:pt x="364" y="259"/>
                        <a:pt x="359" y="273"/>
                      </a:cubicBezTo>
                      <a:cubicBezTo>
                        <a:pt x="354" y="287"/>
                        <a:pt x="364" y="296"/>
                        <a:pt x="373" y="309"/>
                      </a:cubicBezTo>
                      <a:cubicBezTo>
                        <a:pt x="382" y="322"/>
                        <a:pt x="388" y="333"/>
                        <a:pt x="381" y="338"/>
                      </a:cubicBezTo>
                      <a:cubicBezTo>
                        <a:pt x="374" y="343"/>
                        <a:pt x="366" y="342"/>
                        <a:pt x="366" y="342"/>
                      </a:cubicBezTo>
                      <a:cubicBezTo>
                        <a:pt x="355" y="354"/>
                        <a:pt x="355" y="354"/>
                        <a:pt x="355" y="354"/>
                      </a:cubicBezTo>
                      <a:cubicBezTo>
                        <a:pt x="346" y="346"/>
                        <a:pt x="346" y="346"/>
                        <a:pt x="346" y="346"/>
                      </a:cubicBezTo>
                      <a:cubicBezTo>
                        <a:pt x="346" y="346"/>
                        <a:pt x="325" y="348"/>
                        <a:pt x="317" y="346"/>
                      </a:cubicBezTo>
                      <a:cubicBezTo>
                        <a:pt x="309" y="344"/>
                        <a:pt x="284" y="332"/>
                        <a:pt x="278" y="332"/>
                      </a:cubicBezTo>
                      <a:cubicBezTo>
                        <a:pt x="272" y="332"/>
                        <a:pt x="273" y="347"/>
                        <a:pt x="273" y="359"/>
                      </a:cubicBezTo>
                      <a:cubicBezTo>
                        <a:pt x="273" y="371"/>
                        <a:pt x="269" y="423"/>
                        <a:pt x="273" y="425"/>
                      </a:cubicBezTo>
                      <a:cubicBezTo>
                        <a:pt x="277" y="427"/>
                        <a:pt x="300" y="429"/>
                        <a:pt x="291" y="440"/>
                      </a:cubicBezTo>
                      <a:cubicBezTo>
                        <a:pt x="282" y="451"/>
                        <a:pt x="275" y="437"/>
                        <a:pt x="275" y="437"/>
                      </a:cubicBezTo>
                      <a:cubicBezTo>
                        <a:pt x="262" y="444"/>
                        <a:pt x="262" y="444"/>
                        <a:pt x="262" y="444"/>
                      </a:cubicBezTo>
                      <a:cubicBezTo>
                        <a:pt x="262" y="444"/>
                        <a:pt x="253" y="430"/>
                        <a:pt x="248" y="430"/>
                      </a:cubicBezTo>
                      <a:cubicBezTo>
                        <a:pt x="243" y="430"/>
                        <a:pt x="219" y="440"/>
                        <a:pt x="213" y="441"/>
                      </a:cubicBezTo>
                      <a:cubicBezTo>
                        <a:pt x="207" y="442"/>
                        <a:pt x="176" y="449"/>
                        <a:pt x="183" y="458"/>
                      </a:cubicBezTo>
                      <a:cubicBezTo>
                        <a:pt x="190" y="467"/>
                        <a:pt x="208" y="464"/>
                        <a:pt x="208" y="464"/>
                      </a:cubicBezTo>
                      <a:cubicBezTo>
                        <a:pt x="208" y="464"/>
                        <a:pt x="208" y="490"/>
                        <a:pt x="216" y="499"/>
                      </a:cubicBezTo>
                      <a:cubicBezTo>
                        <a:pt x="224" y="508"/>
                        <a:pt x="254" y="539"/>
                        <a:pt x="254" y="546"/>
                      </a:cubicBezTo>
                      <a:cubicBezTo>
                        <a:pt x="254" y="553"/>
                        <a:pt x="238" y="550"/>
                        <a:pt x="238" y="553"/>
                      </a:cubicBezTo>
                      <a:cubicBezTo>
                        <a:pt x="238" y="556"/>
                        <a:pt x="249" y="568"/>
                        <a:pt x="249" y="568"/>
                      </a:cubicBezTo>
                      <a:cubicBezTo>
                        <a:pt x="249" y="568"/>
                        <a:pt x="235" y="566"/>
                        <a:pt x="235" y="571"/>
                      </a:cubicBezTo>
                      <a:cubicBezTo>
                        <a:pt x="235" y="576"/>
                        <a:pt x="239" y="587"/>
                        <a:pt x="244" y="592"/>
                      </a:cubicBezTo>
                      <a:cubicBezTo>
                        <a:pt x="249" y="597"/>
                        <a:pt x="251" y="610"/>
                        <a:pt x="248" y="611"/>
                      </a:cubicBezTo>
                      <a:cubicBezTo>
                        <a:pt x="245" y="612"/>
                        <a:pt x="231" y="612"/>
                        <a:pt x="231" y="612"/>
                      </a:cubicBezTo>
                      <a:cubicBezTo>
                        <a:pt x="199" y="625"/>
                        <a:pt x="199" y="625"/>
                        <a:pt x="199" y="625"/>
                      </a:cubicBezTo>
                      <a:cubicBezTo>
                        <a:pt x="199" y="625"/>
                        <a:pt x="180" y="642"/>
                        <a:pt x="180" y="645"/>
                      </a:cubicBezTo>
                      <a:cubicBezTo>
                        <a:pt x="180" y="648"/>
                        <a:pt x="180" y="666"/>
                        <a:pt x="168" y="666"/>
                      </a:cubicBezTo>
                      <a:cubicBezTo>
                        <a:pt x="156" y="666"/>
                        <a:pt x="137" y="658"/>
                        <a:pt x="129" y="659"/>
                      </a:cubicBezTo>
                      <a:cubicBezTo>
                        <a:pt x="121" y="660"/>
                        <a:pt x="113" y="673"/>
                        <a:pt x="112" y="682"/>
                      </a:cubicBezTo>
                      <a:cubicBezTo>
                        <a:pt x="111" y="691"/>
                        <a:pt x="106" y="700"/>
                        <a:pt x="106" y="700"/>
                      </a:cubicBezTo>
                      <a:cubicBezTo>
                        <a:pt x="87" y="695"/>
                        <a:pt x="87" y="695"/>
                        <a:pt x="87" y="695"/>
                      </a:cubicBezTo>
                      <a:cubicBezTo>
                        <a:pt x="80" y="702"/>
                        <a:pt x="80" y="702"/>
                        <a:pt x="80" y="702"/>
                      </a:cubicBezTo>
                      <a:cubicBezTo>
                        <a:pt x="80" y="702"/>
                        <a:pt x="69" y="683"/>
                        <a:pt x="63" y="683"/>
                      </a:cubicBezTo>
                      <a:cubicBezTo>
                        <a:pt x="57" y="683"/>
                        <a:pt x="52" y="692"/>
                        <a:pt x="52" y="692"/>
                      </a:cubicBezTo>
                      <a:cubicBezTo>
                        <a:pt x="33" y="694"/>
                        <a:pt x="33" y="694"/>
                        <a:pt x="33" y="694"/>
                      </a:cubicBezTo>
                      <a:cubicBezTo>
                        <a:pt x="33" y="704"/>
                        <a:pt x="33" y="704"/>
                        <a:pt x="33" y="704"/>
                      </a:cubicBezTo>
                      <a:cubicBezTo>
                        <a:pt x="33" y="704"/>
                        <a:pt x="0" y="719"/>
                        <a:pt x="1" y="722"/>
                      </a:cubicBezTo>
                      <a:cubicBezTo>
                        <a:pt x="2" y="725"/>
                        <a:pt x="13" y="738"/>
                        <a:pt x="13" y="742"/>
                      </a:cubicBezTo>
                      <a:cubicBezTo>
                        <a:pt x="13" y="746"/>
                        <a:pt x="1" y="744"/>
                        <a:pt x="1" y="744"/>
                      </a:cubicBezTo>
                      <a:cubicBezTo>
                        <a:pt x="1" y="761"/>
                        <a:pt x="1" y="761"/>
                        <a:pt x="1" y="761"/>
                      </a:cubicBezTo>
                      <a:cubicBezTo>
                        <a:pt x="1" y="761"/>
                        <a:pt x="15" y="758"/>
                        <a:pt x="15" y="765"/>
                      </a:cubicBezTo>
                      <a:cubicBezTo>
                        <a:pt x="15" y="772"/>
                        <a:pt x="7" y="790"/>
                        <a:pt x="17" y="794"/>
                      </a:cubicBezTo>
                      <a:cubicBezTo>
                        <a:pt x="27" y="798"/>
                        <a:pt x="31" y="783"/>
                        <a:pt x="45" y="787"/>
                      </a:cubicBezTo>
                      <a:cubicBezTo>
                        <a:pt x="59" y="791"/>
                        <a:pt x="71" y="794"/>
                        <a:pt x="71" y="804"/>
                      </a:cubicBezTo>
                      <a:cubicBezTo>
                        <a:pt x="71" y="814"/>
                        <a:pt x="72" y="836"/>
                        <a:pt x="79" y="843"/>
                      </a:cubicBezTo>
                      <a:cubicBezTo>
                        <a:pt x="86" y="850"/>
                        <a:pt x="98" y="853"/>
                        <a:pt x="90" y="859"/>
                      </a:cubicBezTo>
                      <a:cubicBezTo>
                        <a:pt x="82" y="865"/>
                        <a:pt x="62" y="857"/>
                        <a:pt x="65" y="868"/>
                      </a:cubicBezTo>
                      <a:cubicBezTo>
                        <a:pt x="68" y="879"/>
                        <a:pt x="90" y="880"/>
                        <a:pt x="90" y="880"/>
                      </a:cubicBezTo>
                      <a:cubicBezTo>
                        <a:pt x="111" y="880"/>
                        <a:pt x="111" y="880"/>
                        <a:pt x="111" y="880"/>
                      </a:cubicBezTo>
                      <a:cubicBezTo>
                        <a:pt x="114" y="889"/>
                        <a:pt x="114" y="889"/>
                        <a:pt x="114" y="889"/>
                      </a:cubicBezTo>
                      <a:cubicBezTo>
                        <a:pt x="114" y="889"/>
                        <a:pt x="129" y="890"/>
                        <a:pt x="138" y="900"/>
                      </a:cubicBezTo>
                      <a:cubicBezTo>
                        <a:pt x="147" y="910"/>
                        <a:pt x="148" y="931"/>
                        <a:pt x="148" y="931"/>
                      </a:cubicBezTo>
                      <a:cubicBezTo>
                        <a:pt x="169" y="939"/>
                        <a:pt x="169" y="939"/>
                        <a:pt x="169" y="939"/>
                      </a:cubicBezTo>
                      <a:cubicBezTo>
                        <a:pt x="177" y="935"/>
                        <a:pt x="177" y="935"/>
                        <a:pt x="177" y="935"/>
                      </a:cubicBezTo>
                      <a:cubicBezTo>
                        <a:pt x="177" y="935"/>
                        <a:pt x="182" y="955"/>
                        <a:pt x="201" y="956"/>
                      </a:cubicBezTo>
                      <a:cubicBezTo>
                        <a:pt x="220" y="957"/>
                        <a:pt x="246" y="957"/>
                        <a:pt x="246" y="957"/>
                      </a:cubicBezTo>
                      <a:cubicBezTo>
                        <a:pt x="246" y="957"/>
                        <a:pt x="277" y="928"/>
                        <a:pt x="294" y="934"/>
                      </a:cubicBezTo>
                      <a:cubicBezTo>
                        <a:pt x="311" y="940"/>
                        <a:pt x="313" y="954"/>
                        <a:pt x="324" y="956"/>
                      </a:cubicBezTo>
                      <a:cubicBezTo>
                        <a:pt x="335" y="958"/>
                        <a:pt x="349" y="956"/>
                        <a:pt x="349" y="956"/>
                      </a:cubicBezTo>
                      <a:cubicBezTo>
                        <a:pt x="349" y="956"/>
                        <a:pt x="353" y="992"/>
                        <a:pt x="349" y="997"/>
                      </a:cubicBezTo>
                      <a:cubicBezTo>
                        <a:pt x="345" y="1002"/>
                        <a:pt x="336" y="1002"/>
                        <a:pt x="336" y="1002"/>
                      </a:cubicBezTo>
                      <a:cubicBezTo>
                        <a:pt x="336" y="1002"/>
                        <a:pt x="342" y="1026"/>
                        <a:pt x="333" y="1031"/>
                      </a:cubicBezTo>
                      <a:cubicBezTo>
                        <a:pt x="324" y="1036"/>
                        <a:pt x="305" y="1035"/>
                        <a:pt x="305" y="1035"/>
                      </a:cubicBezTo>
                      <a:cubicBezTo>
                        <a:pt x="317" y="1051"/>
                        <a:pt x="317" y="1051"/>
                        <a:pt x="317" y="1051"/>
                      </a:cubicBezTo>
                      <a:cubicBezTo>
                        <a:pt x="306" y="1057"/>
                        <a:pt x="306" y="1057"/>
                        <a:pt x="306" y="1057"/>
                      </a:cubicBezTo>
                      <a:cubicBezTo>
                        <a:pt x="306" y="1057"/>
                        <a:pt x="300" y="1068"/>
                        <a:pt x="315" y="1075"/>
                      </a:cubicBezTo>
                      <a:cubicBezTo>
                        <a:pt x="330" y="1082"/>
                        <a:pt x="335" y="1085"/>
                        <a:pt x="335" y="1085"/>
                      </a:cubicBezTo>
                      <a:cubicBezTo>
                        <a:pt x="340" y="1094"/>
                        <a:pt x="340" y="1094"/>
                        <a:pt x="340" y="1094"/>
                      </a:cubicBezTo>
                      <a:cubicBezTo>
                        <a:pt x="340" y="1094"/>
                        <a:pt x="359" y="1109"/>
                        <a:pt x="351" y="1114"/>
                      </a:cubicBezTo>
                      <a:cubicBezTo>
                        <a:pt x="343" y="1119"/>
                        <a:pt x="334" y="1122"/>
                        <a:pt x="334" y="1122"/>
                      </a:cubicBezTo>
                      <a:cubicBezTo>
                        <a:pt x="328" y="1131"/>
                        <a:pt x="328" y="1131"/>
                        <a:pt x="328" y="1131"/>
                      </a:cubicBezTo>
                      <a:cubicBezTo>
                        <a:pt x="318" y="1123"/>
                        <a:pt x="318" y="1123"/>
                        <a:pt x="318" y="1123"/>
                      </a:cubicBezTo>
                      <a:cubicBezTo>
                        <a:pt x="318" y="1123"/>
                        <a:pt x="320" y="1113"/>
                        <a:pt x="316" y="1113"/>
                      </a:cubicBezTo>
                      <a:cubicBezTo>
                        <a:pt x="312" y="1113"/>
                        <a:pt x="299" y="1118"/>
                        <a:pt x="301" y="1128"/>
                      </a:cubicBezTo>
                      <a:cubicBezTo>
                        <a:pt x="303" y="1138"/>
                        <a:pt x="323" y="1149"/>
                        <a:pt x="323" y="1149"/>
                      </a:cubicBezTo>
                      <a:cubicBezTo>
                        <a:pt x="323" y="1149"/>
                        <a:pt x="316" y="1174"/>
                        <a:pt x="323" y="1177"/>
                      </a:cubicBezTo>
                      <a:cubicBezTo>
                        <a:pt x="330" y="1180"/>
                        <a:pt x="341" y="1175"/>
                        <a:pt x="341" y="1175"/>
                      </a:cubicBezTo>
                      <a:cubicBezTo>
                        <a:pt x="341" y="1175"/>
                        <a:pt x="345" y="1190"/>
                        <a:pt x="356" y="1194"/>
                      </a:cubicBezTo>
                      <a:cubicBezTo>
                        <a:pt x="367" y="1198"/>
                        <a:pt x="377" y="1200"/>
                        <a:pt x="377" y="1200"/>
                      </a:cubicBezTo>
                      <a:cubicBezTo>
                        <a:pt x="392" y="1211"/>
                        <a:pt x="392" y="1211"/>
                        <a:pt x="392" y="1211"/>
                      </a:cubicBezTo>
                      <a:cubicBezTo>
                        <a:pt x="403" y="1210"/>
                        <a:pt x="403" y="1210"/>
                        <a:pt x="403" y="1210"/>
                      </a:cubicBezTo>
                      <a:cubicBezTo>
                        <a:pt x="403" y="1210"/>
                        <a:pt x="397" y="1218"/>
                        <a:pt x="403" y="1221"/>
                      </a:cubicBezTo>
                      <a:cubicBezTo>
                        <a:pt x="409" y="1224"/>
                        <a:pt x="420" y="1224"/>
                        <a:pt x="420" y="1224"/>
                      </a:cubicBezTo>
                      <a:cubicBezTo>
                        <a:pt x="447" y="1249"/>
                        <a:pt x="447" y="1249"/>
                        <a:pt x="447" y="1249"/>
                      </a:cubicBezTo>
                      <a:cubicBezTo>
                        <a:pt x="462" y="1236"/>
                        <a:pt x="462" y="1236"/>
                        <a:pt x="462" y="1236"/>
                      </a:cubicBezTo>
                      <a:cubicBezTo>
                        <a:pt x="462" y="1236"/>
                        <a:pt x="475" y="1219"/>
                        <a:pt x="489" y="1234"/>
                      </a:cubicBezTo>
                      <a:cubicBezTo>
                        <a:pt x="503" y="1249"/>
                        <a:pt x="521" y="1263"/>
                        <a:pt x="521" y="1263"/>
                      </a:cubicBezTo>
                      <a:cubicBezTo>
                        <a:pt x="552" y="1269"/>
                        <a:pt x="552" y="1269"/>
                        <a:pt x="552" y="1269"/>
                      </a:cubicBezTo>
                      <a:cubicBezTo>
                        <a:pt x="552" y="1269"/>
                        <a:pt x="567" y="1301"/>
                        <a:pt x="571" y="1302"/>
                      </a:cubicBezTo>
                      <a:cubicBezTo>
                        <a:pt x="575" y="1303"/>
                        <a:pt x="579" y="1278"/>
                        <a:pt x="590" y="1285"/>
                      </a:cubicBezTo>
                      <a:cubicBezTo>
                        <a:pt x="601" y="1292"/>
                        <a:pt x="596" y="1308"/>
                        <a:pt x="604" y="1314"/>
                      </a:cubicBezTo>
                      <a:cubicBezTo>
                        <a:pt x="612" y="1320"/>
                        <a:pt x="626" y="1332"/>
                        <a:pt x="626" y="1332"/>
                      </a:cubicBezTo>
                      <a:cubicBezTo>
                        <a:pt x="626" y="1332"/>
                        <a:pt x="641" y="1321"/>
                        <a:pt x="646" y="1328"/>
                      </a:cubicBezTo>
                      <a:cubicBezTo>
                        <a:pt x="651" y="1335"/>
                        <a:pt x="634" y="1338"/>
                        <a:pt x="650" y="1345"/>
                      </a:cubicBezTo>
                      <a:cubicBezTo>
                        <a:pt x="666" y="1352"/>
                        <a:pt x="678" y="1343"/>
                        <a:pt x="678" y="1343"/>
                      </a:cubicBezTo>
                      <a:cubicBezTo>
                        <a:pt x="678" y="1343"/>
                        <a:pt x="678" y="1361"/>
                        <a:pt x="687" y="1362"/>
                      </a:cubicBezTo>
                      <a:cubicBezTo>
                        <a:pt x="696" y="1363"/>
                        <a:pt x="698" y="1349"/>
                        <a:pt x="698" y="1349"/>
                      </a:cubicBezTo>
                      <a:cubicBezTo>
                        <a:pt x="698" y="1349"/>
                        <a:pt x="697" y="1363"/>
                        <a:pt x="707" y="1362"/>
                      </a:cubicBezTo>
                      <a:cubicBezTo>
                        <a:pt x="717" y="1361"/>
                        <a:pt x="719" y="1353"/>
                        <a:pt x="719" y="1353"/>
                      </a:cubicBezTo>
                      <a:cubicBezTo>
                        <a:pt x="719" y="1353"/>
                        <a:pt x="752" y="1373"/>
                        <a:pt x="766" y="1372"/>
                      </a:cubicBezTo>
                      <a:cubicBezTo>
                        <a:pt x="780" y="1371"/>
                        <a:pt x="806" y="1346"/>
                        <a:pt x="817" y="1355"/>
                      </a:cubicBezTo>
                      <a:cubicBezTo>
                        <a:pt x="828" y="1364"/>
                        <a:pt x="817" y="1392"/>
                        <a:pt x="822" y="1394"/>
                      </a:cubicBezTo>
                      <a:cubicBezTo>
                        <a:pt x="827" y="1396"/>
                        <a:pt x="832" y="1395"/>
                        <a:pt x="832" y="1395"/>
                      </a:cubicBezTo>
                      <a:cubicBezTo>
                        <a:pt x="832" y="1395"/>
                        <a:pt x="856" y="1339"/>
                        <a:pt x="870" y="1344"/>
                      </a:cubicBezTo>
                      <a:cubicBezTo>
                        <a:pt x="884" y="1349"/>
                        <a:pt x="894" y="1350"/>
                        <a:pt x="894" y="1350"/>
                      </a:cubicBezTo>
                      <a:cubicBezTo>
                        <a:pt x="894" y="1364"/>
                        <a:pt x="894" y="1364"/>
                        <a:pt x="894" y="1364"/>
                      </a:cubicBezTo>
                      <a:cubicBezTo>
                        <a:pt x="894" y="1364"/>
                        <a:pt x="930" y="1346"/>
                        <a:pt x="943" y="1357"/>
                      </a:cubicBezTo>
                      <a:cubicBezTo>
                        <a:pt x="956" y="1368"/>
                        <a:pt x="956" y="1378"/>
                        <a:pt x="956" y="1378"/>
                      </a:cubicBezTo>
                      <a:cubicBezTo>
                        <a:pt x="956" y="1378"/>
                        <a:pt x="987" y="1380"/>
                        <a:pt x="995" y="1373"/>
                      </a:cubicBezTo>
                      <a:cubicBezTo>
                        <a:pt x="1003" y="1366"/>
                        <a:pt x="995" y="1350"/>
                        <a:pt x="995" y="1350"/>
                      </a:cubicBezTo>
                      <a:cubicBezTo>
                        <a:pt x="995" y="1350"/>
                        <a:pt x="1016" y="1348"/>
                        <a:pt x="1018" y="1343"/>
                      </a:cubicBezTo>
                      <a:cubicBezTo>
                        <a:pt x="1020" y="1338"/>
                        <a:pt x="1013" y="1322"/>
                        <a:pt x="1013" y="1322"/>
                      </a:cubicBezTo>
                      <a:cubicBezTo>
                        <a:pt x="1013" y="1322"/>
                        <a:pt x="1037" y="1326"/>
                        <a:pt x="1044" y="1318"/>
                      </a:cubicBezTo>
                      <a:cubicBezTo>
                        <a:pt x="1051" y="1310"/>
                        <a:pt x="1068" y="1291"/>
                        <a:pt x="1076" y="1291"/>
                      </a:cubicBezTo>
                      <a:cubicBezTo>
                        <a:pt x="1084" y="1291"/>
                        <a:pt x="1098" y="1305"/>
                        <a:pt x="1109" y="1305"/>
                      </a:cubicBezTo>
                      <a:cubicBezTo>
                        <a:pt x="1120" y="1305"/>
                        <a:pt x="1112" y="1274"/>
                        <a:pt x="1130" y="1283"/>
                      </a:cubicBezTo>
                      <a:cubicBezTo>
                        <a:pt x="1148" y="1292"/>
                        <a:pt x="1149" y="1297"/>
                        <a:pt x="1149" y="1297"/>
                      </a:cubicBezTo>
                      <a:cubicBezTo>
                        <a:pt x="1149" y="1297"/>
                        <a:pt x="1133" y="1305"/>
                        <a:pt x="1142" y="1307"/>
                      </a:cubicBezTo>
                      <a:cubicBezTo>
                        <a:pt x="1151" y="1309"/>
                        <a:pt x="1162" y="1308"/>
                        <a:pt x="1162" y="1308"/>
                      </a:cubicBezTo>
                      <a:cubicBezTo>
                        <a:pt x="1173" y="1328"/>
                        <a:pt x="1173" y="1328"/>
                        <a:pt x="1173" y="1328"/>
                      </a:cubicBezTo>
                      <a:cubicBezTo>
                        <a:pt x="1173" y="1328"/>
                        <a:pt x="1153" y="1337"/>
                        <a:pt x="1161" y="1339"/>
                      </a:cubicBezTo>
                      <a:cubicBezTo>
                        <a:pt x="1169" y="1341"/>
                        <a:pt x="1184" y="1341"/>
                        <a:pt x="1191" y="1341"/>
                      </a:cubicBezTo>
                      <a:cubicBezTo>
                        <a:pt x="1198" y="1341"/>
                        <a:pt x="1213" y="1345"/>
                        <a:pt x="1213" y="1345"/>
                      </a:cubicBezTo>
                      <a:cubicBezTo>
                        <a:pt x="1217" y="1332"/>
                        <a:pt x="1217" y="1332"/>
                        <a:pt x="1217" y="1332"/>
                      </a:cubicBezTo>
                      <a:cubicBezTo>
                        <a:pt x="1217" y="1332"/>
                        <a:pt x="1231" y="1339"/>
                        <a:pt x="1239" y="1347"/>
                      </a:cubicBezTo>
                      <a:cubicBezTo>
                        <a:pt x="1247" y="1355"/>
                        <a:pt x="1256" y="1382"/>
                        <a:pt x="1256" y="1382"/>
                      </a:cubicBezTo>
                      <a:cubicBezTo>
                        <a:pt x="1256" y="1382"/>
                        <a:pt x="1271" y="1380"/>
                        <a:pt x="1278" y="1382"/>
                      </a:cubicBezTo>
                      <a:cubicBezTo>
                        <a:pt x="1285" y="1384"/>
                        <a:pt x="1283" y="1406"/>
                        <a:pt x="1283" y="1406"/>
                      </a:cubicBezTo>
                      <a:cubicBezTo>
                        <a:pt x="1291" y="1422"/>
                        <a:pt x="1291" y="1422"/>
                        <a:pt x="1291" y="1422"/>
                      </a:cubicBezTo>
                      <a:cubicBezTo>
                        <a:pt x="1298" y="1459"/>
                        <a:pt x="1298" y="1459"/>
                        <a:pt x="1298" y="1459"/>
                      </a:cubicBezTo>
                      <a:cubicBezTo>
                        <a:pt x="1298" y="1459"/>
                        <a:pt x="1288" y="1465"/>
                        <a:pt x="1281" y="1465"/>
                      </a:cubicBezTo>
                      <a:cubicBezTo>
                        <a:pt x="1274" y="1465"/>
                        <a:pt x="1290" y="1476"/>
                        <a:pt x="1290" y="1476"/>
                      </a:cubicBezTo>
                      <a:cubicBezTo>
                        <a:pt x="1290" y="1476"/>
                        <a:pt x="1289" y="1482"/>
                        <a:pt x="1286" y="1489"/>
                      </a:cubicBezTo>
                      <a:cubicBezTo>
                        <a:pt x="1283" y="1496"/>
                        <a:pt x="1271" y="1488"/>
                        <a:pt x="1271" y="1488"/>
                      </a:cubicBezTo>
                      <a:cubicBezTo>
                        <a:pt x="1271" y="1488"/>
                        <a:pt x="1272" y="1497"/>
                        <a:pt x="1271" y="1508"/>
                      </a:cubicBezTo>
                      <a:cubicBezTo>
                        <a:pt x="1270" y="1519"/>
                        <a:pt x="1259" y="1515"/>
                        <a:pt x="1259" y="1515"/>
                      </a:cubicBezTo>
                      <a:cubicBezTo>
                        <a:pt x="1261" y="1535"/>
                        <a:pt x="1261" y="1535"/>
                        <a:pt x="1261" y="1535"/>
                      </a:cubicBezTo>
                      <a:cubicBezTo>
                        <a:pt x="1254" y="1538"/>
                        <a:pt x="1254" y="1538"/>
                        <a:pt x="1254" y="1538"/>
                      </a:cubicBezTo>
                      <a:cubicBezTo>
                        <a:pt x="1254" y="1538"/>
                        <a:pt x="1255" y="1547"/>
                        <a:pt x="1260" y="1552"/>
                      </a:cubicBezTo>
                      <a:cubicBezTo>
                        <a:pt x="1265" y="1557"/>
                        <a:pt x="1270" y="1567"/>
                        <a:pt x="1270" y="1567"/>
                      </a:cubicBezTo>
                      <a:cubicBezTo>
                        <a:pt x="1264" y="1581"/>
                        <a:pt x="1264" y="1581"/>
                        <a:pt x="1264" y="1581"/>
                      </a:cubicBezTo>
                      <a:cubicBezTo>
                        <a:pt x="1264" y="1581"/>
                        <a:pt x="1280" y="1571"/>
                        <a:pt x="1288" y="1570"/>
                      </a:cubicBezTo>
                      <a:cubicBezTo>
                        <a:pt x="1296" y="1569"/>
                        <a:pt x="1325" y="1569"/>
                        <a:pt x="1325" y="1569"/>
                      </a:cubicBezTo>
                      <a:cubicBezTo>
                        <a:pt x="1308" y="1584"/>
                        <a:pt x="1308" y="1584"/>
                        <a:pt x="1308" y="1584"/>
                      </a:cubicBezTo>
                      <a:cubicBezTo>
                        <a:pt x="1324" y="1597"/>
                        <a:pt x="1324" y="1597"/>
                        <a:pt x="1324" y="1597"/>
                      </a:cubicBezTo>
                      <a:cubicBezTo>
                        <a:pt x="1329" y="1624"/>
                        <a:pt x="1329" y="1624"/>
                        <a:pt x="1329" y="1624"/>
                      </a:cubicBezTo>
                      <a:cubicBezTo>
                        <a:pt x="1329" y="1624"/>
                        <a:pt x="1357" y="1625"/>
                        <a:pt x="1364" y="1631"/>
                      </a:cubicBezTo>
                      <a:cubicBezTo>
                        <a:pt x="1371" y="1637"/>
                        <a:pt x="1348" y="1646"/>
                        <a:pt x="1348" y="1646"/>
                      </a:cubicBezTo>
                      <a:cubicBezTo>
                        <a:pt x="1348" y="1646"/>
                        <a:pt x="1357" y="1658"/>
                        <a:pt x="1354" y="1661"/>
                      </a:cubicBezTo>
                      <a:cubicBezTo>
                        <a:pt x="1351" y="1664"/>
                        <a:pt x="1345" y="1678"/>
                        <a:pt x="1345" y="1678"/>
                      </a:cubicBezTo>
                      <a:cubicBezTo>
                        <a:pt x="1384" y="1682"/>
                        <a:pt x="1384" y="1682"/>
                        <a:pt x="1384" y="1682"/>
                      </a:cubicBezTo>
                      <a:cubicBezTo>
                        <a:pt x="1389" y="1702"/>
                        <a:pt x="1389" y="1702"/>
                        <a:pt x="1389" y="1702"/>
                      </a:cubicBezTo>
                      <a:cubicBezTo>
                        <a:pt x="1400" y="1701"/>
                        <a:pt x="1400" y="1701"/>
                        <a:pt x="1400" y="1701"/>
                      </a:cubicBezTo>
                      <a:cubicBezTo>
                        <a:pt x="1400" y="1701"/>
                        <a:pt x="1400" y="1713"/>
                        <a:pt x="1403" y="1713"/>
                      </a:cubicBezTo>
                      <a:cubicBezTo>
                        <a:pt x="1406" y="1713"/>
                        <a:pt x="1425" y="1712"/>
                        <a:pt x="1425" y="1712"/>
                      </a:cubicBezTo>
                      <a:cubicBezTo>
                        <a:pt x="1425" y="1712"/>
                        <a:pt x="1434" y="1694"/>
                        <a:pt x="1444" y="1695"/>
                      </a:cubicBezTo>
                      <a:cubicBezTo>
                        <a:pt x="1454" y="1696"/>
                        <a:pt x="1449" y="1714"/>
                        <a:pt x="1449" y="1714"/>
                      </a:cubicBezTo>
                      <a:cubicBezTo>
                        <a:pt x="1451" y="1727"/>
                        <a:pt x="1451" y="1727"/>
                        <a:pt x="1451" y="1727"/>
                      </a:cubicBezTo>
                      <a:cubicBezTo>
                        <a:pt x="1480" y="1729"/>
                        <a:pt x="1480" y="1729"/>
                        <a:pt x="1480" y="1729"/>
                      </a:cubicBezTo>
                      <a:cubicBezTo>
                        <a:pt x="1480" y="1704"/>
                        <a:pt x="1480" y="1704"/>
                        <a:pt x="1480" y="1704"/>
                      </a:cubicBezTo>
                      <a:cubicBezTo>
                        <a:pt x="1480" y="1704"/>
                        <a:pt x="1462" y="1692"/>
                        <a:pt x="1461" y="1679"/>
                      </a:cubicBezTo>
                      <a:cubicBezTo>
                        <a:pt x="1460" y="1666"/>
                        <a:pt x="1468" y="1657"/>
                        <a:pt x="1468" y="1657"/>
                      </a:cubicBezTo>
                      <a:cubicBezTo>
                        <a:pt x="1492" y="1659"/>
                        <a:pt x="1492" y="1659"/>
                        <a:pt x="1492" y="1659"/>
                      </a:cubicBezTo>
                      <a:cubicBezTo>
                        <a:pt x="1492" y="1653"/>
                        <a:pt x="1493" y="1646"/>
                        <a:pt x="1495" y="1642"/>
                      </a:cubicBezTo>
                      <a:cubicBezTo>
                        <a:pt x="1499" y="1634"/>
                        <a:pt x="1518" y="1657"/>
                        <a:pt x="1524" y="1657"/>
                      </a:cubicBezTo>
                      <a:cubicBezTo>
                        <a:pt x="1530" y="1657"/>
                        <a:pt x="1539" y="1641"/>
                        <a:pt x="1539" y="1641"/>
                      </a:cubicBezTo>
                      <a:cubicBezTo>
                        <a:pt x="1550" y="1653"/>
                        <a:pt x="1550" y="1653"/>
                        <a:pt x="1550" y="1653"/>
                      </a:cubicBezTo>
                      <a:cubicBezTo>
                        <a:pt x="1549" y="1640"/>
                        <a:pt x="1549" y="1640"/>
                        <a:pt x="1549" y="1640"/>
                      </a:cubicBezTo>
                      <a:cubicBezTo>
                        <a:pt x="1554" y="1639"/>
                        <a:pt x="1554" y="1639"/>
                        <a:pt x="1554" y="1639"/>
                      </a:cubicBezTo>
                      <a:cubicBezTo>
                        <a:pt x="1563" y="1652"/>
                        <a:pt x="1563" y="1652"/>
                        <a:pt x="1563" y="1652"/>
                      </a:cubicBezTo>
                      <a:cubicBezTo>
                        <a:pt x="1563" y="1652"/>
                        <a:pt x="1562" y="1657"/>
                        <a:pt x="1575" y="1656"/>
                      </a:cubicBezTo>
                      <a:cubicBezTo>
                        <a:pt x="1588" y="1655"/>
                        <a:pt x="1571" y="1639"/>
                        <a:pt x="1571" y="1639"/>
                      </a:cubicBezTo>
                      <a:cubicBezTo>
                        <a:pt x="1582" y="1639"/>
                        <a:pt x="1582" y="1639"/>
                        <a:pt x="1582" y="1639"/>
                      </a:cubicBezTo>
                      <a:cubicBezTo>
                        <a:pt x="1586" y="1646"/>
                        <a:pt x="1586" y="1646"/>
                        <a:pt x="1586" y="1646"/>
                      </a:cubicBezTo>
                      <a:cubicBezTo>
                        <a:pt x="1586" y="1646"/>
                        <a:pt x="1594" y="1642"/>
                        <a:pt x="1601" y="1640"/>
                      </a:cubicBezTo>
                      <a:cubicBezTo>
                        <a:pt x="1608" y="1638"/>
                        <a:pt x="1602" y="1624"/>
                        <a:pt x="1606" y="1619"/>
                      </a:cubicBezTo>
                      <a:cubicBezTo>
                        <a:pt x="1610" y="1614"/>
                        <a:pt x="1625" y="1610"/>
                        <a:pt x="1625" y="1610"/>
                      </a:cubicBezTo>
                      <a:cubicBezTo>
                        <a:pt x="1647" y="1632"/>
                        <a:pt x="1647" y="1632"/>
                        <a:pt x="1647" y="1632"/>
                      </a:cubicBezTo>
                      <a:cubicBezTo>
                        <a:pt x="1668" y="1627"/>
                        <a:pt x="1668" y="1627"/>
                        <a:pt x="1668" y="1627"/>
                      </a:cubicBezTo>
                      <a:cubicBezTo>
                        <a:pt x="1673" y="1635"/>
                        <a:pt x="1673" y="1635"/>
                        <a:pt x="1673" y="1635"/>
                      </a:cubicBezTo>
                      <a:cubicBezTo>
                        <a:pt x="1673" y="1635"/>
                        <a:pt x="1693" y="1634"/>
                        <a:pt x="1698" y="1642"/>
                      </a:cubicBezTo>
                      <a:cubicBezTo>
                        <a:pt x="1703" y="1650"/>
                        <a:pt x="1687" y="1657"/>
                        <a:pt x="1687" y="1657"/>
                      </a:cubicBezTo>
                      <a:cubicBezTo>
                        <a:pt x="1691" y="1667"/>
                        <a:pt x="1691" y="1667"/>
                        <a:pt x="1691" y="1667"/>
                      </a:cubicBezTo>
                      <a:cubicBezTo>
                        <a:pt x="1698" y="1671"/>
                        <a:pt x="1698" y="1671"/>
                        <a:pt x="1698" y="1671"/>
                      </a:cubicBezTo>
                      <a:cubicBezTo>
                        <a:pt x="1698" y="1684"/>
                        <a:pt x="1698" y="1684"/>
                        <a:pt x="1698" y="1684"/>
                      </a:cubicBezTo>
                      <a:cubicBezTo>
                        <a:pt x="1709" y="1685"/>
                        <a:pt x="1709" y="1685"/>
                        <a:pt x="1709" y="1685"/>
                      </a:cubicBezTo>
                      <a:cubicBezTo>
                        <a:pt x="1709" y="1685"/>
                        <a:pt x="1713" y="1690"/>
                        <a:pt x="1720" y="1697"/>
                      </a:cubicBezTo>
                      <a:cubicBezTo>
                        <a:pt x="1727" y="1704"/>
                        <a:pt x="1740" y="1701"/>
                        <a:pt x="1748" y="1702"/>
                      </a:cubicBezTo>
                      <a:cubicBezTo>
                        <a:pt x="1752" y="1702"/>
                        <a:pt x="1755" y="1704"/>
                        <a:pt x="1757" y="1705"/>
                      </a:cubicBezTo>
                      <a:cubicBezTo>
                        <a:pt x="1786" y="1686"/>
                        <a:pt x="1786" y="1686"/>
                        <a:pt x="1786" y="1686"/>
                      </a:cubicBezTo>
                      <a:cubicBezTo>
                        <a:pt x="1798" y="1694"/>
                        <a:pt x="1798" y="1694"/>
                        <a:pt x="1798" y="1694"/>
                      </a:cubicBezTo>
                      <a:cubicBezTo>
                        <a:pt x="1798" y="1694"/>
                        <a:pt x="1843" y="1694"/>
                        <a:pt x="1849" y="1705"/>
                      </a:cubicBezTo>
                      <a:cubicBezTo>
                        <a:pt x="1854" y="1717"/>
                        <a:pt x="1839" y="1739"/>
                        <a:pt x="1846" y="1750"/>
                      </a:cubicBezTo>
                      <a:cubicBezTo>
                        <a:pt x="1854" y="1761"/>
                        <a:pt x="1875" y="1776"/>
                        <a:pt x="1875" y="1776"/>
                      </a:cubicBezTo>
                      <a:cubicBezTo>
                        <a:pt x="1889" y="1774"/>
                        <a:pt x="1889" y="1774"/>
                        <a:pt x="1889" y="1774"/>
                      </a:cubicBezTo>
                      <a:cubicBezTo>
                        <a:pt x="1889" y="1762"/>
                        <a:pt x="1889" y="1762"/>
                        <a:pt x="1889" y="1762"/>
                      </a:cubicBezTo>
                      <a:cubicBezTo>
                        <a:pt x="1889" y="1762"/>
                        <a:pt x="1880" y="1730"/>
                        <a:pt x="1892" y="1713"/>
                      </a:cubicBezTo>
                      <a:cubicBezTo>
                        <a:pt x="1904" y="1697"/>
                        <a:pt x="1931" y="1699"/>
                        <a:pt x="1945" y="1696"/>
                      </a:cubicBezTo>
                      <a:cubicBezTo>
                        <a:pt x="1958" y="1693"/>
                        <a:pt x="2001" y="1684"/>
                        <a:pt x="2001" y="1674"/>
                      </a:cubicBezTo>
                      <a:cubicBezTo>
                        <a:pt x="2002" y="1664"/>
                        <a:pt x="2002" y="1634"/>
                        <a:pt x="2011" y="1632"/>
                      </a:cubicBezTo>
                      <a:cubicBezTo>
                        <a:pt x="2020" y="1630"/>
                        <a:pt x="2027" y="1664"/>
                        <a:pt x="2036" y="1660"/>
                      </a:cubicBezTo>
                      <a:cubicBezTo>
                        <a:pt x="2046" y="1657"/>
                        <a:pt x="2066" y="1626"/>
                        <a:pt x="2066" y="1626"/>
                      </a:cubicBezTo>
                      <a:cubicBezTo>
                        <a:pt x="2077" y="1636"/>
                        <a:pt x="2077" y="1636"/>
                        <a:pt x="2077" y="1636"/>
                      </a:cubicBezTo>
                      <a:cubicBezTo>
                        <a:pt x="2099" y="1629"/>
                        <a:pt x="2099" y="1629"/>
                        <a:pt x="2099" y="1629"/>
                      </a:cubicBezTo>
                      <a:cubicBezTo>
                        <a:pt x="2099" y="1629"/>
                        <a:pt x="2124" y="1636"/>
                        <a:pt x="2136" y="1629"/>
                      </a:cubicBezTo>
                      <a:cubicBezTo>
                        <a:pt x="2149" y="1622"/>
                        <a:pt x="2154" y="1619"/>
                        <a:pt x="2161" y="1614"/>
                      </a:cubicBezTo>
                      <a:cubicBezTo>
                        <a:pt x="2167" y="1609"/>
                        <a:pt x="2196" y="1584"/>
                        <a:pt x="2201" y="1574"/>
                      </a:cubicBezTo>
                      <a:cubicBezTo>
                        <a:pt x="2205" y="1564"/>
                        <a:pt x="2192" y="1544"/>
                        <a:pt x="2192" y="1544"/>
                      </a:cubicBezTo>
                      <a:cubicBezTo>
                        <a:pt x="2205" y="1544"/>
                        <a:pt x="2205" y="1544"/>
                        <a:pt x="2205" y="1544"/>
                      </a:cubicBezTo>
                      <a:cubicBezTo>
                        <a:pt x="2211" y="1524"/>
                        <a:pt x="2211" y="1524"/>
                        <a:pt x="2211" y="1524"/>
                      </a:cubicBezTo>
                      <a:cubicBezTo>
                        <a:pt x="2226" y="1525"/>
                        <a:pt x="2226" y="1525"/>
                        <a:pt x="2226" y="1525"/>
                      </a:cubicBezTo>
                      <a:cubicBezTo>
                        <a:pt x="2233" y="1500"/>
                        <a:pt x="2233" y="1500"/>
                        <a:pt x="2233" y="1500"/>
                      </a:cubicBezTo>
                      <a:cubicBezTo>
                        <a:pt x="2241" y="1500"/>
                        <a:pt x="2241" y="1500"/>
                        <a:pt x="2241" y="1500"/>
                      </a:cubicBezTo>
                      <a:cubicBezTo>
                        <a:pt x="2245" y="1473"/>
                        <a:pt x="2245" y="1473"/>
                        <a:pt x="2245" y="1473"/>
                      </a:cubicBezTo>
                      <a:cubicBezTo>
                        <a:pt x="2245" y="1473"/>
                        <a:pt x="2259" y="1478"/>
                        <a:pt x="2259" y="1456"/>
                      </a:cubicBezTo>
                      <a:cubicBezTo>
                        <a:pt x="2259" y="1434"/>
                        <a:pt x="2246" y="1437"/>
                        <a:pt x="2251" y="1429"/>
                      </a:cubicBezTo>
                      <a:cubicBezTo>
                        <a:pt x="2255" y="1420"/>
                        <a:pt x="2274" y="1423"/>
                        <a:pt x="2274" y="1405"/>
                      </a:cubicBezTo>
                      <a:cubicBezTo>
                        <a:pt x="2275" y="1388"/>
                        <a:pt x="2263" y="1388"/>
                        <a:pt x="2264" y="1381"/>
                      </a:cubicBezTo>
                      <a:cubicBezTo>
                        <a:pt x="2264" y="1373"/>
                        <a:pt x="2275" y="1370"/>
                        <a:pt x="2275" y="1370"/>
                      </a:cubicBezTo>
                      <a:cubicBezTo>
                        <a:pt x="2276" y="1344"/>
                        <a:pt x="2276" y="1344"/>
                        <a:pt x="2276" y="1344"/>
                      </a:cubicBezTo>
                      <a:cubicBezTo>
                        <a:pt x="2276" y="1344"/>
                        <a:pt x="2303" y="1336"/>
                        <a:pt x="2310" y="1320"/>
                      </a:cubicBezTo>
                      <a:cubicBezTo>
                        <a:pt x="2317" y="1304"/>
                        <a:pt x="2300" y="1303"/>
                        <a:pt x="2300" y="1303"/>
                      </a:cubicBezTo>
                      <a:cubicBezTo>
                        <a:pt x="2300" y="1303"/>
                        <a:pt x="2332" y="1298"/>
                        <a:pt x="2332" y="1289"/>
                      </a:cubicBezTo>
                      <a:cubicBezTo>
                        <a:pt x="2333" y="1280"/>
                        <a:pt x="2314" y="1275"/>
                        <a:pt x="2314" y="1275"/>
                      </a:cubicBezTo>
                      <a:cubicBezTo>
                        <a:pt x="2314" y="1275"/>
                        <a:pt x="2352" y="1241"/>
                        <a:pt x="2335" y="1231"/>
                      </a:cubicBezTo>
                      <a:cubicBezTo>
                        <a:pt x="2318" y="1222"/>
                        <a:pt x="2238" y="1244"/>
                        <a:pt x="2238" y="1244"/>
                      </a:cubicBezTo>
                      <a:cubicBezTo>
                        <a:pt x="2228" y="1233"/>
                        <a:pt x="2228" y="1233"/>
                        <a:pt x="2228" y="1233"/>
                      </a:cubicBezTo>
                      <a:cubicBezTo>
                        <a:pt x="2253" y="1232"/>
                        <a:pt x="2253" y="1232"/>
                        <a:pt x="2253" y="1232"/>
                      </a:cubicBezTo>
                      <a:cubicBezTo>
                        <a:pt x="2253" y="1232"/>
                        <a:pt x="2253" y="1217"/>
                        <a:pt x="2263" y="1213"/>
                      </a:cubicBezTo>
                      <a:cubicBezTo>
                        <a:pt x="2273" y="1209"/>
                        <a:pt x="2292" y="1207"/>
                        <a:pt x="2292" y="1207"/>
                      </a:cubicBezTo>
                      <a:cubicBezTo>
                        <a:pt x="2292" y="1207"/>
                        <a:pt x="2279" y="1183"/>
                        <a:pt x="2275" y="1182"/>
                      </a:cubicBezTo>
                      <a:cubicBezTo>
                        <a:pt x="2271" y="1181"/>
                        <a:pt x="2248" y="1175"/>
                        <a:pt x="2248" y="1175"/>
                      </a:cubicBezTo>
                      <a:cubicBezTo>
                        <a:pt x="2240" y="1164"/>
                        <a:pt x="2240" y="1164"/>
                        <a:pt x="2240" y="1164"/>
                      </a:cubicBezTo>
                      <a:cubicBezTo>
                        <a:pt x="2231" y="1165"/>
                        <a:pt x="2231" y="1165"/>
                        <a:pt x="2231" y="1165"/>
                      </a:cubicBezTo>
                      <a:cubicBezTo>
                        <a:pt x="2231" y="1165"/>
                        <a:pt x="2222" y="1153"/>
                        <a:pt x="2215" y="1152"/>
                      </a:cubicBezTo>
                      <a:cubicBezTo>
                        <a:pt x="2208" y="1151"/>
                        <a:pt x="2190" y="1157"/>
                        <a:pt x="2190" y="1157"/>
                      </a:cubicBezTo>
                      <a:cubicBezTo>
                        <a:pt x="2167" y="1126"/>
                        <a:pt x="2167" y="1126"/>
                        <a:pt x="2167" y="1126"/>
                      </a:cubicBezTo>
                      <a:cubicBezTo>
                        <a:pt x="2167" y="1126"/>
                        <a:pt x="2188" y="1147"/>
                        <a:pt x="2194" y="1145"/>
                      </a:cubicBezTo>
                      <a:cubicBezTo>
                        <a:pt x="2200" y="1143"/>
                        <a:pt x="2207" y="1139"/>
                        <a:pt x="2207" y="1139"/>
                      </a:cubicBezTo>
                      <a:cubicBezTo>
                        <a:pt x="2226" y="1144"/>
                        <a:pt x="2226" y="1144"/>
                        <a:pt x="2226" y="1144"/>
                      </a:cubicBezTo>
                      <a:cubicBezTo>
                        <a:pt x="2236" y="1155"/>
                        <a:pt x="2236" y="1155"/>
                        <a:pt x="2236" y="1155"/>
                      </a:cubicBezTo>
                      <a:cubicBezTo>
                        <a:pt x="2245" y="1151"/>
                        <a:pt x="2245" y="1151"/>
                        <a:pt x="2245" y="1151"/>
                      </a:cubicBezTo>
                      <a:cubicBezTo>
                        <a:pt x="2276" y="1161"/>
                        <a:pt x="2276" y="1161"/>
                        <a:pt x="2276" y="1161"/>
                      </a:cubicBezTo>
                      <a:cubicBezTo>
                        <a:pt x="2263" y="1144"/>
                        <a:pt x="2263" y="1144"/>
                        <a:pt x="2263" y="1144"/>
                      </a:cubicBezTo>
                      <a:cubicBezTo>
                        <a:pt x="2252" y="1142"/>
                        <a:pt x="2252" y="1142"/>
                        <a:pt x="2252" y="1142"/>
                      </a:cubicBezTo>
                      <a:cubicBezTo>
                        <a:pt x="2252" y="1142"/>
                        <a:pt x="2251" y="1120"/>
                        <a:pt x="2243" y="1119"/>
                      </a:cubicBezTo>
                      <a:cubicBezTo>
                        <a:pt x="2235" y="1118"/>
                        <a:pt x="2223" y="1115"/>
                        <a:pt x="2218" y="1111"/>
                      </a:cubicBezTo>
                      <a:cubicBezTo>
                        <a:pt x="2213" y="1107"/>
                        <a:pt x="2211" y="1088"/>
                        <a:pt x="2211" y="1088"/>
                      </a:cubicBezTo>
                      <a:cubicBezTo>
                        <a:pt x="2157" y="1022"/>
                        <a:pt x="2157" y="1022"/>
                        <a:pt x="2157" y="1022"/>
                      </a:cubicBezTo>
                      <a:cubicBezTo>
                        <a:pt x="2135" y="1016"/>
                        <a:pt x="2135" y="1016"/>
                        <a:pt x="2135" y="1016"/>
                      </a:cubicBezTo>
                      <a:cubicBezTo>
                        <a:pt x="2112" y="998"/>
                        <a:pt x="2112" y="998"/>
                        <a:pt x="2112" y="998"/>
                      </a:cubicBezTo>
                      <a:cubicBezTo>
                        <a:pt x="2097" y="1000"/>
                        <a:pt x="2097" y="1000"/>
                        <a:pt x="2097" y="1000"/>
                      </a:cubicBezTo>
                      <a:cubicBezTo>
                        <a:pt x="2097" y="1000"/>
                        <a:pt x="2084" y="975"/>
                        <a:pt x="2090" y="971"/>
                      </a:cubicBezTo>
                      <a:cubicBezTo>
                        <a:pt x="2096" y="967"/>
                        <a:pt x="2114" y="955"/>
                        <a:pt x="2114" y="946"/>
                      </a:cubicBezTo>
                      <a:cubicBezTo>
                        <a:pt x="2114" y="937"/>
                        <a:pt x="2107" y="919"/>
                        <a:pt x="2107" y="919"/>
                      </a:cubicBezTo>
                      <a:cubicBezTo>
                        <a:pt x="2107" y="919"/>
                        <a:pt x="2124" y="936"/>
                        <a:pt x="2132" y="930"/>
                      </a:cubicBezTo>
                      <a:cubicBezTo>
                        <a:pt x="2140" y="924"/>
                        <a:pt x="2131" y="897"/>
                        <a:pt x="2131" y="897"/>
                      </a:cubicBezTo>
                      <a:cubicBezTo>
                        <a:pt x="2146" y="898"/>
                        <a:pt x="2146" y="898"/>
                        <a:pt x="2146" y="898"/>
                      </a:cubicBezTo>
                      <a:cubicBezTo>
                        <a:pt x="2171" y="879"/>
                        <a:pt x="2171" y="879"/>
                        <a:pt x="2171" y="879"/>
                      </a:cubicBezTo>
                      <a:cubicBezTo>
                        <a:pt x="2171" y="879"/>
                        <a:pt x="2191" y="885"/>
                        <a:pt x="2196" y="884"/>
                      </a:cubicBezTo>
                      <a:cubicBezTo>
                        <a:pt x="2201" y="883"/>
                        <a:pt x="2192" y="869"/>
                        <a:pt x="2192" y="869"/>
                      </a:cubicBezTo>
                      <a:cubicBezTo>
                        <a:pt x="2196" y="853"/>
                        <a:pt x="2196" y="853"/>
                        <a:pt x="2196" y="853"/>
                      </a:cubicBezTo>
                      <a:cubicBezTo>
                        <a:pt x="2174" y="853"/>
                        <a:pt x="2174" y="853"/>
                        <a:pt x="2174" y="853"/>
                      </a:cubicBezTo>
                      <a:cubicBezTo>
                        <a:pt x="2166" y="846"/>
                        <a:pt x="2166" y="846"/>
                        <a:pt x="2166" y="846"/>
                      </a:cubicBezTo>
                      <a:cubicBezTo>
                        <a:pt x="2161" y="854"/>
                        <a:pt x="2161" y="854"/>
                        <a:pt x="2161" y="854"/>
                      </a:cubicBezTo>
                      <a:cubicBezTo>
                        <a:pt x="2140" y="851"/>
                        <a:pt x="2140" y="851"/>
                        <a:pt x="2140" y="851"/>
                      </a:cubicBezTo>
                      <a:cubicBezTo>
                        <a:pt x="2140" y="851"/>
                        <a:pt x="2124" y="833"/>
                        <a:pt x="2111" y="833"/>
                      </a:cubicBezTo>
                      <a:cubicBezTo>
                        <a:pt x="2098" y="833"/>
                        <a:pt x="2080" y="856"/>
                        <a:pt x="2079" y="861"/>
                      </a:cubicBezTo>
                      <a:cubicBezTo>
                        <a:pt x="2078" y="866"/>
                        <a:pt x="2074" y="875"/>
                        <a:pt x="2064" y="873"/>
                      </a:cubicBezTo>
                      <a:cubicBezTo>
                        <a:pt x="2054" y="871"/>
                        <a:pt x="2032" y="865"/>
                        <a:pt x="2030" y="851"/>
                      </a:cubicBezTo>
                      <a:cubicBezTo>
                        <a:pt x="2028" y="837"/>
                        <a:pt x="2020" y="820"/>
                        <a:pt x="2014" y="816"/>
                      </a:cubicBezTo>
                      <a:cubicBezTo>
                        <a:pt x="2008" y="812"/>
                        <a:pt x="2004" y="819"/>
                        <a:pt x="2004" y="819"/>
                      </a:cubicBezTo>
                      <a:cubicBezTo>
                        <a:pt x="2004" y="828"/>
                        <a:pt x="2004" y="828"/>
                        <a:pt x="2004" y="828"/>
                      </a:cubicBezTo>
                      <a:cubicBezTo>
                        <a:pt x="1996" y="816"/>
                        <a:pt x="1996" y="816"/>
                        <a:pt x="1996" y="816"/>
                      </a:cubicBezTo>
                      <a:cubicBezTo>
                        <a:pt x="1996" y="816"/>
                        <a:pt x="1968" y="819"/>
                        <a:pt x="1959" y="810"/>
                      </a:cubicBezTo>
                      <a:cubicBezTo>
                        <a:pt x="1950" y="801"/>
                        <a:pt x="1939" y="782"/>
                        <a:pt x="1942" y="776"/>
                      </a:cubicBezTo>
                      <a:cubicBezTo>
                        <a:pt x="1945" y="770"/>
                        <a:pt x="1944" y="760"/>
                        <a:pt x="1944" y="760"/>
                      </a:cubicBezTo>
                      <a:cubicBezTo>
                        <a:pt x="1955" y="759"/>
                        <a:pt x="1955" y="759"/>
                        <a:pt x="1955" y="759"/>
                      </a:cubicBezTo>
                      <a:cubicBezTo>
                        <a:pt x="1955" y="759"/>
                        <a:pt x="1961" y="768"/>
                        <a:pt x="1965" y="767"/>
                      </a:cubicBezTo>
                      <a:cubicBezTo>
                        <a:pt x="1969" y="766"/>
                        <a:pt x="1975" y="758"/>
                        <a:pt x="1975" y="758"/>
                      </a:cubicBezTo>
                      <a:cubicBezTo>
                        <a:pt x="1975" y="758"/>
                        <a:pt x="1988" y="766"/>
                        <a:pt x="1997" y="758"/>
                      </a:cubicBezTo>
                      <a:cubicBezTo>
                        <a:pt x="2006" y="750"/>
                        <a:pt x="1998" y="742"/>
                        <a:pt x="1998" y="742"/>
                      </a:cubicBezTo>
                      <a:cubicBezTo>
                        <a:pt x="1998" y="742"/>
                        <a:pt x="1997" y="718"/>
                        <a:pt x="2003" y="714"/>
                      </a:cubicBezTo>
                      <a:cubicBezTo>
                        <a:pt x="2009" y="710"/>
                        <a:pt x="2028" y="718"/>
                        <a:pt x="2032" y="707"/>
                      </a:cubicBezTo>
                      <a:cubicBezTo>
                        <a:pt x="2036" y="696"/>
                        <a:pt x="2037" y="683"/>
                        <a:pt x="2037" y="683"/>
                      </a:cubicBezTo>
                      <a:cubicBezTo>
                        <a:pt x="2049" y="676"/>
                        <a:pt x="2049" y="676"/>
                        <a:pt x="2049" y="676"/>
                      </a:cubicBezTo>
                      <a:cubicBezTo>
                        <a:pt x="2043" y="668"/>
                        <a:pt x="2043" y="668"/>
                        <a:pt x="2043" y="668"/>
                      </a:cubicBezTo>
                      <a:cubicBezTo>
                        <a:pt x="2068" y="675"/>
                        <a:pt x="2068" y="675"/>
                        <a:pt x="2068" y="675"/>
                      </a:cubicBezTo>
                      <a:cubicBezTo>
                        <a:pt x="2079" y="665"/>
                        <a:pt x="2079" y="665"/>
                        <a:pt x="2079" y="665"/>
                      </a:cubicBezTo>
                      <a:cubicBezTo>
                        <a:pt x="2079" y="665"/>
                        <a:pt x="2110" y="688"/>
                        <a:pt x="2108" y="702"/>
                      </a:cubicBezTo>
                      <a:cubicBezTo>
                        <a:pt x="2106" y="716"/>
                        <a:pt x="2088" y="719"/>
                        <a:pt x="2087" y="728"/>
                      </a:cubicBezTo>
                      <a:cubicBezTo>
                        <a:pt x="2086" y="737"/>
                        <a:pt x="2091" y="752"/>
                        <a:pt x="2098" y="752"/>
                      </a:cubicBezTo>
                      <a:cubicBezTo>
                        <a:pt x="2105" y="752"/>
                        <a:pt x="2114" y="749"/>
                        <a:pt x="2114" y="749"/>
                      </a:cubicBezTo>
                      <a:cubicBezTo>
                        <a:pt x="2109" y="767"/>
                        <a:pt x="2109" y="767"/>
                        <a:pt x="2109" y="767"/>
                      </a:cubicBezTo>
                      <a:cubicBezTo>
                        <a:pt x="2109" y="767"/>
                        <a:pt x="2090" y="784"/>
                        <a:pt x="2099" y="786"/>
                      </a:cubicBezTo>
                      <a:cubicBezTo>
                        <a:pt x="2108" y="788"/>
                        <a:pt x="2122" y="774"/>
                        <a:pt x="2122" y="774"/>
                      </a:cubicBezTo>
                      <a:cubicBezTo>
                        <a:pt x="2122" y="774"/>
                        <a:pt x="2126" y="775"/>
                        <a:pt x="2131" y="770"/>
                      </a:cubicBezTo>
                      <a:cubicBezTo>
                        <a:pt x="2136" y="765"/>
                        <a:pt x="2135" y="750"/>
                        <a:pt x="2135" y="750"/>
                      </a:cubicBezTo>
                      <a:cubicBezTo>
                        <a:pt x="2135" y="750"/>
                        <a:pt x="2176" y="729"/>
                        <a:pt x="2180" y="726"/>
                      </a:cubicBezTo>
                      <a:cubicBezTo>
                        <a:pt x="2184" y="723"/>
                        <a:pt x="2205" y="725"/>
                        <a:pt x="2205" y="725"/>
                      </a:cubicBezTo>
                      <a:cubicBezTo>
                        <a:pt x="2212" y="714"/>
                        <a:pt x="2212" y="714"/>
                        <a:pt x="2212" y="714"/>
                      </a:cubicBezTo>
                      <a:cubicBezTo>
                        <a:pt x="2210" y="712"/>
                        <a:pt x="2208" y="706"/>
                        <a:pt x="2218" y="698"/>
                      </a:cubicBezTo>
                      <a:cubicBezTo>
                        <a:pt x="2230" y="688"/>
                        <a:pt x="2237" y="687"/>
                        <a:pt x="2252" y="675"/>
                      </a:cubicBezTo>
                      <a:cubicBezTo>
                        <a:pt x="2267" y="663"/>
                        <a:pt x="2262" y="625"/>
                        <a:pt x="2266" y="623"/>
                      </a:cubicBezTo>
                      <a:cubicBezTo>
                        <a:pt x="2270" y="621"/>
                        <a:pt x="2285" y="632"/>
                        <a:pt x="2292" y="637"/>
                      </a:cubicBezTo>
                      <a:cubicBezTo>
                        <a:pt x="2299" y="642"/>
                        <a:pt x="2339" y="641"/>
                        <a:pt x="2339" y="641"/>
                      </a:cubicBezTo>
                      <a:cubicBezTo>
                        <a:pt x="2340" y="631"/>
                        <a:pt x="2340" y="631"/>
                        <a:pt x="2340" y="631"/>
                      </a:cubicBezTo>
                      <a:cubicBezTo>
                        <a:pt x="2340" y="631"/>
                        <a:pt x="2312" y="618"/>
                        <a:pt x="2318" y="610"/>
                      </a:cubicBezTo>
                      <a:cubicBezTo>
                        <a:pt x="2324" y="602"/>
                        <a:pt x="2348" y="618"/>
                        <a:pt x="2358" y="609"/>
                      </a:cubicBezTo>
                      <a:cubicBezTo>
                        <a:pt x="2368" y="600"/>
                        <a:pt x="2358" y="588"/>
                        <a:pt x="2358" y="588"/>
                      </a:cubicBezTo>
                      <a:cubicBezTo>
                        <a:pt x="2358" y="588"/>
                        <a:pt x="2374" y="592"/>
                        <a:pt x="2376" y="587"/>
                      </a:cubicBezTo>
                      <a:cubicBezTo>
                        <a:pt x="2378" y="582"/>
                        <a:pt x="2365" y="560"/>
                        <a:pt x="2365" y="560"/>
                      </a:cubicBezTo>
                      <a:cubicBezTo>
                        <a:pt x="2387" y="560"/>
                        <a:pt x="2387" y="560"/>
                        <a:pt x="2387" y="560"/>
                      </a:cubicBezTo>
                      <a:cubicBezTo>
                        <a:pt x="2397" y="577"/>
                        <a:pt x="2397" y="577"/>
                        <a:pt x="2397" y="577"/>
                      </a:cubicBezTo>
                      <a:cubicBezTo>
                        <a:pt x="2404" y="559"/>
                        <a:pt x="2404" y="559"/>
                        <a:pt x="2404" y="559"/>
                      </a:cubicBezTo>
                      <a:cubicBezTo>
                        <a:pt x="2421" y="563"/>
                        <a:pt x="2421" y="563"/>
                        <a:pt x="2421" y="563"/>
                      </a:cubicBezTo>
                      <a:cubicBezTo>
                        <a:pt x="2420" y="540"/>
                        <a:pt x="2420" y="540"/>
                        <a:pt x="2420" y="540"/>
                      </a:cubicBezTo>
                      <a:cubicBezTo>
                        <a:pt x="2420" y="540"/>
                        <a:pt x="2409" y="529"/>
                        <a:pt x="2407" y="523"/>
                      </a:cubicBezTo>
                      <a:cubicBezTo>
                        <a:pt x="2405" y="517"/>
                        <a:pt x="2401" y="498"/>
                        <a:pt x="2387" y="485"/>
                      </a:cubicBezTo>
                      <a:cubicBezTo>
                        <a:pt x="2373" y="472"/>
                        <a:pt x="2358" y="471"/>
                        <a:pt x="2361" y="461"/>
                      </a:cubicBezTo>
                      <a:cubicBezTo>
                        <a:pt x="2364" y="451"/>
                        <a:pt x="2377" y="460"/>
                        <a:pt x="2379" y="455"/>
                      </a:cubicBezTo>
                      <a:cubicBezTo>
                        <a:pt x="2381" y="450"/>
                        <a:pt x="2369" y="444"/>
                        <a:pt x="2380" y="439"/>
                      </a:cubicBezTo>
                      <a:cubicBezTo>
                        <a:pt x="2391" y="434"/>
                        <a:pt x="2427" y="457"/>
                        <a:pt x="2434" y="451"/>
                      </a:cubicBezTo>
                      <a:cubicBezTo>
                        <a:pt x="2441" y="445"/>
                        <a:pt x="2439" y="444"/>
                        <a:pt x="2434" y="432"/>
                      </a:cubicBezTo>
                      <a:cubicBezTo>
                        <a:pt x="2429" y="420"/>
                        <a:pt x="2441" y="416"/>
                        <a:pt x="2441" y="41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8" name="Freeform 224"/>
                <p:cNvSpPr>
                  <a:spLocks/>
                </p:cNvSpPr>
                <p:nvPr/>
              </p:nvSpPr>
              <p:spPr bwMode="gray">
                <a:xfrm>
                  <a:off x="-4923" y="-14605"/>
                  <a:ext cx="80" cy="78"/>
                </a:xfrm>
                <a:custGeom>
                  <a:avLst/>
                  <a:gdLst>
                    <a:gd name="T0" fmla="*/ 23 w 34"/>
                    <a:gd name="T1" fmla="*/ 33 h 33"/>
                    <a:gd name="T2" fmla="*/ 8 w 34"/>
                    <a:gd name="T3" fmla="*/ 14 h 33"/>
                    <a:gd name="T4" fmla="*/ 23 w 34"/>
                    <a:gd name="T5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4" h="33">
                      <a:moveTo>
                        <a:pt x="23" y="33"/>
                      </a:moveTo>
                      <a:cubicBezTo>
                        <a:pt x="34" y="20"/>
                        <a:pt x="16" y="0"/>
                        <a:pt x="8" y="14"/>
                      </a:cubicBezTo>
                      <a:cubicBezTo>
                        <a:pt x="0" y="28"/>
                        <a:pt x="23" y="33"/>
                        <a:pt x="23" y="3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9" name="Freeform 225"/>
                <p:cNvSpPr>
                  <a:spLocks/>
                </p:cNvSpPr>
                <p:nvPr/>
              </p:nvSpPr>
              <p:spPr bwMode="gray">
                <a:xfrm>
                  <a:off x="-2996" y="-14506"/>
                  <a:ext cx="232" cy="142"/>
                </a:xfrm>
                <a:custGeom>
                  <a:avLst/>
                  <a:gdLst>
                    <a:gd name="T0" fmla="*/ 1 w 98"/>
                    <a:gd name="T1" fmla="*/ 31 h 60"/>
                    <a:gd name="T2" fmla="*/ 36 w 98"/>
                    <a:gd name="T3" fmla="*/ 57 h 60"/>
                    <a:gd name="T4" fmla="*/ 61 w 98"/>
                    <a:gd name="T5" fmla="*/ 38 h 60"/>
                    <a:gd name="T6" fmla="*/ 80 w 98"/>
                    <a:gd name="T7" fmla="*/ 39 h 60"/>
                    <a:gd name="T8" fmla="*/ 77 w 98"/>
                    <a:gd name="T9" fmla="*/ 24 h 60"/>
                    <a:gd name="T10" fmla="*/ 98 w 98"/>
                    <a:gd name="T11" fmla="*/ 0 h 60"/>
                    <a:gd name="T12" fmla="*/ 71 w 98"/>
                    <a:gd name="T13" fmla="*/ 17 h 60"/>
                    <a:gd name="T14" fmla="*/ 38 w 98"/>
                    <a:gd name="T15" fmla="*/ 15 h 60"/>
                    <a:gd name="T16" fmla="*/ 32 w 98"/>
                    <a:gd name="T17" fmla="*/ 26 h 60"/>
                    <a:gd name="T18" fmla="*/ 1 w 98"/>
                    <a:gd name="T19" fmla="*/ 31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8" h="60">
                      <a:moveTo>
                        <a:pt x="1" y="31"/>
                      </a:moveTo>
                      <a:cubicBezTo>
                        <a:pt x="2" y="45"/>
                        <a:pt x="29" y="60"/>
                        <a:pt x="36" y="57"/>
                      </a:cubicBezTo>
                      <a:cubicBezTo>
                        <a:pt x="43" y="54"/>
                        <a:pt x="61" y="38"/>
                        <a:pt x="61" y="38"/>
                      </a:cubicBezTo>
                      <a:cubicBezTo>
                        <a:pt x="61" y="38"/>
                        <a:pt x="77" y="45"/>
                        <a:pt x="80" y="39"/>
                      </a:cubicBezTo>
                      <a:cubicBezTo>
                        <a:pt x="84" y="33"/>
                        <a:pt x="77" y="24"/>
                        <a:pt x="77" y="24"/>
                      </a:cubicBezTo>
                      <a:cubicBezTo>
                        <a:pt x="98" y="0"/>
                        <a:pt x="98" y="0"/>
                        <a:pt x="98" y="0"/>
                      </a:cubicBezTo>
                      <a:cubicBezTo>
                        <a:pt x="71" y="17"/>
                        <a:pt x="71" y="17"/>
                        <a:pt x="71" y="17"/>
                      </a:cubicBezTo>
                      <a:cubicBezTo>
                        <a:pt x="71" y="17"/>
                        <a:pt x="47" y="13"/>
                        <a:pt x="38" y="15"/>
                      </a:cubicBezTo>
                      <a:cubicBezTo>
                        <a:pt x="29" y="17"/>
                        <a:pt x="32" y="26"/>
                        <a:pt x="32" y="26"/>
                      </a:cubicBezTo>
                      <a:cubicBezTo>
                        <a:pt x="32" y="26"/>
                        <a:pt x="0" y="20"/>
                        <a:pt x="1" y="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0" name="Freeform 226"/>
                <p:cNvSpPr>
                  <a:spLocks/>
                </p:cNvSpPr>
                <p:nvPr/>
              </p:nvSpPr>
              <p:spPr bwMode="gray">
                <a:xfrm>
                  <a:off x="-8252" y="-18248"/>
                  <a:ext cx="936" cy="359"/>
                </a:xfrm>
                <a:custGeom>
                  <a:avLst/>
                  <a:gdLst>
                    <a:gd name="T0" fmla="*/ 207 w 396"/>
                    <a:gd name="T1" fmla="*/ 144 h 152"/>
                    <a:gd name="T2" fmla="*/ 238 w 396"/>
                    <a:gd name="T3" fmla="*/ 136 h 152"/>
                    <a:gd name="T4" fmla="*/ 262 w 396"/>
                    <a:gd name="T5" fmla="*/ 130 h 152"/>
                    <a:gd name="T6" fmla="*/ 339 w 396"/>
                    <a:gd name="T7" fmla="*/ 105 h 152"/>
                    <a:gd name="T8" fmla="*/ 363 w 396"/>
                    <a:gd name="T9" fmla="*/ 83 h 152"/>
                    <a:gd name="T10" fmla="*/ 373 w 396"/>
                    <a:gd name="T11" fmla="*/ 68 h 152"/>
                    <a:gd name="T12" fmla="*/ 356 w 396"/>
                    <a:gd name="T13" fmla="*/ 50 h 152"/>
                    <a:gd name="T14" fmla="*/ 341 w 396"/>
                    <a:gd name="T15" fmla="*/ 41 h 152"/>
                    <a:gd name="T16" fmla="*/ 342 w 396"/>
                    <a:gd name="T17" fmla="*/ 24 h 152"/>
                    <a:gd name="T18" fmla="*/ 325 w 396"/>
                    <a:gd name="T19" fmla="*/ 17 h 152"/>
                    <a:gd name="T20" fmla="*/ 294 w 396"/>
                    <a:gd name="T21" fmla="*/ 16 h 152"/>
                    <a:gd name="T22" fmla="*/ 262 w 396"/>
                    <a:gd name="T23" fmla="*/ 19 h 152"/>
                    <a:gd name="T24" fmla="*/ 227 w 396"/>
                    <a:gd name="T25" fmla="*/ 19 h 152"/>
                    <a:gd name="T26" fmla="*/ 201 w 396"/>
                    <a:gd name="T27" fmla="*/ 16 h 152"/>
                    <a:gd name="T28" fmla="*/ 182 w 396"/>
                    <a:gd name="T29" fmla="*/ 26 h 152"/>
                    <a:gd name="T30" fmla="*/ 171 w 396"/>
                    <a:gd name="T31" fmla="*/ 39 h 152"/>
                    <a:gd name="T32" fmla="*/ 145 w 396"/>
                    <a:gd name="T33" fmla="*/ 50 h 152"/>
                    <a:gd name="T34" fmla="*/ 112 w 396"/>
                    <a:gd name="T35" fmla="*/ 63 h 152"/>
                    <a:gd name="T36" fmla="*/ 102 w 396"/>
                    <a:gd name="T37" fmla="*/ 40 h 152"/>
                    <a:gd name="T38" fmla="*/ 68 w 396"/>
                    <a:gd name="T39" fmla="*/ 7 h 152"/>
                    <a:gd name="T40" fmla="*/ 43 w 396"/>
                    <a:gd name="T41" fmla="*/ 19 h 152"/>
                    <a:gd name="T42" fmla="*/ 35 w 396"/>
                    <a:gd name="T43" fmla="*/ 37 h 152"/>
                    <a:gd name="T44" fmla="*/ 4 w 396"/>
                    <a:gd name="T45" fmla="*/ 47 h 152"/>
                    <a:gd name="T46" fmla="*/ 55 w 396"/>
                    <a:gd name="T47" fmla="*/ 43 h 152"/>
                    <a:gd name="T48" fmla="*/ 64 w 396"/>
                    <a:gd name="T49" fmla="*/ 61 h 152"/>
                    <a:gd name="T50" fmla="*/ 35 w 396"/>
                    <a:gd name="T51" fmla="*/ 73 h 152"/>
                    <a:gd name="T52" fmla="*/ 38 w 396"/>
                    <a:gd name="T53" fmla="*/ 82 h 152"/>
                    <a:gd name="T54" fmla="*/ 88 w 396"/>
                    <a:gd name="T55" fmla="*/ 91 h 152"/>
                    <a:gd name="T56" fmla="*/ 85 w 396"/>
                    <a:gd name="T57" fmla="*/ 105 h 152"/>
                    <a:gd name="T58" fmla="*/ 41 w 396"/>
                    <a:gd name="T59" fmla="*/ 125 h 152"/>
                    <a:gd name="T60" fmla="*/ 98 w 396"/>
                    <a:gd name="T61" fmla="*/ 123 h 152"/>
                    <a:gd name="T62" fmla="*/ 124 w 396"/>
                    <a:gd name="T63" fmla="*/ 127 h 152"/>
                    <a:gd name="T64" fmla="*/ 172 w 396"/>
                    <a:gd name="T65" fmla="*/ 15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96" h="152">
                      <a:moveTo>
                        <a:pt x="172" y="150"/>
                      </a:moveTo>
                      <a:cubicBezTo>
                        <a:pt x="200" y="143"/>
                        <a:pt x="200" y="149"/>
                        <a:pt x="207" y="144"/>
                      </a:cubicBezTo>
                      <a:cubicBezTo>
                        <a:pt x="214" y="139"/>
                        <a:pt x="211" y="131"/>
                        <a:pt x="211" y="131"/>
                      </a:cubicBezTo>
                      <a:cubicBezTo>
                        <a:pt x="211" y="131"/>
                        <a:pt x="230" y="139"/>
                        <a:pt x="238" y="136"/>
                      </a:cubicBezTo>
                      <a:cubicBezTo>
                        <a:pt x="246" y="133"/>
                        <a:pt x="246" y="126"/>
                        <a:pt x="246" y="126"/>
                      </a:cubicBezTo>
                      <a:cubicBezTo>
                        <a:pt x="246" y="126"/>
                        <a:pt x="257" y="130"/>
                        <a:pt x="262" y="130"/>
                      </a:cubicBezTo>
                      <a:cubicBezTo>
                        <a:pt x="267" y="130"/>
                        <a:pt x="305" y="107"/>
                        <a:pt x="313" y="106"/>
                      </a:cubicBezTo>
                      <a:cubicBezTo>
                        <a:pt x="321" y="105"/>
                        <a:pt x="332" y="112"/>
                        <a:pt x="339" y="105"/>
                      </a:cubicBezTo>
                      <a:cubicBezTo>
                        <a:pt x="346" y="98"/>
                        <a:pt x="347" y="87"/>
                        <a:pt x="347" y="87"/>
                      </a:cubicBezTo>
                      <a:cubicBezTo>
                        <a:pt x="347" y="87"/>
                        <a:pt x="354" y="87"/>
                        <a:pt x="363" y="83"/>
                      </a:cubicBezTo>
                      <a:cubicBezTo>
                        <a:pt x="372" y="79"/>
                        <a:pt x="383" y="69"/>
                        <a:pt x="383" y="69"/>
                      </a:cubicBezTo>
                      <a:cubicBezTo>
                        <a:pt x="373" y="68"/>
                        <a:pt x="373" y="68"/>
                        <a:pt x="373" y="68"/>
                      </a:cubicBezTo>
                      <a:cubicBezTo>
                        <a:pt x="373" y="68"/>
                        <a:pt x="396" y="57"/>
                        <a:pt x="382" y="50"/>
                      </a:cubicBezTo>
                      <a:cubicBezTo>
                        <a:pt x="368" y="43"/>
                        <a:pt x="356" y="50"/>
                        <a:pt x="356" y="50"/>
                      </a:cubicBezTo>
                      <a:cubicBezTo>
                        <a:pt x="359" y="40"/>
                        <a:pt x="359" y="40"/>
                        <a:pt x="359" y="40"/>
                      </a:cubicBezTo>
                      <a:cubicBezTo>
                        <a:pt x="341" y="41"/>
                        <a:pt x="341" y="41"/>
                        <a:pt x="341" y="41"/>
                      </a:cubicBezTo>
                      <a:cubicBezTo>
                        <a:pt x="351" y="26"/>
                        <a:pt x="351" y="26"/>
                        <a:pt x="351" y="26"/>
                      </a:cubicBezTo>
                      <a:cubicBezTo>
                        <a:pt x="342" y="24"/>
                        <a:pt x="342" y="24"/>
                        <a:pt x="342" y="24"/>
                      </a:cubicBezTo>
                      <a:cubicBezTo>
                        <a:pt x="346" y="12"/>
                        <a:pt x="346" y="12"/>
                        <a:pt x="346" y="12"/>
                      </a:cubicBezTo>
                      <a:cubicBezTo>
                        <a:pt x="325" y="17"/>
                        <a:pt x="325" y="17"/>
                        <a:pt x="325" y="17"/>
                      </a:cubicBezTo>
                      <a:cubicBezTo>
                        <a:pt x="325" y="17"/>
                        <a:pt x="304" y="0"/>
                        <a:pt x="297" y="0"/>
                      </a:cubicBezTo>
                      <a:cubicBezTo>
                        <a:pt x="290" y="0"/>
                        <a:pt x="294" y="16"/>
                        <a:pt x="294" y="16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68" y="19"/>
                        <a:pt x="262" y="19"/>
                      </a:cubicBezTo>
                      <a:cubicBezTo>
                        <a:pt x="256" y="19"/>
                        <a:pt x="249" y="29"/>
                        <a:pt x="249" y="29"/>
                      </a:cubicBezTo>
                      <a:cubicBezTo>
                        <a:pt x="249" y="29"/>
                        <a:pt x="233" y="17"/>
                        <a:pt x="227" y="19"/>
                      </a:cubicBezTo>
                      <a:cubicBezTo>
                        <a:pt x="221" y="21"/>
                        <a:pt x="226" y="41"/>
                        <a:pt x="226" y="41"/>
                      </a:cubicBezTo>
                      <a:cubicBezTo>
                        <a:pt x="226" y="41"/>
                        <a:pt x="208" y="16"/>
                        <a:pt x="201" y="16"/>
                      </a:cubicBezTo>
                      <a:cubicBezTo>
                        <a:pt x="194" y="16"/>
                        <a:pt x="198" y="23"/>
                        <a:pt x="198" y="23"/>
                      </a:cubicBezTo>
                      <a:cubicBezTo>
                        <a:pt x="198" y="23"/>
                        <a:pt x="183" y="23"/>
                        <a:pt x="182" y="26"/>
                      </a:cubicBezTo>
                      <a:cubicBezTo>
                        <a:pt x="181" y="29"/>
                        <a:pt x="181" y="38"/>
                        <a:pt x="181" y="38"/>
                      </a:cubicBezTo>
                      <a:cubicBezTo>
                        <a:pt x="171" y="39"/>
                        <a:pt x="171" y="39"/>
                        <a:pt x="171" y="39"/>
                      </a:cubicBezTo>
                      <a:cubicBezTo>
                        <a:pt x="171" y="39"/>
                        <a:pt x="155" y="18"/>
                        <a:pt x="150" y="22"/>
                      </a:cubicBezTo>
                      <a:cubicBezTo>
                        <a:pt x="145" y="26"/>
                        <a:pt x="150" y="49"/>
                        <a:pt x="145" y="50"/>
                      </a:cubicBezTo>
                      <a:cubicBezTo>
                        <a:pt x="140" y="51"/>
                        <a:pt x="133" y="42"/>
                        <a:pt x="129" y="42"/>
                      </a:cubicBezTo>
                      <a:cubicBezTo>
                        <a:pt x="125" y="42"/>
                        <a:pt x="112" y="63"/>
                        <a:pt x="112" y="63"/>
                      </a:cubicBezTo>
                      <a:cubicBezTo>
                        <a:pt x="110" y="56"/>
                        <a:pt x="110" y="56"/>
                        <a:pt x="110" y="56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ubicBezTo>
                        <a:pt x="102" y="40"/>
                        <a:pt x="118" y="35"/>
                        <a:pt x="112" y="26"/>
                      </a:cubicBezTo>
                      <a:cubicBezTo>
                        <a:pt x="106" y="17"/>
                        <a:pt x="73" y="3"/>
                        <a:pt x="68" y="7"/>
                      </a:cubicBezTo>
                      <a:cubicBezTo>
                        <a:pt x="63" y="11"/>
                        <a:pt x="69" y="26"/>
                        <a:pt x="69" y="26"/>
                      </a:cubicBezTo>
                      <a:cubicBezTo>
                        <a:pt x="69" y="26"/>
                        <a:pt x="49" y="19"/>
                        <a:pt x="43" y="19"/>
                      </a:cubicBezTo>
                      <a:cubicBezTo>
                        <a:pt x="37" y="19"/>
                        <a:pt x="25" y="31"/>
                        <a:pt x="25" y="31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23" y="35"/>
                        <a:pt x="17" y="41"/>
                      </a:cubicBezTo>
                      <a:cubicBezTo>
                        <a:pt x="11" y="47"/>
                        <a:pt x="4" y="47"/>
                        <a:pt x="4" y="47"/>
                      </a:cubicBezTo>
                      <a:cubicBezTo>
                        <a:pt x="4" y="47"/>
                        <a:pt x="12" y="54"/>
                        <a:pt x="20" y="54"/>
                      </a:cubicBezTo>
                      <a:cubicBezTo>
                        <a:pt x="28" y="54"/>
                        <a:pt x="55" y="43"/>
                        <a:pt x="55" y="43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84" y="64"/>
                        <a:pt x="84" y="68"/>
                      </a:cubicBezTo>
                      <a:cubicBezTo>
                        <a:pt x="84" y="72"/>
                        <a:pt x="39" y="72"/>
                        <a:pt x="35" y="73"/>
                      </a:cubicBezTo>
                      <a:cubicBezTo>
                        <a:pt x="31" y="74"/>
                        <a:pt x="0" y="72"/>
                        <a:pt x="6" y="79"/>
                      </a:cubicBezTo>
                      <a:cubicBezTo>
                        <a:pt x="12" y="86"/>
                        <a:pt x="25" y="81"/>
                        <a:pt x="38" y="82"/>
                      </a:cubicBezTo>
                      <a:cubicBezTo>
                        <a:pt x="51" y="83"/>
                        <a:pt x="65" y="95"/>
                        <a:pt x="65" y="95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75" y="101"/>
                        <a:pt x="75" y="101"/>
                        <a:pt x="75" y="101"/>
                      </a:cubicBezTo>
                      <a:cubicBezTo>
                        <a:pt x="85" y="105"/>
                        <a:pt x="85" y="105"/>
                        <a:pt x="85" y="105"/>
                      </a:cubicBezTo>
                      <a:cubicBezTo>
                        <a:pt x="85" y="105"/>
                        <a:pt x="82" y="114"/>
                        <a:pt x="75" y="118"/>
                      </a:cubicBezTo>
                      <a:cubicBezTo>
                        <a:pt x="68" y="122"/>
                        <a:pt x="35" y="116"/>
                        <a:pt x="41" y="125"/>
                      </a:cubicBezTo>
                      <a:cubicBezTo>
                        <a:pt x="47" y="134"/>
                        <a:pt x="75" y="130"/>
                        <a:pt x="82" y="130"/>
                      </a:cubicBezTo>
                      <a:cubicBezTo>
                        <a:pt x="89" y="130"/>
                        <a:pt x="98" y="123"/>
                        <a:pt x="98" y="123"/>
                      </a:cubicBezTo>
                      <a:cubicBezTo>
                        <a:pt x="116" y="134"/>
                        <a:pt x="116" y="134"/>
                        <a:pt x="116" y="134"/>
                      </a:cubicBezTo>
                      <a:cubicBezTo>
                        <a:pt x="124" y="127"/>
                        <a:pt x="124" y="127"/>
                        <a:pt x="124" y="127"/>
                      </a:cubicBezTo>
                      <a:cubicBezTo>
                        <a:pt x="124" y="127"/>
                        <a:pt x="121" y="133"/>
                        <a:pt x="131" y="138"/>
                      </a:cubicBezTo>
                      <a:cubicBezTo>
                        <a:pt x="141" y="143"/>
                        <a:pt x="164" y="152"/>
                        <a:pt x="172" y="15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1" name="Freeform 227"/>
                <p:cNvSpPr>
                  <a:spLocks/>
                </p:cNvSpPr>
                <p:nvPr/>
              </p:nvSpPr>
              <p:spPr bwMode="gray">
                <a:xfrm>
                  <a:off x="-794" y="-13358"/>
                  <a:ext cx="529" cy="508"/>
                </a:xfrm>
                <a:custGeom>
                  <a:avLst/>
                  <a:gdLst>
                    <a:gd name="T0" fmla="*/ 198 w 224"/>
                    <a:gd name="T1" fmla="*/ 84 h 215"/>
                    <a:gd name="T2" fmla="*/ 208 w 224"/>
                    <a:gd name="T3" fmla="*/ 97 h 215"/>
                    <a:gd name="T4" fmla="*/ 224 w 224"/>
                    <a:gd name="T5" fmla="*/ 91 h 215"/>
                    <a:gd name="T6" fmla="*/ 214 w 224"/>
                    <a:gd name="T7" fmla="*/ 51 h 215"/>
                    <a:gd name="T8" fmla="*/ 215 w 224"/>
                    <a:gd name="T9" fmla="*/ 3 h 215"/>
                    <a:gd name="T10" fmla="*/ 186 w 224"/>
                    <a:gd name="T11" fmla="*/ 51 h 215"/>
                    <a:gd name="T12" fmla="*/ 166 w 224"/>
                    <a:gd name="T13" fmla="*/ 61 h 215"/>
                    <a:gd name="T14" fmla="*/ 131 w 224"/>
                    <a:gd name="T15" fmla="*/ 102 h 215"/>
                    <a:gd name="T16" fmla="*/ 122 w 224"/>
                    <a:gd name="T17" fmla="*/ 131 h 215"/>
                    <a:gd name="T18" fmla="*/ 62 w 224"/>
                    <a:gd name="T19" fmla="*/ 127 h 215"/>
                    <a:gd name="T20" fmla="*/ 16 w 224"/>
                    <a:gd name="T21" fmla="*/ 140 h 215"/>
                    <a:gd name="T22" fmla="*/ 1 w 224"/>
                    <a:gd name="T23" fmla="*/ 127 h 215"/>
                    <a:gd name="T24" fmla="*/ 5 w 224"/>
                    <a:gd name="T25" fmla="*/ 145 h 215"/>
                    <a:gd name="T26" fmla="*/ 52 w 224"/>
                    <a:gd name="T27" fmla="*/ 200 h 215"/>
                    <a:gd name="T28" fmla="*/ 177 w 224"/>
                    <a:gd name="T29" fmla="*/ 215 h 215"/>
                    <a:gd name="T30" fmla="*/ 168 w 224"/>
                    <a:gd name="T31" fmla="*/ 192 h 215"/>
                    <a:gd name="T32" fmla="*/ 181 w 224"/>
                    <a:gd name="T33" fmla="*/ 163 h 215"/>
                    <a:gd name="T34" fmla="*/ 189 w 224"/>
                    <a:gd name="T35" fmla="*/ 136 h 215"/>
                    <a:gd name="T36" fmla="*/ 201 w 224"/>
                    <a:gd name="T37" fmla="*/ 135 h 215"/>
                    <a:gd name="T38" fmla="*/ 191 w 224"/>
                    <a:gd name="T39" fmla="*/ 118 h 215"/>
                    <a:gd name="T40" fmla="*/ 198 w 224"/>
                    <a:gd name="T41" fmla="*/ 84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24" h="215">
                      <a:moveTo>
                        <a:pt x="198" y="84"/>
                      </a:moveTo>
                      <a:cubicBezTo>
                        <a:pt x="202" y="84"/>
                        <a:pt x="208" y="97"/>
                        <a:pt x="208" y="97"/>
                      </a:cubicBezTo>
                      <a:cubicBezTo>
                        <a:pt x="224" y="91"/>
                        <a:pt x="224" y="91"/>
                        <a:pt x="224" y="91"/>
                      </a:cubicBezTo>
                      <a:cubicBezTo>
                        <a:pt x="219" y="78"/>
                        <a:pt x="212" y="63"/>
                        <a:pt x="214" y="51"/>
                      </a:cubicBezTo>
                      <a:cubicBezTo>
                        <a:pt x="217" y="34"/>
                        <a:pt x="222" y="6"/>
                        <a:pt x="215" y="3"/>
                      </a:cubicBezTo>
                      <a:cubicBezTo>
                        <a:pt x="207" y="0"/>
                        <a:pt x="186" y="51"/>
                        <a:pt x="186" y="51"/>
                      </a:cubicBezTo>
                      <a:cubicBezTo>
                        <a:pt x="186" y="51"/>
                        <a:pt x="172" y="53"/>
                        <a:pt x="166" y="61"/>
                      </a:cubicBezTo>
                      <a:cubicBezTo>
                        <a:pt x="161" y="70"/>
                        <a:pt x="131" y="102"/>
                        <a:pt x="131" y="102"/>
                      </a:cubicBezTo>
                      <a:cubicBezTo>
                        <a:pt x="131" y="102"/>
                        <a:pt x="131" y="130"/>
                        <a:pt x="122" y="131"/>
                      </a:cubicBezTo>
                      <a:cubicBezTo>
                        <a:pt x="113" y="132"/>
                        <a:pt x="69" y="127"/>
                        <a:pt x="62" y="127"/>
                      </a:cubicBezTo>
                      <a:cubicBezTo>
                        <a:pt x="56" y="127"/>
                        <a:pt x="25" y="144"/>
                        <a:pt x="16" y="140"/>
                      </a:cubicBezTo>
                      <a:cubicBezTo>
                        <a:pt x="11" y="138"/>
                        <a:pt x="5" y="132"/>
                        <a:pt x="1" y="127"/>
                      </a:cubicBezTo>
                      <a:cubicBezTo>
                        <a:pt x="0" y="132"/>
                        <a:pt x="0" y="140"/>
                        <a:pt x="5" y="145"/>
                      </a:cubicBezTo>
                      <a:cubicBezTo>
                        <a:pt x="12" y="152"/>
                        <a:pt x="49" y="200"/>
                        <a:pt x="52" y="200"/>
                      </a:cubicBezTo>
                      <a:cubicBezTo>
                        <a:pt x="54" y="200"/>
                        <a:pt x="143" y="211"/>
                        <a:pt x="177" y="215"/>
                      </a:cubicBezTo>
                      <a:cubicBezTo>
                        <a:pt x="173" y="207"/>
                        <a:pt x="168" y="196"/>
                        <a:pt x="168" y="192"/>
                      </a:cubicBezTo>
                      <a:cubicBezTo>
                        <a:pt x="168" y="186"/>
                        <a:pt x="181" y="163"/>
                        <a:pt x="181" y="163"/>
                      </a:cubicBezTo>
                      <a:cubicBezTo>
                        <a:pt x="181" y="163"/>
                        <a:pt x="187" y="143"/>
                        <a:pt x="189" y="136"/>
                      </a:cubicBezTo>
                      <a:cubicBezTo>
                        <a:pt x="191" y="129"/>
                        <a:pt x="197" y="137"/>
                        <a:pt x="201" y="135"/>
                      </a:cubicBezTo>
                      <a:cubicBezTo>
                        <a:pt x="205" y="133"/>
                        <a:pt x="195" y="122"/>
                        <a:pt x="191" y="118"/>
                      </a:cubicBezTo>
                      <a:cubicBezTo>
                        <a:pt x="187" y="114"/>
                        <a:pt x="194" y="84"/>
                        <a:pt x="198" y="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2" name="Freeform 228"/>
                <p:cNvSpPr>
                  <a:spLocks/>
                </p:cNvSpPr>
                <p:nvPr/>
              </p:nvSpPr>
              <p:spPr bwMode="gray">
                <a:xfrm>
                  <a:off x="-700" y="-13159"/>
                  <a:ext cx="860" cy="1051"/>
                </a:xfrm>
                <a:custGeom>
                  <a:avLst/>
                  <a:gdLst>
                    <a:gd name="T0" fmla="*/ 169 w 364"/>
                    <a:gd name="T1" fmla="*/ 375 h 445"/>
                    <a:gd name="T2" fmla="*/ 220 w 364"/>
                    <a:gd name="T3" fmla="*/ 358 h 445"/>
                    <a:gd name="T4" fmla="*/ 228 w 364"/>
                    <a:gd name="T5" fmla="*/ 330 h 445"/>
                    <a:gd name="T6" fmla="*/ 269 w 364"/>
                    <a:gd name="T7" fmla="*/ 304 h 445"/>
                    <a:gd name="T8" fmla="*/ 283 w 364"/>
                    <a:gd name="T9" fmla="*/ 249 h 445"/>
                    <a:gd name="T10" fmla="*/ 312 w 364"/>
                    <a:gd name="T11" fmla="*/ 249 h 445"/>
                    <a:gd name="T12" fmla="*/ 318 w 364"/>
                    <a:gd name="T13" fmla="*/ 218 h 445"/>
                    <a:gd name="T14" fmla="*/ 355 w 364"/>
                    <a:gd name="T15" fmla="*/ 184 h 445"/>
                    <a:gd name="T16" fmla="*/ 359 w 364"/>
                    <a:gd name="T17" fmla="*/ 134 h 445"/>
                    <a:gd name="T18" fmla="*/ 339 w 364"/>
                    <a:gd name="T19" fmla="*/ 127 h 445"/>
                    <a:gd name="T20" fmla="*/ 302 w 364"/>
                    <a:gd name="T21" fmla="*/ 74 h 445"/>
                    <a:gd name="T22" fmla="*/ 237 w 364"/>
                    <a:gd name="T23" fmla="*/ 52 h 445"/>
                    <a:gd name="T24" fmla="*/ 191 w 364"/>
                    <a:gd name="T25" fmla="*/ 23 h 445"/>
                    <a:gd name="T26" fmla="*/ 184 w 364"/>
                    <a:gd name="T27" fmla="*/ 7 h 445"/>
                    <a:gd name="T28" fmla="*/ 168 w 364"/>
                    <a:gd name="T29" fmla="*/ 13 h 445"/>
                    <a:gd name="T30" fmla="*/ 158 w 364"/>
                    <a:gd name="T31" fmla="*/ 0 h 445"/>
                    <a:gd name="T32" fmla="*/ 151 w 364"/>
                    <a:gd name="T33" fmla="*/ 34 h 445"/>
                    <a:gd name="T34" fmla="*/ 161 w 364"/>
                    <a:gd name="T35" fmla="*/ 51 h 445"/>
                    <a:gd name="T36" fmla="*/ 149 w 364"/>
                    <a:gd name="T37" fmla="*/ 52 h 445"/>
                    <a:gd name="T38" fmla="*/ 141 w 364"/>
                    <a:gd name="T39" fmla="*/ 79 h 445"/>
                    <a:gd name="T40" fmla="*/ 128 w 364"/>
                    <a:gd name="T41" fmla="*/ 108 h 445"/>
                    <a:gd name="T42" fmla="*/ 141 w 364"/>
                    <a:gd name="T43" fmla="*/ 142 h 445"/>
                    <a:gd name="T44" fmla="*/ 159 w 364"/>
                    <a:gd name="T45" fmla="*/ 161 h 445"/>
                    <a:gd name="T46" fmla="*/ 133 w 364"/>
                    <a:gd name="T47" fmla="*/ 276 h 445"/>
                    <a:gd name="T48" fmla="*/ 0 w 364"/>
                    <a:gd name="T49" fmla="*/ 325 h 445"/>
                    <a:gd name="T50" fmla="*/ 54 w 364"/>
                    <a:gd name="T51" fmla="*/ 445 h 445"/>
                    <a:gd name="T52" fmla="*/ 162 w 364"/>
                    <a:gd name="T53" fmla="*/ 410 h 445"/>
                    <a:gd name="T54" fmla="*/ 169 w 364"/>
                    <a:gd name="T55" fmla="*/ 375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64" h="445">
                      <a:moveTo>
                        <a:pt x="169" y="375"/>
                      </a:moveTo>
                      <a:cubicBezTo>
                        <a:pt x="169" y="375"/>
                        <a:pt x="211" y="369"/>
                        <a:pt x="220" y="358"/>
                      </a:cubicBezTo>
                      <a:cubicBezTo>
                        <a:pt x="228" y="348"/>
                        <a:pt x="228" y="330"/>
                        <a:pt x="228" y="330"/>
                      </a:cubicBezTo>
                      <a:cubicBezTo>
                        <a:pt x="228" y="330"/>
                        <a:pt x="260" y="319"/>
                        <a:pt x="269" y="304"/>
                      </a:cubicBezTo>
                      <a:cubicBezTo>
                        <a:pt x="279" y="288"/>
                        <a:pt x="274" y="250"/>
                        <a:pt x="283" y="249"/>
                      </a:cubicBezTo>
                      <a:cubicBezTo>
                        <a:pt x="292" y="248"/>
                        <a:pt x="302" y="260"/>
                        <a:pt x="312" y="249"/>
                      </a:cubicBezTo>
                      <a:cubicBezTo>
                        <a:pt x="323" y="238"/>
                        <a:pt x="318" y="218"/>
                        <a:pt x="318" y="218"/>
                      </a:cubicBezTo>
                      <a:cubicBezTo>
                        <a:pt x="355" y="184"/>
                        <a:pt x="355" y="184"/>
                        <a:pt x="355" y="184"/>
                      </a:cubicBezTo>
                      <a:cubicBezTo>
                        <a:pt x="355" y="184"/>
                        <a:pt x="364" y="144"/>
                        <a:pt x="359" y="134"/>
                      </a:cubicBezTo>
                      <a:cubicBezTo>
                        <a:pt x="355" y="124"/>
                        <a:pt x="339" y="127"/>
                        <a:pt x="339" y="127"/>
                      </a:cubicBezTo>
                      <a:cubicBezTo>
                        <a:pt x="339" y="127"/>
                        <a:pt x="317" y="87"/>
                        <a:pt x="302" y="74"/>
                      </a:cubicBezTo>
                      <a:cubicBezTo>
                        <a:pt x="287" y="61"/>
                        <a:pt x="237" y="52"/>
                        <a:pt x="237" y="52"/>
                      </a:cubicBezTo>
                      <a:cubicBezTo>
                        <a:pt x="237" y="52"/>
                        <a:pt x="194" y="38"/>
                        <a:pt x="191" y="23"/>
                      </a:cubicBezTo>
                      <a:cubicBezTo>
                        <a:pt x="190" y="18"/>
                        <a:pt x="187" y="13"/>
                        <a:pt x="184" y="7"/>
                      </a:cubicBezTo>
                      <a:cubicBezTo>
                        <a:pt x="168" y="13"/>
                        <a:pt x="168" y="13"/>
                        <a:pt x="168" y="13"/>
                      </a:cubicBezTo>
                      <a:cubicBezTo>
                        <a:pt x="168" y="13"/>
                        <a:pt x="162" y="0"/>
                        <a:pt x="158" y="0"/>
                      </a:cubicBezTo>
                      <a:cubicBezTo>
                        <a:pt x="154" y="0"/>
                        <a:pt x="147" y="30"/>
                        <a:pt x="151" y="34"/>
                      </a:cubicBezTo>
                      <a:cubicBezTo>
                        <a:pt x="155" y="38"/>
                        <a:pt x="165" y="49"/>
                        <a:pt x="161" y="51"/>
                      </a:cubicBezTo>
                      <a:cubicBezTo>
                        <a:pt x="157" y="53"/>
                        <a:pt x="151" y="45"/>
                        <a:pt x="149" y="52"/>
                      </a:cubicBezTo>
                      <a:cubicBezTo>
                        <a:pt x="147" y="59"/>
                        <a:pt x="141" y="79"/>
                        <a:pt x="141" y="79"/>
                      </a:cubicBezTo>
                      <a:cubicBezTo>
                        <a:pt x="141" y="79"/>
                        <a:pt x="128" y="102"/>
                        <a:pt x="128" y="108"/>
                      </a:cubicBezTo>
                      <a:cubicBezTo>
                        <a:pt x="128" y="114"/>
                        <a:pt x="141" y="138"/>
                        <a:pt x="141" y="142"/>
                      </a:cubicBezTo>
                      <a:cubicBezTo>
                        <a:pt x="141" y="146"/>
                        <a:pt x="159" y="161"/>
                        <a:pt x="159" y="161"/>
                      </a:cubicBezTo>
                      <a:cubicBezTo>
                        <a:pt x="133" y="276"/>
                        <a:pt x="133" y="276"/>
                        <a:pt x="133" y="276"/>
                      </a:cubicBezTo>
                      <a:cubicBezTo>
                        <a:pt x="0" y="325"/>
                        <a:pt x="0" y="325"/>
                        <a:pt x="0" y="325"/>
                      </a:cubicBezTo>
                      <a:cubicBezTo>
                        <a:pt x="54" y="445"/>
                        <a:pt x="54" y="445"/>
                        <a:pt x="54" y="445"/>
                      </a:cubicBezTo>
                      <a:cubicBezTo>
                        <a:pt x="81" y="434"/>
                        <a:pt x="159" y="415"/>
                        <a:pt x="162" y="410"/>
                      </a:cubicBezTo>
                      <a:cubicBezTo>
                        <a:pt x="167" y="404"/>
                        <a:pt x="169" y="375"/>
                        <a:pt x="169" y="3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3" name="Freeform 229"/>
                <p:cNvSpPr>
                  <a:spLocks/>
                </p:cNvSpPr>
                <p:nvPr/>
              </p:nvSpPr>
              <p:spPr bwMode="gray">
                <a:xfrm>
                  <a:off x="-877" y="-13320"/>
                  <a:ext cx="116" cy="232"/>
                </a:xfrm>
                <a:custGeom>
                  <a:avLst/>
                  <a:gdLst>
                    <a:gd name="T0" fmla="*/ 16 w 49"/>
                    <a:gd name="T1" fmla="*/ 90 h 98"/>
                    <a:gd name="T2" fmla="*/ 24 w 49"/>
                    <a:gd name="T3" fmla="*/ 98 h 98"/>
                    <a:gd name="T4" fmla="*/ 30 w 49"/>
                    <a:gd name="T5" fmla="*/ 96 h 98"/>
                    <a:gd name="T6" fmla="*/ 30 w 49"/>
                    <a:gd name="T7" fmla="*/ 95 h 98"/>
                    <a:gd name="T8" fmla="*/ 47 w 49"/>
                    <a:gd name="T9" fmla="*/ 35 h 98"/>
                    <a:gd name="T10" fmla="*/ 22 w 49"/>
                    <a:gd name="T11" fmla="*/ 3 h 98"/>
                    <a:gd name="T12" fmla="*/ 9 w 49"/>
                    <a:gd name="T13" fmla="*/ 47 h 98"/>
                    <a:gd name="T14" fmla="*/ 1 w 49"/>
                    <a:gd name="T15" fmla="*/ 84 h 98"/>
                    <a:gd name="T16" fmla="*/ 0 w 49"/>
                    <a:gd name="T17" fmla="*/ 83 h 98"/>
                    <a:gd name="T18" fmla="*/ 6 w 49"/>
                    <a:gd name="T19" fmla="*/ 93 h 98"/>
                    <a:gd name="T20" fmla="*/ 16 w 49"/>
                    <a:gd name="T21" fmla="*/ 9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9" h="98">
                      <a:moveTo>
                        <a:pt x="16" y="90"/>
                      </a:move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5"/>
                        <a:pt x="30" y="95"/>
                      </a:cubicBezTo>
                      <a:cubicBezTo>
                        <a:pt x="35" y="86"/>
                        <a:pt x="49" y="56"/>
                        <a:pt x="47" y="35"/>
                      </a:cubicBezTo>
                      <a:cubicBezTo>
                        <a:pt x="45" y="14"/>
                        <a:pt x="31" y="0"/>
                        <a:pt x="22" y="3"/>
                      </a:cubicBezTo>
                      <a:cubicBezTo>
                        <a:pt x="12" y="6"/>
                        <a:pt x="10" y="32"/>
                        <a:pt x="9" y="47"/>
                      </a:cubicBezTo>
                      <a:cubicBezTo>
                        <a:pt x="9" y="62"/>
                        <a:pt x="9" y="83"/>
                        <a:pt x="1" y="84"/>
                      </a:cubicBezTo>
                      <a:cubicBezTo>
                        <a:pt x="1" y="84"/>
                        <a:pt x="1" y="84"/>
                        <a:pt x="0" y="83"/>
                      </a:cubicBezTo>
                      <a:cubicBezTo>
                        <a:pt x="6" y="93"/>
                        <a:pt x="6" y="93"/>
                        <a:pt x="6" y="93"/>
                      </a:cubicBezTo>
                      <a:lnTo>
                        <a:pt x="16" y="9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4" name="Freeform 230"/>
                <p:cNvSpPr>
                  <a:spLocks/>
                </p:cNvSpPr>
                <p:nvPr/>
              </p:nvSpPr>
              <p:spPr bwMode="gray">
                <a:xfrm>
                  <a:off x="146" y="-14685"/>
                  <a:ext cx="1656" cy="1665"/>
                </a:xfrm>
                <a:custGeom>
                  <a:avLst/>
                  <a:gdLst>
                    <a:gd name="T0" fmla="*/ 639 w 701"/>
                    <a:gd name="T1" fmla="*/ 64 h 705"/>
                    <a:gd name="T2" fmla="*/ 584 w 701"/>
                    <a:gd name="T3" fmla="*/ 14 h 705"/>
                    <a:gd name="T4" fmla="*/ 541 w 701"/>
                    <a:gd name="T5" fmla="*/ 0 h 705"/>
                    <a:gd name="T6" fmla="*/ 479 w 701"/>
                    <a:gd name="T7" fmla="*/ 10 h 705"/>
                    <a:gd name="T8" fmla="*/ 408 w 701"/>
                    <a:gd name="T9" fmla="*/ 46 h 705"/>
                    <a:gd name="T10" fmla="*/ 433 w 701"/>
                    <a:gd name="T11" fmla="*/ 110 h 705"/>
                    <a:gd name="T12" fmla="*/ 418 w 701"/>
                    <a:gd name="T13" fmla="*/ 160 h 705"/>
                    <a:gd name="T14" fmla="*/ 395 w 701"/>
                    <a:gd name="T15" fmla="*/ 168 h 705"/>
                    <a:gd name="T16" fmla="*/ 370 w 701"/>
                    <a:gd name="T17" fmla="*/ 171 h 705"/>
                    <a:gd name="T18" fmla="*/ 401 w 701"/>
                    <a:gd name="T19" fmla="*/ 197 h 705"/>
                    <a:gd name="T20" fmla="*/ 363 w 701"/>
                    <a:gd name="T21" fmla="*/ 238 h 705"/>
                    <a:gd name="T22" fmla="*/ 348 w 701"/>
                    <a:gd name="T23" fmla="*/ 293 h 705"/>
                    <a:gd name="T24" fmla="*/ 305 w 701"/>
                    <a:gd name="T25" fmla="*/ 289 h 705"/>
                    <a:gd name="T26" fmla="*/ 266 w 701"/>
                    <a:gd name="T27" fmla="*/ 312 h 705"/>
                    <a:gd name="T28" fmla="*/ 242 w 701"/>
                    <a:gd name="T29" fmla="*/ 355 h 705"/>
                    <a:gd name="T30" fmla="*/ 157 w 701"/>
                    <a:gd name="T31" fmla="*/ 404 h 705"/>
                    <a:gd name="T32" fmla="*/ 100 w 701"/>
                    <a:gd name="T33" fmla="*/ 405 h 705"/>
                    <a:gd name="T34" fmla="*/ 0 w 701"/>
                    <a:gd name="T35" fmla="*/ 389 h 705"/>
                    <a:gd name="T36" fmla="*/ 77 w 701"/>
                    <a:gd name="T37" fmla="*/ 462 h 705"/>
                    <a:gd name="T38" fmla="*/ 98 w 701"/>
                    <a:gd name="T39" fmla="*/ 492 h 705"/>
                    <a:gd name="T40" fmla="*/ 120 w 701"/>
                    <a:gd name="T41" fmla="*/ 529 h 705"/>
                    <a:gd name="T42" fmla="*/ 85 w 701"/>
                    <a:gd name="T43" fmla="*/ 575 h 705"/>
                    <a:gd name="T44" fmla="*/ 60 w 701"/>
                    <a:gd name="T45" fmla="*/ 600 h 705"/>
                    <a:gd name="T46" fmla="*/ 110 w 701"/>
                    <a:gd name="T47" fmla="*/ 635 h 705"/>
                    <a:gd name="T48" fmla="*/ 208 w 701"/>
                    <a:gd name="T49" fmla="*/ 615 h 705"/>
                    <a:gd name="T50" fmla="*/ 299 w 701"/>
                    <a:gd name="T51" fmla="*/ 662 h 705"/>
                    <a:gd name="T52" fmla="*/ 381 w 701"/>
                    <a:gd name="T53" fmla="*/ 705 h 705"/>
                    <a:gd name="T54" fmla="*/ 416 w 701"/>
                    <a:gd name="T55" fmla="*/ 689 h 705"/>
                    <a:gd name="T56" fmla="*/ 467 w 701"/>
                    <a:gd name="T57" fmla="*/ 679 h 705"/>
                    <a:gd name="T58" fmla="*/ 492 w 701"/>
                    <a:gd name="T59" fmla="*/ 654 h 705"/>
                    <a:gd name="T60" fmla="*/ 455 w 701"/>
                    <a:gd name="T61" fmla="*/ 604 h 705"/>
                    <a:gd name="T62" fmla="*/ 447 w 701"/>
                    <a:gd name="T63" fmla="*/ 559 h 705"/>
                    <a:gd name="T64" fmla="*/ 423 w 701"/>
                    <a:gd name="T65" fmla="*/ 522 h 705"/>
                    <a:gd name="T66" fmla="*/ 470 w 701"/>
                    <a:gd name="T67" fmla="*/ 500 h 705"/>
                    <a:gd name="T68" fmla="*/ 518 w 701"/>
                    <a:gd name="T69" fmla="*/ 472 h 705"/>
                    <a:gd name="T70" fmla="*/ 560 w 701"/>
                    <a:gd name="T71" fmla="*/ 425 h 705"/>
                    <a:gd name="T72" fmla="*/ 581 w 701"/>
                    <a:gd name="T73" fmla="*/ 358 h 705"/>
                    <a:gd name="T74" fmla="*/ 604 w 701"/>
                    <a:gd name="T75" fmla="*/ 297 h 705"/>
                    <a:gd name="T76" fmla="*/ 624 w 701"/>
                    <a:gd name="T77" fmla="*/ 248 h 705"/>
                    <a:gd name="T78" fmla="*/ 583 w 701"/>
                    <a:gd name="T79" fmla="*/ 225 h 705"/>
                    <a:gd name="T80" fmla="*/ 567 w 701"/>
                    <a:gd name="T81" fmla="*/ 194 h 705"/>
                    <a:gd name="T82" fmla="*/ 548 w 701"/>
                    <a:gd name="T83" fmla="*/ 161 h 705"/>
                    <a:gd name="T84" fmla="*/ 557 w 701"/>
                    <a:gd name="T85" fmla="*/ 123 h 705"/>
                    <a:gd name="T86" fmla="*/ 643 w 701"/>
                    <a:gd name="T87" fmla="*/ 123 h 705"/>
                    <a:gd name="T88" fmla="*/ 667 w 701"/>
                    <a:gd name="T89" fmla="*/ 122 h 705"/>
                    <a:gd name="T90" fmla="*/ 700 w 701"/>
                    <a:gd name="T91" fmla="*/ 82 h 7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01" h="705">
                      <a:moveTo>
                        <a:pt x="671" y="81"/>
                      </a:moveTo>
                      <a:cubicBezTo>
                        <a:pt x="652" y="80"/>
                        <a:pt x="647" y="60"/>
                        <a:pt x="647" y="60"/>
                      </a:cubicBezTo>
                      <a:cubicBezTo>
                        <a:pt x="639" y="64"/>
                        <a:pt x="639" y="64"/>
                        <a:pt x="639" y="64"/>
                      </a:cubicBezTo>
                      <a:cubicBezTo>
                        <a:pt x="618" y="56"/>
                        <a:pt x="618" y="56"/>
                        <a:pt x="618" y="56"/>
                      </a:cubicBezTo>
                      <a:cubicBezTo>
                        <a:pt x="618" y="56"/>
                        <a:pt x="617" y="35"/>
                        <a:pt x="608" y="25"/>
                      </a:cubicBezTo>
                      <a:cubicBezTo>
                        <a:pt x="599" y="15"/>
                        <a:pt x="584" y="14"/>
                        <a:pt x="584" y="14"/>
                      </a:cubicBezTo>
                      <a:cubicBezTo>
                        <a:pt x="581" y="5"/>
                        <a:pt x="581" y="5"/>
                        <a:pt x="581" y="5"/>
                      </a:cubicBezTo>
                      <a:cubicBezTo>
                        <a:pt x="560" y="5"/>
                        <a:pt x="560" y="5"/>
                        <a:pt x="560" y="5"/>
                      </a:cubicBezTo>
                      <a:cubicBezTo>
                        <a:pt x="560" y="5"/>
                        <a:pt x="549" y="4"/>
                        <a:pt x="541" y="0"/>
                      </a:cubicBezTo>
                      <a:cubicBezTo>
                        <a:pt x="535" y="4"/>
                        <a:pt x="526" y="9"/>
                        <a:pt x="523" y="10"/>
                      </a:cubicBezTo>
                      <a:cubicBezTo>
                        <a:pt x="518" y="11"/>
                        <a:pt x="508" y="5"/>
                        <a:pt x="505" y="5"/>
                      </a:cubicBezTo>
                      <a:cubicBezTo>
                        <a:pt x="502" y="5"/>
                        <a:pt x="479" y="10"/>
                        <a:pt x="479" y="10"/>
                      </a:cubicBezTo>
                      <a:cubicBezTo>
                        <a:pt x="479" y="10"/>
                        <a:pt x="462" y="9"/>
                        <a:pt x="455" y="12"/>
                      </a:cubicBezTo>
                      <a:cubicBezTo>
                        <a:pt x="448" y="15"/>
                        <a:pt x="425" y="31"/>
                        <a:pt x="425" y="31"/>
                      </a:cubicBezTo>
                      <a:cubicBezTo>
                        <a:pt x="425" y="31"/>
                        <a:pt x="414" y="34"/>
                        <a:pt x="408" y="46"/>
                      </a:cubicBezTo>
                      <a:cubicBezTo>
                        <a:pt x="402" y="58"/>
                        <a:pt x="407" y="54"/>
                        <a:pt x="418" y="66"/>
                      </a:cubicBezTo>
                      <a:cubicBezTo>
                        <a:pt x="429" y="78"/>
                        <a:pt x="426" y="95"/>
                        <a:pt x="426" y="95"/>
                      </a:cubicBezTo>
                      <a:cubicBezTo>
                        <a:pt x="426" y="95"/>
                        <a:pt x="436" y="103"/>
                        <a:pt x="433" y="110"/>
                      </a:cubicBezTo>
                      <a:cubicBezTo>
                        <a:pt x="430" y="117"/>
                        <a:pt x="413" y="125"/>
                        <a:pt x="412" y="134"/>
                      </a:cubicBezTo>
                      <a:cubicBezTo>
                        <a:pt x="411" y="143"/>
                        <a:pt x="418" y="144"/>
                        <a:pt x="418" y="144"/>
                      </a:cubicBezTo>
                      <a:cubicBezTo>
                        <a:pt x="418" y="144"/>
                        <a:pt x="419" y="153"/>
                        <a:pt x="418" y="160"/>
                      </a:cubicBezTo>
                      <a:cubicBezTo>
                        <a:pt x="417" y="167"/>
                        <a:pt x="406" y="164"/>
                        <a:pt x="406" y="164"/>
                      </a:cubicBezTo>
                      <a:cubicBezTo>
                        <a:pt x="402" y="171"/>
                        <a:pt x="402" y="171"/>
                        <a:pt x="402" y="171"/>
                      </a:cubicBezTo>
                      <a:cubicBezTo>
                        <a:pt x="395" y="168"/>
                        <a:pt x="395" y="168"/>
                        <a:pt x="395" y="168"/>
                      </a:cubicBezTo>
                      <a:cubicBezTo>
                        <a:pt x="384" y="167"/>
                        <a:pt x="384" y="167"/>
                        <a:pt x="384" y="167"/>
                      </a:cubicBezTo>
                      <a:cubicBezTo>
                        <a:pt x="384" y="167"/>
                        <a:pt x="377" y="159"/>
                        <a:pt x="373" y="160"/>
                      </a:cubicBezTo>
                      <a:cubicBezTo>
                        <a:pt x="369" y="161"/>
                        <a:pt x="369" y="166"/>
                        <a:pt x="370" y="171"/>
                      </a:cubicBezTo>
                      <a:cubicBezTo>
                        <a:pt x="371" y="176"/>
                        <a:pt x="386" y="180"/>
                        <a:pt x="386" y="180"/>
                      </a:cubicBezTo>
                      <a:cubicBezTo>
                        <a:pt x="386" y="180"/>
                        <a:pt x="386" y="184"/>
                        <a:pt x="388" y="191"/>
                      </a:cubicBezTo>
                      <a:cubicBezTo>
                        <a:pt x="390" y="198"/>
                        <a:pt x="401" y="197"/>
                        <a:pt x="401" y="197"/>
                      </a:cubicBezTo>
                      <a:cubicBezTo>
                        <a:pt x="381" y="211"/>
                        <a:pt x="381" y="211"/>
                        <a:pt x="381" y="211"/>
                      </a:cubicBezTo>
                      <a:cubicBezTo>
                        <a:pt x="381" y="211"/>
                        <a:pt x="368" y="210"/>
                        <a:pt x="364" y="213"/>
                      </a:cubicBezTo>
                      <a:cubicBezTo>
                        <a:pt x="360" y="216"/>
                        <a:pt x="363" y="238"/>
                        <a:pt x="363" y="238"/>
                      </a:cubicBezTo>
                      <a:cubicBezTo>
                        <a:pt x="363" y="238"/>
                        <a:pt x="357" y="235"/>
                        <a:pt x="356" y="247"/>
                      </a:cubicBezTo>
                      <a:cubicBezTo>
                        <a:pt x="355" y="259"/>
                        <a:pt x="364" y="277"/>
                        <a:pt x="364" y="277"/>
                      </a:cubicBezTo>
                      <a:cubicBezTo>
                        <a:pt x="364" y="277"/>
                        <a:pt x="361" y="286"/>
                        <a:pt x="348" y="293"/>
                      </a:cubicBezTo>
                      <a:cubicBezTo>
                        <a:pt x="335" y="300"/>
                        <a:pt x="338" y="281"/>
                        <a:pt x="338" y="281"/>
                      </a:cubicBezTo>
                      <a:cubicBezTo>
                        <a:pt x="338" y="281"/>
                        <a:pt x="328" y="283"/>
                        <a:pt x="320" y="283"/>
                      </a:cubicBezTo>
                      <a:cubicBezTo>
                        <a:pt x="312" y="283"/>
                        <a:pt x="305" y="289"/>
                        <a:pt x="305" y="289"/>
                      </a:cubicBezTo>
                      <a:cubicBezTo>
                        <a:pt x="305" y="289"/>
                        <a:pt x="291" y="293"/>
                        <a:pt x="287" y="298"/>
                      </a:cubicBezTo>
                      <a:cubicBezTo>
                        <a:pt x="283" y="303"/>
                        <a:pt x="300" y="305"/>
                        <a:pt x="298" y="311"/>
                      </a:cubicBezTo>
                      <a:cubicBezTo>
                        <a:pt x="296" y="317"/>
                        <a:pt x="266" y="312"/>
                        <a:pt x="266" y="312"/>
                      </a:cubicBezTo>
                      <a:cubicBezTo>
                        <a:pt x="266" y="312"/>
                        <a:pt x="270" y="306"/>
                        <a:pt x="262" y="306"/>
                      </a:cubicBezTo>
                      <a:cubicBezTo>
                        <a:pt x="254" y="306"/>
                        <a:pt x="239" y="319"/>
                        <a:pt x="237" y="325"/>
                      </a:cubicBezTo>
                      <a:cubicBezTo>
                        <a:pt x="235" y="331"/>
                        <a:pt x="242" y="355"/>
                        <a:pt x="242" y="355"/>
                      </a:cubicBezTo>
                      <a:cubicBezTo>
                        <a:pt x="242" y="355"/>
                        <a:pt x="248" y="375"/>
                        <a:pt x="246" y="381"/>
                      </a:cubicBezTo>
                      <a:cubicBezTo>
                        <a:pt x="244" y="387"/>
                        <a:pt x="205" y="400"/>
                        <a:pt x="202" y="401"/>
                      </a:cubicBezTo>
                      <a:cubicBezTo>
                        <a:pt x="199" y="402"/>
                        <a:pt x="157" y="404"/>
                        <a:pt x="157" y="404"/>
                      </a:cubicBezTo>
                      <a:cubicBezTo>
                        <a:pt x="157" y="404"/>
                        <a:pt x="156" y="410"/>
                        <a:pt x="144" y="410"/>
                      </a:cubicBezTo>
                      <a:cubicBezTo>
                        <a:pt x="132" y="410"/>
                        <a:pt x="135" y="406"/>
                        <a:pt x="135" y="406"/>
                      </a:cubicBezTo>
                      <a:cubicBezTo>
                        <a:pt x="100" y="405"/>
                        <a:pt x="100" y="405"/>
                        <a:pt x="100" y="405"/>
                      </a:cubicBezTo>
                      <a:cubicBezTo>
                        <a:pt x="100" y="405"/>
                        <a:pt x="102" y="410"/>
                        <a:pt x="81" y="412"/>
                      </a:cubicBezTo>
                      <a:cubicBezTo>
                        <a:pt x="60" y="414"/>
                        <a:pt x="30" y="396"/>
                        <a:pt x="21" y="391"/>
                      </a:cubicBezTo>
                      <a:cubicBezTo>
                        <a:pt x="12" y="386"/>
                        <a:pt x="0" y="389"/>
                        <a:pt x="0" y="389"/>
                      </a:cubicBezTo>
                      <a:cubicBezTo>
                        <a:pt x="0" y="389"/>
                        <a:pt x="20" y="408"/>
                        <a:pt x="26" y="419"/>
                      </a:cubicBezTo>
                      <a:cubicBezTo>
                        <a:pt x="32" y="430"/>
                        <a:pt x="46" y="450"/>
                        <a:pt x="54" y="460"/>
                      </a:cubicBezTo>
                      <a:cubicBezTo>
                        <a:pt x="62" y="470"/>
                        <a:pt x="77" y="462"/>
                        <a:pt x="77" y="462"/>
                      </a:cubicBezTo>
                      <a:cubicBezTo>
                        <a:pt x="86" y="473"/>
                        <a:pt x="86" y="473"/>
                        <a:pt x="86" y="473"/>
                      </a:cubicBezTo>
                      <a:cubicBezTo>
                        <a:pt x="99" y="472"/>
                        <a:pt x="99" y="472"/>
                        <a:pt x="99" y="472"/>
                      </a:cubicBezTo>
                      <a:cubicBezTo>
                        <a:pt x="98" y="492"/>
                        <a:pt x="98" y="492"/>
                        <a:pt x="98" y="492"/>
                      </a:cubicBezTo>
                      <a:cubicBezTo>
                        <a:pt x="101" y="494"/>
                        <a:pt x="101" y="494"/>
                        <a:pt x="101" y="494"/>
                      </a:cubicBezTo>
                      <a:cubicBezTo>
                        <a:pt x="101" y="494"/>
                        <a:pt x="100" y="517"/>
                        <a:pt x="103" y="524"/>
                      </a:cubicBezTo>
                      <a:cubicBezTo>
                        <a:pt x="106" y="531"/>
                        <a:pt x="112" y="518"/>
                        <a:pt x="120" y="529"/>
                      </a:cubicBezTo>
                      <a:cubicBezTo>
                        <a:pt x="128" y="540"/>
                        <a:pt x="129" y="556"/>
                        <a:pt x="125" y="561"/>
                      </a:cubicBezTo>
                      <a:cubicBezTo>
                        <a:pt x="121" y="566"/>
                        <a:pt x="119" y="553"/>
                        <a:pt x="101" y="559"/>
                      </a:cubicBezTo>
                      <a:cubicBezTo>
                        <a:pt x="83" y="565"/>
                        <a:pt x="89" y="569"/>
                        <a:pt x="85" y="575"/>
                      </a:cubicBezTo>
                      <a:cubicBezTo>
                        <a:pt x="81" y="581"/>
                        <a:pt x="72" y="579"/>
                        <a:pt x="72" y="579"/>
                      </a:cubicBezTo>
                      <a:cubicBezTo>
                        <a:pt x="70" y="590"/>
                        <a:pt x="70" y="590"/>
                        <a:pt x="70" y="590"/>
                      </a:cubicBezTo>
                      <a:cubicBezTo>
                        <a:pt x="70" y="590"/>
                        <a:pt x="66" y="597"/>
                        <a:pt x="60" y="600"/>
                      </a:cubicBezTo>
                      <a:cubicBezTo>
                        <a:pt x="55" y="602"/>
                        <a:pt x="59" y="630"/>
                        <a:pt x="60" y="637"/>
                      </a:cubicBezTo>
                      <a:cubicBezTo>
                        <a:pt x="70" y="633"/>
                        <a:pt x="78" y="628"/>
                        <a:pt x="78" y="628"/>
                      </a:cubicBezTo>
                      <a:cubicBezTo>
                        <a:pt x="78" y="628"/>
                        <a:pt x="100" y="635"/>
                        <a:pt x="110" y="635"/>
                      </a:cubicBezTo>
                      <a:cubicBezTo>
                        <a:pt x="120" y="636"/>
                        <a:pt x="149" y="620"/>
                        <a:pt x="149" y="620"/>
                      </a:cubicBezTo>
                      <a:cubicBezTo>
                        <a:pt x="149" y="620"/>
                        <a:pt x="165" y="628"/>
                        <a:pt x="175" y="626"/>
                      </a:cubicBezTo>
                      <a:cubicBezTo>
                        <a:pt x="186" y="624"/>
                        <a:pt x="208" y="615"/>
                        <a:pt x="208" y="615"/>
                      </a:cubicBezTo>
                      <a:cubicBezTo>
                        <a:pt x="234" y="622"/>
                        <a:pt x="234" y="622"/>
                        <a:pt x="234" y="622"/>
                      </a:cubicBezTo>
                      <a:cubicBezTo>
                        <a:pt x="234" y="622"/>
                        <a:pt x="249" y="601"/>
                        <a:pt x="267" y="613"/>
                      </a:cubicBezTo>
                      <a:cubicBezTo>
                        <a:pt x="284" y="624"/>
                        <a:pt x="285" y="659"/>
                        <a:pt x="299" y="662"/>
                      </a:cubicBezTo>
                      <a:cubicBezTo>
                        <a:pt x="313" y="665"/>
                        <a:pt x="339" y="665"/>
                        <a:pt x="348" y="674"/>
                      </a:cubicBezTo>
                      <a:cubicBezTo>
                        <a:pt x="358" y="683"/>
                        <a:pt x="359" y="704"/>
                        <a:pt x="370" y="705"/>
                      </a:cubicBezTo>
                      <a:cubicBezTo>
                        <a:pt x="373" y="705"/>
                        <a:pt x="377" y="705"/>
                        <a:pt x="381" y="705"/>
                      </a:cubicBezTo>
                      <a:cubicBezTo>
                        <a:pt x="394" y="700"/>
                        <a:pt x="394" y="700"/>
                        <a:pt x="394" y="700"/>
                      </a:cubicBezTo>
                      <a:cubicBezTo>
                        <a:pt x="394" y="700"/>
                        <a:pt x="385" y="684"/>
                        <a:pt x="396" y="683"/>
                      </a:cubicBezTo>
                      <a:cubicBezTo>
                        <a:pt x="407" y="682"/>
                        <a:pt x="416" y="689"/>
                        <a:pt x="416" y="689"/>
                      </a:cubicBezTo>
                      <a:cubicBezTo>
                        <a:pt x="433" y="683"/>
                        <a:pt x="433" y="683"/>
                        <a:pt x="433" y="683"/>
                      </a:cubicBezTo>
                      <a:cubicBezTo>
                        <a:pt x="433" y="683"/>
                        <a:pt x="430" y="691"/>
                        <a:pt x="444" y="691"/>
                      </a:cubicBezTo>
                      <a:cubicBezTo>
                        <a:pt x="458" y="691"/>
                        <a:pt x="456" y="681"/>
                        <a:pt x="467" y="679"/>
                      </a:cubicBezTo>
                      <a:cubicBezTo>
                        <a:pt x="478" y="677"/>
                        <a:pt x="468" y="688"/>
                        <a:pt x="479" y="688"/>
                      </a:cubicBezTo>
                      <a:cubicBezTo>
                        <a:pt x="490" y="688"/>
                        <a:pt x="499" y="687"/>
                        <a:pt x="501" y="678"/>
                      </a:cubicBezTo>
                      <a:cubicBezTo>
                        <a:pt x="503" y="669"/>
                        <a:pt x="492" y="654"/>
                        <a:pt x="492" y="654"/>
                      </a:cubicBezTo>
                      <a:cubicBezTo>
                        <a:pt x="478" y="626"/>
                        <a:pt x="478" y="626"/>
                        <a:pt x="478" y="626"/>
                      </a:cubicBezTo>
                      <a:cubicBezTo>
                        <a:pt x="478" y="611"/>
                        <a:pt x="478" y="611"/>
                        <a:pt x="478" y="611"/>
                      </a:cubicBezTo>
                      <a:cubicBezTo>
                        <a:pt x="478" y="611"/>
                        <a:pt x="462" y="611"/>
                        <a:pt x="455" y="604"/>
                      </a:cubicBezTo>
                      <a:cubicBezTo>
                        <a:pt x="448" y="597"/>
                        <a:pt x="446" y="589"/>
                        <a:pt x="446" y="589"/>
                      </a:cubicBezTo>
                      <a:cubicBezTo>
                        <a:pt x="448" y="569"/>
                        <a:pt x="448" y="569"/>
                        <a:pt x="448" y="569"/>
                      </a:cubicBezTo>
                      <a:cubicBezTo>
                        <a:pt x="447" y="559"/>
                        <a:pt x="447" y="559"/>
                        <a:pt x="447" y="559"/>
                      </a:cubicBezTo>
                      <a:cubicBezTo>
                        <a:pt x="429" y="561"/>
                        <a:pt x="429" y="561"/>
                        <a:pt x="429" y="561"/>
                      </a:cubicBezTo>
                      <a:cubicBezTo>
                        <a:pt x="429" y="561"/>
                        <a:pt x="414" y="563"/>
                        <a:pt x="414" y="546"/>
                      </a:cubicBezTo>
                      <a:cubicBezTo>
                        <a:pt x="414" y="529"/>
                        <a:pt x="415" y="529"/>
                        <a:pt x="423" y="522"/>
                      </a:cubicBezTo>
                      <a:cubicBezTo>
                        <a:pt x="431" y="515"/>
                        <a:pt x="438" y="503"/>
                        <a:pt x="438" y="503"/>
                      </a:cubicBezTo>
                      <a:cubicBezTo>
                        <a:pt x="438" y="503"/>
                        <a:pt x="437" y="489"/>
                        <a:pt x="451" y="487"/>
                      </a:cubicBezTo>
                      <a:cubicBezTo>
                        <a:pt x="465" y="485"/>
                        <a:pt x="457" y="502"/>
                        <a:pt x="470" y="500"/>
                      </a:cubicBezTo>
                      <a:cubicBezTo>
                        <a:pt x="483" y="498"/>
                        <a:pt x="488" y="490"/>
                        <a:pt x="488" y="490"/>
                      </a:cubicBezTo>
                      <a:cubicBezTo>
                        <a:pt x="488" y="490"/>
                        <a:pt x="503" y="498"/>
                        <a:pt x="510" y="490"/>
                      </a:cubicBezTo>
                      <a:cubicBezTo>
                        <a:pt x="517" y="482"/>
                        <a:pt x="518" y="472"/>
                        <a:pt x="518" y="472"/>
                      </a:cubicBezTo>
                      <a:cubicBezTo>
                        <a:pt x="527" y="467"/>
                        <a:pt x="527" y="467"/>
                        <a:pt x="527" y="467"/>
                      </a:cubicBezTo>
                      <a:cubicBezTo>
                        <a:pt x="527" y="467"/>
                        <a:pt x="528" y="447"/>
                        <a:pt x="532" y="444"/>
                      </a:cubicBezTo>
                      <a:cubicBezTo>
                        <a:pt x="536" y="441"/>
                        <a:pt x="552" y="438"/>
                        <a:pt x="560" y="425"/>
                      </a:cubicBezTo>
                      <a:cubicBezTo>
                        <a:pt x="568" y="412"/>
                        <a:pt x="565" y="394"/>
                        <a:pt x="569" y="385"/>
                      </a:cubicBezTo>
                      <a:cubicBezTo>
                        <a:pt x="573" y="376"/>
                        <a:pt x="592" y="375"/>
                        <a:pt x="592" y="375"/>
                      </a:cubicBezTo>
                      <a:cubicBezTo>
                        <a:pt x="581" y="358"/>
                        <a:pt x="581" y="358"/>
                        <a:pt x="581" y="358"/>
                      </a:cubicBezTo>
                      <a:cubicBezTo>
                        <a:pt x="598" y="334"/>
                        <a:pt x="598" y="334"/>
                        <a:pt x="598" y="334"/>
                      </a:cubicBezTo>
                      <a:cubicBezTo>
                        <a:pt x="616" y="321"/>
                        <a:pt x="616" y="321"/>
                        <a:pt x="616" y="321"/>
                      </a:cubicBezTo>
                      <a:cubicBezTo>
                        <a:pt x="616" y="321"/>
                        <a:pt x="604" y="301"/>
                        <a:pt x="604" y="297"/>
                      </a:cubicBezTo>
                      <a:cubicBezTo>
                        <a:pt x="604" y="293"/>
                        <a:pt x="601" y="279"/>
                        <a:pt x="605" y="277"/>
                      </a:cubicBezTo>
                      <a:cubicBezTo>
                        <a:pt x="609" y="275"/>
                        <a:pt x="638" y="271"/>
                        <a:pt x="637" y="262"/>
                      </a:cubicBezTo>
                      <a:cubicBezTo>
                        <a:pt x="636" y="253"/>
                        <a:pt x="624" y="248"/>
                        <a:pt x="624" y="248"/>
                      </a:cubicBezTo>
                      <a:cubicBezTo>
                        <a:pt x="600" y="249"/>
                        <a:pt x="600" y="249"/>
                        <a:pt x="600" y="249"/>
                      </a:cubicBezTo>
                      <a:cubicBezTo>
                        <a:pt x="597" y="226"/>
                        <a:pt x="597" y="226"/>
                        <a:pt x="597" y="226"/>
                      </a:cubicBezTo>
                      <a:cubicBezTo>
                        <a:pt x="583" y="225"/>
                        <a:pt x="583" y="225"/>
                        <a:pt x="583" y="225"/>
                      </a:cubicBezTo>
                      <a:cubicBezTo>
                        <a:pt x="575" y="215"/>
                        <a:pt x="575" y="215"/>
                        <a:pt x="575" y="215"/>
                      </a:cubicBezTo>
                      <a:cubicBezTo>
                        <a:pt x="575" y="215"/>
                        <a:pt x="564" y="218"/>
                        <a:pt x="565" y="210"/>
                      </a:cubicBezTo>
                      <a:cubicBezTo>
                        <a:pt x="566" y="202"/>
                        <a:pt x="567" y="194"/>
                        <a:pt x="567" y="194"/>
                      </a:cubicBezTo>
                      <a:cubicBezTo>
                        <a:pt x="567" y="194"/>
                        <a:pt x="553" y="193"/>
                        <a:pt x="556" y="183"/>
                      </a:cubicBezTo>
                      <a:cubicBezTo>
                        <a:pt x="559" y="173"/>
                        <a:pt x="568" y="165"/>
                        <a:pt x="568" y="165"/>
                      </a:cubicBezTo>
                      <a:cubicBezTo>
                        <a:pt x="548" y="161"/>
                        <a:pt x="548" y="161"/>
                        <a:pt x="548" y="161"/>
                      </a:cubicBezTo>
                      <a:cubicBezTo>
                        <a:pt x="552" y="152"/>
                        <a:pt x="552" y="152"/>
                        <a:pt x="552" y="152"/>
                      </a:cubicBezTo>
                      <a:cubicBezTo>
                        <a:pt x="537" y="142"/>
                        <a:pt x="537" y="142"/>
                        <a:pt x="537" y="142"/>
                      </a:cubicBezTo>
                      <a:cubicBezTo>
                        <a:pt x="537" y="142"/>
                        <a:pt x="535" y="126"/>
                        <a:pt x="557" y="123"/>
                      </a:cubicBezTo>
                      <a:cubicBezTo>
                        <a:pt x="579" y="120"/>
                        <a:pt x="608" y="126"/>
                        <a:pt x="608" y="126"/>
                      </a:cubicBezTo>
                      <a:cubicBezTo>
                        <a:pt x="608" y="126"/>
                        <a:pt x="611" y="138"/>
                        <a:pt x="618" y="137"/>
                      </a:cubicBezTo>
                      <a:cubicBezTo>
                        <a:pt x="625" y="136"/>
                        <a:pt x="643" y="123"/>
                        <a:pt x="643" y="123"/>
                      </a:cubicBezTo>
                      <a:cubicBezTo>
                        <a:pt x="647" y="127"/>
                        <a:pt x="647" y="127"/>
                        <a:pt x="647" y="127"/>
                      </a:cubicBezTo>
                      <a:cubicBezTo>
                        <a:pt x="653" y="122"/>
                        <a:pt x="653" y="122"/>
                        <a:pt x="653" y="122"/>
                      </a:cubicBezTo>
                      <a:cubicBezTo>
                        <a:pt x="653" y="122"/>
                        <a:pt x="664" y="123"/>
                        <a:pt x="667" y="122"/>
                      </a:cubicBezTo>
                      <a:cubicBezTo>
                        <a:pt x="670" y="121"/>
                        <a:pt x="670" y="110"/>
                        <a:pt x="670" y="110"/>
                      </a:cubicBezTo>
                      <a:cubicBezTo>
                        <a:pt x="685" y="104"/>
                        <a:pt x="685" y="104"/>
                        <a:pt x="685" y="104"/>
                      </a:cubicBezTo>
                      <a:cubicBezTo>
                        <a:pt x="700" y="82"/>
                        <a:pt x="700" y="82"/>
                        <a:pt x="700" y="82"/>
                      </a:cubicBezTo>
                      <a:cubicBezTo>
                        <a:pt x="701" y="82"/>
                        <a:pt x="701" y="82"/>
                        <a:pt x="701" y="82"/>
                      </a:cubicBezTo>
                      <a:cubicBezTo>
                        <a:pt x="692" y="82"/>
                        <a:pt x="680" y="81"/>
                        <a:pt x="671" y="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5" name="Freeform 231"/>
                <p:cNvSpPr>
                  <a:spLocks/>
                </p:cNvSpPr>
                <p:nvPr/>
              </p:nvSpPr>
              <p:spPr bwMode="gray">
                <a:xfrm>
                  <a:off x="-2275" y="-14726"/>
                  <a:ext cx="1072" cy="1045"/>
                </a:xfrm>
                <a:custGeom>
                  <a:avLst/>
                  <a:gdLst>
                    <a:gd name="T0" fmla="*/ 448 w 454"/>
                    <a:gd name="T1" fmla="*/ 378 h 442"/>
                    <a:gd name="T2" fmla="*/ 432 w 454"/>
                    <a:gd name="T3" fmla="*/ 365 h 442"/>
                    <a:gd name="T4" fmla="*/ 428 w 454"/>
                    <a:gd name="T5" fmla="*/ 346 h 442"/>
                    <a:gd name="T6" fmla="*/ 415 w 454"/>
                    <a:gd name="T7" fmla="*/ 340 h 442"/>
                    <a:gd name="T8" fmla="*/ 415 w 454"/>
                    <a:gd name="T9" fmla="*/ 295 h 442"/>
                    <a:gd name="T10" fmla="*/ 393 w 454"/>
                    <a:gd name="T11" fmla="*/ 270 h 442"/>
                    <a:gd name="T12" fmla="*/ 380 w 454"/>
                    <a:gd name="T13" fmla="*/ 258 h 442"/>
                    <a:gd name="T14" fmla="*/ 348 w 454"/>
                    <a:gd name="T15" fmla="*/ 240 h 442"/>
                    <a:gd name="T16" fmla="*/ 335 w 454"/>
                    <a:gd name="T17" fmla="*/ 239 h 442"/>
                    <a:gd name="T18" fmla="*/ 335 w 454"/>
                    <a:gd name="T19" fmla="*/ 212 h 442"/>
                    <a:gd name="T20" fmla="*/ 291 w 454"/>
                    <a:gd name="T21" fmla="*/ 182 h 442"/>
                    <a:gd name="T22" fmla="*/ 299 w 454"/>
                    <a:gd name="T23" fmla="*/ 168 h 442"/>
                    <a:gd name="T24" fmla="*/ 291 w 454"/>
                    <a:gd name="T25" fmla="*/ 154 h 442"/>
                    <a:gd name="T26" fmla="*/ 305 w 454"/>
                    <a:gd name="T27" fmla="*/ 148 h 442"/>
                    <a:gd name="T28" fmla="*/ 304 w 454"/>
                    <a:gd name="T29" fmla="*/ 135 h 442"/>
                    <a:gd name="T30" fmla="*/ 305 w 454"/>
                    <a:gd name="T31" fmla="*/ 126 h 442"/>
                    <a:gd name="T32" fmla="*/ 318 w 454"/>
                    <a:gd name="T33" fmla="*/ 118 h 442"/>
                    <a:gd name="T34" fmla="*/ 307 w 454"/>
                    <a:gd name="T35" fmla="*/ 97 h 442"/>
                    <a:gd name="T36" fmla="*/ 318 w 454"/>
                    <a:gd name="T37" fmla="*/ 80 h 442"/>
                    <a:gd name="T38" fmla="*/ 299 w 454"/>
                    <a:gd name="T39" fmla="*/ 85 h 442"/>
                    <a:gd name="T40" fmla="*/ 288 w 454"/>
                    <a:gd name="T41" fmla="*/ 73 h 442"/>
                    <a:gd name="T42" fmla="*/ 274 w 454"/>
                    <a:gd name="T43" fmla="*/ 71 h 442"/>
                    <a:gd name="T44" fmla="*/ 265 w 454"/>
                    <a:gd name="T45" fmla="*/ 50 h 442"/>
                    <a:gd name="T46" fmla="*/ 249 w 454"/>
                    <a:gd name="T47" fmla="*/ 8 h 442"/>
                    <a:gd name="T48" fmla="*/ 222 w 454"/>
                    <a:gd name="T49" fmla="*/ 19 h 442"/>
                    <a:gd name="T50" fmla="*/ 210 w 454"/>
                    <a:gd name="T51" fmla="*/ 1 h 442"/>
                    <a:gd name="T52" fmla="*/ 196 w 454"/>
                    <a:gd name="T53" fmla="*/ 10 h 442"/>
                    <a:gd name="T54" fmla="*/ 179 w 454"/>
                    <a:gd name="T55" fmla="*/ 1 h 442"/>
                    <a:gd name="T56" fmla="*/ 153 w 454"/>
                    <a:gd name="T57" fmla="*/ 1 h 442"/>
                    <a:gd name="T58" fmla="*/ 142 w 454"/>
                    <a:gd name="T59" fmla="*/ 17 h 442"/>
                    <a:gd name="T60" fmla="*/ 140 w 454"/>
                    <a:gd name="T61" fmla="*/ 17 h 442"/>
                    <a:gd name="T62" fmla="*/ 124 w 454"/>
                    <a:gd name="T63" fmla="*/ 37 h 442"/>
                    <a:gd name="T64" fmla="*/ 92 w 454"/>
                    <a:gd name="T65" fmla="*/ 53 h 442"/>
                    <a:gd name="T66" fmla="*/ 103 w 454"/>
                    <a:gd name="T67" fmla="*/ 75 h 442"/>
                    <a:gd name="T68" fmla="*/ 107 w 454"/>
                    <a:gd name="T69" fmla="*/ 110 h 442"/>
                    <a:gd name="T70" fmla="*/ 98 w 454"/>
                    <a:gd name="T71" fmla="*/ 129 h 442"/>
                    <a:gd name="T72" fmla="*/ 104 w 454"/>
                    <a:gd name="T73" fmla="*/ 154 h 442"/>
                    <a:gd name="T74" fmla="*/ 43 w 454"/>
                    <a:gd name="T75" fmla="*/ 181 h 442"/>
                    <a:gd name="T76" fmla="*/ 0 w 454"/>
                    <a:gd name="T77" fmla="*/ 216 h 442"/>
                    <a:gd name="T78" fmla="*/ 0 w 454"/>
                    <a:gd name="T79" fmla="*/ 216 h 442"/>
                    <a:gd name="T80" fmla="*/ 12 w 454"/>
                    <a:gd name="T81" fmla="*/ 246 h 442"/>
                    <a:gd name="T82" fmla="*/ 12 w 454"/>
                    <a:gd name="T83" fmla="*/ 260 h 442"/>
                    <a:gd name="T84" fmla="*/ 29 w 454"/>
                    <a:gd name="T85" fmla="*/ 269 h 442"/>
                    <a:gd name="T86" fmla="*/ 28 w 454"/>
                    <a:gd name="T87" fmla="*/ 278 h 442"/>
                    <a:gd name="T88" fmla="*/ 44 w 454"/>
                    <a:gd name="T89" fmla="*/ 287 h 442"/>
                    <a:gd name="T90" fmla="*/ 78 w 454"/>
                    <a:gd name="T91" fmla="*/ 287 h 442"/>
                    <a:gd name="T92" fmla="*/ 127 w 454"/>
                    <a:gd name="T93" fmla="*/ 321 h 442"/>
                    <a:gd name="T94" fmla="*/ 160 w 454"/>
                    <a:gd name="T95" fmla="*/ 341 h 442"/>
                    <a:gd name="T96" fmla="*/ 288 w 454"/>
                    <a:gd name="T97" fmla="*/ 438 h 442"/>
                    <a:gd name="T98" fmla="*/ 376 w 454"/>
                    <a:gd name="T99" fmla="*/ 442 h 442"/>
                    <a:gd name="T100" fmla="*/ 376 w 454"/>
                    <a:gd name="T101" fmla="*/ 442 h 442"/>
                    <a:gd name="T102" fmla="*/ 387 w 454"/>
                    <a:gd name="T103" fmla="*/ 422 h 442"/>
                    <a:gd name="T104" fmla="*/ 396 w 454"/>
                    <a:gd name="T105" fmla="*/ 395 h 442"/>
                    <a:gd name="T106" fmla="*/ 411 w 454"/>
                    <a:gd name="T107" fmla="*/ 393 h 442"/>
                    <a:gd name="T108" fmla="*/ 431 w 454"/>
                    <a:gd name="T109" fmla="*/ 393 h 442"/>
                    <a:gd name="T110" fmla="*/ 433 w 454"/>
                    <a:gd name="T111" fmla="*/ 398 h 442"/>
                    <a:gd name="T112" fmla="*/ 451 w 454"/>
                    <a:gd name="T113" fmla="*/ 392 h 442"/>
                    <a:gd name="T114" fmla="*/ 454 w 454"/>
                    <a:gd name="T115" fmla="*/ 387 h 442"/>
                    <a:gd name="T116" fmla="*/ 448 w 454"/>
                    <a:gd name="T117" fmla="*/ 378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454" h="442">
                      <a:moveTo>
                        <a:pt x="448" y="378"/>
                      </a:moveTo>
                      <a:cubicBezTo>
                        <a:pt x="447" y="369"/>
                        <a:pt x="432" y="365"/>
                        <a:pt x="432" y="365"/>
                      </a:cubicBezTo>
                      <a:cubicBezTo>
                        <a:pt x="428" y="346"/>
                        <a:pt x="428" y="346"/>
                        <a:pt x="428" y="346"/>
                      </a:cubicBezTo>
                      <a:cubicBezTo>
                        <a:pt x="428" y="346"/>
                        <a:pt x="423" y="346"/>
                        <a:pt x="415" y="340"/>
                      </a:cubicBezTo>
                      <a:cubicBezTo>
                        <a:pt x="407" y="334"/>
                        <a:pt x="415" y="295"/>
                        <a:pt x="415" y="295"/>
                      </a:cubicBezTo>
                      <a:cubicBezTo>
                        <a:pt x="393" y="270"/>
                        <a:pt x="393" y="270"/>
                        <a:pt x="393" y="270"/>
                      </a:cubicBezTo>
                      <a:cubicBezTo>
                        <a:pt x="393" y="270"/>
                        <a:pt x="391" y="258"/>
                        <a:pt x="380" y="258"/>
                      </a:cubicBezTo>
                      <a:cubicBezTo>
                        <a:pt x="369" y="258"/>
                        <a:pt x="348" y="240"/>
                        <a:pt x="348" y="240"/>
                      </a:cubicBezTo>
                      <a:cubicBezTo>
                        <a:pt x="335" y="239"/>
                        <a:pt x="335" y="239"/>
                        <a:pt x="335" y="239"/>
                      </a:cubicBezTo>
                      <a:cubicBezTo>
                        <a:pt x="335" y="212"/>
                        <a:pt x="335" y="212"/>
                        <a:pt x="335" y="212"/>
                      </a:cubicBezTo>
                      <a:cubicBezTo>
                        <a:pt x="335" y="212"/>
                        <a:pt x="293" y="191"/>
                        <a:pt x="291" y="182"/>
                      </a:cubicBezTo>
                      <a:cubicBezTo>
                        <a:pt x="289" y="173"/>
                        <a:pt x="299" y="168"/>
                        <a:pt x="299" y="168"/>
                      </a:cubicBezTo>
                      <a:cubicBezTo>
                        <a:pt x="299" y="168"/>
                        <a:pt x="290" y="161"/>
                        <a:pt x="291" y="154"/>
                      </a:cubicBezTo>
                      <a:cubicBezTo>
                        <a:pt x="292" y="147"/>
                        <a:pt x="305" y="148"/>
                        <a:pt x="305" y="148"/>
                      </a:cubicBezTo>
                      <a:cubicBezTo>
                        <a:pt x="304" y="135"/>
                        <a:pt x="304" y="135"/>
                        <a:pt x="304" y="135"/>
                      </a:cubicBezTo>
                      <a:cubicBezTo>
                        <a:pt x="305" y="126"/>
                        <a:pt x="305" y="126"/>
                        <a:pt x="305" y="126"/>
                      </a:cubicBezTo>
                      <a:cubicBezTo>
                        <a:pt x="305" y="126"/>
                        <a:pt x="315" y="126"/>
                        <a:pt x="318" y="118"/>
                      </a:cubicBezTo>
                      <a:cubicBezTo>
                        <a:pt x="321" y="110"/>
                        <a:pt x="307" y="101"/>
                        <a:pt x="307" y="97"/>
                      </a:cubicBezTo>
                      <a:cubicBezTo>
                        <a:pt x="307" y="93"/>
                        <a:pt x="323" y="84"/>
                        <a:pt x="318" y="80"/>
                      </a:cubicBezTo>
                      <a:cubicBezTo>
                        <a:pt x="313" y="76"/>
                        <a:pt x="299" y="85"/>
                        <a:pt x="299" y="85"/>
                      </a:cubicBezTo>
                      <a:cubicBezTo>
                        <a:pt x="288" y="73"/>
                        <a:pt x="288" y="73"/>
                        <a:pt x="288" y="73"/>
                      </a:cubicBezTo>
                      <a:cubicBezTo>
                        <a:pt x="274" y="71"/>
                        <a:pt x="274" y="71"/>
                        <a:pt x="274" y="71"/>
                      </a:cubicBezTo>
                      <a:cubicBezTo>
                        <a:pt x="274" y="71"/>
                        <a:pt x="277" y="61"/>
                        <a:pt x="265" y="50"/>
                      </a:cubicBezTo>
                      <a:cubicBezTo>
                        <a:pt x="256" y="42"/>
                        <a:pt x="251" y="19"/>
                        <a:pt x="249" y="8"/>
                      </a:cubicBezTo>
                      <a:cubicBezTo>
                        <a:pt x="222" y="19"/>
                        <a:pt x="222" y="19"/>
                        <a:pt x="222" y="19"/>
                      </a:cubicBezTo>
                      <a:cubicBezTo>
                        <a:pt x="222" y="19"/>
                        <a:pt x="224" y="2"/>
                        <a:pt x="210" y="1"/>
                      </a:cubicBezTo>
                      <a:cubicBezTo>
                        <a:pt x="196" y="0"/>
                        <a:pt x="204" y="8"/>
                        <a:pt x="196" y="10"/>
                      </a:cubicBezTo>
                      <a:cubicBezTo>
                        <a:pt x="188" y="12"/>
                        <a:pt x="179" y="1"/>
                        <a:pt x="179" y="1"/>
                      </a:cubicBezTo>
                      <a:cubicBezTo>
                        <a:pt x="153" y="1"/>
                        <a:pt x="153" y="1"/>
                        <a:pt x="153" y="1"/>
                      </a:cubicBezTo>
                      <a:cubicBezTo>
                        <a:pt x="153" y="1"/>
                        <a:pt x="154" y="14"/>
                        <a:pt x="142" y="17"/>
                      </a:cubicBezTo>
                      <a:cubicBezTo>
                        <a:pt x="141" y="17"/>
                        <a:pt x="141" y="17"/>
                        <a:pt x="140" y="17"/>
                      </a:cubicBezTo>
                      <a:cubicBezTo>
                        <a:pt x="138" y="24"/>
                        <a:pt x="133" y="33"/>
                        <a:pt x="124" y="37"/>
                      </a:cubicBezTo>
                      <a:cubicBezTo>
                        <a:pt x="108" y="44"/>
                        <a:pt x="96" y="39"/>
                        <a:pt x="92" y="53"/>
                      </a:cubicBezTo>
                      <a:cubicBezTo>
                        <a:pt x="88" y="67"/>
                        <a:pt x="103" y="75"/>
                        <a:pt x="103" y="75"/>
                      </a:cubicBezTo>
                      <a:cubicBezTo>
                        <a:pt x="103" y="75"/>
                        <a:pt x="111" y="105"/>
                        <a:pt x="107" y="110"/>
                      </a:cubicBezTo>
                      <a:cubicBezTo>
                        <a:pt x="103" y="115"/>
                        <a:pt x="97" y="122"/>
                        <a:pt x="98" y="129"/>
                      </a:cubicBezTo>
                      <a:cubicBezTo>
                        <a:pt x="99" y="136"/>
                        <a:pt x="116" y="145"/>
                        <a:pt x="104" y="154"/>
                      </a:cubicBezTo>
                      <a:cubicBezTo>
                        <a:pt x="92" y="163"/>
                        <a:pt x="43" y="181"/>
                        <a:pt x="43" y="181"/>
                      </a:cubicBezTo>
                      <a:cubicBezTo>
                        <a:pt x="0" y="216"/>
                        <a:pt x="0" y="216"/>
                        <a:pt x="0" y="216"/>
                      </a:cubicBezTo>
                      <a:cubicBezTo>
                        <a:pt x="0" y="216"/>
                        <a:pt x="0" y="216"/>
                        <a:pt x="0" y="216"/>
                      </a:cubicBezTo>
                      <a:cubicBezTo>
                        <a:pt x="12" y="246"/>
                        <a:pt x="12" y="246"/>
                        <a:pt x="12" y="246"/>
                      </a:cubicBezTo>
                      <a:cubicBezTo>
                        <a:pt x="12" y="260"/>
                        <a:pt x="12" y="260"/>
                        <a:pt x="12" y="260"/>
                      </a:cubicBezTo>
                      <a:cubicBezTo>
                        <a:pt x="29" y="269"/>
                        <a:pt x="29" y="269"/>
                        <a:pt x="29" y="269"/>
                      </a:cubicBezTo>
                      <a:cubicBezTo>
                        <a:pt x="28" y="278"/>
                        <a:pt x="28" y="278"/>
                        <a:pt x="28" y="278"/>
                      </a:cubicBezTo>
                      <a:cubicBezTo>
                        <a:pt x="28" y="278"/>
                        <a:pt x="35" y="288"/>
                        <a:pt x="44" y="287"/>
                      </a:cubicBezTo>
                      <a:cubicBezTo>
                        <a:pt x="53" y="286"/>
                        <a:pt x="78" y="287"/>
                        <a:pt x="78" y="287"/>
                      </a:cubicBezTo>
                      <a:cubicBezTo>
                        <a:pt x="78" y="287"/>
                        <a:pt x="115" y="315"/>
                        <a:pt x="127" y="321"/>
                      </a:cubicBezTo>
                      <a:cubicBezTo>
                        <a:pt x="139" y="327"/>
                        <a:pt x="160" y="341"/>
                        <a:pt x="160" y="341"/>
                      </a:cubicBezTo>
                      <a:cubicBezTo>
                        <a:pt x="288" y="438"/>
                        <a:pt x="288" y="438"/>
                        <a:pt x="288" y="438"/>
                      </a:cubicBezTo>
                      <a:cubicBezTo>
                        <a:pt x="288" y="438"/>
                        <a:pt x="339" y="439"/>
                        <a:pt x="376" y="442"/>
                      </a:cubicBezTo>
                      <a:cubicBezTo>
                        <a:pt x="376" y="442"/>
                        <a:pt x="376" y="442"/>
                        <a:pt x="376" y="442"/>
                      </a:cubicBezTo>
                      <a:cubicBezTo>
                        <a:pt x="379" y="438"/>
                        <a:pt x="386" y="431"/>
                        <a:pt x="387" y="422"/>
                      </a:cubicBezTo>
                      <a:cubicBezTo>
                        <a:pt x="389" y="410"/>
                        <a:pt x="396" y="395"/>
                        <a:pt x="396" y="395"/>
                      </a:cubicBezTo>
                      <a:cubicBezTo>
                        <a:pt x="411" y="393"/>
                        <a:pt x="411" y="393"/>
                        <a:pt x="411" y="393"/>
                      </a:cubicBezTo>
                      <a:cubicBezTo>
                        <a:pt x="431" y="393"/>
                        <a:pt x="431" y="393"/>
                        <a:pt x="431" y="393"/>
                      </a:cubicBezTo>
                      <a:cubicBezTo>
                        <a:pt x="433" y="398"/>
                        <a:pt x="433" y="398"/>
                        <a:pt x="433" y="398"/>
                      </a:cubicBezTo>
                      <a:cubicBezTo>
                        <a:pt x="451" y="392"/>
                        <a:pt x="451" y="392"/>
                        <a:pt x="451" y="392"/>
                      </a:cubicBezTo>
                      <a:cubicBezTo>
                        <a:pt x="454" y="387"/>
                        <a:pt x="454" y="387"/>
                        <a:pt x="454" y="387"/>
                      </a:cubicBezTo>
                      <a:cubicBezTo>
                        <a:pt x="451" y="384"/>
                        <a:pt x="448" y="381"/>
                        <a:pt x="448" y="37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6" name="Freeform 232"/>
                <p:cNvSpPr>
                  <a:spLocks/>
                </p:cNvSpPr>
                <p:nvPr/>
              </p:nvSpPr>
              <p:spPr bwMode="gray">
                <a:xfrm>
                  <a:off x="-1387" y="-13797"/>
                  <a:ext cx="210" cy="191"/>
                </a:xfrm>
                <a:custGeom>
                  <a:avLst/>
                  <a:gdLst>
                    <a:gd name="T0" fmla="*/ 35 w 89"/>
                    <a:gd name="T1" fmla="*/ 0 h 81"/>
                    <a:gd name="T2" fmla="*/ 20 w 89"/>
                    <a:gd name="T3" fmla="*/ 2 h 81"/>
                    <a:gd name="T4" fmla="*/ 11 w 89"/>
                    <a:gd name="T5" fmla="*/ 29 h 81"/>
                    <a:gd name="T6" fmla="*/ 0 w 89"/>
                    <a:gd name="T7" fmla="*/ 49 h 81"/>
                    <a:gd name="T8" fmla="*/ 40 w 89"/>
                    <a:gd name="T9" fmla="*/ 55 h 81"/>
                    <a:gd name="T10" fmla="*/ 50 w 89"/>
                    <a:gd name="T11" fmla="*/ 81 h 81"/>
                    <a:gd name="T12" fmla="*/ 89 w 89"/>
                    <a:gd name="T13" fmla="*/ 80 h 81"/>
                    <a:gd name="T14" fmla="*/ 64 w 89"/>
                    <a:gd name="T15" fmla="*/ 47 h 81"/>
                    <a:gd name="T16" fmla="*/ 64 w 89"/>
                    <a:gd name="T17" fmla="*/ 46 h 81"/>
                    <a:gd name="T18" fmla="*/ 56 w 89"/>
                    <a:gd name="T19" fmla="*/ 41 h 81"/>
                    <a:gd name="T20" fmla="*/ 55 w 89"/>
                    <a:gd name="T21" fmla="*/ 27 h 81"/>
                    <a:gd name="T22" fmla="*/ 73 w 89"/>
                    <a:gd name="T23" fmla="*/ 25 h 81"/>
                    <a:gd name="T24" fmla="*/ 77 w 89"/>
                    <a:gd name="T25" fmla="*/ 16 h 81"/>
                    <a:gd name="T26" fmla="*/ 68 w 89"/>
                    <a:gd name="T27" fmla="*/ 8 h 81"/>
                    <a:gd name="T28" fmla="*/ 59 w 89"/>
                    <a:gd name="T29" fmla="*/ 13 h 81"/>
                    <a:gd name="T30" fmla="*/ 55 w 89"/>
                    <a:gd name="T31" fmla="*/ 0 h 81"/>
                    <a:gd name="T32" fmla="*/ 35 w 89"/>
                    <a:gd name="T33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9" h="81">
                      <a:moveTo>
                        <a:pt x="35" y="0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13" y="17"/>
                        <a:pt x="11" y="29"/>
                      </a:cubicBezTo>
                      <a:cubicBezTo>
                        <a:pt x="10" y="38"/>
                        <a:pt x="3" y="45"/>
                        <a:pt x="0" y="49"/>
                      </a:cubicBezTo>
                      <a:cubicBezTo>
                        <a:pt x="21" y="50"/>
                        <a:pt x="38" y="52"/>
                        <a:pt x="40" y="55"/>
                      </a:cubicBezTo>
                      <a:cubicBezTo>
                        <a:pt x="46" y="62"/>
                        <a:pt x="36" y="80"/>
                        <a:pt x="50" y="81"/>
                      </a:cubicBezTo>
                      <a:cubicBezTo>
                        <a:pt x="58" y="81"/>
                        <a:pt x="76" y="81"/>
                        <a:pt x="89" y="80"/>
                      </a:cubicBezTo>
                      <a:cubicBezTo>
                        <a:pt x="79" y="72"/>
                        <a:pt x="63" y="58"/>
                        <a:pt x="64" y="47"/>
                      </a:cubicBezTo>
                      <a:cubicBezTo>
                        <a:pt x="64" y="47"/>
                        <a:pt x="64" y="47"/>
                        <a:pt x="64" y="46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5" y="27"/>
                        <a:pt x="55" y="27"/>
                        <a:pt x="55" y="27"/>
                      </a:cubicBezTo>
                      <a:cubicBezTo>
                        <a:pt x="55" y="27"/>
                        <a:pt x="69" y="25"/>
                        <a:pt x="73" y="25"/>
                      </a:cubicBezTo>
                      <a:cubicBezTo>
                        <a:pt x="77" y="25"/>
                        <a:pt x="77" y="16"/>
                        <a:pt x="77" y="16"/>
                      </a:cubicBezTo>
                      <a:cubicBezTo>
                        <a:pt x="77" y="16"/>
                        <a:pt x="77" y="8"/>
                        <a:pt x="68" y="8"/>
                      </a:cubicBezTo>
                      <a:cubicBezTo>
                        <a:pt x="59" y="8"/>
                        <a:pt x="59" y="13"/>
                        <a:pt x="59" y="13"/>
                      </a:cubicBezTo>
                      <a:cubicBezTo>
                        <a:pt x="55" y="0"/>
                        <a:pt x="55" y="0"/>
                        <a:pt x="55" y="0"/>
                      </a:cubicBez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1" name="Freeform 233"/>
                <p:cNvSpPr>
                  <a:spLocks/>
                </p:cNvSpPr>
                <p:nvPr/>
              </p:nvSpPr>
              <p:spPr bwMode="gray">
                <a:xfrm>
                  <a:off x="-1815" y="-15037"/>
                  <a:ext cx="2266" cy="1864"/>
                </a:xfrm>
                <a:custGeom>
                  <a:avLst/>
                  <a:gdLst>
                    <a:gd name="T0" fmla="*/ 900 w 959"/>
                    <a:gd name="T1" fmla="*/ 739 h 789"/>
                    <a:gd name="T2" fmla="*/ 931 w 959"/>
                    <a:gd name="T3" fmla="*/ 708 h 789"/>
                    <a:gd name="T4" fmla="*/ 933 w 959"/>
                    <a:gd name="T5" fmla="*/ 673 h 789"/>
                    <a:gd name="T6" fmla="*/ 929 w 959"/>
                    <a:gd name="T7" fmla="*/ 621 h 789"/>
                    <a:gd name="T8" fmla="*/ 884 w 959"/>
                    <a:gd name="T9" fmla="*/ 609 h 789"/>
                    <a:gd name="T10" fmla="*/ 825 w 959"/>
                    <a:gd name="T11" fmla="*/ 533 h 789"/>
                    <a:gd name="T12" fmla="*/ 839 w 959"/>
                    <a:gd name="T13" fmla="*/ 453 h 789"/>
                    <a:gd name="T14" fmla="*/ 784 w 959"/>
                    <a:gd name="T15" fmla="*/ 364 h 789"/>
                    <a:gd name="T16" fmla="*/ 780 w 959"/>
                    <a:gd name="T17" fmla="*/ 315 h 789"/>
                    <a:gd name="T18" fmla="*/ 784 w 959"/>
                    <a:gd name="T19" fmla="*/ 280 h 789"/>
                    <a:gd name="T20" fmla="*/ 799 w 959"/>
                    <a:gd name="T21" fmla="*/ 225 h 789"/>
                    <a:gd name="T22" fmla="*/ 786 w 959"/>
                    <a:gd name="T23" fmla="*/ 189 h 789"/>
                    <a:gd name="T24" fmla="*/ 723 w 959"/>
                    <a:gd name="T25" fmla="*/ 149 h 789"/>
                    <a:gd name="T26" fmla="*/ 648 w 959"/>
                    <a:gd name="T27" fmla="*/ 116 h 789"/>
                    <a:gd name="T28" fmla="*/ 602 w 959"/>
                    <a:gd name="T29" fmla="*/ 103 h 789"/>
                    <a:gd name="T30" fmla="*/ 556 w 959"/>
                    <a:gd name="T31" fmla="*/ 85 h 789"/>
                    <a:gd name="T32" fmla="*/ 487 w 959"/>
                    <a:gd name="T33" fmla="*/ 115 h 789"/>
                    <a:gd name="T34" fmla="*/ 452 w 959"/>
                    <a:gd name="T35" fmla="*/ 133 h 789"/>
                    <a:gd name="T36" fmla="*/ 399 w 959"/>
                    <a:gd name="T37" fmla="*/ 164 h 789"/>
                    <a:gd name="T38" fmla="*/ 309 w 959"/>
                    <a:gd name="T39" fmla="*/ 155 h 789"/>
                    <a:gd name="T40" fmla="*/ 233 w 959"/>
                    <a:gd name="T41" fmla="*/ 110 h 789"/>
                    <a:gd name="T42" fmla="*/ 199 w 959"/>
                    <a:gd name="T43" fmla="*/ 69 h 789"/>
                    <a:gd name="T44" fmla="*/ 181 w 959"/>
                    <a:gd name="T45" fmla="*/ 33 h 789"/>
                    <a:gd name="T46" fmla="*/ 128 w 959"/>
                    <a:gd name="T47" fmla="*/ 35 h 789"/>
                    <a:gd name="T48" fmla="*/ 45 w 959"/>
                    <a:gd name="T49" fmla="*/ 30 h 789"/>
                    <a:gd name="T50" fmla="*/ 0 w 959"/>
                    <a:gd name="T51" fmla="*/ 24 h 789"/>
                    <a:gd name="T52" fmla="*/ 24 w 959"/>
                    <a:gd name="T53" fmla="*/ 78 h 789"/>
                    <a:gd name="T54" fmla="*/ 37 w 959"/>
                    <a:gd name="T55" fmla="*/ 129 h 789"/>
                    <a:gd name="T56" fmla="*/ 79 w 959"/>
                    <a:gd name="T57" fmla="*/ 203 h 789"/>
                    <a:gd name="T58" fmla="*/ 123 w 959"/>
                    <a:gd name="T59" fmla="*/ 212 h 789"/>
                    <a:gd name="T60" fmla="*/ 110 w 959"/>
                    <a:gd name="T61" fmla="*/ 258 h 789"/>
                    <a:gd name="T62" fmla="*/ 96 w 959"/>
                    <a:gd name="T63" fmla="*/ 286 h 789"/>
                    <a:gd name="T64" fmla="*/ 140 w 959"/>
                    <a:gd name="T65" fmla="*/ 344 h 789"/>
                    <a:gd name="T66" fmla="*/ 185 w 959"/>
                    <a:gd name="T67" fmla="*/ 390 h 789"/>
                    <a:gd name="T68" fmla="*/ 220 w 959"/>
                    <a:gd name="T69" fmla="*/ 472 h 789"/>
                    <a:gd name="T70" fmla="*/ 253 w 959"/>
                    <a:gd name="T71" fmla="*/ 510 h 789"/>
                    <a:gd name="T72" fmla="*/ 298 w 959"/>
                    <a:gd name="T73" fmla="*/ 516 h 789"/>
                    <a:gd name="T74" fmla="*/ 316 w 959"/>
                    <a:gd name="T75" fmla="*/ 524 h 789"/>
                    <a:gd name="T76" fmla="*/ 338 w 959"/>
                    <a:gd name="T77" fmla="*/ 541 h 789"/>
                    <a:gd name="T78" fmla="*/ 371 w 959"/>
                    <a:gd name="T79" fmla="*/ 583 h 789"/>
                    <a:gd name="T80" fmla="*/ 387 w 959"/>
                    <a:gd name="T81" fmla="*/ 600 h 789"/>
                    <a:gd name="T82" fmla="*/ 431 w 959"/>
                    <a:gd name="T83" fmla="*/ 644 h 789"/>
                    <a:gd name="T84" fmla="*/ 526 w 959"/>
                    <a:gd name="T85" fmla="*/ 703 h 789"/>
                    <a:gd name="T86" fmla="*/ 565 w 959"/>
                    <a:gd name="T87" fmla="*/ 715 h 789"/>
                    <a:gd name="T88" fmla="*/ 606 w 959"/>
                    <a:gd name="T89" fmla="*/ 691 h 789"/>
                    <a:gd name="T90" fmla="*/ 641 w 959"/>
                    <a:gd name="T91" fmla="*/ 682 h 789"/>
                    <a:gd name="T92" fmla="*/ 718 w 959"/>
                    <a:gd name="T93" fmla="*/ 752 h 789"/>
                    <a:gd name="T94" fmla="*/ 805 w 959"/>
                    <a:gd name="T95" fmla="*/ 781 h 789"/>
                    <a:gd name="T96" fmla="*/ 889 w 959"/>
                    <a:gd name="T97" fmla="*/ 786 h 7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959" h="789">
                      <a:moveTo>
                        <a:pt x="890" y="786"/>
                      </a:moveTo>
                      <a:cubicBezTo>
                        <a:pt x="889" y="779"/>
                        <a:pt x="885" y="751"/>
                        <a:pt x="890" y="749"/>
                      </a:cubicBezTo>
                      <a:cubicBezTo>
                        <a:pt x="896" y="746"/>
                        <a:pt x="900" y="739"/>
                        <a:pt x="900" y="739"/>
                      </a:cubicBezTo>
                      <a:cubicBezTo>
                        <a:pt x="902" y="728"/>
                        <a:pt x="902" y="728"/>
                        <a:pt x="902" y="728"/>
                      </a:cubicBezTo>
                      <a:cubicBezTo>
                        <a:pt x="902" y="728"/>
                        <a:pt x="911" y="730"/>
                        <a:pt x="915" y="724"/>
                      </a:cubicBezTo>
                      <a:cubicBezTo>
                        <a:pt x="919" y="718"/>
                        <a:pt x="913" y="714"/>
                        <a:pt x="931" y="708"/>
                      </a:cubicBezTo>
                      <a:cubicBezTo>
                        <a:pt x="949" y="702"/>
                        <a:pt x="951" y="715"/>
                        <a:pt x="955" y="710"/>
                      </a:cubicBezTo>
                      <a:cubicBezTo>
                        <a:pt x="959" y="705"/>
                        <a:pt x="958" y="689"/>
                        <a:pt x="950" y="678"/>
                      </a:cubicBezTo>
                      <a:cubicBezTo>
                        <a:pt x="942" y="667"/>
                        <a:pt x="936" y="680"/>
                        <a:pt x="933" y="673"/>
                      </a:cubicBezTo>
                      <a:cubicBezTo>
                        <a:pt x="930" y="666"/>
                        <a:pt x="931" y="643"/>
                        <a:pt x="931" y="643"/>
                      </a:cubicBezTo>
                      <a:cubicBezTo>
                        <a:pt x="928" y="641"/>
                        <a:pt x="928" y="641"/>
                        <a:pt x="928" y="641"/>
                      </a:cubicBezTo>
                      <a:cubicBezTo>
                        <a:pt x="929" y="621"/>
                        <a:pt x="929" y="621"/>
                        <a:pt x="929" y="621"/>
                      </a:cubicBezTo>
                      <a:cubicBezTo>
                        <a:pt x="916" y="622"/>
                        <a:pt x="916" y="622"/>
                        <a:pt x="916" y="622"/>
                      </a:cubicBezTo>
                      <a:cubicBezTo>
                        <a:pt x="907" y="611"/>
                        <a:pt x="907" y="611"/>
                        <a:pt x="907" y="611"/>
                      </a:cubicBezTo>
                      <a:cubicBezTo>
                        <a:pt x="907" y="611"/>
                        <a:pt x="892" y="619"/>
                        <a:pt x="884" y="609"/>
                      </a:cubicBezTo>
                      <a:cubicBezTo>
                        <a:pt x="876" y="599"/>
                        <a:pt x="862" y="579"/>
                        <a:pt x="856" y="568"/>
                      </a:cubicBezTo>
                      <a:cubicBezTo>
                        <a:pt x="850" y="557"/>
                        <a:pt x="830" y="538"/>
                        <a:pt x="830" y="538"/>
                      </a:cubicBezTo>
                      <a:cubicBezTo>
                        <a:pt x="830" y="538"/>
                        <a:pt x="825" y="537"/>
                        <a:pt x="825" y="533"/>
                      </a:cubicBezTo>
                      <a:cubicBezTo>
                        <a:pt x="825" y="529"/>
                        <a:pt x="841" y="515"/>
                        <a:pt x="848" y="505"/>
                      </a:cubicBezTo>
                      <a:cubicBezTo>
                        <a:pt x="855" y="495"/>
                        <a:pt x="866" y="482"/>
                        <a:pt x="860" y="465"/>
                      </a:cubicBezTo>
                      <a:cubicBezTo>
                        <a:pt x="854" y="448"/>
                        <a:pt x="839" y="453"/>
                        <a:pt x="839" y="453"/>
                      </a:cubicBezTo>
                      <a:cubicBezTo>
                        <a:pt x="839" y="453"/>
                        <a:pt x="809" y="453"/>
                        <a:pt x="809" y="445"/>
                      </a:cubicBezTo>
                      <a:cubicBezTo>
                        <a:pt x="809" y="437"/>
                        <a:pt x="809" y="423"/>
                        <a:pt x="809" y="412"/>
                      </a:cubicBezTo>
                      <a:cubicBezTo>
                        <a:pt x="809" y="401"/>
                        <a:pt x="782" y="377"/>
                        <a:pt x="784" y="364"/>
                      </a:cubicBezTo>
                      <a:cubicBezTo>
                        <a:pt x="786" y="351"/>
                        <a:pt x="801" y="343"/>
                        <a:pt x="800" y="337"/>
                      </a:cubicBezTo>
                      <a:cubicBezTo>
                        <a:pt x="799" y="331"/>
                        <a:pt x="778" y="334"/>
                        <a:pt x="778" y="334"/>
                      </a:cubicBezTo>
                      <a:cubicBezTo>
                        <a:pt x="780" y="315"/>
                        <a:pt x="780" y="315"/>
                        <a:pt x="780" y="315"/>
                      </a:cubicBezTo>
                      <a:cubicBezTo>
                        <a:pt x="780" y="315"/>
                        <a:pt x="769" y="306"/>
                        <a:pt x="772" y="301"/>
                      </a:cubicBezTo>
                      <a:cubicBezTo>
                        <a:pt x="775" y="296"/>
                        <a:pt x="789" y="291"/>
                        <a:pt x="789" y="291"/>
                      </a:cubicBezTo>
                      <a:cubicBezTo>
                        <a:pt x="784" y="280"/>
                        <a:pt x="784" y="280"/>
                        <a:pt x="784" y="280"/>
                      </a:cubicBezTo>
                      <a:cubicBezTo>
                        <a:pt x="798" y="276"/>
                        <a:pt x="798" y="276"/>
                        <a:pt x="798" y="276"/>
                      </a:cubicBezTo>
                      <a:cubicBezTo>
                        <a:pt x="798" y="276"/>
                        <a:pt x="791" y="246"/>
                        <a:pt x="792" y="239"/>
                      </a:cubicBezTo>
                      <a:cubicBezTo>
                        <a:pt x="793" y="232"/>
                        <a:pt x="799" y="225"/>
                        <a:pt x="799" y="225"/>
                      </a:cubicBezTo>
                      <a:cubicBezTo>
                        <a:pt x="792" y="207"/>
                        <a:pt x="792" y="207"/>
                        <a:pt x="792" y="207"/>
                      </a:cubicBezTo>
                      <a:cubicBezTo>
                        <a:pt x="793" y="192"/>
                        <a:pt x="793" y="192"/>
                        <a:pt x="793" y="192"/>
                      </a:cubicBezTo>
                      <a:cubicBezTo>
                        <a:pt x="786" y="189"/>
                        <a:pt x="786" y="189"/>
                        <a:pt x="786" y="189"/>
                      </a:cubicBezTo>
                      <a:cubicBezTo>
                        <a:pt x="785" y="167"/>
                        <a:pt x="785" y="167"/>
                        <a:pt x="785" y="167"/>
                      </a:cubicBezTo>
                      <a:cubicBezTo>
                        <a:pt x="743" y="169"/>
                        <a:pt x="743" y="169"/>
                        <a:pt x="743" y="169"/>
                      </a:cubicBezTo>
                      <a:cubicBezTo>
                        <a:pt x="743" y="169"/>
                        <a:pt x="729" y="153"/>
                        <a:pt x="723" y="149"/>
                      </a:cubicBezTo>
                      <a:cubicBezTo>
                        <a:pt x="717" y="145"/>
                        <a:pt x="704" y="143"/>
                        <a:pt x="704" y="143"/>
                      </a:cubicBezTo>
                      <a:cubicBezTo>
                        <a:pt x="704" y="143"/>
                        <a:pt x="696" y="125"/>
                        <a:pt x="691" y="121"/>
                      </a:cubicBezTo>
                      <a:cubicBezTo>
                        <a:pt x="686" y="117"/>
                        <a:pt x="648" y="116"/>
                        <a:pt x="648" y="116"/>
                      </a:cubicBezTo>
                      <a:cubicBezTo>
                        <a:pt x="645" y="120"/>
                        <a:pt x="645" y="120"/>
                        <a:pt x="645" y="120"/>
                      </a:cubicBezTo>
                      <a:cubicBezTo>
                        <a:pt x="645" y="120"/>
                        <a:pt x="624" y="103"/>
                        <a:pt x="619" y="103"/>
                      </a:cubicBezTo>
                      <a:cubicBezTo>
                        <a:pt x="614" y="103"/>
                        <a:pt x="602" y="103"/>
                        <a:pt x="602" y="103"/>
                      </a:cubicBezTo>
                      <a:cubicBezTo>
                        <a:pt x="602" y="103"/>
                        <a:pt x="601" y="89"/>
                        <a:pt x="595" y="85"/>
                      </a:cubicBezTo>
                      <a:cubicBezTo>
                        <a:pt x="589" y="81"/>
                        <a:pt x="580" y="86"/>
                        <a:pt x="580" y="86"/>
                      </a:cubicBezTo>
                      <a:cubicBezTo>
                        <a:pt x="580" y="86"/>
                        <a:pt x="559" y="83"/>
                        <a:pt x="556" y="85"/>
                      </a:cubicBezTo>
                      <a:cubicBezTo>
                        <a:pt x="553" y="87"/>
                        <a:pt x="551" y="93"/>
                        <a:pt x="551" y="93"/>
                      </a:cubicBezTo>
                      <a:cubicBezTo>
                        <a:pt x="551" y="93"/>
                        <a:pt x="535" y="88"/>
                        <a:pt x="524" y="90"/>
                      </a:cubicBezTo>
                      <a:cubicBezTo>
                        <a:pt x="513" y="92"/>
                        <a:pt x="487" y="115"/>
                        <a:pt x="487" y="115"/>
                      </a:cubicBezTo>
                      <a:cubicBezTo>
                        <a:pt x="487" y="123"/>
                        <a:pt x="487" y="123"/>
                        <a:pt x="487" y="123"/>
                      </a:cubicBezTo>
                      <a:cubicBezTo>
                        <a:pt x="487" y="123"/>
                        <a:pt x="476" y="132"/>
                        <a:pt x="472" y="133"/>
                      </a:cubicBezTo>
                      <a:cubicBezTo>
                        <a:pt x="468" y="134"/>
                        <a:pt x="452" y="133"/>
                        <a:pt x="452" y="133"/>
                      </a:cubicBezTo>
                      <a:cubicBezTo>
                        <a:pt x="452" y="133"/>
                        <a:pt x="472" y="159"/>
                        <a:pt x="460" y="161"/>
                      </a:cubicBezTo>
                      <a:cubicBezTo>
                        <a:pt x="448" y="163"/>
                        <a:pt x="437" y="156"/>
                        <a:pt x="437" y="156"/>
                      </a:cubicBezTo>
                      <a:cubicBezTo>
                        <a:pt x="437" y="156"/>
                        <a:pt x="412" y="161"/>
                        <a:pt x="399" y="164"/>
                      </a:cubicBezTo>
                      <a:cubicBezTo>
                        <a:pt x="386" y="167"/>
                        <a:pt x="379" y="176"/>
                        <a:pt x="371" y="175"/>
                      </a:cubicBezTo>
                      <a:cubicBezTo>
                        <a:pt x="363" y="174"/>
                        <a:pt x="355" y="165"/>
                        <a:pt x="345" y="165"/>
                      </a:cubicBezTo>
                      <a:cubicBezTo>
                        <a:pt x="335" y="165"/>
                        <a:pt x="323" y="165"/>
                        <a:pt x="309" y="155"/>
                      </a:cubicBezTo>
                      <a:cubicBezTo>
                        <a:pt x="295" y="145"/>
                        <a:pt x="287" y="128"/>
                        <a:pt x="287" y="128"/>
                      </a:cubicBezTo>
                      <a:cubicBezTo>
                        <a:pt x="287" y="128"/>
                        <a:pt x="258" y="125"/>
                        <a:pt x="255" y="125"/>
                      </a:cubicBezTo>
                      <a:cubicBezTo>
                        <a:pt x="252" y="125"/>
                        <a:pt x="240" y="118"/>
                        <a:pt x="233" y="110"/>
                      </a:cubicBezTo>
                      <a:cubicBezTo>
                        <a:pt x="226" y="102"/>
                        <a:pt x="218" y="80"/>
                        <a:pt x="218" y="80"/>
                      </a:cubicBezTo>
                      <a:cubicBezTo>
                        <a:pt x="208" y="78"/>
                        <a:pt x="208" y="78"/>
                        <a:pt x="208" y="78"/>
                      </a:cubicBezTo>
                      <a:cubicBezTo>
                        <a:pt x="208" y="78"/>
                        <a:pt x="205" y="72"/>
                        <a:pt x="199" y="69"/>
                      </a:cubicBezTo>
                      <a:cubicBezTo>
                        <a:pt x="193" y="66"/>
                        <a:pt x="180" y="58"/>
                        <a:pt x="180" y="53"/>
                      </a:cubicBezTo>
                      <a:cubicBezTo>
                        <a:pt x="180" y="48"/>
                        <a:pt x="190" y="52"/>
                        <a:pt x="190" y="46"/>
                      </a:cubicBezTo>
                      <a:cubicBezTo>
                        <a:pt x="190" y="40"/>
                        <a:pt x="181" y="38"/>
                        <a:pt x="181" y="33"/>
                      </a:cubicBezTo>
                      <a:cubicBezTo>
                        <a:pt x="181" y="28"/>
                        <a:pt x="190" y="28"/>
                        <a:pt x="188" y="22"/>
                      </a:cubicBezTo>
                      <a:cubicBezTo>
                        <a:pt x="186" y="16"/>
                        <a:pt x="179" y="4"/>
                        <a:pt x="173" y="4"/>
                      </a:cubicBezTo>
                      <a:cubicBezTo>
                        <a:pt x="167" y="4"/>
                        <a:pt x="131" y="31"/>
                        <a:pt x="128" y="35"/>
                      </a:cubicBezTo>
                      <a:cubicBezTo>
                        <a:pt x="125" y="39"/>
                        <a:pt x="117" y="50"/>
                        <a:pt x="114" y="51"/>
                      </a:cubicBezTo>
                      <a:cubicBezTo>
                        <a:pt x="111" y="52"/>
                        <a:pt x="102" y="52"/>
                        <a:pt x="87" y="52"/>
                      </a:cubicBezTo>
                      <a:cubicBezTo>
                        <a:pt x="72" y="52"/>
                        <a:pt x="55" y="38"/>
                        <a:pt x="45" y="30"/>
                      </a:cubicBezTo>
                      <a:cubicBezTo>
                        <a:pt x="35" y="22"/>
                        <a:pt x="38" y="4"/>
                        <a:pt x="29" y="2"/>
                      </a:cubicBezTo>
                      <a:cubicBezTo>
                        <a:pt x="20" y="0"/>
                        <a:pt x="16" y="22"/>
                        <a:pt x="16" y="22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5"/>
                        <a:pt x="19" y="76"/>
                        <a:pt x="24" y="78"/>
                      </a:cubicBezTo>
                      <a:cubicBezTo>
                        <a:pt x="29" y="80"/>
                        <a:pt x="16" y="99"/>
                        <a:pt x="16" y="99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53" y="134"/>
                        <a:pt x="53" y="134"/>
                        <a:pt x="53" y="134"/>
                      </a:cubicBezTo>
                      <a:cubicBezTo>
                        <a:pt x="53" y="134"/>
                        <a:pt x="58" y="171"/>
                        <a:pt x="70" y="182"/>
                      </a:cubicBezTo>
                      <a:cubicBezTo>
                        <a:pt x="82" y="193"/>
                        <a:pt x="79" y="203"/>
                        <a:pt x="79" y="203"/>
                      </a:cubicBezTo>
                      <a:cubicBezTo>
                        <a:pt x="93" y="205"/>
                        <a:pt x="93" y="205"/>
                        <a:pt x="93" y="205"/>
                      </a:cubicBezTo>
                      <a:cubicBezTo>
                        <a:pt x="104" y="217"/>
                        <a:pt x="104" y="217"/>
                        <a:pt x="104" y="217"/>
                      </a:cubicBezTo>
                      <a:cubicBezTo>
                        <a:pt x="104" y="217"/>
                        <a:pt x="118" y="208"/>
                        <a:pt x="123" y="212"/>
                      </a:cubicBezTo>
                      <a:cubicBezTo>
                        <a:pt x="128" y="216"/>
                        <a:pt x="112" y="225"/>
                        <a:pt x="112" y="229"/>
                      </a:cubicBezTo>
                      <a:cubicBezTo>
                        <a:pt x="112" y="233"/>
                        <a:pt x="126" y="242"/>
                        <a:pt x="123" y="250"/>
                      </a:cubicBezTo>
                      <a:cubicBezTo>
                        <a:pt x="120" y="258"/>
                        <a:pt x="110" y="258"/>
                        <a:pt x="110" y="258"/>
                      </a:cubicBezTo>
                      <a:cubicBezTo>
                        <a:pt x="109" y="267"/>
                        <a:pt x="109" y="267"/>
                        <a:pt x="109" y="267"/>
                      </a:cubicBezTo>
                      <a:cubicBezTo>
                        <a:pt x="110" y="280"/>
                        <a:pt x="110" y="280"/>
                        <a:pt x="110" y="280"/>
                      </a:cubicBezTo>
                      <a:cubicBezTo>
                        <a:pt x="110" y="280"/>
                        <a:pt x="97" y="279"/>
                        <a:pt x="96" y="286"/>
                      </a:cubicBezTo>
                      <a:cubicBezTo>
                        <a:pt x="95" y="293"/>
                        <a:pt x="104" y="300"/>
                        <a:pt x="104" y="300"/>
                      </a:cubicBezTo>
                      <a:cubicBezTo>
                        <a:pt x="104" y="300"/>
                        <a:pt x="94" y="305"/>
                        <a:pt x="96" y="314"/>
                      </a:cubicBezTo>
                      <a:cubicBezTo>
                        <a:pt x="98" y="323"/>
                        <a:pt x="140" y="344"/>
                        <a:pt x="140" y="344"/>
                      </a:cubicBezTo>
                      <a:cubicBezTo>
                        <a:pt x="140" y="371"/>
                        <a:pt x="140" y="371"/>
                        <a:pt x="140" y="371"/>
                      </a:cubicBezTo>
                      <a:cubicBezTo>
                        <a:pt x="153" y="372"/>
                        <a:pt x="153" y="372"/>
                        <a:pt x="153" y="372"/>
                      </a:cubicBezTo>
                      <a:cubicBezTo>
                        <a:pt x="153" y="372"/>
                        <a:pt x="174" y="390"/>
                        <a:pt x="185" y="390"/>
                      </a:cubicBezTo>
                      <a:cubicBezTo>
                        <a:pt x="196" y="390"/>
                        <a:pt x="198" y="402"/>
                        <a:pt x="198" y="402"/>
                      </a:cubicBezTo>
                      <a:cubicBezTo>
                        <a:pt x="220" y="427"/>
                        <a:pt x="220" y="427"/>
                        <a:pt x="220" y="427"/>
                      </a:cubicBezTo>
                      <a:cubicBezTo>
                        <a:pt x="220" y="427"/>
                        <a:pt x="212" y="466"/>
                        <a:pt x="220" y="472"/>
                      </a:cubicBezTo>
                      <a:cubicBezTo>
                        <a:pt x="228" y="478"/>
                        <a:pt x="233" y="478"/>
                        <a:pt x="233" y="478"/>
                      </a:cubicBezTo>
                      <a:cubicBezTo>
                        <a:pt x="237" y="497"/>
                        <a:pt x="237" y="497"/>
                        <a:pt x="237" y="497"/>
                      </a:cubicBezTo>
                      <a:cubicBezTo>
                        <a:pt x="237" y="497"/>
                        <a:pt x="252" y="501"/>
                        <a:pt x="253" y="510"/>
                      </a:cubicBezTo>
                      <a:cubicBezTo>
                        <a:pt x="254" y="519"/>
                        <a:pt x="275" y="533"/>
                        <a:pt x="282" y="528"/>
                      </a:cubicBezTo>
                      <a:cubicBezTo>
                        <a:pt x="289" y="523"/>
                        <a:pt x="267" y="512"/>
                        <a:pt x="283" y="505"/>
                      </a:cubicBezTo>
                      <a:cubicBezTo>
                        <a:pt x="299" y="498"/>
                        <a:pt x="298" y="516"/>
                        <a:pt x="298" y="516"/>
                      </a:cubicBezTo>
                      <a:cubicBezTo>
                        <a:pt x="305" y="522"/>
                        <a:pt x="305" y="522"/>
                        <a:pt x="305" y="522"/>
                      </a:cubicBezTo>
                      <a:cubicBezTo>
                        <a:pt x="306" y="521"/>
                        <a:pt x="308" y="521"/>
                        <a:pt x="311" y="522"/>
                      </a:cubicBezTo>
                      <a:cubicBezTo>
                        <a:pt x="313" y="523"/>
                        <a:pt x="314" y="523"/>
                        <a:pt x="316" y="524"/>
                      </a:cubicBezTo>
                      <a:cubicBezTo>
                        <a:pt x="317" y="523"/>
                        <a:pt x="318" y="521"/>
                        <a:pt x="318" y="520"/>
                      </a:cubicBezTo>
                      <a:cubicBezTo>
                        <a:pt x="319" y="516"/>
                        <a:pt x="330" y="513"/>
                        <a:pt x="333" y="515"/>
                      </a:cubicBezTo>
                      <a:cubicBezTo>
                        <a:pt x="336" y="517"/>
                        <a:pt x="331" y="538"/>
                        <a:pt x="338" y="541"/>
                      </a:cubicBezTo>
                      <a:cubicBezTo>
                        <a:pt x="345" y="544"/>
                        <a:pt x="360" y="555"/>
                        <a:pt x="360" y="555"/>
                      </a:cubicBezTo>
                      <a:cubicBezTo>
                        <a:pt x="360" y="555"/>
                        <a:pt x="358" y="560"/>
                        <a:pt x="358" y="565"/>
                      </a:cubicBezTo>
                      <a:cubicBezTo>
                        <a:pt x="363" y="571"/>
                        <a:pt x="368" y="577"/>
                        <a:pt x="371" y="583"/>
                      </a:cubicBezTo>
                      <a:cubicBezTo>
                        <a:pt x="371" y="583"/>
                        <a:pt x="371" y="583"/>
                        <a:pt x="371" y="583"/>
                      </a:cubicBezTo>
                      <a:cubicBezTo>
                        <a:pt x="375" y="585"/>
                        <a:pt x="378" y="587"/>
                        <a:pt x="378" y="587"/>
                      </a:cubicBezTo>
                      <a:cubicBezTo>
                        <a:pt x="387" y="600"/>
                        <a:pt x="387" y="600"/>
                        <a:pt x="387" y="600"/>
                      </a:cubicBezTo>
                      <a:cubicBezTo>
                        <a:pt x="387" y="600"/>
                        <a:pt x="389" y="624"/>
                        <a:pt x="399" y="626"/>
                      </a:cubicBezTo>
                      <a:cubicBezTo>
                        <a:pt x="409" y="628"/>
                        <a:pt x="409" y="644"/>
                        <a:pt x="409" y="644"/>
                      </a:cubicBezTo>
                      <a:cubicBezTo>
                        <a:pt x="431" y="644"/>
                        <a:pt x="431" y="644"/>
                        <a:pt x="431" y="644"/>
                      </a:cubicBezTo>
                      <a:cubicBezTo>
                        <a:pt x="443" y="656"/>
                        <a:pt x="443" y="656"/>
                        <a:pt x="443" y="656"/>
                      </a:cubicBezTo>
                      <a:cubicBezTo>
                        <a:pt x="451" y="654"/>
                        <a:pt x="458" y="652"/>
                        <a:pt x="465" y="656"/>
                      </a:cubicBezTo>
                      <a:cubicBezTo>
                        <a:pt x="475" y="661"/>
                        <a:pt x="504" y="686"/>
                        <a:pt x="526" y="703"/>
                      </a:cubicBezTo>
                      <a:cubicBezTo>
                        <a:pt x="527" y="704"/>
                        <a:pt x="528" y="704"/>
                        <a:pt x="529" y="704"/>
                      </a:cubicBezTo>
                      <a:cubicBezTo>
                        <a:pt x="535" y="704"/>
                        <a:pt x="546" y="706"/>
                        <a:pt x="546" y="706"/>
                      </a:cubicBezTo>
                      <a:cubicBezTo>
                        <a:pt x="546" y="706"/>
                        <a:pt x="549" y="720"/>
                        <a:pt x="565" y="715"/>
                      </a:cubicBezTo>
                      <a:cubicBezTo>
                        <a:pt x="581" y="710"/>
                        <a:pt x="584" y="703"/>
                        <a:pt x="584" y="703"/>
                      </a:cubicBezTo>
                      <a:cubicBezTo>
                        <a:pt x="600" y="705"/>
                        <a:pt x="600" y="705"/>
                        <a:pt x="600" y="705"/>
                      </a:cubicBezTo>
                      <a:cubicBezTo>
                        <a:pt x="606" y="691"/>
                        <a:pt x="606" y="691"/>
                        <a:pt x="606" y="691"/>
                      </a:cubicBezTo>
                      <a:cubicBezTo>
                        <a:pt x="620" y="689"/>
                        <a:pt x="620" y="689"/>
                        <a:pt x="620" y="689"/>
                      </a:cubicBezTo>
                      <a:cubicBezTo>
                        <a:pt x="636" y="674"/>
                        <a:pt x="636" y="674"/>
                        <a:pt x="636" y="674"/>
                      </a:cubicBezTo>
                      <a:cubicBezTo>
                        <a:pt x="641" y="682"/>
                        <a:pt x="641" y="682"/>
                        <a:pt x="641" y="682"/>
                      </a:cubicBezTo>
                      <a:cubicBezTo>
                        <a:pt x="649" y="680"/>
                        <a:pt x="656" y="679"/>
                        <a:pt x="659" y="683"/>
                      </a:cubicBezTo>
                      <a:cubicBezTo>
                        <a:pt x="672" y="694"/>
                        <a:pt x="686" y="717"/>
                        <a:pt x="688" y="735"/>
                      </a:cubicBezTo>
                      <a:cubicBezTo>
                        <a:pt x="690" y="754"/>
                        <a:pt x="718" y="752"/>
                        <a:pt x="718" y="752"/>
                      </a:cubicBezTo>
                      <a:cubicBezTo>
                        <a:pt x="718" y="752"/>
                        <a:pt x="717" y="759"/>
                        <a:pt x="730" y="762"/>
                      </a:cubicBezTo>
                      <a:cubicBezTo>
                        <a:pt x="743" y="765"/>
                        <a:pt x="774" y="761"/>
                        <a:pt x="774" y="761"/>
                      </a:cubicBezTo>
                      <a:cubicBezTo>
                        <a:pt x="774" y="761"/>
                        <a:pt x="800" y="781"/>
                        <a:pt x="805" y="781"/>
                      </a:cubicBezTo>
                      <a:cubicBezTo>
                        <a:pt x="810" y="781"/>
                        <a:pt x="828" y="772"/>
                        <a:pt x="828" y="772"/>
                      </a:cubicBezTo>
                      <a:cubicBezTo>
                        <a:pt x="828" y="772"/>
                        <a:pt x="854" y="788"/>
                        <a:pt x="872" y="789"/>
                      </a:cubicBezTo>
                      <a:cubicBezTo>
                        <a:pt x="878" y="789"/>
                        <a:pt x="884" y="788"/>
                        <a:pt x="889" y="786"/>
                      </a:cubicBezTo>
                      <a:lnTo>
                        <a:pt x="890" y="78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2" name="Freeform 234"/>
                <p:cNvSpPr>
                  <a:spLocks/>
                </p:cNvSpPr>
                <p:nvPr/>
              </p:nvSpPr>
              <p:spPr bwMode="gray">
                <a:xfrm>
                  <a:off x="609" y="-15189"/>
                  <a:ext cx="879" cy="563"/>
                </a:xfrm>
                <a:custGeom>
                  <a:avLst/>
                  <a:gdLst>
                    <a:gd name="T0" fmla="*/ 345 w 372"/>
                    <a:gd name="T1" fmla="*/ 142 h 238"/>
                    <a:gd name="T2" fmla="*/ 291 w 372"/>
                    <a:gd name="T3" fmla="*/ 132 h 238"/>
                    <a:gd name="T4" fmla="*/ 275 w 372"/>
                    <a:gd name="T5" fmla="*/ 99 h 238"/>
                    <a:gd name="T6" fmla="*/ 266 w 372"/>
                    <a:gd name="T7" fmla="*/ 79 h 238"/>
                    <a:gd name="T8" fmla="*/ 230 w 372"/>
                    <a:gd name="T9" fmla="*/ 87 h 238"/>
                    <a:gd name="T10" fmla="*/ 210 w 372"/>
                    <a:gd name="T11" fmla="*/ 90 h 238"/>
                    <a:gd name="T12" fmla="*/ 176 w 372"/>
                    <a:gd name="T13" fmla="*/ 76 h 238"/>
                    <a:gd name="T14" fmla="*/ 142 w 372"/>
                    <a:gd name="T15" fmla="*/ 77 h 238"/>
                    <a:gd name="T16" fmla="*/ 108 w 372"/>
                    <a:gd name="T17" fmla="*/ 75 h 238"/>
                    <a:gd name="T18" fmla="*/ 76 w 372"/>
                    <a:gd name="T19" fmla="*/ 62 h 238"/>
                    <a:gd name="T20" fmla="*/ 101 w 372"/>
                    <a:gd name="T21" fmla="*/ 43 h 238"/>
                    <a:gd name="T22" fmla="*/ 141 w 372"/>
                    <a:gd name="T23" fmla="*/ 45 h 238"/>
                    <a:gd name="T24" fmla="*/ 133 w 372"/>
                    <a:gd name="T25" fmla="*/ 12 h 238"/>
                    <a:gd name="T26" fmla="*/ 91 w 372"/>
                    <a:gd name="T27" fmla="*/ 21 h 238"/>
                    <a:gd name="T28" fmla="*/ 65 w 372"/>
                    <a:gd name="T29" fmla="*/ 25 h 238"/>
                    <a:gd name="T30" fmla="*/ 46 w 372"/>
                    <a:gd name="T31" fmla="*/ 43 h 238"/>
                    <a:gd name="T32" fmla="*/ 49 w 372"/>
                    <a:gd name="T33" fmla="*/ 66 h 238"/>
                    <a:gd name="T34" fmla="*/ 6 w 372"/>
                    <a:gd name="T35" fmla="*/ 82 h 238"/>
                    <a:gd name="T36" fmla="*/ 14 w 372"/>
                    <a:gd name="T37" fmla="*/ 100 h 238"/>
                    <a:gd name="T38" fmla="*/ 42 w 372"/>
                    <a:gd name="T39" fmla="*/ 114 h 238"/>
                    <a:gd name="T40" fmla="*/ 61 w 372"/>
                    <a:gd name="T41" fmla="*/ 158 h 238"/>
                    <a:gd name="T42" fmla="*/ 42 w 372"/>
                    <a:gd name="T43" fmla="*/ 206 h 238"/>
                    <a:gd name="T44" fmla="*/ 89 w 372"/>
                    <a:gd name="T45" fmla="*/ 199 h 238"/>
                    <a:gd name="T46" fmla="*/ 111 w 372"/>
                    <a:gd name="T47" fmla="*/ 189 h 238"/>
                    <a:gd name="T48" fmla="*/ 145 w 372"/>
                    <a:gd name="T49" fmla="*/ 189 h 238"/>
                    <a:gd name="T50" fmla="*/ 142 w 372"/>
                    <a:gd name="T51" fmla="*/ 168 h 238"/>
                    <a:gd name="T52" fmla="*/ 164 w 372"/>
                    <a:gd name="T53" fmla="*/ 135 h 238"/>
                    <a:gd name="T54" fmla="*/ 184 w 372"/>
                    <a:gd name="T55" fmla="*/ 168 h 238"/>
                    <a:gd name="T56" fmla="*/ 205 w 372"/>
                    <a:gd name="T57" fmla="*/ 210 h 238"/>
                    <a:gd name="T58" fmla="*/ 249 w 372"/>
                    <a:gd name="T59" fmla="*/ 216 h 238"/>
                    <a:gd name="T60" fmla="*/ 273 w 372"/>
                    <a:gd name="T61" fmla="*/ 197 h 238"/>
                    <a:gd name="T62" fmla="*/ 306 w 372"/>
                    <a:gd name="T63" fmla="*/ 202 h 238"/>
                    <a:gd name="T64" fmla="*/ 343 w 372"/>
                    <a:gd name="T65" fmla="*/ 194 h 238"/>
                    <a:gd name="T66" fmla="*/ 364 w 372"/>
                    <a:gd name="T67" fmla="*/ 197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72" h="238">
                      <a:moveTo>
                        <a:pt x="353" y="181"/>
                      </a:moveTo>
                      <a:cubicBezTo>
                        <a:pt x="346" y="174"/>
                        <a:pt x="345" y="152"/>
                        <a:pt x="345" y="142"/>
                      </a:cubicBezTo>
                      <a:cubicBezTo>
                        <a:pt x="345" y="132"/>
                        <a:pt x="333" y="129"/>
                        <a:pt x="319" y="125"/>
                      </a:cubicBezTo>
                      <a:cubicBezTo>
                        <a:pt x="305" y="121"/>
                        <a:pt x="301" y="136"/>
                        <a:pt x="291" y="132"/>
                      </a:cubicBezTo>
                      <a:cubicBezTo>
                        <a:pt x="281" y="128"/>
                        <a:pt x="289" y="110"/>
                        <a:pt x="289" y="103"/>
                      </a:cubicBezTo>
                      <a:cubicBezTo>
                        <a:pt x="289" y="96"/>
                        <a:pt x="275" y="99"/>
                        <a:pt x="275" y="99"/>
                      </a:cubicBezTo>
                      <a:cubicBezTo>
                        <a:pt x="275" y="82"/>
                        <a:pt x="275" y="82"/>
                        <a:pt x="275" y="82"/>
                      </a:cubicBezTo>
                      <a:cubicBezTo>
                        <a:pt x="266" y="79"/>
                        <a:pt x="266" y="79"/>
                        <a:pt x="266" y="79"/>
                      </a:cubicBezTo>
                      <a:cubicBezTo>
                        <a:pt x="258" y="88"/>
                        <a:pt x="258" y="88"/>
                        <a:pt x="258" y="88"/>
                      </a:cubicBezTo>
                      <a:cubicBezTo>
                        <a:pt x="230" y="87"/>
                        <a:pt x="230" y="87"/>
                        <a:pt x="230" y="87"/>
                      </a:cubicBezTo>
                      <a:cubicBezTo>
                        <a:pt x="230" y="87"/>
                        <a:pt x="226" y="90"/>
                        <a:pt x="216" y="93"/>
                      </a:cubicBezTo>
                      <a:cubicBezTo>
                        <a:pt x="206" y="96"/>
                        <a:pt x="210" y="90"/>
                        <a:pt x="210" y="90"/>
                      </a:cubicBezTo>
                      <a:cubicBezTo>
                        <a:pt x="210" y="90"/>
                        <a:pt x="198" y="93"/>
                        <a:pt x="195" y="93"/>
                      </a:cubicBezTo>
                      <a:cubicBezTo>
                        <a:pt x="192" y="93"/>
                        <a:pt x="181" y="75"/>
                        <a:pt x="176" y="76"/>
                      </a:cubicBezTo>
                      <a:cubicBezTo>
                        <a:pt x="171" y="77"/>
                        <a:pt x="160" y="85"/>
                        <a:pt x="154" y="86"/>
                      </a:cubicBezTo>
                      <a:cubicBezTo>
                        <a:pt x="148" y="87"/>
                        <a:pt x="142" y="77"/>
                        <a:pt x="142" y="77"/>
                      </a:cubicBezTo>
                      <a:cubicBezTo>
                        <a:pt x="142" y="77"/>
                        <a:pt x="135" y="76"/>
                        <a:pt x="130" y="78"/>
                      </a:cubicBezTo>
                      <a:cubicBezTo>
                        <a:pt x="125" y="80"/>
                        <a:pt x="108" y="75"/>
                        <a:pt x="108" y="75"/>
                      </a:cubicBezTo>
                      <a:cubicBezTo>
                        <a:pt x="108" y="75"/>
                        <a:pt x="93" y="80"/>
                        <a:pt x="86" y="81"/>
                      </a:cubicBezTo>
                      <a:cubicBezTo>
                        <a:pt x="79" y="82"/>
                        <a:pt x="76" y="62"/>
                        <a:pt x="76" y="62"/>
                      </a:cubicBezTo>
                      <a:cubicBezTo>
                        <a:pt x="85" y="59"/>
                        <a:pt x="85" y="59"/>
                        <a:pt x="85" y="59"/>
                      </a:cubicBezTo>
                      <a:cubicBezTo>
                        <a:pt x="85" y="59"/>
                        <a:pt x="88" y="44"/>
                        <a:pt x="101" y="43"/>
                      </a:cubicBezTo>
                      <a:cubicBezTo>
                        <a:pt x="114" y="42"/>
                        <a:pt x="124" y="52"/>
                        <a:pt x="131" y="56"/>
                      </a:cubicBezTo>
                      <a:cubicBezTo>
                        <a:pt x="138" y="60"/>
                        <a:pt x="140" y="49"/>
                        <a:pt x="141" y="45"/>
                      </a:cubicBezTo>
                      <a:cubicBezTo>
                        <a:pt x="142" y="41"/>
                        <a:pt x="117" y="33"/>
                        <a:pt x="117" y="33"/>
                      </a:cubicBezTo>
                      <a:cubicBezTo>
                        <a:pt x="133" y="12"/>
                        <a:pt x="133" y="12"/>
                        <a:pt x="133" y="12"/>
                      </a:cubicBezTo>
                      <a:cubicBezTo>
                        <a:pt x="133" y="12"/>
                        <a:pt x="118" y="0"/>
                        <a:pt x="114" y="2"/>
                      </a:cubicBezTo>
                      <a:cubicBezTo>
                        <a:pt x="110" y="4"/>
                        <a:pt x="99" y="16"/>
                        <a:pt x="91" y="21"/>
                      </a:cubicBezTo>
                      <a:cubicBezTo>
                        <a:pt x="83" y="26"/>
                        <a:pt x="80" y="12"/>
                        <a:pt x="74" y="12"/>
                      </a:cubicBezTo>
                      <a:cubicBezTo>
                        <a:pt x="68" y="12"/>
                        <a:pt x="66" y="21"/>
                        <a:pt x="65" y="25"/>
                      </a:cubicBezTo>
                      <a:cubicBezTo>
                        <a:pt x="64" y="29"/>
                        <a:pt x="77" y="36"/>
                        <a:pt x="71" y="42"/>
                      </a:cubicBezTo>
                      <a:cubicBezTo>
                        <a:pt x="65" y="48"/>
                        <a:pt x="46" y="43"/>
                        <a:pt x="46" y="43"/>
                      </a:cubicBezTo>
                      <a:cubicBezTo>
                        <a:pt x="59" y="57"/>
                        <a:pt x="59" y="57"/>
                        <a:pt x="59" y="57"/>
                      </a:cubicBezTo>
                      <a:cubicBezTo>
                        <a:pt x="49" y="66"/>
                        <a:pt x="49" y="66"/>
                        <a:pt x="49" y="66"/>
                      </a:cubicBezTo>
                      <a:cubicBezTo>
                        <a:pt x="49" y="66"/>
                        <a:pt x="61" y="71"/>
                        <a:pt x="46" y="80"/>
                      </a:cubicBezTo>
                      <a:cubicBezTo>
                        <a:pt x="31" y="89"/>
                        <a:pt x="12" y="77"/>
                        <a:pt x="6" y="82"/>
                      </a:cubicBezTo>
                      <a:cubicBezTo>
                        <a:pt x="0" y="87"/>
                        <a:pt x="0" y="97"/>
                        <a:pt x="0" y="97"/>
                      </a:cubicBezTo>
                      <a:cubicBezTo>
                        <a:pt x="14" y="100"/>
                        <a:pt x="14" y="100"/>
                        <a:pt x="14" y="100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1" y="108"/>
                        <a:pt x="37" y="109"/>
                        <a:pt x="42" y="114"/>
                      </a:cubicBezTo>
                      <a:cubicBezTo>
                        <a:pt x="47" y="119"/>
                        <a:pt x="36" y="128"/>
                        <a:pt x="42" y="138"/>
                      </a:cubicBezTo>
                      <a:cubicBezTo>
                        <a:pt x="48" y="148"/>
                        <a:pt x="61" y="147"/>
                        <a:pt x="61" y="158"/>
                      </a:cubicBezTo>
                      <a:cubicBezTo>
                        <a:pt x="61" y="169"/>
                        <a:pt x="51" y="179"/>
                        <a:pt x="44" y="187"/>
                      </a:cubicBezTo>
                      <a:cubicBezTo>
                        <a:pt x="40" y="191"/>
                        <a:pt x="41" y="200"/>
                        <a:pt x="42" y="206"/>
                      </a:cubicBezTo>
                      <a:cubicBezTo>
                        <a:pt x="48" y="211"/>
                        <a:pt x="56" y="217"/>
                        <a:pt x="58" y="218"/>
                      </a:cubicBezTo>
                      <a:cubicBezTo>
                        <a:pt x="61" y="219"/>
                        <a:pt x="86" y="199"/>
                        <a:pt x="89" y="199"/>
                      </a:cubicBezTo>
                      <a:cubicBezTo>
                        <a:pt x="92" y="199"/>
                        <a:pt x="103" y="216"/>
                        <a:pt x="107" y="214"/>
                      </a:cubicBezTo>
                      <a:cubicBezTo>
                        <a:pt x="111" y="212"/>
                        <a:pt x="106" y="194"/>
                        <a:pt x="111" y="189"/>
                      </a:cubicBezTo>
                      <a:cubicBezTo>
                        <a:pt x="116" y="184"/>
                        <a:pt x="138" y="183"/>
                        <a:pt x="138" y="183"/>
                      </a:cubicBezTo>
                      <a:cubicBezTo>
                        <a:pt x="145" y="189"/>
                        <a:pt x="145" y="189"/>
                        <a:pt x="145" y="189"/>
                      </a:cubicBezTo>
                      <a:cubicBezTo>
                        <a:pt x="150" y="175"/>
                        <a:pt x="150" y="175"/>
                        <a:pt x="150" y="175"/>
                      </a:cubicBezTo>
                      <a:cubicBezTo>
                        <a:pt x="150" y="175"/>
                        <a:pt x="142" y="175"/>
                        <a:pt x="142" y="168"/>
                      </a:cubicBezTo>
                      <a:cubicBezTo>
                        <a:pt x="142" y="161"/>
                        <a:pt x="156" y="158"/>
                        <a:pt x="156" y="154"/>
                      </a:cubicBezTo>
                      <a:cubicBezTo>
                        <a:pt x="156" y="150"/>
                        <a:pt x="155" y="135"/>
                        <a:pt x="164" y="135"/>
                      </a:cubicBezTo>
                      <a:cubicBezTo>
                        <a:pt x="173" y="135"/>
                        <a:pt x="184" y="144"/>
                        <a:pt x="184" y="149"/>
                      </a:cubicBezTo>
                      <a:cubicBezTo>
                        <a:pt x="184" y="154"/>
                        <a:pt x="184" y="168"/>
                        <a:pt x="184" y="168"/>
                      </a:cubicBezTo>
                      <a:cubicBezTo>
                        <a:pt x="198" y="168"/>
                        <a:pt x="198" y="168"/>
                        <a:pt x="198" y="168"/>
                      </a:cubicBezTo>
                      <a:cubicBezTo>
                        <a:pt x="205" y="210"/>
                        <a:pt x="205" y="210"/>
                        <a:pt x="205" y="210"/>
                      </a:cubicBezTo>
                      <a:cubicBezTo>
                        <a:pt x="205" y="210"/>
                        <a:pt x="221" y="238"/>
                        <a:pt x="228" y="235"/>
                      </a:cubicBezTo>
                      <a:cubicBezTo>
                        <a:pt x="235" y="232"/>
                        <a:pt x="249" y="216"/>
                        <a:pt x="249" y="216"/>
                      </a:cubicBezTo>
                      <a:cubicBezTo>
                        <a:pt x="259" y="216"/>
                        <a:pt x="259" y="216"/>
                        <a:pt x="259" y="216"/>
                      </a:cubicBezTo>
                      <a:cubicBezTo>
                        <a:pt x="259" y="216"/>
                        <a:pt x="266" y="205"/>
                        <a:pt x="273" y="197"/>
                      </a:cubicBezTo>
                      <a:cubicBezTo>
                        <a:pt x="280" y="189"/>
                        <a:pt x="304" y="192"/>
                        <a:pt x="304" y="192"/>
                      </a:cubicBezTo>
                      <a:cubicBezTo>
                        <a:pt x="306" y="202"/>
                        <a:pt x="306" y="202"/>
                        <a:pt x="306" y="202"/>
                      </a:cubicBezTo>
                      <a:cubicBezTo>
                        <a:pt x="330" y="194"/>
                        <a:pt x="330" y="194"/>
                        <a:pt x="330" y="194"/>
                      </a:cubicBezTo>
                      <a:cubicBezTo>
                        <a:pt x="343" y="194"/>
                        <a:pt x="343" y="194"/>
                        <a:pt x="343" y="194"/>
                      </a:cubicBezTo>
                      <a:cubicBezTo>
                        <a:pt x="350" y="199"/>
                        <a:pt x="350" y="199"/>
                        <a:pt x="350" y="199"/>
                      </a:cubicBezTo>
                      <a:cubicBezTo>
                        <a:pt x="355" y="199"/>
                        <a:pt x="361" y="199"/>
                        <a:pt x="364" y="197"/>
                      </a:cubicBezTo>
                      <a:cubicBezTo>
                        <a:pt x="372" y="191"/>
                        <a:pt x="360" y="188"/>
                        <a:pt x="353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3" name="Freeform 235"/>
                <p:cNvSpPr>
                  <a:spLocks/>
                </p:cNvSpPr>
                <p:nvPr/>
              </p:nvSpPr>
              <p:spPr bwMode="gray">
                <a:xfrm>
                  <a:off x="789" y="-15460"/>
                  <a:ext cx="1060" cy="498"/>
                </a:xfrm>
                <a:custGeom>
                  <a:avLst/>
                  <a:gdLst>
                    <a:gd name="T0" fmla="*/ 46 w 449"/>
                    <a:gd name="T1" fmla="*/ 96 h 211"/>
                    <a:gd name="T2" fmla="*/ 76 w 449"/>
                    <a:gd name="T3" fmla="*/ 107 h 211"/>
                    <a:gd name="T4" fmla="*/ 84 w 449"/>
                    <a:gd name="T5" fmla="*/ 98 h 211"/>
                    <a:gd name="T6" fmla="*/ 95 w 449"/>
                    <a:gd name="T7" fmla="*/ 106 h 211"/>
                    <a:gd name="T8" fmla="*/ 114 w 449"/>
                    <a:gd name="T9" fmla="*/ 117 h 211"/>
                    <a:gd name="T10" fmla="*/ 132 w 449"/>
                    <a:gd name="T11" fmla="*/ 124 h 211"/>
                    <a:gd name="T12" fmla="*/ 129 w 449"/>
                    <a:gd name="T13" fmla="*/ 141 h 211"/>
                    <a:gd name="T14" fmla="*/ 115 w 449"/>
                    <a:gd name="T15" fmla="*/ 149 h 211"/>
                    <a:gd name="T16" fmla="*/ 84 w 449"/>
                    <a:gd name="T17" fmla="*/ 152 h 211"/>
                    <a:gd name="T18" fmla="*/ 65 w 449"/>
                    <a:gd name="T19" fmla="*/ 160 h 211"/>
                    <a:gd name="T20" fmla="*/ 25 w 449"/>
                    <a:gd name="T21" fmla="*/ 158 h 211"/>
                    <a:gd name="T22" fmla="*/ 0 w 449"/>
                    <a:gd name="T23" fmla="*/ 177 h 211"/>
                    <a:gd name="T24" fmla="*/ 32 w 449"/>
                    <a:gd name="T25" fmla="*/ 190 h 211"/>
                    <a:gd name="T26" fmla="*/ 66 w 449"/>
                    <a:gd name="T27" fmla="*/ 192 h 211"/>
                    <a:gd name="T28" fmla="*/ 100 w 449"/>
                    <a:gd name="T29" fmla="*/ 191 h 211"/>
                    <a:gd name="T30" fmla="*/ 134 w 449"/>
                    <a:gd name="T31" fmla="*/ 205 h 211"/>
                    <a:gd name="T32" fmla="*/ 154 w 449"/>
                    <a:gd name="T33" fmla="*/ 202 h 211"/>
                    <a:gd name="T34" fmla="*/ 190 w 449"/>
                    <a:gd name="T35" fmla="*/ 194 h 211"/>
                    <a:gd name="T36" fmla="*/ 211 w 449"/>
                    <a:gd name="T37" fmla="*/ 195 h 211"/>
                    <a:gd name="T38" fmla="*/ 231 w 449"/>
                    <a:gd name="T39" fmla="*/ 157 h 211"/>
                    <a:gd name="T40" fmla="*/ 250 w 449"/>
                    <a:gd name="T41" fmla="*/ 145 h 211"/>
                    <a:gd name="T42" fmla="*/ 278 w 449"/>
                    <a:gd name="T43" fmla="*/ 155 h 211"/>
                    <a:gd name="T44" fmla="*/ 304 w 449"/>
                    <a:gd name="T45" fmla="*/ 153 h 211"/>
                    <a:gd name="T46" fmla="*/ 327 w 449"/>
                    <a:gd name="T47" fmla="*/ 112 h 211"/>
                    <a:gd name="T48" fmla="*/ 378 w 449"/>
                    <a:gd name="T49" fmla="*/ 98 h 211"/>
                    <a:gd name="T50" fmla="*/ 429 w 449"/>
                    <a:gd name="T51" fmla="*/ 65 h 211"/>
                    <a:gd name="T52" fmla="*/ 443 w 449"/>
                    <a:gd name="T53" fmla="*/ 46 h 211"/>
                    <a:gd name="T54" fmla="*/ 401 w 449"/>
                    <a:gd name="T55" fmla="*/ 41 h 211"/>
                    <a:gd name="T56" fmla="*/ 372 w 449"/>
                    <a:gd name="T57" fmla="*/ 23 h 211"/>
                    <a:gd name="T58" fmla="*/ 332 w 449"/>
                    <a:gd name="T59" fmla="*/ 16 h 211"/>
                    <a:gd name="T60" fmla="*/ 238 w 449"/>
                    <a:gd name="T61" fmla="*/ 14 h 211"/>
                    <a:gd name="T62" fmla="*/ 194 w 449"/>
                    <a:gd name="T63" fmla="*/ 12 h 211"/>
                    <a:gd name="T64" fmla="*/ 144 w 449"/>
                    <a:gd name="T65" fmla="*/ 5 h 211"/>
                    <a:gd name="T66" fmla="*/ 138 w 449"/>
                    <a:gd name="T67" fmla="*/ 37 h 211"/>
                    <a:gd name="T68" fmla="*/ 61 w 449"/>
                    <a:gd name="T69" fmla="*/ 18 h 211"/>
                    <a:gd name="T70" fmla="*/ 57 w 449"/>
                    <a:gd name="T71" fmla="*/ 54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49" h="211">
                      <a:moveTo>
                        <a:pt x="23" y="88"/>
                      </a:moveTo>
                      <a:cubicBezTo>
                        <a:pt x="46" y="96"/>
                        <a:pt x="46" y="96"/>
                        <a:pt x="46" y="96"/>
                      </a:cubicBezTo>
                      <a:cubicBezTo>
                        <a:pt x="46" y="96"/>
                        <a:pt x="47" y="101"/>
                        <a:pt x="52" y="105"/>
                      </a:cubicBezTo>
                      <a:cubicBezTo>
                        <a:pt x="57" y="109"/>
                        <a:pt x="76" y="107"/>
                        <a:pt x="76" y="107"/>
                      </a:cubicBezTo>
                      <a:cubicBezTo>
                        <a:pt x="75" y="98"/>
                        <a:pt x="75" y="98"/>
                        <a:pt x="75" y="98"/>
                      </a:cubicBezTo>
                      <a:cubicBezTo>
                        <a:pt x="84" y="98"/>
                        <a:pt x="84" y="98"/>
                        <a:pt x="84" y="98"/>
                      </a:cubicBezTo>
                      <a:cubicBezTo>
                        <a:pt x="84" y="88"/>
                        <a:pt x="84" y="88"/>
                        <a:pt x="84" y="88"/>
                      </a:cubicBezTo>
                      <a:cubicBezTo>
                        <a:pt x="95" y="106"/>
                        <a:pt x="95" y="106"/>
                        <a:pt x="95" y="106"/>
                      </a:cubicBezTo>
                      <a:cubicBezTo>
                        <a:pt x="108" y="106"/>
                        <a:pt x="108" y="106"/>
                        <a:pt x="108" y="106"/>
                      </a:cubicBezTo>
                      <a:cubicBezTo>
                        <a:pt x="114" y="117"/>
                        <a:pt x="114" y="117"/>
                        <a:pt x="114" y="117"/>
                      </a:cubicBezTo>
                      <a:cubicBezTo>
                        <a:pt x="127" y="119"/>
                        <a:pt x="127" y="119"/>
                        <a:pt x="127" y="119"/>
                      </a:cubicBezTo>
                      <a:cubicBezTo>
                        <a:pt x="132" y="124"/>
                        <a:pt x="132" y="124"/>
                        <a:pt x="132" y="124"/>
                      </a:cubicBezTo>
                      <a:cubicBezTo>
                        <a:pt x="132" y="124"/>
                        <a:pt x="161" y="118"/>
                        <a:pt x="151" y="130"/>
                      </a:cubicBezTo>
                      <a:cubicBezTo>
                        <a:pt x="141" y="142"/>
                        <a:pt x="129" y="141"/>
                        <a:pt x="129" y="141"/>
                      </a:cubicBezTo>
                      <a:cubicBezTo>
                        <a:pt x="129" y="147"/>
                        <a:pt x="129" y="147"/>
                        <a:pt x="129" y="147"/>
                      </a:cubicBezTo>
                      <a:cubicBezTo>
                        <a:pt x="115" y="149"/>
                        <a:pt x="115" y="149"/>
                        <a:pt x="115" y="149"/>
                      </a:cubicBezTo>
                      <a:cubicBezTo>
                        <a:pt x="115" y="149"/>
                        <a:pt x="113" y="158"/>
                        <a:pt x="104" y="162"/>
                      </a:cubicBezTo>
                      <a:cubicBezTo>
                        <a:pt x="95" y="166"/>
                        <a:pt x="91" y="150"/>
                        <a:pt x="84" y="152"/>
                      </a:cubicBezTo>
                      <a:cubicBezTo>
                        <a:pt x="80" y="153"/>
                        <a:pt x="71" y="156"/>
                        <a:pt x="64" y="159"/>
                      </a:cubicBezTo>
                      <a:cubicBezTo>
                        <a:pt x="65" y="159"/>
                        <a:pt x="65" y="159"/>
                        <a:pt x="65" y="160"/>
                      </a:cubicBezTo>
                      <a:cubicBezTo>
                        <a:pt x="64" y="164"/>
                        <a:pt x="62" y="175"/>
                        <a:pt x="55" y="171"/>
                      </a:cubicBezTo>
                      <a:cubicBezTo>
                        <a:pt x="48" y="167"/>
                        <a:pt x="38" y="157"/>
                        <a:pt x="25" y="158"/>
                      </a:cubicBezTo>
                      <a:cubicBezTo>
                        <a:pt x="12" y="159"/>
                        <a:pt x="9" y="174"/>
                        <a:pt x="9" y="174"/>
                      </a:cubicBezTo>
                      <a:cubicBezTo>
                        <a:pt x="0" y="177"/>
                        <a:pt x="0" y="177"/>
                        <a:pt x="0" y="177"/>
                      </a:cubicBezTo>
                      <a:cubicBezTo>
                        <a:pt x="0" y="177"/>
                        <a:pt x="3" y="197"/>
                        <a:pt x="10" y="196"/>
                      </a:cubicBezTo>
                      <a:cubicBezTo>
                        <a:pt x="17" y="195"/>
                        <a:pt x="32" y="190"/>
                        <a:pt x="32" y="190"/>
                      </a:cubicBezTo>
                      <a:cubicBezTo>
                        <a:pt x="32" y="190"/>
                        <a:pt x="49" y="195"/>
                        <a:pt x="54" y="193"/>
                      </a:cubicBezTo>
                      <a:cubicBezTo>
                        <a:pt x="59" y="191"/>
                        <a:pt x="66" y="192"/>
                        <a:pt x="66" y="192"/>
                      </a:cubicBezTo>
                      <a:cubicBezTo>
                        <a:pt x="66" y="192"/>
                        <a:pt x="72" y="202"/>
                        <a:pt x="78" y="201"/>
                      </a:cubicBezTo>
                      <a:cubicBezTo>
                        <a:pt x="84" y="200"/>
                        <a:pt x="95" y="192"/>
                        <a:pt x="100" y="191"/>
                      </a:cubicBezTo>
                      <a:cubicBezTo>
                        <a:pt x="105" y="190"/>
                        <a:pt x="116" y="208"/>
                        <a:pt x="119" y="208"/>
                      </a:cubicBezTo>
                      <a:cubicBezTo>
                        <a:pt x="122" y="208"/>
                        <a:pt x="134" y="205"/>
                        <a:pt x="134" y="205"/>
                      </a:cubicBezTo>
                      <a:cubicBezTo>
                        <a:pt x="134" y="205"/>
                        <a:pt x="130" y="211"/>
                        <a:pt x="140" y="208"/>
                      </a:cubicBezTo>
                      <a:cubicBezTo>
                        <a:pt x="150" y="205"/>
                        <a:pt x="154" y="202"/>
                        <a:pt x="154" y="202"/>
                      </a:cubicBezTo>
                      <a:cubicBezTo>
                        <a:pt x="182" y="203"/>
                        <a:pt x="182" y="203"/>
                        <a:pt x="182" y="203"/>
                      </a:cubicBezTo>
                      <a:cubicBezTo>
                        <a:pt x="190" y="194"/>
                        <a:pt x="190" y="194"/>
                        <a:pt x="190" y="194"/>
                      </a:cubicBezTo>
                      <a:cubicBezTo>
                        <a:pt x="199" y="197"/>
                        <a:pt x="199" y="197"/>
                        <a:pt x="199" y="197"/>
                      </a:cubicBezTo>
                      <a:cubicBezTo>
                        <a:pt x="199" y="197"/>
                        <a:pt x="211" y="199"/>
                        <a:pt x="211" y="195"/>
                      </a:cubicBezTo>
                      <a:cubicBezTo>
                        <a:pt x="211" y="191"/>
                        <a:pt x="200" y="178"/>
                        <a:pt x="199" y="175"/>
                      </a:cubicBezTo>
                      <a:cubicBezTo>
                        <a:pt x="198" y="172"/>
                        <a:pt x="231" y="157"/>
                        <a:pt x="231" y="157"/>
                      </a:cubicBezTo>
                      <a:cubicBezTo>
                        <a:pt x="231" y="147"/>
                        <a:pt x="231" y="147"/>
                        <a:pt x="231" y="147"/>
                      </a:cubicBezTo>
                      <a:cubicBezTo>
                        <a:pt x="250" y="145"/>
                        <a:pt x="250" y="145"/>
                        <a:pt x="250" y="145"/>
                      </a:cubicBezTo>
                      <a:cubicBezTo>
                        <a:pt x="250" y="145"/>
                        <a:pt x="255" y="136"/>
                        <a:pt x="261" y="136"/>
                      </a:cubicBezTo>
                      <a:cubicBezTo>
                        <a:pt x="267" y="136"/>
                        <a:pt x="278" y="155"/>
                        <a:pt x="278" y="155"/>
                      </a:cubicBezTo>
                      <a:cubicBezTo>
                        <a:pt x="285" y="148"/>
                        <a:pt x="285" y="148"/>
                        <a:pt x="285" y="148"/>
                      </a:cubicBezTo>
                      <a:cubicBezTo>
                        <a:pt x="304" y="153"/>
                        <a:pt x="304" y="153"/>
                        <a:pt x="304" y="153"/>
                      </a:cubicBezTo>
                      <a:cubicBezTo>
                        <a:pt x="304" y="153"/>
                        <a:pt x="309" y="144"/>
                        <a:pt x="310" y="135"/>
                      </a:cubicBezTo>
                      <a:cubicBezTo>
                        <a:pt x="311" y="126"/>
                        <a:pt x="319" y="113"/>
                        <a:pt x="327" y="112"/>
                      </a:cubicBezTo>
                      <a:cubicBezTo>
                        <a:pt x="335" y="111"/>
                        <a:pt x="354" y="119"/>
                        <a:pt x="366" y="119"/>
                      </a:cubicBezTo>
                      <a:cubicBezTo>
                        <a:pt x="378" y="119"/>
                        <a:pt x="378" y="101"/>
                        <a:pt x="378" y="98"/>
                      </a:cubicBezTo>
                      <a:cubicBezTo>
                        <a:pt x="378" y="95"/>
                        <a:pt x="397" y="78"/>
                        <a:pt x="397" y="78"/>
                      </a:cubicBezTo>
                      <a:cubicBezTo>
                        <a:pt x="429" y="65"/>
                        <a:pt x="429" y="65"/>
                        <a:pt x="429" y="65"/>
                      </a:cubicBezTo>
                      <a:cubicBezTo>
                        <a:pt x="429" y="65"/>
                        <a:pt x="443" y="65"/>
                        <a:pt x="446" y="64"/>
                      </a:cubicBezTo>
                      <a:cubicBezTo>
                        <a:pt x="449" y="63"/>
                        <a:pt x="447" y="51"/>
                        <a:pt x="443" y="46"/>
                      </a:cubicBezTo>
                      <a:cubicBezTo>
                        <a:pt x="429" y="41"/>
                        <a:pt x="429" y="41"/>
                        <a:pt x="429" y="41"/>
                      </a:cubicBezTo>
                      <a:cubicBezTo>
                        <a:pt x="401" y="41"/>
                        <a:pt x="401" y="41"/>
                        <a:pt x="401" y="41"/>
                      </a:cubicBezTo>
                      <a:cubicBezTo>
                        <a:pt x="384" y="23"/>
                        <a:pt x="384" y="23"/>
                        <a:pt x="384" y="23"/>
                      </a:cubicBezTo>
                      <a:cubicBezTo>
                        <a:pt x="372" y="23"/>
                        <a:pt x="372" y="23"/>
                        <a:pt x="372" y="23"/>
                      </a:cubicBezTo>
                      <a:cubicBezTo>
                        <a:pt x="364" y="15"/>
                        <a:pt x="364" y="15"/>
                        <a:pt x="364" y="15"/>
                      </a:cubicBezTo>
                      <a:cubicBezTo>
                        <a:pt x="332" y="16"/>
                        <a:pt x="332" y="16"/>
                        <a:pt x="332" y="16"/>
                      </a:cubicBezTo>
                      <a:cubicBezTo>
                        <a:pt x="332" y="16"/>
                        <a:pt x="302" y="12"/>
                        <a:pt x="294" y="13"/>
                      </a:cubicBezTo>
                      <a:cubicBezTo>
                        <a:pt x="286" y="14"/>
                        <a:pt x="238" y="14"/>
                        <a:pt x="238" y="14"/>
                      </a:cubicBezTo>
                      <a:cubicBezTo>
                        <a:pt x="226" y="18"/>
                        <a:pt x="226" y="18"/>
                        <a:pt x="226" y="18"/>
                      </a:cubicBezTo>
                      <a:cubicBezTo>
                        <a:pt x="226" y="18"/>
                        <a:pt x="198" y="12"/>
                        <a:pt x="194" y="12"/>
                      </a:cubicBezTo>
                      <a:cubicBezTo>
                        <a:pt x="190" y="12"/>
                        <a:pt x="180" y="0"/>
                        <a:pt x="170" y="0"/>
                      </a:cubicBezTo>
                      <a:cubicBezTo>
                        <a:pt x="160" y="0"/>
                        <a:pt x="147" y="2"/>
                        <a:pt x="144" y="5"/>
                      </a:cubicBezTo>
                      <a:cubicBezTo>
                        <a:pt x="141" y="8"/>
                        <a:pt x="149" y="43"/>
                        <a:pt x="149" y="43"/>
                      </a:cubicBezTo>
                      <a:cubicBezTo>
                        <a:pt x="138" y="37"/>
                        <a:pt x="138" y="37"/>
                        <a:pt x="138" y="37"/>
                      </a:cubicBezTo>
                      <a:cubicBezTo>
                        <a:pt x="115" y="37"/>
                        <a:pt x="115" y="37"/>
                        <a:pt x="115" y="37"/>
                      </a:cubicBezTo>
                      <a:cubicBezTo>
                        <a:pt x="115" y="37"/>
                        <a:pt x="84" y="17"/>
                        <a:pt x="61" y="18"/>
                      </a:cubicBezTo>
                      <a:cubicBezTo>
                        <a:pt x="38" y="19"/>
                        <a:pt x="37" y="48"/>
                        <a:pt x="37" y="48"/>
                      </a:cubicBezTo>
                      <a:cubicBezTo>
                        <a:pt x="37" y="48"/>
                        <a:pt x="55" y="49"/>
                        <a:pt x="57" y="54"/>
                      </a:cubicBezTo>
                      <a:cubicBezTo>
                        <a:pt x="59" y="59"/>
                        <a:pt x="23" y="88"/>
                        <a:pt x="23" y="8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4" name="Freeform 236"/>
                <p:cNvSpPr>
                  <a:spLocks/>
                </p:cNvSpPr>
                <p:nvPr/>
              </p:nvSpPr>
              <p:spPr bwMode="gray">
                <a:xfrm>
                  <a:off x="-997" y="-15411"/>
                  <a:ext cx="1592" cy="960"/>
                </a:xfrm>
                <a:custGeom>
                  <a:avLst/>
                  <a:gdLst>
                    <a:gd name="T0" fmla="*/ 24 w 674"/>
                    <a:gd name="T1" fmla="*/ 120 h 406"/>
                    <a:gd name="T2" fmla="*/ 60 w 674"/>
                    <a:gd name="T3" fmla="*/ 148 h 406"/>
                    <a:gd name="T4" fmla="*/ 75 w 674"/>
                    <a:gd name="T5" fmla="*/ 172 h 406"/>
                    <a:gd name="T6" fmla="*/ 71 w 674"/>
                    <a:gd name="T7" fmla="*/ 187 h 406"/>
                    <a:gd name="T8" fmla="*/ 94 w 674"/>
                    <a:gd name="T9" fmla="*/ 238 h 406"/>
                    <a:gd name="T10" fmla="*/ 96 w 674"/>
                    <a:gd name="T11" fmla="*/ 262 h 406"/>
                    <a:gd name="T12" fmla="*/ 126 w 674"/>
                    <a:gd name="T13" fmla="*/ 291 h 406"/>
                    <a:gd name="T14" fmla="*/ 141 w 674"/>
                    <a:gd name="T15" fmla="*/ 273 h 406"/>
                    <a:gd name="T16" fmla="*/ 205 w 674"/>
                    <a:gd name="T17" fmla="*/ 251 h 406"/>
                    <a:gd name="T18" fmla="*/ 234 w 674"/>
                    <a:gd name="T19" fmla="*/ 244 h 406"/>
                    <a:gd name="T20" fmla="*/ 256 w 674"/>
                    <a:gd name="T21" fmla="*/ 261 h 406"/>
                    <a:gd name="T22" fmla="*/ 299 w 674"/>
                    <a:gd name="T23" fmla="*/ 278 h 406"/>
                    <a:gd name="T24" fmla="*/ 345 w 674"/>
                    <a:gd name="T25" fmla="*/ 279 h 406"/>
                    <a:gd name="T26" fmla="*/ 377 w 674"/>
                    <a:gd name="T27" fmla="*/ 307 h 406"/>
                    <a:gd name="T28" fmla="*/ 439 w 674"/>
                    <a:gd name="T29" fmla="*/ 325 h 406"/>
                    <a:gd name="T30" fmla="*/ 447 w 674"/>
                    <a:gd name="T31" fmla="*/ 350 h 406"/>
                    <a:gd name="T32" fmla="*/ 453 w 674"/>
                    <a:gd name="T33" fmla="*/ 383 h 406"/>
                    <a:gd name="T34" fmla="*/ 484 w 674"/>
                    <a:gd name="T35" fmla="*/ 390 h 406"/>
                    <a:gd name="T36" fmla="*/ 530 w 674"/>
                    <a:gd name="T37" fmla="*/ 396 h 406"/>
                    <a:gd name="T38" fmla="*/ 560 w 674"/>
                    <a:gd name="T39" fmla="*/ 365 h 406"/>
                    <a:gd name="T40" fmla="*/ 589 w 674"/>
                    <a:gd name="T41" fmla="*/ 345 h 406"/>
                    <a:gd name="T42" fmla="*/ 623 w 674"/>
                    <a:gd name="T43" fmla="*/ 296 h 406"/>
                    <a:gd name="T44" fmla="*/ 652 w 674"/>
                    <a:gd name="T45" fmla="*/ 292 h 406"/>
                    <a:gd name="T46" fmla="*/ 667 w 674"/>
                    <a:gd name="T47" fmla="*/ 280 h 406"/>
                    <a:gd name="T48" fmla="*/ 635 w 674"/>
                    <a:gd name="T49" fmla="*/ 242 h 406"/>
                    <a:gd name="T50" fmla="*/ 595 w 674"/>
                    <a:gd name="T51" fmla="*/ 231 h 406"/>
                    <a:gd name="T52" fmla="*/ 563 w 674"/>
                    <a:gd name="T53" fmla="*/ 212 h 406"/>
                    <a:gd name="T54" fmla="*/ 536 w 674"/>
                    <a:gd name="T55" fmla="*/ 203 h 406"/>
                    <a:gd name="T56" fmla="*/ 500 w 674"/>
                    <a:gd name="T57" fmla="*/ 174 h 406"/>
                    <a:gd name="T58" fmla="*/ 455 w 674"/>
                    <a:gd name="T59" fmla="*/ 148 h 406"/>
                    <a:gd name="T60" fmla="*/ 431 w 674"/>
                    <a:gd name="T61" fmla="*/ 111 h 406"/>
                    <a:gd name="T62" fmla="*/ 398 w 674"/>
                    <a:gd name="T63" fmla="*/ 80 h 406"/>
                    <a:gd name="T64" fmla="*/ 362 w 674"/>
                    <a:gd name="T65" fmla="*/ 82 h 406"/>
                    <a:gd name="T66" fmla="*/ 338 w 674"/>
                    <a:gd name="T67" fmla="*/ 52 h 406"/>
                    <a:gd name="T68" fmla="*/ 320 w 674"/>
                    <a:gd name="T69" fmla="*/ 28 h 406"/>
                    <a:gd name="T70" fmla="*/ 288 w 674"/>
                    <a:gd name="T71" fmla="*/ 23 h 406"/>
                    <a:gd name="T72" fmla="*/ 274 w 674"/>
                    <a:gd name="T73" fmla="*/ 16 h 406"/>
                    <a:gd name="T74" fmla="*/ 258 w 674"/>
                    <a:gd name="T75" fmla="*/ 7 h 406"/>
                    <a:gd name="T76" fmla="*/ 258 w 674"/>
                    <a:gd name="T77" fmla="*/ 24 h 406"/>
                    <a:gd name="T78" fmla="*/ 231 w 674"/>
                    <a:gd name="T79" fmla="*/ 30 h 406"/>
                    <a:gd name="T80" fmla="*/ 211 w 674"/>
                    <a:gd name="T81" fmla="*/ 79 h 406"/>
                    <a:gd name="T82" fmla="*/ 156 w 674"/>
                    <a:gd name="T83" fmla="*/ 72 h 406"/>
                    <a:gd name="T84" fmla="*/ 112 w 674"/>
                    <a:gd name="T85" fmla="*/ 51 h 406"/>
                    <a:gd name="T86" fmla="*/ 51 w 674"/>
                    <a:gd name="T87" fmla="*/ 22 h 406"/>
                    <a:gd name="T88" fmla="*/ 60 w 674"/>
                    <a:gd name="T89" fmla="*/ 42 h 406"/>
                    <a:gd name="T90" fmla="*/ 110 w 674"/>
                    <a:gd name="T91" fmla="*/ 90 h 406"/>
                    <a:gd name="T92" fmla="*/ 82 w 674"/>
                    <a:gd name="T93" fmla="*/ 94 h 406"/>
                    <a:gd name="T94" fmla="*/ 52 w 674"/>
                    <a:gd name="T95" fmla="*/ 108 h 406"/>
                    <a:gd name="T96" fmla="*/ 40 w 674"/>
                    <a:gd name="T97" fmla="*/ 100 h 406"/>
                    <a:gd name="T98" fmla="*/ 19 w 674"/>
                    <a:gd name="T99" fmla="*/ 55 h 406"/>
                    <a:gd name="T100" fmla="*/ 14 w 674"/>
                    <a:gd name="T101" fmla="*/ 72 h 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674" h="406">
                      <a:moveTo>
                        <a:pt x="34" y="100"/>
                      </a:moveTo>
                      <a:cubicBezTo>
                        <a:pt x="34" y="104"/>
                        <a:pt x="24" y="115"/>
                        <a:pt x="24" y="120"/>
                      </a:cubicBezTo>
                      <a:cubicBezTo>
                        <a:pt x="24" y="126"/>
                        <a:pt x="40" y="151"/>
                        <a:pt x="40" y="151"/>
                      </a:cubicBezTo>
                      <a:cubicBezTo>
                        <a:pt x="60" y="148"/>
                        <a:pt x="60" y="148"/>
                        <a:pt x="60" y="148"/>
                      </a:cubicBezTo>
                      <a:cubicBezTo>
                        <a:pt x="62" y="166"/>
                        <a:pt x="62" y="166"/>
                        <a:pt x="62" y="166"/>
                      </a:cubicBezTo>
                      <a:cubicBezTo>
                        <a:pt x="75" y="172"/>
                        <a:pt x="75" y="172"/>
                        <a:pt x="75" y="172"/>
                      </a:cubicBezTo>
                      <a:cubicBezTo>
                        <a:pt x="75" y="172"/>
                        <a:pt x="46" y="171"/>
                        <a:pt x="50" y="180"/>
                      </a:cubicBezTo>
                      <a:cubicBezTo>
                        <a:pt x="54" y="190"/>
                        <a:pt x="64" y="184"/>
                        <a:pt x="71" y="187"/>
                      </a:cubicBezTo>
                      <a:cubicBezTo>
                        <a:pt x="78" y="190"/>
                        <a:pt x="90" y="203"/>
                        <a:pt x="90" y="203"/>
                      </a:cubicBezTo>
                      <a:cubicBezTo>
                        <a:pt x="94" y="238"/>
                        <a:pt x="94" y="238"/>
                        <a:pt x="94" y="238"/>
                      </a:cubicBezTo>
                      <a:cubicBezTo>
                        <a:pt x="99" y="240"/>
                        <a:pt x="99" y="240"/>
                        <a:pt x="99" y="240"/>
                      </a:cubicBezTo>
                      <a:cubicBezTo>
                        <a:pt x="99" y="240"/>
                        <a:pt x="96" y="254"/>
                        <a:pt x="96" y="262"/>
                      </a:cubicBezTo>
                      <a:cubicBezTo>
                        <a:pt x="96" y="270"/>
                        <a:pt x="106" y="291"/>
                        <a:pt x="106" y="291"/>
                      </a:cubicBezTo>
                      <a:cubicBezTo>
                        <a:pt x="106" y="291"/>
                        <a:pt x="122" y="292"/>
                        <a:pt x="126" y="291"/>
                      </a:cubicBezTo>
                      <a:cubicBezTo>
                        <a:pt x="130" y="290"/>
                        <a:pt x="141" y="281"/>
                        <a:pt x="141" y="281"/>
                      </a:cubicBezTo>
                      <a:cubicBezTo>
                        <a:pt x="141" y="273"/>
                        <a:pt x="141" y="273"/>
                        <a:pt x="141" y="273"/>
                      </a:cubicBezTo>
                      <a:cubicBezTo>
                        <a:pt x="141" y="273"/>
                        <a:pt x="167" y="250"/>
                        <a:pt x="178" y="248"/>
                      </a:cubicBezTo>
                      <a:cubicBezTo>
                        <a:pt x="189" y="246"/>
                        <a:pt x="205" y="251"/>
                        <a:pt x="205" y="251"/>
                      </a:cubicBezTo>
                      <a:cubicBezTo>
                        <a:pt x="205" y="251"/>
                        <a:pt x="207" y="245"/>
                        <a:pt x="210" y="243"/>
                      </a:cubicBezTo>
                      <a:cubicBezTo>
                        <a:pt x="213" y="241"/>
                        <a:pt x="234" y="244"/>
                        <a:pt x="234" y="244"/>
                      </a:cubicBezTo>
                      <a:cubicBezTo>
                        <a:pt x="234" y="244"/>
                        <a:pt x="243" y="239"/>
                        <a:pt x="249" y="243"/>
                      </a:cubicBezTo>
                      <a:cubicBezTo>
                        <a:pt x="255" y="247"/>
                        <a:pt x="256" y="261"/>
                        <a:pt x="256" y="261"/>
                      </a:cubicBezTo>
                      <a:cubicBezTo>
                        <a:pt x="256" y="261"/>
                        <a:pt x="268" y="261"/>
                        <a:pt x="273" y="261"/>
                      </a:cubicBezTo>
                      <a:cubicBezTo>
                        <a:pt x="278" y="261"/>
                        <a:pt x="299" y="278"/>
                        <a:pt x="299" y="278"/>
                      </a:cubicBezTo>
                      <a:cubicBezTo>
                        <a:pt x="302" y="274"/>
                        <a:pt x="302" y="274"/>
                        <a:pt x="302" y="274"/>
                      </a:cubicBezTo>
                      <a:cubicBezTo>
                        <a:pt x="302" y="274"/>
                        <a:pt x="340" y="275"/>
                        <a:pt x="345" y="279"/>
                      </a:cubicBezTo>
                      <a:cubicBezTo>
                        <a:pt x="350" y="283"/>
                        <a:pt x="358" y="301"/>
                        <a:pt x="358" y="301"/>
                      </a:cubicBezTo>
                      <a:cubicBezTo>
                        <a:pt x="358" y="301"/>
                        <a:pt x="371" y="303"/>
                        <a:pt x="377" y="307"/>
                      </a:cubicBezTo>
                      <a:cubicBezTo>
                        <a:pt x="383" y="311"/>
                        <a:pt x="397" y="327"/>
                        <a:pt x="397" y="327"/>
                      </a:cubicBezTo>
                      <a:cubicBezTo>
                        <a:pt x="439" y="325"/>
                        <a:pt x="439" y="325"/>
                        <a:pt x="439" y="325"/>
                      </a:cubicBezTo>
                      <a:cubicBezTo>
                        <a:pt x="440" y="347"/>
                        <a:pt x="440" y="347"/>
                        <a:pt x="440" y="347"/>
                      </a:cubicBezTo>
                      <a:cubicBezTo>
                        <a:pt x="447" y="350"/>
                        <a:pt x="447" y="350"/>
                        <a:pt x="447" y="350"/>
                      </a:cubicBezTo>
                      <a:cubicBezTo>
                        <a:pt x="446" y="365"/>
                        <a:pt x="446" y="365"/>
                        <a:pt x="446" y="365"/>
                      </a:cubicBezTo>
                      <a:cubicBezTo>
                        <a:pt x="453" y="383"/>
                        <a:pt x="453" y="383"/>
                        <a:pt x="453" y="383"/>
                      </a:cubicBezTo>
                      <a:cubicBezTo>
                        <a:pt x="453" y="383"/>
                        <a:pt x="467" y="393"/>
                        <a:pt x="472" y="393"/>
                      </a:cubicBezTo>
                      <a:cubicBezTo>
                        <a:pt x="477" y="393"/>
                        <a:pt x="484" y="390"/>
                        <a:pt x="484" y="390"/>
                      </a:cubicBezTo>
                      <a:cubicBezTo>
                        <a:pt x="500" y="406"/>
                        <a:pt x="500" y="406"/>
                        <a:pt x="500" y="406"/>
                      </a:cubicBezTo>
                      <a:cubicBezTo>
                        <a:pt x="500" y="406"/>
                        <a:pt x="525" y="405"/>
                        <a:pt x="530" y="396"/>
                      </a:cubicBezTo>
                      <a:cubicBezTo>
                        <a:pt x="535" y="387"/>
                        <a:pt x="535" y="371"/>
                        <a:pt x="535" y="371"/>
                      </a:cubicBezTo>
                      <a:cubicBezTo>
                        <a:pt x="535" y="371"/>
                        <a:pt x="553" y="372"/>
                        <a:pt x="560" y="365"/>
                      </a:cubicBezTo>
                      <a:cubicBezTo>
                        <a:pt x="567" y="358"/>
                        <a:pt x="580" y="349"/>
                        <a:pt x="580" y="349"/>
                      </a:cubicBezTo>
                      <a:cubicBezTo>
                        <a:pt x="580" y="349"/>
                        <a:pt x="589" y="351"/>
                        <a:pt x="589" y="345"/>
                      </a:cubicBezTo>
                      <a:cubicBezTo>
                        <a:pt x="589" y="339"/>
                        <a:pt x="584" y="311"/>
                        <a:pt x="594" y="301"/>
                      </a:cubicBezTo>
                      <a:cubicBezTo>
                        <a:pt x="604" y="291"/>
                        <a:pt x="623" y="296"/>
                        <a:pt x="623" y="296"/>
                      </a:cubicBezTo>
                      <a:cubicBezTo>
                        <a:pt x="623" y="296"/>
                        <a:pt x="622" y="279"/>
                        <a:pt x="630" y="279"/>
                      </a:cubicBezTo>
                      <a:cubicBezTo>
                        <a:pt x="638" y="279"/>
                        <a:pt x="652" y="292"/>
                        <a:pt x="652" y="292"/>
                      </a:cubicBezTo>
                      <a:cubicBezTo>
                        <a:pt x="674" y="292"/>
                        <a:pt x="674" y="292"/>
                        <a:pt x="674" y="292"/>
                      </a:cubicBezTo>
                      <a:cubicBezTo>
                        <a:pt x="674" y="289"/>
                        <a:pt x="673" y="285"/>
                        <a:pt x="667" y="280"/>
                      </a:cubicBezTo>
                      <a:cubicBezTo>
                        <a:pt x="656" y="272"/>
                        <a:pt x="668" y="260"/>
                        <a:pt x="668" y="260"/>
                      </a:cubicBezTo>
                      <a:cubicBezTo>
                        <a:pt x="635" y="242"/>
                        <a:pt x="635" y="242"/>
                        <a:pt x="635" y="242"/>
                      </a:cubicBezTo>
                      <a:cubicBezTo>
                        <a:pt x="620" y="244"/>
                        <a:pt x="620" y="244"/>
                        <a:pt x="620" y="244"/>
                      </a:cubicBezTo>
                      <a:cubicBezTo>
                        <a:pt x="620" y="244"/>
                        <a:pt x="602" y="236"/>
                        <a:pt x="595" y="231"/>
                      </a:cubicBezTo>
                      <a:cubicBezTo>
                        <a:pt x="588" y="226"/>
                        <a:pt x="574" y="215"/>
                        <a:pt x="574" y="215"/>
                      </a:cubicBezTo>
                      <a:cubicBezTo>
                        <a:pt x="563" y="212"/>
                        <a:pt x="563" y="212"/>
                        <a:pt x="563" y="212"/>
                      </a:cubicBezTo>
                      <a:cubicBezTo>
                        <a:pt x="554" y="204"/>
                        <a:pt x="554" y="204"/>
                        <a:pt x="554" y="204"/>
                      </a:cubicBezTo>
                      <a:cubicBezTo>
                        <a:pt x="536" y="203"/>
                        <a:pt x="536" y="203"/>
                        <a:pt x="536" y="203"/>
                      </a:cubicBezTo>
                      <a:cubicBezTo>
                        <a:pt x="516" y="191"/>
                        <a:pt x="516" y="191"/>
                        <a:pt x="516" y="191"/>
                      </a:cubicBezTo>
                      <a:cubicBezTo>
                        <a:pt x="516" y="191"/>
                        <a:pt x="504" y="175"/>
                        <a:pt x="500" y="174"/>
                      </a:cubicBezTo>
                      <a:cubicBezTo>
                        <a:pt x="496" y="172"/>
                        <a:pt x="483" y="170"/>
                        <a:pt x="476" y="167"/>
                      </a:cubicBezTo>
                      <a:cubicBezTo>
                        <a:pt x="470" y="164"/>
                        <a:pt x="458" y="159"/>
                        <a:pt x="455" y="148"/>
                      </a:cubicBezTo>
                      <a:cubicBezTo>
                        <a:pt x="452" y="138"/>
                        <a:pt x="444" y="126"/>
                        <a:pt x="444" y="126"/>
                      </a:cubicBezTo>
                      <a:cubicBezTo>
                        <a:pt x="431" y="111"/>
                        <a:pt x="431" y="111"/>
                        <a:pt x="431" y="111"/>
                      </a:cubicBezTo>
                      <a:cubicBezTo>
                        <a:pt x="422" y="92"/>
                        <a:pt x="422" y="92"/>
                        <a:pt x="422" y="92"/>
                      </a:cubicBezTo>
                      <a:cubicBezTo>
                        <a:pt x="398" y="80"/>
                        <a:pt x="398" y="80"/>
                        <a:pt x="398" y="80"/>
                      </a:cubicBezTo>
                      <a:cubicBezTo>
                        <a:pt x="398" y="86"/>
                        <a:pt x="398" y="86"/>
                        <a:pt x="398" y="86"/>
                      </a:cubicBezTo>
                      <a:cubicBezTo>
                        <a:pt x="362" y="82"/>
                        <a:pt x="362" y="82"/>
                        <a:pt x="362" y="82"/>
                      </a:cubicBezTo>
                      <a:cubicBezTo>
                        <a:pt x="362" y="82"/>
                        <a:pt x="336" y="83"/>
                        <a:pt x="331" y="74"/>
                      </a:cubicBezTo>
                      <a:cubicBezTo>
                        <a:pt x="326" y="64"/>
                        <a:pt x="338" y="52"/>
                        <a:pt x="338" y="52"/>
                      </a:cubicBezTo>
                      <a:cubicBezTo>
                        <a:pt x="328" y="47"/>
                        <a:pt x="328" y="47"/>
                        <a:pt x="328" y="47"/>
                      </a:cubicBezTo>
                      <a:cubicBezTo>
                        <a:pt x="328" y="47"/>
                        <a:pt x="330" y="32"/>
                        <a:pt x="320" y="28"/>
                      </a:cubicBezTo>
                      <a:cubicBezTo>
                        <a:pt x="311" y="24"/>
                        <a:pt x="298" y="27"/>
                        <a:pt x="298" y="27"/>
                      </a:cubicBezTo>
                      <a:cubicBezTo>
                        <a:pt x="288" y="23"/>
                        <a:pt x="288" y="23"/>
                        <a:pt x="288" y="23"/>
                      </a:cubicBezTo>
                      <a:cubicBezTo>
                        <a:pt x="290" y="15"/>
                        <a:pt x="290" y="15"/>
                        <a:pt x="290" y="15"/>
                      </a:cubicBezTo>
                      <a:cubicBezTo>
                        <a:pt x="274" y="16"/>
                        <a:pt x="274" y="16"/>
                        <a:pt x="274" y="16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58" y="7"/>
                        <a:pt x="258" y="7"/>
                        <a:pt x="258" y="7"/>
                      </a:cubicBezTo>
                      <a:cubicBezTo>
                        <a:pt x="238" y="6"/>
                        <a:pt x="238" y="6"/>
                        <a:pt x="238" y="6"/>
                      </a:cubicBezTo>
                      <a:cubicBezTo>
                        <a:pt x="258" y="24"/>
                        <a:pt x="258" y="24"/>
                        <a:pt x="258" y="24"/>
                      </a:cubicBezTo>
                      <a:cubicBezTo>
                        <a:pt x="258" y="24"/>
                        <a:pt x="239" y="16"/>
                        <a:pt x="235" y="18"/>
                      </a:cubicBezTo>
                      <a:cubicBezTo>
                        <a:pt x="231" y="19"/>
                        <a:pt x="231" y="30"/>
                        <a:pt x="231" y="30"/>
                      </a:cubicBezTo>
                      <a:cubicBezTo>
                        <a:pt x="231" y="30"/>
                        <a:pt x="199" y="36"/>
                        <a:pt x="198" y="50"/>
                      </a:cubicBezTo>
                      <a:cubicBezTo>
                        <a:pt x="196" y="63"/>
                        <a:pt x="211" y="79"/>
                        <a:pt x="211" y="79"/>
                      </a:cubicBezTo>
                      <a:cubicBezTo>
                        <a:pt x="167" y="79"/>
                        <a:pt x="167" y="79"/>
                        <a:pt x="167" y="79"/>
                      </a:cubicBezTo>
                      <a:cubicBezTo>
                        <a:pt x="167" y="79"/>
                        <a:pt x="163" y="72"/>
                        <a:pt x="156" y="72"/>
                      </a:cubicBezTo>
                      <a:cubicBezTo>
                        <a:pt x="150" y="72"/>
                        <a:pt x="151" y="87"/>
                        <a:pt x="140" y="82"/>
                      </a:cubicBezTo>
                      <a:cubicBezTo>
                        <a:pt x="130" y="76"/>
                        <a:pt x="112" y="51"/>
                        <a:pt x="112" y="51"/>
                      </a:cubicBezTo>
                      <a:cubicBezTo>
                        <a:pt x="112" y="51"/>
                        <a:pt x="102" y="38"/>
                        <a:pt x="94" y="34"/>
                      </a:cubicBezTo>
                      <a:cubicBezTo>
                        <a:pt x="86" y="30"/>
                        <a:pt x="54" y="18"/>
                        <a:pt x="51" y="22"/>
                      </a:cubicBezTo>
                      <a:cubicBezTo>
                        <a:pt x="48" y="26"/>
                        <a:pt x="50" y="32"/>
                        <a:pt x="50" y="32"/>
                      </a:cubicBezTo>
                      <a:cubicBezTo>
                        <a:pt x="50" y="32"/>
                        <a:pt x="60" y="38"/>
                        <a:pt x="60" y="42"/>
                      </a:cubicBezTo>
                      <a:cubicBezTo>
                        <a:pt x="60" y="46"/>
                        <a:pt x="63" y="46"/>
                        <a:pt x="70" y="58"/>
                      </a:cubicBezTo>
                      <a:cubicBezTo>
                        <a:pt x="76" y="70"/>
                        <a:pt x="112" y="79"/>
                        <a:pt x="110" y="90"/>
                      </a:cubicBezTo>
                      <a:cubicBezTo>
                        <a:pt x="107" y="100"/>
                        <a:pt x="107" y="106"/>
                        <a:pt x="100" y="104"/>
                      </a:cubicBezTo>
                      <a:cubicBezTo>
                        <a:pt x="94" y="103"/>
                        <a:pt x="79" y="90"/>
                        <a:pt x="82" y="94"/>
                      </a:cubicBezTo>
                      <a:cubicBezTo>
                        <a:pt x="84" y="98"/>
                        <a:pt x="79" y="107"/>
                        <a:pt x="79" y="107"/>
                      </a:cubicBezTo>
                      <a:cubicBezTo>
                        <a:pt x="52" y="108"/>
                        <a:pt x="52" y="108"/>
                        <a:pt x="52" y="108"/>
                      </a:cubicBezTo>
                      <a:cubicBezTo>
                        <a:pt x="44" y="95"/>
                        <a:pt x="44" y="95"/>
                        <a:pt x="44" y="95"/>
                      </a:cubicBezTo>
                      <a:cubicBezTo>
                        <a:pt x="40" y="100"/>
                        <a:pt x="40" y="100"/>
                        <a:pt x="40" y="100"/>
                      </a:cubicBezTo>
                      <a:cubicBezTo>
                        <a:pt x="40" y="100"/>
                        <a:pt x="30" y="90"/>
                        <a:pt x="24" y="80"/>
                      </a:cubicBezTo>
                      <a:cubicBezTo>
                        <a:pt x="19" y="71"/>
                        <a:pt x="23" y="56"/>
                        <a:pt x="19" y="55"/>
                      </a:cubicBezTo>
                      <a:cubicBezTo>
                        <a:pt x="15" y="54"/>
                        <a:pt x="3" y="47"/>
                        <a:pt x="2" y="52"/>
                      </a:cubicBezTo>
                      <a:cubicBezTo>
                        <a:pt x="0" y="58"/>
                        <a:pt x="14" y="72"/>
                        <a:pt x="14" y="72"/>
                      </a:cubicBezTo>
                      <a:cubicBezTo>
                        <a:pt x="14" y="72"/>
                        <a:pt x="34" y="96"/>
                        <a:pt x="34" y="10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5" name="Freeform 237"/>
                <p:cNvSpPr>
                  <a:spLocks/>
                </p:cNvSpPr>
                <p:nvPr/>
              </p:nvSpPr>
              <p:spPr bwMode="gray">
                <a:xfrm>
                  <a:off x="2" y="-14870"/>
                  <a:ext cx="1434" cy="1163"/>
                </a:xfrm>
                <a:custGeom>
                  <a:avLst/>
                  <a:gdLst>
                    <a:gd name="T0" fmla="*/ 607 w 607"/>
                    <a:gd name="T1" fmla="*/ 64 h 492"/>
                    <a:gd name="T2" fmla="*/ 587 w 607"/>
                    <a:gd name="T3" fmla="*/ 59 h 492"/>
                    <a:gd name="T4" fmla="*/ 561 w 607"/>
                    <a:gd name="T5" fmla="*/ 57 h 492"/>
                    <a:gd name="T6" fmla="*/ 516 w 607"/>
                    <a:gd name="T7" fmla="*/ 81 h 492"/>
                    <a:gd name="T8" fmla="*/ 485 w 607"/>
                    <a:gd name="T9" fmla="*/ 100 h 492"/>
                    <a:gd name="T10" fmla="*/ 455 w 607"/>
                    <a:gd name="T11" fmla="*/ 33 h 492"/>
                    <a:gd name="T12" fmla="*/ 441 w 607"/>
                    <a:gd name="T13" fmla="*/ 14 h 492"/>
                    <a:gd name="T14" fmla="*/ 413 w 607"/>
                    <a:gd name="T15" fmla="*/ 19 h 492"/>
                    <a:gd name="T16" fmla="*/ 407 w 607"/>
                    <a:gd name="T17" fmla="*/ 40 h 492"/>
                    <a:gd name="T18" fmla="*/ 395 w 607"/>
                    <a:gd name="T19" fmla="*/ 48 h 492"/>
                    <a:gd name="T20" fmla="*/ 364 w 607"/>
                    <a:gd name="T21" fmla="*/ 79 h 492"/>
                    <a:gd name="T22" fmla="*/ 315 w 607"/>
                    <a:gd name="T23" fmla="*/ 83 h 492"/>
                    <a:gd name="T24" fmla="*/ 287 w 607"/>
                    <a:gd name="T25" fmla="*/ 66 h 492"/>
                    <a:gd name="T26" fmla="*/ 267 w 607"/>
                    <a:gd name="T27" fmla="*/ 57 h 492"/>
                    <a:gd name="T28" fmla="*/ 229 w 607"/>
                    <a:gd name="T29" fmla="*/ 63 h 492"/>
                    <a:gd name="T30" fmla="*/ 200 w 607"/>
                    <a:gd name="T31" fmla="*/ 67 h 492"/>
                    <a:gd name="T32" fmla="*/ 166 w 607"/>
                    <a:gd name="T33" fmla="*/ 116 h 492"/>
                    <a:gd name="T34" fmla="*/ 137 w 607"/>
                    <a:gd name="T35" fmla="*/ 136 h 492"/>
                    <a:gd name="T36" fmla="*/ 107 w 607"/>
                    <a:gd name="T37" fmla="*/ 167 h 492"/>
                    <a:gd name="T38" fmla="*/ 61 w 607"/>
                    <a:gd name="T39" fmla="*/ 161 h 492"/>
                    <a:gd name="T40" fmla="*/ 30 w 607"/>
                    <a:gd name="T41" fmla="*/ 154 h 492"/>
                    <a:gd name="T42" fmla="*/ 29 w 607"/>
                    <a:gd name="T43" fmla="*/ 205 h 492"/>
                    <a:gd name="T44" fmla="*/ 20 w 607"/>
                    <a:gd name="T45" fmla="*/ 220 h 492"/>
                    <a:gd name="T46" fmla="*/ 11 w 607"/>
                    <a:gd name="T47" fmla="*/ 244 h 492"/>
                    <a:gd name="T48" fmla="*/ 31 w 607"/>
                    <a:gd name="T49" fmla="*/ 266 h 492"/>
                    <a:gd name="T50" fmla="*/ 40 w 607"/>
                    <a:gd name="T51" fmla="*/ 341 h 492"/>
                    <a:gd name="T52" fmla="*/ 70 w 607"/>
                    <a:gd name="T53" fmla="*/ 382 h 492"/>
                    <a:gd name="T54" fmla="*/ 79 w 607"/>
                    <a:gd name="T55" fmla="*/ 434 h 492"/>
                    <a:gd name="T56" fmla="*/ 61 w 607"/>
                    <a:gd name="T57" fmla="*/ 467 h 492"/>
                    <a:gd name="T58" fmla="*/ 142 w 607"/>
                    <a:gd name="T59" fmla="*/ 490 h 492"/>
                    <a:gd name="T60" fmla="*/ 196 w 607"/>
                    <a:gd name="T61" fmla="*/ 484 h 492"/>
                    <a:gd name="T62" fmla="*/ 218 w 607"/>
                    <a:gd name="T63" fmla="*/ 482 h 492"/>
                    <a:gd name="T64" fmla="*/ 307 w 607"/>
                    <a:gd name="T65" fmla="*/ 459 h 492"/>
                    <a:gd name="T66" fmla="*/ 298 w 607"/>
                    <a:gd name="T67" fmla="*/ 403 h 492"/>
                    <a:gd name="T68" fmla="*/ 327 w 607"/>
                    <a:gd name="T69" fmla="*/ 390 h 492"/>
                    <a:gd name="T70" fmla="*/ 348 w 607"/>
                    <a:gd name="T71" fmla="*/ 376 h 492"/>
                    <a:gd name="T72" fmla="*/ 381 w 607"/>
                    <a:gd name="T73" fmla="*/ 361 h 492"/>
                    <a:gd name="T74" fmla="*/ 409 w 607"/>
                    <a:gd name="T75" fmla="*/ 371 h 492"/>
                    <a:gd name="T76" fmla="*/ 417 w 607"/>
                    <a:gd name="T77" fmla="*/ 325 h 492"/>
                    <a:gd name="T78" fmla="*/ 425 w 607"/>
                    <a:gd name="T79" fmla="*/ 291 h 492"/>
                    <a:gd name="T80" fmla="*/ 462 w 607"/>
                    <a:gd name="T81" fmla="*/ 275 h 492"/>
                    <a:gd name="T82" fmla="*/ 447 w 607"/>
                    <a:gd name="T83" fmla="*/ 258 h 492"/>
                    <a:gd name="T84" fmla="*/ 434 w 607"/>
                    <a:gd name="T85" fmla="*/ 238 h 492"/>
                    <a:gd name="T86" fmla="*/ 456 w 607"/>
                    <a:gd name="T87" fmla="*/ 246 h 492"/>
                    <a:gd name="T88" fmla="*/ 467 w 607"/>
                    <a:gd name="T89" fmla="*/ 242 h 492"/>
                    <a:gd name="T90" fmla="*/ 479 w 607"/>
                    <a:gd name="T91" fmla="*/ 222 h 492"/>
                    <a:gd name="T92" fmla="*/ 494 w 607"/>
                    <a:gd name="T93" fmla="*/ 188 h 492"/>
                    <a:gd name="T94" fmla="*/ 479 w 607"/>
                    <a:gd name="T95" fmla="*/ 144 h 492"/>
                    <a:gd name="T96" fmla="*/ 486 w 607"/>
                    <a:gd name="T97" fmla="*/ 109 h 492"/>
                    <a:gd name="T98" fmla="*/ 540 w 607"/>
                    <a:gd name="T99" fmla="*/ 88 h 492"/>
                    <a:gd name="T100" fmla="*/ 584 w 607"/>
                    <a:gd name="T101" fmla="*/ 88 h 492"/>
                    <a:gd name="T102" fmla="*/ 602 w 607"/>
                    <a:gd name="T103" fmla="*/ 78 h 4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07" h="492">
                      <a:moveTo>
                        <a:pt x="596" y="71"/>
                      </a:moveTo>
                      <a:cubicBezTo>
                        <a:pt x="594" y="65"/>
                        <a:pt x="600" y="65"/>
                        <a:pt x="607" y="64"/>
                      </a:cubicBezTo>
                      <a:cubicBezTo>
                        <a:pt x="600" y="59"/>
                        <a:pt x="600" y="59"/>
                        <a:pt x="600" y="59"/>
                      </a:cubicBezTo>
                      <a:cubicBezTo>
                        <a:pt x="587" y="59"/>
                        <a:pt x="587" y="59"/>
                        <a:pt x="587" y="59"/>
                      </a:cubicBezTo>
                      <a:cubicBezTo>
                        <a:pt x="563" y="67"/>
                        <a:pt x="563" y="67"/>
                        <a:pt x="563" y="67"/>
                      </a:cubicBezTo>
                      <a:cubicBezTo>
                        <a:pt x="561" y="57"/>
                        <a:pt x="561" y="57"/>
                        <a:pt x="561" y="57"/>
                      </a:cubicBezTo>
                      <a:cubicBezTo>
                        <a:pt x="561" y="57"/>
                        <a:pt x="537" y="54"/>
                        <a:pt x="530" y="62"/>
                      </a:cubicBezTo>
                      <a:cubicBezTo>
                        <a:pt x="523" y="70"/>
                        <a:pt x="516" y="81"/>
                        <a:pt x="516" y="81"/>
                      </a:cubicBezTo>
                      <a:cubicBezTo>
                        <a:pt x="506" y="81"/>
                        <a:pt x="506" y="81"/>
                        <a:pt x="506" y="81"/>
                      </a:cubicBezTo>
                      <a:cubicBezTo>
                        <a:pt x="506" y="81"/>
                        <a:pt x="492" y="97"/>
                        <a:pt x="485" y="100"/>
                      </a:cubicBezTo>
                      <a:cubicBezTo>
                        <a:pt x="478" y="103"/>
                        <a:pt x="462" y="75"/>
                        <a:pt x="462" y="75"/>
                      </a:cubicBezTo>
                      <a:cubicBezTo>
                        <a:pt x="455" y="33"/>
                        <a:pt x="455" y="33"/>
                        <a:pt x="455" y="33"/>
                      </a:cubicBezTo>
                      <a:cubicBezTo>
                        <a:pt x="441" y="33"/>
                        <a:pt x="441" y="33"/>
                        <a:pt x="441" y="33"/>
                      </a:cubicBezTo>
                      <a:cubicBezTo>
                        <a:pt x="441" y="33"/>
                        <a:pt x="441" y="19"/>
                        <a:pt x="441" y="14"/>
                      </a:cubicBezTo>
                      <a:cubicBezTo>
                        <a:pt x="441" y="9"/>
                        <a:pt x="430" y="0"/>
                        <a:pt x="421" y="0"/>
                      </a:cubicBezTo>
                      <a:cubicBezTo>
                        <a:pt x="412" y="0"/>
                        <a:pt x="413" y="15"/>
                        <a:pt x="413" y="19"/>
                      </a:cubicBezTo>
                      <a:cubicBezTo>
                        <a:pt x="413" y="23"/>
                        <a:pt x="399" y="26"/>
                        <a:pt x="399" y="33"/>
                      </a:cubicBezTo>
                      <a:cubicBezTo>
                        <a:pt x="399" y="40"/>
                        <a:pt x="407" y="40"/>
                        <a:pt x="407" y="40"/>
                      </a:cubicBezTo>
                      <a:cubicBezTo>
                        <a:pt x="402" y="54"/>
                        <a:pt x="402" y="54"/>
                        <a:pt x="402" y="54"/>
                      </a:cubicBezTo>
                      <a:cubicBezTo>
                        <a:pt x="395" y="48"/>
                        <a:pt x="395" y="48"/>
                        <a:pt x="395" y="48"/>
                      </a:cubicBezTo>
                      <a:cubicBezTo>
                        <a:pt x="395" y="48"/>
                        <a:pt x="373" y="49"/>
                        <a:pt x="368" y="54"/>
                      </a:cubicBezTo>
                      <a:cubicBezTo>
                        <a:pt x="363" y="59"/>
                        <a:pt x="368" y="77"/>
                        <a:pt x="364" y="79"/>
                      </a:cubicBezTo>
                      <a:cubicBezTo>
                        <a:pt x="360" y="81"/>
                        <a:pt x="349" y="64"/>
                        <a:pt x="346" y="64"/>
                      </a:cubicBezTo>
                      <a:cubicBezTo>
                        <a:pt x="343" y="64"/>
                        <a:pt x="318" y="84"/>
                        <a:pt x="315" y="83"/>
                      </a:cubicBezTo>
                      <a:cubicBezTo>
                        <a:pt x="312" y="82"/>
                        <a:pt x="292" y="66"/>
                        <a:pt x="292" y="66"/>
                      </a:cubicBezTo>
                      <a:cubicBezTo>
                        <a:pt x="287" y="66"/>
                        <a:pt x="287" y="66"/>
                        <a:pt x="287" y="66"/>
                      </a:cubicBezTo>
                      <a:cubicBezTo>
                        <a:pt x="276" y="71"/>
                        <a:pt x="276" y="71"/>
                        <a:pt x="276" y="71"/>
                      </a:cubicBezTo>
                      <a:cubicBezTo>
                        <a:pt x="267" y="57"/>
                        <a:pt x="267" y="57"/>
                        <a:pt x="267" y="57"/>
                      </a:cubicBezTo>
                      <a:cubicBezTo>
                        <a:pt x="259" y="63"/>
                        <a:pt x="259" y="63"/>
                        <a:pt x="259" y="63"/>
                      </a:cubicBezTo>
                      <a:cubicBezTo>
                        <a:pt x="229" y="63"/>
                        <a:pt x="229" y="63"/>
                        <a:pt x="229" y="63"/>
                      </a:cubicBezTo>
                      <a:cubicBezTo>
                        <a:pt x="229" y="63"/>
                        <a:pt x="215" y="50"/>
                        <a:pt x="207" y="50"/>
                      </a:cubicBezTo>
                      <a:cubicBezTo>
                        <a:pt x="199" y="50"/>
                        <a:pt x="200" y="67"/>
                        <a:pt x="200" y="67"/>
                      </a:cubicBezTo>
                      <a:cubicBezTo>
                        <a:pt x="200" y="67"/>
                        <a:pt x="181" y="62"/>
                        <a:pt x="171" y="72"/>
                      </a:cubicBezTo>
                      <a:cubicBezTo>
                        <a:pt x="161" y="82"/>
                        <a:pt x="166" y="110"/>
                        <a:pt x="166" y="116"/>
                      </a:cubicBezTo>
                      <a:cubicBezTo>
                        <a:pt x="166" y="122"/>
                        <a:pt x="157" y="120"/>
                        <a:pt x="157" y="120"/>
                      </a:cubicBezTo>
                      <a:cubicBezTo>
                        <a:pt x="157" y="120"/>
                        <a:pt x="144" y="129"/>
                        <a:pt x="137" y="136"/>
                      </a:cubicBezTo>
                      <a:cubicBezTo>
                        <a:pt x="130" y="143"/>
                        <a:pt x="112" y="142"/>
                        <a:pt x="112" y="142"/>
                      </a:cubicBezTo>
                      <a:cubicBezTo>
                        <a:pt x="112" y="142"/>
                        <a:pt x="112" y="158"/>
                        <a:pt x="107" y="167"/>
                      </a:cubicBezTo>
                      <a:cubicBezTo>
                        <a:pt x="102" y="176"/>
                        <a:pt x="77" y="177"/>
                        <a:pt x="77" y="177"/>
                      </a:cubicBezTo>
                      <a:cubicBezTo>
                        <a:pt x="61" y="161"/>
                        <a:pt x="61" y="161"/>
                        <a:pt x="61" y="161"/>
                      </a:cubicBezTo>
                      <a:cubicBezTo>
                        <a:pt x="61" y="161"/>
                        <a:pt x="54" y="164"/>
                        <a:pt x="49" y="164"/>
                      </a:cubicBezTo>
                      <a:cubicBezTo>
                        <a:pt x="44" y="164"/>
                        <a:pt x="30" y="154"/>
                        <a:pt x="30" y="154"/>
                      </a:cubicBezTo>
                      <a:cubicBezTo>
                        <a:pt x="30" y="154"/>
                        <a:pt x="24" y="161"/>
                        <a:pt x="23" y="168"/>
                      </a:cubicBezTo>
                      <a:cubicBezTo>
                        <a:pt x="22" y="175"/>
                        <a:pt x="29" y="205"/>
                        <a:pt x="29" y="205"/>
                      </a:cubicBezTo>
                      <a:cubicBezTo>
                        <a:pt x="15" y="209"/>
                        <a:pt x="15" y="209"/>
                        <a:pt x="15" y="209"/>
                      </a:cubicBezTo>
                      <a:cubicBezTo>
                        <a:pt x="20" y="220"/>
                        <a:pt x="20" y="220"/>
                        <a:pt x="20" y="220"/>
                      </a:cubicBezTo>
                      <a:cubicBezTo>
                        <a:pt x="20" y="220"/>
                        <a:pt x="6" y="225"/>
                        <a:pt x="3" y="230"/>
                      </a:cubicBezTo>
                      <a:cubicBezTo>
                        <a:pt x="0" y="235"/>
                        <a:pt x="11" y="244"/>
                        <a:pt x="11" y="244"/>
                      </a:cubicBezTo>
                      <a:cubicBezTo>
                        <a:pt x="9" y="263"/>
                        <a:pt x="9" y="263"/>
                        <a:pt x="9" y="263"/>
                      </a:cubicBezTo>
                      <a:cubicBezTo>
                        <a:pt x="9" y="263"/>
                        <a:pt x="30" y="260"/>
                        <a:pt x="31" y="266"/>
                      </a:cubicBezTo>
                      <a:cubicBezTo>
                        <a:pt x="32" y="272"/>
                        <a:pt x="17" y="280"/>
                        <a:pt x="15" y="293"/>
                      </a:cubicBezTo>
                      <a:cubicBezTo>
                        <a:pt x="13" y="306"/>
                        <a:pt x="40" y="330"/>
                        <a:pt x="40" y="341"/>
                      </a:cubicBezTo>
                      <a:cubicBezTo>
                        <a:pt x="40" y="352"/>
                        <a:pt x="40" y="366"/>
                        <a:pt x="40" y="374"/>
                      </a:cubicBezTo>
                      <a:cubicBezTo>
                        <a:pt x="40" y="382"/>
                        <a:pt x="70" y="382"/>
                        <a:pt x="70" y="382"/>
                      </a:cubicBezTo>
                      <a:cubicBezTo>
                        <a:pt x="70" y="382"/>
                        <a:pt x="85" y="377"/>
                        <a:pt x="91" y="394"/>
                      </a:cubicBezTo>
                      <a:cubicBezTo>
                        <a:pt x="97" y="411"/>
                        <a:pt x="86" y="424"/>
                        <a:pt x="79" y="434"/>
                      </a:cubicBezTo>
                      <a:cubicBezTo>
                        <a:pt x="72" y="444"/>
                        <a:pt x="56" y="458"/>
                        <a:pt x="56" y="462"/>
                      </a:cubicBezTo>
                      <a:cubicBezTo>
                        <a:pt x="56" y="466"/>
                        <a:pt x="61" y="467"/>
                        <a:pt x="61" y="467"/>
                      </a:cubicBezTo>
                      <a:cubicBezTo>
                        <a:pt x="61" y="467"/>
                        <a:pt x="73" y="464"/>
                        <a:pt x="82" y="469"/>
                      </a:cubicBezTo>
                      <a:cubicBezTo>
                        <a:pt x="91" y="474"/>
                        <a:pt x="121" y="492"/>
                        <a:pt x="142" y="490"/>
                      </a:cubicBezTo>
                      <a:cubicBezTo>
                        <a:pt x="163" y="488"/>
                        <a:pt x="161" y="483"/>
                        <a:pt x="161" y="483"/>
                      </a:cubicBezTo>
                      <a:cubicBezTo>
                        <a:pt x="196" y="484"/>
                        <a:pt x="196" y="484"/>
                        <a:pt x="196" y="484"/>
                      </a:cubicBezTo>
                      <a:cubicBezTo>
                        <a:pt x="196" y="484"/>
                        <a:pt x="193" y="488"/>
                        <a:pt x="205" y="488"/>
                      </a:cubicBezTo>
                      <a:cubicBezTo>
                        <a:pt x="217" y="488"/>
                        <a:pt x="218" y="482"/>
                        <a:pt x="218" y="482"/>
                      </a:cubicBezTo>
                      <a:cubicBezTo>
                        <a:pt x="218" y="482"/>
                        <a:pt x="260" y="480"/>
                        <a:pt x="263" y="479"/>
                      </a:cubicBezTo>
                      <a:cubicBezTo>
                        <a:pt x="266" y="478"/>
                        <a:pt x="305" y="465"/>
                        <a:pt x="307" y="459"/>
                      </a:cubicBezTo>
                      <a:cubicBezTo>
                        <a:pt x="309" y="453"/>
                        <a:pt x="303" y="433"/>
                        <a:pt x="303" y="433"/>
                      </a:cubicBezTo>
                      <a:cubicBezTo>
                        <a:pt x="303" y="433"/>
                        <a:pt x="296" y="409"/>
                        <a:pt x="298" y="403"/>
                      </a:cubicBezTo>
                      <a:cubicBezTo>
                        <a:pt x="300" y="397"/>
                        <a:pt x="315" y="384"/>
                        <a:pt x="323" y="384"/>
                      </a:cubicBezTo>
                      <a:cubicBezTo>
                        <a:pt x="331" y="384"/>
                        <a:pt x="327" y="390"/>
                        <a:pt x="327" y="390"/>
                      </a:cubicBezTo>
                      <a:cubicBezTo>
                        <a:pt x="327" y="390"/>
                        <a:pt x="357" y="395"/>
                        <a:pt x="359" y="389"/>
                      </a:cubicBezTo>
                      <a:cubicBezTo>
                        <a:pt x="361" y="383"/>
                        <a:pt x="344" y="381"/>
                        <a:pt x="348" y="376"/>
                      </a:cubicBezTo>
                      <a:cubicBezTo>
                        <a:pt x="352" y="371"/>
                        <a:pt x="366" y="367"/>
                        <a:pt x="366" y="367"/>
                      </a:cubicBezTo>
                      <a:cubicBezTo>
                        <a:pt x="366" y="367"/>
                        <a:pt x="373" y="361"/>
                        <a:pt x="381" y="361"/>
                      </a:cubicBezTo>
                      <a:cubicBezTo>
                        <a:pt x="389" y="361"/>
                        <a:pt x="399" y="359"/>
                        <a:pt x="399" y="359"/>
                      </a:cubicBezTo>
                      <a:cubicBezTo>
                        <a:pt x="399" y="359"/>
                        <a:pt x="396" y="378"/>
                        <a:pt x="409" y="371"/>
                      </a:cubicBezTo>
                      <a:cubicBezTo>
                        <a:pt x="422" y="364"/>
                        <a:pt x="425" y="355"/>
                        <a:pt x="425" y="355"/>
                      </a:cubicBezTo>
                      <a:cubicBezTo>
                        <a:pt x="425" y="355"/>
                        <a:pt x="416" y="337"/>
                        <a:pt x="417" y="325"/>
                      </a:cubicBezTo>
                      <a:cubicBezTo>
                        <a:pt x="418" y="313"/>
                        <a:pt x="424" y="316"/>
                        <a:pt x="424" y="316"/>
                      </a:cubicBezTo>
                      <a:cubicBezTo>
                        <a:pt x="424" y="316"/>
                        <a:pt x="421" y="294"/>
                        <a:pt x="425" y="291"/>
                      </a:cubicBezTo>
                      <a:cubicBezTo>
                        <a:pt x="429" y="288"/>
                        <a:pt x="442" y="289"/>
                        <a:pt x="442" y="289"/>
                      </a:cubicBezTo>
                      <a:cubicBezTo>
                        <a:pt x="462" y="275"/>
                        <a:pt x="462" y="275"/>
                        <a:pt x="462" y="275"/>
                      </a:cubicBezTo>
                      <a:cubicBezTo>
                        <a:pt x="462" y="275"/>
                        <a:pt x="451" y="276"/>
                        <a:pt x="449" y="269"/>
                      </a:cubicBezTo>
                      <a:cubicBezTo>
                        <a:pt x="447" y="262"/>
                        <a:pt x="447" y="258"/>
                        <a:pt x="447" y="258"/>
                      </a:cubicBezTo>
                      <a:cubicBezTo>
                        <a:pt x="447" y="258"/>
                        <a:pt x="432" y="254"/>
                        <a:pt x="431" y="249"/>
                      </a:cubicBezTo>
                      <a:cubicBezTo>
                        <a:pt x="430" y="244"/>
                        <a:pt x="430" y="239"/>
                        <a:pt x="434" y="238"/>
                      </a:cubicBezTo>
                      <a:cubicBezTo>
                        <a:pt x="438" y="237"/>
                        <a:pt x="445" y="245"/>
                        <a:pt x="445" y="245"/>
                      </a:cubicBezTo>
                      <a:cubicBezTo>
                        <a:pt x="456" y="246"/>
                        <a:pt x="456" y="246"/>
                        <a:pt x="456" y="246"/>
                      </a:cubicBezTo>
                      <a:cubicBezTo>
                        <a:pt x="463" y="249"/>
                        <a:pt x="463" y="249"/>
                        <a:pt x="463" y="249"/>
                      </a:cubicBezTo>
                      <a:cubicBezTo>
                        <a:pt x="467" y="242"/>
                        <a:pt x="467" y="242"/>
                        <a:pt x="467" y="242"/>
                      </a:cubicBezTo>
                      <a:cubicBezTo>
                        <a:pt x="467" y="242"/>
                        <a:pt x="478" y="245"/>
                        <a:pt x="479" y="238"/>
                      </a:cubicBezTo>
                      <a:cubicBezTo>
                        <a:pt x="480" y="231"/>
                        <a:pt x="479" y="222"/>
                        <a:pt x="479" y="222"/>
                      </a:cubicBezTo>
                      <a:cubicBezTo>
                        <a:pt x="479" y="222"/>
                        <a:pt x="472" y="221"/>
                        <a:pt x="473" y="212"/>
                      </a:cubicBezTo>
                      <a:cubicBezTo>
                        <a:pt x="474" y="203"/>
                        <a:pt x="491" y="195"/>
                        <a:pt x="494" y="188"/>
                      </a:cubicBezTo>
                      <a:cubicBezTo>
                        <a:pt x="497" y="181"/>
                        <a:pt x="487" y="173"/>
                        <a:pt x="487" y="173"/>
                      </a:cubicBezTo>
                      <a:cubicBezTo>
                        <a:pt x="487" y="173"/>
                        <a:pt x="490" y="156"/>
                        <a:pt x="479" y="144"/>
                      </a:cubicBezTo>
                      <a:cubicBezTo>
                        <a:pt x="468" y="132"/>
                        <a:pt x="463" y="136"/>
                        <a:pt x="469" y="124"/>
                      </a:cubicBezTo>
                      <a:cubicBezTo>
                        <a:pt x="475" y="112"/>
                        <a:pt x="486" y="109"/>
                        <a:pt x="486" y="109"/>
                      </a:cubicBezTo>
                      <a:cubicBezTo>
                        <a:pt x="486" y="109"/>
                        <a:pt x="509" y="93"/>
                        <a:pt x="516" y="90"/>
                      </a:cubicBezTo>
                      <a:cubicBezTo>
                        <a:pt x="523" y="87"/>
                        <a:pt x="540" y="88"/>
                        <a:pt x="540" y="88"/>
                      </a:cubicBezTo>
                      <a:cubicBezTo>
                        <a:pt x="540" y="88"/>
                        <a:pt x="563" y="83"/>
                        <a:pt x="566" y="83"/>
                      </a:cubicBezTo>
                      <a:cubicBezTo>
                        <a:pt x="569" y="83"/>
                        <a:pt x="579" y="89"/>
                        <a:pt x="584" y="88"/>
                      </a:cubicBezTo>
                      <a:cubicBezTo>
                        <a:pt x="587" y="87"/>
                        <a:pt x="596" y="82"/>
                        <a:pt x="602" y="78"/>
                      </a:cubicBezTo>
                      <a:cubicBezTo>
                        <a:pt x="602" y="78"/>
                        <a:pt x="602" y="78"/>
                        <a:pt x="602" y="78"/>
                      </a:cubicBezTo>
                      <a:cubicBezTo>
                        <a:pt x="599" y="76"/>
                        <a:pt x="597" y="74"/>
                        <a:pt x="596" y="7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6" name="Freeform 238"/>
                <p:cNvSpPr>
                  <a:spLocks/>
                </p:cNvSpPr>
                <p:nvPr/>
              </p:nvSpPr>
              <p:spPr bwMode="gray">
                <a:xfrm>
                  <a:off x="-2682" y="-14069"/>
                  <a:ext cx="2358" cy="2010"/>
                </a:xfrm>
                <a:custGeom>
                  <a:avLst/>
                  <a:gdLst>
                    <a:gd name="T0" fmla="*/ 976 w 998"/>
                    <a:gd name="T1" fmla="*/ 516 h 851"/>
                    <a:gd name="T2" fmla="*/ 804 w 998"/>
                    <a:gd name="T3" fmla="*/ 446 h 851"/>
                    <a:gd name="T4" fmla="*/ 794 w 998"/>
                    <a:gd name="T5" fmla="*/ 413 h 851"/>
                    <a:gd name="T6" fmla="*/ 780 w 998"/>
                    <a:gd name="T7" fmla="*/ 407 h 851"/>
                    <a:gd name="T8" fmla="*/ 764 w 998"/>
                    <a:gd name="T9" fmla="*/ 400 h 851"/>
                    <a:gd name="T10" fmla="*/ 719 w 998"/>
                    <a:gd name="T11" fmla="*/ 332 h 851"/>
                    <a:gd name="T12" fmla="*/ 669 w 998"/>
                    <a:gd name="T13" fmla="*/ 265 h 851"/>
                    <a:gd name="T14" fmla="*/ 646 w 998"/>
                    <a:gd name="T15" fmla="*/ 218 h 851"/>
                    <a:gd name="T16" fmla="*/ 637 w 998"/>
                    <a:gd name="T17" fmla="*/ 195 h 851"/>
                    <a:gd name="T18" fmla="*/ 588 w 998"/>
                    <a:gd name="T19" fmla="*/ 170 h 851"/>
                    <a:gd name="T20" fmla="*/ 332 w 998"/>
                    <a:gd name="T21" fmla="*/ 63 h 851"/>
                    <a:gd name="T22" fmla="*/ 250 w 998"/>
                    <a:gd name="T23" fmla="*/ 9 h 851"/>
                    <a:gd name="T24" fmla="*/ 200 w 998"/>
                    <a:gd name="T25" fmla="*/ 0 h 851"/>
                    <a:gd name="T26" fmla="*/ 147 w 998"/>
                    <a:gd name="T27" fmla="*/ 18 h 851"/>
                    <a:gd name="T28" fmla="*/ 111 w 998"/>
                    <a:gd name="T29" fmla="*/ 32 h 851"/>
                    <a:gd name="T30" fmla="*/ 111 w 998"/>
                    <a:gd name="T31" fmla="*/ 46 h 851"/>
                    <a:gd name="T32" fmla="*/ 123 w 998"/>
                    <a:gd name="T33" fmla="*/ 118 h 851"/>
                    <a:gd name="T34" fmla="*/ 70 w 998"/>
                    <a:gd name="T35" fmla="*/ 163 h 851"/>
                    <a:gd name="T36" fmla="*/ 12 w 998"/>
                    <a:gd name="T37" fmla="*/ 161 h 851"/>
                    <a:gd name="T38" fmla="*/ 12 w 998"/>
                    <a:gd name="T39" fmla="*/ 249 h 851"/>
                    <a:gd name="T40" fmla="*/ 85 w 998"/>
                    <a:gd name="T41" fmla="*/ 334 h 851"/>
                    <a:gd name="T42" fmla="*/ 145 w 998"/>
                    <a:gd name="T43" fmla="*/ 433 h 851"/>
                    <a:gd name="T44" fmla="*/ 232 w 998"/>
                    <a:gd name="T45" fmla="*/ 560 h 851"/>
                    <a:gd name="T46" fmla="*/ 300 w 998"/>
                    <a:gd name="T47" fmla="*/ 631 h 851"/>
                    <a:gd name="T48" fmla="*/ 419 w 998"/>
                    <a:gd name="T49" fmla="*/ 826 h 851"/>
                    <a:gd name="T50" fmla="*/ 427 w 998"/>
                    <a:gd name="T51" fmla="*/ 837 h 851"/>
                    <a:gd name="T52" fmla="*/ 437 w 998"/>
                    <a:gd name="T53" fmla="*/ 790 h 851"/>
                    <a:gd name="T54" fmla="*/ 470 w 998"/>
                    <a:gd name="T55" fmla="*/ 798 h 851"/>
                    <a:gd name="T56" fmla="*/ 522 w 998"/>
                    <a:gd name="T57" fmla="*/ 791 h 851"/>
                    <a:gd name="T58" fmla="*/ 593 w 998"/>
                    <a:gd name="T59" fmla="*/ 799 h 851"/>
                    <a:gd name="T60" fmla="*/ 628 w 998"/>
                    <a:gd name="T61" fmla="*/ 804 h 851"/>
                    <a:gd name="T62" fmla="*/ 653 w 998"/>
                    <a:gd name="T63" fmla="*/ 755 h 851"/>
                    <a:gd name="T64" fmla="*/ 839 w 998"/>
                    <a:gd name="T65" fmla="*/ 710 h 851"/>
                    <a:gd name="T66" fmla="*/ 998 w 998"/>
                    <a:gd name="T67" fmla="*/ 546 h 8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98" h="851">
                      <a:moveTo>
                        <a:pt x="980" y="527"/>
                      </a:moveTo>
                      <a:cubicBezTo>
                        <a:pt x="980" y="525"/>
                        <a:pt x="978" y="521"/>
                        <a:pt x="976" y="516"/>
                      </a:cubicBezTo>
                      <a:cubicBezTo>
                        <a:pt x="942" y="512"/>
                        <a:pt x="853" y="501"/>
                        <a:pt x="851" y="501"/>
                      </a:cubicBezTo>
                      <a:cubicBezTo>
                        <a:pt x="848" y="501"/>
                        <a:pt x="811" y="453"/>
                        <a:pt x="804" y="446"/>
                      </a:cubicBezTo>
                      <a:cubicBezTo>
                        <a:pt x="799" y="441"/>
                        <a:pt x="799" y="433"/>
                        <a:pt x="800" y="428"/>
                      </a:cubicBezTo>
                      <a:cubicBezTo>
                        <a:pt x="796" y="423"/>
                        <a:pt x="793" y="417"/>
                        <a:pt x="794" y="413"/>
                      </a:cubicBezTo>
                      <a:cubicBezTo>
                        <a:pt x="788" y="415"/>
                        <a:pt x="788" y="415"/>
                        <a:pt x="788" y="415"/>
                      </a:cubicBezTo>
                      <a:cubicBezTo>
                        <a:pt x="780" y="407"/>
                        <a:pt x="780" y="407"/>
                        <a:pt x="780" y="407"/>
                      </a:cubicBezTo>
                      <a:cubicBezTo>
                        <a:pt x="770" y="410"/>
                        <a:pt x="770" y="410"/>
                        <a:pt x="770" y="410"/>
                      </a:cubicBezTo>
                      <a:cubicBezTo>
                        <a:pt x="764" y="400"/>
                        <a:pt x="764" y="400"/>
                        <a:pt x="764" y="400"/>
                      </a:cubicBezTo>
                      <a:cubicBezTo>
                        <a:pt x="757" y="398"/>
                        <a:pt x="750" y="359"/>
                        <a:pt x="744" y="354"/>
                      </a:cubicBezTo>
                      <a:cubicBezTo>
                        <a:pt x="738" y="349"/>
                        <a:pt x="722" y="346"/>
                        <a:pt x="719" y="332"/>
                      </a:cubicBezTo>
                      <a:cubicBezTo>
                        <a:pt x="715" y="318"/>
                        <a:pt x="720" y="296"/>
                        <a:pt x="707" y="286"/>
                      </a:cubicBezTo>
                      <a:cubicBezTo>
                        <a:pt x="693" y="275"/>
                        <a:pt x="675" y="277"/>
                        <a:pt x="669" y="265"/>
                      </a:cubicBezTo>
                      <a:cubicBezTo>
                        <a:pt x="663" y="252"/>
                        <a:pt x="670" y="239"/>
                        <a:pt x="664" y="235"/>
                      </a:cubicBezTo>
                      <a:cubicBezTo>
                        <a:pt x="658" y="231"/>
                        <a:pt x="646" y="218"/>
                        <a:pt x="646" y="218"/>
                      </a:cubicBezTo>
                      <a:cubicBezTo>
                        <a:pt x="645" y="201"/>
                        <a:pt x="645" y="201"/>
                        <a:pt x="645" y="201"/>
                      </a:cubicBezTo>
                      <a:cubicBezTo>
                        <a:pt x="645" y="201"/>
                        <a:pt x="642" y="198"/>
                        <a:pt x="637" y="195"/>
                      </a:cubicBezTo>
                      <a:cubicBezTo>
                        <a:pt x="624" y="196"/>
                        <a:pt x="606" y="196"/>
                        <a:pt x="598" y="196"/>
                      </a:cubicBezTo>
                      <a:cubicBezTo>
                        <a:pt x="584" y="195"/>
                        <a:pt x="594" y="177"/>
                        <a:pt x="588" y="170"/>
                      </a:cubicBezTo>
                      <a:cubicBezTo>
                        <a:pt x="582" y="163"/>
                        <a:pt x="460" y="160"/>
                        <a:pt x="460" y="160"/>
                      </a:cubicBezTo>
                      <a:cubicBezTo>
                        <a:pt x="332" y="63"/>
                        <a:pt x="332" y="63"/>
                        <a:pt x="332" y="63"/>
                      </a:cubicBezTo>
                      <a:cubicBezTo>
                        <a:pt x="332" y="63"/>
                        <a:pt x="311" y="49"/>
                        <a:pt x="299" y="43"/>
                      </a:cubicBezTo>
                      <a:cubicBezTo>
                        <a:pt x="287" y="37"/>
                        <a:pt x="250" y="9"/>
                        <a:pt x="250" y="9"/>
                      </a:cubicBezTo>
                      <a:cubicBezTo>
                        <a:pt x="250" y="9"/>
                        <a:pt x="225" y="8"/>
                        <a:pt x="216" y="9"/>
                      </a:cubicBezTo>
                      <a:cubicBezTo>
                        <a:pt x="207" y="10"/>
                        <a:pt x="200" y="0"/>
                        <a:pt x="200" y="0"/>
                      </a:cubicBezTo>
                      <a:cubicBezTo>
                        <a:pt x="200" y="0"/>
                        <a:pt x="187" y="8"/>
                        <a:pt x="181" y="14"/>
                      </a:cubicBezTo>
                      <a:cubicBezTo>
                        <a:pt x="175" y="20"/>
                        <a:pt x="147" y="18"/>
                        <a:pt x="147" y="18"/>
                      </a:cubicBezTo>
                      <a:cubicBezTo>
                        <a:pt x="139" y="32"/>
                        <a:pt x="139" y="32"/>
                        <a:pt x="139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86" y="31"/>
                        <a:pt x="79" y="38"/>
                      </a:cubicBezTo>
                      <a:cubicBezTo>
                        <a:pt x="72" y="45"/>
                        <a:pt x="104" y="42"/>
                        <a:pt x="111" y="46"/>
                      </a:cubicBezTo>
                      <a:cubicBezTo>
                        <a:pt x="118" y="50"/>
                        <a:pt x="137" y="85"/>
                        <a:pt x="137" y="85"/>
                      </a:cubicBezTo>
                      <a:cubicBezTo>
                        <a:pt x="137" y="85"/>
                        <a:pt x="131" y="111"/>
                        <a:pt x="123" y="118"/>
                      </a:cubicBezTo>
                      <a:cubicBezTo>
                        <a:pt x="115" y="125"/>
                        <a:pt x="98" y="121"/>
                        <a:pt x="92" y="123"/>
                      </a:cubicBezTo>
                      <a:cubicBezTo>
                        <a:pt x="86" y="125"/>
                        <a:pt x="84" y="152"/>
                        <a:pt x="70" y="163"/>
                      </a:cubicBezTo>
                      <a:cubicBezTo>
                        <a:pt x="56" y="174"/>
                        <a:pt x="25" y="154"/>
                        <a:pt x="18" y="155"/>
                      </a:cubicBezTo>
                      <a:cubicBezTo>
                        <a:pt x="12" y="156"/>
                        <a:pt x="12" y="160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70"/>
                        <a:pt x="0" y="237"/>
                        <a:pt x="12" y="249"/>
                      </a:cubicBezTo>
                      <a:cubicBezTo>
                        <a:pt x="24" y="260"/>
                        <a:pt x="49" y="260"/>
                        <a:pt x="54" y="274"/>
                      </a:cubicBezTo>
                      <a:cubicBezTo>
                        <a:pt x="60" y="288"/>
                        <a:pt x="76" y="325"/>
                        <a:pt x="85" y="334"/>
                      </a:cubicBezTo>
                      <a:cubicBezTo>
                        <a:pt x="94" y="343"/>
                        <a:pt x="113" y="358"/>
                        <a:pt x="120" y="370"/>
                      </a:cubicBezTo>
                      <a:cubicBezTo>
                        <a:pt x="128" y="383"/>
                        <a:pt x="132" y="421"/>
                        <a:pt x="145" y="433"/>
                      </a:cubicBezTo>
                      <a:cubicBezTo>
                        <a:pt x="157" y="445"/>
                        <a:pt x="184" y="434"/>
                        <a:pt x="201" y="453"/>
                      </a:cubicBezTo>
                      <a:cubicBezTo>
                        <a:pt x="218" y="472"/>
                        <a:pt x="232" y="531"/>
                        <a:pt x="232" y="560"/>
                      </a:cubicBezTo>
                      <a:cubicBezTo>
                        <a:pt x="232" y="590"/>
                        <a:pt x="267" y="626"/>
                        <a:pt x="267" y="626"/>
                      </a:cubicBezTo>
                      <a:cubicBezTo>
                        <a:pt x="267" y="626"/>
                        <a:pt x="291" y="623"/>
                        <a:pt x="300" y="631"/>
                      </a:cubicBezTo>
                      <a:cubicBezTo>
                        <a:pt x="308" y="639"/>
                        <a:pt x="344" y="704"/>
                        <a:pt x="358" y="728"/>
                      </a:cubicBezTo>
                      <a:cubicBezTo>
                        <a:pt x="372" y="752"/>
                        <a:pt x="420" y="810"/>
                        <a:pt x="419" y="826"/>
                      </a:cubicBezTo>
                      <a:cubicBezTo>
                        <a:pt x="419" y="833"/>
                        <a:pt x="417" y="842"/>
                        <a:pt x="414" y="851"/>
                      </a:cubicBezTo>
                      <a:cubicBezTo>
                        <a:pt x="418" y="848"/>
                        <a:pt x="423" y="844"/>
                        <a:pt x="427" y="837"/>
                      </a:cubicBezTo>
                      <a:cubicBezTo>
                        <a:pt x="434" y="826"/>
                        <a:pt x="428" y="824"/>
                        <a:pt x="428" y="824"/>
                      </a:cubicBezTo>
                      <a:cubicBezTo>
                        <a:pt x="428" y="824"/>
                        <a:pt x="427" y="795"/>
                        <a:pt x="437" y="790"/>
                      </a:cubicBezTo>
                      <a:cubicBezTo>
                        <a:pt x="447" y="785"/>
                        <a:pt x="452" y="799"/>
                        <a:pt x="452" y="799"/>
                      </a:cubicBezTo>
                      <a:cubicBezTo>
                        <a:pt x="470" y="798"/>
                        <a:pt x="470" y="798"/>
                        <a:pt x="470" y="798"/>
                      </a:cubicBezTo>
                      <a:cubicBezTo>
                        <a:pt x="470" y="798"/>
                        <a:pt x="477" y="792"/>
                        <a:pt x="482" y="792"/>
                      </a:cubicBezTo>
                      <a:cubicBezTo>
                        <a:pt x="487" y="792"/>
                        <a:pt x="506" y="791"/>
                        <a:pt x="522" y="791"/>
                      </a:cubicBezTo>
                      <a:cubicBezTo>
                        <a:pt x="538" y="791"/>
                        <a:pt x="549" y="799"/>
                        <a:pt x="549" y="799"/>
                      </a:cubicBezTo>
                      <a:cubicBezTo>
                        <a:pt x="549" y="799"/>
                        <a:pt x="589" y="797"/>
                        <a:pt x="593" y="799"/>
                      </a:cubicBezTo>
                      <a:cubicBezTo>
                        <a:pt x="597" y="801"/>
                        <a:pt x="611" y="816"/>
                        <a:pt x="616" y="816"/>
                      </a:cubicBezTo>
                      <a:cubicBezTo>
                        <a:pt x="621" y="816"/>
                        <a:pt x="628" y="804"/>
                        <a:pt x="628" y="804"/>
                      </a:cubicBezTo>
                      <a:cubicBezTo>
                        <a:pt x="628" y="792"/>
                        <a:pt x="628" y="792"/>
                        <a:pt x="628" y="792"/>
                      </a:cubicBezTo>
                      <a:cubicBezTo>
                        <a:pt x="628" y="792"/>
                        <a:pt x="643" y="768"/>
                        <a:pt x="653" y="755"/>
                      </a:cubicBezTo>
                      <a:cubicBezTo>
                        <a:pt x="663" y="742"/>
                        <a:pt x="705" y="723"/>
                        <a:pt x="717" y="723"/>
                      </a:cubicBezTo>
                      <a:cubicBezTo>
                        <a:pt x="729" y="723"/>
                        <a:pt x="839" y="710"/>
                        <a:pt x="839" y="710"/>
                      </a:cubicBezTo>
                      <a:cubicBezTo>
                        <a:pt x="972" y="661"/>
                        <a:pt x="972" y="661"/>
                        <a:pt x="972" y="661"/>
                      </a:cubicBezTo>
                      <a:cubicBezTo>
                        <a:pt x="998" y="546"/>
                        <a:pt x="998" y="546"/>
                        <a:pt x="998" y="546"/>
                      </a:cubicBezTo>
                      <a:cubicBezTo>
                        <a:pt x="998" y="546"/>
                        <a:pt x="980" y="531"/>
                        <a:pt x="980" y="52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7" name="Freeform 239"/>
                <p:cNvSpPr>
                  <a:spLocks/>
                </p:cNvSpPr>
                <p:nvPr/>
              </p:nvSpPr>
              <p:spPr bwMode="gray">
                <a:xfrm>
                  <a:off x="-2693" y="-14383"/>
                  <a:ext cx="179" cy="248"/>
                </a:xfrm>
                <a:custGeom>
                  <a:avLst/>
                  <a:gdLst>
                    <a:gd name="T0" fmla="*/ 46 w 76"/>
                    <a:gd name="T1" fmla="*/ 66 h 105"/>
                    <a:gd name="T2" fmla="*/ 50 w 76"/>
                    <a:gd name="T3" fmla="*/ 46 h 105"/>
                    <a:gd name="T4" fmla="*/ 71 w 76"/>
                    <a:gd name="T5" fmla="*/ 34 h 105"/>
                    <a:gd name="T6" fmla="*/ 64 w 76"/>
                    <a:gd name="T7" fmla="*/ 10 h 105"/>
                    <a:gd name="T8" fmla="*/ 65 w 76"/>
                    <a:gd name="T9" fmla="*/ 0 h 105"/>
                    <a:gd name="T10" fmla="*/ 40 w 76"/>
                    <a:gd name="T11" fmla="*/ 0 h 105"/>
                    <a:gd name="T12" fmla="*/ 37 w 76"/>
                    <a:gd name="T13" fmla="*/ 0 h 105"/>
                    <a:gd name="T14" fmla="*/ 36 w 76"/>
                    <a:gd name="T15" fmla="*/ 5 h 105"/>
                    <a:gd name="T16" fmla="*/ 20 w 76"/>
                    <a:gd name="T17" fmla="*/ 21 h 105"/>
                    <a:gd name="T18" fmla="*/ 11 w 76"/>
                    <a:gd name="T19" fmla="*/ 45 h 105"/>
                    <a:gd name="T20" fmla="*/ 0 w 76"/>
                    <a:gd name="T21" fmla="*/ 89 h 105"/>
                    <a:gd name="T22" fmla="*/ 1 w 76"/>
                    <a:gd name="T23" fmla="*/ 105 h 105"/>
                    <a:gd name="T24" fmla="*/ 6 w 76"/>
                    <a:gd name="T25" fmla="*/ 100 h 105"/>
                    <a:gd name="T26" fmla="*/ 13 w 76"/>
                    <a:gd name="T27" fmla="*/ 87 h 105"/>
                    <a:gd name="T28" fmla="*/ 27 w 76"/>
                    <a:gd name="T29" fmla="*/ 86 h 105"/>
                    <a:gd name="T30" fmla="*/ 31 w 76"/>
                    <a:gd name="T31" fmla="*/ 69 h 105"/>
                    <a:gd name="T32" fmla="*/ 46 w 76"/>
                    <a:gd name="T33" fmla="*/ 66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6" h="105">
                      <a:moveTo>
                        <a:pt x="46" y="66"/>
                      </a:moveTo>
                      <a:cubicBezTo>
                        <a:pt x="46" y="66"/>
                        <a:pt x="41" y="49"/>
                        <a:pt x="50" y="46"/>
                      </a:cubicBezTo>
                      <a:cubicBezTo>
                        <a:pt x="59" y="43"/>
                        <a:pt x="66" y="46"/>
                        <a:pt x="71" y="34"/>
                      </a:cubicBezTo>
                      <a:cubicBezTo>
                        <a:pt x="76" y="22"/>
                        <a:pt x="64" y="10"/>
                        <a:pt x="64" y="10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2"/>
                        <a:pt x="37" y="4"/>
                        <a:pt x="36" y="5"/>
                      </a:cubicBezTo>
                      <a:cubicBezTo>
                        <a:pt x="29" y="15"/>
                        <a:pt x="20" y="21"/>
                        <a:pt x="20" y="21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" y="69"/>
                        <a:pt x="0" y="89"/>
                      </a:cubicBezTo>
                      <a:cubicBezTo>
                        <a:pt x="0" y="94"/>
                        <a:pt x="0" y="100"/>
                        <a:pt x="1" y="105"/>
                      </a:cubicBezTo>
                      <a:cubicBezTo>
                        <a:pt x="6" y="100"/>
                        <a:pt x="6" y="100"/>
                        <a:pt x="6" y="100"/>
                      </a:cubicBezTo>
                      <a:cubicBezTo>
                        <a:pt x="13" y="87"/>
                        <a:pt x="13" y="87"/>
                        <a:pt x="13" y="87"/>
                      </a:cubicBezTo>
                      <a:cubicBezTo>
                        <a:pt x="13" y="87"/>
                        <a:pt x="22" y="93"/>
                        <a:pt x="27" y="86"/>
                      </a:cubicBezTo>
                      <a:cubicBezTo>
                        <a:pt x="32" y="79"/>
                        <a:pt x="31" y="69"/>
                        <a:pt x="31" y="69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8" name="Freeform 240"/>
                <p:cNvSpPr>
                  <a:spLocks/>
                </p:cNvSpPr>
                <p:nvPr/>
              </p:nvSpPr>
              <p:spPr bwMode="gray">
                <a:xfrm>
                  <a:off x="-2646" y="-14730"/>
                  <a:ext cx="701" cy="649"/>
                </a:xfrm>
                <a:custGeom>
                  <a:avLst/>
                  <a:gdLst>
                    <a:gd name="T0" fmla="*/ 281 w 297"/>
                    <a:gd name="T1" fmla="*/ 39 h 275"/>
                    <a:gd name="T2" fmla="*/ 297 w 297"/>
                    <a:gd name="T3" fmla="*/ 19 h 275"/>
                    <a:gd name="T4" fmla="*/ 290 w 297"/>
                    <a:gd name="T5" fmla="*/ 2 h 275"/>
                    <a:gd name="T6" fmla="*/ 277 w 297"/>
                    <a:gd name="T7" fmla="*/ 12 h 275"/>
                    <a:gd name="T8" fmla="*/ 264 w 297"/>
                    <a:gd name="T9" fmla="*/ 15 h 275"/>
                    <a:gd name="T10" fmla="*/ 250 w 297"/>
                    <a:gd name="T11" fmla="*/ 22 h 275"/>
                    <a:gd name="T12" fmla="*/ 241 w 297"/>
                    <a:gd name="T13" fmla="*/ 16 h 275"/>
                    <a:gd name="T14" fmla="*/ 217 w 297"/>
                    <a:gd name="T15" fmla="*/ 16 h 275"/>
                    <a:gd name="T16" fmla="*/ 188 w 297"/>
                    <a:gd name="T17" fmla="*/ 32 h 275"/>
                    <a:gd name="T18" fmla="*/ 163 w 297"/>
                    <a:gd name="T19" fmla="*/ 39 h 275"/>
                    <a:gd name="T20" fmla="*/ 140 w 297"/>
                    <a:gd name="T21" fmla="*/ 35 h 275"/>
                    <a:gd name="T22" fmla="*/ 114 w 297"/>
                    <a:gd name="T23" fmla="*/ 22 h 275"/>
                    <a:gd name="T24" fmla="*/ 100 w 297"/>
                    <a:gd name="T25" fmla="*/ 33 h 275"/>
                    <a:gd name="T26" fmla="*/ 64 w 297"/>
                    <a:gd name="T27" fmla="*/ 41 h 275"/>
                    <a:gd name="T28" fmla="*/ 58 w 297"/>
                    <a:gd name="T29" fmla="*/ 31 h 275"/>
                    <a:gd name="T30" fmla="*/ 42 w 297"/>
                    <a:gd name="T31" fmla="*/ 32 h 275"/>
                    <a:gd name="T32" fmla="*/ 43 w 297"/>
                    <a:gd name="T33" fmla="*/ 53 h 275"/>
                    <a:gd name="T34" fmla="*/ 48 w 297"/>
                    <a:gd name="T35" fmla="*/ 64 h 275"/>
                    <a:gd name="T36" fmla="*/ 33 w 297"/>
                    <a:gd name="T37" fmla="*/ 66 h 275"/>
                    <a:gd name="T38" fmla="*/ 33 w 297"/>
                    <a:gd name="T39" fmla="*/ 75 h 275"/>
                    <a:gd name="T40" fmla="*/ 27 w 297"/>
                    <a:gd name="T41" fmla="*/ 84 h 275"/>
                    <a:gd name="T42" fmla="*/ 14 w 297"/>
                    <a:gd name="T43" fmla="*/ 78 h 275"/>
                    <a:gd name="T44" fmla="*/ 5 w 297"/>
                    <a:gd name="T45" fmla="*/ 98 h 275"/>
                    <a:gd name="T46" fmla="*/ 1 w 297"/>
                    <a:gd name="T47" fmla="*/ 99 h 275"/>
                    <a:gd name="T48" fmla="*/ 0 w 297"/>
                    <a:gd name="T49" fmla="*/ 131 h 275"/>
                    <a:gd name="T50" fmla="*/ 17 w 297"/>
                    <a:gd name="T51" fmla="*/ 147 h 275"/>
                    <a:gd name="T52" fmla="*/ 20 w 297"/>
                    <a:gd name="T53" fmla="*/ 147 h 275"/>
                    <a:gd name="T54" fmla="*/ 45 w 297"/>
                    <a:gd name="T55" fmla="*/ 147 h 275"/>
                    <a:gd name="T56" fmla="*/ 44 w 297"/>
                    <a:gd name="T57" fmla="*/ 157 h 275"/>
                    <a:gd name="T58" fmla="*/ 51 w 297"/>
                    <a:gd name="T59" fmla="*/ 181 h 275"/>
                    <a:gd name="T60" fmla="*/ 30 w 297"/>
                    <a:gd name="T61" fmla="*/ 193 h 275"/>
                    <a:gd name="T62" fmla="*/ 26 w 297"/>
                    <a:gd name="T63" fmla="*/ 213 h 275"/>
                    <a:gd name="T64" fmla="*/ 16 w 297"/>
                    <a:gd name="T65" fmla="*/ 224 h 275"/>
                    <a:gd name="T66" fmla="*/ 19 w 297"/>
                    <a:gd name="T67" fmla="*/ 254 h 275"/>
                    <a:gd name="T68" fmla="*/ 23 w 297"/>
                    <a:gd name="T69" fmla="*/ 251 h 275"/>
                    <a:gd name="T70" fmla="*/ 45 w 297"/>
                    <a:gd name="T71" fmla="*/ 263 h 275"/>
                    <a:gd name="T72" fmla="*/ 73 w 297"/>
                    <a:gd name="T73" fmla="*/ 275 h 275"/>
                    <a:gd name="T74" fmla="*/ 157 w 297"/>
                    <a:gd name="T75" fmla="*/ 218 h 275"/>
                    <a:gd name="T76" fmla="*/ 200 w 297"/>
                    <a:gd name="T77" fmla="*/ 183 h 275"/>
                    <a:gd name="T78" fmla="*/ 261 w 297"/>
                    <a:gd name="T79" fmla="*/ 156 h 275"/>
                    <a:gd name="T80" fmla="*/ 255 w 297"/>
                    <a:gd name="T81" fmla="*/ 131 h 275"/>
                    <a:gd name="T82" fmla="*/ 264 w 297"/>
                    <a:gd name="T83" fmla="*/ 112 h 275"/>
                    <a:gd name="T84" fmla="*/ 260 w 297"/>
                    <a:gd name="T85" fmla="*/ 77 h 275"/>
                    <a:gd name="T86" fmla="*/ 249 w 297"/>
                    <a:gd name="T87" fmla="*/ 55 h 275"/>
                    <a:gd name="T88" fmla="*/ 281 w 297"/>
                    <a:gd name="T89" fmla="*/ 3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97" h="275">
                      <a:moveTo>
                        <a:pt x="281" y="39"/>
                      </a:moveTo>
                      <a:cubicBezTo>
                        <a:pt x="290" y="35"/>
                        <a:pt x="295" y="26"/>
                        <a:pt x="297" y="19"/>
                      </a:cubicBezTo>
                      <a:cubicBezTo>
                        <a:pt x="288" y="20"/>
                        <a:pt x="293" y="4"/>
                        <a:pt x="290" y="2"/>
                      </a:cubicBezTo>
                      <a:cubicBezTo>
                        <a:pt x="287" y="0"/>
                        <a:pt x="285" y="11"/>
                        <a:pt x="277" y="12"/>
                      </a:cubicBezTo>
                      <a:cubicBezTo>
                        <a:pt x="269" y="13"/>
                        <a:pt x="264" y="15"/>
                        <a:pt x="264" y="15"/>
                      </a:cubicBezTo>
                      <a:cubicBezTo>
                        <a:pt x="264" y="15"/>
                        <a:pt x="259" y="21"/>
                        <a:pt x="250" y="22"/>
                      </a:cubicBezTo>
                      <a:cubicBezTo>
                        <a:pt x="241" y="23"/>
                        <a:pt x="246" y="18"/>
                        <a:pt x="241" y="16"/>
                      </a:cubicBezTo>
                      <a:cubicBezTo>
                        <a:pt x="236" y="14"/>
                        <a:pt x="230" y="15"/>
                        <a:pt x="217" y="16"/>
                      </a:cubicBezTo>
                      <a:cubicBezTo>
                        <a:pt x="204" y="17"/>
                        <a:pt x="197" y="29"/>
                        <a:pt x="188" y="32"/>
                      </a:cubicBezTo>
                      <a:cubicBezTo>
                        <a:pt x="179" y="35"/>
                        <a:pt x="174" y="38"/>
                        <a:pt x="163" y="39"/>
                      </a:cubicBezTo>
                      <a:cubicBezTo>
                        <a:pt x="152" y="40"/>
                        <a:pt x="140" y="35"/>
                        <a:pt x="140" y="35"/>
                      </a:cubicBezTo>
                      <a:cubicBezTo>
                        <a:pt x="140" y="35"/>
                        <a:pt x="117" y="23"/>
                        <a:pt x="114" y="22"/>
                      </a:cubicBezTo>
                      <a:cubicBezTo>
                        <a:pt x="111" y="21"/>
                        <a:pt x="100" y="33"/>
                        <a:pt x="100" y="33"/>
                      </a:cubicBezTo>
                      <a:cubicBezTo>
                        <a:pt x="100" y="33"/>
                        <a:pt x="85" y="41"/>
                        <a:pt x="64" y="41"/>
                      </a:cubicBezTo>
                      <a:cubicBezTo>
                        <a:pt x="43" y="41"/>
                        <a:pt x="60" y="35"/>
                        <a:pt x="58" y="31"/>
                      </a:cubicBezTo>
                      <a:cubicBezTo>
                        <a:pt x="56" y="27"/>
                        <a:pt x="42" y="32"/>
                        <a:pt x="42" y="32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3" y="53"/>
                        <a:pt x="50" y="51"/>
                        <a:pt x="48" y="64"/>
                      </a:cubicBezTo>
                      <a:cubicBezTo>
                        <a:pt x="47" y="72"/>
                        <a:pt x="33" y="66"/>
                        <a:pt x="33" y="66"/>
                      </a:cubicBezTo>
                      <a:cubicBezTo>
                        <a:pt x="33" y="75"/>
                        <a:pt x="33" y="75"/>
                        <a:pt x="33" y="75"/>
                      </a:cubicBezTo>
                      <a:cubicBezTo>
                        <a:pt x="33" y="75"/>
                        <a:pt x="31" y="83"/>
                        <a:pt x="27" y="84"/>
                      </a:cubicBezTo>
                      <a:cubicBezTo>
                        <a:pt x="24" y="85"/>
                        <a:pt x="17" y="80"/>
                        <a:pt x="14" y="78"/>
                      </a:cubicBezTo>
                      <a:cubicBezTo>
                        <a:pt x="12" y="83"/>
                        <a:pt x="2" y="91"/>
                        <a:pt x="5" y="98"/>
                      </a:cubicBezTo>
                      <a:cubicBezTo>
                        <a:pt x="1" y="99"/>
                        <a:pt x="1" y="99"/>
                        <a:pt x="1" y="99"/>
                      </a:cubicBezTo>
                      <a:cubicBezTo>
                        <a:pt x="0" y="131"/>
                        <a:pt x="0" y="131"/>
                        <a:pt x="0" y="131"/>
                      </a:cubicBezTo>
                      <a:cubicBezTo>
                        <a:pt x="0" y="131"/>
                        <a:pt x="14" y="139"/>
                        <a:pt x="17" y="147"/>
                      </a:cubicBezTo>
                      <a:cubicBezTo>
                        <a:pt x="20" y="147"/>
                        <a:pt x="20" y="147"/>
                        <a:pt x="20" y="147"/>
                      </a:cubicBezTo>
                      <a:cubicBezTo>
                        <a:pt x="45" y="147"/>
                        <a:pt x="45" y="147"/>
                        <a:pt x="45" y="147"/>
                      </a:cubicBezTo>
                      <a:cubicBezTo>
                        <a:pt x="44" y="157"/>
                        <a:pt x="44" y="157"/>
                        <a:pt x="44" y="157"/>
                      </a:cubicBezTo>
                      <a:cubicBezTo>
                        <a:pt x="44" y="157"/>
                        <a:pt x="56" y="169"/>
                        <a:pt x="51" y="181"/>
                      </a:cubicBezTo>
                      <a:cubicBezTo>
                        <a:pt x="46" y="193"/>
                        <a:pt x="39" y="190"/>
                        <a:pt x="30" y="193"/>
                      </a:cubicBezTo>
                      <a:cubicBezTo>
                        <a:pt x="21" y="196"/>
                        <a:pt x="26" y="213"/>
                        <a:pt x="26" y="213"/>
                      </a:cubicBezTo>
                      <a:cubicBezTo>
                        <a:pt x="16" y="224"/>
                        <a:pt x="16" y="224"/>
                        <a:pt x="16" y="224"/>
                      </a:cubicBezTo>
                      <a:cubicBezTo>
                        <a:pt x="19" y="254"/>
                        <a:pt x="19" y="254"/>
                        <a:pt x="19" y="254"/>
                      </a:cubicBezTo>
                      <a:cubicBezTo>
                        <a:pt x="23" y="251"/>
                        <a:pt x="23" y="251"/>
                        <a:pt x="23" y="251"/>
                      </a:cubicBezTo>
                      <a:cubicBezTo>
                        <a:pt x="45" y="263"/>
                        <a:pt x="45" y="263"/>
                        <a:pt x="45" y="263"/>
                      </a:cubicBezTo>
                      <a:cubicBezTo>
                        <a:pt x="45" y="263"/>
                        <a:pt x="52" y="275"/>
                        <a:pt x="73" y="275"/>
                      </a:cubicBezTo>
                      <a:cubicBezTo>
                        <a:pt x="94" y="275"/>
                        <a:pt x="157" y="218"/>
                        <a:pt x="157" y="218"/>
                      </a:cubicBezTo>
                      <a:cubicBezTo>
                        <a:pt x="200" y="183"/>
                        <a:pt x="200" y="183"/>
                        <a:pt x="200" y="183"/>
                      </a:cubicBezTo>
                      <a:cubicBezTo>
                        <a:pt x="200" y="183"/>
                        <a:pt x="249" y="165"/>
                        <a:pt x="261" y="156"/>
                      </a:cubicBezTo>
                      <a:cubicBezTo>
                        <a:pt x="273" y="147"/>
                        <a:pt x="256" y="138"/>
                        <a:pt x="255" y="131"/>
                      </a:cubicBezTo>
                      <a:cubicBezTo>
                        <a:pt x="254" y="124"/>
                        <a:pt x="260" y="117"/>
                        <a:pt x="264" y="112"/>
                      </a:cubicBezTo>
                      <a:cubicBezTo>
                        <a:pt x="268" y="107"/>
                        <a:pt x="260" y="77"/>
                        <a:pt x="260" y="77"/>
                      </a:cubicBezTo>
                      <a:cubicBezTo>
                        <a:pt x="260" y="77"/>
                        <a:pt x="245" y="69"/>
                        <a:pt x="249" y="55"/>
                      </a:cubicBezTo>
                      <a:cubicBezTo>
                        <a:pt x="253" y="41"/>
                        <a:pt x="265" y="46"/>
                        <a:pt x="281" y="3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9" name="Freeform 241"/>
                <p:cNvSpPr>
                  <a:spLocks/>
                </p:cNvSpPr>
                <p:nvPr/>
              </p:nvSpPr>
              <p:spPr bwMode="gray">
                <a:xfrm>
                  <a:off x="-1904" y="-15229"/>
                  <a:ext cx="359" cy="331"/>
                </a:xfrm>
                <a:custGeom>
                  <a:avLst/>
                  <a:gdLst>
                    <a:gd name="T0" fmla="*/ 147 w 152"/>
                    <a:gd name="T1" fmla="*/ 111 h 140"/>
                    <a:gd name="T2" fmla="*/ 143 w 152"/>
                    <a:gd name="T3" fmla="*/ 104 h 140"/>
                    <a:gd name="T4" fmla="*/ 145 w 152"/>
                    <a:gd name="T5" fmla="*/ 94 h 140"/>
                    <a:gd name="T6" fmla="*/ 125 w 152"/>
                    <a:gd name="T7" fmla="*/ 92 h 140"/>
                    <a:gd name="T8" fmla="*/ 115 w 152"/>
                    <a:gd name="T9" fmla="*/ 78 h 140"/>
                    <a:gd name="T10" fmla="*/ 97 w 152"/>
                    <a:gd name="T11" fmla="*/ 70 h 140"/>
                    <a:gd name="T12" fmla="*/ 118 w 152"/>
                    <a:gd name="T13" fmla="*/ 61 h 140"/>
                    <a:gd name="T14" fmla="*/ 88 w 152"/>
                    <a:gd name="T15" fmla="*/ 39 h 140"/>
                    <a:gd name="T16" fmla="*/ 94 w 152"/>
                    <a:gd name="T17" fmla="*/ 24 h 140"/>
                    <a:gd name="T18" fmla="*/ 75 w 152"/>
                    <a:gd name="T19" fmla="*/ 16 h 140"/>
                    <a:gd name="T20" fmla="*/ 76 w 152"/>
                    <a:gd name="T21" fmla="*/ 7 h 140"/>
                    <a:gd name="T22" fmla="*/ 61 w 152"/>
                    <a:gd name="T23" fmla="*/ 0 h 140"/>
                    <a:gd name="T24" fmla="*/ 55 w 152"/>
                    <a:gd name="T25" fmla="*/ 10 h 140"/>
                    <a:gd name="T26" fmla="*/ 22 w 152"/>
                    <a:gd name="T27" fmla="*/ 6 h 140"/>
                    <a:gd name="T28" fmla="*/ 17 w 152"/>
                    <a:gd name="T29" fmla="*/ 13 h 140"/>
                    <a:gd name="T30" fmla="*/ 0 w 152"/>
                    <a:gd name="T31" fmla="*/ 14 h 140"/>
                    <a:gd name="T32" fmla="*/ 6 w 152"/>
                    <a:gd name="T33" fmla="*/ 29 h 140"/>
                    <a:gd name="T34" fmla="*/ 18 w 152"/>
                    <a:gd name="T35" fmla="*/ 69 h 140"/>
                    <a:gd name="T36" fmla="*/ 47 w 152"/>
                    <a:gd name="T37" fmla="*/ 72 h 140"/>
                    <a:gd name="T38" fmla="*/ 57 w 152"/>
                    <a:gd name="T39" fmla="*/ 93 h 140"/>
                    <a:gd name="T40" fmla="*/ 55 w 152"/>
                    <a:gd name="T41" fmla="*/ 98 h 140"/>
                    <a:gd name="T42" fmla="*/ 62 w 152"/>
                    <a:gd name="T43" fmla="*/ 103 h 140"/>
                    <a:gd name="T44" fmla="*/ 72 w 152"/>
                    <a:gd name="T45" fmla="*/ 89 h 140"/>
                    <a:gd name="T46" fmla="*/ 83 w 152"/>
                    <a:gd name="T47" fmla="*/ 86 h 140"/>
                    <a:gd name="T48" fmla="*/ 100 w 152"/>
                    <a:gd name="T49" fmla="*/ 97 h 140"/>
                    <a:gd name="T50" fmla="*/ 111 w 152"/>
                    <a:gd name="T51" fmla="*/ 95 h 140"/>
                    <a:gd name="T52" fmla="*/ 119 w 152"/>
                    <a:gd name="T53" fmla="*/ 111 h 140"/>
                    <a:gd name="T54" fmla="*/ 130 w 152"/>
                    <a:gd name="T55" fmla="*/ 138 h 140"/>
                    <a:gd name="T56" fmla="*/ 148 w 152"/>
                    <a:gd name="T57" fmla="*/ 140 h 140"/>
                    <a:gd name="T58" fmla="*/ 147 w 152"/>
                    <a:gd name="T59" fmla="*/ 111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52" h="140">
                      <a:moveTo>
                        <a:pt x="147" y="111"/>
                      </a:moveTo>
                      <a:cubicBezTo>
                        <a:pt x="143" y="104"/>
                        <a:pt x="143" y="104"/>
                        <a:pt x="143" y="104"/>
                      </a:cubicBezTo>
                      <a:cubicBezTo>
                        <a:pt x="145" y="94"/>
                        <a:pt x="145" y="94"/>
                        <a:pt x="145" y="94"/>
                      </a:cubicBezTo>
                      <a:cubicBezTo>
                        <a:pt x="125" y="92"/>
                        <a:pt x="125" y="92"/>
                        <a:pt x="125" y="92"/>
                      </a:cubicBezTo>
                      <a:cubicBezTo>
                        <a:pt x="115" y="78"/>
                        <a:pt x="115" y="78"/>
                        <a:pt x="115" y="78"/>
                      </a:cubicBezTo>
                      <a:cubicBezTo>
                        <a:pt x="97" y="70"/>
                        <a:pt x="97" y="70"/>
                        <a:pt x="97" y="70"/>
                      </a:cubicBezTo>
                      <a:cubicBezTo>
                        <a:pt x="97" y="70"/>
                        <a:pt x="117" y="70"/>
                        <a:pt x="118" y="61"/>
                      </a:cubicBezTo>
                      <a:cubicBezTo>
                        <a:pt x="119" y="52"/>
                        <a:pt x="88" y="39"/>
                        <a:pt x="88" y="39"/>
                      </a:cubicBezTo>
                      <a:cubicBezTo>
                        <a:pt x="88" y="39"/>
                        <a:pt x="94" y="31"/>
                        <a:pt x="94" y="24"/>
                      </a:cubicBezTo>
                      <a:cubicBezTo>
                        <a:pt x="94" y="17"/>
                        <a:pt x="75" y="16"/>
                        <a:pt x="75" y="16"/>
                      </a:cubicBezTo>
                      <a:cubicBezTo>
                        <a:pt x="76" y="7"/>
                        <a:pt x="76" y="7"/>
                        <a:pt x="76" y="7"/>
                      </a:cubicBezTo>
                      <a:cubicBezTo>
                        <a:pt x="76" y="7"/>
                        <a:pt x="64" y="0"/>
                        <a:pt x="61" y="0"/>
                      </a:cubicBezTo>
                      <a:cubicBezTo>
                        <a:pt x="58" y="0"/>
                        <a:pt x="55" y="10"/>
                        <a:pt x="55" y="10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7"/>
                        <a:pt x="3" y="22"/>
                        <a:pt x="6" y="29"/>
                      </a:cubicBezTo>
                      <a:cubicBezTo>
                        <a:pt x="12" y="44"/>
                        <a:pt x="10" y="58"/>
                        <a:pt x="18" y="69"/>
                      </a:cubicBezTo>
                      <a:cubicBezTo>
                        <a:pt x="26" y="80"/>
                        <a:pt x="42" y="71"/>
                        <a:pt x="47" y="72"/>
                      </a:cubicBezTo>
                      <a:cubicBezTo>
                        <a:pt x="50" y="72"/>
                        <a:pt x="54" y="83"/>
                        <a:pt x="57" y="93"/>
                      </a:cubicBezTo>
                      <a:cubicBezTo>
                        <a:pt x="56" y="95"/>
                        <a:pt x="56" y="96"/>
                        <a:pt x="55" y="98"/>
                      </a:cubicBezTo>
                      <a:cubicBezTo>
                        <a:pt x="62" y="103"/>
                        <a:pt x="62" y="103"/>
                        <a:pt x="62" y="103"/>
                      </a:cubicBezTo>
                      <a:cubicBezTo>
                        <a:pt x="72" y="89"/>
                        <a:pt x="72" y="89"/>
                        <a:pt x="72" y="89"/>
                      </a:cubicBezTo>
                      <a:cubicBezTo>
                        <a:pt x="72" y="89"/>
                        <a:pt x="82" y="86"/>
                        <a:pt x="83" y="86"/>
                      </a:cubicBezTo>
                      <a:cubicBezTo>
                        <a:pt x="90" y="96"/>
                        <a:pt x="100" y="97"/>
                        <a:pt x="100" y="97"/>
                      </a:cubicBezTo>
                      <a:cubicBezTo>
                        <a:pt x="100" y="97"/>
                        <a:pt x="102" y="94"/>
                        <a:pt x="111" y="95"/>
                      </a:cubicBezTo>
                      <a:cubicBezTo>
                        <a:pt x="120" y="96"/>
                        <a:pt x="116" y="107"/>
                        <a:pt x="119" y="111"/>
                      </a:cubicBezTo>
                      <a:cubicBezTo>
                        <a:pt x="122" y="115"/>
                        <a:pt x="130" y="138"/>
                        <a:pt x="130" y="138"/>
                      </a:cubicBezTo>
                      <a:cubicBezTo>
                        <a:pt x="130" y="138"/>
                        <a:pt x="144" y="140"/>
                        <a:pt x="148" y="140"/>
                      </a:cubicBezTo>
                      <a:cubicBezTo>
                        <a:pt x="152" y="140"/>
                        <a:pt x="147" y="111"/>
                        <a:pt x="147" y="11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0" name="Freeform 242"/>
                <p:cNvSpPr>
                  <a:spLocks noEditPoints="1"/>
                </p:cNvSpPr>
                <p:nvPr/>
              </p:nvSpPr>
              <p:spPr bwMode="gray">
                <a:xfrm>
                  <a:off x="-3785" y="-15333"/>
                  <a:ext cx="2098" cy="804"/>
                </a:xfrm>
                <a:custGeom>
                  <a:avLst/>
                  <a:gdLst>
                    <a:gd name="T0" fmla="*/ 20 w 888"/>
                    <a:gd name="T1" fmla="*/ 116 h 340"/>
                    <a:gd name="T2" fmla="*/ 27 w 888"/>
                    <a:gd name="T3" fmla="*/ 107 h 340"/>
                    <a:gd name="T4" fmla="*/ 63 w 888"/>
                    <a:gd name="T5" fmla="*/ 93 h 340"/>
                    <a:gd name="T6" fmla="*/ 52 w 888"/>
                    <a:gd name="T7" fmla="*/ 101 h 340"/>
                    <a:gd name="T8" fmla="*/ 887 w 888"/>
                    <a:gd name="T9" fmla="*/ 259 h 340"/>
                    <a:gd name="T10" fmla="*/ 850 w 888"/>
                    <a:gd name="T11" fmla="*/ 224 h 340"/>
                    <a:gd name="T12" fmla="*/ 845 w 888"/>
                    <a:gd name="T13" fmla="*/ 165 h 340"/>
                    <a:gd name="T14" fmla="*/ 853 w 888"/>
                    <a:gd name="T15" fmla="*/ 137 h 340"/>
                    <a:gd name="T16" fmla="*/ 802 w 888"/>
                    <a:gd name="T17" fmla="*/ 73 h 340"/>
                    <a:gd name="T18" fmla="*/ 761 w 888"/>
                    <a:gd name="T19" fmla="*/ 32 h 340"/>
                    <a:gd name="T20" fmla="*/ 678 w 888"/>
                    <a:gd name="T21" fmla="*/ 63 h 340"/>
                    <a:gd name="T22" fmla="*/ 542 w 888"/>
                    <a:gd name="T23" fmla="*/ 57 h 340"/>
                    <a:gd name="T24" fmla="*/ 491 w 888"/>
                    <a:gd name="T25" fmla="*/ 51 h 340"/>
                    <a:gd name="T26" fmla="*/ 442 w 888"/>
                    <a:gd name="T27" fmla="*/ 30 h 340"/>
                    <a:gd name="T28" fmla="*/ 385 w 888"/>
                    <a:gd name="T29" fmla="*/ 16 h 340"/>
                    <a:gd name="T30" fmla="*/ 272 w 888"/>
                    <a:gd name="T31" fmla="*/ 42 h 340"/>
                    <a:gd name="T32" fmla="*/ 203 w 888"/>
                    <a:gd name="T33" fmla="*/ 53 h 340"/>
                    <a:gd name="T34" fmla="*/ 120 w 888"/>
                    <a:gd name="T35" fmla="*/ 14 h 340"/>
                    <a:gd name="T36" fmla="*/ 79 w 888"/>
                    <a:gd name="T37" fmla="*/ 10 h 340"/>
                    <a:gd name="T38" fmla="*/ 52 w 888"/>
                    <a:gd name="T39" fmla="*/ 28 h 340"/>
                    <a:gd name="T40" fmla="*/ 50 w 888"/>
                    <a:gd name="T41" fmla="*/ 47 h 340"/>
                    <a:gd name="T42" fmla="*/ 50 w 888"/>
                    <a:gd name="T43" fmla="*/ 86 h 340"/>
                    <a:gd name="T44" fmla="*/ 107 w 888"/>
                    <a:gd name="T45" fmla="*/ 65 h 340"/>
                    <a:gd name="T46" fmla="*/ 165 w 888"/>
                    <a:gd name="T47" fmla="*/ 81 h 340"/>
                    <a:gd name="T48" fmla="*/ 92 w 888"/>
                    <a:gd name="T49" fmla="*/ 91 h 340"/>
                    <a:gd name="T50" fmla="*/ 76 w 888"/>
                    <a:gd name="T51" fmla="*/ 142 h 340"/>
                    <a:gd name="T52" fmla="*/ 83 w 888"/>
                    <a:gd name="T53" fmla="*/ 186 h 340"/>
                    <a:gd name="T54" fmla="*/ 108 w 888"/>
                    <a:gd name="T55" fmla="*/ 234 h 340"/>
                    <a:gd name="T56" fmla="*/ 146 w 888"/>
                    <a:gd name="T57" fmla="*/ 297 h 340"/>
                    <a:gd name="T58" fmla="*/ 250 w 888"/>
                    <a:gd name="T59" fmla="*/ 310 h 340"/>
                    <a:gd name="T60" fmla="*/ 359 w 888"/>
                    <a:gd name="T61" fmla="*/ 325 h 340"/>
                    <a:gd name="T62" fmla="*/ 477 w 888"/>
                    <a:gd name="T63" fmla="*/ 298 h 340"/>
                    <a:gd name="T64" fmla="*/ 495 w 888"/>
                    <a:gd name="T65" fmla="*/ 329 h 340"/>
                    <a:gd name="T66" fmla="*/ 515 w 888"/>
                    <a:gd name="T67" fmla="*/ 330 h 340"/>
                    <a:gd name="T68" fmla="*/ 525 w 888"/>
                    <a:gd name="T69" fmla="*/ 308 h 340"/>
                    <a:gd name="T70" fmla="*/ 546 w 888"/>
                    <a:gd name="T71" fmla="*/ 296 h 340"/>
                    <a:gd name="T72" fmla="*/ 622 w 888"/>
                    <a:gd name="T73" fmla="*/ 290 h 340"/>
                    <a:gd name="T74" fmla="*/ 699 w 888"/>
                    <a:gd name="T75" fmla="*/ 271 h 340"/>
                    <a:gd name="T76" fmla="*/ 746 w 888"/>
                    <a:gd name="T77" fmla="*/ 270 h 340"/>
                    <a:gd name="T78" fmla="*/ 781 w 888"/>
                    <a:gd name="T79" fmla="*/ 274 h 340"/>
                    <a:gd name="T80" fmla="*/ 835 w 888"/>
                    <a:gd name="T81" fmla="*/ 267 h 340"/>
                    <a:gd name="T82" fmla="*/ 888 w 888"/>
                    <a:gd name="T83" fmla="*/ 265 h 340"/>
                    <a:gd name="T84" fmla="*/ 81 w 888"/>
                    <a:gd name="T85" fmla="*/ 204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88" h="340">
                      <a:moveTo>
                        <a:pt x="3" y="126"/>
                      </a:moveTo>
                      <a:cubicBezTo>
                        <a:pt x="17" y="125"/>
                        <a:pt x="17" y="125"/>
                        <a:pt x="17" y="125"/>
                      </a:cubicBezTo>
                      <a:cubicBezTo>
                        <a:pt x="20" y="116"/>
                        <a:pt x="20" y="116"/>
                        <a:pt x="20" y="116"/>
                      </a:cubicBezTo>
                      <a:cubicBezTo>
                        <a:pt x="0" y="116"/>
                        <a:pt x="0" y="116"/>
                        <a:pt x="0" y="116"/>
                      </a:cubicBezTo>
                      <a:lnTo>
                        <a:pt x="3" y="126"/>
                      </a:lnTo>
                      <a:close/>
                      <a:moveTo>
                        <a:pt x="27" y="107"/>
                      </a:moveTo>
                      <a:cubicBezTo>
                        <a:pt x="30" y="116"/>
                        <a:pt x="40" y="122"/>
                        <a:pt x="39" y="106"/>
                      </a:cubicBezTo>
                      <a:cubicBezTo>
                        <a:pt x="38" y="90"/>
                        <a:pt x="27" y="107"/>
                        <a:pt x="27" y="107"/>
                      </a:cubicBezTo>
                      <a:close/>
                      <a:moveTo>
                        <a:pt x="63" y="93"/>
                      </a:moveTo>
                      <a:cubicBezTo>
                        <a:pt x="45" y="93"/>
                        <a:pt x="45" y="93"/>
                        <a:pt x="45" y="93"/>
                      </a:cubicBezTo>
                      <a:cubicBezTo>
                        <a:pt x="45" y="114"/>
                        <a:pt x="45" y="114"/>
                        <a:pt x="45" y="114"/>
                      </a:cubicBezTo>
                      <a:cubicBezTo>
                        <a:pt x="52" y="101"/>
                        <a:pt x="52" y="101"/>
                        <a:pt x="52" y="101"/>
                      </a:cubicBezTo>
                      <a:lnTo>
                        <a:pt x="63" y="93"/>
                      </a:lnTo>
                      <a:close/>
                      <a:moveTo>
                        <a:pt x="888" y="265"/>
                      </a:moveTo>
                      <a:cubicBezTo>
                        <a:pt x="887" y="261"/>
                        <a:pt x="887" y="259"/>
                        <a:pt x="887" y="259"/>
                      </a:cubicBezTo>
                      <a:cubicBezTo>
                        <a:pt x="871" y="254"/>
                        <a:pt x="871" y="254"/>
                        <a:pt x="871" y="254"/>
                      </a:cubicBezTo>
                      <a:cubicBezTo>
                        <a:pt x="871" y="236"/>
                        <a:pt x="871" y="236"/>
                        <a:pt x="871" y="236"/>
                      </a:cubicBezTo>
                      <a:cubicBezTo>
                        <a:pt x="850" y="224"/>
                        <a:pt x="850" y="224"/>
                        <a:pt x="850" y="224"/>
                      </a:cubicBezTo>
                      <a:cubicBezTo>
                        <a:pt x="850" y="224"/>
                        <a:pt x="863" y="205"/>
                        <a:pt x="858" y="203"/>
                      </a:cubicBezTo>
                      <a:cubicBezTo>
                        <a:pt x="853" y="201"/>
                        <a:pt x="846" y="180"/>
                        <a:pt x="846" y="180"/>
                      </a:cubicBezTo>
                      <a:cubicBezTo>
                        <a:pt x="845" y="165"/>
                        <a:pt x="845" y="165"/>
                        <a:pt x="845" y="165"/>
                      </a:cubicBezTo>
                      <a:cubicBezTo>
                        <a:pt x="834" y="149"/>
                        <a:pt x="834" y="149"/>
                        <a:pt x="834" y="149"/>
                      </a:cubicBezTo>
                      <a:cubicBezTo>
                        <a:pt x="850" y="147"/>
                        <a:pt x="850" y="147"/>
                        <a:pt x="850" y="147"/>
                      </a:cubicBezTo>
                      <a:cubicBezTo>
                        <a:pt x="850" y="147"/>
                        <a:pt x="851" y="142"/>
                        <a:pt x="853" y="137"/>
                      </a:cubicBezTo>
                      <a:cubicBezTo>
                        <a:pt x="850" y="127"/>
                        <a:pt x="846" y="116"/>
                        <a:pt x="843" y="116"/>
                      </a:cubicBezTo>
                      <a:cubicBezTo>
                        <a:pt x="838" y="115"/>
                        <a:pt x="822" y="124"/>
                        <a:pt x="814" y="113"/>
                      </a:cubicBezTo>
                      <a:cubicBezTo>
                        <a:pt x="806" y="102"/>
                        <a:pt x="808" y="88"/>
                        <a:pt x="802" y="73"/>
                      </a:cubicBezTo>
                      <a:cubicBezTo>
                        <a:pt x="796" y="58"/>
                        <a:pt x="794" y="50"/>
                        <a:pt x="794" y="50"/>
                      </a:cubicBezTo>
                      <a:cubicBezTo>
                        <a:pt x="777" y="50"/>
                        <a:pt x="777" y="50"/>
                        <a:pt x="777" y="50"/>
                      </a:cubicBezTo>
                      <a:cubicBezTo>
                        <a:pt x="777" y="50"/>
                        <a:pt x="775" y="35"/>
                        <a:pt x="761" y="32"/>
                      </a:cubicBezTo>
                      <a:cubicBezTo>
                        <a:pt x="747" y="29"/>
                        <a:pt x="741" y="39"/>
                        <a:pt x="741" y="39"/>
                      </a:cubicBezTo>
                      <a:cubicBezTo>
                        <a:pt x="715" y="34"/>
                        <a:pt x="715" y="34"/>
                        <a:pt x="715" y="34"/>
                      </a:cubicBezTo>
                      <a:cubicBezTo>
                        <a:pt x="706" y="43"/>
                        <a:pt x="688" y="59"/>
                        <a:pt x="678" y="63"/>
                      </a:cubicBezTo>
                      <a:cubicBezTo>
                        <a:pt x="665" y="68"/>
                        <a:pt x="621" y="62"/>
                        <a:pt x="621" y="62"/>
                      </a:cubicBezTo>
                      <a:cubicBezTo>
                        <a:pt x="585" y="72"/>
                        <a:pt x="585" y="72"/>
                        <a:pt x="585" y="72"/>
                      </a:cubicBezTo>
                      <a:cubicBezTo>
                        <a:pt x="542" y="57"/>
                        <a:pt x="542" y="57"/>
                        <a:pt x="542" y="57"/>
                      </a:cubicBezTo>
                      <a:cubicBezTo>
                        <a:pt x="525" y="63"/>
                        <a:pt x="525" y="63"/>
                        <a:pt x="525" y="63"/>
                      </a:cubicBezTo>
                      <a:cubicBezTo>
                        <a:pt x="525" y="63"/>
                        <a:pt x="516" y="40"/>
                        <a:pt x="508" y="42"/>
                      </a:cubicBezTo>
                      <a:cubicBezTo>
                        <a:pt x="500" y="44"/>
                        <a:pt x="491" y="51"/>
                        <a:pt x="491" y="51"/>
                      </a:cubicBezTo>
                      <a:cubicBezTo>
                        <a:pt x="475" y="40"/>
                        <a:pt x="475" y="40"/>
                        <a:pt x="475" y="40"/>
                      </a:cubicBezTo>
                      <a:cubicBezTo>
                        <a:pt x="472" y="25"/>
                        <a:pt x="472" y="25"/>
                        <a:pt x="472" y="25"/>
                      </a:cubicBezTo>
                      <a:cubicBezTo>
                        <a:pt x="442" y="30"/>
                        <a:pt x="442" y="30"/>
                        <a:pt x="442" y="30"/>
                      </a:cubicBezTo>
                      <a:cubicBezTo>
                        <a:pt x="424" y="20"/>
                        <a:pt x="424" y="20"/>
                        <a:pt x="424" y="20"/>
                      </a:cubicBezTo>
                      <a:cubicBezTo>
                        <a:pt x="421" y="6"/>
                        <a:pt x="421" y="6"/>
                        <a:pt x="421" y="6"/>
                      </a:cubicBezTo>
                      <a:cubicBezTo>
                        <a:pt x="421" y="6"/>
                        <a:pt x="398" y="16"/>
                        <a:pt x="385" y="16"/>
                      </a:cubicBezTo>
                      <a:cubicBezTo>
                        <a:pt x="373" y="16"/>
                        <a:pt x="355" y="10"/>
                        <a:pt x="343" y="11"/>
                      </a:cubicBezTo>
                      <a:cubicBezTo>
                        <a:pt x="332" y="12"/>
                        <a:pt x="297" y="26"/>
                        <a:pt x="291" y="32"/>
                      </a:cubicBezTo>
                      <a:cubicBezTo>
                        <a:pt x="286" y="39"/>
                        <a:pt x="272" y="42"/>
                        <a:pt x="272" y="42"/>
                      </a:cubicBezTo>
                      <a:cubicBezTo>
                        <a:pt x="266" y="58"/>
                        <a:pt x="266" y="58"/>
                        <a:pt x="266" y="58"/>
                      </a:cubicBezTo>
                      <a:cubicBezTo>
                        <a:pt x="266" y="58"/>
                        <a:pt x="266" y="62"/>
                        <a:pt x="252" y="59"/>
                      </a:cubicBezTo>
                      <a:cubicBezTo>
                        <a:pt x="239" y="56"/>
                        <a:pt x="216" y="53"/>
                        <a:pt x="203" y="53"/>
                      </a:cubicBezTo>
                      <a:cubicBezTo>
                        <a:pt x="191" y="53"/>
                        <a:pt x="151" y="44"/>
                        <a:pt x="151" y="44"/>
                      </a:cubicBezTo>
                      <a:cubicBezTo>
                        <a:pt x="151" y="44"/>
                        <a:pt x="127" y="47"/>
                        <a:pt x="124" y="33"/>
                      </a:cubicBezTo>
                      <a:cubicBezTo>
                        <a:pt x="122" y="26"/>
                        <a:pt x="121" y="19"/>
                        <a:pt x="120" y="14"/>
                      </a:cubicBezTo>
                      <a:cubicBezTo>
                        <a:pt x="111" y="15"/>
                        <a:pt x="97" y="13"/>
                        <a:pt x="97" y="13"/>
                      </a:cubicBezTo>
                      <a:cubicBezTo>
                        <a:pt x="87" y="0"/>
                        <a:pt x="87" y="0"/>
                        <a:pt x="87" y="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59" y="8"/>
                        <a:pt x="59" y="8"/>
                        <a:pt x="59" y="8"/>
                      </a:cubicBezTo>
                      <a:cubicBezTo>
                        <a:pt x="50" y="23"/>
                        <a:pt x="50" y="23"/>
                        <a:pt x="50" y="23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2" y="28"/>
                        <a:pt x="59" y="27"/>
                        <a:pt x="62" y="32"/>
                      </a:cubicBezTo>
                      <a:cubicBezTo>
                        <a:pt x="65" y="37"/>
                        <a:pt x="64" y="45"/>
                        <a:pt x="64" y="45"/>
                      </a:cubicBezTo>
                      <a:cubicBezTo>
                        <a:pt x="64" y="45"/>
                        <a:pt x="51" y="41"/>
                        <a:pt x="50" y="47"/>
                      </a:cubicBezTo>
                      <a:cubicBezTo>
                        <a:pt x="49" y="53"/>
                        <a:pt x="54" y="56"/>
                        <a:pt x="52" y="63"/>
                      </a:cubicBezTo>
                      <a:cubicBezTo>
                        <a:pt x="50" y="70"/>
                        <a:pt x="47" y="75"/>
                        <a:pt x="47" y="75"/>
                      </a:cubicBezTo>
                      <a:cubicBezTo>
                        <a:pt x="47" y="75"/>
                        <a:pt x="35" y="87"/>
                        <a:pt x="50" y="86"/>
                      </a:cubicBezTo>
                      <a:cubicBezTo>
                        <a:pt x="65" y="85"/>
                        <a:pt x="76" y="80"/>
                        <a:pt x="76" y="80"/>
                      </a:cubicBezTo>
                      <a:cubicBezTo>
                        <a:pt x="76" y="80"/>
                        <a:pt x="72" y="90"/>
                        <a:pt x="80" y="87"/>
                      </a:cubicBezTo>
                      <a:cubicBezTo>
                        <a:pt x="88" y="84"/>
                        <a:pt x="107" y="65"/>
                        <a:pt x="107" y="65"/>
                      </a:cubicBezTo>
                      <a:cubicBezTo>
                        <a:pt x="107" y="65"/>
                        <a:pt x="141" y="53"/>
                        <a:pt x="152" y="61"/>
                      </a:cubicBezTo>
                      <a:cubicBezTo>
                        <a:pt x="163" y="69"/>
                        <a:pt x="197" y="74"/>
                        <a:pt x="197" y="74"/>
                      </a:cubicBezTo>
                      <a:cubicBezTo>
                        <a:pt x="197" y="74"/>
                        <a:pt x="166" y="78"/>
                        <a:pt x="165" y="81"/>
                      </a:cubicBezTo>
                      <a:cubicBezTo>
                        <a:pt x="164" y="84"/>
                        <a:pt x="159" y="93"/>
                        <a:pt x="159" y="93"/>
                      </a:cubicBezTo>
                      <a:cubicBezTo>
                        <a:pt x="126" y="94"/>
                        <a:pt x="126" y="94"/>
                        <a:pt x="126" y="94"/>
                      </a:cubicBezTo>
                      <a:cubicBezTo>
                        <a:pt x="92" y="91"/>
                        <a:pt x="92" y="91"/>
                        <a:pt x="92" y="91"/>
                      </a:cubicBezTo>
                      <a:cubicBezTo>
                        <a:pt x="92" y="91"/>
                        <a:pt x="66" y="97"/>
                        <a:pt x="62" y="105"/>
                      </a:cubicBezTo>
                      <a:cubicBezTo>
                        <a:pt x="58" y="113"/>
                        <a:pt x="49" y="143"/>
                        <a:pt x="49" y="143"/>
                      </a:cubicBezTo>
                      <a:cubicBezTo>
                        <a:pt x="76" y="142"/>
                        <a:pt x="76" y="142"/>
                        <a:pt x="76" y="142"/>
                      </a:cubicBezTo>
                      <a:cubicBezTo>
                        <a:pt x="76" y="142"/>
                        <a:pt x="72" y="151"/>
                        <a:pt x="77" y="159"/>
                      </a:cubicBezTo>
                      <a:cubicBezTo>
                        <a:pt x="82" y="167"/>
                        <a:pt x="88" y="175"/>
                        <a:pt x="88" y="175"/>
                      </a:cubicBezTo>
                      <a:cubicBezTo>
                        <a:pt x="83" y="186"/>
                        <a:pt x="83" y="186"/>
                        <a:pt x="83" y="186"/>
                      </a:cubicBezTo>
                      <a:cubicBezTo>
                        <a:pt x="93" y="201"/>
                        <a:pt x="93" y="201"/>
                        <a:pt x="93" y="201"/>
                      </a:cubicBezTo>
                      <a:cubicBezTo>
                        <a:pt x="84" y="212"/>
                        <a:pt x="84" y="212"/>
                        <a:pt x="84" y="212"/>
                      </a:cubicBezTo>
                      <a:cubicBezTo>
                        <a:pt x="108" y="234"/>
                        <a:pt x="108" y="234"/>
                        <a:pt x="108" y="234"/>
                      </a:cubicBezTo>
                      <a:cubicBezTo>
                        <a:pt x="106" y="258"/>
                        <a:pt x="106" y="258"/>
                        <a:pt x="106" y="258"/>
                      </a:cubicBezTo>
                      <a:cubicBezTo>
                        <a:pt x="140" y="275"/>
                        <a:pt x="140" y="275"/>
                        <a:pt x="140" y="275"/>
                      </a:cubicBezTo>
                      <a:cubicBezTo>
                        <a:pt x="146" y="297"/>
                        <a:pt x="146" y="297"/>
                        <a:pt x="146" y="297"/>
                      </a:cubicBezTo>
                      <a:cubicBezTo>
                        <a:pt x="146" y="297"/>
                        <a:pt x="143" y="285"/>
                        <a:pt x="162" y="290"/>
                      </a:cubicBezTo>
                      <a:cubicBezTo>
                        <a:pt x="181" y="295"/>
                        <a:pt x="178" y="312"/>
                        <a:pt x="208" y="315"/>
                      </a:cubicBezTo>
                      <a:cubicBezTo>
                        <a:pt x="238" y="318"/>
                        <a:pt x="250" y="317"/>
                        <a:pt x="250" y="310"/>
                      </a:cubicBezTo>
                      <a:cubicBezTo>
                        <a:pt x="250" y="303"/>
                        <a:pt x="252" y="284"/>
                        <a:pt x="262" y="283"/>
                      </a:cubicBezTo>
                      <a:cubicBezTo>
                        <a:pt x="272" y="282"/>
                        <a:pt x="299" y="289"/>
                        <a:pt x="313" y="294"/>
                      </a:cubicBezTo>
                      <a:cubicBezTo>
                        <a:pt x="327" y="299"/>
                        <a:pt x="313" y="326"/>
                        <a:pt x="359" y="325"/>
                      </a:cubicBezTo>
                      <a:cubicBezTo>
                        <a:pt x="405" y="324"/>
                        <a:pt x="406" y="299"/>
                        <a:pt x="422" y="294"/>
                      </a:cubicBezTo>
                      <a:cubicBezTo>
                        <a:pt x="438" y="289"/>
                        <a:pt x="450" y="285"/>
                        <a:pt x="457" y="291"/>
                      </a:cubicBezTo>
                      <a:cubicBezTo>
                        <a:pt x="464" y="297"/>
                        <a:pt x="466" y="303"/>
                        <a:pt x="477" y="298"/>
                      </a:cubicBezTo>
                      <a:cubicBezTo>
                        <a:pt x="488" y="293"/>
                        <a:pt x="495" y="277"/>
                        <a:pt x="502" y="284"/>
                      </a:cubicBezTo>
                      <a:cubicBezTo>
                        <a:pt x="509" y="291"/>
                        <a:pt x="501" y="300"/>
                        <a:pt x="498" y="306"/>
                      </a:cubicBezTo>
                      <a:cubicBezTo>
                        <a:pt x="495" y="312"/>
                        <a:pt x="488" y="324"/>
                        <a:pt x="495" y="329"/>
                      </a:cubicBezTo>
                      <a:cubicBezTo>
                        <a:pt x="496" y="330"/>
                        <a:pt x="497" y="331"/>
                        <a:pt x="496" y="333"/>
                      </a:cubicBezTo>
                      <a:cubicBezTo>
                        <a:pt x="499" y="335"/>
                        <a:pt x="506" y="340"/>
                        <a:pt x="509" y="339"/>
                      </a:cubicBezTo>
                      <a:cubicBezTo>
                        <a:pt x="513" y="338"/>
                        <a:pt x="515" y="330"/>
                        <a:pt x="515" y="330"/>
                      </a:cubicBezTo>
                      <a:cubicBezTo>
                        <a:pt x="515" y="321"/>
                        <a:pt x="515" y="321"/>
                        <a:pt x="515" y="321"/>
                      </a:cubicBezTo>
                      <a:cubicBezTo>
                        <a:pt x="515" y="321"/>
                        <a:pt x="529" y="327"/>
                        <a:pt x="530" y="319"/>
                      </a:cubicBezTo>
                      <a:cubicBezTo>
                        <a:pt x="532" y="306"/>
                        <a:pt x="525" y="308"/>
                        <a:pt x="525" y="308"/>
                      </a:cubicBezTo>
                      <a:cubicBezTo>
                        <a:pt x="524" y="287"/>
                        <a:pt x="524" y="287"/>
                        <a:pt x="524" y="287"/>
                      </a:cubicBezTo>
                      <a:cubicBezTo>
                        <a:pt x="524" y="287"/>
                        <a:pt x="538" y="282"/>
                        <a:pt x="540" y="286"/>
                      </a:cubicBezTo>
                      <a:cubicBezTo>
                        <a:pt x="542" y="290"/>
                        <a:pt x="525" y="296"/>
                        <a:pt x="546" y="296"/>
                      </a:cubicBezTo>
                      <a:cubicBezTo>
                        <a:pt x="567" y="296"/>
                        <a:pt x="582" y="288"/>
                        <a:pt x="582" y="288"/>
                      </a:cubicBezTo>
                      <a:cubicBezTo>
                        <a:pt x="582" y="288"/>
                        <a:pt x="593" y="276"/>
                        <a:pt x="596" y="277"/>
                      </a:cubicBezTo>
                      <a:cubicBezTo>
                        <a:pt x="599" y="278"/>
                        <a:pt x="622" y="290"/>
                        <a:pt x="622" y="290"/>
                      </a:cubicBezTo>
                      <a:cubicBezTo>
                        <a:pt x="622" y="290"/>
                        <a:pt x="634" y="295"/>
                        <a:pt x="645" y="294"/>
                      </a:cubicBezTo>
                      <a:cubicBezTo>
                        <a:pt x="656" y="293"/>
                        <a:pt x="661" y="290"/>
                        <a:pt x="670" y="287"/>
                      </a:cubicBezTo>
                      <a:cubicBezTo>
                        <a:pt x="679" y="284"/>
                        <a:pt x="686" y="272"/>
                        <a:pt x="699" y="271"/>
                      </a:cubicBezTo>
                      <a:cubicBezTo>
                        <a:pt x="712" y="270"/>
                        <a:pt x="718" y="269"/>
                        <a:pt x="723" y="271"/>
                      </a:cubicBezTo>
                      <a:cubicBezTo>
                        <a:pt x="728" y="273"/>
                        <a:pt x="723" y="278"/>
                        <a:pt x="732" y="277"/>
                      </a:cubicBezTo>
                      <a:cubicBezTo>
                        <a:pt x="741" y="276"/>
                        <a:pt x="746" y="270"/>
                        <a:pt x="746" y="270"/>
                      </a:cubicBezTo>
                      <a:cubicBezTo>
                        <a:pt x="746" y="270"/>
                        <a:pt x="751" y="268"/>
                        <a:pt x="759" y="267"/>
                      </a:cubicBezTo>
                      <a:cubicBezTo>
                        <a:pt x="767" y="266"/>
                        <a:pt x="769" y="255"/>
                        <a:pt x="772" y="257"/>
                      </a:cubicBezTo>
                      <a:cubicBezTo>
                        <a:pt x="775" y="259"/>
                        <a:pt x="769" y="277"/>
                        <a:pt x="781" y="274"/>
                      </a:cubicBezTo>
                      <a:cubicBezTo>
                        <a:pt x="793" y="271"/>
                        <a:pt x="792" y="258"/>
                        <a:pt x="792" y="258"/>
                      </a:cubicBezTo>
                      <a:cubicBezTo>
                        <a:pt x="818" y="258"/>
                        <a:pt x="818" y="258"/>
                        <a:pt x="818" y="258"/>
                      </a:cubicBezTo>
                      <a:cubicBezTo>
                        <a:pt x="818" y="258"/>
                        <a:pt x="827" y="269"/>
                        <a:pt x="835" y="267"/>
                      </a:cubicBezTo>
                      <a:cubicBezTo>
                        <a:pt x="843" y="265"/>
                        <a:pt x="835" y="257"/>
                        <a:pt x="849" y="258"/>
                      </a:cubicBezTo>
                      <a:cubicBezTo>
                        <a:pt x="863" y="259"/>
                        <a:pt x="861" y="276"/>
                        <a:pt x="861" y="276"/>
                      </a:cubicBezTo>
                      <a:lnTo>
                        <a:pt x="888" y="265"/>
                      </a:lnTo>
                      <a:close/>
                      <a:moveTo>
                        <a:pt x="67" y="189"/>
                      </a:moveTo>
                      <a:cubicBezTo>
                        <a:pt x="63" y="185"/>
                        <a:pt x="61" y="207"/>
                        <a:pt x="67" y="217"/>
                      </a:cubicBezTo>
                      <a:cubicBezTo>
                        <a:pt x="72" y="226"/>
                        <a:pt x="79" y="208"/>
                        <a:pt x="81" y="204"/>
                      </a:cubicBezTo>
                      <a:cubicBezTo>
                        <a:pt x="83" y="200"/>
                        <a:pt x="71" y="193"/>
                        <a:pt x="67" y="18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1" name="Freeform 243"/>
                <p:cNvSpPr>
                  <a:spLocks noEditPoints="1"/>
                </p:cNvSpPr>
                <p:nvPr/>
              </p:nvSpPr>
              <p:spPr bwMode="gray">
                <a:xfrm>
                  <a:off x="-4283" y="-15278"/>
                  <a:ext cx="862" cy="867"/>
                </a:xfrm>
                <a:custGeom>
                  <a:avLst/>
                  <a:gdLst>
                    <a:gd name="T0" fmla="*/ 190 w 365"/>
                    <a:gd name="T1" fmla="*/ 78 h 367"/>
                    <a:gd name="T2" fmla="*/ 5 w 365"/>
                    <a:gd name="T3" fmla="*/ 188 h 367"/>
                    <a:gd name="T4" fmla="*/ 212 w 365"/>
                    <a:gd name="T5" fmla="*/ 277 h 367"/>
                    <a:gd name="T6" fmla="*/ 210 w 365"/>
                    <a:gd name="T7" fmla="*/ 258 h 367"/>
                    <a:gd name="T8" fmla="*/ 210 w 365"/>
                    <a:gd name="T9" fmla="*/ 258 h 367"/>
                    <a:gd name="T10" fmla="*/ 223 w 365"/>
                    <a:gd name="T11" fmla="*/ 213 h 367"/>
                    <a:gd name="T12" fmla="*/ 97 w 365"/>
                    <a:gd name="T13" fmla="*/ 176 h 367"/>
                    <a:gd name="T14" fmla="*/ 166 w 365"/>
                    <a:gd name="T15" fmla="*/ 188 h 367"/>
                    <a:gd name="T16" fmla="*/ 128 w 365"/>
                    <a:gd name="T17" fmla="*/ 152 h 367"/>
                    <a:gd name="T18" fmla="*/ 153 w 365"/>
                    <a:gd name="T19" fmla="*/ 156 h 367"/>
                    <a:gd name="T20" fmla="*/ 107 w 365"/>
                    <a:gd name="T21" fmla="*/ 94 h 367"/>
                    <a:gd name="T22" fmla="*/ 129 w 365"/>
                    <a:gd name="T23" fmla="*/ 78 h 367"/>
                    <a:gd name="T24" fmla="*/ 140 w 365"/>
                    <a:gd name="T25" fmla="*/ 79 h 367"/>
                    <a:gd name="T26" fmla="*/ 152 w 365"/>
                    <a:gd name="T27" fmla="*/ 77 h 367"/>
                    <a:gd name="T28" fmla="*/ 182 w 365"/>
                    <a:gd name="T29" fmla="*/ 49 h 367"/>
                    <a:gd name="T30" fmla="*/ 258 w 365"/>
                    <a:gd name="T31" fmla="*/ 52 h 367"/>
                    <a:gd name="T32" fmla="*/ 275 w 365"/>
                    <a:gd name="T33" fmla="*/ 22 h 367"/>
                    <a:gd name="T34" fmla="*/ 261 w 365"/>
                    <a:gd name="T35" fmla="*/ 0 h 367"/>
                    <a:gd name="T36" fmla="*/ 237 w 365"/>
                    <a:gd name="T37" fmla="*/ 25 h 367"/>
                    <a:gd name="T38" fmla="*/ 205 w 365"/>
                    <a:gd name="T39" fmla="*/ 17 h 367"/>
                    <a:gd name="T40" fmla="*/ 161 w 365"/>
                    <a:gd name="T41" fmla="*/ 9 h 367"/>
                    <a:gd name="T42" fmla="*/ 123 w 365"/>
                    <a:gd name="T43" fmla="*/ 25 h 367"/>
                    <a:gd name="T44" fmla="*/ 70 w 365"/>
                    <a:gd name="T45" fmla="*/ 36 h 367"/>
                    <a:gd name="T46" fmla="*/ 38 w 365"/>
                    <a:gd name="T47" fmla="*/ 50 h 367"/>
                    <a:gd name="T48" fmla="*/ 21 w 365"/>
                    <a:gd name="T49" fmla="*/ 84 h 367"/>
                    <a:gd name="T50" fmla="*/ 3 w 365"/>
                    <a:gd name="T51" fmla="*/ 109 h 367"/>
                    <a:gd name="T52" fmla="*/ 29 w 365"/>
                    <a:gd name="T53" fmla="*/ 156 h 367"/>
                    <a:gd name="T54" fmla="*/ 266 w 365"/>
                    <a:gd name="T55" fmla="*/ 168 h 367"/>
                    <a:gd name="T56" fmla="*/ 261 w 365"/>
                    <a:gd name="T57" fmla="*/ 196 h 367"/>
                    <a:gd name="T58" fmla="*/ 30 w 365"/>
                    <a:gd name="T59" fmla="*/ 220 h 367"/>
                    <a:gd name="T60" fmla="*/ 255 w 365"/>
                    <a:gd name="T61" fmla="*/ 270 h 367"/>
                    <a:gd name="T62" fmla="*/ 275 w 365"/>
                    <a:gd name="T63" fmla="*/ 220 h 367"/>
                    <a:gd name="T64" fmla="*/ 269 w 365"/>
                    <a:gd name="T65" fmla="*/ 127 h 367"/>
                    <a:gd name="T66" fmla="*/ 278 w 365"/>
                    <a:gd name="T67" fmla="*/ 148 h 367"/>
                    <a:gd name="T68" fmla="*/ 247 w 365"/>
                    <a:gd name="T69" fmla="*/ 254 h 367"/>
                    <a:gd name="T70" fmla="*/ 291 w 365"/>
                    <a:gd name="T71" fmla="*/ 220 h 367"/>
                    <a:gd name="T72" fmla="*/ 307 w 365"/>
                    <a:gd name="T73" fmla="*/ 236 h 367"/>
                    <a:gd name="T74" fmla="*/ 186 w 365"/>
                    <a:gd name="T75" fmla="*/ 146 h 367"/>
                    <a:gd name="T76" fmla="*/ 361 w 365"/>
                    <a:gd name="T77" fmla="*/ 281 h 367"/>
                    <a:gd name="T78" fmla="*/ 310 w 365"/>
                    <a:gd name="T79" fmla="*/ 258 h 367"/>
                    <a:gd name="T80" fmla="*/ 326 w 365"/>
                    <a:gd name="T81" fmla="*/ 249 h 367"/>
                    <a:gd name="T82" fmla="*/ 324 w 365"/>
                    <a:gd name="T83" fmla="*/ 339 h 367"/>
                    <a:gd name="T84" fmla="*/ 186 w 365"/>
                    <a:gd name="T85" fmla="*/ 221 h 367"/>
                    <a:gd name="T86" fmla="*/ 127 w 365"/>
                    <a:gd name="T87" fmla="*/ 288 h 367"/>
                    <a:gd name="T88" fmla="*/ 259 w 365"/>
                    <a:gd name="T89" fmla="*/ 352 h 367"/>
                    <a:gd name="T90" fmla="*/ 209 w 365"/>
                    <a:gd name="T91" fmla="*/ 336 h 367"/>
                    <a:gd name="T92" fmla="*/ 161 w 365"/>
                    <a:gd name="T93" fmla="*/ 342 h 367"/>
                    <a:gd name="T94" fmla="*/ 205 w 365"/>
                    <a:gd name="T95" fmla="*/ 352 h 367"/>
                    <a:gd name="T96" fmla="*/ 241 w 365"/>
                    <a:gd name="T97" fmla="*/ 362 h 367"/>
                    <a:gd name="T98" fmla="*/ 285 w 365"/>
                    <a:gd name="T99" fmla="*/ 272 h 367"/>
                    <a:gd name="T100" fmla="*/ 79 w 365"/>
                    <a:gd name="T101" fmla="*/ 186 h 367"/>
                    <a:gd name="T102" fmla="*/ 47 w 365"/>
                    <a:gd name="T103" fmla="*/ 207 h 367"/>
                    <a:gd name="T104" fmla="*/ 81 w 365"/>
                    <a:gd name="T105" fmla="*/ 260 h 367"/>
                    <a:gd name="T106" fmla="*/ 113 w 365"/>
                    <a:gd name="T107" fmla="*/ 262 h 367"/>
                    <a:gd name="T108" fmla="*/ 129 w 365"/>
                    <a:gd name="T109" fmla="*/ 270 h 367"/>
                    <a:gd name="T110" fmla="*/ 117 w 365"/>
                    <a:gd name="T111" fmla="*/ 221 h 367"/>
                    <a:gd name="T112" fmla="*/ 132 w 365"/>
                    <a:gd name="T113" fmla="*/ 212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65" h="367">
                      <a:moveTo>
                        <a:pt x="165" y="73"/>
                      </a:moveTo>
                      <a:cubicBezTo>
                        <a:pt x="183" y="85"/>
                        <a:pt x="183" y="85"/>
                        <a:pt x="183" y="85"/>
                      </a:cubicBezTo>
                      <a:cubicBezTo>
                        <a:pt x="190" y="78"/>
                        <a:pt x="190" y="78"/>
                        <a:pt x="190" y="78"/>
                      </a:cubicBezTo>
                      <a:lnTo>
                        <a:pt x="165" y="73"/>
                      </a:lnTo>
                      <a:close/>
                      <a:moveTo>
                        <a:pt x="19" y="173"/>
                      </a:moveTo>
                      <a:cubicBezTo>
                        <a:pt x="5" y="188"/>
                        <a:pt x="5" y="188"/>
                        <a:pt x="5" y="188"/>
                      </a:cubicBezTo>
                      <a:cubicBezTo>
                        <a:pt x="30" y="195"/>
                        <a:pt x="30" y="195"/>
                        <a:pt x="30" y="195"/>
                      </a:cubicBezTo>
                      <a:lnTo>
                        <a:pt x="19" y="173"/>
                      </a:lnTo>
                      <a:close/>
                      <a:moveTo>
                        <a:pt x="212" y="277"/>
                      </a:moveTo>
                      <a:cubicBezTo>
                        <a:pt x="211" y="280"/>
                        <a:pt x="220" y="282"/>
                        <a:pt x="219" y="275"/>
                      </a:cubicBezTo>
                      <a:cubicBezTo>
                        <a:pt x="218" y="268"/>
                        <a:pt x="213" y="271"/>
                        <a:pt x="212" y="277"/>
                      </a:cubicBezTo>
                      <a:close/>
                      <a:moveTo>
                        <a:pt x="210" y="258"/>
                      </a:moveTo>
                      <a:cubicBezTo>
                        <a:pt x="204" y="253"/>
                        <a:pt x="204" y="253"/>
                        <a:pt x="204" y="253"/>
                      </a:cubicBezTo>
                      <a:cubicBezTo>
                        <a:pt x="198" y="259"/>
                        <a:pt x="198" y="259"/>
                        <a:pt x="198" y="259"/>
                      </a:cubicBezTo>
                      <a:lnTo>
                        <a:pt x="210" y="258"/>
                      </a:lnTo>
                      <a:close/>
                      <a:moveTo>
                        <a:pt x="201" y="196"/>
                      </a:moveTo>
                      <a:cubicBezTo>
                        <a:pt x="217" y="224"/>
                        <a:pt x="217" y="224"/>
                        <a:pt x="217" y="224"/>
                      </a:cubicBezTo>
                      <a:cubicBezTo>
                        <a:pt x="223" y="213"/>
                        <a:pt x="223" y="213"/>
                        <a:pt x="223" y="213"/>
                      </a:cubicBezTo>
                      <a:lnTo>
                        <a:pt x="201" y="196"/>
                      </a:lnTo>
                      <a:close/>
                      <a:moveTo>
                        <a:pt x="76" y="178"/>
                      </a:moveTo>
                      <a:cubicBezTo>
                        <a:pt x="76" y="178"/>
                        <a:pt x="90" y="173"/>
                        <a:pt x="97" y="176"/>
                      </a:cubicBezTo>
                      <a:cubicBezTo>
                        <a:pt x="104" y="179"/>
                        <a:pt x="141" y="193"/>
                        <a:pt x="141" y="193"/>
                      </a:cubicBezTo>
                      <a:cubicBezTo>
                        <a:pt x="141" y="193"/>
                        <a:pt x="163" y="216"/>
                        <a:pt x="168" y="210"/>
                      </a:cubicBezTo>
                      <a:cubicBezTo>
                        <a:pt x="173" y="204"/>
                        <a:pt x="174" y="195"/>
                        <a:pt x="166" y="188"/>
                      </a:cubicBezTo>
                      <a:cubicBezTo>
                        <a:pt x="158" y="181"/>
                        <a:pt x="142" y="168"/>
                        <a:pt x="139" y="167"/>
                      </a:cubicBezTo>
                      <a:cubicBezTo>
                        <a:pt x="136" y="166"/>
                        <a:pt x="117" y="157"/>
                        <a:pt x="117" y="157"/>
                      </a:cubicBezTo>
                      <a:cubicBezTo>
                        <a:pt x="117" y="157"/>
                        <a:pt x="124" y="151"/>
                        <a:pt x="128" y="152"/>
                      </a:cubicBezTo>
                      <a:cubicBezTo>
                        <a:pt x="132" y="153"/>
                        <a:pt x="155" y="176"/>
                        <a:pt x="169" y="178"/>
                      </a:cubicBezTo>
                      <a:cubicBezTo>
                        <a:pt x="183" y="180"/>
                        <a:pt x="189" y="164"/>
                        <a:pt x="176" y="162"/>
                      </a:cubicBezTo>
                      <a:cubicBezTo>
                        <a:pt x="163" y="160"/>
                        <a:pt x="153" y="156"/>
                        <a:pt x="153" y="156"/>
                      </a:cubicBezTo>
                      <a:cubicBezTo>
                        <a:pt x="153" y="156"/>
                        <a:pt x="139" y="148"/>
                        <a:pt x="137" y="141"/>
                      </a:cubicBezTo>
                      <a:cubicBezTo>
                        <a:pt x="135" y="134"/>
                        <a:pt x="123" y="117"/>
                        <a:pt x="123" y="117"/>
                      </a:cubicBezTo>
                      <a:cubicBezTo>
                        <a:pt x="123" y="117"/>
                        <a:pt x="112" y="100"/>
                        <a:pt x="107" y="94"/>
                      </a:cubicBezTo>
                      <a:cubicBezTo>
                        <a:pt x="102" y="88"/>
                        <a:pt x="97" y="67"/>
                        <a:pt x="104" y="64"/>
                      </a:cubicBezTo>
                      <a:cubicBezTo>
                        <a:pt x="111" y="61"/>
                        <a:pt x="113" y="78"/>
                        <a:pt x="121" y="78"/>
                      </a:cubicBezTo>
                      <a:cubicBezTo>
                        <a:pt x="123" y="78"/>
                        <a:pt x="126" y="78"/>
                        <a:pt x="129" y="78"/>
                      </a:cubicBezTo>
                      <a:cubicBezTo>
                        <a:pt x="133" y="86"/>
                        <a:pt x="137" y="95"/>
                        <a:pt x="139" y="96"/>
                      </a:cubicBezTo>
                      <a:cubicBezTo>
                        <a:pt x="142" y="98"/>
                        <a:pt x="148" y="94"/>
                        <a:pt x="148" y="94"/>
                      </a:cubicBezTo>
                      <a:cubicBezTo>
                        <a:pt x="140" y="79"/>
                        <a:pt x="140" y="79"/>
                        <a:pt x="140" y="79"/>
                      </a:cubicBezTo>
                      <a:cubicBezTo>
                        <a:pt x="141" y="79"/>
                        <a:pt x="142" y="79"/>
                        <a:pt x="143" y="79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52" y="77"/>
                        <a:pt x="152" y="77"/>
                        <a:pt x="152" y="77"/>
                      </a:cubicBezTo>
                      <a:cubicBezTo>
                        <a:pt x="152" y="77"/>
                        <a:pt x="153" y="77"/>
                        <a:pt x="153" y="77"/>
                      </a:cubicBezTo>
                      <a:cubicBezTo>
                        <a:pt x="156" y="74"/>
                        <a:pt x="157" y="66"/>
                        <a:pt x="156" y="58"/>
                      </a:cubicBezTo>
                      <a:cubicBezTo>
                        <a:pt x="155" y="50"/>
                        <a:pt x="173" y="46"/>
                        <a:pt x="182" y="49"/>
                      </a:cubicBezTo>
                      <a:cubicBezTo>
                        <a:pt x="191" y="52"/>
                        <a:pt x="184" y="65"/>
                        <a:pt x="193" y="62"/>
                      </a:cubicBezTo>
                      <a:cubicBezTo>
                        <a:pt x="202" y="59"/>
                        <a:pt x="205" y="44"/>
                        <a:pt x="210" y="43"/>
                      </a:cubicBezTo>
                      <a:cubicBezTo>
                        <a:pt x="215" y="42"/>
                        <a:pt x="258" y="52"/>
                        <a:pt x="258" y="52"/>
                      </a:cubicBezTo>
                      <a:cubicBezTo>
                        <a:pt x="258" y="52"/>
                        <a:pt x="261" y="47"/>
                        <a:pt x="263" y="40"/>
                      </a:cubicBezTo>
                      <a:cubicBezTo>
                        <a:pt x="265" y="33"/>
                        <a:pt x="260" y="30"/>
                        <a:pt x="261" y="24"/>
                      </a:cubicBezTo>
                      <a:cubicBezTo>
                        <a:pt x="262" y="18"/>
                        <a:pt x="275" y="22"/>
                        <a:pt x="275" y="22"/>
                      </a:cubicBezTo>
                      <a:cubicBezTo>
                        <a:pt x="275" y="22"/>
                        <a:pt x="276" y="14"/>
                        <a:pt x="273" y="9"/>
                      </a:cubicBezTo>
                      <a:cubicBezTo>
                        <a:pt x="270" y="4"/>
                        <a:pt x="263" y="5"/>
                        <a:pt x="263" y="5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49" y="6"/>
                        <a:pt x="249" y="6"/>
                        <a:pt x="249" y="6"/>
                      </a:cubicBezTo>
                      <a:cubicBezTo>
                        <a:pt x="249" y="6"/>
                        <a:pt x="255" y="14"/>
                        <a:pt x="253" y="19"/>
                      </a:cubicBezTo>
                      <a:cubicBezTo>
                        <a:pt x="251" y="24"/>
                        <a:pt x="237" y="25"/>
                        <a:pt x="237" y="25"/>
                      </a:cubicBezTo>
                      <a:cubicBezTo>
                        <a:pt x="227" y="17"/>
                        <a:pt x="227" y="17"/>
                        <a:pt x="227" y="17"/>
                      </a:cubicBezTo>
                      <a:cubicBezTo>
                        <a:pt x="227" y="17"/>
                        <a:pt x="222" y="24"/>
                        <a:pt x="214" y="25"/>
                      </a:cubicBezTo>
                      <a:cubicBezTo>
                        <a:pt x="206" y="26"/>
                        <a:pt x="205" y="17"/>
                        <a:pt x="205" y="17"/>
                      </a:cubicBezTo>
                      <a:cubicBezTo>
                        <a:pt x="205" y="17"/>
                        <a:pt x="199" y="20"/>
                        <a:pt x="191" y="20"/>
                      </a:cubicBezTo>
                      <a:cubicBezTo>
                        <a:pt x="183" y="20"/>
                        <a:pt x="179" y="6"/>
                        <a:pt x="179" y="6"/>
                      </a:cubicBezTo>
                      <a:cubicBezTo>
                        <a:pt x="161" y="9"/>
                        <a:pt x="161" y="9"/>
                        <a:pt x="161" y="9"/>
                      </a:cubicBezTo>
                      <a:cubicBezTo>
                        <a:pt x="155" y="21"/>
                        <a:pt x="155" y="21"/>
                        <a:pt x="155" y="21"/>
                      </a:cubicBezTo>
                      <a:cubicBezTo>
                        <a:pt x="141" y="15"/>
                        <a:pt x="141" y="15"/>
                        <a:pt x="141" y="15"/>
                      </a:cubicBezTo>
                      <a:cubicBezTo>
                        <a:pt x="141" y="15"/>
                        <a:pt x="131" y="25"/>
                        <a:pt x="123" y="25"/>
                      </a:cubicBezTo>
                      <a:cubicBezTo>
                        <a:pt x="118" y="25"/>
                        <a:pt x="114" y="21"/>
                        <a:pt x="111" y="18"/>
                      </a:cubicBezTo>
                      <a:cubicBezTo>
                        <a:pt x="107" y="23"/>
                        <a:pt x="102" y="26"/>
                        <a:pt x="97" y="32"/>
                      </a:cubicBezTo>
                      <a:cubicBezTo>
                        <a:pt x="89" y="40"/>
                        <a:pt x="70" y="36"/>
                        <a:pt x="70" y="36"/>
                      </a:cubicBezTo>
                      <a:cubicBezTo>
                        <a:pt x="70" y="36"/>
                        <a:pt x="71" y="41"/>
                        <a:pt x="67" y="47"/>
                      </a:cubicBezTo>
                      <a:cubicBezTo>
                        <a:pt x="63" y="53"/>
                        <a:pt x="43" y="45"/>
                        <a:pt x="43" y="45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8" y="55"/>
                        <a:pt x="39" y="62"/>
                        <a:pt x="36" y="64"/>
                      </a:cubicBezTo>
                      <a:cubicBezTo>
                        <a:pt x="31" y="68"/>
                        <a:pt x="21" y="70"/>
                        <a:pt x="21" y="70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13" y="89"/>
                        <a:pt x="4" y="86"/>
                        <a:pt x="3" y="93"/>
                      </a:cubicBezTo>
                      <a:cubicBezTo>
                        <a:pt x="2" y="100"/>
                        <a:pt x="3" y="109"/>
                        <a:pt x="3" y="109"/>
                      </a:cubicBezTo>
                      <a:cubicBezTo>
                        <a:pt x="5" y="116"/>
                        <a:pt x="5" y="116"/>
                        <a:pt x="5" y="116"/>
                      </a:cubicBezTo>
                      <a:cubicBezTo>
                        <a:pt x="5" y="116"/>
                        <a:pt x="0" y="133"/>
                        <a:pt x="9" y="136"/>
                      </a:cubicBezTo>
                      <a:cubicBezTo>
                        <a:pt x="18" y="139"/>
                        <a:pt x="29" y="156"/>
                        <a:pt x="29" y="156"/>
                      </a:cubicBezTo>
                      <a:cubicBezTo>
                        <a:pt x="29" y="156"/>
                        <a:pt x="39" y="179"/>
                        <a:pt x="47" y="179"/>
                      </a:cubicBezTo>
                      <a:cubicBezTo>
                        <a:pt x="55" y="179"/>
                        <a:pt x="76" y="178"/>
                        <a:pt x="76" y="178"/>
                      </a:cubicBezTo>
                      <a:close/>
                      <a:moveTo>
                        <a:pt x="266" y="168"/>
                      </a:moveTo>
                      <a:cubicBezTo>
                        <a:pt x="253" y="168"/>
                        <a:pt x="253" y="168"/>
                        <a:pt x="253" y="168"/>
                      </a:cubicBezTo>
                      <a:cubicBezTo>
                        <a:pt x="252" y="180"/>
                        <a:pt x="252" y="180"/>
                        <a:pt x="252" y="180"/>
                      </a:cubicBezTo>
                      <a:cubicBezTo>
                        <a:pt x="261" y="196"/>
                        <a:pt x="261" y="196"/>
                        <a:pt x="261" y="196"/>
                      </a:cubicBezTo>
                      <a:lnTo>
                        <a:pt x="266" y="168"/>
                      </a:lnTo>
                      <a:close/>
                      <a:moveTo>
                        <a:pt x="19" y="207"/>
                      </a:moveTo>
                      <a:cubicBezTo>
                        <a:pt x="10" y="214"/>
                        <a:pt x="30" y="220"/>
                        <a:pt x="30" y="220"/>
                      </a:cubicBezTo>
                      <a:cubicBezTo>
                        <a:pt x="36" y="216"/>
                        <a:pt x="28" y="200"/>
                        <a:pt x="19" y="207"/>
                      </a:cubicBezTo>
                      <a:close/>
                      <a:moveTo>
                        <a:pt x="255" y="261"/>
                      </a:moveTo>
                      <a:cubicBezTo>
                        <a:pt x="255" y="270"/>
                        <a:pt x="255" y="270"/>
                        <a:pt x="255" y="270"/>
                      </a:cubicBezTo>
                      <a:cubicBezTo>
                        <a:pt x="264" y="260"/>
                        <a:pt x="264" y="260"/>
                        <a:pt x="264" y="260"/>
                      </a:cubicBezTo>
                      <a:lnTo>
                        <a:pt x="255" y="261"/>
                      </a:lnTo>
                      <a:close/>
                      <a:moveTo>
                        <a:pt x="275" y="220"/>
                      </a:moveTo>
                      <a:cubicBezTo>
                        <a:pt x="271" y="216"/>
                        <a:pt x="259" y="219"/>
                        <a:pt x="259" y="227"/>
                      </a:cubicBezTo>
                      <a:cubicBezTo>
                        <a:pt x="259" y="232"/>
                        <a:pt x="279" y="224"/>
                        <a:pt x="275" y="220"/>
                      </a:cubicBezTo>
                      <a:close/>
                      <a:moveTo>
                        <a:pt x="269" y="127"/>
                      </a:moveTo>
                      <a:cubicBezTo>
                        <a:pt x="250" y="132"/>
                        <a:pt x="250" y="132"/>
                        <a:pt x="250" y="132"/>
                      </a:cubicBezTo>
                      <a:cubicBezTo>
                        <a:pt x="251" y="148"/>
                        <a:pt x="264" y="141"/>
                        <a:pt x="264" y="141"/>
                      </a:cubicBezTo>
                      <a:cubicBezTo>
                        <a:pt x="264" y="141"/>
                        <a:pt x="269" y="152"/>
                        <a:pt x="278" y="148"/>
                      </a:cubicBezTo>
                      <a:cubicBezTo>
                        <a:pt x="287" y="144"/>
                        <a:pt x="269" y="127"/>
                        <a:pt x="269" y="127"/>
                      </a:cubicBezTo>
                      <a:close/>
                      <a:moveTo>
                        <a:pt x="230" y="247"/>
                      </a:moveTo>
                      <a:cubicBezTo>
                        <a:pt x="232" y="259"/>
                        <a:pt x="242" y="262"/>
                        <a:pt x="247" y="254"/>
                      </a:cubicBezTo>
                      <a:cubicBezTo>
                        <a:pt x="253" y="244"/>
                        <a:pt x="228" y="235"/>
                        <a:pt x="230" y="247"/>
                      </a:cubicBezTo>
                      <a:close/>
                      <a:moveTo>
                        <a:pt x="299" y="210"/>
                      </a:moveTo>
                      <a:cubicBezTo>
                        <a:pt x="289" y="202"/>
                        <a:pt x="291" y="220"/>
                        <a:pt x="291" y="220"/>
                      </a:cubicBezTo>
                      <a:cubicBezTo>
                        <a:pt x="305" y="227"/>
                        <a:pt x="309" y="218"/>
                        <a:pt x="299" y="210"/>
                      </a:cubicBezTo>
                      <a:close/>
                      <a:moveTo>
                        <a:pt x="298" y="249"/>
                      </a:moveTo>
                      <a:cubicBezTo>
                        <a:pt x="307" y="236"/>
                        <a:pt x="307" y="236"/>
                        <a:pt x="307" y="236"/>
                      </a:cubicBezTo>
                      <a:cubicBezTo>
                        <a:pt x="295" y="236"/>
                        <a:pt x="295" y="236"/>
                        <a:pt x="295" y="236"/>
                      </a:cubicBezTo>
                      <a:lnTo>
                        <a:pt x="298" y="249"/>
                      </a:lnTo>
                      <a:close/>
                      <a:moveTo>
                        <a:pt x="186" y="146"/>
                      </a:moveTo>
                      <a:cubicBezTo>
                        <a:pt x="186" y="146"/>
                        <a:pt x="180" y="158"/>
                        <a:pt x="196" y="158"/>
                      </a:cubicBezTo>
                      <a:lnTo>
                        <a:pt x="186" y="146"/>
                      </a:lnTo>
                      <a:close/>
                      <a:moveTo>
                        <a:pt x="361" y="281"/>
                      </a:moveTo>
                      <a:cubicBezTo>
                        <a:pt x="357" y="274"/>
                        <a:pt x="336" y="302"/>
                        <a:pt x="342" y="312"/>
                      </a:cubicBezTo>
                      <a:cubicBezTo>
                        <a:pt x="347" y="321"/>
                        <a:pt x="365" y="288"/>
                        <a:pt x="361" y="281"/>
                      </a:cubicBezTo>
                      <a:close/>
                      <a:moveTo>
                        <a:pt x="310" y="258"/>
                      </a:moveTo>
                      <a:cubicBezTo>
                        <a:pt x="309" y="273"/>
                        <a:pt x="309" y="273"/>
                        <a:pt x="309" y="273"/>
                      </a:cubicBezTo>
                      <a:cubicBezTo>
                        <a:pt x="334" y="254"/>
                        <a:pt x="334" y="254"/>
                        <a:pt x="334" y="254"/>
                      </a:cubicBezTo>
                      <a:cubicBezTo>
                        <a:pt x="326" y="249"/>
                        <a:pt x="326" y="249"/>
                        <a:pt x="326" y="249"/>
                      </a:cubicBezTo>
                      <a:lnTo>
                        <a:pt x="310" y="258"/>
                      </a:lnTo>
                      <a:close/>
                      <a:moveTo>
                        <a:pt x="311" y="342"/>
                      </a:moveTo>
                      <a:cubicBezTo>
                        <a:pt x="324" y="339"/>
                        <a:pt x="324" y="339"/>
                        <a:pt x="324" y="339"/>
                      </a:cubicBezTo>
                      <a:cubicBezTo>
                        <a:pt x="317" y="312"/>
                        <a:pt x="317" y="312"/>
                        <a:pt x="317" y="312"/>
                      </a:cubicBezTo>
                      <a:lnTo>
                        <a:pt x="311" y="342"/>
                      </a:lnTo>
                      <a:close/>
                      <a:moveTo>
                        <a:pt x="186" y="221"/>
                      </a:moveTo>
                      <a:cubicBezTo>
                        <a:pt x="181" y="226"/>
                        <a:pt x="184" y="232"/>
                        <a:pt x="189" y="231"/>
                      </a:cubicBezTo>
                      <a:cubicBezTo>
                        <a:pt x="198" y="229"/>
                        <a:pt x="191" y="216"/>
                        <a:pt x="186" y="221"/>
                      </a:cubicBezTo>
                      <a:close/>
                      <a:moveTo>
                        <a:pt x="127" y="288"/>
                      </a:moveTo>
                      <a:cubicBezTo>
                        <a:pt x="121" y="290"/>
                        <a:pt x="126" y="307"/>
                        <a:pt x="133" y="301"/>
                      </a:cubicBezTo>
                      <a:cubicBezTo>
                        <a:pt x="140" y="295"/>
                        <a:pt x="134" y="286"/>
                        <a:pt x="127" y="288"/>
                      </a:cubicBezTo>
                      <a:close/>
                      <a:moveTo>
                        <a:pt x="259" y="352"/>
                      </a:moveTo>
                      <a:cubicBezTo>
                        <a:pt x="255" y="354"/>
                        <a:pt x="252" y="342"/>
                        <a:pt x="252" y="342"/>
                      </a:cubicBezTo>
                      <a:cubicBezTo>
                        <a:pt x="230" y="341"/>
                        <a:pt x="230" y="341"/>
                        <a:pt x="230" y="341"/>
                      </a:cubicBezTo>
                      <a:cubicBezTo>
                        <a:pt x="209" y="336"/>
                        <a:pt x="209" y="336"/>
                        <a:pt x="209" y="336"/>
                      </a:cubicBezTo>
                      <a:cubicBezTo>
                        <a:pt x="188" y="336"/>
                        <a:pt x="188" y="336"/>
                        <a:pt x="188" y="336"/>
                      </a:cubicBezTo>
                      <a:cubicBezTo>
                        <a:pt x="168" y="325"/>
                        <a:pt x="168" y="325"/>
                        <a:pt x="168" y="325"/>
                      </a:cubicBezTo>
                      <a:cubicBezTo>
                        <a:pt x="168" y="325"/>
                        <a:pt x="152" y="332"/>
                        <a:pt x="161" y="342"/>
                      </a:cubicBezTo>
                      <a:cubicBezTo>
                        <a:pt x="170" y="352"/>
                        <a:pt x="175" y="345"/>
                        <a:pt x="175" y="345"/>
                      </a:cubicBezTo>
                      <a:cubicBezTo>
                        <a:pt x="181" y="351"/>
                        <a:pt x="181" y="351"/>
                        <a:pt x="181" y="351"/>
                      </a:cubicBezTo>
                      <a:cubicBezTo>
                        <a:pt x="205" y="352"/>
                        <a:pt x="205" y="352"/>
                        <a:pt x="205" y="352"/>
                      </a:cubicBezTo>
                      <a:cubicBezTo>
                        <a:pt x="213" y="367"/>
                        <a:pt x="213" y="367"/>
                        <a:pt x="213" y="367"/>
                      </a:cubicBezTo>
                      <a:cubicBezTo>
                        <a:pt x="238" y="366"/>
                        <a:pt x="238" y="366"/>
                        <a:pt x="238" y="366"/>
                      </a:cubicBezTo>
                      <a:cubicBezTo>
                        <a:pt x="241" y="362"/>
                        <a:pt x="241" y="362"/>
                        <a:pt x="241" y="362"/>
                      </a:cubicBezTo>
                      <a:cubicBezTo>
                        <a:pt x="241" y="362"/>
                        <a:pt x="279" y="367"/>
                        <a:pt x="281" y="353"/>
                      </a:cubicBezTo>
                      <a:cubicBezTo>
                        <a:pt x="283" y="339"/>
                        <a:pt x="263" y="350"/>
                        <a:pt x="259" y="352"/>
                      </a:cubicBezTo>
                      <a:close/>
                      <a:moveTo>
                        <a:pt x="285" y="272"/>
                      </a:moveTo>
                      <a:cubicBezTo>
                        <a:pt x="276" y="268"/>
                        <a:pt x="272" y="276"/>
                        <a:pt x="277" y="279"/>
                      </a:cubicBezTo>
                      <a:cubicBezTo>
                        <a:pt x="284" y="284"/>
                        <a:pt x="294" y="276"/>
                        <a:pt x="285" y="272"/>
                      </a:cubicBezTo>
                      <a:close/>
                      <a:moveTo>
                        <a:pt x="79" y="186"/>
                      </a:moveTo>
                      <a:cubicBezTo>
                        <a:pt x="65" y="192"/>
                        <a:pt x="65" y="192"/>
                        <a:pt x="65" y="192"/>
                      </a:cubicBezTo>
                      <a:cubicBezTo>
                        <a:pt x="58" y="192"/>
                        <a:pt x="58" y="192"/>
                        <a:pt x="58" y="192"/>
                      </a:cubicBezTo>
                      <a:cubicBezTo>
                        <a:pt x="47" y="207"/>
                        <a:pt x="47" y="207"/>
                        <a:pt x="47" y="207"/>
                      </a:cubicBezTo>
                      <a:cubicBezTo>
                        <a:pt x="66" y="224"/>
                        <a:pt x="66" y="224"/>
                        <a:pt x="66" y="224"/>
                      </a:cubicBezTo>
                      <a:cubicBezTo>
                        <a:pt x="66" y="224"/>
                        <a:pt x="63" y="241"/>
                        <a:pt x="63" y="251"/>
                      </a:cubicBezTo>
                      <a:cubicBezTo>
                        <a:pt x="63" y="261"/>
                        <a:pt x="78" y="267"/>
                        <a:pt x="81" y="260"/>
                      </a:cubicBezTo>
                      <a:cubicBezTo>
                        <a:pt x="84" y="253"/>
                        <a:pt x="93" y="254"/>
                        <a:pt x="93" y="254"/>
                      </a:cubicBezTo>
                      <a:cubicBezTo>
                        <a:pt x="107" y="280"/>
                        <a:pt x="107" y="280"/>
                        <a:pt x="107" y="280"/>
                      </a:cubicBezTo>
                      <a:cubicBezTo>
                        <a:pt x="113" y="262"/>
                        <a:pt x="113" y="262"/>
                        <a:pt x="113" y="262"/>
                      </a:cubicBezTo>
                      <a:cubicBezTo>
                        <a:pt x="122" y="275"/>
                        <a:pt x="122" y="275"/>
                        <a:pt x="122" y="275"/>
                      </a:cubicBezTo>
                      <a:cubicBezTo>
                        <a:pt x="138" y="281"/>
                        <a:pt x="138" y="281"/>
                        <a:pt x="138" y="281"/>
                      </a:cubicBezTo>
                      <a:cubicBezTo>
                        <a:pt x="129" y="270"/>
                        <a:pt x="129" y="270"/>
                        <a:pt x="129" y="270"/>
                      </a:cubicBezTo>
                      <a:cubicBezTo>
                        <a:pt x="133" y="265"/>
                        <a:pt x="133" y="265"/>
                        <a:pt x="133" y="265"/>
                      </a:cubicBezTo>
                      <a:cubicBezTo>
                        <a:pt x="131" y="250"/>
                        <a:pt x="131" y="250"/>
                        <a:pt x="131" y="250"/>
                      </a:cubicBezTo>
                      <a:cubicBezTo>
                        <a:pt x="131" y="250"/>
                        <a:pt x="114" y="229"/>
                        <a:pt x="117" y="221"/>
                      </a:cubicBezTo>
                      <a:cubicBezTo>
                        <a:pt x="120" y="213"/>
                        <a:pt x="143" y="232"/>
                        <a:pt x="143" y="232"/>
                      </a:cubicBezTo>
                      <a:cubicBezTo>
                        <a:pt x="152" y="228"/>
                        <a:pt x="152" y="228"/>
                        <a:pt x="152" y="228"/>
                      </a:cubicBezTo>
                      <a:cubicBezTo>
                        <a:pt x="152" y="228"/>
                        <a:pt x="141" y="221"/>
                        <a:pt x="132" y="212"/>
                      </a:cubicBezTo>
                      <a:cubicBezTo>
                        <a:pt x="123" y="203"/>
                        <a:pt x="79" y="186"/>
                        <a:pt x="79" y="18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2" name="Freeform 244"/>
                <p:cNvSpPr>
                  <a:spLocks/>
                </p:cNvSpPr>
                <p:nvPr/>
              </p:nvSpPr>
              <p:spPr bwMode="gray">
                <a:xfrm>
                  <a:off x="-4423" y="-15394"/>
                  <a:ext cx="237" cy="390"/>
                </a:xfrm>
                <a:custGeom>
                  <a:avLst/>
                  <a:gdLst>
                    <a:gd name="T0" fmla="*/ 62 w 100"/>
                    <a:gd name="T1" fmla="*/ 142 h 165"/>
                    <a:gd name="T2" fmla="*/ 72 w 100"/>
                    <a:gd name="T3" fmla="*/ 138 h 165"/>
                    <a:gd name="T4" fmla="*/ 80 w 100"/>
                    <a:gd name="T5" fmla="*/ 133 h 165"/>
                    <a:gd name="T6" fmla="*/ 80 w 100"/>
                    <a:gd name="T7" fmla="*/ 119 h 165"/>
                    <a:gd name="T8" fmla="*/ 95 w 100"/>
                    <a:gd name="T9" fmla="*/ 113 h 165"/>
                    <a:gd name="T10" fmla="*/ 95 w 100"/>
                    <a:gd name="T11" fmla="*/ 92 h 165"/>
                    <a:gd name="T12" fmla="*/ 77 w 100"/>
                    <a:gd name="T13" fmla="*/ 99 h 165"/>
                    <a:gd name="T14" fmla="*/ 77 w 100"/>
                    <a:gd name="T15" fmla="*/ 85 h 165"/>
                    <a:gd name="T16" fmla="*/ 69 w 100"/>
                    <a:gd name="T17" fmla="*/ 79 h 165"/>
                    <a:gd name="T18" fmla="*/ 71 w 100"/>
                    <a:gd name="T19" fmla="*/ 67 h 165"/>
                    <a:gd name="T20" fmla="*/ 66 w 100"/>
                    <a:gd name="T21" fmla="*/ 56 h 165"/>
                    <a:gd name="T22" fmla="*/ 68 w 100"/>
                    <a:gd name="T23" fmla="*/ 41 h 165"/>
                    <a:gd name="T24" fmla="*/ 68 w 100"/>
                    <a:gd name="T25" fmla="*/ 29 h 165"/>
                    <a:gd name="T26" fmla="*/ 64 w 100"/>
                    <a:gd name="T27" fmla="*/ 19 h 165"/>
                    <a:gd name="T28" fmla="*/ 55 w 100"/>
                    <a:gd name="T29" fmla="*/ 19 h 165"/>
                    <a:gd name="T30" fmla="*/ 47 w 100"/>
                    <a:gd name="T31" fmla="*/ 4 h 165"/>
                    <a:gd name="T32" fmla="*/ 41 w 100"/>
                    <a:gd name="T33" fmla="*/ 10 h 165"/>
                    <a:gd name="T34" fmla="*/ 23 w 100"/>
                    <a:gd name="T35" fmla="*/ 0 h 165"/>
                    <a:gd name="T36" fmla="*/ 21 w 100"/>
                    <a:gd name="T37" fmla="*/ 14 h 165"/>
                    <a:gd name="T38" fmla="*/ 15 w 100"/>
                    <a:gd name="T39" fmla="*/ 19 h 165"/>
                    <a:gd name="T40" fmla="*/ 0 w 100"/>
                    <a:gd name="T41" fmla="*/ 19 h 165"/>
                    <a:gd name="T42" fmla="*/ 9 w 100"/>
                    <a:gd name="T43" fmla="*/ 25 h 165"/>
                    <a:gd name="T44" fmla="*/ 15 w 100"/>
                    <a:gd name="T45" fmla="*/ 22 h 165"/>
                    <a:gd name="T46" fmla="*/ 17 w 100"/>
                    <a:gd name="T47" fmla="*/ 32 h 165"/>
                    <a:gd name="T48" fmla="*/ 10 w 100"/>
                    <a:gd name="T49" fmla="*/ 41 h 165"/>
                    <a:gd name="T50" fmla="*/ 14 w 100"/>
                    <a:gd name="T51" fmla="*/ 45 h 165"/>
                    <a:gd name="T52" fmla="*/ 30 w 100"/>
                    <a:gd name="T53" fmla="*/ 45 h 165"/>
                    <a:gd name="T54" fmla="*/ 24 w 100"/>
                    <a:gd name="T55" fmla="*/ 96 h 165"/>
                    <a:gd name="T56" fmla="*/ 17 w 100"/>
                    <a:gd name="T57" fmla="*/ 129 h 165"/>
                    <a:gd name="T58" fmla="*/ 40 w 100"/>
                    <a:gd name="T59" fmla="*/ 144 h 165"/>
                    <a:gd name="T60" fmla="*/ 41 w 100"/>
                    <a:gd name="T61" fmla="*/ 163 h 165"/>
                    <a:gd name="T62" fmla="*/ 64 w 100"/>
                    <a:gd name="T63" fmla="*/ 165 h 165"/>
                    <a:gd name="T64" fmla="*/ 62 w 100"/>
                    <a:gd name="T65" fmla="*/ 158 h 165"/>
                    <a:gd name="T66" fmla="*/ 62 w 100"/>
                    <a:gd name="T67" fmla="*/ 142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00" h="165">
                      <a:moveTo>
                        <a:pt x="62" y="142"/>
                      </a:moveTo>
                      <a:cubicBezTo>
                        <a:pt x="63" y="135"/>
                        <a:pt x="72" y="138"/>
                        <a:pt x="72" y="138"/>
                      </a:cubicBezTo>
                      <a:cubicBezTo>
                        <a:pt x="80" y="133"/>
                        <a:pt x="80" y="133"/>
                        <a:pt x="80" y="133"/>
                      </a:cubicBezTo>
                      <a:cubicBezTo>
                        <a:pt x="80" y="119"/>
                        <a:pt x="80" y="119"/>
                        <a:pt x="80" y="119"/>
                      </a:cubicBezTo>
                      <a:cubicBezTo>
                        <a:pt x="80" y="119"/>
                        <a:pt x="90" y="117"/>
                        <a:pt x="95" y="113"/>
                      </a:cubicBezTo>
                      <a:cubicBezTo>
                        <a:pt x="100" y="109"/>
                        <a:pt x="95" y="92"/>
                        <a:pt x="95" y="92"/>
                      </a:cubicBezTo>
                      <a:cubicBezTo>
                        <a:pt x="77" y="99"/>
                        <a:pt x="77" y="99"/>
                        <a:pt x="77" y="99"/>
                      </a:cubicBezTo>
                      <a:cubicBezTo>
                        <a:pt x="77" y="85"/>
                        <a:pt x="77" y="85"/>
                        <a:pt x="77" y="85"/>
                      </a:cubicBezTo>
                      <a:cubicBezTo>
                        <a:pt x="77" y="85"/>
                        <a:pt x="69" y="84"/>
                        <a:pt x="69" y="79"/>
                      </a:cubicBezTo>
                      <a:cubicBezTo>
                        <a:pt x="69" y="74"/>
                        <a:pt x="71" y="67"/>
                        <a:pt x="71" y="67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4" y="19"/>
                        <a:pt x="64" y="19"/>
                        <a:pt x="64" y="19"/>
                      </a:cubicBezTo>
                      <a:cubicBezTo>
                        <a:pt x="55" y="19"/>
                        <a:pt x="55" y="19"/>
                        <a:pt x="55" y="19"/>
                      </a:cubicBezTo>
                      <a:cubicBezTo>
                        <a:pt x="47" y="4"/>
                        <a:pt x="47" y="4"/>
                        <a:pt x="47" y="4"/>
                      </a:cubicBez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25" y="84"/>
                        <a:pt x="24" y="96"/>
                      </a:cubicBezTo>
                      <a:cubicBezTo>
                        <a:pt x="23" y="108"/>
                        <a:pt x="12" y="124"/>
                        <a:pt x="17" y="129"/>
                      </a:cubicBezTo>
                      <a:cubicBezTo>
                        <a:pt x="22" y="134"/>
                        <a:pt x="40" y="144"/>
                        <a:pt x="40" y="144"/>
                      </a:cubicBezTo>
                      <a:cubicBezTo>
                        <a:pt x="40" y="144"/>
                        <a:pt x="37" y="164"/>
                        <a:pt x="41" y="163"/>
                      </a:cubicBezTo>
                      <a:cubicBezTo>
                        <a:pt x="45" y="162"/>
                        <a:pt x="64" y="165"/>
                        <a:pt x="64" y="165"/>
                      </a:cubicBezTo>
                      <a:cubicBezTo>
                        <a:pt x="62" y="158"/>
                        <a:pt x="62" y="158"/>
                        <a:pt x="62" y="158"/>
                      </a:cubicBezTo>
                      <a:cubicBezTo>
                        <a:pt x="62" y="158"/>
                        <a:pt x="61" y="149"/>
                        <a:pt x="62" y="14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3" name="Freeform 245"/>
                <p:cNvSpPr>
                  <a:spLocks/>
                </p:cNvSpPr>
                <p:nvPr/>
              </p:nvSpPr>
              <p:spPr bwMode="gray">
                <a:xfrm>
                  <a:off x="-4089" y="-15583"/>
                  <a:ext cx="630" cy="366"/>
                </a:xfrm>
                <a:custGeom>
                  <a:avLst/>
                  <a:gdLst>
                    <a:gd name="T0" fmla="*/ 225 w 267"/>
                    <a:gd name="T1" fmla="*/ 87 h 155"/>
                    <a:gd name="T2" fmla="*/ 241 w 267"/>
                    <a:gd name="T3" fmla="*/ 47 h 155"/>
                    <a:gd name="T4" fmla="*/ 264 w 267"/>
                    <a:gd name="T5" fmla="*/ 23 h 155"/>
                    <a:gd name="T6" fmla="*/ 237 w 267"/>
                    <a:gd name="T7" fmla="*/ 12 h 155"/>
                    <a:gd name="T8" fmla="*/ 194 w 267"/>
                    <a:gd name="T9" fmla="*/ 2 h 155"/>
                    <a:gd name="T10" fmla="*/ 169 w 267"/>
                    <a:gd name="T11" fmla="*/ 6 h 155"/>
                    <a:gd name="T12" fmla="*/ 157 w 267"/>
                    <a:gd name="T13" fmla="*/ 12 h 155"/>
                    <a:gd name="T14" fmla="*/ 118 w 267"/>
                    <a:gd name="T15" fmla="*/ 23 h 155"/>
                    <a:gd name="T16" fmla="*/ 92 w 267"/>
                    <a:gd name="T17" fmla="*/ 17 h 155"/>
                    <a:gd name="T18" fmla="*/ 62 w 267"/>
                    <a:gd name="T19" fmla="*/ 21 h 155"/>
                    <a:gd name="T20" fmla="*/ 39 w 267"/>
                    <a:gd name="T21" fmla="*/ 21 h 155"/>
                    <a:gd name="T22" fmla="*/ 29 w 267"/>
                    <a:gd name="T23" fmla="*/ 5 h 155"/>
                    <a:gd name="T24" fmla="*/ 10 w 267"/>
                    <a:gd name="T25" fmla="*/ 0 h 155"/>
                    <a:gd name="T26" fmla="*/ 0 w 267"/>
                    <a:gd name="T27" fmla="*/ 16 h 155"/>
                    <a:gd name="T28" fmla="*/ 12 w 267"/>
                    <a:gd name="T29" fmla="*/ 33 h 155"/>
                    <a:gd name="T30" fmla="*/ 23 w 267"/>
                    <a:gd name="T31" fmla="*/ 47 h 155"/>
                    <a:gd name="T32" fmla="*/ 20 w 267"/>
                    <a:gd name="T33" fmla="*/ 68 h 155"/>
                    <a:gd name="T34" fmla="*/ 8 w 267"/>
                    <a:gd name="T35" fmla="*/ 80 h 155"/>
                    <a:gd name="T36" fmla="*/ 2 w 267"/>
                    <a:gd name="T37" fmla="*/ 95 h 155"/>
                    <a:gd name="T38" fmla="*/ 8 w 267"/>
                    <a:gd name="T39" fmla="*/ 104 h 155"/>
                    <a:gd name="T40" fmla="*/ 13 w 267"/>
                    <a:gd name="T41" fmla="*/ 112 h 155"/>
                    <a:gd name="T42" fmla="*/ 33 w 267"/>
                    <a:gd name="T43" fmla="*/ 139 h 155"/>
                    <a:gd name="T44" fmla="*/ 41 w 267"/>
                    <a:gd name="T45" fmla="*/ 154 h 155"/>
                    <a:gd name="T46" fmla="*/ 73 w 267"/>
                    <a:gd name="T47" fmla="*/ 150 h 155"/>
                    <a:gd name="T48" fmla="*/ 97 w 267"/>
                    <a:gd name="T49" fmla="*/ 135 h 155"/>
                    <a:gd name="T50" fmla="*/ 123 w 267"/>
                    <a:gd name="T51" fmla="*/ 146 h 155"/>
                    <a:gd name="T52" fmla="*/ 145 w 267"/>
                    <a:gd name="T53" fmla="*/ 146 h 155"/>
                    <a:gd name="T54" fmla="*/ 171 w 267"/>
                    <a:gd name="T55" fmla="*/ 148 h 155"/>
                    <a:gd name="T56" fmla="*/ 179 w 267"/>
                    <a:gd name="T57" fmla="*/ 129 h 155"/>
                    <a:gd name="T58" fmla="*/ 208 w 267"/>
                    <a:gd name="T59" fmla="*/ 116 h 155"/>
                    <a:gd name="T60" fmla="*/ 226 w 267"/>
                    <a:gd name="T61" fmla="*/ 119 h 155"/>
                    <a:gd name="T62" fmla="*/ 248 w 267"/>
                    <a:gd name="T63" fmla="*/ 115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7" h="155">
                      <a:moveTo>
                        <a:pt x="248" y="115"/>
                      </a:moveTo>
                      <a:cubicBezTo>
                        <a:pt x="225" y="87"/>
                        <a:pt x="225" y="87"/>
                        <a:pt x="225" y="87"/>
                      </a:cubicBezTo>
                      <a:cubicBezTo>
                        <a:pt x="225" y="87"/>
                        <a:pt x="235" y="82"/>
                        <a:pt x="239" y="75"/>
                      </a:cubicBezTo>
                      <a:cubicBezTo>
                        <a:pt x="243" y="68"/>
                        <a:pt x="232" y="54"/>
                        <a:pt x="241" y="47"/>
                      </a:cubicBezTo>
                      <a:cubicBezTo>
                        <a:pt x="250" y="40"/>
                        <a:pt x="267" y="44"/>
                        <a:pt x="267" y="44"/>
                      </a:cubicBezTo>
                      <a:cubicBezTo>
                        <a:pt x="267" y="44"/>
                        <a:pt x="265" y="35"/>
                        <a:pt x="264" y="23"/>
                      </a:cubicBezTo>
                      <a:cubicBezTo>
                        <a:pt x="257" y="24"/>
                        <a:pt x="248" y="24"/>
                        <a:pt x="245" y="22"/>
                      </a:cubicBezTo>
                      <a:cubicBezTo>
                        <a:pt x="240" y="19"/>
                        <a:pt x="237" y="12"/>
                        <a:pt x="237" y="12"/>
                      </a:cubicBezTo>
                      <a:cubicBezTo>
                        <a:pt x="237" y="12"/>
                        <a:pt x="228" y="10"/>
                        <a:pt x="219" y="10"/>
                      </a:cubicBezTo>
                      <a:cubicBezTo>
                        <a:pt x="210" y="10"/>
                        <a:pt x="203" y="2"/>
                        <a:pt x="194" y="2"/>
                      </a:cubicBezTo>
                      <a:cubicBezTo>
                        <a:pt x="185" y="2"/>
                        <a:pt x="188" y="8"/>
                        <a:pt x="188" y="8"/>
                      </a:cubicBezTo>
                      <a:cubicBezTo>
                        <a:pt x="169" y="6"/>
                        <a:pt x="169" y="6"/>
                        <a:pt x="169" y="6"/>
                      </a:cubicBezTo>
                      <a:cubicBezTo>
                        <a:pt x="170" y="11"/>
                        <a:pt x="170" y="11"/>
                        <a:pt x="170" y="11"/>
                      </a:cubicBezTo>
                      <a:cubicBezTo>
                        <a:pt x="170" y="11"/>
                        <a:pt x="164" y="10"/>
                        <a:pt x="157" y="12"/>
                      </a:cubicBezTo>
                      <a:cubicBezTo>
                        <a:pt x="150" y="14"/>
                        <a:pt x="151" y="30"/>
                        <a:pt x="140" y="29"/>
                      </a:cubicBezTo>
                      <a:cubicBezTo>
                        <a:pt x="129" y="28"/>
                        <a:pt x="118" y="23"/>
                        <a:pt x="118" y="23"/>
                      </a:cubicBezTo>
                      <a:cubicBezTo>
                        <a:pt x="105" y="22"/>
                        <a:pt x="105" y="22"/>
                        <a:pt x="105" y="22"/>
                      </a:cubicBezTo>
                      <a:cubicBezTo>
                        <a:pt x="92" y="17"/>
                        <a:pt x="92" y="17"/>
                        <a:pt x="92" y="17"/>
                      </a:cubicBezTo>
                      <a:cubicBezTo>
                        <a:pt x="92" y="17"/>
                        <a:pt x="97" y="26"/>
                        <a:pt x="84" y="26"/>
                      </a:cubicBezTo>
                      <a:cubicBezTo>
                        <a:pt x="71" y="26"/>
                        <a:pt x="62" y="21"/>
                        <a:pt x="62" y="21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22" y="22"/>
                        <a:pt x="22" y="18"/>
                      </a:cubicBezTo>
                      <a:cubicBezTo>
                        <a:pt x="22" y="14"/>
                        <a:pt x="31" y="9"/>
                        <a:pt x="29" y="5"/>
                      </a:cubicBezTo>
                      <a:cubicBezTo>
                        <a:pt x="27" y="1"/>
                        <a:pt x="17" y="1"/>
                        <a:pt x="17" y="1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3" y="47"/>
                        <a:pt x="28" y="53"/>
                        <a:pt x="26" y="57"/>
                      </a:cubicBezTo>
                      <a:cubicBezTo>
                        <a:pt x="24" y="61"/>
                        <a:pt x="20" y="68"/>
                        <a:pt x="20" y="68"/>
                      </a:cubicBezTo>
                      <a:cubicBezTo>
                        <a:pt x="20" y="68"/>
                        <a:pt x="9" y="65"/>
                        <a:pt x="7" y="69"/>
                      </a:cubicBezTo>
                      <a:cubicBezTo>
                        <a:pt x="5" y="73"/>
                        <a:pt x="8" y="80"/>
                        <a:pt x="8" y="80"/>
                      </a:cubicBezTo>
                      <a:cubicBezTo>
                        <a:pt x="8" y="80"/>
                        <a:pt x="11" y="88"/>
                        <a:pt x="10" y="91"/>
                      </a:cubicBezTo>
                      <a:cubicBezTo>
                        <a:pt x="9" y="93"/>
                        <a:pt x="5" y="94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8" y="104"/>
                        <a:pt x="8" y="104"/>
                        <a:pt x="8" y="104"/>
                      </a:cubicBezTo>
                      <a:cubicBezTo>
                        <a:pt x="13" y="104"/>
                        <a:pt x="13" y="104"/>
                        <a:pt x="13" y="104"/>
                      </a:cubicBezTo>
                      <a:cubicBezTo>
                        <a:pt x="13" y="112"/>
                        <a:pt x="13" y="112"/>
                        <a:pt x="13" y="112"/>
                      </a:cubicBezTo>
                      <a:cubicBezTo>
                        <a:pt x="25" y="121"/>
                        <a:pt x="25" y="121"/>
                        <a:pt x="25" y="121"/>
                      </a:cubicBezTo>
                      <a:cubicBezTo>
                        <a:pt x="25" y="121"/>
                        <a:pt x="36" y="128"/>
                        <a:pt x="33" y="139"/>
                      </a:cubicBezTo>
                      <a:cubicBezTo>
                        <a:pt x="32" y="142"/>
                        <a:pt x="31" y="145"/>
                        <a:pt x="29" y="147"/>
                      </a:cubicBezTo>
                      <a:cubicBezTo>
                        <a:pt x="32" y="150"/>
                        <a:pt x="36" y="154"/>
                        <a:pt x="41" y="154"/>
                      </a:cubicBezTo>
                      <a:cubicBezTo>
                        <a:pt x="49" y="154"/>
                        <a:pt x="59" y="144"/>
                        <a:pt x="59" y="144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9" y="138"/>
                        <a:pt x="79" y="138"/>
                        <a:pt x="79" y="138"/>
                      </a:cubicBezTo>
                      <a:cubicBezTo>
                        <a:pt x="97" y="135"/>
                        <a:pt x="97" y="135"/>
                        <a:pt x="97" y="135"/>
                      </a:cubicBezTo>
                      <a:cubicBezTo>
                        <a:pt x="97" y="135"/>
                        <a:pt x="101" y="149"/>
                        <a:pt x="109" y="149"/>
                      </a:cubicBezTo>
                      <a:cubicBezTo>
                        <a:pt x="117" y="149"/>
                        <a:pt x="123" y="146"/>
                        <a:pt x="123" y="146"/>
                      </a:cubicBezTo>
                      <a:cubicBezTo>
                        <a:pt x="123" y="146"/>
                        <a:pt x="124" y="155"/>
                        <a:pt x="132" y="154"/>
                      </a:cubicBezTo>
                      <a:cubicBezTo>
                        <a:pt x="140" y="153"/>
                        <a:pt x="145" y="146"/>
                        <a:pt x="145" y="146"/>
                      </a:cubicBezTo>
                      <a:cubicBezTo>
                        <a:pt x="155" y="154"/>
                        <a:pt x="155" y="154"/>
                        <a:pt x="155" y="154"/>
                      </a:cubicBezTo>
                      <a:cubicBezTo>
                        <a:pt x="155" y="154"/>
                        <a:pt x="169" y="153"/>
                        <a:pt x="171" y="148"/>
                      </a:cubicBezTo>
                      <a:cubicBezTo>
                        <a:pt x="173" y="143"/>
                        <a:pt x="167" y="135"/>
                        <a:pt x="167" y="135"/>
                      </a:cubicBezTo>
                      <a:cubicBezTo>
                        <a:pt x="179" y="129"/>
                        <a:pt x="179" y="129"/>
                        <a:pt x="179" y="129"/>
                      </a:cubicBezTo>
                      <a:cubicBezTo>
                        <a:pt x="188" y="114"/>
                        <a:pt x="188" y="114"/>
                        <a:pt x="188" y="114"/>
                      </a:cubicBezTo>
                      <a:cubicBezTo>
                        <a:pt x="208" y="116"/>
                        <a:pt x="208" y="116"/>
                        <a:pt x="208" y="116"/>
                      </a:cubicBezTo>
                      <a:cubicBezTo>
                        <a:pt x="216" y="106"/>
                        <a:pt x="216" y="106"/>
                        <a:pt x="216" y="106"/>
                      </a:cubicBezTo>
                      <a:cubicBezTo>
                        <a:pt x="226" y="119"/>
                        <a:pt x="226" y="119"/>
                        <a:pt x="226" y="119"/>
                      </a:cubicBezTo>
                      <a:cubicBezTo>
                        <a:pt x="226" y="119"/>
                        <a:pt x="240" y="121"/>
                        <a:pt x="249" y="120"/>
                      </a:cubicBezTo>
                      <a:cubicBezTo>
                        <a:pt x="248" y="117"/>
                        <a:pt x="248" y="115"/>
                        <a:pt x="248" y="1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4" name="Freeform 246"/>
                <p:cNvSpPr>
                  <a:spLocks/>
                </p:cNvSpPr>
                <p:nvPr/>
              </p:nvSpPr>
              <p:spPr bwMode="gray">
                <a:xfrm>
                  <a:off x="-4267" y="-15359"/>
                  <a:ext cx="263" cy="206"/>
                </a:xfrm>
                <a:custGeom>
                  <a:avLst/>
                  <a:gdLst>
                    <a:gd name="T0" fmla="*/ 100 w 111"/>
                    <a:gd name="T1" fmla="*/ 26 h 87"/>
                    <a:gd name="T2" fmla="*/ 88 w 111"/>
                    <a:gd name="T3" fmla="*/ 17 h 87"/>
                    <a:gd name="T4" fmla="*/ 88 w 111"/>
                    <a:gd name="T5" fmla="*/ 9 h 87"/>
                    <a:gd name="T6" fmla="*/ 83 w 111"/>
                    <a:gd name="T7" fmla="*/ 9 h 87"/>
                    <a:gd name="T8" fmla="*/ 77 w 111"/>
                    <a:gd name="T9" fmla="*/ 0 h 87"/>
                    <a:gd name="T10" fmla="*/ 76 w 111"/>
                    <a:gd name="T11" fmla="*/ 0 h 87"/>
                    <a:gd name="T12" fmla="*/ 50 w 111"/>
                    <a:gd name="T13" fmla="*/ 2 h 87"/>
                    <a:gd name="T14" fmla="*/ 46 w 111"/>
                    <a:gd name="T15" fmla="*/ 6 h 87"/>
                    <a:gd name="T16" fmla="*/ 33 w 111"/>
                    <a:gd name="T17" fmla="*/ 6 h 87"/>
                    <a:gd name="T18" fmla="*/ 30 w 111"/>
                    <a:gd name="T19" fmla="*/ 14 h 87"/>
                    <a:gd name="T20" fmla="*/ 18 w 111"/>
                    <a:gd name="T21" fmla="*/ 14 h 87"/>
                    <a:gd name="T22" fmla="*/ 13 w 111"/>
                    <a:gd name="T23" fmla="*/ 22 h 87"/>
                    <a:gd name="T24" fmla="*/ 2 w 111"/>
                    <a:gd name="T25" fmla="*/ 26 h 87"/>
                    <a:gd name="T26" fmla="*/ 0 w 111"/>
                    <a:gd name="T27" fmla="*/ 41 h 87"/>
                    <a:gd name="T28" fmla="*/ 5 w 111"/>
                    <a:gd name="T29" fmla="*/ 52 h 87"/>
                    <a:gd name="T30" fmla="*/ 3 w 111"/>
                    <a:gd name="T31" fmla="*/ 64 h 87"/>
                    <a:gd name="T32" fmla="*/ 11 w 111"/>
                    <a:gd name="T33" fmla="*/ 70 h 87"/>
                    <a:gd name="T34" fmla="*/ 11 w 111"/>
                    <a:gd name="T35" fmla="*/ 84 h 87"/>
                    <a:gd name="T36" fmla="*/ 29 w 111"/>
                    <a:gd name="T37" fmla="*/ 77 h 87"/>
                    <a:gd name="T38" fmla="*/ 31 w 111"/>
                    <a:gd name="T39" fmla="*/ 84 h 87"/>
                    <a:gd name="T40" fmla="*/ 36 w 111"/>
                    <a:gd name="T41" fmla="*/ 79 h 87"/>
                    <a:gd name="T42" fmla="*/ 60 w 111"/>
                    <a:gd name="T43" fmla="*/ 81 h 87"/>
                    <a:gd name="T44" fmla="*/ 63 w 111"/>
                    <a:gd name="T45" fmla="*/ 70 h 87"/>
                    <a:gd name="T46" fmla="*/ 90 w 111"/>
                    <a:gd name="T47" fmla="*/ 66 h 87"/>
                    <a:gd name="T48" fmla="*/ 108 w 111"/>
                    <a:gd name="T49" fmla="*/ 44 h 87"/>
                    <a:gd name="T50" fmla="*/ 100 w 111"/>
                    <a:gd name="T51" fmla="*/ 26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1" h="87">
                      <a:moveTo>
                        <a:pt x="100" y="26"/>
                      </a:moveTo>
                      <a:cubicBezTo>
                        <a:pt x="88" y="17"/>
                        <a:pt x="88" y="17"/>
                        <a:pt x="88" y="17"/>
                      </a:cubicBezTo>
                      <a:cubicBezTo>
                        <a:pt x="88" y="9"/>
                        <a:pt x="88" y="9"/>
                        <a:pt x="88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7" y="0"/>
                        <a:pt x="76" y="0"/>
                        <a:pt x="76" y="0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7" y="14"/>
                        <a:pt x="30" y="14"/>
                      </a:cubicBezTo>
                      <a:cubicBezTo>
                        <a:pt x="23" y="14"/>
                        <a:pt x="18" y="14"/>
                        <a:pt x="18" y="14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0" y="41"/>
                        <a:pt x="0" y="41"/>
                        <a:pt x="0" y="41"/>
                      </a:cubicBezTo>
                      <a:cubicBezTo>
                        <a:pt x="5" y="52"/>
                        <a:pt x="5" y="52"/>
                        <a:pt x="5" y="52"/>
                      </a:cubicBezTo>
                      <a:cubicBezTo>
                        <a:pt x="5" y="52"/>
                        <a:pt x="3" y="59"/>
                        <a:pt x="3" y="64"/>
                      </a:cubicBezTo>
                      <a:cubicBezTo>
                        <a:pt x="3" y="69"/>
                        <a:pt x="11" y="70"/>
                        <a:pt x="11" y="70"/>
                      </a:cubicBezTo>
                      <a:cubicBezTo>
                        <a:pt x="11" y="84"/>
                        <a:pt x="11" y="84"/>
                        <a:pt x="11" y="84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29" y="77"/>
                        <a:pt x="30" y="80"/>
                        <a:pt x="31" y="84"/>
                      </a:cubicBezTo>
                      <a:cubicBezTo>
                        <a:pt x="36" y="79"/>
                        <a:pt x="36" y="79"/>
                        <a:pt x="36" y="79"/>
                      </a:cubicBezTo>
                      <a:cubicBezTo>
                        <a:pt x="36" y="79"/>
                        <a:pt x="56" y="87"/>
                        <a:pt x="60" y="81"/>
                      </a:cubicBezTo>
                      <a:cubicBezTo>
                        <a:pt x="64" y="75"/>
                        <a:pt x="63" y="70"/>
                        <a:pt x="63" y="70"/>
                      </a:cubicBezTo>
                      <a:cubicBezTo>
                        <a:pt x="63" y="70"/>
                        <a:pt x="82" y="74"/>
                        <a:pt x="90" y="66"/>
                      </a:cubicBezTo>
                      <a:cubicBezTo>
                        <a:pt x="98" y="58"/>
                        <a:pt x="105" y="55"/>
                        <a:pt x="108" y="44"/>
                      </a:cubicBezTo>
                      <a:cubicBezTo>
                        <a:pt x="111" y="33"/>
                        <a:pt x="100" y="26"/>
                        <a:pt x="100" y="2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5" name="Freeform 247"/>
                <p:cNvSpPr>
                  <a:spLocks/>
                </p:cNvSpPr>
                <p:nvPr/>
              </p:nvSpPr>
              <p:spPr bwMode="gray">
                <a:xfrm>
                  <a:off x="-3695" y="-16117"/>
                  <a:ext cx="338" cy="373"/>
                </a:xfrm>
                <a:custGeom>
                  <a:avLst/>
                  <a:gdLst>
                    <a:gd name="T0" fmla="*/ 0 w 143"/>
                    <a:gd name="T1" fmla="*/ 11 h 158"/>
                    <a:gd name="T2" fmla="*/ 24 w 143"/>
                    <a:gd name="T3" fmla="*/ 30 h 158"/>
                    <a:gd name="T4" fmla="*/ 23 w 143"/>
                    <a:gd name="T5" fmla="*/ 40 h 158"/>
                    <a:gd name="T6" fmla="*/ 38 w 143"/>
                    <a:gd name="T7" fmla="*/ 49 h 158"/>
                    <a:gd name="T8" fmla="*/ 44 w 143"/>
                    <a:gd name="T9" fmla="*/ 63 h 158"/>
                    <a:gd name="T10" fmla="*/ 52 w 143"/>
                    <a:gd name="T11" fmla="*/ 64 h 158"/>
                    <a:gd name="T12" fmla="*/ 54 w 143"/>
                    <a:gd name="T13" fmla="*/ 74 h 158"/>
                    <a:gd name="T14" fmla="*/ 71 w 143"/>
                    <a:gd name="T15" fmla="*/ 84 h 158"/>
                    <a:gd name="T16" fmla="*/ 69 w 143"/>
                    <a:gd name="T17" fmla="*/ 106 h 158"/>
                    <a:gd name="T18" fmla="*/ 74 w 143"/>
                    <a:gd name="T19" fmla="*/ 109 h 158"/>
                    <a:gd name="T20" fmla="*/ 67 w 143"/>
                    <a:gd name="T21" fmla="*/ 129 h 158"/>
                    <a:gd name="T22" fmla="*/ 73 w 143"/>
                    <a:gd name="T23" fmla="*/ 143 h 158"/>
                    <a:gd name="T24" fmla="*/ 75 w 143"/>
                    <a:gd name="T25" fmla="*/ 158 h 158"/>
                    <a:gd name="T26" fmla="*/ 92 w 143"/>
                    <a:gd name="T27" fmla="*/ 155 h 158"/>
                    <a:gd name="T28" fmla="*/ 88 w 143"/>
                    <a:gd name="T29" fmla="*/ 141 h 158"/>
                    <a:gd name="T30" fmla="*/ 104 w 143"/>
                    <a:gd name="T31" fmla="*/ 129 h 158"/>
                    <a:gd name="T32" fmla="*/ 113 w 143"/>
                    <a:gd name="T33" fmla="*/ 120 h 158"/>
                    <a:gd name="T34" fmla="*/ 97 w 143"/>
                    <a:gd name="T35" fmla="*/ 106 h 158"/>
                    <a:gd name="T36" fmla="*/ 113 w 143"/>
                    <a:gd name="T37" fmla="*/ 102 h 158"/>
                    <a:gd name="T38" fmla="*/ 126 w 143"/>
                    <a:gd name="T39" fmla="*/ 109 h 158"/>
                    <a:gd name="T40" fmla="*/ 143 w 143"/>
                    <a:gd name="T41" fmla="*/ 104 h 158"/>
                    <a:gd name="T42" fmla="*/ 141 w 143"/>
                    <a:gd name="T43" fmla="*/ 83 h 158"/>
                    <a:gd name="T44" fmla="*/ 120 w 143"/>
                    <a:gd name="T45" fmla="*/ 77 h 158"/>
                    <a:gd name="T46" fmla="*/ 122 w 143"/>
                    <a:gd name="T47" fmla="*/ 61 h 158"/>
                    <a:gd name="T48" fmla="*/ 117 w 143"/>
                    <a:gd name="T49" fmla="*/ 56 h 158"/>
                    <a:gd name="T50" fmla="*/ 105 w 143"/>
                    <a:gd name="T51" fmla="*/ 58 h 158"/>
                    <a:gd name="T52" fmla="*/ 105 w 143"/>
                    <a:gd name="T53" fmla="*/ 43 h 158"/>
                    <a:gd name="T54" fmla="*/ 103 w 143"/>
                    <a:gd name="T55" fmla="*/ 26 h 158"/>
                    <a:gd name="T56" fmla="*/ 83 w 143"/>
                    <a:gd name="T57" fmla="*/ 24 h 158"/>
                    <a:gd name="T58" fmla="*/ 78 w 143"/>
                    <a:gd name="T59" fmla="*/ 13 h 158"/>
                    <a:gd name="T60" fmla="*/ 57 w 143"/>
                    <a:gd name="T61" fmla="*/ 12 h 158"/>
                    <a:gd name="T62" fmla="*/ 52 w 143"/>
                    <a:gd name="T63" fmla="*/ 7 h 158"/>
                    <a:gd name="T64" fmla="*/ 48 w 143"/>
                    <a:gd name="T65" fmla="*/ 9 h 158"/>
                    <a:gd name="T66" fmla="*/ 33 w 143"/>
                    <a:gd name="T67" fmla="*/ 1 h 158"/>
                    <a:gd name="T68" fmla="*/ 18 w 143"/>
                    <a:gd name="T69" fmla="*/ 8 h 158"/>
                    <a:gd name="T70" fmla="*/ 2 w 143"/>
                    <a:gd name="T71" fmla="*/ 3 h 158"/>
                    <a:gd name="T72" fmla="*/ 0 w 143"/>
                    <a:gd name="T73" fmla="*/ 11 h 158"/>
                    <a:gd name="T74" fmla="*/ 0 w 143"/>
                    <a:gd name="T75" fmla="*/ 11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3" h="158">
                      <a:moveTo>
                        <a:pt x="0" y="11"/>
                      </a:moveTo>
                      <a:cubicBezTo>
                        <a:pt x="17" y="14"/>
                        <a:pt x="24" y="30"/>
                        <a:pt x="24" y="30"/>
                      </a:cubicBezTo>
                      <a:cubicBezTo>
                        <a:pt x="23" y="40"/>
                        <a:pt x="23" y="40"/>
                        <a:pt x="23" y="40"/>
                      </a:cubicBezTo>
                      <a:cubicBezTo>
                        <a:pt x="38" y="49"/>
                        <a:pt x="38" y="49"/>
                        <a:pt x="38" y="49"/>
                      </a:cubicBezTo>
                      <a:cubicBezTo>
                        <a:pt x="44" y="63"/>
                        <a:pt x="44" y="63"/>
                        <a:pt x="44" y="63"/>
                      </a:cubicBezTo>
                      <a:cubicBezTo>
                        <a:pt x="52" y="64"/>
                        <a:pt x="52" y="64"/>
                        <a:pt x="52" y="64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70" y="75"/>
                        <a:pt x="71" y="84"/>
                      </a:cubicBezTo>
                      <a:cubicBezTo>
                        <a:pt x="72" y="93"/>
                        <a:pt x="69" y="106"/>
                        <a:pt x="69" y="106"/>
                      </a:cubicBezTo>
                      <a:cubicBezTo>
                        <a:pt x="74" y="109"/>
                        <a:pt x="74" y="109"/>
                        <a:pt x="74" y="109"/>
                      </a:cubicBezTo>
                      <a:cubicBezTo>
                        <a:pt x="74" y="109"/>
                        <a:pt x="67" y="122"/>
                        <a:pt x="67" y="129"/>
                      </a:cubicBezTo>
                      <a:cubicBezTo>
                        <a:pt x="67" y="136"/>
                        <a:pt x="73" y="143"/>
                        <a:pt x="73" y="143"/>
                      </a:cubicBezTo>
                      <a:cubicBezTo>
                        <a:pt x="73" y="143"/>
                        <a:pt x="72" y="151"/>
                        <a:pt x="75" y="158"/>
                      </a:cubicBezTo>
                      <a:cubicBezTo>
                        <a:pt x="92" y="155"/>
                        <a:pt x="92" y="155"/>
                        <a:pt x="92" y="155"/>
                      </a:cubicBezTo>
                      <a:cubicBezTo>
                        <a:pt x="92" y="155"/>
                        <a:pt x="88" y="145"/>
                        <a:pt x="88" y="141"/>
                      </a:cubicBezTo>
                      <a:cubicBezTo>
                        <a:pt x="88" y="137"/>
                        <a:pt x="104" y="129"/>
                        <a:pt x="104" y="129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98" y="110"/>
                        <a:pt x="97" y="106"/>
                      </a:cubicBezTo>
                      <a:cubicBezTo>
                        <a:pt x="96" y="102"/>
                        <a:pt x="113" y="102"/>
                        <a:pt x="113" y="102"/>
                      </a:cubicBezTo>
                      <a:cubicBezTo>
                        <a:pt x="113" y="102"/>
                        <a:pt x="119" y="110"/>
                        <a:pt x="126" y="109"/>
                      </a:cubicBezTo>
                      <a:cubicBezTo>
                        <a:pt x="133" y="108"/>
                        <a:pt x="143" y="104"/>
                        <a:pt x="143" y="104"/>
                      </a:cubicBezTo>
                      <a:cubicBezTo>
                        <a:pt x="143" y="104"/>
                        <a:pt x="142" y="90"/>
                        <a:pt x="141" y="83"/>
                      </a:cubicBezTo>
                      <a:cubicBezTo>
                        <a:pt x="140" y="76"/>
                        <a:pt x="127" y="79"/>
                        <a:pt x="120" y="77"/>
                      </a:cubicBezTo>
                      <a:cubicBezTo>
                        <a:pt x="113" y="75"/>
                        <a:pt x="122" y="61"/>
                        <a:pt x="122" y="61"/>
                      </a:cubicBezTo>
                      <a:cubicBezTo>
                        <a:pt x="117" y="56"/>
                        <a:pt x="117" y="56"/>
                        <a:pt x="117" y="56"/>
                      </a:cubicBezTo>
                      <a:cubicBezTo>
                        <a:pt x="117" y="56"/>
                        <a:pt x="108" y="58"/>
                        <a:pt x="105" y="58"/>
                      </a:cubicBezTo>
                      <a:cubicBezTo>
                        <a:pt x="102" y="58"/>
                        <a:pt x="105" y="43"/>
                        <a:pt x="105" y="43"/>
                      </a:cubicBezTo>
                      <a:cubicBezTo>
                        <a:pt x="105" y="43"/>
                        <a:pt x="114" y="34"/>
                        <a:pt x="103" y="26"/>
                      </a:cubicBezTo>
                      <a:cubicBezTo>
                        <a:pt x="92" y="18"/>
                        <a:pt x="83" y="24"/>
                        <a:pt x="83" y="24"/>
                      </a:cubicBezTo>
                      <a:cubicBezTo>
                        <a:pt x="83" y="24"/>
                        <a:pt x="83" y="17"/>
                        <a:pt x="78" y="13"/>
                      </a:cubicBezTo>
                      <a:cubicBezTo>
                        <a:pt x="73" y="9"/>
                        <a:pt x="66" y="12"/>
                        <a:pt x="57" y="12"/>
                      </a:cubicBezTo>
                      <a:cubicBezTo>
                        <a:pt x="48" y="12"/>
                        <a:pt x="52" y="7"/>
                        <a:pt x="52" y="7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2" y="0"/>
                        <a:pt x="33" y="1"/>
                      </a:cubicBezTo>
                      <a:cubicBezTo>
                        <a:pt x="24" y="2"/>
                        <a:pt x="24" y="7"/>
                        <a:pt x="18" y="8"/>
                      </a:cubicBezTo>
                      <a:cubicBezTo>
                        <a:pt x="12" y="9"/>
                        <a:pt x="2" y="3"/>
                        <a:pt x="2" y="3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6" name="Freeform 248"/>
                <p:cNvSpPr>
                  <a:spLocks/>
                </p:cNvSpPr>
                <p:nvPr/>
              </p:nvSpPr>
              <p:spPr bwMode="gray">
                <a:xfrm>
                  <a:off x="-5412" y="-15975"/>
                  <a:ext cx="35" cy="38"/>
                </a:xfrm>
                <a:custGeom>
                  <a:avLst/>
                  <a:gdLst>
                    <a:gd name="T0" fmla="*/ 11 w 15"/>
                    <a:gd name="T1" fmla="*/ 1 h 16"/>
                    <a:gd name="T2" fmla="*/ 4 w 15"/>
                    <a:gd name="T3" fmla="*/ 14 h 16"/>
                    <a:gd name="T4" fmla="*/ 12 w 15"/>
                    <a:gd name="T5" fmla="*/ 16 h 16"/>
                    <a:gd name="T6" fmla="*/ 15 w 15"/>
                    <a:gd name="T7" fmla="*/ 16 h 16"/>
                    <a:gd name="T8" fmla="*/ 15 w 15"/>
                    <a:gd name="T9" fmla="*/ 6 h 16"/>
                    <a:gd name="T10" fmla="*/ 13 w 15"/>
                    <a:gd name="T11" fmla="*/ 0 h 16"/>
                    <a:gd name="T12" fmla="*/ 11 w 15"/>
                    <a:gd name="T13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16">
                      <a:moveTo>
                        <a:pt x="11" y="1"/>
                      </a:moveTo>
                      <a:cubicBezTo>
                        <a:pt x="6" y="3"/>
                        <a:pt x="0" y="11"/>
                        <a:pt x="4" y="14"/>
                      </a:cubicBezTo>
                      <a:cubicBezTo>
                        <a:pt x="8" y="16"/>
                        <a:pt x="12" y="16"/>
                        <a:pt x="12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4"/>
                        <a:pt x="15" y="9"/>
                        <a:pt x="15" y="6"/>
                      </a:cubicBezTo>
                      <a:cubicBezTo>
                        <a:pt x="15" y="4"/>
                        <a:pt x="14" y="2"/>
                        <a:pt x="13" y="0"/>
                      </a:cubicBezTo>
                      <a:cubicBezTo>
                        <a:pt x="12" y="0"/>
                        <a:pt x="12" y="1"/>
                        <a:pt x="11" y="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7" name="Freeform 249"/>
                <p:cNvSpPr>
                  <a:spLocks/>
                </p:cNvSpPr>
                <p:nvPr/>
              </p:nvSpPr>
              <p:spPr bwMode="gray">
                <a:xfrm>
                  <a:off x="-4316" y="-16098"/>
                  <a:ext cx="971" cy="586"/>
                </a:xfrm>
                <a:custGeom>
                  <a:avLst/>
                  <a:gdLst>
                    <a:gd name="T0" fmla="*/ 360 w 411"/>
                    <a:gd name="T1" fmla="*/ 241 h 248"/>
                    <a:gd name="T2" fmla="*/ 379 w 411"/>
                    <a:gd name="T3" fmla="*/ 187 h 248"/>
                    <a:gd name="T4" fmla="*/ 396 w 411"/>
                    <a:gd name="T5" fmla="*/ 146 h 248"/>
                    <a:gd name="T6" fmla="*/ 353 w 411"/>
                    <a:gd name="T7" fmla="*/ 161 h 248"/>
                    <a:gd name="T8" fmla="*/ 330 w 411"/>
                    <a:gd name="T9" fmla="*/ 121 h 248"/>
                    <a:gd name="T10" fmla="*/ 332 w 411"/>
                    <a:gd name="T11" fmla="*/ 98 h 248"/>
                    <a:gd name="T12" fmla="*/ 317 w 411"/>
                    <a:gd name="T13" fmla="*/ 66 h 248"/>
                    <a:gd name="T14" fmla="*/ 307 w 411"/>
                    <a:gd name="T15" fmla="*/ 55 h 248"/>
                    <a:gd name="T16" fmla="*/ 286 w 411"/>
                    <a:gd name="T17" fmla="*/ 32 h 248"/>
                    <a:gd name="T18" fmla="*/ 263 w 411"/>
                    <a:gd name="T19" fmla="*/ 3 h 248"/>
                    <a:gd name="T20" fmla="*/ 225 w 411"/>
                    <a:gd name="T21" fmla="*/ 17 h 248"/>
                    <a:gd name="T22" fmla="*/ 204 w 411"/>
                    <a:gd name="T23" fmla="*/ 21 h 248"/>
                    <a:gd name="T24" fmla="*/ 172 w 411"/>
                    <a:gd name="T25" fmla="*/ 16 h 248"/>
                    <a:gd name="T26" fmla="*/ 145 w 411"/>
                    <a:gd name="T27" fmla="*/ 18 h 248"/>
                    <a:gd name="T28" fmla="*/ 123 w 411"/>
                    <a:gd name="T29" fmla="*/ 14 h 248"/>
                    <a:gd name="T30" fmla="*/ 90 w 411"/>
                    <a:gd name="T31" fmla="*/ 28 h 248"/>
                    <a:gd name="T32" fmla="*/ 69 w 411"/>
                    <a:gd name="T33" fmla="*/ 53 h 248"/>
                    <a:gd name="T34" fmla="*/ 46 w 411"/>
                    <a:gd name="T35" fmla="*/ 83 h 248"/>
                    <a:gd name="T36" fmla="*/ 29 w 411"/>
                    <a:gd name="T37" fmla="*/ 107 h 248"/>
                    <a:gd name="T38" fmla="*/ 16 w 411"/>
                    <a:gd name="T39" fmla="*/ 114 h 248"/>
                    <a:gd name="T40" fmla="*/ 1 w 411"/>
                    <a:gd name="T41" fmla="*/ 119 h 248"/>
                    <a:gd name="T42" fmla="*/ 22 w 411"/>
                    <a:gd name="T43" fmla="*/ 131 h 248"/>
                    <a:gd name="T44" fmla="*/ 38 w 411"/>
                    <a:gd name="T45" fmla="*/ 160 h 248"/>
                    <a:gd name="T46" fmla="*/ 51 w 411"/>
                    <a:gd name="T47" fmla="*/ 177 h 248"/>
                    <a:gd name="T48" fmla="*/ 72 w 411"/>
                    <a:gd name="T49" fmla="*/ 190 h 248"/>
                    <a:gd name="T50" fmla="*/ 94 w 411"/>
                    <a:gd name="T51" fmla="*/ 190 h 248"/>
                    <a:gd name="T52" fmla="*/ 107 w 411"/>
                    <a:gd name="T53" fmla="*/ 200 h 248"/>
                    <a:gd name="T54" fmla="*/ 107 w 411"/>
                    <a:gd name="T55" fmla="*/ 212 h 248"/>
                    <a:gd name="T56" fmla="*/ 113 w 411"/>
                    <a:gd name="T57" fmla="*/ 219 h 248"/>
                    <a:gd name="T58" fmla="*/ 118 w 411"/>
                    <a:gd name="T59" fmla="*/ 236 h 248"/>
                    <a:gd name="T60" fmla="*/ 142 w 411"/>
                    <a:gd name="T61" fmla="*/ 232 h 248"/>
                    <a:gd name="T62" fmla="*/ 180 w 411"/>
                    <a:gd name="T63" fmla="*/ 244 h 248"/>
                    <a:gd name="T64" fmla="*/ 201 w 411"/>
                    <a:gd name="T65" fmla="*/ 240 h 248"/>
                    <a:gd name="T66" fmla="*/ 236 w 411"/>
                    <a:gd name="T67" fmla="*/ 247 h 248"/>
                    <a:gd name="T68" fmla="*/ 266 w 411"/>
                    <a:gd name="T69" fmla="*/ 229 h 248"/>
                    <a:gd name="T70" fmla="*/ 284 w 411"/>
                    <a:gd name="T71" fmla="*/ 226 h 248"/>
                    <a:gd name="T72" fmla="*/ 315 w 411"/>
                    <a:gd name="T73" fmla="*/ 228 h 248"/>
                    <a:gd name="T74" fmla="*/ 341 w 411"/>
                    <a:gd name="T75" fmla="*/ 240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411" h="248">
                      <a:moveTo>
                        <a:pt x="341" y="240"/>
                      </a:moveTo>
                      <a:cubicBezTo>
                        <a:pt x="344" y="242"/>
                        <a:pt x="353" y="242"/>
                        <a:pt x="360" y="241"/>
                      </a:cubicBezTo>
                      <a:cubicBezTo>
                        <a:pt x="358" y="230"/>
                        <a:pt x="359" y="216"/>
                        <a:pt x="364" y="209"/>
                      </a:cubicBezTo>
                      <a:cubicBezTo>
                        <a:pt x="373" y="197"/>
                        <a:pt x="379" y="187"/>
                        <a:pt x="379" y="187"/>
                      </a:cubicBezTo>
                      <a:cubicBezTo>
                        <a:pt x="379" y="187"/>
                        <a:pt x="411" y="197"/>
                        <a:pt x="407" y="174"/>
                      </a:cubicBezTo>
                      <a:cubicBezTo>
                        <a:pt x="404" y="158"/>
                        <a:pt x="399" y="149"/>
                        <a:pt x="396" y="146"/>
                      </a:cubicBezTo>
                      <a:cubicBezTo>
                        <a:pt x="395" y="148"/>
                        <a:pt x="391" y="152"/>
                        <a:pt x="382" y="151"/>
                      </a:cubicBezTo>
                      <a:cubicBezTo>
                        <a:pt x="370" y="150"/>
                        <a:pt x="374" y="164"/>
                        <a:pt x="353" y="161"/>
                      </a:cubicBezTo>
                      <a:cubicBezTo>
                        <a:pt x="332" y="158"/>
                        <a:pt x="336" y="135"/>
                        <a:pt x="336" y="135"/>
                      </a:cubicBezTo>
                      <a:cubicBezTo>
                        <a:pt x="336" y="135"/>
                        <a:pt x="330" y="128"/>
                        <a:pt x="330" y="121"/>
                      </a:cubicBezTo>
                      <a:cubicBezTo>
                        <a:pt x="330" y="114"/>
                        <a:pt x="337" y="101"/>
                        <a:pt x="337" y="101"/>
                      </a:cubicBezTo>
                      <a:cubicBezTo>
                        <a:pt x="332" y="98"/>
                        <a:pt x="332" y="98"/>
                        <a:pt x="332" y="98"/>
                      </a:cubicBezTo>
                      <a:cubicBezTo>
                        <a:pt x="332" y="98"/>
                        <a:pt x="335" y="85"/>
                        <a:pt x="334" y="76"/>
                      </a:cubicBezTo>
                      <a:cubicBezTo>
                        <a:pt x="333" y="67"/>
                        <a:pt x="317" y="66"/>
                        <a:pt x="317" y="66"/>
                      </a:cubicBezTo>
                      <a:cubicBezTo>
                        <a:pt x="315" y="56"/>
                        <a:pt x="315" y="56"/>
                        <a:pt x="315" y="56"/>
                      </a:cubicBezTo>
                      <a:cubicBezTo>
                        <a:pt x="307" y="55"/>
                        <a:pt x="307" y="55"/>
                        <a:pt x="307" y="55"/>
                      </a:cubicBezTo>
                      <a:cubicBezTo>
                        <a:pt x="301" y="41"/>
                        <a:pt x="301" y="41"/>
                        <a:pt x="301" y="41"/>
                      </a:cubicBezTo>
                      <a:cubicBezTo>
                        <a:pt x="286" y="32"/>
                        <a:pt x="286" y="32"/>
                        <a:pt x="286" y="32"/>
                      </a:cubicBezTo>
                      <a:cubicBezTo>
                        <a:pt x="287" y="22"/>
                        <a:pt x="287" y="22"/>
                        <a:pt x="287" y="22"/>
                      </a:cubicBezTo>
                      <a:cubicBezTo>
                        <a:pt x="287" y="22"/>
                        <a:pt x="280" y="6"/>
                        <a:pt x="263" y="3"/>
                      </a:cubicBezTo>
                      <a:cubicBezTo>
                        <a:pt x="246" y="0"/>
                        <a:pt x="248" y="18"/>
                        <a:pt x="238" y="18"/>
                      </a:cubicBezTo>
                      <a:cubicBezTo>
                        <a:pt x="228" y="18"/>
                        <a:pt x="225" y="17"/>
                        <a:pt x="225" y="17"/>
                      </a:cubicBezTo>
                      <a:cubicBezTo>
                        <a:pt x="221" y="24"/>
                        <a:pt x="221" y="24"/>
                        <a:pt x="221" y="24"/>
                      </a:cubicBezTo>
                      <a:cubicBezTo>
                        <a:pt x="204" y="21"/>
                        <a:pt x="204" y="21"/>
                        <a:pt x="204" y="21"/>
                      </a:cubicBezTo>
                      <a:cubicBezTo>
                        <a:pt x="204" y="21"/>
                        <a:pt x="204" y="30"/>
                        <a:pt x="194" y="33"/>
                      </a:cubicBezTo>
                      <a:cubicBezTo>
                        <a:pt x="184" y="36"/>
                        <a:pt x="178" y="17"/>
                        <a:pt x="172" y="16"/>
                      </a:cubicBezTo>
                      <a:cubicBezTo>
                        <a:pt x="166" y="15"/>
                        <a:pt x="151" y="23"/>
                        <a:pt x="151" y="23"/>
                      </a:cubicBezTo>
                      <a:cubicBezTo>
                        <a:pt x="145" y="18"/>
                        <a:pt x="145" y="18"/>
                        <a:pt x="145" y="18"/>
                      </a:cubicBezTo>
                      <a:cubicBezTo>
                        <a:pt x="129" y="21"/>
                        <a:pt x="129" y="21"/>
                        <a:pt x="129" y="21"/>
                      </a:cubicBezTo>
                      <a:cubicBezTo>
                        <a:pt x="129" y="21"/>
                        <a:pt x="127" y="14"/>
                        <a:pt x="123" y="14"/>
                      </a:cubicBezTo>
                      <a:cubicBezTo>
                        <a:pt x="119" y="14"/>
                        <a:pt x="110" y="14"/>
                        <a:pt x="110" y="14"/>
                      </a:cubicBezTo>
                      <a:cubicBezTo>
                        <a:pt x="110" y="14"/>
                        <a:pt x="100" y="27"/>
                        <a:pt x="90" y="28"/>
                      </a:cubicBezTo>
                      <a:cubicBezTo>
                        <a:pt x="80" y="29"/>
                        <a:pt x="71" y="29"/>
                        <a:pt x="70" y="35"/>
                      </a:cubicBezTo>
                      <a:cubicBezTo>
                        <a:pt x="69" y="41"/>
                        <a:pt x="69" y="53"/>
                        <a:pt x="69" y="53"/>
                      </a:cubicBezTo>
                      <a:cubicBezTo>
                        <a:pt x="69" y="53"/>
                        <a:pt x="72" y="65"/>
                        <a:pt x="62" y="70"/>
                      </a:cubicBezTo>
                      <a:cubicBezTo>
                        <a:pt x="52" y="75"/>
                        <a:pt x="46" y="83"/>
                        <a:pt x="46" y="83"/>
                      </a:cubicBezTo>
                      <a:cubicBezTo>
                        <a:pt x="46" y="83"/>
                        <a:pt x="51" y="91"/>
                        <a:pt x="45" y="97"/>
                      </a:cubicBezTo>
                      <a:cubicBezTo>
                        <a:pt x="39" y="103"/>
                        <a:pt x="29" y="107"/>
                        <a:pt x="29" y="107"/>
                      </a:cubicBezTo>
                      <a:cubicBezTo>
                        <a:pt x="18" y="105"/>
                        <a:pt x="18" y="105"/>
                        <a:pt x="18" y="105"/>
                      </a:cubicBezTo>
                      <a:cubicBezTo>
                        <a:pt x="16" y="114"/>
                        <a:pt x="16" y="114"/>
                        <a:pt x="16" y="114"/>
                      </a:cubicBezTo>
                      <a:cubicBezTo>
                        <a:pt x="0" y="118"/>
                        <a:pt x="0" y="118"/>
                        <a:pt x="0" y="118"/>
                      </a:cubicBezTo>
                      <a:cubicBezTo>
                        <a:pt x="1" y="119"/>
                        <a:pt x="1" y="119"/>
                        <a:pt x="1" y="119"/>
                      </a:cubicBezTo>
                      <a:cubicBezTo>
                        <a:pt x="16" y="133"/>
                        <a:pt x="16" y="133"/>
                        <a:pt x="16" y="133"/>
                      </a:cubicBezTo>
                      <a:cubicBezTo>
                        <a:pt x="22" y="131"/>
                        <a:pt x="22" y="131"/>
                        <a:pt x="22" y="131"/>
                      </a:cubicBezTo>
                      <a:cubicBezTo>
                        <a:pt x="30" y="154"/>
                        <a:pt x="30" y="154"/>
                        <a:pt x="30" y="154"/>
                      </a:cubicBezTo>
                      <a:cubicBezTo>
                        <a:pt x="30" y="154"/>
                        <a:pt x="36" y="165"/>
                        <a:pt x="38" y="160"/>
                      </a:cubicBezTo>
                      <a:cubicBezTo>
                        <a:pt x="40" y="155"/>
                        <a:pt x="52" y="156"/>
                        <a:pt x="54" y="162"/>
                      </a:cubicBezTo>
                      <a:cubicBezTo>
                        <a:pt x="56" y="168"/>
                        <a:pt x="51" y="177"/>
                        <a:pt x="51" y="177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72" y="190"/>
                        <a:pt x="72" y="190"/>
                        <a:pt x="72" y="190"/>
                      </a:cubicBezTo>
                      <a:cubicBezTo>
                        <a:pt x="78" y="197"/>
                        <a:pt x="78" y="197"/>
                        <a:pt x="78" y="197"/>
                      </a:cubicBezTo>
                      <a:cubicBezTo>
                        <a:pt x="94" y="190"/>
                        <a:pt x="94" y="190"/>
                        <a:pt x="94" y="190"/>
                      </a:cubicBezTo>
                      <a:cubicBezTo>
                        <a:pt x="110" y="194"/>
                        <a:pt x="110" y="194"/>
                        <a:pt x="110" y="194"/>
                      </a:cubicBezTo>
                      <a:cubicBezTo>
                        <a:pt x="107" y="200"/>
                        <a:pt x="107" y="200"/>
                        <a:pt x="107" y="200"/>
                      </a:cubicBezTo>
                      <a:cubicBezTo>
                        <a:pt x="100" y="208"/>
                        <a:pt x="100" y="208"/>
                        <a:pt x="100" y="208"/>
                      </a:cubicBezTo>
                      <a:cubicBezTo>
                        <a:pt x="107" y="212"/>
                        <a:pt x="107" y="212"/>
                        <a:pt x="107" y="212"/>
                      </a:cubicBezTo>
                      <a:cubicBezTo>
                        <a:pt x="106" y="218"/>
                        <a:pt x="106" y="218"/>
                        <a:pt x="106" y="218"/>
                      </a:cubicBezTo>
                      <a:cubicBezTo>
                        <a:pt x="113" y="219"/>
                        <a:pt x="113" y="219"/>
                        <a:pt x="113" y="219"/>
                      </a:cubicBezTo>
                      <a:cubicBezTo>
                        <a:pt x="113" y="219"/>
                        <a:pt x="123" y="219"/>
                        <a:pt x="125" y="223"/>
                      </a:cubicBezTo>
                      <a:cubicBezTo>
                        <a:pt x="127" y="227"/>
                        <a:pt x="118" y="232"/>
                        <a:pt x="118" y="236"/>
                      </a:cubicBezTo>
                      <a:cubicBezTo>
                        <a:pt x="118" y="240"/>
                        <a:pt x="135" y="239"/>
                        <a:pt x="135" y="239"/>
                      </a:cubicBezTo>
                      <a:cubicBezTo>
                        <a:pt x="142" y="232"/>
                        <a:pt x="142" y="232"/>
                        <a:pt x="142" y="232"/>
                      </a:cubicBezTo>
                      <a:cubicBezTo>
                        <a:pt x="158" y="239"/>
                        <a:pt x="158" y="239"/>
                        <a:pt x="158" y="239"/>
                      </a:cubicBezTo>
                      <a:cubicBezTo>
                        <a:pt x="158" y="239"/>
                        <a:pt x="167" y="244"/>
                        <a:pt x="180" y="244"/>
                      </a:cubicBezTo>
                      <a:cubicBezTo>
                        <a:pt x="193" y="244"/>
                        <a:pt x="188" y="235"/>
                        <a:pt x="188" y="235"/>
                      </a:cubicBezTo>
                      <a:cubicBezTo>
                        <a:pt x="201" y="240"/>
                        <a:pt x="201" y="240"/>
                        <a:pt x="201" y="240"/>
                      </a:cubicBezTo>
                      <a:cubicBezTo>
                        <a:pt x="214" y="241"/>
                        <a:pt x="214" y="241"/>
                        <a:pt x="214" y="241"/>
                      </a:cubicBezTo>
                      <a:cubicBezTo>
                        <a:pt x="214" y="241"/>
                        <a:pt x="225" y="246"/>
                        <a:pt x="236" y="247"/>
                      </a:cubicBezTo>
                      <a:cubicBezTo>
                        <a:pt x="247" y="248"/>
                        <a:pt x="246" y="232"/>
                        <a:pt x="253" y="230"/>
                      </a:cubicBezTo>
                      <a:cubicBezTo>
                        <a:pt x="260" y="228"/>
                        <a:pt x="266" y="229"/>
                        <a:pt x="266" y="229"/>
                      </a:cubicBezTo>
                      <a:cubicBezTo>
                        <a:pt x="265" y="224"/>
                        <a:pt x="265" y="224"/>
                        <a:pt x="265" y="224"/>
                      </a:cubicBezTo>
                      <a:cubicBezTo>
                        <a:pt x="284" y="226"/>
                        <a:pt x="284" y="226"/>
                        <a:pt x="284" y="226"/>
                      </a:cubicBezTo>
                      <a:cubicBezTo>
                        <a:pt x="284" y="226"/>
                        <a:pt x="281" y="220"/>
                        <a:pt x="290" y="220"/>
                      </a:cubicBezTo>
                      <a:cubicBezTo>
                        <a:pt x="299" y="220"/>
                        <a:pt x="306" y="228"/>
                        <a:pt x="315" y="228"/>
                      </a:cubicBezTo>
                      <a:cubicBezTo>
                        <a:pt x="324" y="228"/>
                        <a:pt x="333" y="230"/>
                        <a:pt x="333" y="230"/>
                      </a:cubicBezTo>
                      <a:cubicBezTo>
                        <a:pt x="333" y="230"/>
                        <a:pt x="336" y="237"/>
                        <a:pt x="341" y="24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8" name="Freeform 250"/>
                <p:cNvSpPr>
                  <a:spLocks/>
                </p:cNvSpPr>
                <p:nvPr/>
              </p:nvSpPr>
              <p:spPr bwMode="gray">
                <a:xfrm>
                  <a:off x="-4782" y="-15720"/>
                  <a:ext cx="409" cy="361"/>
                </a:xfrm>
                <a:custGeom>
                  <a:avLst/>
                  <a:gdLst>
                    <a:gd name="T0" fmla="*/ 162 w 173"/>
                    <a:gd name="T1" fmla="*/ 51 h 153"/>
                    <a:gd name="T2" fmla="*/ 151 w 173"/>
                    <a:gd name="T3" fmla="*/ 52 h 153"/>
                    <a:gd name="T4" fmla="*/ 151 w 173"/>
                    <a:gd name="T5" fmla="*/ 41 h 153"/>
                    <a:gd name="T6" fmla="*/ 163 w 173"/>
                    <a:gd name="T7" fmla="*/ 22 h 153"/>
                    <a:gd name="T8" fmla="*/ 144 w 173"/>
                    <a:gd name="T9" fmla="*/ 23 h 153"/>
                    <a:gd name="T10" fmla="*/ 141 w 173"/>
                    <a:gd name="T11" fmla="*/ 18 h 153"/>
                    <a:gd name="T12" fmla="*/ 136 w 173"/>
                    <a:gd name="T13" fmla="*/ 19 h 153"/>
                    <a:gd name="T14" fmla="*/ 126 w 173"/>
                    <a:gd name="T15" fmla="*/ 8 h 153"/>
                    <a:gd name="T16" fmla="*/ 109 w 173"/>
                    <a:gd name="T17" fmla="*/ 7 h 153"/>
                    <a:gd name="T18" fmla="*/ 93 w 173"/>
                    <a:gd name="T19" fmla="*/ 8 h 153"/>
                    <a:gd name="T20" fmla="*/ 80 w 173"/>
                    <a:gd name="T21" fmla="*/ 5 h 153"/>
                    <a:gd name="T22" fmla="*/ 71 w 173"/>
                    <a:gd name="T23" fmla="*/ 9 h 153"/>
                    <a:gd name="T24" fmla="*/ 58 w 173"/>
                    <a:gd name="T25" fmla="*/ 2 h 153"/>
                    <a:gd name="T26" fmla="*/ 43 w 173"/>
                    <a:gd name="T27" fmla="*/ 4 h 153"/>
                    <a:gd name="T28" fmla="*/ 28 w 173"/>
                    <a:gd name="T29" fmla="*/ 8 h 153"/>
                    <a:gd name="T30" fmla="*/ 12 w 173"/>
                    <a:gd name="T31" fmla="*/ 1 h 153"/>
                    <a:gd name="T32" fmla="*/ 9 w 173"/>
                    <a:gd name="T33" fmla="*/ 15 h 153"/>
                    <a:gd name="T34" fmla="*/ 0 w 173"/>
                    <a:gd name="T35" fmla="*/ 20 h 153"/>
                    <a:gd name="T36" fmla="*/ 7 w 173"/>
                    <a:gd name="T37" fmla="*/ 27 h 153"/>
                    <a:gd name="T38" fmla="*/ 19 w 173"/>
                    <a:gd name="T39" fmla="*/ 30 h 153"/>
                    <a:gd name="T40" fmla="*/ 18 w 173"/>
                    <a:gd name="T41" fmla="*/ 39 h 153"/>
                    <a:gd name="T42" fmla="*/ 26 w 173"/>
                    <a:gd name="T43" fmla="*/ 43 h 153"/>
                    <a:gd name="T44" fmla="*/ 26 w 173"/>
                    <a:gd name="T45" fmla="*/ 57 h 153"/>
                    <a:gd name="T46" fmla="*/ 37 w 173"/>
                    <a:gd name="T47" fmla="*/ 60 h 153"/>
                    <a:gd name="T48" fmla="*/ 47 w 173"/>
                    <a:gd name="T49" fmla="*/ 80 h 153"/>
                    <a:gd name="T50" fmla="*/ 75 w 173"/>
                    <a:gd name="T51" fmla="*/ 99 h 153"/>
                    <a:gd name="T52" fmla="*/ 81 w 173"/>
                    <a:gd name="T53" fmla="*/ 120 h 153"/>
                    <a:gd name="T54" fmla="*/ 89 w 173"/>
                    <a:gd name="T55" fmla="*/ 121 h 153"/>
                    <a:gd name="T56" fmla="*/ 125 w 173"/>
                    <a:gd name="T57" fmla="*/ 153 h 153"/>
                    <a:gd name="T58" fmla="*/ 138 w 173"/>
                    <a:gd name="T59" fmla="*/ 137 h 153"/>
                    <a:gd name="T60" fmla="*/ 124 w 173"/>
                    <a:gd name="T61" fmla="*/ 128 h 153"/>
                    <a:gd name="T62" fmla="*/ 125 w 173"/>
                    <a:gd name="T63" fmla="*/ 118 h 153"/>
                    <a:gd name="T64" fmla="*/ 130 w 173"/>
                    <a:gd name="T65" fmla="*/ 118 h 153"/>
                    <a:gd name="T66" fmla="*/ 139 w 173"/>
                    <a:gd name="T67" fmla="*/ 103 h 153"/>
                    <a:gd name="T68" fmla="*/ 150 w 173"/>
                    <a:gd name="T69" fmla="*/ 104 h 153"/>
                    <a:gd name="T70" fmla="*/ 150 w 173"/>
                    <a:gd name="T71" fmla="*/ 89 h 153"/>
                    <a:gd name="T72" fmla="*/ 171 w 173"/>
                    <a:gd name="T73" fmla="*/ 86 h 153"/>
                    <a:gd name="T74" fmla="*/ 159 w 173"/>
                    <a:gd name="T75" fmla="*/ 66 h 153"/>
                    <a:gd name="T76" fmla="*/ 173 w 173"/>
                    <a:gd name="T77" fmla="*/ 64 h 153"/>
                    <a:gd name="T78" fmla="*/ 162 w 173"/>
                    <a:gd name="T79" fmla="*/ 5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3" h="153">
                      <a:moveTo>
                        <a:pt x="162" y="51"/>
                      </a:moveTo>
                      <a:cubicBezTo>
                        <a:pt x="155" y="49"/>
                        <a:pt x="151" y="52"/>
                        <a:pt x="151" y="52"/>
                      </a:cubicBezTo>
                      <a:cubicBezTo>
                        <a:pt x="151" y="41"/>
                        <a:pt x="151" y="41"/>
                        <a:pt x="151" y="41"/>
                      </a:cubicBezTo>
                      <a:cubicBezTo>
                        <a:pt x="151" y="41"/>
                        <a:pt x="163" y="27"/>
                        <a:pt x="163" y="22"/>
                      </a:cubicBezTo>
                      <a:cubicBezTo>
                        <a:pt x="163" y="17"/>
                        <a:pt x="144" y="23"/>
                        <a:pt x="144" y="23"/>
                      </a:cubicBezTo>
                      <a:cubicBezTo>
                        <a:pt x="141" y="18"/>
                        <a:pt x="141" y="18"/>
                        <a:pt x="141" y="18"/>
                      </a:cubicBezTo>
                      <a:cubicBezTo>
                        <a:pt x="136" y="19"/>
                        <a:pt x="136" y="19"/>
                        <a:pt x="136" y="19"/>
                      </a:cubicBezTo>
                      <a:cubicBezTo>
                        <a:pt x="126" y="8"/>
                        <a:pt x="126" y="8"/>
                        <a:pt x="126" y="8"/>
                      </a:cubicBezTo>
                      <a:cubicBezTo>
                        <a:pt x="126" y="8"/>
                        <a:pt x="115" y="8"/>
                        <a:pt x="109" y="7"/>
                      </a:cubicBezTo>
                      <a:cubicBezTo>
                        <a:pt x="103" y="6"/>
                        <a:pt x="96" y="8"/>
                        <a:pt x="93" y="8"/>
                      </a:cubicBezTo>
                      <a:cubicBezTo>
                        <a:pt x="90" y="8"/>
                        <a:pt x="80" y="5"/>
                        <a:pt x="80" y="5"/>
                      </a:cubicBez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58" y="2"/>
                        <a:pt x="58" y="2"/>
                        <a:pt x="58" y="2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16" y="0"/>
                        <a:pt x="12" y="1"/>
                      </a:cubicBezTo>
                      <a:cubicBezTo>
                        <a:pt x="8" y="2"/>
                        <a:pt x="9" y="15"/>
                        <a:pt x="9" y="15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19" y="30"/>
                        <a:pt x="19" y="30"/>
                        <a:pt x="19" y="30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39"/>
                        <a:pt x="23" y="39"/>
                        <a:pt x="26" y="43"/>
                      </a:cubicBezTo>
                      <a:cubicBezTo>
                        <a:pt x="29" y="47"/>
                        <a:pt x="26" y="57"/>
                        <a:pt x="26" y="57"/>
                      </a:cubicBezTo>
                      <a:cubicBezTo>
                        <a:pt x="37" y="60"/>
                        <a:pt x="37" y="60"/>
                        <a:pt x="37" y="60"/>
                      </a:cubicBez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47" y="80"/>
                        <a:pt x="51" y="84"/>
                        <a:pt x="75" y="99"/>
                      </a:cubicBezTo>
                      <a:cubicBezTo>
                        <a:pt x="90" y="108"/>
                        <a:pt x="86" y="116"/>
                        <a:pt x="81" y="120"/>
                      </a:cubicBezTo>
                      <a:cubicBezTo>
                        <a:pt x="89" y="121"/>
                        <a:pt x="89" y="121"/>
                        <a:pt x="89" y="121"/>
                      </a:cubicBezTo>
                      <a:cubicBezTo>
                        <a:pt x="89" y="121"/>
                        <a:pt x="116" y="148"/>
                        <a:pt x="125" y="153"/>
                      </a:cubicBezTo>
                      <a:cubicBezTo>
                        <a:pt x="138" y="137"/>
                        <a:pt x="138" y="137"/>
                        <a:pt x="138" y="137"/>
                      </a:cubicBezTo>
                      <a:cubicBezTo>
                        <a:pt x="138" y="137"/>
                        <a:pt x="127" y="131"/>
                        <a:pt x="124" y="128"/>
                      </a:cubicBezTo>
                      <a:cubicBezTo>
                        <a:pt x="121" y="125"/>
                        <a:pt x="125" y="118"/>
                        <a:pt x="125" y="118"/>
                      </a:cubicBezTo>
                      <a:cubicBezTo>
                        <a:pt x="130" y="118"/>
                        <a:pt x="130" y="118"/>
                        <a:pt x="130" y="118"/>
                      </a:cubicBezTo>
                      <a:cubicBezTo>
                        <a:pt x="130" y="118"/>
                        <a:pt x="136" y="107"/>
                        <a:pt x="139" y="103"/>
                      </a:cubicBezTo>
                      <a:cubicBezTo>
                        <a:pt x="142" y="99"/>
                        <a:pt x="150" y="104"/>
                        <a:pt x="150" y="104"/>
                      </a:cubicBezTo>
                      <a:cubicBezTo>
                        <a:pt x="150" y="89"/>
                        <a:pt x="150" y="89"/>
                        <a:pt x="150" y="89"/>
                      </a:cubicBezTo>
                      <a:cubicBezTo>
                        <a:pt x="150" y="89"/>
                        <a:pt x="169" y="93"/>
                        <a:pt x="171" y="86"/>
                      </a:cubicBezTo>
                      <a:cubicBezTo>
                        <a:pt x="173" y="79"/>
                        <a:pt x="159" y="66"/>
                        <a:pt x="159" y="66"/>
                      </a:cubicBezTo>
                      <a:cubicBezTo>
                        <a:pt x="173" y="64"/>
                        <a:pt x="173" y="64"/>
                        <a:pt x="173" y="64"/>
                      </a:cubicBezTo>
                      <a:cubicBezTo>
                        <a:pt x="173" y="64"/>
                        <a:pt x="169" y="53"/>
                        <a:pt x="162" y="5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9" name="Freeform 251"/>
                <p:cNvSpPr>
                  <a:spLocks/>
                </p:cNvSpPr>
                <p:nvPr/>
              </p:nvSpPr>
              <p:spPr bwMode="gray">
                <a:xfrm>
                  <a:off x="-4980" y="-15876"/>
                  <a:ext cx="581" cy="439"/>
                </a:xfrm>
                <a:custGeom>
                  <a:avLst/>
                  <a:gdLst>
                    <a:gd name="T0" fmla="*/ 232 w 246"/>
                    <a:gd name="T1" fmla="*/ 77 h 186"/>
                    <a:gd name="T2" fmla="*/ 228 w 246"/>
                    <a:gd name="T3" fmla="*/ 65 h 186"/>
                    <a:gd name="T4" fmla="*/ 226 w 246"/>
                    <a:gd name="T5" fmla="*/ 52 h 186"/>
                    <a:gd name="T6" fmla="*/ 217 w 246"/>
                    <a:gd name="T7" fmla="*/ 32 h 186"/>
                    <a:gd name="T8" fmla="*/ 183 w 246"/>
                    <a:gd name="T9" fmla="*/ 41 h 186"/>
                    <a:gd name="T10" fmla="*/ 168 w 246"/>
                    <a:gd name="T11" fmla="*/ 34 h 186"/>
                    <a:gd name="T12" fmla="*/ 139 w 246"/>
                    <a:gd name="T13" fmla="*/ 13 h 186"/>
                    <a:gd name="T14" fmla="*/ 112 w 246"/>
                    <a:gd name="T15" fmla="*/ 2 h 186"/>
                    <a:gd name="T16" fmla="*/ 93 w 246"/>
                    <a:gd name="T17" fmla="*/ 14 h 186"/>
                    <a:gd name="T18" fmla="*/ 87 w 246"/>
                    <a:gd name="T19" fmla="*/ 31 h 186"/>
                    <a:gd name="T20" fmla="*/ 70 w 246"/>
                    <a:gd name="T21" fmla="*/ 40 h 186"/>
                    <a:gd name="T22" fmla="*/ 59 w 246"/>
                    <a:gd name="T23" fmla="*/ 53 h 186"/>
                    <a:gd name="T24" fmla="*/ 40 w 246"/>
                    <a:gd name="T25" fmla="*/ 45 h 186"/>
                    <a:gd name="T26" fmla="*/ 22 w 246"/>
                    <a:gd name="T27" fmla="*/ 54 h 186"/>
                    <a:gd name="T28" fmla="*/ 14 w 246"/>
                    <a:gd name="T29" fmla="*/ 57 h 186"/>
                    <a:gd name="T30" fmla="*/ 1 w 246"/>
                    <a:gd name="T31" fmla="*/ 67 h 186"/>
                    <a:gd name="T32" fmla="*/ 31 w 246"/>
                    <a:gd name="T33" fmla="*/ 70 h 186"/>
                    <a:gd name="T34" fmla="*/ 54 w 246"/>
                    <a:gd name="T35" fmla="*/ 87 h 186"/>
                    <a:gd name="T36" fmla="*/ 68 w 246"/>
                    <a:gd name="T37" fmla="*/ 123 h 186"/>
                    <a:gd name="T38" fmla="*/ 98 w 246"/>
                    <a:gd name="T39" fmla="*/ 161 h 186"/>
                    <a:gd name="T40" fmla="*/ 146 w 246"/>
                    <a:gd name="T41" fmla="*/ 171 h 186"/>
                    <a:gd name="T42" fmla="*/ 165 w 246"/>
                    <a:gd name="T43" fmla="*/ 186 h 186"/>
                    <a:gd name="T44" fmla="*/ 131 w 246"/>
                    <a:gd name="T45" fmla="*/ 146 h 186"/>
                    <a:gd name="T46" fmla="*/ 110 w 246"/>
                    <a:gd name="T47" fmla="*/ 123 h 186"/>
                    <a:gd name="T48" fmla="*/ 102 w 246"/>
                    <a:gd name="T49" fmla="*/ 105 h 186"/>
                    <a:gd name="T50" fmla="*/ 91 w 246"/>
                    <a:gd name="T51" fmla="*/ 93 h 186"/>
                    <a:gd name="T52" fmla="*/ 93 w 246"/>
                    <a:gd name="T53" fmla="*/ 81 h 186"/>
                    <a:gd name="T54" fmla="*/ 112 w 246"/>
                    <a:gd name="T55" fmla="*/ 74 h 186"/>
                    <a:gd name="T56" fmla="*/ 142 w 246"/>
                    <a:gd name="T57" fmla="*/ 68 h 186"/>
                    <a:gd name="T58" fmla="*/ 164 w 246"/>
                    <a:gd name="T59" fmla="*/ 71 h 186"/>
                    <a:gd name="T60" fmla="*/ 193 w 246"/>
                    <a:gd name="T61" fmla="*/ 73 h 186"/>
                    <a:gd name="T62" fmla="*/ 220 w 246"/>
                    <a:gd name="T63" fmla="*/ 8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46" h="186">
                      <a:moveTo>
                        <a:pt x="230" y="84"/>
                      </a:moveTo>
                      <a:cubicBezTo>
                        <a:pt x="232" y="77"/>
                        <a:pt x="232" y="77"/>
                        <a:pt x="232" y="77"/>
                      </a:cubicBezTo>
                      <a:cubicBezTo>
                        <a:pt x="232" y="77"/>
                        <a:pt x="246" y="74"/>
                        <a:pt x="245" y="71"/>
                      </a:cubicBezTo>
                      <a:cubicBezTo>
                        <a:pt x="244" y="68"/>
                        <a:pt x="228" y="65"/>
                        <a:pt x="228" y="65"/>
                      </a:cubicBezTo>
                      <a:cubicBezTo>
                        <a:pt x="231" y="53"/>
                        <a:pt x="231" y="53"/>
                        <a:pt x="231" y="53"/>
                      </a:cubicBezTo>
                      <a:cubicBezTo>
                        <a:pt x="226" y="52"/>
                        <a:pt x="226" y="52"/>
                        <a:pt x="226" y="52"/>
                      </a:cubicBezTo>
                      <a:cubicBezTo>
                        <a:pt x="222" y="34"/>
                        <a:pt x="222" y="34"/>
                        <a:pt x="222" y="34"/>
                      </a:cubicBezTo>
                      <a:cubicBezTo>
                        <a:pt x="217" y="32"/>
                        <a:pt x="217" y="32"/>
                        <a:pt x="217" y="32"/>
                      </a:cubicBezTo>
                      <a:cubicBezTo>
                        <a:pt x="211" y="38"/>
                        <a:pt x="211" y="38"/>
                        <a:pt x="211" y="38"/>
                      </a:cubicBezTo>
                      <a:cubicBezTo>
                        <a:pt x="183" y="41"/>
                        <a:pt x="183" y="41"/>
                        <a:pt x="183" y="41"/>
                      </a:cubicBezTo>
                      <a:cubicBezTo>
                        <a:pt x="180" y="34"/>
                        <a:pt x="180" y="34"/>
                        <a:pt x="180" y="34"/>
                      </a:cubicBezTo>
                      <a:cubicBezTo>
                        <a:pt x="168" y="34"/>
                        <a:pt x="168" y="34"/>
                        <a:pt x="168" y="34"/>
                      </a:cubicBezTo>
                      <a:cubicBezTo>
                        <a:pt x="159" y="30"/>
                        <a:pt x="159" y="30"/>
                        <a:pt x="159" y="30"/>
                      </a:cubicBezTo>
                      <a:cubicBezTo>
                        <a:pt x="159" y="30"/>
                        <a:pt x="141" y="16"/>
                        <a:pt x="139" y="13"/>
                      </a:cubicBezTo>
                      <a:cubicBezTo>
                        <a:pt x="137" y="10"/>
                        <a:pt x="125" y="0"/>
                        <a:pt x="125" y="0"/>
                      </a:cubicBezTo>
                      <a:cubicBezTo>
                        <a:pt x="112" y="2"/>
                        <a:pt x="112" y="2"/>
                        <a:pt x="112" y="2"/>
                      </a:cubicBezTo>
                      <a:cubicBezTo>
                        <a:pt x="112" y="2"/>
                        <a:pt x="115" y="6"/>
                        <a:pt x="109" y="10"/>
                      </a:cubicBezTo>
                      <a:cubicBezTo>
                        <a:pt x="103" y="14"/>
                        <a:pt x="93" y="14"/>
                        <a:pt x="93" y="14"/>
                      </a:cubicBezTo>
                      <a:cubicBezTo>
                        <a:pt x="93" y="14"/>
                        <a:pt x="84" y="14"/>
                        <a:pt x="84" y="18"/>
                      </a:cubicBezTo>
                      <a:cubicBezTo>
                        <a:pt x="84" y="22"/>
                        <a:pt x="87" y="31"/>
                        <a:pt x="87" y="31"/>
                      </a:cubicBezTo>
                      <a:cubicBezTo>
                        <a:pt x="80" y="39"/>
                        <a:pt x="80" y="39"/>
                        <a:pt x="80" y="39"/>
                      </a:cubicBezTo>
                      <a:cubicBezTo>
                        <a:pt x="70" y="40"/>
                        <a:pt x="70" y="40"/>
                        <a:pt x="70" y="40"/>
                      </a:cubicBezTo>
                      <a:cubicBezTo>
                        <a:pt x="70" y="40"/>
                        <a:pt x="74" y="51"/>
                        <a:pt x="69" y="53"/>
                      </a:cubicBezTo>
                      <a:cubicBezTo>
                        <a:pt x="64" y="55"/>
                        <a:pt x="59" y="53"/>
                        <a:pt x="59" y="53"/>
                      </a:cubicBezTo>
                      <a:cubicBezTo>
                        <a:pt x="59" y="53"/>
                        <a:pt x="52" y="54"/>
                        <a:pt x="46" y="53"/>
                      </a:cubicBezTo>
                      <a:cubicBezTo>
                        <a:pt x="40" y="52"/>
                        <a:pt x="40" y="45"/>
                        <a:pt x="40" y="45"/>
                      </a:cubicBezTo>
                      <a:cubicBezTo>
                        <a:pt x="34" y="53"/>
                        <a:pt x="34" y="53"/>
                        <a:pt x="34" y="53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16" y="48"/>
                        <a:pt x="16" y="48"/>
                        <a:pt x="16" y="48"/>
                      </a:cubicBezTo>
                      <a:cubicBezTo>
                        <a:pt x="14" y="57"/>
                        <a:pt x="14" y="57"/>
                        <a:pt x="14" y="57"/>
                      </a:cubicBezTo>
                      <a:cubicBezTo>
                        <a:pt x="5" y="58"/>
                        <a:pt x="5" y="58"/>
                        <a:pt x="5" y="58"/>
                      </a:cubicBezTo>
                      <a:cubicBezTo>
                        <a:pt x="3" y="62"/>
                        <a:pt x="1" y="67"/>
                        <a:pt x="1" y="67"/>
                      </a:cubicBezTo>
                      <a:cubicBezTo>
                        <a:pt x="1" y="67"/>
                        <a:pt x="0" y="97"/>
                        <a:pt x="8" y="88"/>
                      </a:cubicBezTo>
                      <a:cubicBezTo>
                        <a:pt x="16" y="79"/>
                        <a:pt x="27" y="64"/>
                        <a:pt x="31" y="70"/>
                      </a:cubicBezTo>
                      <a:cubicBezTo>
                        <a:pt x="35" y="76"/>
                        <a:pt x="35" y="91"/>
                        <a:pt x="35" y="91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4" y="87"/>
                        <a:pt x="48" y="107"/>
                        <a:pt x="60" y="111"/>
                      </a:cubicBezTo>
                      <a:cubicBezTo>
                        <a:pt x="72" y="115"/>
                        <a:pt x="68" y="123"/>
                        <a:pt x="68" y="123"/>
                      </a:cubicBezTo>
                      <a:cubicBezTo>
                        <a:pt x="97" y="144"/>
                        <a:pt x="97" y="144"/>
                        <a:pt x="97" y="144"/>
                      </a:cubicBezTo>
                      <a:cubicBezTo>
                        <a:pt x="98" y="161"/>
                        <a:pt x="98" y="161"/>
                        <a:pt x="98" y="161"/>
                      </a:cubicBezTo>
                      <a:cubicBezTo>
                        <a:pt x="125" y="162"/>
                        <a:pt x="125" y="162"/>
                        <a:pt x="125" y="162"/>
                      </a:cubicBezTo>
                      <a:cubicBezTo>
                        <a:pt x="125" y="162"/>
                        <a:pt x="142" y="163"/>
                        <a:pt x="146" y="171"/>
                      </a:cubicBezTo>
                      <a:cubicBezTo>
                        <a:pt x="146" y="171"/>
                        <a:pt x="142" y="180"/>
                        <a:pt x="148" y="184"/>
                      </a:cubicBezTo>
                      <a:cubicBezTo>
                        <a:pt x="165" y="186"/>
                        <a:pt x="165" y="186"/>
                        <a:pt x="165" y="186"/>
                      </a:cubicBezTo>
                      <a:cubicBezTo>
                        <a:pt x="170" y="182"/>
                        <a:pt x="174" y="174"/>
                        <a:pt x="159" y="165"/>
                      </a:cubicBezTo>
                      <a:cubicBezTo>
                        <a:pt x="135" y="150"/>
                        <a:pt x="131" y="146"/>
                        <a:pt x="131" y="146"/>
                      </a:cubicBezTo>
                      <a:cubicBezTo>
                        <a:pt x="121" y="126"/>
                        <a:pt x="121" y="126"/>
                        <a:pt x="121" y="126"/>
                      </a:cubicBezTo>
                      <a:cubicBezTo>
                        <a:pt x="110" y="123"/>
                        <a:pt x="110" y="123"/>
                        <a:pt x="110" y="123"/>
                      </a:cubicBezTo>
                      <a:cubicBezTo>
                        <a:pt x="110" y="123"/>
                        <a:pt x="113" y="113"/>
                        <a:pt x="110" y="109"/>
                      </a:cubicBezTo>
                      <a:cubicBezTo>
                        <a:pt x="107" y="105"/>
                        <a:pt x="102" y="105"/>
                        <a:pt x="102" y="105"/>
                      </a:cubicBezTo>
                      <a:cubicBezTo>
                        <a:pt x="103" y="96"/>
                        <a:pt x="103" y="96"/>
                        <a:pt x="103" y="96"/>
                      </a:cubicBezTo>
                      <a:cubicBezTo>
                        <a:pt x="91" y="93"/>
                        <a:pt x="91" y="93"/>
                        <a:pt x="91" y="93"/>
                      </a:cubicBezTo>
                      <a:cubicBezTo>
                        <a:pt x="84" y="86"/>
                        <a:pt x="84" y="86"/>
                        <a:pt x="84" y="86"/>
                      </a:cubicBezTo>
                      <a:cubicBezTo>
                        <a:pt x="93" y="81"/>
                        <a:pt x="93" y="81"/>
                        <a:pt x="93" y="81"/>
                      </a:cubicBezTo>
                      <a:cubicBezTo>
                        <a:pt x="93" y="81"/>
                        <a:pt x="92" y="68"/>
                        <a:pt x="96" y="67"/>
                      </a:cubicBezTo>
                      <a:cubicBezTo>
                        <a:pt x="100" y="66"/>
                        <a:pt x="112" y="74"/>
                        <a:pt x="112" y="74"/>
                      </a:cubicBezTo>
                      <a:cubicBezTo>
                        <a:pt x="127" y="70"/>
                        <a:pt x="127" y="70"/>
                        <a:pt x="127" y="70"/>
                      </a:cubicBezTo>
                      <a:cubicBezTo>
                        <a:pt x="142" y="68"/>
                        <a:pt x="142" y="68"/>
                        <a:pt x="142" y="68"/>
                      </a:cubicBezTo>
                      <a:cubicBezTo>
                        <a:pt x="155" y="75"/>
                        <a:pt x="155" y="75"/>
                        <a:pt x="155" y="75"/>
                      </a:cubicBezTo>
                      <a:cubicBezTo>
                        <a:pt x="164" y="71"/>
                        <a:pt x="164" y="71"/>
                        <a:pt x="164" y="71"/>
                      </a:cubicBezTo>
                      <a:cubicBezTo>
                        <a:pt x="164" y="71"/>
                        <a:pt x="174" y="74"/>
                        <a:pt x="177" y="74"/>
                      </a:cubicBezTo>
                      <a:cubicBezTo>
                        <a:pt x="180" y="74"/>
                        <a:pt x="187" y="72"/>
                        <a:pt x="193" y="73"/>
                      </a:cubicBezTo>
                      <a:cubicBezTo>
                        <a:pt x="199" y="74"/>
                        <a:pt x="210" y="74"/>
                        <a:pt x="210" y="74"/>
                      </a:cubicBezTo>
                      <a:cubicBezTo>
                        <a:pt x="220" y="85"/>
                        <a:pt x="220" y="85"/>
                        <a:pt x="220" y="85"/>
                      </a:cubicBezTo>
                      <a:lnTo>
                        <a:pt x="230" y="8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0" name="Freeform 252"/>
                <p:cNvSpPr>
                  <a:spLocks/>
                </p:cNvSpPr>
                <p:nvPr/>
              </p:nvSpPr>
              <p:spPr bwMode="gray">
                <a:xfrm>
                  <a:off x="-5011" y="-15928"/>
                  <a:ext cx="326" cy="189"/>
                </a:xfrm>
                <a:custGeom>
                  <a:avLst/>
                  <a:gdLst>
                    <a:gd name="T0" fmla="*/ 18 w 138"/>
                    <a:gd name="T1" fmla="*/ 80 h 80"/>
                    <a:gd name="T2" fmla="*/ 27 w 138"/>
                    <a:gd name="T3" fmla="*/ 79 h 80"/>
                    <a:gd name="T4" fmla="*/ 29 w 138"/>
                    <a:gd name="T5" fmla="*/ 70 h 80"/>
                    <a:gd name="T6" fmla="*/ 35 w 138"/>
                    <a:gd name="T7" fmla="*/ 76 h 80"/>
                    <a:gd name="T8" fmla="*/ 47 w 138"/>
                    <a:gd name="T9" fmla="*/ 75 h 80"/>
                    <a:gd name="T10" fmla="*/ 53 w 138"/>
                    <a:gd name="T11" fmla="*/ 67 h 80"/>
                    <a:gd name="T12" fmla="*/ 59 w 138"/>
                    <a:gd name="T13" fmla="*/ 75 h 80"/>
                    <a:gd name="T14" fmla="*/ 72 w 138"/>
                    <a:gd name="T15" fmla="*/ 75 h 80"/>
                    <a:gd name="T16" fmla="*/ 82 w 138"/>
                    <a:gd name="T17" fmla="*/ 75 h 80"/>
                    <a:gd name="T18" fmla="*/ 83 w 138"/>
                    <a:gd name="T19" fmla="*/ 62 h 80"/>
                    <a:gd name="T20" fmla="*/ 93 w 138"/>
                    <a:gd name="T21" fmla="*/ 61 h 80"/>
                    <a:gd name="T22" fmla="*/ 100 w 138"/>
                    <a:gd name="T23" fmla="*/ 53 h 80"/>
                    <a:gd name="T24" fmla="*/ 97 w 138"/>
                    <a:gd name="T25" fmla="*/ 40 h 80"/>
                    <a:gd name="T26" fmla="*/ 106 w 138"/>
                    <a:gd name="T27" fmla="*/ 36 h 80"/>
                    <a:gd name="T28" fmla="*/ 122 w 138"/>
                    <a:gd name="T29" fmla="*/ 32 h 80"/>
                    <a:gd name="T30" fmla="*/ 125 w 138"/>
                    <a:gd name="T31" fmla="*/ 24 h 80"/>
                    <a:gd name="T32" fmla="*/ 138 w 138"/>
                    <a:gd name="T33" fmla="*/ 22 h 80"/>
                    <a:gd name="T34" fmla="*/ 128 w 138"/>
                    <a:gd name="T35" fmla="*/ 15 h 80"/>
                    <a:gd name="T36" fmla="*/ 125 w 138"/>
                    <a:gd name="T37" fmla="*/ 5 h 80"/>
                    <a:gd name="T38" fmla="*/ 118 w 138"/>
                    <a:gd name="T39" fmla="*/ 0 h 80"/>
                    <a:gd name="T40" fmla="*/ 115 w 138"/>
                    <a:gd name="T41" fmla="*/ 8 h 80"/>
                    <a:gd name="T42" fmla="*/ 113 w 138"/>
                    <a:gd name="T43" fmla="*/ 20 h 80"/>
                    <a:gd name="T44" fmla="*/ 97 w 138"/>
                    <a:gd name="T45" fmla="*/ 15 h 80"/>
                    <a:gd name="T46" fmla="*/ 90 w 138"/>
                    <a:gd name="T47" fmla="*/ 19 h 80"/>
                    <a:gd name="T48" fmla="*/ 57 w 138"/>
                    <a:gd name="T49" fmla="*/ 18 h 80"/>
                    <a:gd name="T50" fmla="*/ 50 w 138"/>
                    <a:gd name="T51" fmla="*/ 27 h 80"/>
                    <a:gd name="T52" fmla="*/ 35 w 138"/>
                    <a:gd name="T53" fmla="*/ 25 h 80"/>
                    <a:gd name="T54" fmla="*/ 26 w 138"/>
                    <a:gd name="T55" fmla="*/ 21 h 80"/>
                    <a:gd name="T56" fmla="*/ 14 w 138"/>
                    <a:gd name="T57" fmla="*/ 25 h 80"/>
                    <a:gd name="T58" fmla="*/ 5 w 138"/>
                    <a:gd name="T59" fmla="*/ 25 h 80"/>
                    <a:gd name="T60" fmla="*/ 0 w 138"/>
                    <a:gd name="T61" fmla="*/ 34 h 80"/>
                    <a:gd name="T62" fmla="*/ 8 w 138"/>
                    <a:gd name="T63" fmla="*/ 37 h 80"/>
                    <a:gd name="T64" fmla="*/ 3 w 138"/>
                    <a:gd name="T65" fmla="*/ 62 h 80"/>
                    <a:gd name="T66" fmla="*/ 23 w 138"/>
                    <a:gd name="T67" fmla="*/ 70 h 80"/>
                    <a:gd name="T68" fmla="*/ 18 w 138"/>
                    <a:gd name="T69" fmla="*/ 8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38" h="80">
                      <a:moveTo>
                        <a:pt x="18" y="80"/>
                      </a:moveTo>
                      <a:cubicBezTo>
                        <a:pt x="27" y="79"/>
                        <a:pt x="27" y="79"/>
                        <a:pt x="27" y="79"/>
                      </a:cubicBezTo>
                      <a:cubicBezTo>
                        <a:pt x="29" y="70"/>
                        <a:pt x="29" y="70"/>
                        <a:pt x="29" y="70"/>
                      </a:cubicBezTo>
                      <a:cubicBezTo>
                        <a:pt x="35" y="76"/>
                        <a:pt x="35" y="76"/>
                        <a:pt x="35" y="76"/>
                      </a:cubicBezTo>
                      <a:cubicBezTo>
                        <a:pt x="47" y="75"/>
                        <a:pt x="47" y="75"/>
                        <a:pt x="47" y="75"/>
                      </a:cubicBezTo>
                      <a:cubicBezTo>
                        <a:pt x="53" y="67"/>
                        <a:pt x="53" y="67"/>
                        <a:pt x="53" y="67"/>
                      </a:cubicBezTo>
                      <a:cubicBezTo>
                        <a:pt x="53" y="67"/>
                        <a:pt x="53" y="74"/>
                        <a:pt x="59" y="75"/>
                      </a:cubicBezTo>
                      <a:cubicBezTo>
                        <a:pt x="65" y="76"/>
                        <a:pt x="72" y="75"/>
                        <a:pt x="72" y="75"/>
                      </a:cubicBezTo>
                      <a:cubicBezTo>
                        <a:pt x="72" y="75"/>
                        <a:pt x="77" y="77"/>
                        <a:pt x="82" y="75"/>
                      </a:cubicBezTo>
                      <a:cubicBezTo>
                        <a:pt x="87" y="73"/>
                        <a:pt x="83" y="62"/>
                        <a:pt x="83" y="62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100" y="53"/>
                        <a:pt x="100" y="53"/>
                        <a:pt x="100" y="53"/>
                      </a:cubicBezTo>
                      <a:cubicBezTo>
                        <a:pt x="100" y="53"/>
                        <a:pt x="97" y="44"/>
                        <a:pt x="97" y="40"/>
                      </a:cubicBezTo>
                      <a:cubicBezTo>
                        <a:pt x="97" y="36"/>
                        <a:pt x="106" y="36"/>
                        <a:pt x="106" y="36"/>
                      </a:cubicBezTo>
                      <a:cubicBezTo>
                        <a:pt x="106" y="36"/>
                        <a:pt x="116" y="36"/>
                        <a:pt x="122" y="32"/>
                      </a:cubicBezTo>
                      <a:cubicBezTo>
                        <a:pt x="128" y="28"/>
                        <a:pt x="125" y="24"/>
                        <a:pt x="125" y="24"/>
                      </a:cubicBezTo>
                      <a:cubicBezTo>
                        <a:pt x="138" y="22"/>
                        <a:pt x="138" y="22"/>
                        <a:pt x="138" y="22"/>
                      </a:cubicBezTo>
                      <a:cubicBezTo>
                        <a:pt x="128" y="15"/>
                        <a:pt x="128" y="15"/>
                        <a:pt x="128" y="15"/>
                      </a:cubicBezTo>
                      <a:cubicBezTo>
                        <a:pt x="125" y="5"/>
                        <a:pt x="125" y="5"/>
                        <a:pt x="125" y="5"/>
                      </a:cubicBezTo>
                      <a:cubicBezTo>
                        <a:pt x="118" y="0"/>
                        <a:pt x="118" y="0"/>
                        <a:pt x="118" y="0"/>
                      </a:cubicBezTo>
                      <a:cubicBezTo>
                        <a:pt x="115" y="8"/>
                        <a:pt x="115" y="8"/>
                        <a:pt x="115" y="8"/>
                      </a:cubicBezTo>
                      <a:cubicBezTo>
                        <a:pt x="113" y="20"/>
                        <a:pt x="113" y="20"/>
                        <a:pt x="113" y="20"/>
                      </a:cubicBezTo>
                      <a:cubicBezTo>
                        <a:pt x="97" y="15"/>
                        <a:pt x="97" y="15"/>
                        <a:pt x="97" y="15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57" y="18"/>
                        <a:pt x="57" y="18"/>
                        <a:pt x="57" y="18"/>
                      </a:cubicBezTo>
                      <a:cubicBezTo>
                        <a:pt x="57" y="18"/>
                        <a:pt x="57" y="27"/>
                        <a:pt x="50" y="27"/>
                      </a:cubicBezTo>
                      <a:cubicBezTo>
                        <a:pt x="43" y="27"/>
                        <a:pt x="35" y="25"/>
                        <a:pt x="35" y="25"/>
                      </a:cubicBezTo>
                      <a:cubicBezTo>
                        <a:pt x="35" y="25"/>
                        <a:pt x="29" y="21"/>
                        <a:pt x="26" y="21"/>
                      </a:cubicBezTo>
                      <a:cubicBezTo>
                        <a:pt x="23" y="21"/>
                        <a:pt x="14" y="25"/>
                        <a:pt x="14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4" y="30"/>
                        <a:pt x="0" y="34"/>
                        <a:pt x="0" y="34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3" y="62"/>
                        <a:pt x="3" y="62"/>
                        <a:pt x="3" y="62"/>
                      </a:cubicBezTo>
                      <a:cubicBezTo>
                        <a:pt x="3" y="62"/>
                        <a:pt x="26" y="66"/>
                        <a:pt x="23" y="70"/>
                      </a:cubicBezTo>
                      <a:cubicBezTo>
                        <a:pt x="22" y="72"/>
                        <a:pt x="20" y="76"/>
                        <a:pt x="18" y="8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1" name="Freeform 253"/>
                <p:cNvSpPr>
                  <a:spLocks/>
                </p:cNvSpPr>
                <p:nvPr/>
              </p:nvSpPr>
              <p:spPr bwMode="gray">
                <a:xfrm>
                  <a:off x="-4673" y="-16254"/>
                  <a:ext cx="565" cy="232"/>
                </a:xfrm>
                <a:custGeom>
                  <a:avLst/>
                  <a:gdLst>
                    <a:gd name="T0" fmla="*/ 233 w 239"/>
                    <a:gd name="T1" fmla="*/ 23 h 98"/>
                    <a:gd name="T2" fmla="*/ 214 w 239"/>
                    <a:gd name="T3" fmla="*/ 19 h 98"/>
                    <a:gd name="T4" fmla="*/ 194 w 239"/>
                    <a:gd name="T5" fmla="*/ 6 h 98"/>
                    <a:gd name="T6" fmla="*/ 170 w 239"/>
                    <a:gd name="T7" fmla="*/ 14 h 98"/>
                    <a:gd name="T8" fmla="*/ 159 w 239"/>
                    <a:gd name="T9" fmla="*/ 10 h 98"/>
                    <a:gd name="T10" fmla="*/ 140 w 239"/>
                    <a:gd name="T11" fmla="*/ 9 h 98"/>
                    <a:gd name="T12" fmla="*/ 132 w 239"/>
                    <a:gd name="T13" fmla="*/ 18 h 98"/>
                    <a:gd name="T14" fmla="*/ 126 w 239"/>
                    <a:gd name="T15" fmla="*/ 11 h 98"/>
                    <a:gd name="T16" fmla="*/ 119 w 239"/>
                    <a:gd name="T17" fmla="*/ 11 h 98"/>
                    <a:gd name="T18" fmla="*/ 111 w 239"/>
                    <a:gd name="T19" fmla="*/ 2 h 98"/>
                    <a:gd name="T20" fmla="*/ 91 w 239"/>
                    <a:gd name="T21" fmla="*/ 8 h 98"/>
                    <a:gd name="T22" fmla="*/ 83 w 239"/>
                    <a:gd name="T23" fmla="*/ 2 h 98"/>
                    <a:gd name="T24" fmla="*/ 72 w 239"/>
                    <a:gd name="T25" fmla="*/ 9 h 98"/>
                    <a:gd name="T26" fmla="*/ 58 w 239"/>
                    <a:gd name="T27" fmla="*/ 15 h 98"/>
                    <a:gd name="T28" fmla="*/ 58 w 239"/>
                    <a:gd name="T29" fmla="*/ 28 h 98"/>
                    <a:gd name="T30" fmla="*/ 36 w 239"/>
                    <a:gd name="T31" fmla="*/ 40 h 98"/>
                    <a:gd name="T32" fmla="*/ 24 w 239"/>
                    <a:gd name="T33" fmla="*/ 39 h 98"/>
                    <a:gd name="T34" fmla="*/ 12 w 239"/>
                    <a:gd name="T35" fmla="*/ 41 h 98"/>
                    <a:gd name="T36" fmla="*/ 3 w 239"/>
                    <a:gd name="T37" fmla="*/ 46 h 98"/>
                    <a:gd name="T38" fmla="*/ 1 w 239"/>
                    <a:gd name="T39" fmla="*/ 60 h 98"/>
                    <a:gd name="T40" fmla="*/ 0 w 239"/>
                    <a:gd name="T41" fmla="*/ 70 h 98"/>
                    <a:gd name="T42" fmla="*/ 7 w 239"/>
                    <a:gd name="T43" fmla="*/ 75 h 98"/>
                    <a:gd name="T44" fmla="*/ 7 w 239"/>
                    <a:gd name="T45" fmla="*/ 87 h 98"/>
                    <a:gd name="T46" fmla="*/ 7 w 239"/>
                    <a:gd name="T47" fmla="*/ 87 h 98"/>
                    <a:gd name="T48" fmla="*/ 13 w 239"/>
                    <a:gd name="T49" fmla="*/ 92 h 98"/>
                    <a:gd name="T50" fmla="*/ 20 w 239"/>
                    <a:gd name="T51" fmla="*/ 81 h 98"/>
                    <a:gd name="T52" fmla="*/ 40 w 239"/>
                    <a:gd name="T53" fmla="*/ 97 h 98"/>
                    <a:gd name="T54" fmla="*/ 81 w 239"/>
                    <a:gd name="T55" fmla="*/ 94 h 98"/>
                    <a:gd name="T56" fmla="*/ 87 w 239"/>
                    <a:gd name="T57" fmla="*/ 78 h 98"/>
                    <a:gd name="T58" fmla="*/ 111 w 239"/>
                    <a:gd name="T59" fmla="*/ 81 h 98"/>
                    <a:gd name="T60" fmla="*/ 118 w 239"/>
                    <a:gd name="T61" fmla="*/ 73 h 98"/>
                    <a:gd name="T62" fmla="*/ 144 w 239"/>
                    <a:gd name="T63" fmla="*/ 69 h 98"/>
                    <a:gd name="T64" fmla="*/ 155 w 239"/>
                    <a:gd name="T65" fmla="*/ 53 h 98"/>
                    <a:gd name="T66" fmla="*/ 171 w 239"/>
                    <a:gd name="T67" fmla="*/ 53 h 98"/>
                    <a:gd name="T68" fmla="*/ 174 w 239"/>
                    <a:gd name="T69" fmla="*/ 63 h 98"/>
                    <a:gd name="T70" fmla="*/ 183 w 239"/>
                    <a:gd name="T71" fmla="*/ 64 h 98"/>
                    <a:gd name="T72" fmla="*/ 188 w 239"/>
                    <a:gd name="T73" fmla="*/ 53 h 98"/>
                    <a:gd name="T74" fmla="*/ 194 w 239"/>
                    <a:gd name="T75" fmla="*/ 63 h 98"/>
                    <a:gd name="T76" fmla="*/ 223 w 239"/>
                    <a:gd name="T77" fmla="*/ 59 h 98"/>
                    <a:gd name="T78" fmla="*/ 223 w 239"/>
                    <a:gd name="T79" fmla="*/ 59 h 98"/>
                    <a:gd name="T80" fmla="*/ 224 w 239"/>
                    <a:gd name="T81" fmla="*/ 51 h 98"/>
                    <a:gd name="T82" fmla="*/ 234 w 239"/>
                    <a:gd name="T83" fmla="*/ 43 h 98"/>
                    <a:gd name="T84" fmla="*/ 237 w 239"/>
                    <a:gd name="T85" fmla="*/ 30 h 98"/>
                    <a:gd name="T86" fmla="*/ 233 w 239"/>
                    <a:gd name="T87" fmla="*/ 2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39" h="98">
                      <a:moveTo>
                        <a:pt x="233" y="23"/>
                      </a:moveTo>
                      <a:cubicBezTo>
                        <a:pt x="227" y="23"/>
                        <a:pt x="221" y="25"/>
                        <a:pt x="214" y="19"/>
                      </a:cubicBezTo>
                      <a:cubicBezTo>
                        <a:pt x="207" y="13"/>
                        <a:pt x="208" y="6"/>
                        <a:pt x="194" y="6"/>
                      </a:cubicBezTo>
                      <a:cubicBezTo>
                        <a:pt x="180" y="6"/>
                        <a:pt x="175" y="14"/>
                        <a:pt x="170" y="14"/>
                      </a:cubicBezTo>
                      <a:cubicBezTo>
                        <a:pt x="165" y="14"/>
                        <a:pt x="159" y="10"/>
                        <a:pt x="159" y="10"/>
                      </a:cubicBezTo>
                      <a:cubicBezTo>
                        <a:pt x="140" y="9"/>
                        <a:pt x="140" y="9"/>
                        <a:pt x="140" y="9"/>
                      </a:cubicBezTo>
                      <a:cubicBezTo>
                        <a:pt x="140" y="9"/>
                        <a:pt x="141" y="18"/>
                        <a:pt x="132" y="18"/>
                      </a:cubicBezTo>
                      <a:cubicBezTo>
                        <a:pt x="123" y="18"/>
                        <a:pt x="126" y="11"/>
                        <a:pt x="126" y="11"/>
                      </a:cubicBezTo>
                      <a:cubicBezTo>
                        <a:pt x="119" y="11"/>
                        <a:pt x="119" y="11"/>
                        <a:pt x="119" y="11"/>
                      </a:cubicBezTo>
                      <a:cubicBezTo>
                        <a:pt x="119" y="11"/>
                        <a:pt x="118" y="4"/>
                        <a:pt x="111" y="2"/>
                      </a:cubicBezTo>
                      <a:cubicBezTo>
                        <a:pt x="104" y="0"/>
                        <a:pt x="94" y="8"/>
                        <a:pt x="91" y="8"/>
                      </a:cubicBezTo>
                      <a:cubicBezTo>
                        <a:pt x="89" y="8"/>
                        <a:pt x="86" y="5"/>
                        <a:pt x="83" y="2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58" y="15"/>
                        <a:pt x="58" y="15"/>
                        <a:pt x="58" y="15"/>
                      </a:cubicBezTo>
                      <a:cubicBezTo>
                        <a:pt x="58" y="28"/>
                        <a:pt x="58" y="28"/>
                        <a:pt x="58" y="28"/>
                      </a:cubicBezTo>
                      <a:cubicBezTo>
                        <a:pt x="58" y="28"/>
                        <a:pt x="43" y="35"/>
                        <a:pt x="36" y="40"/>
                      </a:cubicBezTo>
                      <a:cubicBezTo>
                        <a:pt x="31" y="43"/>
                        <a:pt x="25" y="41"/>
                        <a:pt x="24" y="39"/>
                      </a:cubicBezTo>
                      <a:cubicBezTo>
                        <a:pt x="21" y="40"/>
                        <a:pt x="15" y="40"/>
                        <a:pt x="12" y="41"/>
                      </a:cubicBezTo>
                      <a:cubicBezTo>
                        <a:pt x="8" y="42"/>
                        <a:pt x="3" y="46"/>
                        <a:pt x="3" y="46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0"/>
                        <a:pt x="6" y="69"/>
                        <a:pt x="7" y="75"/>
                      </a:cubicBezTo>
                      <a:cubicBezTo>
                        <a:pt x="7" y="78"/>
                        <a:pt x="7" y="83"/>
                        <a:pt x="7" y="87"/>
                      </a:cubicBezTo>
                      <a:cubicBezTo>
                        <a:pt x="7" y="87"/>
                        <a:pt x="7" y="87"/>
                        <a:pt x="7" y="87"/>
                      </a:cubicBezTo>
                      <a:cubicBezTo>
                        <a:pt x="13" y="92"/>
                        <a:pt x="13" y="92"/>
                        <a:pt x="13" y="92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81"/>
                        <a:pt x="23" y="98"/>
                        <a:pt x="40" y="97"/>
                      </a:cubicBezTo>
                      <a:cubicBezTo>
                        <a:pt x="57" y="96"/>
                        <a:pt x="81" y="94"/>
                        <a:pt x="81" y="94"/>
                      </a:cubicBezTo>
                      <a:cubicBezTo>
                        <a:pt x="87" y="78"/>
                        <a:pt x="87" y="78"/>
                        <a:pt x="87" y="78"/>
                      </a:cubicBezTo>
                      <a:cubicBezTo>
                        <a:pt x="111" y="81"/>
                        <a:pt x="111" y="81"/>
                        <a:pt x="111" y="81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8" y="73"/>
                        <a:pt x="141" y="72"/>
                        <a:pt x="144" y="69"/>
                      </a:cubicBezTo>
                      <a:cubicBezTo>
                        <a:pt x="147" y="66"/>
                        <a:pt x="155" y="53"/>
                        <a:pt x="155" y="53"/>
                      </a:cubicBezTo>
                      <a:cubicBezTo>
                        <a:pt x="171" y="53"/>
                        <a:pt x="171" y="53"/>
                        <a:pt x="171" y="53"/>
                      </a:cubicBezTo>
                      <a:cubicBezTo>
                        <a:pt x="174" y="63"/>
                        <a:pt x="174" y="63"/>
                        <a:pt x="174" y="63"/>
                      </a:cubicBezTo>
                      <a:cubicBezTo>
                        <a:pt x="183" y="64"/>
                        <a:pt x="183" y="64"/>
                        <a:pt x="183" y="64"/>
                      </a:cubicBezTo>
                      <a:cubicBezTo>
                        <a:pt x="183" y="64"/>
                        <a:pt x="183" y="53"/>
                        <a:pt x="188" y="53"/>
                      </a:cubicBezTo>
                      <a:cubicBezTo>
                        <a:pt x="193" y="53"/>
                        <a:pt x="194" y="63"/>
                        <a:pt x="194" y="63"/>
                      </a:cubicBezTo>
                      <a:cubicBezTo>
                        <a:pt x="194" y="63"/>
                        <a:pt x="215" y="57"/>
                        <a:pt x="223" y="59"/>
                      </a:cubicBezTo>
                      <a:cubicBezTo>
                        <a:pt x="223" y="59"/>
                        <a:pt x="223" y="59"/>
                        <a:pt x="223" y="59"/>
                      </a:cubicBezTo>
                      <a:cubicBezTo>
                        <a:pt x="224" y="51"/>
                        <a:pt x="224" y="51"/>
                        <a:pt x="224" y="51"/>
                      </a:cubicBezTo>
                      <a:cubicBezTo>
                        <a:pt x="224" y="51"/>
                        <a:pt x="232" y="49"/>
                        <a:pt x="234" y="43"/>
                      </a:cubicBezTo>
                      <a:cubicBezTo>
                        <a:pt x="236" y="37"/>
                        <a:pt x="237" y="30"/>
                        <a:pt x="237" y="30"/>
                      </a:cubicBezTo>
                      <a:cubicBezTo>
                        <a:pt x="237" y="30"/>
                        <a:pt x="239" y="23"/>
                        <a:pt x="233" y="2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2" name="Freeform 254"/>
                <p:cNvSpPr>
                  <a:spLocks/>
                </p:cNvSpPr>
                <p:nvPr/>
              </p:nvSpPr>
              <p:spPr bwMode="gray">
                <a:xfrm>
                  <a:off x="-4732" y="-16129"/>
                  <a:ext cx="676" cy="350"/>
                </a:xfrm>
                <a:custGeom>
                  <a:avLst/>
                  <a:gdLst>
                    <a:gd name="T0" fmla="*/ 31 w 286"/>
                    <a:gd name="T1" fmla="*/ 43 h 148"/>
                    <a:gd name="T2" fmla="*/ 16 w 286"/>
                    <a:gd name="T3" fmla="*/ 43 h 148"/>
                    <a:gd name="T4" fmla="*/ 15 w 286"/>
                    <a:gd name="T5" fmla="*/ 52 h 148"/>
                    <a:gd name="T6" fmla="*/ 23 w 286"/>
                    <a:gd name="T7" fmla="*/ 53 h 148"/>
                    <a:gd name="T8" fmla="*/ 15 w 286"/>
                    <a:gd name="T9" fmla="*/ 65 h 148"/>
                    <a:gd name="T10" fmla="*/ 15 w 286"/>
                    <a:gd name="T11" fmla="*/ 79 h 148"/>
                    <a:gd name="T12" fmla="*/ 2 w 286"/>
                    <a:gd name="T13" fmla="*/ 81 h 148"/>
                    <a:gd name="T14" fmla="*/ 0 w 286"/>
                    <a:gd name="T15" fmla="*/ 85 h 148"/>
                    <a:gd name="T16" fmla="*/ 7 w 286"/>
                    <a:gd name="T17" fmla="*/ 90 h 148"/>
                    <a:gd name="T18" fmla="*/ 10 w 286"/>
                    <a:gd name="T19" fmla="*/ 100 h 148"/>
                    <a:gd name="T20" fmla="*/ 20 w 286"/>
                    <a:gd name="T21" fmla="*/ 107 h 148"/>
                    <a:gd name="T22" fmla="*/ 34 w 286"/>
                    <a:gd name="T23" fmla="*/ 120 h 148"/>
                    <a:gd name="T24" fmla="*/ 54 w 286"/>
                    <a:gd name="T25" fmla="*/ 137 h 148"/>
                    <a:gd name="T26" fmla="*/ 63 w 286"/>
                    <a:gd name="T27" fmla="*/ 141 h 148"/>
                    <a:gd name="T28" fmla="*/ 75 w 286"/>
                    <a:gd name="T29" fmla="*/ 141 h 148"/>
                    <a:gd name="T30" fmla="*/ 78 w 286"/>
                    <a:gd name="T31" fmla="*/ 148 h 148"/>
                    <a:gd name="T32" fmla="*/ 106 w 286"/>
                    <a:gd name="T33" fmla="*/ 145 h 148"/>
                    <a:gd name="T34" fmla="*/ 112 w 286"/>
                    <a:gd name="T35" fmla="*/ 139 h 148"/>
                    <a:gd name="T36" fmla="*/ 115 w 286"/>
                    <a:gd name="T37" fmla="*/ 140 h 148"/>
                    <a:gd name="T38" fmla="*/ 118 w 286"/>
                    <a:gd name="T39" fmla="*/ 136 h 148"/>
                    <a:gd name="T40" fmla="*/ 133 w 286"/>
                    <a:gd name="T41" fmla="*/ 136 h 148"/>
                    <a:gd name="T42" fmla="*/ 145 w 286"/>
                    <a:gd name="T43" fmla="*/ 125 h 148"/>
                    <a:gd name="T44" fmla="*/ 163 w 286"/>
                    <a:gd name="T45" fmla="*/ 125 h 148"/>
                    <a:gd name="T46" fmla="*/ 176 w 286"/>
                    <a:gd name="T47" fmla="*/ 131 h 148"/>
                    <a:gd name="T48" fmla="*/ 192 w 286"/>
                    <a:gd name="T49" fmla="*/ 127 h 148"/>
                    <a:gd name="T50" fmla="*/ 194 w 286"/>
                    <a:gd name="T51" fmla="*/ 118 h 148"/>
                    <a:gd name="T52" fmla="*/ 205 w 286"/>
                    <a:gd name="T53" fmla="*/ 120 h 148"/>
                    <a:gd name="T54" fmla="*/ 221 w 286"/>
                    <a:gd name="T55" fmla="*/ 110 h 148"/>
                    <a:gd name="T56" fmla="*/ 222 w 286"/>
                    <a:gd name="T57" fmla="*/ 96 h 148"/>
                    <a:gd name="T58" fmla="*/ 238 w 286"/>
                    <a:gd name="T59" fmla="*/ 83 h 148"/>
                    <a:gd name="T60" fmla="*/ 245 w 286"/>
                    <a:gd name="T61" fmla="*/ 66 h 148"/>
                    <a:gd name="T62" fmla="*/ 246 w 286"/>
                    <a:gd name="T63" fmla="*/ 48 h 148"/>
                    <a:gd name="T64" fmla="*/ 266 w 286"/>
                    <a:gd name="T65" fmla="*/ 41 h 148"/>
                    <a:gd name="T66" fmla="*/ 286 w 286"/>
                    <a:gd name="T67" fmla="*/ 27 h 148"/>
                    <a:gd name="T68" fmla="*/ 264 w 286"/>
                    <a:gd name="T69" fmla="*/ 19 h 148"/>
                    <a:gd name="T70" fmla="*/ 248 w 286"/>
                    <a:gd name="T71" fmla="*/ 6 h 148"/>
                    <a:gd name="T72" fmla="*/ 219 w 286"/>
                    <a:gd name="T73" fmla="*/ 10 h 148"/>
                    <a:gd name="T74" fmla="*/ 213 w 286"/>
                    <a:gd name="T75" fmla="*/ 0 h 148"/>
                    <a:gd name="T76" fmla="*/ 208 w 286"/>
                    <a:gd name="T77" fmla="*/ 11 h 148"/>
                    <a:gd name="T78" fmla="*/ 199 w 286"/>
                    <a:gd name="T79" fmla="*/ 10 h 148"/>
                    <a:gd name="T80" fmla="*/ 196 w 286"/>
                    <a:gd name="T81" fmla="*/ 0 h 148"/>
                    <a:gd name="T82" fmla="*/ 180 w 286"/>
                    <a:gd name="T83" fmla="*/ 0 h 148"/>
                    <a:gd name="T84" fmla="*/ 169 w 286"/>
                    <a:gd name="T85" fmla="*/ 16 h 148"/>
                    <a:gd name="T86" fmla="*/ 143 w 286"/>
                    <a:gd name="T87" fmla="*/ 20 h 148"/>
                    <a:gd name="T88" fmla="*/ 136 w 286"/>
                    <a:gd name="T89" fmla="*/ 28 h 148"/>
                    <a:gd name="T90" fmla="*/ 112 w 286"/>
                    <a:gd name="T91" fmla="*/ 25 h 148"/>
                    <a:gd name="T92" fmla="*/ 106 w 286"/>
                    <a:gd name="T93" fmla="*/ 41 h 148"/>
                    <a:gd name="T94" fmla="*/ 65 w 286"/>
                    <a:gd name="T95" fmla="*/ 44 h 148"/>
                    <a:gd name="T96" fmla="*/ 45 w 286"/>
                    <a:gd name="T97" fmla="*/ 28 h 148"/>
                    <a:gd name="T98" fmla="*/ 38 w 286"/>
                    <a:gd name="T99" fmla="*/ 39 h 148"/>
                    <a:gd name="T100" fmla="*/ 32 w 286"/>
                    <a:gd name="T101" fmla="*/ 34 h 148"/>
                    <a:gd name="T102" fmla="*/ 31 w 286"/>
                    <a:gd name="T103" fmla="*/ 4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86" h="148">
                      <a:moveTo>
                        <a:pt x="31" y="43"/>
                      </a:move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5" y="52"/>
                        <a:pt x="15" y="52"/>
                        <a:pt x="15" y="52"/>
                      </a:cubicBezTo>
                      <a:cubicBezTo>
                        <a:pt x="23" y="53"/>
                        <a:pt x="23" y="53"/>
                        <a:pt x="23" y="53"/>
                      </a:cubicBez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5" y="79"/>
                        <a:pt x="15" y="79"/>
                        <a:pt x="15" y="79"/>
                      </a:cubicBez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85"/>
                        <a:pt x="0" y="85"/>
                        <a:pt x="0" y="85"/>
                      </a:cubicBezTo>
                      <a:cubicBezTo>
                        <a:pt x="7" y="90"/>
                        <a:pt x="7" y="90"/>
                        <a:pt x="7" y="90"/>
                      </a:cubicBezTo>
                      <a:cubicBezTo>
                        <a:pt x="10" y="100"/>
                        <a:pt x="10" y="100"/>
                        <a:pt x="10" y="100"/>
                      </a:cubicBezTo>
                      <a:cubicBezTo>
                        <a:pt x="20" y="107"/>
                        <a:pt x="20" y="107"/>
                        <a:pt x="20" y="107"/>
                      </a:cubicBezTo>
                      <a:cubicBezTo>
                        <a:pt x="20" y="107"/>
                        <a:pt x="32" y="117"/>
                        <a:pt x="34" y="120"/>
                      </a:cubicBezTo>
                      <a:cubicBezTo>
                        <a:pt x="36" y="123"/>
                        <a:pt x="54" y="137"/>
                        <a:pt x="54" y="137"/>
                      </a:cubicBezTo>
                      <a:cubicBezTo>
                        <a:pt x="63" y="141"/>
                        <a:pt x="63" y="141"/>
                        <a:pt x="63" y="141"/>
                      </a:cubicBezTo>
                      <a:cubicBezTo>
                        <a:pt x="75" y="141"/>
                        <a:pt x="75" y="141"/>
                        <a:pt x="75" y="141"/>
                      </a:cubicBezTo>
                      <a:cubicBezTo>
                        <a:pt x="78" y="148"/>
                        <a:pt x="78" y="148"/>
                        <a:pt x="78" y="148"/>
                      </a:cubicBezTo>
                      <a:cubicBezTo>
                        <a:pt x="106" y="145"/>
                        <a:pt x="106" y="145"/>
                        <a:pt x="106" y="145"/>
                      </a:cubicBezTo>
                      <a:cubicBezTo>
                        <a:pt x="112" y="139"/>
                        <a:pt x="112" y="139"/>
                        <a:pt x="112" y="139"/>
                      </a:cubicBezTo>
                      <a:cubicBezTo>
                        <a:pt x="115" y="140"/>
                        <a:pt x="115" y="140"/>
                        <a:pt x="115" y="140"/>
                      </a:cubicBezTo>
                      <a:cubicBezTo>
                        <a:pt x="118" y="136"/>
                        <a:pt x="118" y="136"/>
                        <a:pt x="118" y="136"/>
                      </a:cubicBezTo>
                      <a:cubicBezTo>
                        <a:pt x="133" y="136"/>
                        <a:pt x="133" y="136"/>
                        <a:pt x="133" y="136"/>
                      </a:cubicBezTo>
                      <a:cubicBezTo>
                        <a:pt x="133" y="136"/>
                        <a:pt x="142" y="131"/>
                        <a:pt x="145" y="125"/>
                      </a:cubicBezTo>
                      <a:cubicBezTo>
                        <a:pt x="148" y="119"/>
                        <a:pt x="163" y="125"/>
                        <a:pt x="163" y="125"/>
                      </a:cubicBezTo>
                      <a:cubicBezTo>
                        <a:pt x="176" y="131"/>
                        <a:pt x="176" y="131"/>
                        <a:pt x="176" y="131"/>
                      </a:cubicBezTo>
                      <a:cubicBezTo>
                        <a:pt x="192" y="127"/>
                        <a:pt x="192" y="127"/>
                        <a:pt x="192" y="127"/>
                      </a:cubicBezTo>
                      <a:cubicBezTo>
                        <a:pt x="194" y="118"/>
                        <a:pt x="194" y="118"/>
                        <a:pt x="194" y="118"/>
                      </a:cubicBezTo>
                      <a:cubicBezTo>
                        <a:pt x="205" y="120"/>
                        <a:pt x="205" y="120"/>
                        <a:pt x="205" y="120"/>
                      </a:cubicBezTo>
                      <a:cubicBezTo>
                        <a:pt x="205" y="120"/>
                        <a:pt x="215" y="116"/>
                        <a:pt x="221" y="110"/>
                      </a:cubicBezTo>
                      <a:cubicBezTo>
                        <a:pt x="227" y="104"/>
                        <a:pt x="222" y="96"/>
                        <a:pt x="222" y="96"/>
                      </a:cubicBezTo>
                      <a:cubicBezTo>
                        <a:pt x="222" y="96"/>
                        <a:pt x="228" y="88"/>
                        <a:pt x="238" y="83"/>
                      </a:cubicBezTo>
                      <a:cubicBezTo>
                        <a:pt x="248" y="78"/>
                        <a:pt x="245" y="66"/>
                        <a:pt x="245" y="66"/>
                      </a:cubicBezTo>
                      <a:cubicBezTo>
                        <a:pt x="245" y="66"/>
                        <a:pt x="245" y="54"/>
                        <a:pt x="246" y="48"/>
                      </a:cubicBezTo>
                      <a:cubicBezTo>
                        <a:pt x="247" y="42"/>
                        <a:pt x="256" y="42"/>
                        <a:pt x="266" y="41"/>
                      </a:cubicBezTo>
                      <a:cubicBezTo>
                        <a:pt x="276" y="40"/>
                        <a:pt x="286" y="27"/>
                        <a:pt x="286" y="27"/>
                      </a:cubicBezTo>
                      <a:cubicBezTo>
                        <a:pt x="286" y="27"/>
                        <a:pt x="270" y="20"/>
                        <a:pt x="264" y="19"/>
                      </a:cubicBezTo>
                      <a:cubicBezTo>
                        <a:pt x="258" y="18"/>
                        <a:pt x="256" y="8"/>
                        <a:pt x="248" y="6"/>
                      </a:cubicBezTo>
                      <a:cubicBezTo>
                        <a:pt x="240" y="4"/>
                        <a:pt x="219" y="10"/>
                        <a:pt x="219" y="10"/>
                      </a:cubicBezTo>
                      <a:cubicBezTo>
                        <a:pt x="219" y="10"/>
                        <a:pt x="218" y="0"/>
                        <a:pt x="213" y="0"/>
                      </a:cubicBezTo>
                      <a:cubicBezTo>
                        <a:pt x="208" y="0"/>
                        <a:pt x="208" y="11"/>
                        <a:pt x="208" y="11"/>
                      </a:cubicBezTo>
                      <a:cubicBezTo>
                        <a:pt x="199" y="10"/>
                        <a:pt x="199" y="10"/>
                        <a:pt x="199" y="10"/>
                      </a:cubicBezTo>
                      <a:cubicBezTo>
                        <a:pt x="196" y="0"/>
                        <a:pt x="196" y="0"/>
                        <a:pt x="196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80" y="0"/>
                        <a:pt x="172" y="13"/>
                        <a:pt x="169" y="16"/>
                      </a:cubicBezTo>
                      <a:cubicBezTo>
                        <a:pt x="166" y="19"/>
                        <a:pt x="143" y="20"/>
                        <a:pt x="143" y="20"/>
                      </a:cubicBezTo>
                      <a:cubicBezTo>
                        <a:pt x="136" y="28"/>
                        <a:pt x="136" y="28"/>
                        <a:pt x="136" y="28"/>
                      </a:cubicBezTo>
                      <a:cubicBezTo>
                        <a:pt x="112" y="25"/>
                        <a:pt x="112" y="25"/>
                        <a:pt x="112" y="25"/>
                      </a:cubicBez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106" y="41"/>
                        <a:pt x="82" y="43"/>
                        <a:pt x="65" y="44"/>
                      </a:cubicBezTo>
                      <a:cubicBezTo>
                        <a:pt x="48" y="45"/>
                        <a:pt x="45" y="28"/>
                        <a:pt x="45" y="28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1" y="39"/>
                        <a:pt x="31" y="43"/>
                        <a:pt x="31" y="4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3" name="Freeform 255"/>
                <p:cNvSpPr>
                  <a:spLocks/>
                </p:cNvSpPr>
                <p:nvPr/>
              </p:nvSpPr>
              <p:spPr bwMode="gray">
                <a:xfrm>
                  <a:off x="-4314" y="-17095"/>
                  <a:ext cx="543" cy="312"/>
                </a:xfrm>
                <a:custGeom>
                  <a:avLst/>
                  <a:gdLst>
                    <a:gd name="T0" fmla="*/ 222 w 230"/>
                    <a:gd name="T1" fmla="*/ 42 h 132"/>
                    <a:gd name="T2" fmla="*/ 210 w 230"/>
                    <a:gd name="T3" fmla="*/ 38 h 132"/>
                    <a:gd name="T4" fmla="*/ 195 w 230"/>
                    <a:gd name="T5" fmla="*/ 30 h 132"/>
                    <a:gd name="T6" fmla="*/ 184 w 230"/>
                    <a:gd name="T7" fmla="*/ 20 h 132"/>
                    <a:gd name="T8" fmla="*/ 157 w 230"/>
                    <a:gd name="T9" fmla="*/ 17 h 132"/>
                    <a:gd name="T10" fmla="*/ 145 w 230"/>
                    <a:gd name="T11" fmla="*/ 4 h 132"/>
                    <a:gd name="T12" fmla="*/ 128 w 230"/>
                    <a:gd name="T13" fmla="*/ 12 h 132"/>
                    <a:gd name="T14" fmla="*/ 113 w 230"/>
                    <a:gd name="T15" fmla="*/ 8 h 132"/>
                    <a:gd name="T16" fmla="*/ 104 w 230"/>
                    <a:gd name="T17" fmla="*/ 13 h 132"/>
                    <a:gd name="T18" fmla="*/ 81 w 230"/>
                    <a:gd name="T19" fmla="*/ 7 h 132"/>
                    <a:gd name="T20" fmla="*/ 73 w 230"/>
                    <a:gd name="T21" fmla="*/ 9 h 132"/>
                    <a:gd name="T22" fmla="*/ 60 w 230"/>
                    <a:gd name="T23" fmla="*/ 2 h 132"/>
                    <a:gd name="T24" fmla="*/ 46 w 230"/>
                    <a:gd name="T25" fmla="*/ 5 h 132"/>
                    <a:gd name="T26" fmla="*/ 13 w 230"/>
                    <a:gd name="T27" fmla="*/ 11 h 132"/>
                    <a:gd name="T28" fmla="*/ 0 w 230"/>
                    <a:gd name="T29" fmla="*/ 16 h 132"/>
                    <a:gd name="T30" fmla="*/ 1 w 230"/>
                    <a:gd name="T31" fmla="*/ 23 h 132"/>
                    <a:gd name="T32" fmla="*/ 11 w 230"/>
                    <a:gd name="T33" fmla="*/ 60 h 132"/>
                    <a:gd name="T34" fmla="*/ 14 w 230"/>
                    <a:gd name="T35" fmla="*/ 64 h 132"/>
                    <a:gd name="T36" fmla="*/ 19 w 230"/>
                    <a:gd name="T37" fmla="*/ 64 h 132"/>
                    <a:gd name="T38" fmla="*/ 22 w 230"/>
                    <a:gd name="T39" fmla="*/ 70 h 132"/>
                    <a:gd name="T40" fmla="*/ 30 w 230"/>
                    <a:gd name="T41" fmla="*/ 69 h 132"/>
                    <a:gd name="T42" fmla="*/ 32 w 230"/>
                    <a:gd name="T43" fmla="*/ 75 h 132"/>
                    <a:gd name="T44" fmla="*/ 64 w 230"/>
                    <a:gd name="T45" fmla="*/ 71 h 132"/>
                    <a:gd name="T46" fmla="*/ 74 w 230"/>
                    <a:gd name="T47" fmla="*/ 86 h 132"/>
                    <a:gd name="T48" fmla="*/ 65 w 230"/>
                    <a:gd name="T49" fmla="*/ 98 h 132"/>
                    <a:gd name="T50" fmla="*/ 70 w 230"/>
                    <a:gd name="T51" fmla="*/ 108 h 132"/>
                    <a:gd name="T52" fmla="*/ 74 w 230"/>
                    <a:gd name="T53" fmla="*/ 108 h 132"/>
                    <a:gd name="T54" fmla="*/ 103 w 230"/>
                    <a:gd name="T55" fmla="*/ 119 h 132"/>
                    <a:gd name="T56" fmla="*/ 103 w 230"/>
                    <a:gd name="T57" fmla="*/ 132 h 132"/>
                    <a:gd name="T58" fmla="*/ 127 w 230"/>
                    <a:gd name="T59" fmla="*/ 127 h 132"/>
                    <a:gd name="T60" fmla="*/ 137 w 230"/>
                    <a:gd name="T61" fmla="*/ 132 h 132"/>
                    <a:gd name="T62" fmla="*/ 155 w 230"/>
                    <a:gd name="T63" fmla="*/ 132 h 132"/>
                    <a:gd name="T64" fmla="*/ 157 w 230"/>
                    <a:gd name="T65" fmla="*/ 122 h 132"/>
                    <a:gd name="T66" fmla="*/ 165 w 230"/>
                    <a:gd name="T67" fmla="*/ 130 h 132"/>
                    <a:gd name="T68" fmla="*/ 169 w 230"/>
                    <a:gd name="T69" fmla="*/ 122 h 132"/>
                    <a:gd name="T70" fmla="*/ 187 w 230"/>
                    <a:gd name="T71" fmla="*/ 115 h 132"/>
                    <a:gd name="T72" fmla="*/ 193 w 230"/>
                    <a:gd name="T73" fmla="*/ 123 h 132"/>
                    <a:gd name="T74" fmla="*/ 188 w 230"/>
                    <a:gd name="T75" fmla="*/ 103 h 132"/>
                    <a:gd name="T76" fmla="*/ 195 w 230"/>
                    <a:gd name="T77" fmla="*/ 96 h 132"/>
                    <a:gd name="T78" fmla="*/ 193 w 230"/>
                    <a:gd name="T79" fmla="*/ 81 h 132"/>
                    <a:gd name="T80" fmla="*/ 208 w 230"/>
                    <a:gd name="T81" fmla="*/ 79 h 132"/>
                    <a:gd name="T82" fmla="*/ 204 w 230"/>
                    <a:gd name="T83" fmla="*/ 66 h 132"/>
                    <a:gd name="T84" fmla="*/ 217 w 230"/>
                    <a:gd name="T85" fmla="*/ 71 h 132"/>
                    <a:gd name="T86" fmla="*/ 230 w 230"/>
                    <a:gd name="T87" fmla="*/ 65 h 132"/>
                    <a:gd name="T88" fmla="*/ 216 w 230"/>
                    <a:gd name="T89" fmla="*/ 50 h 132"/>
                    <a:gd name="T90" fmla="*/ 222 w 230"/>
                    <a:gd name="T91" fmla="*/ 42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30" h="132">
                      <a:moveTo>
                        <a:pt x="222" y="42"/>
                      </a:moveTo>
                      <a:cubicBezTo>
                        <a:pt x="210" y="38"/>
                        <a:pt x="210" y="38"/>
                        <a:pt x="210" y="38"/>
                      </a:cubicBezTo>
                      <a:cubicBezTo>
                        <a:pt x="195" y="30"/>
                        <a:pt x="195" y="30"/>
                        <a:pt x="195" y="30"/>
                      </a:cubicBezTo>
                      <a:cubicBezTo>
                        <a:pt x="195" y="30"/>
                        <a:pt x="190" y="22"/>
                        <a:pt x="184" y="20"/>
                      </a:cubicBezTo>
                      <a:cubicBezTo>
                        <a:pt x="178" y="18"/>
                        <a:pt x="157" y="17"/>
                        <a:pt x="157" y="17"/>
                      </a:cubicBezTo>
                      <a:cubicBezTo>
                        <a:pt x="157" y="17"/>
                        <a:pt x="151" y="4"/>
                        <a:pt x="145" y="4"/>
                      </a:cubicBezTo>
                      <a:cubicBezTo>
                        <a:pt x="139" y="4"/>
                        <a:pt x="136" y="12"/>
                        <a:pt x="128" y="12"/>
                      </a:cubicBezTo>
                      <a:cubicBezTo>
                        <a:pt x="120" y="12"/>
                        <a:pt x="118" y="8"/>
                        <a:pt x="113" y="8"/>
                      </a:cubicBezTo>
                      <a:cubicBezTo>
                        <a:pt x="108" y="8"/>
                        <a:pt x="104" y="13"/>
                        <a:pt x="104" y="13"/>
                      </a:cubicBezTo>
                      <a:cubicBezTo>
                        <a:pt x="104" y="13"/>
                        <a:pt x="84" y="6"/>
                        <a:pt x="81" y="7"/>
                      </a:cubicBezTo>
                      <a:cubicBezTo>
                        <a:pt x="78" y="8"/>
                        <a:pt x="73" y="9"/>
                        <a:pt x="73" y="9"/>
                      </a:cubicBezTo>
                      <a:cubicBezTo>
                        <a:pt x="73" y="9"/>
                        <a:pt x="66" y="4"/>
                        <a:pt x="60" y="2"/>
                      </a:cubicBezTo>
                      <a:cubicBezTo>
                        <a:pt x="54" y="0"/>
                        <a:pt x="52" y="2"/>
                        <a:pt x="46" y="5"/>
                      </a:cubicBezTo>
                      <a:cubicBezTo>
                        <a:pt x="40" y="8"/>
                        <a:pt x="33" y="8"/>
                        <a:pt x="13" y="11"/>
                      </a:cubicBezTo>
                      <a:cubicBezTo>
                        <a:pt x="7" y="12"/>
                        <a:pt x="3" y="14"/>
                        <a:pt x="0" y="16"/>
                      </a:cubicBezTo>
                      <a:cubicBezTo>
                        <a:pt x="0" y="20"/>
                        <a:pt x="1" y="23"/>
                        <a:pt x="1" y="23"/>
                      </a:cubicBezTo>
                      <a:cubicBezTo>
                        <a:pt x="1" y="23"/>
                        <a:pt x="2" y="58"/>
                        <a:pt x="11" y="60"/>
                      </a:cubicBezTo>
                      <a:cubicBezTo>
                        <a:pt x="13" y="60"/>
                        <a:pt x="14" y="62"/>
                        <a:pt x="14" y="64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22" y="70"/>
                        <a:pt x="22" y="70"/>
                        <a:pt x="22" y="70"/>
                      </a:cubicBezTo>
                      <a:cubicBezTo>
                        <a:pt x="30" y="69"/>
                        <a:pt x="30" y="69"/>
                        <a:pt x="30" y="69"/>
                      </a:cubicBezTo>
                      <a:cubicBezTo>
                        <a:pt x="32" y="75"/>
                        <a:pt x="32" y="75"/>
                        <a:pt x="32" y="75"/>
                      </a:cubicBezTo>
                      <a:cubicBezTo>
                        <a:pt x="32" y="75"/>
                        <a:pt x="56" y="72"/>
                        <a:pt x="64" y="71"/>
                      </a:cubicBezTo>
                      <a:cubicBezTo>
                        <a:pt x="72" y="70"/>
                        <a:pt x="75" y="81"/>
                        <a:pt x="74" y="86"/>
                      </a:cubicBezTo>
                      <a:cubicBezTo>
                        <a:pt x="73" y="91"/>
                        <a:pt x="65" y="98"/>
                        <a:pt x="65" y="98"/>
                      </a:cubicBezTo>
                      <a:cubicBezTo>
                        <a:pt x="70" y="108"/>
                        <a:pt x="70" y="108"/>
                        <a:pt x="70" y="108"/>
                      </a:cubicBezTo>
                      <a:cubicBezTo>
                        <a:pt x="71" y="108"/>
                        <a:pt x="73" y="108"/>
                        <a:pt x="74" y="108"/>
                      </a:cubicBezTo>
                      <a:cubicBezTo>
                        <a:pt x="87" y="110"/>
                        <a:pt x="103" y="119"/>
                        <a:pt x="103" y="119"/>
                      </a:cubicBezTo>
                      <a:cubicBezTo>
                        <a:pt x="103" y="132"/>
                        <a:pt x="103" y="132"/>
                        <a:pt x="103" y="132"/>
                      </a:cubicBezTo>
                      <a:cubicBezTo>
                        <a:pt x="103" y="132"/>
                        <a:pt x="119" y="128"/>
                        <a:pt x="127" y="127"/>
                      </a:cubicBezTo>
                      <a:cubicBezTo>
                        <a:pt x="135" y="126"/>
                        <a:pt x="137" y="132"/>
                        <a:pt x="137" y="132"/>
                      </a:cubicBezTo>
                      <a:cubicBezTo>
                        <a:pt x="155" y="132"/>
                        <a:pt x="155" y="132"/>
                        <a:pt x="155" y="132"/>
                      </a:cubicBezTo>
                      <a:cubicBezTo>
                        <a:pt x="157" y="122"/>
                        <a:pt x="157" y="122"/>
                        <a:pt x="157" y="122"/>
                      </a:cubicBezTo>
                      <a:cubicBezTo>
                        <a:pt x="165" y="130"/>
                        <a:pt x="165" y="130"/>
                        <a:pt x="165" y="130"/>
                      </a:cubicBezTo>
                      <a:cubicBezTo>
                        <a:pt x="169" y="122"/>
                        <a:pt x="169" y="122"/>
                        <a:pt x="169" y="122"/>
                      </a:cubicBezTo>
                      <a:cubicBezTo>
                        <a:pt x="169" y="122"/>
                        <a:pt x="177" y="115"/>
                        <a:pt x="187" y="115"/>
                      </a:cubicBezTo>
                      <a:cubicBezTo>
                        <a:pt x="197" y="115"/>
                        <a:pt x="186" y="124"/>
                        <a:pt x="193" y="123"/>
                      </a:cubicBezTo>
                      <a:cubicBezTo>
                        <a:pt x="200" y="122"/>
                        <a:pt x="193" y="111"/>
                        <a:pt x="188" y="103"/>
                      </a:cubicBezTo>
                      <a:cubicBezTo>
                        <a:pt x="183" y="95"/>
                        <a:pt x="195" y="96"/>
                        <a:pt x="195" y="96"/>
                      </a:cubicBezTo>
                      <a:cubicBezTo>
                        <a:pt x="195" y="96"/>
                        <a:pt x="191" y="88"/>
                        <a:pt x="193" y="81"/>
                      </a:cubicBezTo>
                      <a:cubicBezTo>
                        <a:pt x="195" y="74"/>
                        <a:pt x="208" y="79"/>
                        <a:pt x="208" y="79"/>
                      </a:cubicBezTo>
                      <a:cubicBezTo>
                        <a:pt x="204" y="66"/>
                        <a:pt x="204" y="66"/>
                        <a:pt x="204" y="66"/>
                      </a:cubicBezTo>
                      <a:cubicBezTo>
                        <a:pt x="204" y="66"/>
                        <a:pt x="211" y="71"/>
                        <a:pt x="217" y="71"/>
                      </a:cubicBezTo>
                      <a:cubicBezTo>
                        <a:pt x="223" y="71"/>
                        <a:pt x="230" y="65"/>
                        <a:pt x="230" y="65"/>
                      </a:cubicBezTo>
                      <a:cubicBezTo>
                        <a:pt x="230" y="65"/>
                        <a:pt x="214" y="55"/>
                        <a:pt x="216" y="50"/>
                      </a:cubicBezTo>
                      <a:cubicBezTo>
                        <a:pt x="217" y="48"/>
                        <a:pt x="219" y="45"/>
                        <a:pt x="222" y="4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4" name="Freeform 256"/>
                <p:cNvSpPr>
                  <a:spLocks/>
                </p:cNvSpPr>
                <p:nvPr/>
              </p:nvSpPr>
              <p:spPr bwMode="gray">
                <a:xfrm>
                  <a:off x="-5748" y="-16041"/>
                  <a:ext cx="463" cy="257"/>
                </a:xfrm>
                <a:custGeom>
                  <a:avLst/>
                  <a:gdLst>
                    <a:gd name="T0" fmla="*/ 93 w 196"/>
                    <a:gd name="T1" fmla="*/ 17 h 109"/>
                    <a:gd name="T2" fmla="*/ 81 w 196"/>
                    <a:gd name="T3" fmla="*/ 17 h 109"/>
                    <a:gd name="T4" fmla="*/ 70 w 196"/>
                    <a:gd name="T5" fmla="*/ 15 h 109"/>
                    <a:gd name="T6" fmla="*/ 70 w 196"/>
                    <a:gd name="T7" fmla="*/ 16 h 109"/>
                    <a:gd name="T8" fmla="*/ 65 w 196"/>
                    <a:gd name="T9" fmla="*/ 26 h 109"/>
                    <a:gd name="T10" fmla="*/ 52 w 196"/>
                    <a:gd name="T11" fmla="*/ 19 h 109"/>
                    <a:gd name="T12" fmla="*/ 47 w 196"/>
                    <a:gd name="T13" fmla="*/ 28 h 109"/>
                    <a:gd name="T14" fmla="*/ 36 w 196"/>
                    <a:gd name="T15" fmla="*/ 43 h 109"/>
                    <a:gd name="T16" fmla="*/ 25 w 196"/>
                    <a:gd name="T17" fmla="*/ 43 h 109"/>
                    <a:gd name="T18" fmla="*/ 22 w 196"/>
                    <a:gd name="T19" fmla="*/ 56 h 109"/>
                    <a:gd name="T20" fmla="*/ 4 w 196"/>
                    <a:gd name="T21" fmla="*/ 72 h 109"/>
                    <a:gd name="T22" fmla="*/ 10 w 196"/>
                    <a:gd name="T23" fmla="*/ 80 h 109"/>
                    <a:gd name="T24" fmla="*/ 6 w 196"/>
                    <a:gd name="T25" fmla="*/ 89 h 109"/>
                    <a:gd name="T26" fmla="*/ 24 w 196"/>
                    <a:gd name="T27" fmla="*/ 73 h 109"/>
                    <a:gd name="T28" fmla="*/ 39 w 196"/>
                    <a:gd name="T29" fmla="*/ 75 h 109"/>
                    <a:gd name="T30" fmla="*/ 38 w 196"/>
                    <a:gd name="T31" fmla="*/ 93 h 109"/>
                    <a:gd name="T32" fmla="*/ 45 w 196"/>
                    <a:gd name="T33" fmla="*/ 103 h 109"/>
                    <a:gd name="T34" fmla="*/ 52 w 196"/>
                    <a:gd name="T35" fmla="*/ 103 h 109"/>
                    <a:gd name="T36" fmla="*/ 66 w 196"/>
                    <a:gd name="T37" fmla="*/ 96 h 109"/>
                    <a:gd name="T38" fmla="*/ 86 w 196"/>
                    <a:gd name="T39" fmla="*/ 101 h 109"/>
                    <a:gd name="T40" fmla="*/ 92 w 196"/>
                    <a:gd name="T41" fmla="*/ 81 h 109"/>
                    <a:gd name="T42" fmla="*/ 103 w 196"/>
                    <a:gd name="T43" fmla="*/ 75 h 109"/>
                    <a:gd name="T44" fmla="*/ 111 w 196"/>
                    <a:gd name="T45" fmla="*/ 90 h 109"/>
                    <a:gd name="T46" fmla="*/ 116 w 196"/>
                    <a:gd name="T47" fmla="*/ 91 h 109"/>
                    <a:gd name="T48" fmla="*/ 132 w 196"/>
                    <a:gd name="T49" fmla="*/ 108 h 109"/>
                    <a:gd name="T50" fmla="*/ 133 w 196"/>
                    <a:gd name="T51" fmla="*/ 93 h 109"/>
                    <a:gd name="T52" fmla="*/ 139 w 196"/>
                    <a:gd name="T53" fmla="*/ 87 h 109"/>
                    <a:gd name="T54" fmla="*/ 144 w 196"/>
                    <a:gd name="T55" fmla="*/ 71 h 109"/>
                    <a:gd name="T56" fmla="*/ 150 w 196"/>
                    <a:gd name="T57" fmla="*/ 83 h 109"/>
                    <a:gd name="T58" fmla="*/ 164 w 196"/>
                    <a:gd name="T59" fmla="*/ 80 h 109"/>
                    <a:gd name="T60" fmla="*/ 175 w 196"/>
                    <a:gd name="T61" fmla="*/ 85 h 109"/>
                    <a:gd name="T62" fmla="*/ 180 w 196"/>
                    <a:gd name="T63" fmla="*/ 79 h 109"/>
                    <a:gd name="T64" fmla="*/ 176 w 196"/>
                    <a:gd name="T65" fmla="*/ 66 h 109"/>
                    <a:gd name="T66" fmla="*/ 189 w 196"/>
                    <a:gd name="T67" fmla="*/ 68 h 109"/>
                    <a:gd name="T68" fmla="*/ 191 w 196"/>
                    <a:gd name="T69" fmla="*/ 55 h 109"/>
                    <a:gd name="T70" fmla="*/ 196 w 196"/>
                    <a:gd name="T71" fmla="*/ 54 h 109"/>
                    <a:gd name="T72" fmla="*/ 187 w 196"/>
                    <a:gd name="T73" fmla="*/ 43 h 109"/>
                    <a:gd name="T74" fmla="*/ 171 w 196"/>
                    <a:gd name="T75" fmla="*/ 55 h 109"/>
                    <a:gd name="T76" fmla="*/ 166 w 196"/>
                    <a:gd name="T77" fmla="*/ 43 h 109"/>
                    <a:gd name="T78" fmla="*/ 154 w 196"/>
                    <a:gd name="T79" fmla="*/ 44 h 109"/>
                    <a:gd name="T80" fmla="*/ 146 w 196"/>
                    <a:gd name="T81" fmla="*/ 42 h 109"/>
                    <a:gd name="T82" fmla="*/ 153 w 196"/>
                    <a:gd name="T83" fmla="*/ 29 h 109"/>
                    <a:gd name="T84" fmla="*/ 154 w 196"/>
                    <a:gd name="T85" fmla="*/ 19 h 109"/>
                    <a:gd name="T86" fmla="*/ 150 w 196"/>
                    <a:gd name="T87" fmla="*/ 19 h 109"/>
                    <a:gd name="T88" fmla="*/ 144 w 196"/>
                    <a:gd name="T89" fmla="*/ 11 h 109"/>
                    <a:gd name="T90" fmla="*/ 134 w 196"/>
                    <a:gd name="T91" fmla="*/ 8 h 109"/>
                    <a:gd name="T92" fmla="*/ 125 w 196"/>
                    <a:gd name="T93" fmla="*/ 8 h 109"/>
                    <a:gd name="T94" fmla="*/ 109 w 196"/>
                    <a:gd name="T95" fmla="*/ 1 h 109"/>
                    <a:gd name="T96" fmla="*/ 107 w 196"/>
                    <a:gd name="T97" fmla="*/ 14 h 109"/>
                    <a:gd name="T98" fmla="*/ 103 w 196"/>
                    <a:gd name="T99" fmla="*/ 10 h 109"/>
                    <a:gd name="T100" fmla="*/ 93 w 196"/>
                    <a:gd name="T101" fmla="*/ 1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6" h="109">
                      <a:moveTo>
                        <a:pt x="93" y="17"/>
                      </a:moveTo>
                      <a:cubicBezTo>
                        <a:pt x="81" y="17"/>
                        <a:pt x="81" y="17"/>
                        <a:pt x="81" y="17"/>
                      </a:cubicBezTo>
                      <a:cubicBezTo>
                        <a:pt x="70" y="15"/>
                        <a:pt x="70" y="15"/>
                        <a:pt x="70" y="15"/>
                      </a:cubicBezTo>
                      <a:cubicBezTo>
                        <a:pt x="70" y="16"/>
                        <a:pt x="70" y="16"/>
                        <a:pt x="70" y="1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52" y="19"/>
                        <a:pt x="52" y="19"/>
                        <a:pt x="52" y="1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1" y="37"/>
                        <a:pt x="36" y="43"/>
                      </a:cubicBezTo>
                      <a:cubicBezTo>
                        <a:pt x="31" y="49"/>
                        <a:pt x="25" y="43"/>
                        <a:pt x="25" y="43"/>
                      </a:cubicBezTo>
                      <a:cubicBezTo>
                        <a:pt x="25" y="43"/>
                        <a:pt x="28" y="49"/>
                        <a:pt x="22" y="56"/>
                      </a:cubicBezTo>
                      <a:cubicBezTo>
                        <a:pt x="16" y="63"/>
                        <a:pt x="4" y="72"/>
                        <a:pt x="4" y="72"/>
                      </a:cubicBezTo>
                      <a:cubicBezTo>
                        <a:pt x="10" y="80"/>
                        <a:pt x="10" y="80"/>
                        <a:pt x="10" y="80"/>
                      </a:cubicBezTo>
                      <a:cubicBezTo>
                        <a:pt x="10" y="80"/>
                        <a:pt x="0" y="88"/>
                        <a:pt x="6" y="89"/>
                      </a:cubicBezTo>
                      <a:cubicBezTo>
                        <a:pt x="12" y="90"/>
                        <a:pt x="17" y="77"/>
                        <a:pt x="24" y="73"/>
                      </a:cubicBezTo>
                      <a:cubicBezTo>
                        <a:pt x="31" y="69"/>
                        <a:pt x="39" y="75"/>
                        <a:pt x="39" y="75"/>
                      </a:cubicBezTo>
                      <a:cubicBezTo>
                        <a:pt x="38" y="93"/>
                        <a:pt x="38" y="93"/>
                        <a:pt x="38" y="93"/>
                      </a:cubicBezTo>
                      <a:cubicBezTo>
                        <a:pt x="38" y="93"/>
                        <a:pt x="45" y="99"/>
                        <a:pt x="45" y="103"/>
                      </a:cubicBezTo>
                      <a:cubicBezTo>
                        <a:pt x="52" y="103"/>
                        <a:pt x="52" y="103"/>
                        <a:pt x="52" y="103"/>
                      </a:cubicBezTo>
                      <a:cubicBezTo>
                        <a:pt x="52" y="103"/>
                        <a:pt x="61" y="96"/>
                        <a:pt x="66" y="96"/>
                      </a:cubicBezTo>
                      <a:cubicBezTo>
                        <a:pt x="71" y="96"/>
                        <a:pt x="76" y="109"/>
                        <a:pt x="86" y="101"/>
                      </a:cubicBezTo>
                      <a:cubicBezTo>
                        <a:pt x="96" y="92"/>
                        <a:pt x="92" y="81"/>
                        <a:pt x="92" y="81"/>
                      </a:cubicBezTo>
                      <a:cubicBezTo>
                        <a:pt x="92" y="81"/>
                        <a:pt x="99" y="75"/>
                        <a:pt x="103" y="75"/>
                      </a:cubicBezTo>
                      <a:cubicBezTo>
                        <a:pt x="107" y="75"/>
                        <a:pt x="111" y="90"/>
                        <a:pt x="111" y="90"/>
                      </a:cubicBezTo>
                      <a:cubicBezTo>
                        <a:pt x="116" y="91"/>
                        <a:pt x="116" y="91"/>
                        <a:pt x="116" y="91"/>
                      </a:cubicBezTo>
                      <a:cubicBezTo>
                        <a:pt x="132" y="108"/>
                        <a:pt x="132" y="108"/>
                        <a:pt x="132" y="108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9" y="87"/>
                        <a:pt x="139" y="87"/>
                        <a:pt x="139" y="87"/>
                      </a:cubicBezTo>
                      <a:cubicBezTo>
                        <a:pt x="144" y="71"/>
                        <a:pt x="144" y="71"/>
                        <a:pt x="144" y="71"/>
                      </a:cubicBezTo>
                      <a:cubicBezTo>
                        <a:pt x="150" y="83"/>
                        <a:pt x="150" y="83"/>
                        <a:pt x="150" y="83"/>
                      </a:cubicBezTo>
                      <a:cubicBezTo>
                        <a:pt x="164" y="80"/>
                        <a:pt x="164" y="80"/>
                        <a:pt x="164" y="80"/>
                      </a:cubicBezTo>
                      <a:cubicBezTo>
                        <a:pt x="175" y="85"/>
                        <a:pt x="175" y="85"/>
                        <a:pt x="175" y="85"/>
                      </a:cubicBezTo>
                      <a:cubicBezTo>
                        <a:pt x="180" y="79"/>
                        <a:pt x="180" y="79"/>
                        <a:pt x="180" y="79"/>
                      </a:cubicBezTo>
                      <a:cubicBezTo>
                        <a:pt x="180" y="79"/>
                        <a:pt x="165" y="68"/>
                        <a:pt x="176" y="66"/>
                      </a:cubicBezTo>
                      <a:cubicBezTo>
                        <a:pt x="187" y="64"/>
                        <a:pt x="189" y="68"/>
                        <a:pt x="189" y="68"/>
                      </a:cubicBezTo>
                      <a:cubicBezTo>
                        <a:pt x="191" y="55"/>
                        <a:pt x="191" y="55"/>
                        <a:pt x="191" y="55"/>
                      </a:cubicBezTo>
                      <a:cubicBezTo>
                        <a:pt x="196" y="54"/>
                        <a:pt x="196" y="54"/>
                        <a:pt x="196" y="54"/>
                      </a:cubicBezTo>
                      <a:cubicBezTo>
                        <a:pt x="195" y="50"/>
                        <a:pt x="192" y="44"/>
                        <a:pt x="187" y="43"/>
                      </a:cubicBezTo>
                      <a:cubicBezTo>
                        <a:pt x="176" y="43"/>
                        <a:pt x="178" y="52"/>
                        <a:pt x="171" y="55"/>
                      </a:cubicBezTo>
                      <a:cubicBezTo>
                        <a:pt x="163" y="57"/>
                        <a:pt x="166" y="43"/>
                        <a:pt x="166" y="43"/>
                      </a:cubicBezTo>
                      <a:cubicBezTo>
                        <a:pt x="154" y="44"/>
                        <a:pt x="154" y="44"/>
                        <a:pt x="154" y="44"/>
                      </a:cubicBezTo>
                      <a:cubicBezTo>
                        <a:pt x="154" y="44"/>
                        <a:pt x="150" y="44"/>
                        <a:pt x="146" y="42"/>
                      </a:cubicBezTo>
                      <a:cubicBezTo>
                        <a:pt x="142" y="39"/>
                        <a:pt x="148" y="31"/>
                        <a:pt x="153" y="29"/>
                      </a:cubicBezTo>
                      <a:cubicBezTo>
                        <a:pt x="159" y="27"/>
                        <a:pt x="154" y="19"/>
                        <a:pt x="154" y="19"/>
                      </a:cubicBezTo>
                      <a:cubicBezTo>
                        <a:pt x="150" y="19"/>
                        <a:pt x="150" y="19"/>
                        <a:pt x="150" y="19"/>
                      </a:cubicBezTo>
                      <a:cubicBezTo>
                        <a:pt x="144" y="11"/>
                        <a:pt x="144" y="11"/>
                        <a:pt x="144" y="11"/>
                      </a:cubicBezTo>
                      <a:cubicBezTo>
                        <a:pt x="134" y="8"/>
                        <a:pt x="134" y="8"/>
                        <a:pt x="134" y="8"/>
                      </a:cubicBezTo>
                      <a:cubicBezTo>
                        <a:pt x="125" y="8"/>
                        <a:pt x="125" y="8"/>
                        <a:pt x="125" y="8"/>
                      </a:cubicBezTo>
                      <a:cubicBezTo>
                        <a:pt x="125" y="8"/>
                        <a:pt x="116" y="0"/>
                        <a:pt x="109" y="1"/>
                      </a:cubicBezTo>
                      <a:cubicBezTo>
                        <a:pt x="102" y="2"/>
                        <a:pt x="107" y="14"/>
                        <a:pt x="107" y="14"/>
                      </a:cubicBezTo>
                      <a:cubicBezTo>
                        <a:pt x="103" y="10"/>
                        <a:pt x="103" y="10"/>
                        <a:pt x="103" y="10"/>
                      </a:cubicBezTo>
                      <a:lnTo>
                        <a:pt x="93" y="1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5" name="Freeform 257"/>
                <p:cNvSpPr>
                  <a:spLocks noEditPoints="1"/>
                </p:cNvSpPr>
                <p:nvPr/>
              </p:nvSpPr>
              <p:spPr bwMode="gray">
                <a:xfrm>
                  <a:off x="-5686" y="-15949"/>
                  <a:ext cx="1235" cy="1309"/>
                </a:xfrm>
                <a:custGeom>
                  <a:avLst/>
                  <a:gdLst>
                    <a:gd name="T0" fmla="*/ 341 w 523"/>
                    <a:gd name="T1" fmla="*/ 483 h 554"/>
                    <a:gd name="T2" fmla="*/ 278 w 523"/>
                    <a:gd name="T3" fmla="*/ 485 h 554"/>
                    <a:gd name="T4" fmla="*/ 281 w 523"/>
                    <a:gd name="T5" fmla="*/ 507 h 554"/>
                    <a:gd name="T6" fmla="*/ 330 w 523"/>
                    <a:gd name="T7" fmla="*/ 531 h 554"/>
                    <a:gd name="T8" fmla="*/ 372 w 523"/>
                    <a:gd name="T9" fmla="*/ 513 h 554"/>
                    <a:gd name="T10" fmla="*/ 378 w 523"/>
                    <a:gd name="T11" fmla="*/ 479 h 554"/>
                    <a:gd name="T12" fmla="*/ 68 w 523"/>
                    <a:gd name="T13" fmla="*/ 320 h 554"/>
                    <a:gd name="T14" fmla="*/ 75 w 523"/>
                    <a:gd name="T15" fmla="*/ 381 h 554"/>
                    <a:gd name="T16" fmla="*/ 78 w 523"/>
                    <a:gd name="T17" fmla="*/ 424 h 554"/>
                    <a:gd name="T18" fmla="*/ 103 w 523"/>
                    <a:gd name="T19" fmla="*/ 414 h 554"/>
                    <a:gd name="T20" fmla="*/ 133 w 523"/>
                    <a:gd name="T21" fmla="*/ 388 h 554"/>
                    <a:gd name="T22" fmla="*/ 140 w 523"/>
                    <a:gd name="T23" fmla="*/ 352 h 554"/>
                    <a:gd name="T24" fmla="*/ 481 w 523"/>
                    <a:gd name="T25" fmla="*/ 337 h 554"/>
                    <a:gd name="T26" fmla="*/ 414 w 523"/>
                    <a:gd name="T27" fmla="*/ 281 h 554"/>
                    <a:gd name="T28" fmla="*/ 311 w 523"/>
                    <a:gd name="T29" fmla="*/ 216 h 554"/>
                    <a:gd name="T30" fmla="*/ 249 w 523"/>
                    <a:gd name="T31" fmla="*/ 148 h 554"/>
                    <a:gd name="T32" fmla="*/ 244 w 523"/>
                    <a:gd name="T33" fmla="*/ 92 h 554"/>
                    <a:gd name="T34" fmla="*/ 294 w 523"/>
                    <a:gd name="T35" fmla="*/ 46 h 554"/>
                    <a:gd name="T36" fmla="*/ 265 w 523"/>
                    <a:gd name="T37" fmla="*/ 29 h 554"/>
                    <a:gd name="T38" fmla="*/ 243 w 523"/>
                    <a:gd name="T39" fmla="*/ 16 h 554"/>
                    <a:gd name="T40" fmla="*/ 195 w 523"/>
                    <a:gd name="T41" fmla="*/ 7 h 554"/>
                    <a:gd name="T42" fmla="*/ 165 w 523"/>
                    <a:gd name="T43" fmla="*/ 16 h 554"/>
                    <a:gd name="T44" fmla="*/ 154 w 523"/>
                    <a:gd name="T45" fmla="*/ 40 h 554"/>
                    <a:gd name="T46" fmla="*/ 124 w 523"/>
                    <a:gd name="T47" fmla="*/ 44 h 554"/>
                    <a:gd name="T48" fmla="*/ 107 w 523"/>
                    <a:gd name="T49" fmla="*/ 54 h 554"/>
                    <a:gd name="T50" fmla="*/ 85 w 523"/>
                    <a:gd name="T51" fmla="*/ 51 h 554"/>
                    <a:gd name="T52" fmla="*/ 60 w 523"/>
                    <a:gd name="T53" fmla="*/ 62 h 554"/>
                    <a:gd name="T54" fmla="*/ 19 w 523"/>
                    <a:gd name="T55" fmla="*/ 64 h 554"/>
                    <a:gd name="T56" fmla="*/ 28 w 523"/>
                    <a:gd name="T57" fmla="*/ 93 h 554"/>
                    <a:gd name="T58" fmla="*/ 6 w 523"/>
                    <a:gd name="T59" fmla="*/ 118 h 554"/>
                    <a:gd name="T60" fmla="*/ 12 w 523"/>
                    <a:gd name="T61" fmla="*/ 141 h 554"/>
                    <a:gd name="T62" fmla="*/ 45 w 523"/>
                    <a:gd name="T63" fmla="*/ 160 h 554"/>
                    <a:gd name="T64" fmla="*/ 58 w 523"/>
                    <a:gd name="T65" fmla="*/ 173 h 554"/>
                    <a:gd name="T66" fmla="*/ 160 w 523"/>
                    <a:gd name="T67" fmla="*/ 192 h 554"/>
                    <a:gd name="T68" fmla="*/ 193 w 523"/>
                    <a:gd name="T69" fmla="*/ 236 h 554"/>
                    <a:gd name="T70" fmla="*/ 259 w 523"/>
                    <a:gd name="T71" fmla="*/ 294 h 554"/>
                    <a:gd name="T72" fmla="*/ 325 w 523"/>
                    <a:gd name="T73" fmla="*/ 334 h 554"/>
                    <a:gd name="T74" fmla="*/ 397 w 523"/>
                    <a:gd name="T75" fmla="*/ 373 h 554"/>
                    <a:gd name="T76" fmla="*/ 418 w 523"/>
                    <a:gd name="T77" fmla="*/ 446 h 554"/>
                    <a:gd name="T78" fmla="*/ 395 w 523"/>
                    <a:gd name="T79" fmla="*/ 489 h 554"/>
                    <a:gd name="T80" fmla="*/ 435 w 523"/>
                    <a:gd name="T81" fmla="*/ 466 h 554"/>
                    <a:gd name="T82" fmla="*/ 452 w 523"/>
                    <a:gd name="T83" fmla="*/ 408 h 554"/>
                    <a:gd name="T84" fmla="*/ 468 w 523"/>
                    <a:gd name="T85" fmla="*/ 361 h 554"/>
                    <a:gd name="T86" fmla="*/ 515 w 523"/>
                    <a:gd name="T87" fmla="*/ 363 h 5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523" h="554">
                      <a:moveTo>
                        <a:pt x="378" y="479"/>
                      </a:moveTo>
                      <a:cubicBezTo>
                        <a:pt x="378" y="479"/>
                        <a:pt x="365" y="472"/>
                        <a:pt x="358" y="474"/>
                      </a:cubicBezTo>
                      <a:cubicBezTo>
                        <a:pt x="351" y="476"/>
                        <a:pt x="341" y="483"/>
                        <a:pt x="341" y="483"/>
                      </a:cubicBezTo>
                      <a:cubicBezTo>
                        <a:pt x="341" y="483"/>
                        <a:pt x="322" y="486"/>
                        <a:pt x="314" y="486"/>
                      </a:cubicBezTo>
                      <a:cubicBezTo>
                        <a:pt x="306" y="486"/>
                        <a:pt x="292" y="470"/>
                        <a:pt x="289" y="473"/>
                      </a:cubicBezTo>
                      <a:cubicBezTo>
                        <a:pt x="286" y="476"/>
                        <a:pt x="278" y="485"/>
                        <a:pt x="278" y="485"/>
                      </a:cubicBezTo>
                      <a:cubicBezTo>
                        <a:pt x="265" y="477"/>
                        <a:pt x="265" y="477"/>
                        <a:pt x="265" y="477"/>
                      </a:cubicBezTo>
                      <a:cubicBezTo>
                        <a:pt x="265" y="477"/>
                        <a:pt x="245" y="482"/>
                        <a:pt x="253" y="494"/>
                      </a:cubicBezTo>
                      <a:cubicBezTo>
                        <a:pt x="264" y="510"/>
                        <a:pt x="276" y="505"/>
                        <a:pt x="281" y="507"/>
                      </a:cubicBezTo>
                      <a:cubicBezTo>
                        <a:pt x="286" y="509"/>
                        <a:pt x="291" y="517"/>
                        <a:pt x="293" y="521"/>
                      </a:cubicBezTo>
                      <a:cubicBezTo>
                        <a:pt x="295" y="525"/>
                        <a:pt x="317" y="535"/>
                        <a:pt x="317" y="535"/>
                      </a:cubicBezTo>
                      <a:cubicBezTo>
                        <a:pt x="330" y="531"/>
                        <a:pt x="330" y="531"/>
                        <a:pt x="330" y="531"/>
                      </a:cubicBezTo>
                      <a:cubicBezTo>
                        <a:pt x="330" y="531"/>
                        <a:pt x="344" y="552"/>
                        <a:pt x="363" y="553"/>
                      </a:cubicBezTo>
                      <a:cubicBezTo>
                        <a:pt x="382" y="554"/>
                        <a:pt x="377" y="537"/>
                        <a:pt x="377" y="537"/>
                      </a:cubicBezTo>
                      <a:cubicBezTo>
                        <a:pt x="377" y="537"/>
                        <a:pt x="372" y="520"/>
                        <a:pt x="372" y="513"/>
                      </a:cubicBezTo>
                      <a:cubicBezTo>
                        <a:pt x="372" y="506"/>
                        <a:pt x="377" y="496"/>
                        <a:pt x="383" y="491"/>
                      </a:cubicBezTo>
                      <a:cubicBezTo>
                        <a:pt x="389" y="486"/>
                        <a:pt x="383" y="469"/>
                        <a:pt x="383" y="469"/>
                      </a:cubicBezTo>
                      <a:lnTo>
                        <a:pt x="378" y="479"/>
                      </a:lnTo>
                      <a:close/>
                      <a:moveTo>
                        <a:pt x="119" y="312"/>
                      </a:moveTo>
                      <a:cubicBezTo>
                        <a:pt x="107" y="311"/>
                        <a:pt x="95" y="332"/>
                        <a:pt x="87" y="332"/>
                      </a:cubicBezTo>
                      <a:cubicBezTo>
                        <a:pt x="79" y="332"/>
                        <a:pt x="68" y="320"/>
                        <a:pt x="68" y="320"/>
                      </a:cubicBezTo>
                      <a:cubicBezTo>
                        <a:pt x="64" y="331"/>
                        <a:pt x="64" y="331"/>
                        <a:pt x="64" y="331"/>
                      </a:cubicBezTo>
                      <a:cubicBezTo>
                        <a:pt x="64" y="331"/>
                        <a:pt x="79" y="344"/>
                        <a:pt x="79" y="354"/>
                      </a:cubicBezTo>
                      <a:cubicBezTo>
                        <a:pt x="79" y="364"/>
                        <a:pt x="75" y="381"/>
                        <a:pt x="75" y="381"/>
                      </a:cubicBezTo>
                      <a:cubicBezTo>
                        <a:pt x="81" y="388"/>
                        <a:pt x="81" y="388"/>
                        <a:pt x="81" y="388"/>
                      </a:cubicBezTo>
                      <a:cubicBezTo>
                        <a:pt x="73" y="393"/>
                        <a:pt x="73" y="393"/>
                        <a:pt x="73" y="393"/>
                      </a:cubicBezTo>
                      <a:cubicBezTo>
                        <a:pt x="78" y="424"/>
                        <a:pt x="78" y="424"/>
                        <a:pt x="78" y="424"/>
                      </a:cubicBezTo>
                      <a:cubicBezTo>
                        <a:pt x="69" y="424"/>
                        <a:pt x="69" y="424"/>
                        <a:pt x="69" y="424"/>
                      </a:cubicBezTo>
                      <a:cubicBezTo>
                        <a:pt x="82" y="435"/>
                        <a:pt x="82" y="435"/>
                        <a:pt x="82" y="435"/>
                      </a:cubicBezTo>
                      <a:cubicBezTo>
                        <a:pt x="98" y="435"/>
                        <a:pt x="103" y="414"/>
                        <a:pt x="103" y="414"/>
                      </a:cubicBezTo>
                      <a:cubicBezTo>
                        <a:pt x="103" y="414"/>
                        <a:pt x="115" y="430"/>
                        <a:pt x="124" y="423"/>
                      </a:cubicBezTo>
                      <a:cubicBezTo>
                        <a:pt x="133" y="416"/>
                        <a:pt x="129" y="398"/>
                        <a:pt x="129" y="398"/>
                      </a:cubicBezTo>
                      <a:cubicBezTo>
                        <a:pt x="133" y="388"/>
                        <a:pt x="133" y="388"/>
                        <a:pt x="133" y="388"/>
                      </a:cubicBezTo>
                      <a:cubicBezTo>
                        <a:pt x="133" y="371"/>
                        <a:pt x="133" y="371"/>
                        <a:pt x="133" y="371"/>
                      </a:cubicBezTo>
                      <a:cubicBezTo>
                        <a:pt x="133" y="371"/>
                        <a:pt x="127" y="369"/>
                        <a:pt x="128" y="364"/>
                      </a:cubicBezTo>
                      <a:cubicBezTo>
                        <a:pt x="129" y="359"/>
                        <a:pt x="140" y="359"/>
                        <a:pt x="140" y="352"/>
                      </a:cubicBezTo>
                      <a:cubicBezTo>
                        <a:pt x="140" y="345"/>
                        <a:pt x="131" y="313"/>
                        <a:pt x="119" y="312"/>
                      </a:cubicBezTo>
                      <a:close/>
                      <a:moveTo>
                        <a:pt x="515" y="363"/>
                      </a:moveTo>
                      <a:cubicBezTo>
                        <a:pt x="507" y="354"/>
                        <a:pt x="481" y="337"/>
                        <a:pt x="481" y="337"/>
                      </a:cubicBezTo>
                      <a:cubicBezTo>
                        <a:pt x="451" y="321"/>
                        <a:pt x="451" y="321"/>
                        <a:pt x="451" y="321"/>
                      </a:cubicBezTo>
                      <a:cubicBezTo>
                        <a:pt x="451" y="321"/>
                        <a:pt x="398" y="308"/>
                        <a:pt x="402" y="299"/>
                      </a:cubicBezTo>
                      <a:cubicBezTo>
                        <a:pt x="406" y="290"/>
                        <a:pt x="415" y="289"/>
                        <a:pt x="414" y="281"/>
                      </a:cubicBezTo>
                      <a:cubicBezTo>
                        <a:pt x="413" y="273"/>
                        <a:pt x="365" y="271"/>
                        <a:pt x="365" y="271"/>
                      </a:cubicBezTo>
                      <a:cubicBezTo>
                        <a:pt x="365" y="271"/>
                        <a:pt x="351" y="266"/>
                        <a:pt x="334" y="249"/>
                      </a:cubicBezTo>
                      <a:cubicBezTo>
                        <a:pt x="317" y="232"/>
                        <a:pt x="311" y="216"/>
                        <a:pt x="311" y="216"/>
                      </a:cubicBezTo>
                      <a:cubicBezTo>
                        <a:pt x="311" y="216"/>
                        <a:pt x="306" y="192"/>
                        <a:pt x="296" y="186"/>
                      </a:cubicBezTo>
                      <a:cubicBezTo>
                        <a:pt x="286" y="180"/>
                        <a:pt x="275" y="170"/>
                        <a:pt x="275" y="170"/>
                      </a:cubicBezTo>
                      <a:cubicBezTo>
                        <a:pt x="249" y="148"/>
                        <a:pt x="249" y="148"/>
                        <a:pt x="249" y="148"/>
                      </a:cubicBezTo>
                      <a:cubicBezTo>
                        <a:pt x="249" y="148"/>
                        <a:pt x="235" y="126"/>
                        <a:pt x="240" y="124"/>
                      </a:cubicBezTo>
                      <a:cubicBezTo>
                        <a:pt x="245" y="122"/>
                        <a:pt x="253" y="120"/>
                        <a:pt x="253" y="115"/>
                      </a:cubicBezTo>
                      <a:cubicBezTo>
                        <a:pt x="253" y="110"/>
                        <a:pt x="236" y="101"/>
                        <a:pt x="244" y="92"/>
                      </a:cubicBezTo>
                      <a:cubicBezTo>
                        <a:pt x="252" y="83"/>
                        <a:pt x="275" y="77"/>
                        <a:pt x="275" y="77"/>
                      </a:cubicBezTo>
                      <a:cubicBezTo>
                        <a:pt x="289" y="71"/>
                        <a:pt x="289" y="71"/>
                        <a:pt x="289" y="71"/>
                      </a:cubicBezTo>
                      <a:cubicBezTo>
                        <a:pt x="294" y="46"/>
                        <a:pt x="294" y="46"/>
                        <a:pt x="294" y="46"/>
                      </a:cubicBezTo>
                      <a:cubicBezTo>
                        <a:pt x="286" y="43"/>
                        <a:pt x="286" y="43"/>
                        <a:pt x="286" y="43"/>
                      </a:cubicBezTo>
                      <a:cubicBezTo>
                        <a:pt x="286" y="43"/>
                        <a:pt x="294" y="36"/>
                        <a:pt x="291" y="30"/>
                      </a:cubicBezTo>
                      <a:cubicBezTo>
                        <a:pt x="288" y="25"/>
                        <a:pt x="265" y="29"/>
                        <a:pt x="265" y="29"/>
                      </a:cubicBezTo>
                      <a:cubicBezTo>
                        <a:pt x="253" y="29"/>
                        <a:pt x="253" y="29"/>
                        <a:pt x="253" y="29"/>
                      </a:cubicBezTo>
                      <a:cubicBezTo>
                        <a:pt x="248" y="16"/>
                        <a:pt x="248" y="16"/>
                        <a:pt x="248" y="16"/>
                      </a:cubicBezTo>
                      <a:cubicBezTo>
                        <a:pt x="243" y="16"/>
                        <a:pt x="243" y="16"/>
                        <a:pt x="243" y="16"/>
                      </a:cubicBezTo>
                      <a:cubicBezTo>
                        <a:pt x="243" y="16"/>
                        <a:pt x="242" y="2"/>
                        <a:pt x="233" y="1"/>
                      </a:cubicBezTo>
                      <a:cubicBezTo>
                        <a:pt x="223" y="0"/>
                        <a:pt x="221" y="9"/>
                        <a:pt x="221" y="9"/>
                      </a:cubicBezTo>
                      <a:cubicBezTo>
                        <a:pt x="195" y="7"/>
                        <a:pt x="195" y="7"/>
                        <a:pt x="195" y="7"/>
                      </a:cubicBezTo>
                      <a:cubicBezTo>
                        <a:pt x="185" y="19"/>
                        <a:pt x="185" y="19"/>
                        <a:pt x="185" y="19"/>
                      </a:cubicBezTo>
                      <a:cubicBezTo>
                        <a:pt x="179" y="15"/>
                        <a:pt x="179" y="15"/>
                        <a:pt x="179" y="15"/>
                      </a:cubicBezTo>
                      <a:cubicBezTo>
                        <a:pt x="165" y="16"/>
                        <a:pt x="165" y="16"/>
                        <a:pt x="165" y="16"/>
                      </a:cubicBezTo>
                      <a:cubicBezTo>
                        <a:pt x="163" y="29"/>
                        <a:pt x="163" y="29"/>
                        <a:pt x="163" y="29"/>
                      </a:cubicBezTo>
                      <a:cubicBezTo>
                        <a:pt x="163" y="29"/>
                        <a:pt x="161" y="25"/>
                        <a:pt x="150" y="27"/>
                      </a:cubicBezTo>
                      <a:cubicBezTo>
                        <a:pt x="139" y="29"/>
                        <a:pt x="154" y="40"/>
                        <a:pt x="154" y="40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38" y="41"/>
                        <a:pt x="138" y="41"/>
                        <a:pt x="138" y="41"/>
                      </a:cubicBezTo>
                      <a:cubicBezTo>
                        <a:pt x="124" y="44"/>
                        <a:pt x="124" y="44"/>
                        <a:pt x="124" y="44"/>
                      </a:cubicBezTo>
                      <a:cubicBezTo>
                        <a:pt x="118" y="32"/>
                        <a:pt x="118" y="32"/>
                        <a:pt x="118" y="32"/>
                      </a:cubicBezTo>
                      <a:cubicBezTo>
                        <a:pt x="113" y="48"/>
                        <a:pt x="113" y="48"/>
                        <a:pt x="113" y="48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6" y="69"/>
                        <a:pt x="106" y="69"/>
                        <a:pt x="106" y="69"/>
                      </a:cubicBezTo>
                      <a:cubicBezTo>
                        <a:pt x="90" y="52"/>
                        <a:pt x="90" y="52"/>
                        <a:pt x="90" y="52"/>
                      </a:cubicBezTo>
                      <a:cubicBezTo>
                        <a:pt x="85" y="51"/>
                        <a:pt x="85" y="51"/>
                        <a:pt x="85" y="51"/>
                      </a:cubicBezTo>
                      <a:cubicBezTo>
                        <a:pt x="85" y="51"/>
                        <a:pt x="81" y="36"/>
                        <a:pt x="77" y="36"/>
                      </a:cubicBezTo>
                      <a:cubicBezTo>
                        <a:pt x="73" y="36"/>
                        <a:pt x="66" y="42"/>
                        <a:pt x="66" y="42"/>
                      </a:cubicBezTo>
                      <a:cubicBezTo>
                        <a:pt x="66" y="42"/>
                        <a:pt x="70" y="53"/>
                        <a:pt x="60" y="62"/>
                      </a:cubicBezTo>
                      <a:cubicBezTo>
                        <a:pt x="50" y="70"/>
                        <a:pt x="45" y="57"/>
                        <a:pt x="40" y="57"/>
                      </a:cubicBezTo>
                      <a:cubicBezTo>
                        <a:pt x="35" y="57"/>
                        <a:pt x="26" y="64"/>
                        <a:pt x="26" y="64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9" y="68"/>
                        <a:pt x="9" y="72"/>
                        <a:pt x="9" y="72"/>
                      </a:cubicBezTo>
                      <a:cubicBezTo>
                        <a:pt x="17" y="80"/>
                        <a:pt x="17" y="80"/>
                        <a:pt x="17" y="80"/>
                      </a:cubicBezTo>
                      <a:cubicBezTo>
                        <a:pt x="17" y="80"/>
                        <a:pt x="28" y="84"/>
                        <a:pt x="28" y="93"/>
                      </a:cubicBezTo>
                      <a:cubicBezTo>
                        <a:pt x="28" y="102"/>
                        <a:pt x="9" y="103"/>
                        <a:pt x="9" y="103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6" y="118"/>
                        <a:pt x="6" y="118"/>
                        <a:pt x="6" y="118"/>
                      </a:cubicBezTo>
                      <a:cubicBezTo>
                        <a:pt x="13" y="118"/>
                        <a:pt x="13" y="118"/>
                        <a:pt x="13" y="118"/>
                      </a:cubicBezTo>
                      <a:cubicBezTo>
                        <a:pt x="13" y="118"/>
                        <a:pt x="17" y="121"/>
                        <a:pt x="18" y="126"/>
                      </a:cubicBezTo>
                      <a:cubicBezTo>
                        <a:pt x="19" y="131"/>
                        <a:pt x="13" y="131"/>
                        <a:pt x="12" y="141"/>
                      </a:cubicBezTo>
                      <a:cubicBezTo>
                        <a:pt x="11" y="151"/>
                        <a:pt x="25" y="152"/>
                        <a:pt x="25" y="152"/>
                      </a:cubicBezTo>
                      <a:cubicBezTo>
                        <a:pt x="28" y="158"/>
                        <a:pt x="28" y="158"/>
                        <a:pt x="28" y="158"/>
                      </a:cubicBezTo>
                      <a:cubicBezTo>
                        <a:pt x="28" y="158"/>
                        <a:pt x="42" y="156"/>
                        <a:pt x="45" y="160"/>
                      </a:cubicBezTo>
                      <a:cubicBezTo>
                        <a:pt x="48" y="164"/>
                        <a:pt x="42" y="174"/>
                        <a:pt x="38" y="174"/>
                      </a:cubicBezTo>
                      <a:cubicBezTo>
                        <a:pt x="36" y="174"/>
                        <a:pt x="35" y="176"/>
                        <a:pt x="35" y="179"/>
                      </a:cubicBezTo>
                      <a:cubicBezTo>
                        <a:pt x="44" y="178"/>
                        <a:pt x="54" y="177"/>
                        <a:pt x="58" y="173"/>
                      </a:cubicBezTo>
                      <a:cubicBezTo>
                        <a:pt x="65" y="166"/>
                        <a:pt x="83" y="145"/>
                        <a:pt x="93" y="145"/>
                      </a:cubicBezTo>
                      <a:cubicBezTo>
                        <a:pt x="103" y="145"/>
                        <a:pt x="132" y="152"/>
                        <a:pt x="144" y="162"/>
                      </a:cubicBezTo>
                      <a:cubicBezTo>
                        <a:pt x="156" y="172"/>
                        <a:pt x="160" y="192"/>
                        <a:pt x="160" y="192"/>
                      </a:cubicBezTo>
                      <a:cubicBezTo>
                        <a:pt x="168" y="200"/>
                        <a:pt x="168" y="200"/>
                        <a:pt x="168" y="200"/>
                      </a:cubicBezTo>
                      <a:cubicBezTo>
                        <a:pt x="168" y="200"/>
                        <a:pt x="160" y="221"/>
                        <a:pt x="169" y="226"/>
                      </a:cubicBezTo>
                      <a:cubicBezTo>
                        <a:pt x="178" y="231"/>
                        <a:pt x="193" y="236"/>
                        <a:pt x="193" y="236"/>
                      </a:cubicBezTo>
                      <a:cubicBezTo>
                        <a:pt x="197" y="249"/>
                        <a:pt x="197" y="249"/>
                        <a:pt x="197" y="249"/>
                      </a:cubicBezTo>
                      <a:cubicBezTo>
                        <a:pt x="217" y="250"/>
                        <a:pt x="217" y="250"/>
                        <a:pt x="217" y="250"/>
                      </a:cubicBezTo>
                      <a:cubicBezTo>
                        <a:pt x="217" y="250"/>
                        <a:pt x="250" y="284"/>
                        <a:pt x="259" y="294"/>
                      </a:cubicBezTo>
                      <a:cubicBezTo>
                        <a:pt x="268" y="304"/>
                        <a:pt x="276" y="313"/>
                        <a:pt x="276" y="313"/>
                      </a:cubicBezTo>
                      <a:cubicBezTo>
                        <a:pt x="303" y="314"/>
                        <a:pt x="303" y="314"/>
                        <a:pt x="303" y="314"/>
                      </a:cubicBezTo>
                      <a:cubicBezTo>
                        <a:pt x="303" y="314"/>
                        <a:pt x="310" y="329"/>
                        <a:pt x="325" y="334"/>
                      </a:cubicBezTo>
                      <a:cubicBezTo>
                        <a:pt x="340" y="339"/>
                        <a:pt x="359" y="335"/>
                        <a:pt x="362" y="342"/>
                      </a:cubicBezTo>
                      <a:cubicBezTo>
                        <a:pt x="365" y="349"/>
                        <a:pt x="366" y="372"/>
                        <a:pt x="379" y="375"/>
                      </a:cubicBezTo>
                      <a:cubicBezTo>
                        <a:pt x="392" y="378"/>
                        <a:pt x="397" y="373"/>
                        <a:pt x="397" y="373"/>
                      </a:cubicBezTo>
                      <a:cubicBezTo>
                        <a:pt x="397" y="373"/>
                        <a:pt x="400" y="392"/>
                        <a:pt x="402" y="406"/>
                      </a:cubicBezTo>
                      <a:cubicBezTo>
                        <a:pt x="404" y="420"/>
                        <a:pt x="417" y="419"/>
                        <a:pt x="417" y="429"/>
                      </a:cubicBezTo>
                      <a:cubicBezTo>
                        <a:pt x="417" y="439"/>
                        <a:pt x="418" y="446"/>
                        <a:pt x="418" y="446"/>
                      </a:cubicBezTo>
                      <a:cubicBezTo>
                        <a:pt x="405" y="445"/>
                        <a:pt x="405" y="445"/>
                        <a:pt x="405" y="445"/>
                      </a:cubicBezTo>
                      <a:cubicBezTo>
                        <a:pt x="404" y="460"/>
                        <a:pt x="404" y="460"/>
                        <a:pt x="404" y="460"/>
                      </a:cubicBezTo>
                      <a:cubicBezTo>
                        <a:pt x="404" y="460"/>
                        <a:pt x="384" y="489"/>
                        <a:pt x="395" y="489"/>
                      </a:cubicBezTo>
                      <a:cubicBezTo>
                        <a:pt x="406" y="489"/>
                        <a:pt x="414" y="483"/>
                        <a:pt x="414" y="483"/>
                      </a:cubicBezTo>
                      <a:cubicBezTo>
                        <a:pt x="422" y="468"/>
                        <a:pt x="422" y="468"/>
                        <a:pt x="422" y="468"/>
                      </a:cubicBezTo>
                      <a:cubicBezTo>
                        <a:pt x="435" y="466"/>
                        <a:pt x="435" y="466"/>
                        <a:pt x="435" y="466"/>
                      </a:cubicBezTo>
                      <a:cubicBezTo>
                        <a:pt x="435" y="466"/>
                        <a:pt x="432" y="444"/>
                        <a:pt x="436" y="441"/>
                      </a:cubicBezTo>
                      <a:cubicBezTo>
                        <a:pt x="440" y="438"/>
                        <a:pt x="461" y="432"/>
                        <a:pt x="461" y="432"/>
                      </a:cubicBezTo>
                      <a:cubicBezTo>
                        <a:pt x="461" y="432"/>
                        <a:pt x="456" y="412"/>
                        <a:pt x="452" y="408"/>
                      </a:cubicBezTo>
                      <a:cubicBezTo>
                        <a:pt x="448" y="404"/>
                        <a:pt x="430" y="399"/>
                        <a:pt x="431" y="392"/>
                      </a:cubicBezTo>
                      <a:cubicBezTo>
                        <a:pt x="432" y="385"/>
                        <a:pt x="445" y="351"/>
                        <a:pt x="453" y="354"/>
                      </a:cubicBezTo>
                      <a:cubicBezTo>
                        <a:pt x="461" y="357"/>
                        <a:pt x="468" y="361"/>
                        <a:pt x="468" y="361"/>
                      </a:cubicBezTo>
                      <a:cubicBezTo>
                        <a:pt x="488" y="361"/>
                        <a:pt x="488" y="361"/>
                        <a:pt x="488" y="361"/>
                      </a:cubicBezTo>
                      <a:cubicBezTo>
                        <a:pt x="488" y="361"/>
                        <a:pt x="491" y="384"/>
                        <a:pt x="505" y="385"/>
                      </a:cubicBezTo>
                      <a:cubicBezTo>
                        <a:pt x="519" y="386"/>
                        <a:pt x="523" y="372"/>
                        <a:pt x="515" y="36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6" name="Freeform 258"/>
                <p:cNvSpPr>
                  <a:spLocks/>
                </p:cNvSpPr>
                <p:nvPr/>
              </p:nvSpPr>
              <p:spPr bwMode="gray">
                <a:xfrm>
                  <a:off x="-5138" y="-16436"/>
                  <a:ext cx="661" cy="312"/>
                </a:xfrm>
                <a:custGeom>
                  <a:avLst/>
                  <a:gdLst>
                    <a:gd name="T0" fmla="*/ 268 w 280"/>
                    <a:gd name="T1" fmla="*/ 67 h 132"/>
                    <a:gd name="T2" fmla="*/ 255 w 280"/>
                    <a:gd name="T3" fmla="*/ 60 h 132"/>
                    <a:gd name="T4" fmla="*/ 240 w 280"/>
                    <a:gd name="T5" fmla="*/ 57 h 132"/>
                    <a:gd name="T6" fmla="*/ 219 w 280"/>
                    <a:gd name="T7" fmla="*/ 42 h 132"/>
                    <a:gd name="T8" fmla="*/ 196 w 280"/>
                    <a:gd name="T9" fmla="*/ 47 h 132"/>
                    <a:gd name="T10" fmla="*/ 177 w 280"/>
                    <a:gd name="T11" fmla="*/ 35 h 132"/>
                    <a:gd name="T12" fmla="*/ 178 w 280"/>
                    <a:gd name="T13" fmla="*/ 28 h 132"/>
                    <a:gd name="T14" fmla="*/ 159 w 280"/>
                    <a:gd name="T15" fmla="*/ 24 h 132"/>
                    <a:gd name="T16" fmla="*/ 132 w 280"/>
                    <a:gd name="T17" fmla="*/ 13 h 132"/>
                    <a:gd name="T18" fmla="*/ 116 w 280"/>
                    <a:gd name="T19" fmla="*/ 2 h 132"/>
                    <a:gd name="T20" fmla="*/ 108 w 280"/>
                    <a:gd name="T21" fmla="*/ 11 h 132"/>
                    <a:gd name="T22" fmla="*/ 87 w 280"/>
                    <a:gd name="T23" fmla="*/ 11 h 132"/>
                    <a:gd name="T24" fmla="*/ 72 w 280"/>
                    <a:gd name="T25" fmla="*/ 19 h 132"/>
                    <a:gd name="T26" fmla="*/ 56 w 280"/>
                    <a:gd name="T27" fmla="*/ 24 h 132"/>
                    <a:gd name="T28" fmla="*/ 38 w 280"/>
                    <a:gd name="T29" fmla="*/ 36 h 132"/>
                    <a:gd name="T30" fmla="*/ 21 w 280"/>
                    <a:gd name="T31" fmla="*/ 36 h 132"/>
                    <a:gd name="T32" fmla="*/ 11 w 280"/>
                    <a:gd name="T33" fmla="*/ 42 h 132"/>
                    <a:gd name="T34" fmla="*/ 5 w 280"/>
                    <a:gd name="T35" fmla="*/ 50 h 132"/>
                    <a:gd name="T36" fmla="*/ 17 w 280"/>
                    <a:gd name="T37" fmla="*/ 60 h 132"/>
                    <a:gd name="T38" fmla="*/ 19 w 280"/>
                    <a:gd name="T39" fmla="*/ 74 h 132"/>
                    <a:gd name="T40" fmla="*/ 27 w 280"/>
                    <a:gd name="T41" fmla="*/ 82 h 132"/>
                    <a:gd name="T42" fmla="*/ 42 w 280"/>
                    <a:gd name="T43" fmla="*/ 90 h 132"/>
                    <a:gd name="T44" fmla="*/ 49 w 280"/>
                    <a:gd name="T45" fmla="*/ 98 h 132"/>
                    <a:gd name="T46" fmla="*/ 65 w 280"/>
                    <a:gd name="T47" fmla="*/ 108 h 132"/>
                    <a:gd name="T48" fmla="*/ 87 w 280"/>
                    <a:gd name="T49" fmla="*/ 131 h 132"/>
                    <a:gd name="T50" fmla="*/ 110 w 280"/>
                    <a:gd name="T51" fmla="*/ 132 h 132"/>
                    <a:gd name="T52" fmla="*/ 115 w 280"/>
                    <a:gd name="T53" fmla="*/ 119 h 132"/>
                    <a:gd name="T54" fmla="*/ 142 w 280"/>
                    <a:gd name="T55" fmla="*/ 112 h 132"/>
                    <a:gd name="T56" fmla="*/ 158 w 280"/>
                    <a:gd name="T57" fmla="*/ 113 h 132"/>
                    <a:gd name="T58" fmla="*/ 173 w 280"/>
                    <a:gd name="T59" fmla="*/ 120 h 132"/>
                    <a:gd name="T60" fmla="*/ 200 w 280"/>
                    <a:gd name="T61" fmla="*/ 123 h 132"/>
                    <a:gd name="T62" fmla="*/ 221 w 280"/>
                    <a:gd name="T63" fmla="*/ 116 h 132"/>
                    <a:gd name="T64" fmla="*/ 255 w 280"/>
                    <a:gd name="T65" fmla="*/ 105 h 132"/>
                    <a:gd name="T66" fmla="*/ 269 w 280"/>
                    <a:gd name="T67" fmla="*/ 86 h 132"/>
                    <a:gd name="T68" fmla="*/ 275 w 280"/>
                    <a:gd name="T69" fmla="*/ 73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80" h="132">
                      <a:moveTo>
                        <a:pt x="275" y="73"/>
                      </a:moveTo>
                      <a:cubicBezTo>
                        <a:pt x="268" y="67"/>
                        <a:pt x="268" y="67"/>
                        <a:pt x="268" y="67"/>
                      </a:cubicBezTo>
                      <a:cubicBezTo>
                        <a:pt x="269" y="62"/>
                        <a:pt x="269" y="62"/>
                        <a:pt x="269" y="62"/>
                      </a:cubicBezTo>
                      <a:cubicBezTo>
                        <a:pt x="269" y="62"/>
                        <a:pt x="259" y="60"/>
                        <a:pt x="255" y="60"/>
                      </a:cubicBezTo>
                      <a:cubicBezTo>
                        <a:pt x="251" y="60"/>
                        <a:pt x="247" y="51"/>
                        <a:pt x="247" y="51"/>
                      </a:cubicBezTo>
                      <a:cubicBezTo>
                        <a:pt x="240" y="57"/>
                        <a:pt x="240" y="57"/>
                        <a:pt x="240" y="57"/>
                      </a:cubicBezTo>
                      <a:cubicBezTo>
                        <a:pt x="240" y="57"/>
                        <a:pt x="235" y="44"/>
                        <a:pt x="227" y="43"/>
                      </a:cubicBezTo>
                      <a:cubicBezTo>
                        <a:pt x="219" y="42"/>
                        <a:pt x="219" y="42"/>
                        <a:pt x="219" y="42"/>
                      </a:cubicBezTo>
                      <a:cubicBezTo>
                        <a:pt x="219" y="42"/>
                        <a:pt x="224" y="35"/>
                        <a:pt x="211" y="39"/>
                      </a:cubicBezTo>
                      <a:cubicBezTo>
                        <a:pt x="198" y="43"/>
                        <a:pt x="196" y="47"/>
                        <a:pt x="196" y="47"/>
                      </a:cubicBezTo>
                      <a:cubicBezTo>
                        <a:pt x="196" y="47"/>
                        <a:pt x="185" y="45"/>
                        <a:pt x="181" y="43"/>
                      </a:cubicBezTo>
                      <a:cubicBezTo>
                        <a:pt x="177" y="41"/>
                        <a:pt x="177" y="35"/>
                        <a:pt x="177" y="35"/>
                      </a:cubicBezTo>
                      <a:cubicBezTo>
                        <a:pt x="171" y="32"/>
                        <a:pt x="171" y="32"/>
                        <a:pt x="171" y="32"/>
                      </a:cubicBezTo>
                      <a:cubicBezTo>
                        <a:pt x="178" y="28"/>
                        <a:pt x="178" y="28"/>
                        <a:pt x="178" y="28"/>
                      </a:cubicBezTo>
                      <a:cubicBezTo>
                        <a:pt x="175" y="23"/>
                        <a:pt x="175" y="23"/>
                        <a:pt x="175" y="23"/>
                      </a:cubicBezTo>
                      <a:cubicBezTo>
                        <a:pt x="175" y="23"/>
                        <a:pt x="162" y="24"/>
                        <a:pt x="159" y="24"/>
                      </a:cubicBezTo>
                      <a:cubicBezTo>
                        <a:pt x="156" y="24"/>
                        <a:pt x="158" y="18"/>
                        <a:pt x="146" y="14"/>
                      </a:cubicBezTo>
                      <a:cubicBezTo>
                        <a:pt x="134" y="10"/>
                        <a:pt x="132" y="13"/>
                        <a:pt x="132" y="13"/>
                      </a:cubicBezTo>
                      <a:cubicBezTo>
                        <a:pt x="129" y="4"/>
                        <a:pt x="129" y="4"/>
                        <a:pt x="129" y="4"/>
                      </a:cubicBezTo>
                      <a:cubicBezTo>
                        <a:pt x="116" y="2"/>
                        <a:pt x="116" y="2"/>
                        <a:pt x="116" y="2"/>
                      </a:cubicBezTo>
                      <a:cubicBezTo>
                        <a:pt x="116" y="2"/>
                        <a:pt x="116" y="2"/>
                        <a:pt x="116" y="2"/>
                      </a:cubicBezTo>
                      <a:cubicBezTo>
                        <a:pt x="114" y="6"/>
                        <a:pt x="111" y="11"/>
                        <a:pt x="108" y="11"/>
                      </a:cubicBezTo>
                      <a:cubicBezTo>
                        <a:pt x="103" y="12"/>
                        <a:pt x="98" y="0"/>
                        <a:pt x="96" y="1"/>
                      </a:cubicBezTo>
                      <a:cubicBezTo>
                        <a:pt x="94" y="2"/>
                        <a:pt x="89" y="8"/>
                        <a:pt x="87" y="11"/>
                      </a:cubicBezTo>
                      <a:cubicBezTo>
                        <a:pt x="84" y="14"/>
                        <a:pt x="73" y="13"/>
                        <a:pt x="73" y="13"/>
                      </a:cubicBezTo>
                      <a:cubicBezTo>
                        <a:pt x="73" y="13"/>
                        <a:pt x="75" y="18"/>
                        <a:pt x="72" y="19"/>
                      </a:cubicBezTo>
                      <a:cubicBezTo>
                        <a:pt x="69" y="20"/>
                        <a:pt x="58" y="20"/>
                        <a:pt x="58" y="20"/>
                      </a:cubicBezTo>
                      <a:cubicBezTo>
                        <a:pt x="56" y="24"/>
                        <a:pt x="56" y="24"/>
                        <a:pt x="56" y="24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38" y="36"/>
                        <a:pt x="38" y="36"/>
                        <a:pt x="38" y="36"/>
                      </a:cubicBezTo>
                      <a:cubicBezTo>
                        <a:pt x="38" y="36"/>
                        <a:pt x="40" y="32"/>
                        <a:pt x="31" y="30"/>
                      </a:cubicBezTo>
                      <a:cubicBezTo>
                        <a:pt x="23" y="28"/>
                        <a:pt x="21" y="36"/>
                        <a:pt x="21" y="36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4" y="36"/>
                        <a:pt x="15" y="41"/>
                        <a:pt x="11" y="42"/>
                      </a:cubicBezTo>
                      <a:cubicBezTo>
                        <a:pt x="7" y="42"/>
                        <a:pt x="7" y="36"/>
                        <a:pt x="3" y="38"/>
                      </a:cubicBezTo>
                      <a:cubicBezTo>
                        <a:pt x="0" y="41"/>
                        <a:pt x="5" y="50"/>
                        <a:pt x="5" y="50"/>
                      </a:cubicBezTo>
                      <a:cubicBezTo>
                        <a:pt x="11" y="51"/>
                        <a:pt x="11" y="51"/>
                        <a:pt x="11" y="51"/>
                      </a:cubicBezTo>
                      <a:cubicBezTo>
                        <a:pt x="17" y="60"/>
                        <a:pt x="17" y="60"/>
                        <a:pt x="17" y="60"/>
                      </a:cubicBezTo>
                      <a:cubicBezTo>
                        <a:pt x="17" y="60"/>
                        <a:pt x="9" y="64"/>
                        <a:pt x="10" y="66"/>
                      </a:cubicBezTo>
                      <a:cubicBezTo>
                        <a:pt x="11" y="68"/>
                        <a:pt x="19" y="74"/>
                        <a:pt x="19" y="74"/>
                      </a:cubicBezTo>
                      <a:cubicBezTo>
                        <a:pt x="21" y="80"/>
                        <a:pt x="21" y="80"/>
                        <a:pt x="21" y="80"/>
                      </a:cubicBezTo>
                      <a:cubicBezTo>
                        <a:pt x="27" y="82"/>
                        <a:pt x="27" y="82"/>
                        <a:pt x="27" y="82"/>
                      </a:cubicBezTo>
                      <a:cubicBezTo>
                        <a:pt x="27" y="82"/>
                        <a:pt x="21" y="87"/>
                        <a:pt x="29" y="88"/>
                      </a:cubicBezTo>
                      <a:cubicBezTo>
                        <a:pt x="36" y="88"/>
                        <a:pt x="42" y="90"/>
                        <a:pt x="42" y="90"/>
                      </a:cubicBezTo>
                      <a:cubicBezTo>
                        <a:pt x="45" y="98"/>
                        <a:pt x="45" y="98"/>
                        <a:pt x="45" y="98"/>
                      </a:cubicBezTo>
                      <a:cubicBezTo>
                        <a:pt x="49" y="98"/>
                        <a:pt x="49" y="98"/>
                        <a:pt x="49" y="98"/>
                      </a:cubicBezTo>
                      <a:cubicBezTo>
                        <a:pt x="55" y="107"/>
                        <a:pt x="55" y="107"/>
                        <a:pt x="55" y="107"/>
                      </a:cubicBezTo>
                      <a:cubicBezTo>
                        <a:pt x="55" y="107"/>
                        <a:pt x="60" y="105"/>
                        <a:pt x="65" y="108"/>
                      </a:cubicBezTo>
                      <a:cubicBezTo>
                        <a:pt x="71" y="112"/>
                        <a:pt x="72" y="119"/>
                        <a:pt x="72" y="119"/>
                      </a:cubicBezTo>
                      <a:cubicBezTo>
                        <a:pt x="72" y="119"/>
                        <a:pt x="80" y="131"/>
                        <a:pt x="87" y="131"/>
                      </a:cubicBezTo>
                      <a:cubicBezTo>
                        <a:pt x="95" y="131"/>
                        <a:pt x="101" y="127"/>
                        <a:pt x="101" y="127"/>
                      </a:cubicBezTo>
                      <a:cubicBezTo>
                        <a:pt x="110" y="132"/>
                        <a:pt x="110" y="132"/>
                        <a:pt x="110" y="132"/>
                      </a:cubicBezTo>
                      <a:cubicBezTo>
                        <a:pt x="111" y="120"/>
                        <a:pt x="111" y="120"/>
                        <a:pt x="111" y="120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22" y="106"/>
                        <a:pt x="125" y="105"/>
                      </a:cubicBezTo>
                      <a:cubicBezTo>
                        <a:pt x="129" y="104"/>
                        <a:pt x="142" y="112"/>
                        <a:pt x="142" y="112"/>
                      </a:cubicBezTo>
                      <a:cubicBezTo>
                        <a:pt x="151" y="118"/>
                        <a:pt x="151" y="118"/>
                        <a:pt x="151" y="118"/>
                      </a:cubicBezTo>
                      <a:cubicBezTo>
                        <a:pt x="158" y="113"/>
                        <a:pt x="158" y="113"/>
                        <a:pt x="158" y="113"/>
                      </a:cubicBezTo>
                      <a:cubicBezTo>
                        <a:pt x="165" y="121"/>
                        <a:pt x="165" y="121"/>
                        <a:pt x="165" y="121"/>
                      </a:cubicBezTo>
                      <a:cubicBezTo>
                        <a:pt x="173" y="120"/>
                        <a:pt x="173" y="120"/>
                        <a:pt x="173" y="120"/>
                      </a:cubicBezTo>
                      <a:cubicBezTo>
                        <a:pt x="173" y="120"/>
                        <a:pt x="177" y="113"/>
                        <a:pt x="184" y="115"/>
                      </a:cubicBezTo>
                      <a:cubicBezTo>
                        <a:pt x="192" y="118"/>
                        <a:pt x="200" y="123"/>
                        <a:pt x="200" y="123"/>
                      </a:cubicBezTo>
                      <a:cubicBezTo>
                        <a:pt x="200" y="123"/>
                        <a:pt x="205" y="119"/>
                        <a:pt x="209" y="118"/>
                      </a:cubicBezTo>
                      <a:cubicBezTo>
                        <a:pt x="212" y="117"/>
                        <a:pt x="218" y="117"/>
                        <a:pt x="221" y="116"/>
                      </a:cubicBezTo>
                      <a:cubicBezTo>
                        <a:pt x="222" y="118"/>
                        <a:pt x="228" y="120"/>
                        <a:pt x="233" y="117"/>
                      </a:cubicBezTo>
                      <a:cubicBezTo>
                        <a:pt x="240" y="112"/>
                        <a:pt x="255" y="105"/>
                        <a:pt x="255" y="105"/>
                      </a:cubicBezTo>
                      <a:cubicBezTo>
                        <a:pt x="255" y="92"/>
                        <a:pt x="255" y="92"/>
                        <a:pt x="255" y="92"/>
                      </a:cubicBezTo>
                      <a:cubicBezTo>
                        <a:pt x="269" y="86"/>
                        <a:pt x="269" y="86"/>
                        <a:pt x="269" y="86"/>
                      </a:cubicBezTo>
                      <a:cubicBezTo>
                        <a:pt x="280" y="79"/>
                        <a:pt x="280" y="79"/>
                        <a:pt x="280" y="79"/>
                      </a:cubicBezTo>
                      <a:cubicBezTo>
                        <a:pt x="277" y="76"/>
                        <a:pt x="275" y="73"/>
                        <a:pt x="275" y="7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7" name="Freeform 259"/>
                <p:cNvSpPr>
                  <a:spLocks/>
                </p:cNvSpPr>
                <p:nvPr/>
              </p:nvSpPr>
              <p:spPr bwMode="gray">
                <a:xfrm>
                  <a:off x="-4952" y="-16892"/>
                  <a:ext cx="990" cy="711"/>
                </a:xfrm>
                <a:custGeom>
                  <a:avLst/>
                  <a:gdLst>
                    <a:gd name="T0" fmla="*/ 312 w 419"/>
                    <a:gd name="T1" fmla="*/ 276 h 301"/>
                    <a:gd name="T2" fmla="*/ 351 w 419"/>
                    <a:gd name="T3" fmla="*/ 293 h 301"/>
                    <a:gd name="T4" fmla="*/ 371 w 419"/>
                    <a:gd name="T5" fmla="*/ 301 h 301"/>
                    <a:gd name="T6" fmla="*/ 364 w 419"/>
                    <a:gd name="T7" fmla="*/ 265 h 301"/>
                    <a:gd name="T8" fmla="*/ 417 w 419"/>
                    <a:gd name="T9" fmla="*/ 224 h 301"/>
                    <a:gd name="T10" fmla="*/ 416 w 419"/>
                    <a:gd name="T11" fmla="*/ 203 h 301"/>
                    <a:gd name="T12" fmla="*/ 390 w 419"/>
                    <a:gd name="T13" fmla="*/ 180 h 301"/>
                    <a:gd name="T14" fmla="*/ 389 w 419"/>
                    <a:gd name="T15" fmla="*/ 167 h 301"/>
                    <a:gd name="T16" fmla="*/ 387 w 419"/>
                    <a:gd name="T17" fmla="*/ 140 h 301"/>
                    <a:gd name="T18" fmla="*/ 379 w 419"/>
                    <a:gd name="T19" fmla="*/ 123 h 301"/>
                    <a:gd name="T20" fmla="*/ 394 w 419"/>
                    <a:gd name="T21" fmla="*/ 106 h 301"/>
                    <a:gd name="T22" fmla="*/ 392 w 419"/>
                    <a:gd name="T23" fmla="*/ 78 h 301"/>
                    <a:gd name="T24" fmla="*/ 373 w 419"/>
                    <a:gd name="T25" fmla="*/ 46 h 301"/>
                    <a:gd name="T26" fmla="*/ 344 w 419"/>
                    <a:gd name="T27" fmla="*/ 22 h 301"/>
                    <a:gd name="T28" fmla="*/ 313 w 419"/>
                    <a:gd name="T29" fmla="*/ 26 h 301"/>
                    <a:gd name="T30" fmla="*/ 257 w 419"/>
                    <a:gd name="T31" fmla="*/ 20 h 301"/>
                    <a:gd name="T32" fmla="*/ 231 w 419"/>
                    <a:gd name="T33" fmla="*/ 18 h 301"/>
                    <a:gd name="T34" fmla="*/ 189 w 419"/>
                    <a:gd name="T35" fmla="*/ 22 h 301"/>
                    <a:gd name="T36" fmla="*/ 149 w 419"/>
                    <a:gd name="T37" fmla="*/ 0 h 301"/>
                    <a:gd name="T38" fmla="*/ 81 w 419"/>
                    <a:gd name="T39" fmla="*/ 28 h 301"/>
                    <a:gd name="T40" fmla="*/ 12 w 419"/>
                    <a:gd name="T41" fmla="*/ 48 h 301"/>
                    <a:gd name="T42" fmla="*/ 7 w 419"/>
                    <a:gd name="T43" fmla="*/ 58 h 301"/>
                    <a:gd name="T44" fmla="*/ 14 w 419"/>
                    <a:gd name="T45" fmla="*/ 75 h 301"/>
                    <a:gd name="T46" fmla="*/ 3 w 419"/>
                    <a:gd name="T47" fmla="*/ 102 h 301"/>
                    <a:gd name="T48" fmla="*/ 14 w 419"/>
                    <a:gd name="T49" fmla="*/ 111 h 301"/>
                    <a:gd name="T50" fmla="*/ 24 w 419"/>
                    <a:gd name="T51" fmla="*/ 122 h 301"/>
                    <a:gd name="T52" fmla="*/ 25 w 419"/>
                    <a:gd name="T53" fmla="*/ 132 h 301"/>
                    <a:gd name="T54" fmla="*/ 29 w 419"/>
                    <a:gd name="T55" fmla="*/ 142 h 301"/>
                    <a:gd name="T56" fmla="*/ 30 w 419"/>
                    <a:gd name="T57" fmla="*/ 161 h 301"/>
                    <a:gd name="T58" fmla="*/ 38 w 419"/>
                    <a:gd name="T59" fmla="*/ 173 h 301"/>
                    <a:gd name="T60" fmla="*/ 41 w 419"/>
                    <a:gd name="T61" fmla="*/ 187 h 301"/>
                    <a:gd name="T62" fmla="*/ 50 w 419"/>
                    <a:gd name="T63" fmla="*/ 197 h 301"/>
                    <a:gd name="T64" fmla="*/ 67 w 419"/>
                    <a:gd name="T65" fmla="*/ 207 h 301"/>
                    <a:gd name="T66" fmla="*/ 96 w 419"/>
                    <a:gd name="T67" fmla="*/ 216 h 301"/>
                    <a:gd name="T68" fmla="*/ 92 w 419"/>
                    <a:gd name="T69" fmla="*/ 225 h 301"/>
                    <a:gd name="T70" fmla="*/ 102 w 419"/>
                    <a:gd name="T71" fmla="*/ 236 h 301"/>
                    <a:gd name="T72" fmla="*/ 132 w 419"/>
                    <a:gd name="T73" fmla="*/ 232 h 301"/>
                    <a:gd name="T74" fmla="*/ 148 w 419"/>
                    <a:gd name="T75" fmla="*/ 236 h 301"/>
                    <a:gd name="T76" fmla="*/ 168 w 419"/>
                    <a:gd name="T77" fmla="*/ 244 h 301"/>
                    <a:gd name="T78" fmla="*/ 190 w 419"/>
                    <a:gd name="T79" fmla="*/ 255 h 301"/>
                    <a:gd name="T80" fmla="*/ 196 w 419"/>
                    <a:gd name="T81" fmla="*/ 266 h 301"/>
                    <a:gd name="T82" fmla="*/ 229 w 419"/>
                    <a:gd name="T83" fmla="*/ 272 h 301"/>
                    <a:gd name="T84" fmla="*/ 244 w 419"/>
                    <a:gd name="T85" fmla="*/ 281 h 301"/>
                    <a:gd name="T86" fmla="*/ 258 w 419"/>
                    <a:gd name="T87" fmla="*/ 279 h 301"/>
                    <a:gd name="T88" fmla="*/ 288 w 419"/>
                    <a:gd name="T89" fmla="*/ 284 h 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19" h="301">
                      <a:moveTo>
                        <a:pt x="288" y="284"/>
                      </a:moveTo>
                      <a:cubicBezTo>
                        <a:pt x="293" y="284"/>
                        <a:pt x="298" y="276"/>
                        <a:pt x="312" y="276"/>
                      </a:cubicBezTo>
                      <a:cubicBezTo>
                        <a:pt x="326" y="276"/>
                        <a:pt x="325" y="283"/>
                        <a:pt x="332" y="289"/>
                      </a:cubicBezTo>
                      <a:cubicBezTo>
                        <a:pt x="339" y="295"/>
                        <a:pt x="345" y="293"/>
                        <a:pt x="351" y="293"/>
                      </a:cubicBezTo>
                      <a:cubicBezTo>
                        <a:pt x="357" y="293"/>
                        <a:pt x="355" y="300"/>
                        <a:pt x="355" y="300"/>
                      </a:cubicBezTo>
                      <a:cubicBezTo>
                        <a:pt x="371" y="301"/>
                        <a:pt x="371" y="301"/>
                        <a:pt x="371" y="301"/>
                      </a:cubicBezTo>
                      <a:cubicBezTo>
                        <a:pt x="371" y="301"/>
                        <a:pt x="362" y="295"/>
                        <a:pt x="363" y="285"/>
                      </a:cubicBezTo>
                      <a:cubicBezTo>
                        <a:pt x="364" y="275"/>
                        <a:pt x="364" y="265"/>
                        <a:pt x="364" y="265"/>
                      </a:cubicBezTo>
                      <a:cubicBezTo>
                        <a:pt x="399" y="230"/>
                        <a:pt x="399" y="230"/>
                        <a:pt x="399" y="230"/>
                      </a:cubicBezTo>
                      <a:cubicBezTo>
                        <a:pt x="399" y="230"/>
                        <a:pt x="419" y="229"/>
                        <a:pt x="417" y="224"/>
                      </a:cubicBezTo>
                      <a:cubicBezTo>
                        <a:pt x="415" y="219"/>
                        <a:pt x="409" y="211"/>
                        <a:pt x="409" y="211"/>
                      </a:cubicBezTo>
                      <a:cubicBezTo>
                        <a:pt x="416" y="203"/>
                        <a:pt x="416" y="203"/>
                        <a:pt x="416" y="203"/>
                      </a:cubicBezTo>
                      <a:cubicBezTo>
                        <a:pt x="416" y="203"/>
                        <a:pt x="404" y="200"/>
                        <a:pt x="401" y="191"/>
                      </a:cubicBezTo>
                      <a:cubicBezTo>
                        <a:pt x="398" y="182"/>
                        <a:pt x="390" y="180"/>
                        <a:pt x="390" y="180"/>
                      </a:cubicBezTo>
                      <a:cubicBezTo>
                        <a:pt x="388" y="167"/>
                        <a:pt x="388" y="167"/>
                        <a:pt x="388" y="167"/>
                      </a:cubicBezTo>
                      <a:cubicBezTo>
                        <a:pt x="388" y="167"/>
                        <a:pt x="388" y="167"/>
                        <a:pt x="389" y="167"/>
                      </a:cubicBezTo>
                      <a:cubicBezTo>
                        <a:pt x="386" y="158"/>
                        <a:pt x="386" y="158"/>
                        <a:pt x="386" y="158"/>
                      </a:cubicBezTo>
                      <a:cubicBezTo>
                        <a:pt x="386" y="158"/>
                        <a:pt x="389" y="144"/>
                        <a:pt x="387" y="140"/>
                      </a:cubicBezTo>
                      <a:cubicBezTo>
                        <a:pt x="385" y="136"/>
                        <a:pt x="371" y="133"/>
                        <a:pt x="369" y="127"/>
                      </a:cubicBezTo>
                      <a:cubicBezTo>
                        <a:pt x="367" y="121"/>
                        <a:pt x="376" y="123"/>
                        <a:pt x="379" y="123"/>
                      </a:cubicBezTo>
                      <a:cubicBezTo>
                        <a:pt x="382" y="123"/>
                        <a:pt x="380" y="111"/>
                        <a:pt x="380" y="111"/>
                      </a:cubicBezTo>
                      <a:cubicBezTo>
                        <a:pt x="394" y="106"/>
                        <a:pt x="394" y="106"/>
                        <a:pt x="394" y="106"/>
                      </a:cubicBezTo>
                      <a:cubicBezTo>
                        <a:pt x="394" y="106"/>
                        <a:pt x="396" y="98"/>
                        <a:pt x="398" y="94"/>
                      </a:cubicBezTo>
                      <a:cubicBezTo>
                        <a:pt x="400" y="90"/>
                        <a:pt x="392" y="78"/>
                        <a:pt x="392" y="78"/>
                      </a:cubicBezTo>
                      <a:cubicBezTo>
                        <a:pt x="392" y="78"/>
                        <a:pt x="381" y="69"/>
                        <a:pt x="381" y="64"/>
                      </a:cubicBezTo>
                      <a:cubicBezTo>
                        <a:pt x="381" y="59"/>
                        <a:pt x="373" y="46"/>
                        <a:pt x="373" y="46"/>
                      </a:cubicBezTo>
                      <a:cubicBezTo>
                        <a:pt x="373" y="33"/>
                        <a:pt x="373" y="33"/>
                        <a:pt x="373" y="33"/>
                      </a:cubicBezTo>
                      <a:cubicBezTo>
                        <a:pt x="373" y="33"/>
                        <a:pt x="357" y="24"/>
                        <a:pt x="344" y="22"/>
                      </a:cubicBezTo>
                      <a:cubicBezTo>
                        <a:pt x="331" y="20"/>
                        <a:pt x="336" y="27"/>
                        <a:pt x="336" y="27"/>
                      </a:cubicBezTo>
                      <a:cubicBezTo>
                        <a:pt x="336" y="27"/>
                        <a:pt x="321" y="27"/>
                        <a:pt x="313" y="26"/>
                      </a:cubicBezTo>
                      <a:cubicBezTo>
                        <a:pt x="305" y="25"/>
                        <a:pt x="274" y="27"/>
                        <a:pt x="274" y="27"/>
                      </a:cubicBezTo>
                      <a:cubicBezTo>
                        <a:pt x="274" y="27"/>
                        <a:pt x="266" y="22"/>
                        <a:pt x="257" y="20"/>
                      </a:cubicBezTo>
                      <a:cubicBezTo>
                        <a:pt x="248" y="18"/>
                        <a:pt x="236" y="23"/>
                        <a:pt x="236" y="23"/>
                      </a:cubicBezTo>
                      <a:cubicBezTo>
                        <a:pt x="231" y="18"/>
                        <a:pt x="231" y="18"/>
                        <a:pt x="231" y="18"/>
                      </a:cubicBezTo>
                      <a:cubicBezTo>
                        <a:pt x="231" y="19"/>
                        <a:pt x="231" y="19"/>
                        <a:pt x="231" y="19"/>
                      </a:cubicBezTo>
                      <a:cubicBezTo>
                        <a:pt x="231" y="19"/>
                        <a:pt x="195" y="23"/>
                        <a:pt x="189" y="22"/>
                      </a:cubicBezTo>
                      <a:cubicBezTo>
                        <a:pt x="183" y="21"/>
                        <a:pt x="178" y="4"/>
                        <a:pt x="178" y="4"/>
                      </a:cubicBezTo>
                      <a:cubicBezTo>
                        <a:pt x="178" y="4"/>
                        <a:pt x="164" y="0"/>
                        <a:pt x="149" y="0"/>
                      </a:cubicBezTo>
                      <a:cubicBezTo>
                        <a:pt x="134" y="0"/>
                        <a:pt x="94" y="17"/>
                        <a:pt x="94" y="17"/>
                      </a:cubicBezTo>
                      <a:cubicBezTo>
                        <a:pt x="81" y="28"/>
                        <a:pt x="81" y="28"/>
                        <a:pt x="81" y="28"/>
                      </a:cubicBez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41" y="33"/>
                        <a:pt x="10" y="44"/>
                        <a:pt x="12" y="48"/>
                      </a:cubicBezTo>
                      <a:cubicBezTo>
                        <a:pt x="14" y="52"/>
                        <a:pt x="14" y="62"/>
                        <a:pt x="14" y="62"/>
                      </a:cubicBezTo>
                      <a:cubicBezTo>
                        <a:pt x="7" y="58"/>
                        <a:pt x="7" y="58"/>
                        <a:pt x="7" y="58"/>
                      </a:cubicBezTo>
                      <a:cubicBezTo>
                        <a:pt x="8" y="61"/>
                        <a:pt x="9" y="65"/>
                        <a:pt x="8" y="68"/>
                      </a:cubicBezTo>
                      <a:cubicBezTo>
                        <a:pt x="6" y="74"/>
                        <a:pt x="11" y="66"/>
                        <a:pt x="14" y="75"/>
                      </a:cubicBezTo>
                      <a:cubicBezTo>
                        <a:pt x="16" y="83"/>
                        <a:pt x="18" y="85"/>
                        <a:pt x="12" y="89"/>
                      </a:cubicBezTo>
                      <a:cubicBezTo>
                        <a:pt x="6" y="94"/>
                        <a:pt x="0" y="95"/>
                        <a:pt x="3" y="102"/>
                      </a:cubicBezTo>
                      <a:cubicBezTo>
                        <a:pt x="6" y="109"/>
                        <a:pt x="10" y="105"/>
                        <a:pt x="10" y="105"/>
                      </a:cubicBezTo>
                      <a:cubicBezTo>
                        <a:pt x="14" y="111"/>
                        <a:pt x="14" y="111"/>
                        <a:pt x="14" y="111"/>
                      </a:cubicBezTo>
                      <a:cubicBezTo>
                        <a:pt x="14" y="111"/>
                        <a:pt x="18" y="107"/>
                        <a:pt x="21" y="111"/>
                      </a:cubicBezTo>
                      <a:cubicBezTo>
                        <a:pt x="24" y="116"/>
                        <a:pt x="24" y="122"/>
                        <a:pt x="24" y="122"/>
                      </a:cubicBezTo>
                      <a:cubicBezTo>
                        <a:pt x="24" y="122"/>
                        <a:pt x="18" y="125"/>
                        <a:pt x="19" y="128"/>
                      </a:cubicBezTo>
                      <a:cubicBezTo>
                        <a:pt x="20" y="131"/>
                        <a:pt x="25" y="132"/>
                        <a:pt x="25" y="132"/>
                      </a:cubicBezTo>
                      <a:cubicBezTo>
                        <a:pt x="25" y="132"/>
                        <a:pt x="22" y="139"/>
                        <a:pt x="24" y="139"/>
                      </a:cubicBezTo>
                      <a:cubicBezTo>
                        <a:pt x="26" y="140"/>
                        <a:pt x="29" y="142"/>
                        <a:pt x="29" y="142"/>
                      </a:cubicBezTo>
                      <a:cubicBezTo>
                        <a:pt x="29" y="142"/>
                        <a:pt x="20" y="148"/>
                        <a:pt x="20" y="153"/>
                      </a:cubicBezTo>
                      <a:cubicBezTo>
                        <a:pt x="21" y="159"/>
                        <a:pt x="30" y="161"/>
                        <a:pt x="30" y="161"/>
                      </a:cubicBezTo>
                      <a:cubicBezTo>
                        <a:pt x="29" y="173"/>
                        <a:pt x="29" y="173"/>
                        <a:pt x="29" y="173"/>
                      </a:cubicBezTo>
                      <a:cubicBezTo>
                        <a:pt x="29" y="173"/>
                        <a:pt x="37" y="167"/>
                        <a:pt x="38" y="173"/>
                      </a:cubicBezTo>
                      <a:cubicBezTo>
                        <a:pt x="40" y="178"/>
                        <a:pt x="36" y="183"/>
                        <a:pt x="36" y="183"/>
                      </a:cubicBezTo>
                      <a:cubicBezTo>
                        <a:pt x="36" y="183"/>
                        <a:pt x="42" y="184"/>
                        <a:pt x="41" y="187"/>
                      </a:cubicBezTo>
                      <a:cubicBezTo>
                        <a:pt x="40" y="189"/>
                        <a:pt x="39" y="192"/>
                        <a:pt x="37" y="195"/>
                      </a:cubicBezTo>
                      <a:cubicBezTo>
                        <a:pt x="50" y="197"/>
                        <a:pt x="50" y="197"/>
                        <a:pt x="50" y="197"/>
                      </a:cubicBezTo>
                      <a:cubicBezTo>
                        <a:pt x="53" y="206"/>
                        <a:pt x="53" y="206"/>
                        <a:pt x="53" y="206"/>
                      </a:cubicBezTo>
                      <a:cubicBezTo>
                        <a:pt x="53" y="206"/>
                        <a:pt x="55" y="203"/>
                        <a:pt x="67" y="207"/>
                      </a:cubicBezTo>
                      <a:cubicBezTo>
                        <a:pt x="79" y="211"/>
                        <a:pt x="77" y="217"/>
                        <a:pt x="80" y="217"/>
                      </a:cubicBezTo>
                      <a:cubicBezTo>
                        <a:pt x="83" y="217"/>
                        <a:pt x="96" y="216"/>
                        <a:pt x="96" y="216"/>
                      </a:cubicBezTo>
                      <a:cubicBezTo>
                        <a:pt x="99" y="221"/>
                        <a:pt x="99" y="221"/>
                        <a:pt x="99" y="221"/>
                      </a:cubicBezTo>
                      <a:cubicBezTo>
                        <a:pt x="92" y="225"/>
                        <a:pt x="92" y="225"/>
                        <a:pt x="92" y="225"/>
                      </a:cubicBezTo>
                      <a:cubicBezTo>
                        <a:pt x="98" y="228"/>
                        <a:pt x="98" y="228"/>
                        <a:pt x="98" y="228"/>
                      </a:cubicBezTo>
                      <a:cubicBezTo>
                        <a:pt x="98" y="228"/>
                        <a:pt x="98" y="234"/>
                        <a:pt x="102" y="236"/>
                      </a:cubicBezTo>
                      <a:cubicBezTo>
                        <a:pt x="106" y="238"/>
                        <a:pt x="117" y="240"/>
                        <a:pt x="117" y="240"/>
                      </a:cubicBezTo>
                      <a:cubicBezTo>
                        <a:pt x="117" y="240"/>
                        <a:pt x="119" y="236"/>
                        <a:pt x="132" y="232"/>
                      </a:cubicBezTo>
                      <a:cubicBezTo>
                        <a:pt x="145" y="228"/>
                        <a:pt x="140" y="235"/>
                        <a:pt x="140" y="235"/>
                      </a:cubicBezTo>
                      <a:cubicBezTo>
                        <a:pt x="140" y="235"/>
                        <a:pt x="140" y="235"/>
                        <a:pt x="148" y="236"/>
                      </a:cubicBezTo>
                      <a:cubicBezTo>
                        <a:pt x="156" y="237"/>
                        <a:pt x="161" y="250"/>
                        <a:pt x="161" y="250"/>
                      </a:cubicBezTo>
                      <a:cubicBezTo>
                        <a:pt x="168" y="244"/>
                        <a:pt x="168" y="244"/>
                        <a:pt x="168" y="244"/>
                      </a:cubicBezTo>
                      <a:cubicBezTo>
                        <a:pt x="168" y="244"/>
                        <a:pt x="172" y="253"/>
                        <a:pt x="176" y="253"/>
                      </a:cubicBezTo>
                      <a:cubicBezTo>
                        <a:pt x="180" y="253"/>
                        <a:pt x="190" y="255"/>
                        <a:pt x="190" y="255"/>
                      </a:cubicBezTo>
                      <a:cubicBezTo>
                        <a:pt x="189" y="260"/>
                        <a:pt x="189" y="260"/>
                        <a:pt x="189" y="260"/>
                      </a:cubicBezTo>
                      <a:cubicBezTo>
                        <a:pt x="196" y="266"/>
                        <a:pt x="196" y="266"/>
                        <a:pt x="196" y="266"/>
                      </a:cubicBezTo>
                      <a:cubicBezTo>
                        <a:pt x="196" y="266"/>
                        <a:pt x="206" y="278"/>
                        <a:pt x="209" y="278"/>
                      </a:cubicBezTo>
                      <a:cubicBezTo>
                        <a:pt x="212" y="278"/>
                        <a:pt x="222" y="270"/>
                        <a:pt x="229" y="272"/>
                      </a:cubicBezTo>
                      <a:cubicBezTo>
                        <a:pt x="236" y="274"/>
                        <a:pt x="237" y="281"/>
                        <a:pt x="237" y="281"/>
                      </a:cubicBezTo>
                      <a:cubicBezTo>
                        <a:pt x="244" y="281"/>
                        <a:pt x="244" y="281"/>
                        <a:pt x="244" y="281"/>
                      </a:cubicBezTo>
                      <a:cubicBezTo>
                        <a:pt x="244" y="281"/>
                        <a:pt x="241" y="288"/>
                        <a:pt x="250" y="288"/>
                      </a:cubicBezTo>
                      <a:cubicBezTo>
                        <a:pt x="259" y="288"/>
                        <a:pt x="258" y="279"/>
                        <a:pt x="258" y="279"/>
                      </a:cubicBezTo>
                      <a:cubicBezTo>
                        <a:pt x="277" y="280"/>
                        <a:pt x="277" y="280"/>
                        <a:pt x="277" y="280"/>
                      </a:cubicBezTo>
                      <a:cubicBezTo>
                        <a:pt x="277" y="280"/>
                        <a:pt x="283" y="284"/>
                        <a:pt x="288" y="28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8" name="Freeform 260"/>
                <p:cNvSpPr>
                  <a:spLocks/>
                </p:cNvSpPr>
                <p:nvPr/>
              </p:nvSpPr>
              <p:spPr bwMode="gray">
                <a:xfrm>
                  <a:off x="-5764" y="-16322"/>
                  <a:ext cx="85" cy="75"/>
                </a:xfrm>
                <a:custGeom>
                  <a:avLst/>
                  <a:gdLst>
                    <a:gd name="T0" fmla="*/ 13 w 36"/>
                    <a:gd name="T1" fmla="*/ 32 h 32"/>
                    <a:gd name="T2" fmla="*/ 19 w 36"/>
                    <a:gd name="T3" fmla="*/ 27 h 32"/>
                    <a:gd name="T4" fmla="*/ 30 w 36"/>
                    <a:gd name="T5" fmla="*/ 29 h 32"/>
                    <a:gd name="T6" fmla="*/ 35 w 36"/>
                    <a:gd name="T7" fmla="*/ 20 h 32"/>
                    <a:gd name="T8" fmla="*/ 20 w 36"/>
                    <a:gd name="T9" fmla="*/ 8 h 32"/>
                    <a:gd name="T10" fmla="*/ 20 w 36"/>
                    <a:gd name="T11" fmla="*/ 0 h 32"/>
                    <a:gd name="T12" fmla="*/ 12 w 36"/>
                    <a:gd name="T13" fmla="*/ 4 h 32"/>
                    <a:gd name="T14" fmla="*/ 2 w 36"/>
                    <a:gd name="T15" fmla="*/ 18 h 32"/>
                    <a:gd name="T16" fmla="*/ 13 w 36"/>
                    <a:gd name="T1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6" h="32">
                      <a:moveTo>
                        <a:pt x="13" y="32"/>
                      </a:moveTo>
                      <a:cubicBezTo>
                        <a:pt x="19" y="27"/>
                        <a:pt x="19" y="27"/>
                        <a:pt x="19" y="27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29"/>
                        <a:pt x="36" y="25"/>
                        <a:pt x="35" y="20"/>
                      </a:cubicBezTo>
                      <a:cubicBezTo>
                        <a:pt x="34" y="16"/>
                        <a:pt x="24" y="14"/>
                        <a:pt x="20" y="8"/>
                      </a:cubicBezTo>
                      <a:cubicBezTo>
                        <a:pt x="19" y="6"/>
                        <a:pt x="19" y="3"/>
                        <a:pt x="20" y="0"/>
                      </a:cubicBezTo>
                      <a:cubicBezTo>
                        <a:pt x="19" y="1"/>
                        <a:pt x="16" y="2"/>
                        <a:pt x="12" y="4"/>
                      </a:cubicBezTo>
                      <a:cubicBezTo>
                        <a:pt x="1" y="10"/>
                        <a:pt x="0" y="16"/>
                        <a:pt x="2" y="18"/>
                      </a:cubicBezTo>
                      <a:cubicBezTo>
                        <a:pt x="3" y="20"/>
                        <a:pt x="9" y="27"/>
                        <a:pt x="13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9" name="Freeform 261"/>
                <p:cNvSpPr>
                  <a:spLocks/>
                </p:cNvSpPr>
                <p:nvPr/>
              </p:nvSpPr>
              <p:spPr bwMode="gray">
                <a:xfrm>
                  <a:off x="-5382" y="-16190"/>
                  <a:ext cx="728" cy="326"/>
                </a:xfrm>
                <a:custGeom>
                  <a:avLst/>
                  <a:gdLst>
                    <a:gd name="T0" fmla="*/ 307 w 308"/>
                    <a:gd name="T1" fmla="*/ 48 h 138"/>
                    <a:gd name="T2" fmla="*/ 301 w 308"/>
                    <a:gd name="T3" fmla="*/ 33 h 138"/>
                    <a:gd name="T4" fmla="*/ 287 w 308"/>
                    <a:gd name="T5" fmla="*/ 11 h 138"/>
                    <a:gd name="T6" fmla="*/ 268 w 308"/>
                    <a:gd name="T7" fmla="*/ 17 h 138"/>
                    <a:gd name="T8" fmla="*/ 254 w 308"/>
                    <a:gd name="T9" fmla="*/ 14 h 138"/>
                    <a:gd name="T10" fmla="*/ 228 w 308"/>
                    <a:gd name="T11" fmla="*/ 1 h 138"/>
                    <a:gd name="T12" fmla="*/ 214 w 308"/>
                    <a:gd name="T13" fmla="*/ 16 h 138"/>
                    <a:gd name="T14" fmla="*/ 204 w 308"/>
                    <a:gd name="T15" fmla="*/ 23 h 138"/>
                    <a:gd name="T16" fmla="*/ 175 w 308"/>
                    <a:gd name="T17" fmla="*/ 15 h 138"/>
                    <a:gd name="T18" fmla="*/ 156 w 308"/>
                    <a:gd name="T19" fmla="*/ 27 h 138"/>
                    <a:gd name="T20" fmla="*/ 160 w 308"/>
                    <a:gd name="T21" fmla="*/ 45 h 138"/>
                    <a:gd name="T22" fmla="*/ 133 w 308"/>
                    <a:gd name="T23" fmla="*/ 57 h 138"/>
                    <a:gd name="T24" fmla="*/ 141 w 308"/>
                    <a:gd name="T25" fmla="*/ 68 h 138"/>
                    <a:gd name="T26" fmla="*/ 131 w 308"/>
                    <a:gd name="T27" fmla="*/ 77 h 138"/>
                    <a:gd name="T28" fmla="*/ 109 w 308"/>
                    <a:gd name="T29" fmla="*/ 71 h 138"/>
                    <a:gd name="T30" fmla="*/ 84 w 308"/>
                    <a:gd name="T31" fmla="*/ 78 h 138"/>
                    <a:gd name="T32" fmla="*/ 63 w 308"/>
                    <a:gd name="T33" fmla="*/ 88 h 138"/>
                    <a:gd name="T34" fmla="*/ 33 w 308"/>
                    <a:gd name="T35" fmla="*/ 76 h 138"/>
                    <a:gd name="T36" fmla="*/ 26 w 308"/>
                    <a:gd name="T37" fmla="*/ 91 h 138"/>
                    <a:gd name="T38" fmla="*/ 0 w 308"/>
                    <a:gd name="T39" fmla="*/ 84 h 138"/>
                    <a:gd name="T40" fmla="*/ 2 w 308"/>
                    <a:gd name="T41" fmla="*/ 97 h 138"/>
                    <a:gd name="T42" fmla="*/ 11 w 308"/>
                    <a:gd name="T43" fmla="*/ 106 h 138"/>
                    <a:gd name="T44" fmla="*/ 32 w 308"/>
                    <a:gd name="T45" fmla="*/ 106 h 138"/>
                    <a:gd name="T46" fmla="*/ 50 w 308"/>
                    <a:gd name="T47" fmla="*/ 117 h 138"/>
                    <a:gd name="T48" fmla="*/ 66 w 308"/>
                    <a:gd name="T49" fmla="*/ 109 h 138"/>
                    <a:gd name="T50" fmla="*/ 104 w 308"/>
                    <a:gd name="T51" fmla="*/ 103 h 138"/>
                    <a:gd name="T52" fmla="*/ 119 w 308"/>
                    <a:gd name="T53" fmla="*/ 118 h 138"/>
                    <a:gd name="T54" fmla="*/ 136 w 308"/>
                    <a:gd name="T55" fmla="*/ 131 h 138"/>
                    <a:gd name="T56" fmla="*/ 162 w 308"/>
                    <a:gd name="T57" fmla="*/ 136 h 138"/>
                    <a:gd name="T58" fmla="*/ 183 w 308"/>
                    <a:gd name="T59" fmla="*/ 132 h 138"/>
                    <a:gd name="T60" fmla="*/ 207 w 308"/>
                    <a:gd name="T61" fmla="*/ 138 h 138"/>
                    <a:gd name="T62" fmla="*/ 247 w 308"/>
                    <a:gd name="T63" fmla="*/ 130 h 138"/>
                    <a:gd name="T64" fmla="*/ 270 w 308"/>
                    <a:gd name="T65" fmla="*/ 131 h 138"/>
                    <a:gd name="T66" fmla="*/ 277 w 308"/>
                    <a:gd name="T67" fmla="*/ 107 h 138"/>
                    <a:gd name="T68" fmla="*/ 290 w 308"/>
                    <a:gd name="T69" fmla="*/ 91 h 138"/>
                    <a:gd name="T70" fmla="*/ 290 w 308"/>
                    <a:gd name="T71" fmla="*/ 78 h 138"/>
                    <a:gd name="T72" fmla="*/ 306 w 308"/>
                    <a:gd name="T73" fmla="*/ 69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08" h="138">
                      <a:moveTo>
                        <a:pt x="306" y="69"/>
                      </a:moveTo>
                      <a:cubicBezTo>
                        <a:pt x="306" y="69"/>
                        <a:pt x="308" y="55"/>
                        <a:pt x="307" y="48"/>
                      </a:cubicBezTo>
                      <a:cubicBezTo>
                        <a:pt x="306" y="42"/>
                        <a:pt x="300" y="43"/>
                        <a:pt x="300" y="43"/>
                      </a:cubicBezTo>
                      <a:cubicBezTo>
                        <a:pt x="301" y="33"/>
                        <a:pt x="301" y="33"/>
                        <a:pt x="301" y="33"/>
                      </a:cubicBezTo>
                      <a:cubicBezTo>
                        <a:pt x="303" y="19"/>
                        <a:pt x="303" y="19"/>
                        <a:pt x="303" y="19"/>
                      </a:cubicBezTo>
                      <a:cubicBezTo>
                        <a:pt x="303" y="19"/>
                        <a:pt x="295" y="14"/>
                        <a:pt x="287" y="11"/>
                      </a:cubicBezTo>
                      <a:cubicBezTo>
                        <a:pt x="280" y="9"/>
                        <a:pt x="276" y="16"/>
                        <a:pt x="276" y="16"/>
                      </a:cubicBezTo>
                      <a:cubicBezTo>
                        <a:pt x="268" y="17"/>
                        <a:pt x="268" y="17"/>
                        <a:pt x="268" y="17"/>
                      </a:cubicBezTo>
                      <a:cubicBezTo>
                        <a:pt x="261" y="9"/>
                        <a:pt x="261" y="9"/>
                        <a:pt x="261" y="9"/>
                      </a:cubicBezTo>
                      <a:cubicBezTo>
                        <a:pt x="254" y="14"/>
                        <a:pt x="254" y="14"/>
                        <a:pt x="254" y="14"/>
                      </a:cubicBezTo>
                      <a:cubicBezTo>
                        <a:pt x="245" y="8"/>
                        <a:pt x="245" y="8"/>
                        <a:pt x="245" y="8"/>
                      </a:cubicBezTo>
                      <a:cubicBezTo>
                        <a:pt x="245" y="8"/>
                        <a:pt x="232" y="0"/>
                        <a:pt x="228" y="1"/>
                      </a:cubicBezTo>
                      <a:cubicBezTo>
                        <a:pt x="225" y="2"/>
                        <a:pt x="218" y="15"/>
                        <a:pt x="218" y="15"/>
                      </a:cubicBezTo>
                      <a:cubicBezTo>
                        <a:pt x="214" y="16"/>
                        <a:pt x="214" y="16"/>
                        <a:pt x="214" y="16"/>
                      </a:cubicBezTo>
                      <a:cubicBezTo>
                        <a:pt x="213" y="28"/>
                        <a:pt x="213" y="28"/>
                        <a:pt x="213" y="28"/>
                      </a:cubicBezTo>
                      <a:cubicBezTo>
                        <a:pt x="204" y="23"/>
                        <a:pt x="204" y="23"/>
                        <a:pt x="204" y="23"/>
                      </a:cubicBezTo>
                      <a:cubicBezTo>
                        <a:pt x="204" y="23"/>
                        <a:pt x="198" y="27"/>
                        <a:pt x="190" y="27"/>
                      </a:cubicBezTo>
                      <a:cubicBezTo>
                        <a:pt x="183" y="27"/>
                        <a:pt x="175" y="15"/>
                        <a:pt x="175" y="15"/>
                      </a:cubicBezTo>
                      <a:cubicBezTo>
                        <a:pt x="168" y="26"/>
                        <a:pt x="168" y="26"/>
                        <a:pt x="168" y="26"/>
                      </a:cubicBezTo>
                      <a:cubicBezTo>
                        <a:pt x="156" y="27"/>
                        <a:pt x="156" y="27"/>
                        <a:pt x="156" y="27"/>
                      </a:cubicBezTo>
                      <a:cubicBezTo>
                        <a:pt x="160" y="34"/>
                        <a:pt x="160" y="34"/>
                        <a:pt x="160" y="34"/>
                      </a:cubicBezTo>
                      <a:cubicBezTo>
                        <a:pt x="160" y="45"/>
                        <a:pt x="160" y="45"/>
                        <a:pt x="160" y="45"/>
                      </a:cubicBezTo>
                      <a:cubicBezTo>
                        <a:pt x="160" y="45"/>
                        <a:pt x="147" y="42"/>
                        <a:pt x="142" y="43"/>
                      </a:cubicBezTo>
                      <a:cubicBezTo>
                        <a:pt x="138" y="44"/>
                        <a:pt x="133" y="57"/>
                        <a:pt x="133" y="57"/>
                      </a:cubicBezTo>
                      <a:cubicBezTo>
                        <a:pt x="141" y="59"/>
                        <a:pt x="141" y="59"/>
                        <a:pt x="141" y="59"/>
                      </a:cubicBezTo>
                      <a:cubicBezTo>
                        <a:pt x="141" y="68"/>
                        <a:pt x="141" y="68"/>
                        <a:pt x="141" y="68"/>
                      </a:cubicBezTo>
                      <a:cubicBezTo>
                        <a:pt x="141" y="68"/>
                        <a:pt x="142" y="78"/>
                        <a:pt x="141" y="84"/>
                      </a:cubicBezTo>
                      <a:cubicBezTo>
                        <a:pt x="139" y="91"/>
                        <a:pt x="131" y="77"/>
                        <a:pt x="131" y="77"/>
                      </a:cubicBezTo>
                      <a:cubicBezTo>
                        <a:pt x="118" y="72"/>
                        <a:pt x="118" y="72"/>
                        <a:pt x="118" y="72"/>
                      </a:cubicBezTo>
                      <a:cubicBezTo>
                        <a:pt x="109" y="71"/>
                        <a:pt x="109" y="71"/>
                        <a:pt x="109" y="71"/>
                      </a:cubicBezTo>
                      <a:cubicBezTo>
                        <a:pt x="98" y="77"/>
                        <a:pt x="98" y="77"/>
                        <a:pt x="98" y="77"/>
                      </a:cubicBezTo>
                      <a:cubicBezTo>
                        <a:pt x="84" y="78"/>
                        <a:pt x="84" y="78"/>
                        <a:pt x="84" y="78"/>
                      </a:cubicBezTo>
                      <a:cubicBezTo>
                        <a:pt x="75" y="86"/>
                        <a:pt x="75" y="86"/>
                        <a:pt x="75" y="86"/>
                      </a:cubicBezTo>
                      <a:cubicBezTo>
                        <a:pt x="75" y="86"/>
                        <a:pt x="69" y="88"/>
                        <a:pt x="63" y="88"/>
                      </a:cubicBezTo>
                      <a:cubicBezTo>
                        <a:pt x="56" y="88"/>
                        <a:pt x="46" y="77"/>
                        <a:pt x="46" y="77"/>
                      </a:cubicBezTo>
                      <a:cubicBezTo>
                        <a:pt x="33" y="76"/>
                        <a:pt x="33" y="76"/>
                        <a:pt x="33" y="76"/>
                      </a:cubicBezTo>
                      <a:cubicBezTo>
                        <a:pt x="33" y="85"/>
                        <a:pt x="33" y="85"/>
                        <a:pt x="33" y="85"/>
                      </a:cubicBezTo>
                      <a:cubicBezTo>
                        <a:pt x="33" y="85"/>
                        <a:pt x="30" y="90"/>
                        <a:pt x="26" y="91"/>
                      </a:cubicBezTo>
                      <a:cubicBezTo>
                        <a:pt x="22" y="92"/>
                        <a:pt x="21" y="82"/>
                        <a:pt x="12" y="81"/>
                      </a:cubicBezTo>
                      <a:cubicBezTo>
                        <a:pt x="6" y="79"/>
                        <a:pt x="2" y="82"/>
                        <a:pt x="0" y="84"/>
                      </a:cubicBezTo>
                      <a:cubicBezTo>
                        <a:pt x="1" y="86"/>
                        <a:pt x="2" y="89"/>
                        <a:pt x="0" y="91"/>
                      </a:cubicBezTo>
                      <a:cubicBezTo>
                        <a:pt x="1" y="93"/>
                        <a:pt x="2" y="95"/>
                        <a:pt x="2" y="97"/>
                      </a:cubicBezTo>
                      <a:cubicBezTo>
                        <a:pt x="2" y="100"/>
                        <a:pt x="2" y="105"/>
                        <a:pt x="2" y="107"/>
                      </a:cubicBezTo>
                      <a:cubicBezTo>
                        <a:pt x="11" y="106"/>
                        <a:pt x="11" y="106"/>
                        <a:pt x="11" y="106"/>
                      </a:cubicBezTo>
                      <a:cubicBezTo>
                        <a:pt x="11" y="106"/>
                        <a:pt x="8" y="120"/>
                        <a:pt x="16" y="118"/>
                      </a:cubicBezTo>
                      <a:cubicBezTo>
                        <a:pt x="23" y="115"/>
                        <a:pt x="21" y="106"/>
                        <a:pt x="32" y="106"/>
                      </a:cubicBezTo>
                      <a:cubicBezTo>
                        <a:pt x="37" y="107"/>
                        <a:pt x="40" y="113"/>
                        <a:pt x="41" y="117"/>
                      </a:cubicBezTo>
                      <a:cubicBezTo>
                        <a:pt x="50" y="117"/>
                        <a:pt x="50" y="117"/>
                        <a:pt x="50" y="117"/>
                      </a:cubicBezTo>
                      <a:cubicBezTo>
                        <a:pt x="56" y="121"/>
                        <a:pt x="56" y="121"/>
                        <a:pt x="56" y="121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92" y="111"/>
                        <a:pt x="92" y="111"/>
                        <a:pt x="92" y="111"/>
                      </a:cubicBezTo>
                      <a:cubicBezTo>
                        <a:pt x="92" y="111"/>
                        <a:pt x="94" y="102"/>
                        <a:pt x="104" y="103"/>
                      </a:cubicBezTo>
                      <a:cubicBezTo>
                        <a:pt x="113" y="104"/>
                        <a:pt x="114" y="118"/>
                        <a:pt x="114" y="118"/>
                      </a:cubicBezTo>
                      <a:cubicBezTo>
                        <a:pt x="119" y="118"/>
                        <a:pt x="119" y="118"/>
                        <a:pt x="119" y="118"/>
                      </a:cubicBezTo>
                      <a:cubicBezTo>
                        <a:pt x="124" y="131"/>
                        <a:pt x="124" y="131"/>
                        <a:pt x="124" y="131"/>
                      </a:cubicBezTo>
                      <a:cubicBezTo>
                        <a:pt x="136" y="131"/>
                        <a:pt x="136" y="131"/>
                        <a:pt x="136" y="131"/>
                      </a:cubicBezTo>
                      <a:cubicBezTo>
                        <a:pt x="136" y="131"/>
                        <a:pt x="159" y="127"/>
                        <a:pt x="162" y="132"/>
                      </a:cubicBezTo>
                      <a:cubicBezTo>
                        <a:pt x="162" y="134"/>
                        <a:pt x="162" y="135"/>
                        <a:pt x="162" y="136"/>
                      </a:cubicBezTo>
                      <a:cubicBezTo>
                        <a:pt x="171" y="136"/>
                        <a:pt x="171" y="136"/>
                        <a:pt x="171" y="136"/>
                      </a:cubicBezTo>
                      <a:cubicBezTo>
                        <a:pt x="171" y="136"/>
                        <a:pt x="180" y="132"/>
                        <a:pt x="183" y="132"/>
                      </a:cubicBezTo>
                      <a:cubicBezTo>
                        <a:pt x="186" y="132"/>
                        <a:pt x="192" y="136"/>
                        <a:pt x="192" y="136"/>
                      </a:cubicBezTo>
                      <a:cubicBezTo>
                        <a:pt x="192" y="136"/>
                        <a:pt x="200" y="138"/>
                        <a:pt x="207" y="138"/>
                      </a:cubicBezTo>
                      <a:cubicBezTo>
                        <a:pt x="214" y="138"/>
                        <a:pt x="214" y="129"/>
                        <a:pt x="214" y="129"/>
                      </a:cubicBezTo>
                      <a:cubicBezTo>
                        <a:pt x="247" y="130"/>
                        <a:pt x="247" y="130"/>
                        <a:pt x="247" y="130"/>
                      </a:cubicBezTo>
                      <a:cubicBezTo>
                        <a:pt x="254" y="126"/>
                        <a:pt x="254" y="126"/>
                        <a:pt x="254" y="126"/>
                      </a:cubicBezTo>
                      <a:cubicBezTo>
                        <a:pt x="270" y="131"/>
                        <a:pt x="270" y="131"/>
                        <a:pt x="270" y="131"/>
                      </a:cubicBezTo>
                      <a:cubicBezTo>
                        <a:pt x="272" y="119"/>
                        <a:pt x="272" y="119"/>
                        <a:pt x="272" y="119"/>
                      </a:cubicBezTo>
                      <a:cubicBezTo>
                        <a:pt x="277" y="107"/>
                        <a:pt x="277" y="107"/>
                        <a:pt x="277" y="107"/>
                      </a:cubicBezTo>
                      <a:cubicBezTo>
                        <a:pt x="290" y="105"/>
                        <a:pt x="290" y="105"/>
                        <a:pt x="290" y="105"/>
                      </a:cubicBezTo>
                      <a:cubicBezTo>
                        <a:pt x="290" y="91"/>
                        <a:pt x="290" y="91"/>
                        <a:pt x="290" y="91"/>
                      </a:cubicBezTo>
                      <a:cubicBezTo>
                        <a:pt x="298" y="79"/>
                        <a:pt x="298" y="79"/>
                        <a:pt x="298" y="79"/>
                      </a:cubicBezTo>
                      <a:cubicBezTo>
                        <a:pt x="290" y="78"/>
                        <a:pt x="290" y="78"/>
                        <a:pt x="290" y="78"/>
                      </a:cubicBezTo>
                      <a:cubicBezTo>
                        <a:pt x="291" y="69"/>
                        <a:pt x="291" y="69"/>
                        <a:pt x="291" y="69"/>
                      </a:cubicBezTo>
                      <a:lnTo>
                        <a:pt x="306" y="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0" name="Freeform 262"/>
                <p:cNvSpPr>
                  <a:spLocks/>
                </p:cNvSpPr>
                <p:nvPr/>
              </p:nvSpPr>
              <p:spPr bwMode="gray">
                <a:xfrm>
                  <a:off x="-6024" y="-16724"/>
                  <a:ext cx="430" cy="343"/>
                </a:xfrm>
                <a:custGeom>
                  <a:avLst/>
                  <a:gdLst>
                    <a:gd name="T0" fmla="*/ 14 w 182"/>
                    <a:gd name="T1" fmla="*/ 104 h 145"/>
                    <a:gd name="T2" fmla="*/ 0 w 182"/>
                    <a:gd name="T3" fmla="*/ 116 h 145"/>
                    <a:gd name="T4" fmla="*/ 0 w 182"/>
                    <a:gd name="T5" fmla="*/ 116 h 145"/>
                    <a:gd name="T6" fmla="*/ 9 w 182"/>
                    <a:gd name="T7" fmla="*/ 108 h 145"/>
                    <a:gd name="T8" fmla="*/ 10 w 182"/>
                    <a:gd name="T9" fmla="*/ 110 h 145"/>
                    <a:gd name="T10" fmla="*/ 18 w 182"/>
                    <a:gd name="T11" fmla="*/ 108 h 145"/>
                    <a:gd name="T12" fmla="*/ 22 w 182"/>
                    <a:gd name="T13" fmla="*/ 114 h 145"/>
                    <a:gd name="T14" fmla="*/ 34 w 182"/>
                    <a:gd name="T15" fmla="*/ 112 h 145"/>
                    <a:gd name="T16" fmla="*/ 43 w 182"/>
                    <a:gd name="T17" fmla="*/ 117 h 145"/>
                    <a:gd name="T18" fmla="*/ 46 w 182"/>
                    <a:gd name="T19" fmla="*/ 110 h 145"/>
                    <a:gd name="T20" fmla="*/ 56 w 182"/>
                    <a:gd name="T21" fmla="*/ 112 h 145"/>
                    <a:gd name="T22" fmla="*/ 56 w 182"/>
                    <a:gd name="T23" fmla="*/ 106 h 145"/>
                    <a:gd name="T24" fmla="*/ 65 w 182"/>
                    <a:gd name="T25" fmla="*/ 108 h 145"/>
                    <a:gd name="T26" fmla="*/ 71 w 182"/>
                    <a:gd name="T27" fmla="*/ 104 h 145"/>
                    <a:gd name="T28" fmla="*/ 90 w 182"/>
                    <a:gd name="T29" fmla="*/ 104 h 145"/>
                    <a:gd name="T30" fmla="*/ 94 w 182"/>
                    <a:gd name="T31" fmla="*/ 114 h 145"/>
                    <a:gd name="T32" fmla="*/ 108 w 182"/>
                    <a:gd name="T33" fmla="*/ 114 h 145"/>
                    <a:gd name="T34" fmla="*/ 119 w 182"/>
                    <a:gd name="T35" fmla="*/ 121 h 145"/>
                    <a:gd name="T36" fmla="*/ 114 w 182"/>
                    <a:gd name="T37" fmla="*/ 130 h 145"/>
                    <a:gd name="T38" fmla="*/ 112 w 182"/>
                    <a:gd name="T39" fmla="*/ 140 h 145"/>
                    <a:gd name="T40" fmla="*/ 123 w 182"/>
                    <a:gd name="T41" fmla="*/ 140 h 145"/>
                    <a:gd name="T42" fmla="*/ 127 w 182"/>
                    <a:gd name="T43" fmla="*/ 124 h 145"/>
                    <a:gd name="T44" fmla="*/ 123 w 182"/>
                    <a:gd name="T45" fmla="*/ 116 h 145"/>
                    <a:gd name="T46" fmla="*/ 134 w 182"/>
                    <a:gd name="T47" fmla="*/ 106 h 145"/>
                    <a:gd name="T48" fmla="*/ 130 w 182"/>
                    <a:gd name="T49" fmla="*/ 95 h 145"/>
                    <a:gd name="T50" fmla="*/ 124 w 182"/>
                    <a:gd name="T51" fmla="*/ 80 h 145"/>
                    <a:gd name="T52" fmla="*/ 148 w 182"/>
                    <a:gd name="T53" fmla="*/ 85 h 145"/>
                    <a:gd name="T54" fmla="*/ 152 w 182"/>
                    <a:gd name="T55" fmla="*/ 77 h 145"/>
                    <a:gd name="T56" fmla="*/ 158 w 182"/>
                    <a:gd name="T57" fmla="*/ 78 h 145"/>
                    <a:gd name="T58" fmla="*/ 160 w 182"/>
                    <a:gd name="T59" fmla="*/ 67 h 145"/>
                    <a:gd name="T60" fmla="*/ 168 w 182"/>
                    <a:gd name="T61" fmla="*/ 59 h 145"/>
                    <a:gd name="T62" fmla="*/ 153 w 182"/>
                    <a:gd name="T63" fmla="*/ 47 h 145"/>
                    <a:gd name="T64" fmla="*/ 164 w 182"/>
                    <a:gd name="T65" fmla="*/ 40 h 145"/>
                    <a:gd name="T66" fmla="*/ 172 w 182"/>
                    <a:gd name="T67" fmla="*/ 40 h 145"/>
                    <a:gd name="T68" fmla="*/ 170 w 182"/>
                    <a:gd name="T69" fmla="*/ 28 h 145"/>
                    <a:gd name="T70" fmla="*/ 182 w 182"/>
                    <a:gd name="T71" fmla="*/ 20 h 145"/>
                    <a:gd name="T72" fmla="*/ 177 w 182"/>
                    <a:gd name="T73" fmla="*/ 12 h 145"/>
                    <a:gd name="T74" fmla="*/ 180 w 182"/>
                    <a:gd name="T75" fmla="*/ 10 h 145"/>
                    <a:gd name="T76" fmla="*/ 176 w 182"/>
                    <a:gd name="T77" fmla="*/ 7 h 145"/>
                    <a:gd name="T78" fmla="*/ 154 w 182"/>
                    <a:gd name="T79" fmla="*/ 1 h 145"/>
                    <a:gd name="T80" fmla="*/ 125 w 182"/>
                    <a:gd name="T81" fmla="*/ 0 h 145"/>
                    <a:gd name="T82" fmla="*/ 103 w 182"/>
                    <a:gd name="T83" fmla="*/ 10 h 145"/>
                    <a:gd name="T84" fmla="*/ 107 w 182"/>
                    <a:gd name="T85" fmla="*/ 21 h 145"/>
                    <a:gd name="T86" fmla="*/ 111 w 182"/>
                    <a:gd name="T87" fmla="*/ 34 h 145"/>
                    <a:gd name="T88" fmla="*/ 116 w 182"/>
                    <a:gd name="T89" fmla="*/ 40 h 145"/>
                    <a:gd name="T90" fmla="*/ 122 w 182"/>
                    <a:gd name="T91" fmla="*/ 48 h 145"/>
                    <a:gd name="T92" fmla="*/ 104 w 182"/>
                    <a:gd name="T93" fmla="*/ 60 h 145"/>
                    <a:gd name="T94" fmla="*/ 92 w 182"/>
                    <a:gd name="T95" fmla="*/ 52 h 145"/>
                    <a:gd name="T96" fmla="*/ 100 w 182"/>
                    <a:gd name="T97" fmla="*/ 37 h 145"/>
                    <a:gd name="T98" fmla="*/ 102 w 182"/>
                    <a:gd name="T99" fmla="*/ 24 h 145"/>
                    <a:gd name="T100" fmla="*/ 97 w 182"/>
                    <a:gd name="T101" fmla="*/ 16 h 145"/>
                    <a:gd name="T102" fmla="*/ 81 w 182"/>
                    <a:gd name="T103" fmla="*/ 30 h 145"/>
                    <a:gd name="T104" fmla="*/ 64 w 182"/>
                    <a:gd name="T105" fmla="*/ 49 h 145"/>
                    <a:gd name="T106" fmla="*/ 60 w 182"/>
                    <a:gd name="T107" fmla="*/ 69 h 145"/>
                    <a:gd name="T108" fmla="*/ 42 w 182"/>
                    <a:gd name="T109" fmla="*/ 89 h 145"/>
                    <a:gd name="T110" fmla="*/ 48 w 182"/>
                    <a:gd name="T111" fmla="*/ 97 h 145"/>
                    <a:gd name="T112" fmla="*/ 31 w 182"/>
                    <a:gd name="T113" fmla="*/ 98 h 145"/>
                    <a:gd name="T114" fmla="*/ 14 w 182"/>
                    <a:gd name="T115" fmla="*/ 104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82" h="145">
                      <a:moveTo>
                        <a:pt x="14" y="104"/>
                      </a:moveTo>
                      <a:cubicBezTo>
                        <a:pt x="0" y="116"/>
                        <a:pt x="0" y="116"/>
                        <a:pt x="0" y="116"/>
                      </a:cubicBezTo>
                      <a:cubicBezTo>
                        <a:pt x="0" y="116"/>
                        <a:pt x="0" y="116"/>
                        <a:pt x="0" y="116"/>
                      </a:cubicBezTo>
                      <a:cubicBezTo>
                        <a:pt x="9" y="108"/>
                        <a:pt x="9" y="108"/>
                        <a:pt x="9" y="108"/>
                      </a:cubicBezTo>
                      <a:cubicBezTo>
                        <a:pt x="10" y="110"/>
                        <a:pt x="10" y="110"/>
                        <a:pt x="10" y="110"/>
                      </a:cubicBezTo>
                      <a:cubicBezTo>
                        <a:pt x="18" y="108"/>
                        <a:pt x="18" y="108"/>
                        <a:pt x="18" y="108"/>
                      </a:cubicBezTo>
                      <a:cubicBezTo>
                        <a:pt x="22" y="114"/>
                        <a:pt x="22" y="114"/>
                        <a:pt x="22" y="114"/>
                      </a:cubicBezTo>
                      <a:cubicBezTo>
                        <a:pt x="22" y="114"/>
                        <a:pt x="30" y="113"/>
                        <a:pt x="34" y="112"/>
                      </a:cubicBezTo>
                      <a:cubicBezTo>
                        <a:pt x="39" y="112"/>
                        <a:pt x="43" y="117"/>
                        <a:pt x="43" y="117"/>
                      </a:cubicBezTo>
                      <a:cubicBezTo>
                        <a:pt x="46" y="110"/>
                        <a:pt x="46" y="110"/>
                        <a:pt x="46" y="110"/>
                      </a:cubicBezTo>
                      <a:cubicBezTo>
                        <a:pt x="56" y="112"/>
                        <a:pt x="56" y="112"/>
                        <a:pt x="56" y="112"/>
                      </a:cubicBezTo>
                      <a:cubicBezTo>
                        <a:pt x="56" y="106"/>
                        <a:pt x="56" y="106"/>
                        <a:pt x="56" y="106"/>
                      </a:cubicBezTo>
                      <a:cubicBezTo>
                        <a:pt x="65" y="108"/>
                        <a:pt x="65" y="108"/>
                        <a:pt x="65" y="108"/>
                      </a:cubicBezTo>
                      <a:cubicBezTo>
                        <a:pt x="65" y="108"/>
                        <a:pt x="66" y="105"/>
                        <a:pt x="71" y="104"/>
                      </a:cubicBezTo>
                      <a:cubicBezTo>
                        <a:pt x="76" y="102"/>
                        <a:pt x="90" y="104"/>
                        <a:pt x="90" y="104"/>
                      </a:cubicBezTo>
                      <a:cubicBezTo>
                        <a:pt x="90" y="104"/>
                        <a:pt x="91" y="110"/>
                        <a:pt x="94" y="114"/>
                      </a:cubicBezTo>
                      <a:cubicBezTo>
                        <a:pt x="96" y="118"/>
                        <a:pt x="108" y="114"/>
                        <a:pt x="108" y="114"/>
                      </a:cubicBezTo>
                      <a:cubicBezTo>
                        <a:pt x="108" y="114"/>
                        <a:pt x="118" y="112"/>
                        <a:pt x="119" y="121"/>
                      </a:cubicBezTo>
                      <a:cubicBezTo>
                        <a:pt x="120" y="130"/>
                        <a:pt x="114" y="130"/>
                        <a:pt x="114" y="130"/>
                      </a:cubicBezTo>
                      <a:cubicBezTo>
                        <a:pt x="114" y="130"/>
                        <a:pt x="110" y="134"/>
                        <a:pt x="112" y="140"/>
                      </a:cubicBezTo>
                      <a:cubicBezTo>
                        <a:pt x="114" y="145"/>
                        <a:pt x="123" y="140"/>
                        <a:pt x="123" y="140"/>
                      </a:cubicBezTo>
                      <a:cubicBezTo>
                        <a:pt x="123" y="140"/>
                        <a:pt x="126" y="126"/>
                        <a:pt x="127" y="124"/>
                      </a:cubicBezTo>
                      <a:cubicBezTo>
                        <a:pt x="128" y="122"/>
                        <a:pt x="123" y="116"/>
                        <a:pt x="123" y="116"/>
                      </a:cubicBezTo>
                      <a:cubicBezTo>
                        <a:pt x="123" y="116"/>
                        <a:pt x="134" y="110"/>
                        <a:pt x="134" y="106"/>
                      </a:cubicBezTo>
                      <a:cubicBezTo>
                        <a:pt x="135" y="103"/>
                        <a:pt x="130" y="95"/>
                        <a:pt x="130" y="95"/>
                      </a:cubicBezTo>
                      <a:cubicBezTo>
                        <a:pt x="124" y="80"/>
                        <a:pt x="124" y="80"/>
                        <a:pt x="124" y="80"/>
                      </a:cubicBezTo>
                      <a:cubicBezTo>
                        <a:pt x="124" y="80"/>
                        <a:pt x="146" y="88"/>
                        <a:pt x="148" y="85"/>
                      </a:cubicBezTo>
                      <a:cubicBezTo>
                        <a:pt x="150" y="82"/>
                        <a:pt x="152" y="77"/>
                        <a:pt x="152" y="77"/>
                      </a:cubicBezTo>
                      <a:cubicBezTo>
                        <a:pt x="158" y="78"/>
                        <a:pt x="158" y="78"/>
                        <a:pt x="158" y="78"/>
                      </a:cubicBezTo>
                      <a:cubicBezTo>
                        <a:pt x="160" y="67"/>
                        <a:pt x="160" y="67"/>
                        <a:pt x="160" y="67"/>
                      </a:cubicBezTo>
                      <a:cubicBezTo>
                        <a:pt x="160" y="67"/>
                        <a:pt x="168" y="63"/>
                        <a:pt x="168" y="59"/>
                      </a:cubicBezTo>
                      <a:cubicBezTo>
                        <a:pt x="168" y="55"/>
                        <a:pt x="154" y="50"/>
                        <a:pt x="153" y="47"/>
                      </a:cubicBezTo>
                      <a:cubicBezTo>
                        <a:pt x="152" y="44"/>
                        <a:pt x="164" y="40"/>
                        <a:pt x="164" y="40"/>
                      </a:cubicBezTo>
                      <a:cubicBezTo>
                        <a:pt x="172" y="40"/>
                        <a:pt x="172" y="40"/>
                        <a:pt x="172" y="40"/>
                      </a:cubicBezTo>
                      <a:cubicBezTo>
                        <a:pt x="172" y="40"/>
                        <a:pt x="168" y="32"/>
                        <a:pt x="170" y="28"/>
                      </a:cubicBezTo>
                      <a:cubicBezTo>
                        <a:pt x="171" y="24"/>
                        <a:pt x="182" y="20"/>
                        <a:pt x="182" y="20"/>
                      </a:cubicBezTo>
                      <a:cubicBezTo>
                        <a:pt x="177" y="12"/>
                        <a:pt x="177" y="12"/>
                        <a:pt x="177" y="12"/>
                      </a:cubicBezTo>
                      <a:cubicBezTo>
                        <a:pt x="180" y="10"/>
                        <a:pt x="180" y="10"/>
                        <a:pt x="180" y="10"/>
                      </a:cubicBezTo>
                      <a:cubicBezTo>
                        <a:pt x="176" y="7"/>
                        <a:pt x="176" y="7"/>
                        <a:pt x="176" y="7"/>
                      </a:cubicBezTo>
                      <a:cubicBezTo>
                        <a:pt x="176" y="7"/>
                        <a:pt x="160" y="1"/>
                        <a:pt x="154" y="1"/>
                      </a:cubicBezTo>
                      <a:cubicBezTo>
                        <a:pt x="148" y="1"/>
                        <a:pt x="125" y="0"/>
                        <a:pt x="125" y="0"/>
                      </a:cubicBezTo>
                      <a:cubicBezTo>
                        <a:pt x="125" y="0"/>
                        <a:pt x="111" y="5"/>
                        <a:pt x="103" y="10"/>
                      </a:cubicBezTo>
                      <a:cubicBezTo>
                        <a:pt x="104" y="14"/>
                        <a:pt x="107" y="19"/>
                        <a:pt x="107" y="21"/>
                      </a:cubicBezTo>
                      <a:cubicBezTo>
                        <a:pt x="108" y="24"/>
                        <a:pt x="111" y="34"/>
                        <a:pt x="111" y="34"/>
                      </a:cubicBezTo>
                      <a:cubicBezTo>
                        <a:pt x="111" y="34"/>
                        <a:pt x="114" y="40"/>
                        <a:pt x="116" y="40"/>
                      </a:cubicBezTo>
                      <a:cubicBezTo>
                        <a:pt x="119" y="40"/>
                        <a:pt x="122" y="43"/>
                        <a:pt x="122" y="48"/>
                      </a:cubicBezTo>
                      <a:cubicBezTo>
                        <a:pt x="123" y="52"/>
                        <a:pt x="111" y="59"/>
                        <a:pt x="104" y="60"/>
                      </a:cubicBezTo>
                      <a:cubicBezTo>
                        <a:pt x="98" y="60"/>
                        <a:pt x="95" y="55"/>
                        <a:pt x="92" y="52"/>
                      </a:cubicBezTo>
                      <a:cubicBezTo>
                        <a:pt x="88" y="48"/>
                        <a:pt x="94" y="45"/>
                        <a:pt x="100" y="37"/>
                      </a:cubicBezTo>
                      <a:cubicBezTo>
                        <a:pt x="106" y="29"/>
                        <a:pt x="102" y="24"/>
                        <a:pt x="102" y="24"/>
                      </a:cubicBezTo>
                      <a:cubicBezTo>
                        <a:pt x="102" y="24"/>
                        <a:pt x="99" y="21"/>
                        <a:pt x="97" y="16"/>
                      </a:cubicBezTo>
                      <a:cubicBezTo>
                        <a:pt x="92" y="23"/>
                        <a:pt x="81" y="30"/>
                        <a:pt x="81" y="30"/>
                      </a:cubicBezTo>
                      <a:cubicBezTo>
                        <a:pt x="81" y="30"/>
                        <a:pt x="64" y="42"/>
                        <a:pt x="64" y="49"/>
                      </a:cubicBezTo>
                      <a:cubicBezTo>
                        <a:pt x="64" y="56"/>
                        <a:pt x="60" y="69"/>
                        <a:pt x="60" y="69"/>
                      </a:cubicBezTo>
                      <a:cubicBezTo>
                        <a:pt x="42" y="89"/>
                        <a:pt x="42" y="89"/>
                        <a:pt x="42" y="89"/>
                      </a:cubicBezTo>
                      <a:cubicBezTo>
                        <a:pt x="48" y="97"/>
                        <a:pt x="48" y="97"/>
                        <a:pt x="48" y="97"/>
                      </a:cubicBezTo>
                      <a:cubicBezTo>
                        <a:pt x="31" y="98"/>
                        <a:pt x="31" y="98"/>
                        <a:pt x="31" y="98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1" name="Freeform 263"/>
                <p:cNvSpPr>
                  <a:spLocks/>
                </p:cNvSpPr>
                <p:nvPr/>
              </p:nvSpPr>
              <p:spPr bwMode="gray">
                <a:xfrm>
                  <a:off x="-6043" y="-16483"/>
                  <a:ext cx="352" cy="241"/>
                </a:xfrm>
                <a:custGeom>
                  <a:avLst/>
                  <a:gdLst>
                    <a:gd name="T0" fmla="*/ 0 w 149"/>
                    <a:gd name="T1" fmla="*/ 29 h 102"/>
                    <a:gd name="T2" fmla="*/ 6 w 149"/>
                    <a:gd name="T3" fmla="*/ 43 h 102"/>
                    <a:gd name="T4" fmla="*/ 22 w 149"/>
                    <a:gd name="T5" fmla="*/ 47 h 102"/>
                    <a:gd name="T6" fmla="*/ 29 w 149"/>
                    <a:gd name="T7" fmla="*/ 54 h 102"/>
                    <a:gd name="T8" fmla="*/ 52 w 149"/>
                    <a:gd name="T9" fmla="*/ 59 h 102"/>
                    <a:gd name="T10" fmla="*/ 57 w 149"/>
                    <a:gd name="T11" fmla="*/ 78 h 102"/>
                    <a:gd name="T12" fmla="*/ 72 w 149"/>
                    <a:gd name="T13" fmla="*/ 78 h 102"/>
                    <a:gd name="T14" fmla="*/ 82 w 149"/>
                    <a:gd name="T15" fmla="*/ 71 h 102"/>
                    <a:gd name="T16" fmla="*/ 82 w 149"/>
                    <a:gd name="T17" fmla="*/ 87 h 102"/>
                    <a:gd name="T18" fmla="*/ 106 w 149"/>
                    <a:gd name="T19" fmla="*/ 94 h 102"/>
                    <a:gd name="T20" fmla="*/ 109 w 149"/>
                    <a:gd name="T21" fmla="*/ 98 h 102"/>
                    <a:gd name="T22" fmla="*/ 123 w 149"/>
                    <a:gd name="T23" fmla="*/ 98 h 102"/>
                    <a:gd name="T24" fmla="*/ 128 w 149"/>
                    <a:gd name="T25" fmla="*/ 102 h 102"/>
                    <a:gd name="T26" fmla="*/ 131 w 149"/>
                    <a:gd name="T27" fmla="*/ 100 h 102"/>
                    <a:gd name="T28" fmla="*/ 120 w 149"/>
                    <a:gd name="T29" fmla="*/ 86 h 102"/>
                    <a:gd name="T30" fmla="*/ 130 w 149"/>
                    <a:gd name="T31" fmla="*/ 72 h 102"/>
                    <a:gd name="T32" fmla="*/ 138 w 149"/>
                    <a:gd name="T33" fmla="*/ 68 h 102"/>
                    <a:gd name="T34" fmla="*/ 138 w 149"/>
                    <a:gd name="T35" fmla="*/ 68 h 102"/>
                    <a:gd name="T36" fmla="*/ 140 w 149"/>
                    <a:gd name="T37" fmla="*/ 62 h 102"/>
                    <a:gd name="T38" fmla="*/ 149 w 149"/>
                    <a:gd name="T39" fmla="*/ 61 h 102"/>
                    <a:gd name="T40" fmla="*/ 146 w 149"/>
                    <a:gd name="T41" fmla="*/ 48 h 102"/>
                    <a:gd name="T42" fmla="*/ 136 w 149"/>
                    <a:gd name="T43" fmla="*/ 39 h 102"/>
                    <a:gd name="T44" fmla="*/ 131 w 149"/>
                    <a:gd name="T45" fmla="*/ 38 h 102"/>
                    <a:gd name="T46" fmla="*/ 120 w 149"/>
                    <a:gd name="T47" fmla="*/ 38 h 102"/>
                    <a:gd name="T48" fmla="*/ 122 w 149"/>
                    <a:gd name="T49" fmla="*/ 28 h 102"/>
                    <a:gd name="T50" fmla="*/ 127 w 149"/>
                    <a:gd name="T51" fmla="*/ 19 h 102"/>
                    <a:gd name="T52" fmla="*/ 116 w 149"/>
                    <a:gd name="T53" fmla="*/ 12 h 102"/>
                    <a:gd name="T54" fmla="*/ 102 w 149"/>
                    <a:gd name="T55" fmla="*/ 12 h 102"/>
                    <a:gd name="T56" fmla="*/ 98 w 149"/>
                    <a:gd name="T57" fmla="*/ 2 h 102"/>
                    <a:gd name="T58" fmla="*/ 79 w 149"/>
                    <a:gd name="T59" fmla="*/ 2 h 102"/>
                    <a:gd name="T60" fmla="*/ 73 w 149"/>
                    <a:gd name="T61" fmla="*/ 6 h 102"/>
                    <a:gd name="T62" fmla="*/ 64 w 149"/>
                    <a:gd name="T63" fmla="*/ 4 h 102"/>
                    <a:gd name="T64" fmla="*/ 64 w 149"/>
                    <a:gd name="T65" fmla="*/ 10 h 102"/>
                    <a:gd name="T66" fmla="*/ 54 w 149"/>
                    <a:gd name="T67" fmla="*/ 8 h 102"/>
                    <a:gd name="T68" fmla="*/ 51 w 149"/>
                    <a:gd name="T69" fmla="*/ 15 h 102"/>
                    <a:gd name="T70" fmla="*/ 42 w 149"/>
                    <a:gd name="T71" fmla="*/ 10 h 102"/>
                    <a:gd name="T72" fmla="*/ 30 w 149"/>
                    <a:gd name="T73" fmla="*/ 12 h 102"/>
                    <a:gd name="T74" fmla="*/ 26 w 149"/>
                    <a:gd name="T75" fmla="*/ 6 h 102"/>
                    <a:gd name="T76" fmla="*/ 18 w 149"/>
                    <a:gd name="T77" fmla="*/ 8 h 102"/>
                    <a:gd name="T78" fmla="*/ 17 w 149"/>
                    <a:gd name="T79" fmla="*/ 6 h 102"/>
                    <a:gd name="T80" fmla="*/ 1 w 149"/>
                    <a:gd name="T81" fmla="*/ 20 h 102"/>
                    <a:gd name="T82" fmla="*/ 0 w 149"/>
                    <a:gd name="T83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49" h="102">
                      <a:moveTo>
                        <a:pt x="0" y="29"/>
                      </a:moveTo>
                      <a:cubicBezTo>
                        <a:pt x="6" y="43"/>
                        <a:pt x="6" y="43"/>
                        <a:pt x="6" y="43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9" y="54"/>
                        <a:pt x="29" y="54"/>
                        <a:pt x="29" y="54"/>
                      </a:cubicBezTo>
                      <a:cubicBezTo>
                        <a:pt x="29" y="54"/>
                        <a:pt x="47" y="56"/>
                        <a:pt x="52" y="59"/>
                      </a:cubicBezTo>
                      <a:cubicBezTo>
                        <a:pt x="57" y="62"/>
                        <a:pt x="57" y="78"/>
                        <a:pt x="57" y="78"/>
                      </a:cubicBezTo>
                      <a:cubicBezTo>
                        <a:pt x="72" y="78"/>
                        <a:pt x="72" y="78"/>
                        <a:pt x="72" y="78"/>
                      </a:cubicBezTo>
                      <a:cubicBezTo>
                        <a:pt x="82" y="71"/>
                        <a:pt x="82" y="71"/>
                        <a:pt x="82" y="71"/>
                      </a:cubicBezTo>
                      <a:cubicBezTo>
                        <a:pt x="82" y="87"/>
                        <a:pt x="82" y="87"/>
                        <a:pt x="82" y="87"/>
                      </a:cubicBezTo>
                      <a:cubicBezTo>
                        <a:pt x="82" y="87"/>
                        <a:pt x="104" y="91"/>
                        <a:pt x="106" y="94"/>
                      </a:cubicBezTo>
                      <a:cubicBezTo>
                        <a:pt x="108" y="97"/>
                        <a:pt x="109" y="98"/>
                        <a:pt x="109" y="98"/>
                      </a:cubicBezTo>
                      <a:cubicBezTo>
                        <a:pt x="123" y="98"/>
                        <a:pt x="123" y="98"/>
                        <a:pt x="123" y="98"/>
                      </a:cubicBezTo>
                      <a:cubicBezTo>
                        <a:pt x="128" y="102"/>
                        <a:pt x="128" y="102"/>
                        <a:pt x="128" y="102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27" y="95"/>
                        <a:pt x="121" y="88"/>
                        <a:pt x="120" y="86"/>
                      </a:cubicBezTo>
                      <a:cubicBezTo>
                        <a:pt x="118" y="84"/>
                        <a:pt x="119" y="78"/>
                        <a:pt x="130" y="72"/>
                      </a:cubicBezTo>
                      <a:cubicBezTo>
                        <a:pt x="134" y="70"/>
                        <a:pt x="137" y="69"/>
                        <a:pt x="138" y="68"/>
                      </a:cubicBezTo>
                      <a:cubicBezTo>
                        <a:pt x="138" y="68"/>
                        <a:pt x="138" y="68"/>
                        <a:pt x="138" y="68"/>
                      </a:cubicBezTo>
                      <a:cubicBezTo>
                        <a:pt x="139" y="65"/>
                        <a:pt x="140" y="62"/>
                        <a:pt x="140" y="62"/>
                      </a:cubicBezTo>
                      <a:cubicBezTo>
                        <a:pt x="149" y="61"/>
                        <a:pt x="149" y="61"/>
                        <a:pt x="149" y="61"/>
                      </a:cubicBezTo>
                      <a:cubicBezTo>
                        <a:pt x="149" y="61"/>
                        <a:pt x="146" y="54"/>
                        <a:pt x="146" y="48"/>
                      </a:cubicBezTo>
                      <a:cubicBezTo>
                        <a:pt x="145" y="42"/>
                        <a:pt x="136" y="39"/>
                        <a:pt x="136" y="39"/>
                      </a:cubicBezTo>
                      <a:cubicBezTo>
                        <a:pt x="131" y="38"/>
                        <a:pt x="131" y="38"/>
                        <a:pt x="131" y="38"/>
                      </a:cubicBezTo>
                      <a:cubicBezTo>
                        <a:pt x="131" y="38"/>
                        <a:pt x="122" y="43"/>
                        <a:pt x="120" y="38"/>
                      </a:cubicBezTo>
                      <a:cubicBezTo>
                        <a:pt x="118" y="32"/>
                        <a:pt x="122" y="28"/>
                        <a:pt x="122" y="28"/>
                      </a:cubicBezTo>
                      <a:cubicBezTo>
                        <a:pt x="122" y="28"/>
                        <a:pt x="128" y="28"/>
                        <a:pt x="127" y="19"/>
                      </a:cubicBezTo>
                      <a:cubicBezTo>
                        <a:pt x="126" y="10"/>
                        <a:pt x="116" y="12"/>
                        <a:pt x="116" y="12"/>
                      </a:cubicBezTo>
                      <a:cubicBezTo>
                        <a:pt x="116" y="12"/>
                        <a:pt x="104" y="16"/>
                        <a:pt x="102" y="12"/>
                      </a:cubicBezTo>
                      <a:cubicBezTo>
                        <a:pt x="99" y="8"/>
                        <a:pt x="98" y="2"/>
                        <a:pt x="98" y="2"/>
                      </a:cubicBezTo>
                      <a:cubicBezTo>
                        <a:pt x="98" y="2"/>
                        <a:pt x="84" y="0"/>
                        <a:pt x="79" y="2"/>
                      </a:cubicBezTo>
                      <a:cubicBezTo>
                        <a:pt x="74" y="3"/>
                        <a:pt x="73" y="6"/>
                        <a:pt x="73" y="6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54" y="8"/>
                        <a:pt x="54" y="8"/>
                        <a:pt x="54" y="8"/>
                      </a:cubicBezTo>
                      <a:cubicBezTo>
                        <a:pt x="51" y="15"/>
                        <a:pt x="51" y="15"/>
                        <a:pt x="51" y="15"/>
                      </a:cubicBezTo>
                      <a:cubicBezTo>
                        <a:pt x="51" y="15"/>
                        <a:pt x="47" y="10"/>
                        <a:pt x="42" y="10"/>
                      </a:cubicBezTo>
                      <a:cubicBezTo>
                        <a:pt x="38" y="11"/>
                        <a:pt x="30" y="12"/>
                        <a:pt x="30" y="12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" y="20"/>
                        <a:pt x="1" y="20"/>
                        <a:pt x="1" y="20"/>
                      </a:cubicBezTo>
                      <a:lnTo>
                        <a:pt x="0" y="2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2" name="Freeform 264"/>
                <p:cNvSpPr>
                  <a:spLocks/>
                </p:cNvSpPr>
                <p:nvPr/>
              </p:nvSpPr>
              <p:spPr bwMode="gray">
                <a:xfrm>
                  <a:off x="-5734" y="-16901"/>
                  <a:ext cx="882" cy="928"/>
                </a:xfrm>
                <a:custGeom>
                  <a:avLst/>
                  <a:gdLst>
                    <a:gd name="T0" fmla="*/ 21 w 373"/>
                    <a:gd name="T1" fmla="*/ 294 h 393"/>
                    <a:gd name="T2" fmla="*/ 62 w 373"/>
                    <a:gd name="T3" fmla="*/ 297 h 393"/>
                    <a:gd name="T4" fmla="*/ 90 w 373"/>
                    <a:gd name="T5" fmla="*/ 305 h 393"/>
                    <a:gd name="T6" fmla="*/ 74 w 373"/>
                    <a:gd name="T7" fmla="*/ 330 h 393"/>
                    <a:gd name="T8" fmla="*/ 75 w 373"/>
                    <a:gd name="T9" fmla="*/ 381 h 393"/>
                    <a:gd name="T10" fmla="*/ 101 w 373"/>
                    <a:gd name="T11" fmla="*/ 378 h 393"/>
                    <a:gd name="T12" fmla="*/ 128 w 373"/>
                    <a:gd name="T13" fmla="*/ 372 h 393"/>
                    <a:gd name="T14" fmla="*/ 148 w 373"/>
                    <a:gd name="T15" fmla="*/ 383 h 393"/>
                    <a:gd name="T16" fmla="*/ 161 w 373"/>
                    <a:gd name="T17" fmla="*/ 382 h 393"/>
                    <a:gd name="T18" fmla="*/ 182 w 373"/>
                    <a:gd name="T19" fmla="*/ 377 h 393"/>
                    <a:gd name="T20" fmla="*/ 224 w 373"/>
                    <a:gd name="T21" fmla="*/ 387 h 393"/>
                    <a:gd name="T22" fmla="*/ 258 w 373"/>
                    <a:gd name="T23" fmla="*/ 372 h 393"/>
                    <a:gd name="T24" fmla="*/ 290 w 373"/>
                    <a:gd name="T25" fmla="*/ 385 h 393"/>
                    <a:gd name="T26" fmla="*/ 282 w 373"/>
                    <a:gd name="T27" fmla="*/ 358 h 393"/>
                    <a:gd name="T28" fmla="*/ 309 w 373"/>
                    <a:gd name="T29" fmla="*/ 335 h 393"/>
                    <a:gd name="T30" fmla="*/ 324 w 373"/>
                    <a:gd name="T31" fmla="*/ 316 h 393"/>
                    <a:gd name="T32" fmla="*/ 301 w 373"/>
                    <a:gd name="T33" fmla="*/ 295 h 393"/>
                    <a:gd name="T34" fmla="*/ 281 w 373"/>
                    <a:gd name="T35" fmla="*/ 285 h 393"/>
                    <a:gd name="T36" fmla="*/ 271 w 373"/>
                    <a:gd name="T37" fmla="*/ 271 h 393"/>
                    <a:gd name="T38" fmla="*/ 263 w 373"/>
                    <a:gd name="T39" fmla="*/ 248 h 393"/>
                    <a:gd name="T40" fmla="*/ 263 w 373"/>
                    <a:gd name="T41" fmla="*/ 239 h 393"/>
                    <a:gd name="T42" fmla="*/ 283 w 373"/>
                    <a:gd name="T43" fmla="*/ 227 h 393"/>
                    <a:gd name="T44" fmla="*/ 308 w 373"/>
                    <a:gd name="T45" fmla="*/ 221 h 393"/>
                    <a:gd name="T46" fmla="*/ 325 w 373"/>
                    <a:gd name="T47" fmla="*/ 210 h 393"/>
                    <a:gd name="T48" fmla="*/ 360 w 373"/>
                    <a:gd name="T49" fmla="*/ 208 h 393"/>
                    <a:gd name="T50" fmla="*/ 369 w 373"/>
                    <a:gd name="T51" fmla="*/ 177 h 393"/>
                    <a:gd name="T52" fmla="*/ 351 w 373"/>
                    <a:gd name="T53" fmla="*/ 157 h 393"/>
                    <a:gd name="T54" fmla="*/ 356 w 373"/>
                    <a:gd name="T55" fmla="*/ 136 h 393"/>
                    <a:gd name="T56" fmla="*/ 352 w 373"/>
                    <a:gd name="T57" fmla="*/ 115 h 393"/>
                    <a:gd name="T58" fmla="*/ 334 w 373"/>
                    <a:gd name="T59" fmla="*/ 106 h 393"/>
                    <a:gd name="T60" fmla="*/ 339 w 373"/>
                    <a:gd name="T61" fmla="*/ 72 h 393"/>
                    <a:gd name="T62" fmla="*/ 321 w 373"/>
                    <a:gd name="T63" fmla="*/ 55 h 393"/>
                    <a:gd name="T64" fmla="*/ 296 w 373"/>
                    <a:gd name="T65" fmla="*/ 35 h 393"/>
                    <a:gd name="T66" fmla="*/ 226 w 373"/>
                    <a:gd name="T67" fmla="*/ 35 h 393"/>
                    <a:gd name="T68" fmla="*/ 202 w 373"/>
                    <a:gd name="T69" fmla="*/ 35 h 393"/>
                    <a:gd name="T70" fmla="*/ 168 w 373"/>
                    <a:gd name="T71" fmla="*/ 22 h 393"/>
                    <a:gd name="T72" fmla="*/ 145 w 373"/>
                    <a:gd name="T73" fmla="*/ 3 h 393"/>
                    <a:gd name="T74" fmla="*/ 112 w 373"/>
                    <a:gd name="T75" fmla="*/ 0 h 393"/>
                    <a:gd name="T76" fmla="*/ 130 w 373"/>
                    <a:gd name="T77" fmla="*/ 49 h 393"/>
                    <a:gd name="T78" fmla="*/ 105 w 373"/>
                    <a:gd name="T79" fmla="*/ 55 h 393"/>
                    <a:gd name="T80" fmla="*/ 82 w 373"/>
                    <a:gd name="T81" fmla="*/ 62 h 393"/>
                    <a:gd name="T82" fmla="*/ 57 w 373"/>
                    <a:gd name="T83" fmla="*/ 85 h 393"/>
                    <a:gd name="T84" fmla="*/ 47 w 373"/>
                    <a:gd name="T85" fmla="*/ 103 h 393"/>
                    <a:gd name="T86" fmla="*/ 30 w 373"/>
                    <a:gd name="T87" fmla="*/ 122 h 393"/>
                    <a:gd name="T88" fmla="*/ 35 w 373"/>
                    <a:gd name="T89" fmla="*/ 153 h 393"/>
                    <a:gd name="T90" fmla="*/ 1 w 373"/>
                    <a:gd name="T91" fmla="*/ 155 h 393"/>
                    <a:gd name="T92" fmla="*/ 0 w 373"/>
                    <a:gd name="T93" fmla="*/ 191 h 393"/>
                    <a:gd name="T94" fmla="*/ 5 w 373"/>
                    <a:gd name="T95" fmla="*/ 216 h 393"/>
                    <a:gd name="T96" fmla="*/ 9 w 373"/>
                    <a:gd name="T97" fmla="*/ 239 h 393"/>
                    <a:gd name="T98" fmla="*/ 17 w 373"/>
                    <a:gd name="T99" fmla="*/ 274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373" h="393">
                      <a:moveTo>
                        <a:pt x="17" y="274"/>
                      </a:moveTo>
                      <a:cubicBezTo>
                        <a:pt x="17" y="274"/>
                        <a:pt x="19" y="278"/>
                        <a:pt x="22" y="281"/>
                      </a:cubicBezTo>
                      <a:cubicBezTo>
                        <a:pt x="25" y="284"/>
                        <a:pt x="21" y="294"/>
                        <a:pt x="21" y="294"/>
                      </a:cubicBezTo>
                      <a:cubicBezTo>
                        <a:pt x="38" y="294"/>
                        <a:pt x="38" y="294"/>
                        <a:pt x="38" y="294"/>
                      </a:cubicBezTo>
                      <a:cubicBezTo>
                        <a:pt x="38" y="294"/>
                        <a:pt x="36" y="299"/>
                        <a:pt x="42" y="300"/>
                      </a:cubicBezTo>
                      <a:cubicBezTo>
                        <a:pt x="48" y="301"/>
                        <a:pt x="62" y="297"/>
                        <a:pt x="62" y="297"/>
                      </a:cubicBezTo>
                      <a:cubicBezTo>
                        <a:pt x="62" y="301"/>
                        <a:pt x="62" y="301"/>
                        <a:pt x="62" y="301"/>
                      </a:cubicBezTo>
                      <a:cubicBezTo>
                        <a:pt x="80" y="300"/>
                        <a:pt x="80" y="300"/>
                        <a:pt x="80" y="300"/>
                      </a:cubicBezTo>
                      <a:cubicBezTo>
                        <a:pt x="90" y="305"/>
                        <a:pt x="90" y="305"/>
                        <a:pt x="90" y="305"/>
                      </a:cubicBezTo>
                      <a:cubicBezTo>
                        <a:pt x="88" y="311"/>
                        <a:pt x="88" y="311"/>
                        <a:pt x="88" y="311"/>
                      </a:cubicBezTo>
                      <a:cubicBezTo>
                        <a:pt x="74" y="322"/>
                        <a:pt x="74" y="322"/>
                        <a:pt x="74" y="322"/>
                      </a:cubicBezTo>
                      <a:cubicBezTo>
                        <a:pt x="74" y="330"/>
                        <a:pt x="74" y="330"/>
                        <a:pt x="74" y="330"/>
                      </a:cubicBezTo>
                      <a:cubicBezTo>
                        <a:pt x="74" y="330"/>
                        <a:pt x="64" y="349"/>
                        <a:pt x="62" y="360"/>
                      </a:cubicBezTo>
                      <a:cubicBezTo>
                        <a:pt x="60" y="369"/>
                        <a:pt x="63" y="377"/>
                        <a:pt x="64" y="379"/>
                      </a:cubicBezTo>
                      <a:cubicBezTo>
                        <a:pt x="75" y="381"/>
                        <a:pt x="75" y="381"/>
                        <a:pt x="75" y="381"/>
                      </a:cubicBezTo>
                      <a:cubicBezTo>
                        <a:pt x="87" y="381"/>
                        <a:pt x="87" y="381"/>
                        <a:pt x="87" y="381"/>
                      </a:cubicBezTo>
                      <a:cubicBezTo>
                        <a:pt x="97" y="374"/>
                        <a:pt x="97" y="374"/>
                        <a:pt x="97" y="374"/>
                      </a:cubicBezTo>
                      <a:cubicBezTo>
                        <a:pt x="101" y="378"/>
                        <a:pt x="101" y="378"/>
                        <a:pt x="101" y="378"/>
                      </a:cubicBezTo>
                      <a:cubicBezTo>
                        <a:pt x="101" y="378"/>
                        <a:pt x="96" y="366"/>
                        <a:pt x="103" y="365"/>
                      </a:cubicBezTo>
                      <a:cubicBezTo>
                        <a:pt x="110" y="364"/>
                        <a:pt x="119" y="372"/>
                        <a:pt x="119" y="372"/>
                      </a:cubicBezTo>
                      <a:cubicBezTo>
                        <a:pt x="128" y="372"/>
                        <a:pt x="128" y="372"/>
                        <a:pt x="128" y="372"/>
                      </a:cubicBezTo>
                      <a:cubicBezTo>
                        <a:pt x="138" y="375"/>
                        <a:pt x="138" y="375"/>
                        <a:pt x="138" y="375"/>
                      </a:cubicBezTo>
                      <a:cubicBezTo>
                        <a:pt x="144" y="383"/>
                        <a:pt x="144" y="383"/>
                        <a:pt x="144" y="383"/>
                      </a:cubicBezTo>
                      <a:cubicBezTo>
                        <a:pt x="148" y="383"/>
                        <a:pt x="148" y="383"/>
                        <a:pt x="148" y="383"/>
                      </a:cubicBezTo>
                      <a:cubicBezTo>
                        <a:pt x="148" y="383"/>
                        <a:pt x="149" y="384"/>
                        <a:pt x="149" y="385"/>
                      </a:cubicBezTo>
                      <a:cubicBezTo>
                        <a:pt x="149" y="385"/>
                        <a:pt x="149" y="385"/>
                        <a:pt x="149" y="385"/>
                      </a:cubicBezTo>
                      <a:cubicBezTo>
                        <a:pt x="151" y="383"/>
                        <a:pt x="155" y="380"/>
                        <a:pt x="161" y="382"/>
                      </a:cubicBezTo>
                      <a:cubicBezTo>
                        <a:pt x="170" y="383"/>
                        <a:pt x="171" y="393"/>
                        <a:pt x="175" y="392"/>
                      </a:cubicBezTo>
                      <a:cubicBezTo>
                        <a:pt x="179" y="391"/>
                        <a:pt x="182" y="386"/>
                        <a:pt x="182" y="386"/>
                      </a:cubicBezTo>
                      <a:cubicBezTo>
                        <a:pt x="182" y="377"/>
                        <a:pt x="182" y="377"/>
                        <a:pt x="182" y="377"/>
                      </a:cubicBezTo>
                      <a:cubicBezTo>
                        <a:pt x="195" y="378"/>
                        <a:pt x="195" y="378"/>
                        <a:pt x="195" y="378"/>
                      </a:cubicBezTo>
                      <a:cubicBezTo>
                        <a:pt x="195" y="378"/>
                        <a:pt x="205" y="389"/>
                        <a:pt x="212" y="389"/>
                      </a:cubicBezTo>
                      <a:cubicBezTo>
                        <a:pt x="218" y="389"/>
                        <a:pt x="224" y="387"/>
                        <a:pt x="224" y="387"/>
                      </a:cubicBezTo>
                      <a:cubicBezTo>
                        <a:pt x="233" y="379"/>
                        <a:pt x="233" y="379"/>
                        <a:pt x="233" y="379"/>
                      </a:cubicBezTo>
                      <a:cubicBezTo>
                        <a:pt x="247" y="378"/>
                        <a:pt x="247" y="378"/>
                        <a:pt x="247" y="378"/>
                      </a:cubicBezTo>
                      <a:cubicBezTo>
                        <a:pt x="258" y="372"/>
                        <a:pt x="258" y="372"/>
                        <a:pt x="258" y="372"/>
                      </a:cubicBezTo>
                      <a:cubicBezTo>
                        <a:pt x="267" y="373"/>
                        <a:pt x="267" y="373"/>
                        <a:pt x="267" y="373"/>
                      </a:cubicBezTo>
                      <a:cubicBezTo>
                        <a:pt x="280" y="378"/>
                        <a:pt x="280" y="378"/>
                        <a:pt x="280" y="378"/>
                      </a:cubicBezTo>
                      <a:cubicBezTo>
                        <a:pt x="280" y="378"/>
                        <a:pt x="288" y="392"/>
                        <a:pt x="290" y="385"/>
                      </a:cubicBezTo>
                      <a:cubicBezTo>
                        <a:pt x="291" y="379"/>
                        <a:pt x="290" y="369"/>
                        <a:pt x="290" y="369"/>
                      </a:cubicBezTo>
                      <a:cubicBezTo>
                        <a:pt x="290" y="360"/>
                        <a:pt x="290" y="360"/>
                        <a:pt x="290" y="360"/>
                      </a:cubicBezTo>
                      <a:cubicBezTo>
                        <a:pt x="282" y="358"/>
                        <a:pt x="282" y="358"/>
                        <a:pt x="282" y="358"/>
                      </a:cubicBezTo>
                      <a:cubicBezTo>
                        <a:pt x="282" y="358"/>
                        <a:pt x="287" y="345"/>
                        <a:pt x="291" y="344"/>
                      </a:cubicBezTo>
                      <a:cubicBezTo>
                        <a:pt x="296" y="343"/>
                        <a:pt x="309" y="346"/>
                        <a:pt x="309" y="346"/>
                      </a:cubicBezTo>
                      <a:cubicBezTo>
                        <a:pt x="309" y="335"/>
                        <a:pt x="309" y="335"/>
                        <a:pt x="309" y="335"/>
                      </a:cubicBezTo>
                      <a:cubicBezTo>
                        <a:pt x="305" y="328"/>
                        <a:pt x="305" y="328"/>
                        <a:pt x="305" y="328"/>
                      </a:cubicBezTo>
                      <a:cubicBezTo>
                        <a:pt x="317" y="327"/>
                        <a:pt x="317" y="327"/>
                        <a:pt x="317" y="327"/>
                      </a:cubicBezTo>
                      <a:cubicBezTo>
                        <a:pt x="324" y="316"/>
                        <a:pt x="324" y="316"/>
                        <a:pt x="324" y="316"/>
                      </a:cubicBezTo>
                      <a:cubicBezTo>
                        <a:pt x="324" y="316"/>
                        <a:pt x="323" y="309"/>
                        <a:pt x="317" y="305"/>
                      </a:cubicBezTo>
                      <a:cubicBezTo>
                        <a:pt x="312" y="302"/>
                        <a:pt x="307" y="304"/>
                        <a:pt x="307" y="304"/>
                      </a:cubicBezTo>
                      <a:cubicBezTo>
                        <a:pt x="301" y="295"/>
                        <a:pt x="301" y="295"/>
                        <a:pt x="301" y="295"/>
                      </a:cubicBezTo>
                      <a:cubicBezTo>
                        <a:pt x="297" y="295"/>
                        <a:pt x="297" y="295"/>
                        <a:pt x="297" y="295"/>
                      </a:cubicBezTo>
                      <a:cubicBezTo>
                        <a:pt x="294" y="287"/>
                        <a:pt x="294" y="287"/>
                        <a:pt x="294" y="287"/>
                      </a:cubicBezTo>
                      <a:cubicBezTo>
                        <a:pt x="294" y="287"/>
                        <a:pt x="288" y="285"/>
                        <a:pt x="281" y="285"/>
                      </a:cubicBezTo>
                      <a:cubicBezTo>
                        <a:pt x="273" y="284"/>
                        <a:pt x="279" y="279"/>
                        <a:pt x="279" y="279"/>
                      </a:cubicBezTo>
                      <a:cubicBezTo>
                        <a:pt x="273" y="277"/>
                        <a:pt x="273" y="277"/>
                        <a:pt x="273" y="277"/>
                      </a:cubicBezTo>
                      <a:cubicBezTo>
                        <a:pt x="271" y="271"/>
                        <a:pt x="271" y="271"/>
                        <a:pt x="271" y="271"/>
                      </a:cubicBezTo>
                      <a:cubicBezTo>
                        <a:pt x="271" y="271"/>
                        <a:pt x="263" y="265"/>
                        <a:pt x="262" y="263"/>
                      </a:cubicBezTo>
                      <a:cubicBezTo>
                        <a:pt x="261" y="261"/>
                        <a:pt x="269" y="257"/>
                        <a:pt x="269" y="257"/>
                      </a:cubicBezTo>
                      <a:cubicBezTo>
                        <a:pt x="263" y="248"/>
                        <a:pt x="263" y="248"/>
                        <a:pt x="263" y="248"/>
                      </a:cubicBezTo>
                      <a:cubicBezTo>
                        <a:pt x="257" y="247"/>
                        <a:pt x="257" y="247"/>
                        <a:pt x="257" y="247"/>
                      </a:cubicBezTo>
                      <a:cubicBezTo>
                        <a:pt x="257" y="247"/>
                        <a:pt x="252" y="238"/>
                        <a:pt x="255" y="235"/>
                      </a:cubicBezTo>
                      <a:cubicBezTo>
                        <a:pt x="259" y="233"/>
                        <a:pt x="259" y="239"/>
                        <a:pt x="263" y="239"/>
                      </a:cubicBezTo>
                      <a:cubicBezTo>
                        <a:pt x="267" y="238"/>
                        <a:pt x="266" y="233"/>
                        <a:pt x="266" y="233"/>
                      </a:cubicBezTo>
                      <a:cubicBezTo>
                        <a:pt x="273" y="233"/>
                        <a:pt x="273" y="233"/>
                        <a:pt x="273" y="233"/>
                      </a:cubicBezTo>
                      <a:cubicBezTo>
                        <a:pt x="273" y="233"/>
                        <a:pt x="275" y="225"/>
                        <a:pt x="283" y="227"/>
                      </a:cubicBezTo>
                      <a:cubicBezTo>
                        <a:pt x="292" y="229"/>
                        <a:pt x="290" y="233"/>
                        <a:pt x="290" y="233"/>
                      </a:cubicBezTo>
                      <a:cubicBezTo>
                        <a:pt x="297" y="224"/>
                        <a:pt x="297" y="224"/>
                        <a:pt x="297" y="224"/>
                      </a:cubicBezTo>
                      <a:cubicBezTo>
                        <a:pt x="308" y="221"/>
                        <a:pt x="308" y="221"/>
                        <a:pt x="308" y="221"/>
                      </a:cubicBezTo>
                      <a:cubicBezTo>
                        <a:pt x="310" y="217"/>
                        <a:pt x="310" y="217"/>
                        <a:pt x="310" y="217"/>
                      </a:cubicBezTo>
                      <a:cubicBezTo>
                        <a:pt x="310" y="217"/>
                        <a:pt x="321" y="217"/>
                        <a:pt x="324" y="216"/>
                      </a:cubicBezTo>
                      <a:cubicBezTo>
                        <a:pt x="327" y="215"/>
                        <a:pt x="325" y="210"/>
                        <a:pt x="325" y="210"/>
                      </a:cubicBezTo>
                      <a:cubicBezTo>
                        <a:pt x="325" y="210"/>
                        <a:pt x="336" y="211"/>
                        <a:pt x="339" y="208"/>
                      </a:cubicBezTo>
                      <a:cubicBezTo>
                        <a:pt x="341" y="205"/>
                        <a:pt x="346" y="199"/>
                        <a:pt x="348" y="198"/>
                      </a:cubicBezTo>
                      <a:cubicBezTo>
                        <a:pt x="350" y="197"/>
                        <a:pt x="355" y="209"/>
                        <a:pt x="360" y="208"/>
                      </a:cubicBezTo>
                      <a:cubicBezTo>
                        <a:pt x="365" y="207"/>
                        <a:pt x="371" y="195"/>
                        <a:pt x="372" y="191"/>
                      </a:cubicBezTo>
                      <a:cubicBezTo>
                        <a:pt x="373" y="188"/>
                        <a:pt x="367" y="187"/>
                        <a:pt x="367" y="187"/>
                      </a:cubicBezTo>
                      <a:cubicBezTo>
                        <a:pt x="367" y="187"/>
                        <a:pt x="371" y="182"/>
                        <a:pt x="369" y="177"/>
                      </a:cubicBezTo>
                      <a:cubicBezTo>
                        <a:pt x="368" y="171"/>
                        <a:pt x="360" y="177"/>
                        <a:pt x="360" y="177"/>
                      </a:cubicBezTo>
                      <a:cubicBezTo>
                        <a:pt x="361" y="165"/>
                        <a:pt x="361" y="165"/>
                        <a:pt x="361" y="165"/>
                      </a:cubicBezTo>
                      <a:cubicBezTo>
                        <a:pt x="361" y="165"/>
                        <a:pt x="352" y="163"/>
                        <a:pt x="351" y="157"/>
                      </a:cubicBezTo>
                      <a:cubicBezTo>
                        <a:pt x="351" y="152"/>
                        <a:pt x="360" y="146"/>
                        <a:pt x="360" y="146"/>
                      </a:cubicBezTo>
                      <a:cubicBezTo>
                        <a:pt x="360" y="146"/>
                        <a:pt x="357" y="144"/>
                        <a:pt x="355" y="143"/>
                      </a:cubicBezTo>
                      <a:cubicBezTo>
                        <a:pt x="353" y="143"/>
                        <a:pt x="356" y="136"/>
                        <a:pt x="356" y="136"/>
                      </a:cubicBezTo>
                      <a:cubicBezTo>
                        <a:pt x="356" y="136"/>
                        <a:pt x="351" y="135"/>
                        <a:pt x="350" y="132"/>
                      </a:cubicBezTo>
                      <a:cubicBezTo>
                        <a:pt x="349" y="129"/>
                        <a:pt x="355" y="126"/>
                        <a:pt x="355" y="126"/>
                      </a:cubicBezTo>
                      <a:cubicBezTo>
                        <a:pt x="355" y="126"/>
                        <a:pt x="355" y="120"/>
                        <a:pt x="352" y="115"/>
                      </a:cubicBezTo>
                      <a:cubicBezTo>
                        <a:pt x="349" y="111"/>
                        <a:pt x="345" y="115"/>
                        <a:pt x="345" y="115"/>
                      </a:cubicBezTo>
                      <a:cubicBezTo>
                        <a:pt x="341" y="109"/>
                        <a:pt x="341" y="109"/>
                        <a:pt x="341" y="109"/>
                      </a:cubicBezTo>
                      <a:cubicBezTo>
                        <a:pt x="341" y="109"/>
                        <a:pt x="337" y="113"/>
                        <a:pt x="334" y="106"/>
                      </a:cubicBezTo>
                      <a:cubicBezTo>
                        <a:pt x="331" y="99"/>
                        <a:pt x="337" y="98"/>
                        <a:pt x="343" y="93"/>
                      </a:cubicBezTo>
                      <a:cubicBezTo>
                        <a:pt x="349" y="89"/>
                        <a:pt x="347" y="87"/>
                        <a:pt x="345" y="79"/>
                      </a:cubicBezTo>
                      <a:cubicBezTo>
                        <a:pt x="342" y="70"/>
                        <a:pt x="337" y="78"/>
                        <a:pt x="339" y="72"/>
                      </a:cubicBezTo>
                      <a:cubicBezTo>
                        <a:pt x="340" y="69"/>
                        <a:pt x="339" y="65"/>
                        <a:pt x="338" y="62"/>
                      </a:cubicBezTo>
                      <a:cubicBezTo>
                        <a:pt x="334" y="60"/>
                        <a:pt x="334" y="60"/>
                        <a:pt x="334" y="60"/>
                      </a:cubicBezTo>
                      <a:cubicBezTo>
                        <a:pt x="321" y="55"/>
                        <a:pt x="321" y="55"/>
                        <a:pt x="321" y="55"/>
                      </a:cubicBezTo>
                      <a:cubicBezTo>
                        <a:pt x="321" y="55"/>
                        <a:pt x="323" y="50"/>
                        <a:pt x="318" y="44"/>
                      </a:cubicBezTo>
                      <a:cubicBezTo>
                        <a:pt x="313" y="38"/>
                        <a:pt x="301" y="41"/>
                        <a:pt x="301" y="41"/>
                      </a:cubicBezTo>
                      <a:cubicBezTo>
                        <a:pt x="296" y="35"/>
                        <a:pt x="296" y="35"/>
                        <a:pt x="296" y="35"/>
                      </a:cubicBezTo>
                      <a:cubicBezTo>
                        <a:pt x="296" y="35"/>
                        <a:pt x="270" y="23"/>
                        <a:pt x="265" y="26"/>
                      </a:cubicBezTo>
                      <a:cubicBezTo>
                        <a:pt x="260" y="29"/>
                        <a:pt x="253" y="36"/>
                        <a:pt x="253" y="36"/>
                      </a:cubicBezTo>
                      <a:cubicBezTo>
                        <a:pt x="226" y="35"/>
                        <a:pt x="226" y="35"/>
                        <a:pt x="226" y="35"/>
                      </a:cubicBezTo>
                      <a:cubicBezTo>
                        <a:pt x="226" y="47"/>
                        <a:pt x="226" y="47"/>
                        <a:pt x="226" y="47"/>
                      </a:cubicBezTo>
                      <a:cubicBezTo>
                        <a:pt x="200" y="46"/>
                        <a:pt x="200" y="46"/>
                        <a:pt x="200" y="46"/>
                      </a:cubicBezTo>
                      <a:cubicBezTo>
                        <a:pt x="200" y="46"/>
                        <a:pt x="198" y="38"/>
                        <a:pt x="202" y="35"/>
                      </a:cubicBezTo>
                      <a:cubicBezTo>
                        <a:pt x="206" y="32"/>
                        <a:pt x="209" y="20"/>
                        <a:pt x="209" y="20"/>
                      </a:cubicBezTo>
                      <a:cubicBezTo>
                        <a:pt x="196" y="27"/>
                        <a:pt x="196" y="27"/>
                        <a:pt x="196" y="27"/>
                      </a:cubicBezTo>
                      <a:cubicBezTo>
                        <a:pt x="168" y="22"/>
                        <a:pt x="168" y="22"/>
                        <a:pt x="168" y="22"/>
                      </a:cubicBezTo>
                      <a:cubicBezTo>
                        <a:pt x="168" y="22"/>
                        <a:pt x="160" y="14"/>
                        <a:pt x="156" y="4"/>
                      </a:cubicBezTo>
                      <a:cubicBezTo>
                        <a:pt x="154" y="5"/>
                        <a:pt x="153" y="6"/>
                        <a:pt x="153" y="6"/>
                      </a:cubicBezTo>
                      <a:cubicBezTo>
                        <a:pt x="153" y="6"/>
                        <a:pt x="152" y="2"/>
                        <a:pt x="145" y="3"/>
                      </a:cubicBezTo>
                      <a:cubicBezTo>
                        <a:pt x="137" y="3"/>
                        <a:pt x="135" y="5"/>
                        <a:pt x="135" y="5"/>
                      </a:cubicBezTo>
                      <a:cubicBezTo>
                        <a:pt x="135" y="5"/>
                        <a:pt x="127" y="0"/>
                        <a:pt x="123" y="0"/>
                      </a:cubicBezTo>
                      <a:cubicBezTo>
                        <a:pt x="119" y="0"/>
                        <a:pt x="112" y="0"/>
                        <a:pt x="112" y="0"/>
                      </a:cubicBezTo>
                      <a:cubicBezTo>
                        <a:pt x="126" y="23"/>
                        <a:pt x="126" y="23"/>
                        <a:pt x="126" y="23"/>
                      </a:cubicBezTo>
                      <a:cubicBezTo>
                        <a:pt x="117" y="31"/>
                        <a:pt x="117" y="31"/>
                        <a:pt x="117" y="31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42" y="58"/>
                        <a:pt x="142" y="58"/>
                        <a:pt x="142" y="58"/>
                      </a:cubicBezTo>
                      <a:cubicBezTo>
                        <a:pt x="123" y="51"/>
                        <a:pt x="123" y="51"/>
                        <a:pt x="123" y="51"/>
                      </a:cubicBezTo>
                      <a:cubicBezTo>
                        <a:pt x="105" y="55"/>
                        <a:pt x="105" y="55"/>
                        <a:pt x="105" y="55"/>
                      </a:cubicBezTo>
                      <a:cubicBezTo>
                        <a:pt x="105" y="55"/>
                        <a:pt x="110" y="70"/>
                        <a:pt x="104" y="72"/>
                      </a:cubicBezTo>
                      <a:cubicBezTo>
                        <a:pt x="98" y="74"/>
                        <a:pt x="88" y="72"/>
                        <a:pt x="88" y="7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55" y="59"/>
                        <a:pt x="54" y="64"/>
                      </a:cubicBezTo>
                      <a:cubicBezTo>
                        <a:pt x="53" y="69"/>
                        <a:pt x="53" y="82"/>
                        <a:pt x="53" y="82"/>
                      </a:cubicBezTo>
                      <a:cubicBezTo>
                        <a:pt x="57" y="85"/>
                        <a:pt x="57" y="85"/>
                        <a:pt x="57" y="85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9" y="95"/>
                        <a:pt x="59" y="95"/>
                        <a:pt x="59" y="95"/>
                      </a:cubicBezTo>
                      <a:cubicBezTo>
                        <a:pt x="59" y="95"/>
                        <a:pt x="48" y="99"/>
                        <a:pt x="47" y="103"/>
                      </a:cubicBezTo>
                      <a:cubicBezTo>
                        <a:pt x="45" y="107"/>
                        <a:pt x="49" y="115"/>
                        <a:pt x="49" y="115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1" y="115"/>
                        <a:pt x="29" y="119"/>
                        <a:pt x="30" y="122"/>
                      </a:cubicBezTo>
                      <a:cubicBezTo>
                        <a:pt x="31" y="125"/>
                        <a:pt x="45" y="130"/>
                        <a:pt x="45" y="134"/>
                      </a:cubicBezTo>
                      <a:cubicBezTo>
                        <a:pt x="45" y="138"/>
                        <a:pt x="37" y="142"/>
                        <a:pt x="37" y="142"/>
                      </a:cubicBezTo>
                      <a:cubicBezTo>
                        <a:pt x="35" y="153"/>
                        <a:pt x="35" y="153"/>
                        <a:pt x="35" y="153"/>
                      </a:cubicBezTo>
                      <a:cubicBezTo>
                        <a:pt x="29" y="152"/>
                        <a:pt x="29" y="152"/>
                        <a:pt x="29" y="152"/>
                      </a:cubicBezTo>
                      <a:cubicBezTo>
                        <a:pt x="29" y="152"/>
                        <a:pt x="27" y="157"/>
                        <a:pt x="25" y="160"/>
                      </a:cubicBezTo>
                      <a:cubicBezTo>
                        <a:pt x="23" y="163"/>
                        <a:pt x="1" y="155"/>
                        <a:pt x="1" y="155"/>
                      </a:cubicBezTo>
                      <a:cubicBezTo>
                        <a:pt x="7" y="170"/>
                        <a:pt x="7" y="170"/>
                        <a:pt x="7" y="170"/>
                      </a:cubicBezTo>
                      <a:cubicBezTo>
                        <a:pt x="7" y="170"/>
                        <a:pt x="12" y="178"/>
                        <a:pt x="11" y="181"/>
                      </a:cubicBezTo>
                      <a:cubicBezTo>
                        <a:pt x="11" y="185"/>
                        <a:pt x="0" y="191"/>
                        <a:pt x="0" y="191"/>
                      </a:cubicBezTo>
                      <a:cubicBezTo>
                        <a:pt x="0" y="191"/>
                        <a:pt x="5" y="197"/>
                        <a:pt x="4" y="199"/>
                      </a:cubicBezTo>
                      <a:cubicBezTo>
                        <a:pt x="3" y="201"/>
                        <a:pt x="0" y="215"/>
                        <a:pt x="0" y="215"/>
                      </a:cubicBezTo>
                      <a:cubicBezTo>
                        <a:pt x="5" y="216"/>
                        <a:pt x="5" y="216"/>
                        <a:pt x="5" y="216"/>
                      </a:cubicBezTo>
                      <a:cubicBezTo>
                        <a:pt x="5" y="216"/>
                        <a:pt x="14" y="219"/>
                        <a:pt x="15" y="225"/>
                      </a:cubicBezTo>
                      <a:cubicBezTo>
                        <a:pt x="15" y="231"/>
                        <a:pt x="18" y="238"/>
                        <a:pt x="18" y="238"/>
                      </a:cubicBezTo>
                      <a:cubicBezTo>
                        <a:pt x="9" y="239"/>
                        <a:pt x="9" y="239"/>
                        <a:pt x="9" y="239"/>
                      </a:cubicBezTo>
                      <a:cubicBezTo>
                        <a:pt x="9" y="239"/>
                        <a:pt x="4" y="247"/>
                        <a:pt x="7" y="253"/>
                      </a:cubicBezTo>
                      <a:cubicBezTo>
                        <a:pt x="11" y="259"/>
                        <a:pt x="21" y="261"/>
                        <a:pt x="22" y="265"/>
                      </a:cubicBezTo>
                      <a:cubicBezTo>
                        <a:pt x="23" y="270"/>
                        <a:pt x="17" y="274"/>
                        <a:pt x="17" y="274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3" name="Freeform 265"/>
                <p:cNvSpPr>
                  <a:spLocks/>
                </p:cNvSpPr>
                <p:nvPr/>
              </p:nvSpPr>
              <p:spPr bwMode="gray">
                <a:xfrm>
                  <a:off x="-6218" y="-15394"/>
                  <a:ext cx="47" cy="31"/>
                </a:xfrm>
                <a:custGeom>
                  <a:avLst/>
                  <a:gdLst>
                    <a:gd name="T0" fmla="*/ 5 w 20"/>
                    <a:gd name="T1" fmla="*/ 13 h 13"/>
                    <a:gd name="T2" fmla="*/ 18 w 20"/>
                    <a:gd name="T3" fmla="*/ 10 h 13"/>
                    <a:gd name="T4" fmla="*/ 20 w 20"/>
                    <a:gd name="T5" fmla="*/ 10 h 13"/>
                    <a:gd name="T6" fmla="*/ 19 w 20"/>
                    <a:gd name="T7" fmla="*/ 1 h 13"/>
                    <a:gd name="T8" fmla="*/ 5 w 20"/>
                    <a:gd name="T9" fmla="*/ 1 h 13"/>
                    <a:gd name="T10" fmla="*/ 0 w 20"/>
                    <a:gd name="T11" fmla="*/ 2 h 13"/>
                    <a:gd name="T12" fmla="*/ 5 w 20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13">
                      <a:moveTo>
                        <a:pt x="5" y="13"/>
                      </a:moveTo>
                      <a:cubicBezTo>
                        <a:pt x="5" y="13"/>
                        <a:pt x="14" y="11"/>
                        <a:pt x="18" y="10"/>
                      </a:cubicBezTo>
                      <a:cubicBezTo>
                        <a:pt x="19" y="10"/>
                        <a:pt x="20" y="10"/>
                        <a:pt x="20" y="10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5" y="0"/>
                        <a:pt x="5" y="1"/>
                      </a:cubicBezTo>
                      <a:cubicBezTo>
                        <a:pt x="3" y="1"/>
                        <a:pt x="1" y="1"/>
                        <a:pt x="0" y="2"/>
                      </a:cubicBezTo>
                      <a:lnTo>
                        <a:pt x="5" y="1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4" name="Freeform 266"/>
                <p:cNvSpPr>
                  <a:spLocks/>
                </p:cNvSpPr>
                <p:nvPr/>
              </p:nvSpPr>
              <p:spPr bwMode="gray">
                <a:xfrm>
                  <a:off x="2279" y="-16570"/>
                  <a:ext cx="3321" cy="1318"/>
                </a:xfrm>
                <a:custGeom>
                  <a:avLst/>
                  <a:gdLst>
                    <a:gd name="T0" fmla="*/ 1353 w 1406"/>
                    <a:gd name="T1" fmla="*/ 245 h 558"/>
                    <a:gd name="T2" fmla="*/ 1312 w 1406"/>
                    <a:gd name="T3" fmla="*/ 214 h 558"/>
                    <a:gd name="T4" fmla="*/ 1247 w 1406"/>
                    <a:gd name="T5" fmla="*/ 225 h 558"/>
                    <a:gd name="T6" fmla="*/ 1182 w 1406"/>
                    <a:gd name="T7" fmla="*/ 215 h 558"/>
                    <a:gd name="T8" fmla="*/ 1179 w 1406"/>
                    <a:gd name="T9" fmla="*/ 178 h 558"/>
                    <a:gd name="T10" fmla="*/ 1162 w 1406"/>
                    <a:gd name="T11" fmla="*/ 114 h 558"/>
                    <a:gd name="T12" fmla="*/ 1091 w 1406"/>
                    <a:gd name="T13" fmla="*/ 102 h 558"/>
                    <a:gd name="T14" fmla="*/ 1025 w 1406"/>
                    <a:gd name="T15" fmla="*/ 136 h 558"/>
                    <a:gd name="T16" fmla="*/ 967 w 1406"/>
                    <a:gd name="T17" fmla="*/ 143 h 558"/>
                    <a:gd name="T18" fmla="*/ 922 w 1406"/>
                    <a:gd name="T19" fmla="*/ 156 h 558"/>
                    <a:gd name="T20" fmla="*/ 855 w 1406"/>
                    <a:gd name="T21" fmla="*/ 148 h 558"/>
                    <a:gd name="T22" fmla="*/ 812 w 1406"/>
                    <a:gd name="T23" fmla="*/ 114 h 558"/>
                    <a:gd name="T24" fmla="*/ 728 w 1406"/>
                    <a:gd name="T25" fmla="*/ 97 h 558"/>
                    <a:gd name="T26" fmla="*/ 607 w 1406"/>
                    <a:gd name="T27" fmla="*/ 95 h 558"/>
                    <a:gd name="T28" fmla="*/ 563 w 1406"/>
                    <a:gd name="T29" fmla="*/ 83 h 558"/>
                    <a:gd name="T30" fmla="*/ 472 w 1406"/>
                    <a:gd name="T31" fmla="*/ 22 h 558"/>
                    <a:gd name="T32" fmla="*/ 384 w 1406"/>
                    <a:gd name="T33" fmla="*/ 0 h 558"/>
                    <a:gd name="T34" fmla="*/ 373 w 1406"/>
                    <a:gd name="T35" fmla="*/ 33 h 558"/>
                    <a:gd name="T36" fmla="*/ 372 w 1406"/>
                    <a:gd name="T37" fmla="*/ 60 h 558"/>
                    <a:gd name="T38" fmla="*/ 391 w 1406"/>
                    <a:gd name="T39" fmla="*/ 110 h 558"/>
                    <a:gd name="T40" fmla="*/ 335 w 1406"/>
                    <a:gd name="T41" fmla="*/ 119 h 558"/>
                    <a:gd name="T42" fmla="*/ 301 w 1406"/>
                    <a:gd name="T43" fmla="*/ 118 h 558"/>
                    <a:gd name="T44" fmla="*/ 278 w 1406"/>
                    <a:gd name="T45" fmla="*/ 107 h 558"/>
                    <a:gd name="T46" fmla="*/ 182 w 1406"/>
                    <a:gd name="T47" fmla="*/ 86 h 558"/>
                    <a:gd name="T48" fmla="*/ 155 w 1406"/>
                    <a:gd name="T49" fmla="*/ 70 h 558"/>
                    <a:gd name="T50" fmla="*/ 119 w 1406"/>
                    <a:gd name="T51" fmla="*/ 88 h 558"/>
                    <a:gd name="T52" fmla="*/ 83 w 1406"/>
                    <a:gd name="T53" fmla="*/ 100 h 558"/>
                    <a:gd name="T54" fmla="*/ 47 w 1406"/>
                    <a:gd name="T55" fmla="*/ 130 h 558"/>
                    <a:gd name="T56" fmla="*/ 9 w 1406"/>
                    <a:gd name="T57" fmla="*/ 151 h 558"/>
                    <a:gd name="T58" fmla="*/ 18 w 1406"/>
                    <a:gd name="T59" fmla="*/ 174 h 558"/>
                    <a:gd name="T60" fmla="*/ 54 w 1406"/>
                    <a:gd name="T61" fmla="*/ 203 h 558"/>
                    <a:gd name="T62" fmla="*/ 107 w 1406"/>
                    <a:gd name="T63" fmla="*/ 221 h 558"/>
                    <a:gd name="T64" fmla="*/ 179 w 1406"/>
                    <a:gd name="T65" fmla="*/ 276 h 558"/>
                    <a:gd name="T66" fmla="*/ 192 w 1406"/>
                    <a:gd name="T67" fmla="*/ 326 h 558"/>
                    <a:gd name="T68" fmla="*/ 274 w 1406"/>
                    <a:gd name="T69" fmla="*/ 374 h 558"/>
                    <a:gd name="T70" fmla="*/ 361 w 1406"/>
                    <a:gd name="T71" fmla="*/ 397 h 558"/>
                    <a:gd name="T72" fmla="*/ 430 w 1406"/>
                    <a:gd name="T73" fmla="*/ 429 h 558"/>
                    <a:gd name="T74" fmla="*/ 502 w 1406"/>
                    <a:gd name="T75" fmla="*/ 498 h 558"/>
                    <a:gd name="T76" fmla="*/ 610 w 1406"/>
                    <a:gd name="T77" fmla="*/ 499 h 558"/>
                    <a:gd name="T78" fmla="*/ 679 w 1406"/>
                    <a:gd name="T79" fmla="*/ 501 h 558"/>
                    <a:gd name="T80" fmla="*/ 795 w 1406"/>
                    <a:gd name="T81" fmla="*/ 531 h 558"/>
                    <a:gd name="T82" fmla="*/ 873 w 1406"/>
                    <a:gd name="T83" fmla="*/ 550 h 558"/>
                    <a:gd name="T84" fmla="*/ 1066 w 1406"/>
                    <a:gd name="T85" fmla="*/ 510 h 558"/>
                    <a:gd name="T86" fmla="*/ 1112 w 1406"/>
                    <a:gd name="T87" fmla="*/ 463 h 558"/>
                    <a:gd name="T88" fmla="*/ 1108 w 1406"/>
                    <a:gd name="T89" fmla="*/ 407 h 558"/>
                    <a:gd name="T90" fmla="*/ 1160 w 1406"/>
                    <a:gd name="T91" fmla="*/ 388 h 558"/>
                    <a:gd name="T92" fmla="*/ 1213 w 1406"/>
                    <a:gd name="T93" fmla="*/ 350 h 558"/>
                    <a:gd name="T94" fmla="*/ 1270 w 1406"/>
                    <a:gd name="T95" fmla="*/ 314 h 558"/>
                    <a:gd name="T96" fmla="*/ 1320 w 1406"/>
                    <a:gd name="T97" fmla="*/ 294 h 558"/>
                    <a:gd name="T98" fmla="*/ 1355 w 1406"/>
                    <a:gd name="T99" fmla="*/ 279 h 558"/>
                    <a:gd name="T100" fmla="*/ 1394 w 1406"/>
                    <a:gd name="T101" fmla="*/ 273 h 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06" h="558">
                      <a:moveTo>
                        <a:pt x="1394" y="273"/>
                      </a:moveTo>
                      <a:cubicBezTo>
                        <a:pt x="1385" y="267"/>
                        <a:pt x="1380" y="256"/>
                        <a:pt x="1380" y="256"/>
                      </a:cubicBezTo>
                      <a:cubicBezTo>
                        <a:pt x="1380" y="256"/>
                        <a:pt x="1362" y="252"/>
                        <a:pt x="1353" y="245"/>
                      </a:cubicBezTo>
                      <a:cubicBezTo>
                        <a:pt x="1344" y="238"/>
                        <a:pt x="1336" y="231"/>
                        <a:pt x="1336" y="231"/>
                      </a:cubicBezTo>
                      <a:cubicBezTo>
                        <a:pt x="1336" y="231"/>
                        <a:pt x="1333" y="231"/>
                        <a:pt x="1324" y="230"/>
                      </a:cubicBezTo>
                      <a:cubicBezTo>
                        <a:pt x="1315" y="229"/>
                        <a:pt x="1312" y="214"/>
                        <a:pt x="1312" y="214"/>
                      </a:cubicBezTo>
                      <a:cubicBezTo>
                        <a:pt x="1271" y="214"/>
                        <a:pt x="1271" y="214"/>
                        <a:pt x="1271" y="214"/>
                      </a:cubicBezTo>
                      <a:cubicBezTo>
                        <a:pt x="1271" y="214"/>
                        <a:pt x="1270" y="232"/>
                        <a:pt x="1264" y="234"/>
                      </a:cubicBezTo>
                      <a:cubicBezTo>
                        <a:pt x="1258" y="236"/>
                        <a:pt x="1247" y="225"/>
                        <a:pt x="1247" y="225"/>
                      </a:cubicBezTo>
                      <a:cubicBezTo>
                        <a:pt x="1247" y="225"/>
                        <a:pt x="1237" y="221"/>
                        <a:pt x="1218" y="222"/>
                      </a:cubicBezTo>
                      <a:cubicBezTo>
                        <a:pt x="1199" y="223"/>
                        <a:pt x="1215" y="230"/>
                        <a:pt x="1206" y="233"/>
                      </a:cubicBezTo>
                      <a:cubicBezTo>
                        <a:pt x="1197" y="236"/>
                        <a:pt x="1185" y="225"/>
                        <a:pt x="1182" y="215"/>
                      </a:cubicBezTo>
                      <a:cubicBezTo>
                        <a:pt x="1179" y="205"/>
                        <a:pt x="1184" y="202"/>
                        <a:pt x="1184" y="202"/>
                      </a:cubicBezTo>
                      <a:cubicBezTo>
                        <a:pt x="1180" y="196"/>
                        <a:pt x="1180" y="196"/>
                        <a:pt x="1180" y="196"/>
                      </a:cubicBezTo>
                      <a:cubicBezTo>
                        <a:pt x="1179" y="178"/>
                        <a:pt x="1179" y="178"/>
                        <a:pt x="1179" y="178"/>
                      </a:cubicBezTo>
                      <a:cubicBezTo>
                        <a:pt x="1174" y="172"/>
                        <a:pt x="1174" y="172"/>
                        <a:pt x="1174" y="172"/>
                      </a:cubicBezTo>
                      <a:cubicBezTo>
                        <a:pt x="1173" y="117"/>
                        <a:pt x="1173" y="117"/>
                        <a:pt x="1173" y="117"/>
                      </a:cubicBezTo>
                      <a:cubicBezTo>
                        <a:pt x="1162" y="114"/>
                        <a:pt x="1162" y="114"/>
                        <a:pt x="1162" y="114"/>
                      </a:cubicBezTo>
                      <a:cubicBezTo>
                        <a:pt x="1144" y="111"/>
                        <a:pt x="1144" y="111"/>
                        <a:pt x="1144" y="111"/>
                      </a:cubicBezTo>
                      <a:cubicBezTo>
                        <a:pt x="1144" y="111"/>
                        <a:pt x="1138" y="118"/>
                        <a:pt x="1124" y="118"/>
                      </a:cubicBezTo>
                      <a:cubicBezTo>
                        <a:pt x="1110" y="118"/>
                        <a:pt x="1100" y="102"/>
                        <a:pt x="1091" y="102"/>
                      </a:cubicBezTo>
                      <a:cubicBezTo>
                        <a:pt x="1082" y="102"/>
                        <a:pt x="1055" y="98"/>
                        <a:pt x="1055" y="98"/>
                      </a:cubicBezTo>
                      <a:cubicBezTo>
                        <a:pt x="1032" y="121"/>
                        <a:pt x="1032" y="121"/>
                        <a:pt x="1032" y="121"/>
                      </a:cubicBezTo>
                      <a:cubicBezTo>
                        <a:pt x="1032" y="121"/>
                        <a:pt x="1035" y="132"/>
                        <a:pt x="1025" y="136"/>
                      </a:cubicBezTo>
                      <a:cubicBezTo>
                        <a:pt x="1015" y="140"/>
                        <a:pt x="1003" y="137"/>
                        <a:pt x="1003" y="137"/>
                      </a:cubicBezTo>
                      <a:cubicBezTo>
                        <a:pt x="993" y="142"/>
                        <a:pt x="993" y="142"/>
                        <a:pt x="993" y="142"/>
                      </a:cubicBezTo>
                      <a:cubicBezTo>
                        <a:pt x="993" y="142"/>
                        <a:pt x="976" y="141"/>
                        <a:pt x="967" y="143"/>
                      </a:cubicBezTo>
                      <a:cubicBezTo>
                        <a:pt x="958" y="145"/>
                        <a:pt x="960" y="150"/>
                        <a:pt x="955" y="156"/>
                      </a:cubicBezTo>
                      <a:cubicBezTo>
                        <a:pt x="950" y="162"/>
                        <a:pt x="942" y="153"/>
                        <a:pt x="938" y="151"/>
                      </a:cubicBezTo>
                      <a:cubicBezTo>
                        <a:pt x="934" y="149"/>
                        <a:pt x="922" y="156"/>
                        <a:pt x="922" y="156"/>
                      </a:cubicBezTo>
                      <a:cubicBezTo>
                        <a:pt x="922" y="156"/>
                        <a:pt x="898" y="156"/>
                        <a:pt x="895" y="153"/>
                      </a:cubicBezTo>
                      <a:cubicBezTo>
                        <a:pt x="892" y="150"/>
                        <a:pt x="885" y="147"/>
                        <a:pt x="885" y="147"/>
                      </a:cubicBezTo>
                      <a:cubicBezTo>
                        <a:pt x="885" y="147"/>
                        <a:pt x="875" y="150"/>
                        <a:pt x="855" y="148"/>
                      </a:cubicBezTo>
                      <a:cubicBezTo>
                        <a:pt x="835" y="146"/>
                        <a:pt x="840" y="135"/>
                        <a:pt x="840" y="135"/>
                      </a:cubicBezTo>
                      <a:cubicBezTo>
                        <a:pt x="840" y="135"/>
                        <a:pt x="829" y="132"/>
                        <a:pt x="826" y="133"/>
                      </a:cubicBezTo>
                      <a:cubicBezTo>
                        <a:pt x="823" y="134"/>
                        <a:pt x="815" y="115"/>
                        <a:pt x="812" y="114"/>
                      </a:cubicBezTo>
                      <a:cubicBezTo>
                        <a:pt x="809" y="113"/>
                        <a:pt x="790" y="113"/>
                        <a:pt x="778" y="113"/>
                      </a:cubicBezTo>
                      <a:cubicBezTo>
                        <a:pt x="766" y="113"/>
                        <a:pt x="755" y="94"/>
                        <a:pt x="755" y="94"/>
                      </a:cubicBezTo>
                      <a:cubicBezTo>
                        <a:pt x="728" y="97"/>
                        <a:pt x="728" y="97"/>
                        <a:pt x="728" y="97"/>
                      </a:cubicBezTo>
                      <a:cubicBezTo>
                        <a:pt x="728" y="97"/>
                        <a:pt x="726" y="89"/>
                        <a:pt x="697" y="87"/>
                      </a:cubicBezTo>
                      <a:cubicBezTo>
                        <a:pt x="668" y="85"/>
                        <a:pt x="650" y="103"/>
                        <a:pt x="637" y="104"/>
                      </a:cubicBezTo>
                      <a:cubicBezTo>
                        <a:pt x="624" y="105"/>
                        <a:pt x="607" y="95"/>
                        <a:pt x="607" y="95"/>
                      </a:cubicBezTo>
                      <a:cubicBezTo>
                        <a:pt x="607" y="95"/>
                        <a:pt x="600" y="96"/>
                        <a:pt x="590" y="96"/>
                      </a:cubicBezTo>
                      <a:cubicBezTo>
                        <a:pt x="580" y="96"/>
                        <a:pt x="578" y="80"/>
                        <a:pt x="578" y="80"/>
                      </a:cubicBezTo>
                      <a:cubicBezTo>
                        <a:pt x="563" y="83"/>
                        <a:pt x="563" y="83"/>
                        <a:pt x="563" y="83"/>
                      </a:cubicBezTo>
                      <a:cubicBezTo>
                        <a:pt x="563" y="83"/>
                        <a:pt x="541" y="49"/>
                        <a:pt x="532" y="38"/>
                      </a:cubicBezTo>
                      <a:cubicBezTo>
                        <a:pt x="523" y="27"/>
                        <a:pt x="511" y="40"/>
                        <a:pt x="501" y="38"/>
                      </a:cubicBezTo>
                      <a:cubicBezTo>
                        <a:pt x="491" y="36"/>
                        <a:pt x="472" y="22"/>
                        <a:pt x="472" y="22"/>
                      </a:cubicBezTo>
                      <a:cubicBezTo>
                        <a:pt x="472" y="22"/>
                        <a:pt x="452" y="23"/>
                        <a:pt x="434" y="21"/>
                      </a:cubicBezTo>
                      <a:cubicBezTo>
                        <a:pt x="416" y="19"/>
                        <a:pt x="393" y="2"/>
                        <a:pt x="393" y="2"/>
                      </a:cubicBezTo>
                      <a:cubicBezTo>
                        <a:pt x="384" y="0"/>
                        <a:pt x="384" y="0"/>
                        <a:pt x="384" y="0"/>
                      </a:cubicBezTo>
                      <a:cubicBezTo>
                        <a:pt x="384" y="0"/>
                        <a:pt x="385" y="12"/>
                        <a:pt x="380" y="18"/>
                      </a:cubicBezTo>
                      <a:cubicBezTo>
                        <a:pt x="375" y="24"/>
                        <a:pt x="371" y="22"/>
                        <a:pt x="371" y="22"/>
                      </a:cubicBezTo>
                      <a:cubicBezTo>
                        <a:pt x="373" y="33"/>
                        <a:pt x="373" y="33"/>
                        <a:pt x="373" y="33"/>
                      </a:cubicBezTo>
                      <a:cubicBezTo>
                        <a:pt x="373" y="33"/>
                        <a:pt x="362" y="31"/>
                        <a:pt x="362" y="37"/>
                      </a:cubicBezTo>
                      <a:cubicBezTo>
                        <a:pt x="362" y="43"/>
                        <a:pt x="368" y="46"/>
                        <a:pt x="368" y="46"/>
                      </a:cubicBezTo>
                      <a:cubicBezTo>
                        <a:pt x="372" y="60"/>
                        <a:pt x="372" y="60"/>
                        <a:pt x="372" y="60"/>
                      </a:cubicBezTo>
                      <a:cubicBezTo>
                        <a:pt x="388" y="84"/>
                        <a:pt x="388" y="84"/>
                        <a:pt x="388" y="84"/>
                      </a:cubicBezTo>
                      <a:cubicBezTo>
                        <a:pt x="388" y="84"/>
                        <a:pt x="403" y="84"/>
                        <a:pt x="403" y="102"/>
                      </a:cubicBezTo>
                      <a:cubicBezTo>
                        <a:pt x="403" y="120"/>
                        <a:pt x="391" y="110"/>
                        <a:pt x="391" y="110"/>
                      </a:cubicBezTo>
                      <a:cubicBezTo>
                        <a:pt x="391" y="110"/>
                        <a:pt x="393" y="117"/>
                        <a:pt x="376" y="125"/>
                      </a:cubicBezTo>
                      <a:cubicBezTo>
                        <a:pt x="359" y="133"/>
                        <a:pt x="365" y="117"/>
                        <a:pt x="365" y="117"/>
                      </a:cubicBezTo>
                      <a:cubicBezTo>
                        <a:pt x="335" y="119"/>
                        <a:pt x="335" y="119"/>
                        <a:pt x="335" y="119"/>
                      </a:cubicBezTo>
                      <a:cubicBezTo>
                        <a:pt x="334" y="111"/>
                        <a:pt x="334" y="111"/>
                        <a:pt x="334" y="111"/>
                      </a:cubicBezTo>
                      <a:cubicBezTo>
                        <a:pt x="334" y="111"/>
                        <a:pt x="325" y="110"/>
                        <a:pt x="314" y="111"/>
                      </a:cubicBezTo>
                      <a:cubicBezTo>
                        <a:pt x="303" y="112"/>
                        <a:pt x="301" y="118"/>
                        <a:pt x="301" y="118"/>
                      </a:cubicBezTo>
                      <a:cubicBezTo>
                        <a:pt x="299" y="113"/>
                        <a:pt x="299" y="113"/>
                        <a:pt x="299" y="113"/>
                      </a:cubicBezTo>
                      <a:cubicBezTo>
                        <a:pt x="280" y="116"/>
                        <a:pt x="280" y="116"/>
                        <a:pt x="280" y="116"/>
                      </a:cubicBezTo>
                      <a:cubicBezTo>
                        <a:pt x="278" y="107"/>
                        <a:pt x="278" y="107"/>
                        <a:pt x="278" y="107"/>
                      </a:cubicBezTo>
                      <a:cubicBezTo>
                        <a:pt x="278" y="107"/>
                        <a:pt x="256" y="109"/>
                        <a:pt x="247" y="102"/>
                      </a:cubicBezTo>
                      <a:cubicBezTo>
                        <a:pt x="238" y="95"/>
                        <a:pt x="240" y="82"/>
                        <a:pt x="233" y="82"/>
                      </a:cubicBezTo>
                      <a:cubicBezTo>
                        <a:pt x="226" y="82"/>
                        <a:pt x="182" y="86"/>
                        <a:pt x="182" y="86"/>
                      </a:cubicBezTo>
                      <a:cubicBezTo>
                        <a:pt x="177" y="75"/>
                        <a:pt x="177" y="75"/>
                        <a:pt x="177" y="75"/>
                      </a:cubicBezTo>
                      <a:cubicBezTo>
                        <a:pt x="177" y="75"/>
                        <a:pt x="161" y="75"/>
                        <a:pt x="158" y="75"/>
                      </a:cubicBezTo>
                      <a:cubicBezTo>
                        <a:pt x="155" y="75"/>
                        <a:pt x="155" y="70"/>
                        <a:pt x="155" y="70"/>
                      </a:cubicBezTo>
                      <a:cubicBezTo>
                        <a:pt x="143" y="77"/>
                        <a:pt x="143" y="77"/>
                        <a:pt x="143" y="77"/>
                      </a:cubicBezTo>
                      <a:cubicBezTo>
                        <a:pt x="143" y="77"/>
                        <a:pt x="134" y="71"/>
                        <a:pt x="127" y="71"/>
                      </a:cubicBezTo>
                      <a:cubicBezTo>
                        <a:pt x="120" y="71"/>
                        <a:pt x="119" y="88"/>
                        <a:pt x="119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92" y="101"/>
                        <a:pt x="92" y="101"/>
                        <a:pt x="92" y="101"/>
                      </a:cubicBezTo>
                      <a:cubicBezTo>
                        <a:pt x="83" y="100"/>
                        <a:pt x="83" y="100"/>
                        <a:pt x="83" y="100"/>
                      </a:cubicBezTo>
                      <a:cubicBezTo>
                        <a:pt x="83" y="100"/>
                        <a:pt x="72" y="108"/>
                        <a:pt x="63" y="118"/>
                      </a:cubicBezTo>
                      <a:cubicBezTo>
                        <a:pt x="54" y="128"/>
                        <a:pt x="63" y="130"/>
                        <a:pt x="63" y="130"/>
                      </a:cubicBezTo>
                      <a:cubicBezTo>
                        <a:pt x="47" y="130"/>
                        <a:pt x="47" y="130"/>
                        <a:pt x="47" y="130"/>
                      </a:cubicBezTo>
                      <a:cubicBezTo>
                        <a:pt x="49" y="139"/>
                        <a:pt x="49" y="139"/>
                        <a:pt x="49" y="139"/>
                      </a:cubicBezTo>
                      <a:cubicBezTo>
                        <a:pt x="8" y="139"/>
                        <a:pt x="8" y="139"/>
                        <a:pt x="8" y="139"/>
                      </a:cubicBezTo>
                      <a:cubicBezTo>
                        <a:pt x="9" y="151"/>
                        <a:pt x="9" y="151"/>
                        <a:pt x="9" y="151"/>
                      </a:cubicBezTo>
                      <a:cubicBezTo>
                        <a:pt x="2" y="158"/>
                        <a:pt x="2" y="158"/>
                        <a:pt x="2" y="158"/>
                      </a:cubicBezTo>
                      <a:cubicBezTo>
                        <a:pt x="10" y="162"/>
                        <a:pt x="0" y="174"/>
                        <a:pt x="0" y="174"/>
                      </a:cubicBezTo>
                      <a:cubicBezTo>
                        <a:pt x="18" y="174"/>
                        <a:pt x="18" y="174"/>
                        <a:pt x="18" y="174"/>
                      </a:cubicBezTo>
                      <a:cubicBezTo>
                        <a:pt x="18" y="174"/>
                        <a:pt x="14" y="182"/>
                        <a:pt x="19" y="187"/>
                      </a:cubicBezTo>
                      <a:cubicBezTo>
                        <a:pt x="24" y="192"/>
                        <a:pt x="48" y="195"/>
                        <a:pt x="48" y="195"/>
                      </a:cubicBezTo>
                      <a:cubicBezTo>
                        <a:pt x="54" y="203"/>
                        <a:pt x="54" y="203"/>
                        <a:pt x="54" y="203"/>
                      </a:cubicBezTo>
                      <a:cubicBezTo>
                        <a:pt x="71" y="219"/>
                        <a:pt x="71" y="219"/>
                        <a:pt x="71" y="219"/>
                      </a:cubicBezTo>
                      <a:cubicBezTo>
                        <a:pt x="92" y="213"/>
                        <a:pt x="92" y="213"/>
                        <a:pt x="92" y="213"/>
                      </a:cubicBezTo>
                      <a:cubicBezTo>
                        <a:pt x="107" y="221"/>
                        <a:pt x="107" y="221"/>
                        <a:pt x="107" y="221"/>
                      </a:cubicBezTo>
                      <a:cubicBezTo>
                        <a:pt x="107" y="221"/>
                        <a:pt x="113" y="223"/>
                        <a:pt x="127" y="227"/>
                      </a:cubicBezTo>
                      <a:cubicBezTo>
                        <a:pt x="141" y="231"/>
                        <a:pt x="148" y="245"/>
                        <a:pt x="153" y="252"/>
                      </a:cubicBezTo>
                      <a:cubicBezTo>
                        <a:pt x="158" y="259"/>
                        <a:pt x="167" y="268"/>
                        <a:pt x="179" y="276"/>
                      </a:cubicBezTo>
                      <a:cubicBezTo>
                        <a:pt x="191" y="284"/>
                        <a:pt x="188" y="300"/>
                        <a:pt x="188" y="300"/>
                      </a:cubicBezTo>
                      <a:cubicBezTo>
                        <a:pt x="188" y="300"/>
                        <a:pt x="198" y="308"/>
                        <a:pt x="200" y="315"/>
                      </a:cubicBezTo>
                      <a:cubicBezTo>
                        <a:pt x="202" y="322"/>
                        <a:pt x="192" y="326"/>
                        <a:pt x="192" y="326"/>
                      </a:cubicBezTo>
                      <a:cubicBezTo>
                        <a:pt x="192" y="326"/>
                        <a:pt x="193" y="336"/>
                        <a:pt x="198" y="349"/>
                      </a:cubicBezTo>
                      <a:cubicBezTo>
                        <a:pt x="203" y="362"/>
                        <a:pt x="224" y="364"/>
                        <a:pt x="235" y="368"/>
                      </a:cubicBezTo>
                      <a:cubicBezTo>
                        <a:pt x="246" y="372"/>
                        <a:pt x="260" y="375"/>
                        <a:pt x="274" y="374"/>
                      </a:cubicBezTo>
                      <a:cubicBezTo>
                        <a:pt x="288" y="373"/>
                        <a:pt x="322" y="375"/>
                        <a:pt x="322" y="375"/>
                      </a:cubicBezTo>
                      <a:cubicBezTo>
                        <a:pt x="322" y="375"/>
                        <a:pt x="333" y="380"/>
                        <a:pt x="342" y="382"/>
                      </a:cubicBezTo>
                      <a:cubicBezTo>
                        <a:pt x="351" y="384"/>
                        <a:pt x="358" y="396"/>
                        <a:pt x="361" y="397"/>
                      </a:cubicBezTo>
                      <a:cubicBezTo>
                        <a:pt x="364" y="398"/>
                        <a:pt x="401" y="410"/>
                        <a:pt x="401" y="410"/>
                      </a:cubicBezTo>
                      <a:cubicBezTo>
                        <a:pt x="423" y="413"/>
                        <a:pt x="423" y="413"/>
                        <a:pt x="423" y="413"/>
                      </a:cubicBezTo>
                      <a:cubicBezTo>
                        <a:pt x="430" y="429"/>
                        <a:pt x="430" y="429"/>
                        <a:pt x="430" y="429"/>
                      </a:cubicBezTo>
                      <a:cubicBezTo>
                        <a:pt x="430" y="429"/>
                        <a:pt x="439" y="434"/>
                        <a:pt x="443" y="438"/>
                      </a:cubicBezTo>
                      <a:cubicBezTo>
                        <a:pt x="447" y="442"/>
                        <a:pt x="461" y="461"/>
                        <a:pt x="465" y="467"/>
                      </a:cubicBezTo>
                      <a:cubicBezTo>
                        <a:pt x="469" y="473"/>
                        <a:pt x="502" y="498"/>
                        <a:pt x="502" y="498"/>
                      </a:cubicBezTo>
                      <a:cubicBezTo>
                        <a:pt x="540" y="494"/>
                        <a:pt x="540" y="494"/>
                        <a:pt x="540" y="494"/>
                      </a:cubicBezTo>
                      <a:cubicBezTo>
                        <a:pt x="579" y="499"/>
                        <a:pt x="579" y="499"/>
                        <a:pt x="579" y="499"/>
                      </a:cubicBezTo>
                      <a:cubicBezTo>
                        <a:pt x="610" y="499"/>
                        <a:pt x="610" y="499"/>
                        <a:pt x="610" y="499"/>
                      </a:cubicBezTo>
                      <a:cubicBezTo>
                        <a:pt x="635" y="504"/>
                        <a:pt x="635" y="504"/>
                        <a:pt x="635" y="504"/>
                      </a:cubicBezTo>
                      <a:cubicBezTo>
                        <a:pt x="635" y="504"/>
                        <a:pt x="649" y="493"/>
                        <a:pt x="654" y="493"/>
                      </a:cubicBezTo>
                      <a:cubicBezTo>
                        <a:pt x="659" y="493"/>
                        <a:pt x="679" y="501"/>
                        <a:pt x="679" y="501"/>
                      </a:cubicBezTo>
                      <a:cubicBezTo>
                        <a:pt x="679" y="501"/>
                        <a:pt x="718" y="501"/>
                        <a:pt x="728" y="504"/>
                      </a:cubicBezTo>
                      <a:cubicBezTo>
                        <a:pt x="738" y="507"/>
                        <a:pt x="740" y="522"/>
                        <a:pt x="755" y="527"/>
                      </a:cubicBezTo>
                      <a:cubicBezTo>
                        <a:pt x="770" y="532"/>
                        <a:pt x="781" y="530"/>
                        <a:pt x="795" y="531"/>
                      </a:cubicBezTo>
                      <a:cubicBezTo>
                        <a:pt x="809" y="532"/>
                        <a:pt x="837" y="547"/>
                        <a:pt x="837" y="547"/>
                      </a:cubicBezTo>
                      <a:cubicBezTo>
                        <a:pt x="837" y="547"/>
                        <a:pt x="858" y="538"/>
                        <a:pt x="864" y="538"/>
                      </a:cubicBezTo>
                      <a:cubicBezTo>
                        <a:pt x="870" y="538"/>
                        <a:pt x="873" y="550"/>
                        <a:pt x="873" y="550"/>
                      </a:cubicBezTo>
                      <a:cubicBezTo>
                        <a:pt x="873" y="550"/>
                        <a:pt x="893" y="558"/>
                        <a:pt x="899" y="553"/>
                      </a:cubicBezTo>
                      <a:cubicBezTo>
                        <a:pt x="905" y="548"/>
                        <a:pt x="948" y="519"/>
                        <a:pt x="962" y="513"/>
                      </a:cubicBezTo>
                      <a:cubicBezTo>
                        <a:pt x="976" y="507"/>
                        <a:pt x="1066" y="510"/>
                        <a:pt x="1066" y="510"/>
                      </a:cubicBezTo>
                      <a:cubicBezTo>
                        <a:pt x="1078" y="497"/>
                        <a:pt x="1078" y="497"/>
                        <a:pt x="1078" y="497"/>
                      </a:cubicBezTo>
                      <a:cubicBezTo>
                        <a:pt x="1078" y="497"/>
                        <a:pt x="1095" y="499"/>
                        <a:pt x="1103" y="492"/>
                      </a:cubicBezTo>
                      <a:cubicBezTo>
                        <a:pt x="1111" y="485"/>
                        <a:pt x="1109" y="470"/>
                        <a:pt x="1112" y="463"/>
                      </a:cubicBezTo>
                      <a:cubicBezTo>
                        <a:pt x="1115" y="456"/>
                        <a:pt x="1125" y="459"/>
                        <a:pt x="1129" y="459"/>
                      </a:cubicBezTo>
                      <a:cubicBezTo>
                        <a:pt x="1133" y="459"/>
                        <a:pt x="1143" y="444"/>
                        <a:pt x="1144" y="439"/>
                      </a:cubicBezTo>
                      <a:cubicBezTo>
                        <a:pt x="1145" y="434"/>
                        <a:pt x="1114" y="411"/>
                        <a:pt x="1108" y="407"/>
                      </a:cubicBezTo>
                      <a:cubicBezTo>
                        <a:pt x="1102" y="403"/>
                        <a:pt x="1100" y="383"/>
                        <a:pt x="1106" y="373"/>
                      </a:cubicBezTo>
                      <a:cubicBezTo>
                        <a:pt x="1112" y="363"/>
                        <a:pt x="1130" y="369"/>
                        <a:pt x="1134" y="370"/>
                      </a:cubicBezTo>
                      <a:cubicBezTo>
                        <a:pt x="1138" y="371"/>
                        <a:pt x="1160" y="388"/>
                        <a:pt x="1160" y="388"/>
                      </a:cubicBezTo>
                      <a:cubicBezTo>
                        <a:pt x="1160" y="388"/>
                        <a:pt x="1187" y="387"/>
                        <a:pt x="1194" y="385"/>
                      </a:cubicBezTo>
                      <a:cubicBezTo>
                        <a:pt x="1201" y="383"/>
                        <a:pt x="1212" y="369"/>
                        <a:pt x="1212" y="369"/>
                      </a:cubicBezTo>
                      <a:cubicBezTo>
                        <a:pt x="1212" y="369"/>
                        <a:pt x="1210" y="353"/>
                        <a:pt x="1213" y="350"/>
                      </a:cubicBezTo>
                      <a:cubicBezTo>
                        <a:pt x="1216" y="347"/>
                        <a:pt x="1262" y="350"/>
                        <a:pt x="1262" y="350"/>
                      </a:cubicBezTo>
                      <a:cubicBezTo>
                        <a:pt x="1278" y="336"/>
                        <a:pt x="1278" y="336"/>
                        <a:pt x="1278" y="336"/>
                      </a:cubicBezTo>
                      <a:cubicBezTo>
                        <a:pt x="1278" y="336"/>
                        <a:pt x="1263" y="325"/>
                        <a:pt x="1270" y="314"/>
                      </a:cubicBezTo>
                      <a:cubicBezTo>
                        <a:pt x="1277" y="303"/>
                        <a:pt x="1302" y="302"/>
                        <a:pt x="1302" y="302"/>
                      </a:cubicBezTo>
                      <a:cubicBezTo>
                        <a:pt x="1302" y="291"/>
                        <a:pt x="1302" y="291"/>
                        <a:pt x="1302" y="291"/>
                      </a:cubicBezTo>
                      <a:cubicBezTo>
                        <a:pt x="1320" y="294"/>
                        <a:pt x="1320" y="294"/>
                        <a:pt x="1320" y="294"/>
                      </a:cubicBezTo>
                      <a:cubicBezTo>
                        <a:pt x="1326" y="291"/>
                        <a:pt x="1326" y="291"/>
                        <a:pt x="1326" y="291"/>
                      </a:cubicBezTo>
                      <a:cubicBezTo>
                        <a:pt x="1335" y="282"/>
                        <a:pt x="1335" y="282"/>
                        <a:pt x="1335" y="282"/>
                      </a:cubicBezTo>
                      <a:cubicBezTo>
                        <a:pt x="1335" y="282"/>
                        <a:pt x="1346" y="279"/>
                        <a:pt x="1355" y="279"/>
                      </a:cubicBezTo>
                      <a:cubicBezTo>
                        <a:pt x="1364" y="279"/>
                        <a:pt x="1372" y="288"/>
                        <a:pt x="1372" y="288"/>
                      </a:cubicBezTo>
                      <a:cubicBezTo>
                        <a:pt x="1372" y="288"/>
                        <a:pt x="1390" y="287"/>
                        <a:pt x="1398" y="286"/>
                      </a:cubicBezTo>
                      <a:cubicBezTo>
                        <a:pt x="1406" y="285"/>
                        <a:pt x="1403" y="279"/>
                        <a:pt x="1394" y="27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5" name="Freeform 267"/>
                <p:cNvSpPr>
                  <a:spLocks/>
                </p:cNvSpPr>
                <p:nvPr/>
              </p:nvSpPr>
              <p:spPr bwMode="gray">
                <a:xfrm>
                  <a:off x="-2297" y="-15512"/>
                  <a:ext cx="728" cy="340"/>
                </a:xfrm>
                <a:custGeom>
                  <a:avLst/>
                  <a:gdLst>
                    <a:gd name="T0" fmla="*/ 4 w 308"/>
                    <a:gd name="T1" fmla="*/ 12 h 144"/>
                    <a:gd name="T2" fmla="*/ 52 w 308"/>
                    <a:gd name="T3" fmla="*/ 37 h 144"/>
                    <a:gd name="T4" fmla="*/ 75 w 308"/>
                    <a:gd name="T5" fmla="*/ 54 h 144"/>
                    <a:gd name="T6" fmla="*/ 79 w 308"/>
                    <a:gd name="T7" fmla="*/ 85 h 144"/>
                    <a:gd name="T8" fmla="*/ 92 w 308"/>
                    <a:gd name="T9" fmla="*/ 103 h 144"/>
                    <a:gd name="T10" fmla="*/ 85 w 308"/>
                    <a:gd name="T11" fmla="*/ 110 h 144"/>
                    <a:gd name="T12" fmla="*/ 111 w 308"/>
                    <a:gd name="T13" fmla="*/ 115 h 144"/>
                    <a:gd name="T14" fmla="*/ 131 w 308"/>
                    <a:gd name="T15" fmla="*/ 108 h 144"/>
                    <a:gd name="T16" fmla="*/ 147 w 308"/>
                    <a:gd name="T17" fmla="*/ 126 h 144"/>
                    <a:gd name="T18" fmla="*/ 164 w 308"/>
                    <a:gd name="T19" fmla="*/ 126 h 144"/>
                    <a:gd name="T20" fmla="*/ 166 w 308"/>
                    <a:gd name="T21" fmla="*/ 134 h 144"/>
                    <a:gd name="T22" fmla="*/ 183 w 308"/>
                    <a:gd name="T23" fmla="*/ 133 h 144"/>
                    <a:gd name="T24" fmla="*/ 188 w 308"/>
                    <a:gd name="T25" fmla="*/ 126 h 144"/>
                    <a:gd name="T26" fmla="*/ 221 w 308"/>
                    <a:gd name="T27" fmla="*/ 130 h 144"/>
                    <a:gd name="T28" fmla="*/ 227 w 308"/>
                    <a:gd name="T29" fmla="*/ 120 h 144"/>
                    <a:gd name="T30" fmla="*/ 235 w 308"/>
                    <a:gd name="T31" fmla="*/ 123 h 144"/>
                    <a:gd name="T32" fmla="*/ 235 w 308"/>
                    <a:gd name="T33" fmla="*/ 123 h 144"/>
                    <a:gd name="T34" fmla="*/ 250 w 308"/>
                    <a:gd name="T35" fmla="*/ 112 h 144"/>
                    <a:gd name="T36" fmla="*/ 261 w 308"/>
                    <a:gd name="T37" fmla="*/ 120 h 144"/>
                    <a:gd name="T38" fmla="*/ 275 w 308"/>
                    <a:gd name="T39" fmla="*/ 130 h 144"/>
                    <a:gd name="T40" fmla="*/ 289 w 308"/>
                    <a:gd name="T41" fmla="*/ 127 h 144"/>
                    <a:gd name="T42" fmla="*/ 306 w 308"/>
                    <a:gd name="T43" fmla="*/ 134 h 144"/>
                    <a:gd name="T44" fmla="*/ 287 w 308"/>
                    <a:gd name="T45" fmla="*/ 113 h 144"/>
                    <a:gd name="T46" fmla="*/ 278 w 308"/>
                    <a:gd name="T47" fmla="*/ 97 h 144"/>
                    <a:gd name="T48" fmla="*/ 286 w 308"/>
                    <a:gd name="T49" fmla="*/ 93 h 144"/>
                    <a:gd name="T50" fmla="*/ 251 w 308"/>
                    <a:gd name="T51" fmla="*/ 75 h 144"/>
                    <a:gd name="T52" fmla="*/ 256 w 308"/>
                    <a:gd name="T53" fmla="*/ 58 h 144"/>
                    <a:gd name="T54" fmla="*/ 236 w 308"/>
                    <a:gd name="T55" fmla="*/ 55 h 144"/>
                    <a:gd name="T56" fmla="*/ 208 w 308"/>
                    <a:gd name="T57" fmla="*/ 42 h 144"/>
                    <a:gd name="T58" fmla="*/ 179 w 308"/>
                    <a:gd name="T59" fmla="*/ 53 h 144"/>
                    <a:gd name="T60" fmla="*/ 160 w 308"/>
                    <a:gd name="T61" fmla="*/ 42 h 144"/>
                    <a:gd name="T62" fmla="*/ 128 w 308"/>
                    <a:gd name="T63" fmla="*/ 22 h 144"/>
                    <a:gd name="T64" fmla="*/ 95 w 308"/>
                    <a:gd name="T65" fmla="*/ 18 h 144"/>
                    <a:gd name="T66" fmla="*/ 54 w 308"/>
                    <a:gd name="T67" fmla="*/ 10 h 144"/>
                    <a:gd name="T68" fmla="*/ 13 w 308"/>
                    <a:gd name="T69" fmla="*/ 0 h 144"/>
                    <a:gd name="T70" fmla="*/ 0 w 308"/>
                    <a:gd name="T71" fmla="*/ 11 h 144"/>
                    <a:gd name="T72" fmla="*/ 4 w 308"/>
                    <a:gd name="T73" fmla="*/ 12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08" h="144">
                      <a:moveTo>
                        <a:pt x="4" y="12"/>
                      </a:moveTo>
                      <a:cubicBezTo>
                        <a:pt x="4" y="12"/>
                        <a:pt x="44" y="34"/>
                        <a:pt x="52" y="37"/>
                      </a:cubicBezTo>
                      <a:cubicBezTo>
                        <a:pt x="60" y="40"/>
                        <a:pt x="75" y="54"/>
                        <a:pt x="75" y="54"/>
                      </a:cubicBezTo>
                      <a:cubicBezTo>
                        <a:pt x="75" y="54"/>
                        <a:pt x="79" y="82"/>
                        <a:pt x="79" y="85"/>
                      </a:cubicBezTo>
                      <a:cubicBezTo>
                        <a:pt x="79" y="88"/>
                        <a:pt x="92" y="103"/>
                        <a:pt x="92" y="103"/>
                      </a:cubicBezTo>
                      <a:cubicBezTo>
                        <a:pt x="92" y="103"/>
                        <a:pt x="90" y="105"/>
                        <a:pt x="85" y="110"/>
                      </a:cubicBezTo>
                      <a:cubicBezTo>
                        <a:pt x="111" y="115"/>
                        <a:pt x="111" y="115"/>
                        <a:pt x="111" y="115"/>
                      </a:cubicBezTo>
                      <a:cubicBezTo>
                        <a:pt x="111" y="115"/>
                        <a:pt x="117" y="105"/>
                        <a:pt x="131" y="108"/>
                      </a:cubicBezTo>
                      <a:cubicBezTo>
                        <a:pt x="145" y="111"/>
                        <a:pt x="147" y="126"/>
                        <a:pt x="147" y="126"/>
                      </a:cubicBezTo>
                      <a:cubicBezTo>
                        <a:pt x="164" y="126"/>
                        <a:pt x="164" y="126"/>
                        <a:pt x="164" y="126"/>
                      </a:cubicBezTo>
                      <a:cubicBezTo>
                        <a:pt x="164" y="126"/>
                        <a:pt x="165" y="129"/>
                        <a:pt x="166" y="134"/>
                      </a:cubicBezTo>
                      <a:cubicBezTo>
                        <a:pt x="183" y="133"/>
                        <a:pt x="183" y="133"/>
                        <a:pt x="183" y="133"/>
                      </a:cubicBezTo>
                      <a:cubicBezTo>
                        <a:pt x="188" y="126"/>
                        <a:pt x="188" y="126"/>
                        <a:pt x="188" y="126"/>
                      </a:cubicBezTo>
                      <a:cubicBezTo>
                        <a:pt x="221" y="130"/>
                        <a:pt x="221" y="130"/>
                        <a:pt x="221" y="130"/>
                      </a:cubicBezTo>
                      <a:cubicBezTo>
                        <a:pt x="221" y="130"/>
                        <a:pt x="224" y="120"/>
                        <a:pt x="227" y="120"/>
                      </a:cubicBezTo>
                      <a:cubicBezTo>
                        <a:pt x="228" y="120"/>
                        <a:pt x="232" y="121"/>
                        <a:pt x="235" y="123"/>
                      </a:cubicBezTo>
                      <a:cubicBezTo>
                        <a:pt x="235" y="123"/>
                        <a:pt x="235" y="123"/>
                        <a:pt x="235" y="123"/>
                      </a:cubicBezTo>
                      <a:cubicBezTo>
                        <a:pt x="236" y="119"/>
                        <a:pt x="240" y="111"/>
                        <a:pt x="250" y="112"/>
                      </a:cubicBezTo>
                      <a:cubicBezTo>
                        <a:pt x="263" y="113"/>
                        <a:pt x="261" y="120"/>
                        <a:pt x="261" y="120"/>
                      </a:cubicBezTo>
                      <a:cubicBezTo>
                        <a:pt x="275" y="130"/>
                        <a:pt x="275" y="130"/>
                        <a:pt x="275" y="130"/>
                      </a:cubicBezTo>
                      <a:cubicBezTo>
                        <a:pt x="275" y="130"/>
                        <a:pt x="286" y="127"/>
                        <a:pt x="289" y="127"/>
                      </a:cubicBezTo>
                      <a:cubicBezTo>
                        <a:pt x="292" y="127"/>
                        <a:pt x="304" y="144"/>
                        <a:pt x="306" y="134"/>
                      </a:cubicBezTo>
                      <a:cubicBezTo>
                        <a:pt x="308" y="124"/>
                        <a:pt x="287" y="113"/>
                        <a:pt x="287" y="113"/>
                      </a:cubicBezTo>
                      <a:cubicBezTo>
                        <a:pt x="287" y="113"/>
                        <a:pt x="272" y="102"/>
                        <a:pt x="278" y="97"/>
                      </a:cubicBezTo>
                      <a:cubicBezTo>
                        <a:pt x="280" y="95"/>
                        <a:pt x="283" y="94"/>
                        <a:pt x="286" y="93"/>
                      </a:cubicBezTo>
                      <a:cubicBezTo>
                        <a:pt x="279" y="86"/>
                        <a:pt x="268" y="76"/>
                        <a:pt x="251" y="75"/>
                      </a:cubicBezTo>
                      <a:cubicBezTo>
                        <a:pt x="251" y="76"/>
                        <a:pt x="256" y="58"/>
                        <a:pt x="256" y="58"/>
                      </a:cubicBezTo>
                      <a:cubicBezTo>
                        <a:pt x="236" y="55"/>
                        <a:pt x="236" y="55"/>
                        <a:pt x="236" y="55"/>
                      </a:cubicBezTo>
                      <a:cubicBezTo>
                        <a:pt x="236" y="55"/>
                        <a:pt x="226" y="40"/>
                        <a:pt x="208" y="42"/>
                      </a:cubicBezTo>
                      <a:cubicBezTo>
                        <a:pt x="190" y="44"/>
                        <a:pt x="198" y="53"/>
                        <a:pt x="179" y="53"/>
                      </a:cubicBezTo>
                      <a:cubicBezTo>
                        <a:pt x="160" y="53"/>
                        <a:pt x="160" y="42"/>
                        <a:pt x="160" y="42"/>
                      </a:cubicBezTo>
                      <a:cubicBezTo>
                        <a:pt x="128" y="22"/>
                        <a:pt x="128" y="22"/>
                        <a:pt x="128" y="22"/>
                      </a:cubicBezTo>
                      <a:cubicBezTo>
                        <a:pt x="128" y="22"/>
                        <a:pt x="108" y="17"/>
                        <a:pt x="95" y="18"/>
                      </a:cubicBezTo>
                      <a:cubicBezTo>
                        <a:pt x="82" y="19"/>
                        <a:pt x="70" y="17"/>
                        <a:pt x="54" y="10"/>
                      </a:cubicBezTo>
                      <a:cubicBezTo>
                        <a:pt x="38" y="3"/>
                        <a:pt x="13" y="0"/>
                        <a:pt x="13" y="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3" y="12"/>
                        <a:pt x="4" y="12"/>
                        <a:pt x="4" y="1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6" name="Freeform 268"/>
                <p:cNvSpPr>
                  <a:spLocks noEditPoints="1"/>
                </p:cNvSpPr>
                <p:nvPr/>
              </p:nvSpPr>
              <p:spPr bwMode="gray">
                <a:xfrm>
                  <a:off x="-1741" y="-15300"/>
                  <a:ext cx="567" cy="459"/>
                </a:xfrm>
                <a:custGeom>
                  <a:avLst/>
                  <a:gdLst>
                    <a:gd name="T0" fmla="*/ 42 w 240"/>
                    <a:gd name="T1" fmla="*/ 125 h 194"/>
                    <a:gd name="T2" fmla="*/ 31 w 240"/>
                    <a:gd name="T3" fmla="*/ 127 h 194"/>
                    <a:gd name="T4" fmla="*/ 14 w 240"/>
                    <a:gd name="T5" fmla="*/ 116 h 194"/>
                    <a:gd name="T6" fmla="*/ 4 w 240"/>
                    <a:gd name="T7" fmla="*/ 119 h 194"/>
                    <a:gd name="T8" fmla="*/ 14 w 240"/>
                    <a:gd name="T9" fmla="*/ 141 h 194"/>
                    <a:gd name="T10" fmla="*/ 56 w 240"/>
                    <a:gd name="T11" fmla="*/ 163 h 194"/>
                    <a:gd name="T12" fmla="*/ 59 w 240"/>
                    <a:gd name="T13" fmla="*/ 163 h 194"/>
                    <a:gd name="T14" fmla="*/ 50 w 240"/>
                    <a:gd name="T15" fmla="*/ 141 h 194"/>
                    <a:gd name="T16" fmla="*/ 42 w 240"/>
                    <a:gd name="T17" fmla="*/ 125 h 194"/>
                    <a:gd name="T18" fmla="*/ 235 w 240"/>
                    <a:gd name="T19" fmla="*/ 75 h 194"/>
                    <a:gd name="T20" fmla="*/ 205 w 240"/>
                    <a:gd name="T21" fmla="*/ 74 h 194"/>
                    <a:gd name="T22" fmla="*/ 193 w 240"/>
                    <a:gd name="T23" fmla="*/ 56 h 194"/>
                    <a:gd name="T24" fmla="*/ 176 w 240"/>
                    <a:gd name="T25" fmla="*/ 38 h 194"/>
                    <a:gd name="T26" fmla="*/ 177 w 240"/>
                    <a:gd name="T27" fmla="*/ 29 h 194"/>
                    <a:gd name="T28" fmla="*/ 145 w 240"/>
                    <a:gd name="T29" fmla="*/ 2 h 194"/>
                    <a:gd name="T30" fmla="*/ 143 w 240"/>
                    <a:gd name="T31" fmla="*/ 20 h 194"/>
                    <a:gd name="T32" fmla="*/ 126 w 240"/>
                    <a:gd name="T33" fmla="*/ 24 h 194"/>
                    <a:gd name="T34" fmla="*/ 116 w 240"/>
                    <a:gd name="T35" fmla="*/ 38 h 194"/>
                    <a:gd name="T36" fmla="*/ 78 w 240"/>
                    <a:gd name="T37" fmla="*/ 9 h 194"/>
                    <a:gd name="T38" fmla="*/ 43 w 240"/>
                    <a:gd name="T39" fmla="*/ 7 h 194"/>
                    <a:gd name="T40" fmla="*/ 52 w 240"/>
                    <a:gd name="T41" fmla="*/ 23 h 194"/>
                    <a:gd name="T42" fmla="*/ 71 w 240"/>
                    <a:gd name="T43" fmla="*/ 44 h 194"/>
                    <a:gd name="T44" fmla="*/ 54 w 240"/>
                    <a:gd name="T45" fmla="*/ 37 h 194"/>
                    <a:gd name="T46" fmla="*/ 40 w 240"/>
                    <a:gd name="T47" fmla="*/ 40 h 194"/>
                    <a:gd name="T48" fmla="*/ 26 w 240"/>
                    <a:gd name="T49" fmla="*/ 30 h 194"/>
                    <a:gd name="T50" fmla="*/ 15 w 240"/>
                    <a:gd name="T51" fmla="*/ 22 h 194"/>
                    <a:gd name="T52" fmla="*/ 0 w 240"/>
                    <a:gd name="T53" fmla="*/ 33 h 194"/>
                    <a:gd name="T54" fmla="*/ 7 w 240"/>
                    <a:gd name="T55" fmla="*/ 37 h 194"/>
                    <a:gd name="T56" fmla="*/ 6 w 240"/>
                    <a:gd name="T57" fmla="*/ 46 h 194"/>
                    <a:gd name="T58" fmla="*/ 25 w 240"/>
                    <a:gd name="T59" fmla="*/ 54 h 194"/>
                    <a:gd name="T60" fmla="*/ 19 w 240"/>
                    <a:gd name="T61" fmla="*/ 69 h 194"/>
                    <a:gd name="T62" fmla="*/ 49 w 240"/>
                    <a:gd name="T63" fmla="*/ 91 h 194"/>
                    <a:gd name="T64" fmla="*/ 28 w 240"/>
                    <a:gd name="T65" fmla="*/ 100 h 194"/>
                    <a:gd name="T66" fmla="*/ 46 w 240"/>
                    <a:gd name="T67" fmla="*/ 108 h 194"/>
                    <a:gd name="T68" fmla="*/ 56 w 240"/>
                    <a:gd name="T69" fmla="*/ 122 h 194"/>
                    <a:gd name="T70" fmla="*/ 76 w 240"/>
                    <a:gd name="T71" fmla="*/ 124 h 194"/>
                    <a:gd name="T72" fmla="*/ 74 w 240"/>
                    <a:gd name="T73" fmla="*/ 134 h 194"/>
                    <a:gd name="T74" fmla="*/ 78 w 240"/>
                    <a:gd name="T75" fmla="*/ 141 h 194"/>
                    <a:gd name="T76" fmla="*/ 81 w 240"/>
                    <a:gd name="T77" fmla="*/ 162 h 194"/>
                    <a:gd name="T78" fmla="*/ 83 w 240"/>
                    <a:gd name="T79" fmla="*/ 162 h 194"/>
                    <a:gd name="T80" fmla="*/ 97 w 240"/>
                    <a:gd name="T81" fmla="*/ 146 h 194"/>
                    <a:gd name="T82" fmla="*/ 142 w 240"/>
                    <a:gd name="T83" fmla="*/ 115 h 194"/>
                    <a:gd name="T84" fmla="*/ 157 w 240"/>
                    <a:gd name="T85" fmla="*/ 133 h 194"/>
                    <a:gd name="T86" fmla="*/ 150 w 240"/>
                    <a:gd name="T87" fmla="*/ 144 h 194"/>
                    <a:gd name="T88" fmla="*/ 159 w 240"/>
                    <a:gd name="T89" fmla="*/ 157 h 194"/>
                    <a:gd name="T90" fmla="*/ 149 w 240"/>
                    <a:gd name="T91" fmla="*/ 164 h 194"/>
                    <a:gd name="T92" fmla="*/ 168 w 240"/>
                    <a:gd name="T93" fmla="*/ 180 h 194"/>
                    <a:gd name="T94" fmla="*/ 177 w 240"/>
                    <a:gd name="T95" fmla="*/ 189 h 194"/>
                    <a:gd name="T96" fmla="*/ 187 w 240"/>
                    <a:gd name="T97" fmla="*/ 191 h 194"/>
                    <a:gd name="T98" fmla="*/ 188 w 240"/>
                    <a:gd name="T99" fmla="*/ 194 h 194"/>
                    <a:gd name="T100" fmla="*/ 191 w 240"/>
                    <a:gd name="T101" fmla="*/ 174 h 194"/>
                    <a:gd name="T102" fmla="*/ 179 w 240"/>
                    <a:gd name="T103" fmla="*/ 165 h 194"/>
                    <a:gd name="T104" fmla="*/ 190 w 240"/>
                    <a:gd name="T105" fmla="*/ 161 h 194"/>
                    <a:gd name="T106" fmla="*/ 190 w 240"/>
                    <a:gd name="T107" fmla="*/ 142 h 194"/>
                    <a:gd name="T108" fmla="*/ 208 w 240"/>
                    <a:gd name="T109" fmla="*/ 147 h 194"/>
                    <a:gd name="T110" fmla="*/ 198 w 240"/>
                    <a:gd name="T111" fmla="*/ 129 h 194"/>
                    <a:gd name="T112" fmla="*/ 201 w 240"/>
                    <a:gd name="T113" fmla="*/ 116 h 194"/>
                    <a:gd name="T114" fmla="*/ 200 w 240"/>
                    <a:gd name="T115" fmla="*/ 93 h 194"/>
                    <a:gd name="T116" fmla="*/ 210 w 240"/>
                    <a:gd name="T117" fmla="*/ 95 h 194"/>
                    <a:gd name="T118" fmla="*/ 218 w 240"/>
                    <a:gd name="T119" fmla="*/ 86 h 194"/>
                    <a:gd name="T120" fmla="*/ 240 w 240"/>
                    <a:gd name="T121" fmla="*/ 88 h 194"/>
                    <a:gd name="T122" fmla="*/ 235 w 240"/>
                    <a:gd name="T12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40" h="194">
                      <a:moveTo>
                        <a:pt x="42" y="125"/>
                      </a:moveTo>
                      <a:cubicBezTo>
                        <a:pt x="33" y="124"/>
                        <a:pt x="31" y="127"/>
                        <a:pt x="31" y="127"/>
                      </a:cubicBezTo>
                      <a:cubicBezTo>
                        <a:pt x="31" y="127"/>
                        <a:pt x="21" y="126"/>
                        <a:pt x="14" y="116"/>
                      </a:cubicBezTo>
                      <a:cubicBezTo>
                        <a:pt x="13" y="116"/>
                        <a:pt x="6" y="118"/>
                        <a:pt x="4" y="119"/>
                      </a:cubicBezTo>
                      <a:cubicBezTo>
                        <a:pt x="6" y="125"/>
                        <a:pt x="7" y="135"/>
                        <a:pt x="14" y="141"/>
                      </a:cubicBezTo>
                      <a:cubicBezTo>
                        <a:pt x="24" y="149"/>
                        <a:pt x="41" y="163"/>
                        <a:pt x="56" y="163"/>
                      </a:cubicBezTo>
                      <a:cubicBezTo>
                        <a:pt x="57" y="163"/>
                        <a:pt x="58" y="163"/>
                        <a:pt x="59" y="163"/>
                      </a:cubicBezTo>
                      <a:cubicBezTo>
                        <a:pt x="57" y="156"/>
                        <a:pt x="52" y="144"/>
                        <a:pt x="50" y="141"/>
                      </a:cubicBezTo>
                      <a:cubicBezTo>
                        <a:pt x="47" y="137"/>
                        <a:pt x="51" y="126"/>
                        <a:pt x="42" y="125"/>
                      </a:cubicBezTo>
                      <a:close/>
                      <a:moveTo>
                        <a:pt x="235" y="75"/>
                      </a:moveTo>
                      <a:cubicBezTo>
                        <a:pt x="231" y="67"/>
                        <a:pt x="215" y="74"/>
                        <a:pt x="205" y="74"/>
                      </a:cubicBezTo>
                      <a:cubicBezTo>
                        <a:pt x="195" y="74"/>
                        <a:pt x="193" y="56"/>
                        <a:pt x="193" y="56"/>
                      </a:cubicBezTo>
                      <a:cubicBezTo>
                        <a:pt x="176" y="38"/>
                        <a:pt x="176" y="38"/>
                        <a:pt x="176" y="38"/>
                      </a:cubicBezTo>
                      <a:cubicBezTo>
                        <a:pt x="177" y="29"/>
                        <a:pt x="177" y="29"/>
                        <a:pt x="177" y="29"/>
                      </a:cubicBezTo>
                      <a:cubicBezTo>
                        <a:pt x="145" y="2"/>
                        <a:pt x="145" y="2"/>
                        <a:pt x="145" y="2"/>
                      </a:cubicBezTo>
                      <a:cubicBezTo>
                        <a:pt x="145" y="2"/>
                        <a:pt x="144" y="13"/>
                        <a:pt x="143" y="20"/>
                      </a:cubicBezTo>
                      <a:cubicBezTo>
                        <a:pt x="142" y="27"/>
                        <a:pt x="126" y="24"/>
                        <a:pt x="126" y="24"/>
                      </a:cubicBezTo>
                      <a:cubicBezTo>
                        <a:pt x="126" y="24"/>
                        <a:pt x="132" y="36"/>
                        <a:pt x="116" y="38"/>
                      </a:cubicBezTo>
                      <a:cubicBezTo>
                        <a:pt x="100" y="40"/>
                        <a:pt x="91" y="18"/>
                        <a:pt x="78" y="9"/>
                      </a:cubicBezTo>
                      <a:cubicBezTo>
                        <a:pt x="65" y="0"/>
                        <a:pt x="49" y="2"/>
                        <a:pt x="43" y="7"/>
                      </a:cubicBezTo>
                      <a:cubicBezTo>
                        <a:pt x="37" y="12"/>
                        <a:pt x="52" y="23"/>
                        <a:pt x="52" y="23"/>
                      </a:cubicBezTo>
                      <a:cubicBezTo>
                        <a:pt x="52" y="23"/>
                        <a:pt x="73" y="34"/>
                        <a:pt x="71" y="44"/>
                      </a:cubicBezTo>
                      <a:cubicBezTo>
                        <a:pt x="69" y="54"/>
                        <a:pt x="57" y="37"/>
                        <a:pt x="54" y="37"/>
                      </a:cubicBezTo>
                      <a:cubicBezTo>
                        <a:pt x="51" y="37"/>
                        <a:pt x="40" y="40"/>
                        <a:pt x="40" y="4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6" y="30"/>
                        <a:pt x="28" y="23"/>
                        <a:pt x="15" y="22"/>
                      </a:cubicBezTo>
                      <a:cubicBezTo>
                        <a:pt x="5" y="21"/>
                        <a:pt x="1" y="29"/>
                        <a:pt x="0" y="33"/>
                      </a:cubicBezTo>
                      <a:cubicBezTo>
                        <a:pt x="3" y="35"/>
                        <a:pt x="7" y="37"/>
                        <a:pt x="7" y="37"/>
                      </a:cubicBezTo>
                      <a:cubicBezTo>
                        <a:pt x="6" y="46"/>
                        <a:pt x="6" y="46"/>
                        <a:pt x="6" y="46"/>
                      </a:cubicBezTo>
                      <a:cubicBezTo>
                        <a:pt x="6" y="46"/>
                        <a:pt x="25" y="47"/>
                        <a:pt x="25" y="54"/>
                      </a:cubicBezTo>
                      <a:cubicBezTo>
                        <a:pt x="25" y="61"/>
                        <a:pt x="19" y="69"/>
                        <a:pt x="19" y="69"/>
                      </a:cubicBezTo>
                      <a:cubicBezTo>
                        <a:pt x="19" y="69"/>
                        <a:pt x="50" y="82"/>
                        <a:pt x="49" y="91"/>
                      </a:cubicBezTo>
                      <a:cubicBezTo>
                        <a:pt x="48" y="100"/>
                        <a:pt x="28" y="100"/>
                        <a:pt x="28" y="100"/>
                      </a:cubicBezTo>
                      <a:cubicBezTo>
                        <a:pt x="46" y="108"/>
                        <a:pt x="46" y="108"/>
                        <a:pt x="46" y="108"/>
                      </a:cubicBezTo>
                      <a:cubicBezTo>
                        <a:pt x="56" y="122"/>
                        <a:pt x="56" y="122"/>
                        <a:pt x="56" y="122"/>
                      </a:cubicBezTo>
                      <a:cubicBezTo>
                        <a:pt x="76" y="124"/>
                        <a:pt x="76" y="124"/>
                        <a:pt x="76" y="124"/>
                      </a:cubicBezTo>
                      <a:cubicBezTo>
                        <a:pt x="74" y="134"/>
                        <a:pt x="74" y="134"/>
                        <a:pt x="74" y="134"/>
                      </a:cubicBezTo>
                      <a:cubicBezTo>
                        <a:pt x="78" y="141"/>
                        <a:pt x="78" y="141"/>
                        <a:pt x="78" y="141"/>
                      </a:cubicBezTo>
                      <a:cubicBezTo>
                        <a:pt x="78" y="141"/>
                        <a:pt x="80" y="154"/>
                        <a:pt x="81" y="162"/>
                      </a:cubicBezTo>
                      <a:cubicBezTo>
                        <a:pt x="82" y="162"/>
                        <a:pt x="82" y="162"/>
                        <a:pt x="83" y="162"/>
                      </a:cubicBezTo>
                      <a:cubicBezTo>
                        <a:pt x="86" y="161"/>
                        <a:pt x="94" y="150"/>
                        <a:pt x="97" y="146"/>
                      </a:cubicBezTo>
                      <a:cubicBezTo>
                        <a:pt x="100" y="142"/>
                        <a:pt x="136" y="115"/>
                        <a:pt x="142" y="115"/>
                      </a:cubicBezTo>
                      <a:cubicBezTo>
                        <a:pt x="148" y="115"/>
                        <a:pt x="155" y="127"/>
                        <a:pt x="157" y="133"/>
                      </a:cubicBezTo>
                      <a:cubicBezTo>
                        <a:pt x="159" y="139"/>
                        <a:pt x="150" y="139"/>
                        <a:pt x="150" y="144"/>
                      </a:cubicBezTo>
                      <a:cubicBezTo>
                        <a:pt x="150" y="149"/>
                        <a:pt x="159" y="151"/>
                        <a:pt x="159" y="157"/>
                      </a:cubicBezTo>
                      <a:cubicBezTo>
                        <a:pt x="159" y="163"/>
                        <a:pt x="149" y="159"/>
                        <a:pt x="149" y="164"/>
                      </a:cubicBezTo>
                      <a:cubicBezTo>
                        <a:pt x="149" y="169"/>
                        <a:pt x="162" y="177"/>
                        <a:pt x="168" y="180"/>
                      </a:cubicBezTo>
                      <a:cubicBezTo>
                        <a:pt x="174" y="183"/>
                        <a:pt x="177" y="189"/>
                        <a:pt x="177" y="189"/>
                      </a:cubicBezTo>
                      <a:cubicBezTo>
                        <a:pt x="187" y="191"/>
                        <a:pt x="187" y="191"/>
                        <a:pt x="187" y="191"/>
                      </a:cubicBezTo>
                      <a:cubicBezTo>
                        <a:pt x="187" y="191"/>
                        <a:pt x="187" y="192"/>
                        <a:pt x="188" y="194"/>
                      </a:cubicBezTo>
                      <a:cubicBezTo>
                        <a:pt x="190" y="187"/>
                        <a:pt x="192" y="178"/>
                        <a:pt x="191" y="174"/>
                      </a:cubicBezTo>
                      <a:cubicBezTo>
                        <a:pt x="189" y="168"/>
                        <a:pt x="179" y="165"/>
                        <a:pt x="179" y="165"/>
                      </a:cubicBezTo>
                      <a:cubicBezTo>
                        <a:pt x="190" y="161"/>
                        <a:pt x="190" y="161"/>
                        <a:pt x="190" y="161"/>
                      </a:cubicBezTo>
                      <a:cubicBezTo>
                        <a:pt x="190" y="142"/>
                        <a:pt x="190" y="142"/>
                        <a:pt x="190" y="142"/>
                      </a:cubicBezTo>
                      <a:cubicBezTo>
                        <a:pt x="190" y="142"/>
                        <a:pt x="202" y="155"/>
                        <a:pt x="208" y="147"/>
                      </a:cubicBezTo>
                      <a:cubicBezTo>
                        <a:pt x="214" y="139"/>
                        <a:pt x="198" y="129"/>
                        <a:pt x="198" y="129"/>
                      </a:cubicBezTo>
                      <a:cubicBezTo>
                        <a:pt x="201" y="116"/>
                        <a:pt x="201" y="116"/>
                        <a:pt x="201" y="116"/>
                      </a:cubicBezTo>
                      <a:cubicBezTo>
                        <a:pt x="200" y="93"/>
                        <a:pt x="200" y="93"/>
                        <a:pt x="200" y="93"/>
                      </a:cubicBezTo>
                      <a:cubicBezTo>
                        <a:pt x="210" y="95"/>
                        <a:pt x="210" y="95"/>
                        <a:pt x="210" y="95"/>
                      </a:cubicBezTo>
                      <a:cubicBezTo>
                        <a:pt x="218" y="86"/>
                        <a:pt x="218" y="86"/>
                        <a:pt x="218" y="86"/>
                      </a:cubicBezTo>
                      <a:cubicBezTo>
                        <a:pt x="240" y="88"/>
                        <a:pt x="240" y="88"/>
                        <a:pt x="240" y="88"/>
                      </a:cubicBezTo>
                      <a:cubicBezTo>
                        <a:pt x="240" y="88"/>
                        <a:pt x="239" y="83"/>
                        <a:pt x="235" y="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7" name="Freeform 269"/>
                <p:cNvSpPr>
                  <a:spLocks/>
                </p:cNvSpPr>
                <p:nvPr/>
              </p:nvSpPr>
              <p:spPr bwMode="gray">
                <a:xfrm>
                  <a:off x="-4146" y="-16592"/>
                  <a:ext cx="1772" cy="981"/>
                </a:xfrm>
                <a:custGeom>
                  <a:avLst/>
                  <a:gdLst>
                    <a:gd name="T0" fmla="*/ 51 w 750"/>
                    <a:gd name="T1" fmla="*/ 223 h 415"/>
                    <a:gd name="T2" fmla="*/ 79 w 750"/>
                    <a:gd name="T3" fmla="*/ 232 h 415"/>
                    <a:gd name="T4" fmla="*/ 132 w 750"/>
                    <a:gd name="T5" fmla="*/ 230 h 415"/>
                    <a:gd name="T6" fmla="*/ 166 w 750"/>
                    <a:gd name="T7" fmla="*/ 227 h 415"/>
                    <a:gd name="T8" fmla="*/ 209 w 750"/>
                    <a:gd name="T9" fmla="*/ 209 h 415"/>
                    <a:gd name="T10" fmla="*/ 243 w 750"/>
                    <a:gd name="T11" fmla="*/ 208 h 415"/>
                    <a:gd name="T12" fmla="*/ 274 w 750"/>
                    <a:gd name="T13" fmla="*/ 225 h 415"/>
                    <a:gd name="T14" fmla="*/ 296 w 750"/>
                    <a:gd name="T15" fmla="*/ 259 h 415"/>
                    <a:gd name="T16" fmla="*/ 311 w 750"/>
                    <a:gd name="T17" fmla="*/ 278 h 415"/>
                    <a:gd name="T18" fmla="*/ 317 w 750"/>
                    <a:gd name="T19" fmla="*/ 310 h 415"/>
                    <a:gd name="T20" fmla="*/ 304 w 750"/>
                    <a:gd name="T21" fmla="*/ 321 h 415"/>
                    <a:gd name="T22" fmla="*/ 283 w 750"/>
                    <a:gd name="T23" fmla="*/ 356 h 415"/>
                    <a:gd name="T24" fmla="*/ 281 w 750"/>
                    <a:gd name="T25" fmla="*/ 370 h 415"/>
                    <a:gd name="T26" fmla="*/ 323 w 750"/>
                    <a:gd name="T27" fmla="*/ 353 h 415"/>
                    <a:gd name="T28" fmla="*/ 391 w 750"/>
                    <a:gd name="T29" fmla="*/ 301 h 415"/>
                    <a:gd name="T30" fmla="*/ 436 w 750"/>
                    <a:gd name="T31" fmla="*/ 299 h 415"/>
                    <a:gd name="T32" fmla="*/ 420 w 750"/>
                    <a:gd name="T33" fmla="*/ 310 h 415"/>
                    <a:gd name="T34" fmla="*/ 488 w 750"/>
                    <a:gd name="T35" fmla="*/ 324 h 415"/>
                    <a:gd name="T36" fmla="*/ 499 w 750"/>
                    <a:gd name="T37" fmla="*/ 381 h 415"/>
                    <a:gd name="T38" fmla="*/ 542 w 750"/>
                    <a:gd name="T39" fmla="*/ 396 h 415"/>
                    <a:gd name="T40" fmla="*/ 591 w 750"/>
                    <a:gd name="T41" fmla="*/ 385 h 415"/>
                    <a:gd name="T42" fmla="*/ 622 w 750"/>
                    <a:gd name="T43" fmla="*/ 361 h 415"/>
                    <a:gd name="T44" fmla="*/ 553 w 750"/>
                    <a:gd name="T45" fmla="*/ 352 h 415"/>
                    <a:gd name="T46" fmla="*/ 503 w 750"/>
                    <a:gd name="T47" fmla="*/ 328 h 415"/>
                    <a:gd name="T48" fmla="*/ 537 w 750"/>
                    <a:gd name="T49" fmla="*/ 322 h 415"/>
                    <a:gd name="T50" fmla="*/ 588 w 750"/>
                    <a:gd name="T51" fmla="*/ 297 h 415"/>
                    <a:gd name="T52" fmla="*/ 679 w 750"/>
                    <a:gd name="T53" fmla="*/ 273 h 415"/>
                    <a:gd name="T54" fmla="*/ 703 w 750"/>
                    <a:gd name="T55" fmla="*/ 231 h 415"/>
                    <a:gd name="T56" fmla="*/ 727 w 750"/>
                    <a:gd name="T57" fmla="*/ 189 h 415"/>
                    <a:gd name="T58" fmla="*/ 742 w 750"/>
                    <a:gd name="T59" fmla="*/ 166 h 415"/>
                    <a:gd name="T60" fmla="*/ 709 w 750"/>
                    <a:gd name="T61" fmla="*/ 136 h 415"/>
                    <a:gd name="T62" fmla="*/ 662 w 750"/>
                    <a:gd name="T63" fmla="*/ 119 h 415"/>
                    <a:gd name="T64" fmla="*/ 620 w 750"/>
                    <a:gd name="T65" fmla="*/ 100 h 415"/>
                    <a:gd name="T66" fmla="*/ 578 w 750"/>
                    <a:gd name="T67" fmla="*/ 106 h 415"/>
                    <a:gd name="T68" fmla="*/ 540 w 750"/>
                    <a:gd name="T69" fmla="*/ 99 h 415"/>
                    <a:gd name="T70" fmla="*/ 482 w 750"/>
                    <a:gd name="T71" fmla="*/ 56 h 415"/>
                    <a:gd name="T72" fmla="*/ 486 w 750"/>
                    <a:gd name="T73" fmla="*/ 26 h 415"/>
                    <a:gd name="T74" fmla="*/ 431 w 750"/>
                    <a:gd name="T75" fmla="*/ 1 h 415"/>
                    <a:gd name="T76" fmla="*/ 398 w 750"/>
                    <a:gd name="T77" fmla="*/ 16 h 415"/>
                    <a:gd name="T78" fmla="*/ 327 w 750"/>
                    <a:gd name="T79" fmla="*/ 53 h 415"/>
                    <a:gd name="T80" fmla="*/ 273 w 750"/>
                    <a:gd name="T81" fmla="*/ 39 h 415"/>
                    <a:gd name="T82" fmla="*/ 247 w 750"/>
                    <a:gd name="T83" fmla="*/ 46 h 415"/>
                    <a:gd name="T84" fmla="*/ 224 w 750"/>
                    <a:gd name="T85" fmla="*/ 38 h 415"/>
                    <a:gd name="T86" fmla="*/ 202 w 750"/>
                    <a:gd name="T87" fmla="*/ 40 h 415"/>
                    <a:gd name="T88" fmla="*/ 157 w 750"/>
                    <a:gd name="T89" fmla="*/ 28 h 415"/>
                    <a:gd name="T90" fmla="*/ 103 w 750"/>
                    <a:gd name="T91" fmla="*/ 27 h 415"/>
                    <a:gd name="T92" fmla="*/ 47 w 750"/>
                    <a:gd name="T93" fmla="*/ 40 h 415"/>
                    <a:gd name="T94" fmla="*/ 75 w 750"/>
                    <a:gd name="T95" fmla="*/ 76 h 415"/>
                    <a:gd name="T96" fmla="*/ 58 w 750"/>
                    <a:gd name="T97" fmla="*/ 103 h 415"/>
                    <a:gd name="T98" fmla="*/ 30 w 750"/>
                    <a:gd name="T99" fmla="*/ 174 h 415"/>
                    <a:gd name="T100" fmla="*/ 1 w 750"/>
                    <a:gd name="T101" fmla="*/ 19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50" h="415">
                      <a:moveTo>
                        <a:pt x="16" y="215"/>
                      </a:moveTo>
                      <a:cubicBezTo>
                        <a:pt x="22" y="216"/>
                        <a:pt x="38" y="223"/>
                        <a:pt x="38" y="223"/>
                      </a:cubicBezTo>
                      <a:cubicBezTo>
                        <a:pt x="38" y="223"/>
                        <a:pt x="47" y="223"/>
                        <a:pt x="51" y="223"/>
                      </a:cubicBezTo>
                      <a:cubicBezTo>
                        <a:pt x="55" y="223"/>
                        <a:pt x="57" y="230"/>
                        <a:pt x="57" y="230"/>
                      </a:cubicBezTo>
                      <a:cubicBezTo>
                        <a:pt x="73" y="227"/>
                        <a:pt x="73" y="227"/>
                        <a:pt x="73" y="227"/>
                      </a:cubicBezTo>
                      <a:cubicBezTo>
                        <a:pt x="79" y="232"/>
                        <a:pt x="79" y="232"/>
                        <a:pt x="79" y="232"/>
                      </a:cubicBezTo>
                      <a:cubicBezTo>
                        <a:pt x="79" y="232"/>
                        <a:pt x="94" y="224"/>
                        <a:pt x="100" y="225"/>
                      </a:cubicBezTo>
                      <a:cubicBezTo>
                        <a:pt x="106" y="226"/>
                        <a:pt x="112" y="245"/>
                        <a:pt x="122" y="242"/>
                      </a:cubicBezTo>
                      <a:cubicBezTo>
                        <a:pt x="132" y="239"/>
                        <a:pt x="132" y="230"/>
                        <a:pt x="132" y="230"/>
                      </a:cubicBezTo>
                      <a:cubicBezTo>
                        <a:pt x="149" y="233"/>
                        <a:pt x="149" y="233"/>
                        <a:pt x="149" y="233"/>
                      </a:cubicBezTo>
                      <a:cubicBezTo>
                        <a:pt x="153" y="226"/>
                        <a:pt x="153" y="226"/>
                        <a:pt x="153" y="226"/>
                      </a:cubicBezTo>
                      <a:cubicBezTo>
                        <a:pt x="153" y="226"/>
                        <a:pt x="156" y="227"/>
                        <a:pt x="166" y="227"/>
                      </a:cubicBezTo>
                      <a:cubicBezTo>
                        <a:pt x="176" y="227"/>
                        <a:pt x="174" y="209"/>
                        <a:pt x="191" y="212"/>
                      </a:cubicBezTo>
                      <a:cubicBezTo>
                        <a:pt x="193" y="204"/>
                        <a:pt x="193" y="204"/>
                        <a:pt x="193" y="204"/>
                      </a:cubicBezTo>
                      <a:cubicBezTo>
                        <a:pt x="193" y="204"/>
                        <a:pt x="203" y="210"/>
                        <a:pt x="209" y="209"/>
                      </a:cubicBezTo>
                      <a:cubicBezTo>
                        <a:pt x="215" y="208"/>
                        <a:pt x="215" y="203"/>
                        <a:pt x="224" y="202"/>
                      </a:cubicBezTo>
                      <a:cubicBezTo>
                        <a:pt x="233" y="201"/>
                        <a:pt x="239" y="210"/>
                        <a:pt x="239" y="210"/>
                      </a:cubicBezTo>
                      <a:cubicBezTo>
                        <a:pt x="243" y="208"/>
                        <a:pt x="243" y="208"/>
                        <a:pt x="243" y="208"/>
                      </a:cubicBezTo>
                      <a:cubicBezTo>
                        <a:pt x="243" y="208"/>
                        <a:pt x="239" y="213"/>
                        <a:pt x="248" y="213"/>
                      </a:cubicBezTo>
                      <a:cubicBezTo>
                        <a:pt x="257" y="213"/>
                        <a:pt x="264" y="210"/>
                        <a:pt x="269" y="214"/>
                      </a:cubicBezTo>
                      <a:cubicBezTo>
                        <a:pt x="274" y="218"/>
                        <a:pt x="274" y="225"/>
                        <a:pt x="274" y="225"/>
                      </a:cubicBezTo>
                      <a:cubicBezTo>
                        <a:pt x="274" y="225"/>
                        <a:pt x="283" y="219"/>
                        <a:pt x="294" y="227"/>
                      </a:cubicBezTo>
                      <a:cubicBezTo>
                        <a:pt x="305" y="235"/>
                        <a:pt x="296" y="244"/>
                        <a:pt x="296" y="244"/>
                      </a:cubicBezTo>
                      <a:cubicBezTo>
                        <a:pt x="296" y="244"/>
                        <a:pt x="293" y="259"/>
                        <a:pt x="296" y="259"/>
                      </a:cubicBezTo>
                      <a:cubicBezTo>
                        <a:pt x="299" y="259"/>
                        <a:pt x="308" y="257"/>
                        <a:pt x="308" y="257"/>
                      </a:cubicBezTo>
                      <a:cubicBezTo>
                        <a:pt x="313" y="262"/>
                        <a:pt x="313" y="262"/>
                        <a:pt x="313" y="262"/>
                      </a:cubicBezTo>
                      <a:cubicBezTo>
                        <a:pt x="313" y="262"/>
                        <a:pt x="304" y="276"/>
                        <a:pt x="311" y="278"/>
                      </a:cubicBezTo>
                      <a:cubicBezTo>
                        <a:pt x="318" y="280"/>
                        <a:pt x="331" y="277"/>
                        <a:pt x="332" y="284"/>
                      </a:cubicBezTo>
                      <a:cubicBezTo>
                        <a:pt x="333" y="291"/>
                        <a:pt x="334" y="305"/>
                        <a:pt x="334" y="305"/>
                      </a:cubicBezTo>
                      <a:cubicBezTo>
                        <a:pt x="334" y="305"/>
                        <a:pt x="324" y="309"/>
                        <a:pt x="317" y="310"/>
                      </a:cubicBezTo>
                      <a:cubicBezTo>
                        <a:pt x="310" y="311"/>
                        <a:pt x="304" y="303"/>
                        <a:pt x="304" y="303"/>
                      </a:cubicBezTo>
                      <a:cubicBezTo>
                        <a:pt x="304" y="303"/>
                        <a:pt x="287" y="303"/>
                        <a:pt x="288" y="307"/>
                      </a:cubicBezTo>
                      <a:cubicBezTo>
                        <a:pt x="289" y="311"/>
                        <a:pt x="304" y="321"/>
                        <a:pt x="304" y="321"/>
                      </a:cubicBezTo>
                      <a:cubicBezTo>
                        <a:pt x="295" y="330"/>
                        <a:pt x="295" y="330"/>
                        <a:pt x="295" y="330"/>
                      </a:cubicBezTo>
                      <a:cubicBezTo>
                        <a:pt x="295" y="330"/>
                        <a:pt x="279" y="338"/>
                        <a:pt x="279" y="342"/>
                      </a:cubicBezTo>
                      <a:cubicBezTo>
                        <a:pt x="279" y="346"/>
                        <a:pt x="283" y="356"/>
                        <a:pt x="283" y="356"/>
                      </a:cubicBezTo>
                      <a:cubicBezTo>
                        <a:pt x="266" y="359"/>
                        <a:pt x="266" y="359"/>
                        <a:pt x="266" y="359"/>
                      </a:cubicBezTo>
                      <a:cubicBezTo>
                        <a:pt x="263" y="353"/>
                        <a:pt x="264" y="348"/>
                        <a:pt x="264" y="345"/>
                      </a:cubicBezTo>
                      <a:cubicBezTo>
                        <a:pt x="263" y="350"/>
                        <a:pt x="263" y="367"/>
                        <a:pt x="281" y="370"/>
                      </a:cubicBezTo>
                      <a:cubicBezTo>
                        <a:pt x="302" y="373"/>
                        <a:pt x="298" y="359"/>
                        <a:pt x="310" y="360"/>
                      </a:cubicBezTo>
                      <a:cubicBezTo>
                        <a:pt x="319" y="361"/>
                        <a:pt x="323" y="357"/>
                        <a:pt x="324" y="355"/>
                      </a:cubicBezTo>
                      <a:cubicBezTo>
                        <a:pt x="324" y="353"/>
                        <a:pt x="323" y="353"/>
                        <a:pt x="323" y="353"/>
                      </a:cubicBezTo>
                      <a:cubicBezTo>
                        <a:pt x="323" y="353"/>
                        <a:pt x="340" y="346"/>
                        <a:pt x="348" y="340"/>
                      </a:cubicBezTo>
                      <a:cubicBezTo>
                        <a:pt x="357" y="334"/>
                        <a:pt x="370" y="310"/>
                        <a:pt x="370" y="310"/>
                      </a:cubicBezTo>
                      <a:cubicBezTo>
                        <a:pt x="391" y="301"/>
                        <a:pt x="391" y="301"/>
                        <a:pt x="391" y="301"/>
                      </a:cubicBezTo>
                      <a:cubicBezTo>
                        <a:pt x="400" y="290"/>
                        <a:pt x="400" y="290"/>
                        <a:pt x="400" y="290"/>
                      </a:cubicBezTo>
                      <a:cubicBezTo>
                        <a:pt x="411" y="295"/>
                        <a:pt x="411" y="295"/>
                        <a:pt x="411" y="295"/>
                      </a:cubicBezTo>
                      <a:cubicBezTo>
                        <a:pt x="411" y="295"/>
                        <a:pt x="433" y="299"/>
                        <a:pt x="436" y="299"/>
                      </a:cubicBezTo>
                      <a:cubicBezTo>
                        <a:pt x="439" y="299"/>
                        <a:pt x="447" y="293"/>
                        <a:pt x="447" y="293"/>
                      </a:cubicBezTo>
                      <a:cubicBezTo>
                        <a:pt x="435" y="309"/>
                        <a:pt x="435" y="309"/>
                        <a:pt x="435" y="309"/>
                      </a:cubicBezTo>
                      <a:cubicBezTo>
                        <a:pt x="435" y="309"/>
                        <a:pt x="417" y="303"/>
                        <a:pt x="420" y="310"/>
                      </a:cubicBezTo>
                      <a:cubicBezTo>
                        <a:pt x="423" y="317"/>
                        <a:pt x="443" y="322"/>
                        <a:pt x="443" y="322"/>
                      </a:cubicBezTo>
                      <a:cubicBezTo>
                        <a:pt x="475" y="323"/>
                        <a:pt x="475" y="323"/>
                        <a:pt x="475" y="323"/>
                      </a:cubicBezTo>
                      <a:cubicBezTo>
                        <a:pt x="488" y="324"/>
                        <a:pt x="488" y="324"/>
                        <a:pt x="488" y="324"/>
                      </a:cubicBezTo>
                      <a:cubicBezTo>
                        <a:pt x="495" y="335"/>
                        <a:pt x="495" y="335"/>
                        <a:pt x="495" y="335"/>
                      </a:cubicBezTo>
                      <a:cubicBezTo>
                        <a:pt x="495" y="335"/>
                        <a:pt x="449" y="361"/>
                        <a:pt x="452" y="364"/>
                      </a:cubicBezTo>
                      <a:cubicBezTo>
                        <a:pt x="455" y="367"/>
                        <a:pt x="497" y="368"/>
                        <a:pt x="499" y="381"/>
                      </a:cubicBezTo>
                      <a:cubicBezTo>
                        <a:pt x="501" y="395"/>
                        <a:pt x="489" y="409"/>
                        <a:pt x="494" y="411"/>
                      </a:cubicBezTo>
                      <a:cubicBezTo>
                        <a:pt x="500" y="413"/>
                        <a:pt x="521" y="415"/>
                        <a:pt x="521" y="415"/>
                      </a:cubicBezTo>
                      <a:cubicBezTo>
                        <a:pt x="521" y="415"/>
                        <a:pt x="535" y="396"/>
                        <a:pt x="542" y="396"/>
                      </a:cubicBezTo>
                      <a:cubicBezTo>
                        <a:pt x="550" y="396"/>
                        <a:pt x="553" y="402"/>
                        <a:pt x="563" y="396"/>
                      </a:cubicBezTo>
                      <a:cubicBezTo>
                        <a:pt x="573" y="390"/>
                        <a:pt x="571" y="378"/>
                        <a:pt x="578" y="377"/>
                      </a:cubicBezTo>
                      <a:cubicBezTo>
                        <a:pt x="585" y="376"/>
                        <a:pt x="591" y="385"/>
                        <a:pt x="591" y="385"/>
                      </a:cubicBezTo>
                      <a:cubicBezTo>
                        <a:pt x="614" y="381"/>
                        <a:pt x="614" y="381"/>
                        <a:pt x="614" y="381"/>
                      </a:cubicBezTo>
                      <a:cubicBezTo>
                        <a:pt x="616" y="370"/>
                        <a:pt x="616" y="370"/>
                        <a:pt x="616" y="370"/>
                      </a:cubicBezTo>
                      <a:cubicBezTo>
                        <a:pt x="622" y="361"/>
                        <a:pt x="622" y="361"/>
                        <a:pt x="622" y="361"/>
                      </a:cubicBezTo>
                      <a:cubicBezTo>
                        <a:pt x="622" y="361"/>
                        <a:pt x="608" y="355"/>
                        <a:pt x="602" y="361"/>
                      </a:cubicBezTo>
                      <a:cubicBezTo>
                        <a:pt x="596" y="367"/>
                        <a:pt x="572" y="368"/>
                        <a:pt x="572" y="368"/>
                      </a:cubicBezTo>
                      <a:cubicBezTo>
                        <a:pt x="572" y="368"/>
                        <a:pt x="554" y="362"/>
                        <a:pt x="553" y="352"/>
                      </a:cubicBezTo>
                      <a:cubicBezTo>
                        <a:pt x="552" y="342"/>
                        <a:pt x="540" y="343"/>
                        <a:pt x="540" y="343"/>
                      </a:cubicBezTo>
                      <a:cubicBezTo>
                        <a:pt x="528" y="330"/>
                        <a:pt x="528" y="330"/>
                        <a:pt x="528" y="330"/>
                      </a:cubicBezTo>
                      <a:cubicBezTo>
                        <a:pt x="503" y="328"/>
                        <a:pt x="503" y="328"/>
                        <a:pt x="503" y="328"/>
                      </a:cubicBezTo>
                      <a:cubicBezTo>
                        <a:pt x="496" y="320"/>
                        <a:pt x="496" y="320"/>
                        <a:pt x="496" y="320"/>
                      </a:cubicBezTo>
                      <a:cubicBezTo>
                        <a:pt x="512" y="319"/>
                        <a:pt x="512" y="319"/>
                        <a:pt x="512" y="319"/>
                      </a:cubicBezTo>
                      <a:cubicBezTo>
                        <a:pt x="512" y="319"/>
                        <a:pt x="531" y="323"/>
                        <a:pt x="537" y="322"/>
                      </a:cubicBezTo>
                      <a:cubicBezTo>
                        <a:pt x="544" y="320"/>
                        <a:pt x="559" y="308"/>
                        <a:pt x="559" y="308"/>
                      </a:cubicBezTo>
                      <a:cubicBezTo>
                        <a:pt x="565" y="313"/>
                        <a:pt x="565" y="313"/>
                        <a:pt x="565" y="313"/>
                      </a:cubicBezTo>
                      <a:cubicBezTo>
                        <a:pt x="565" y="313"/>
                        <a:pt x="579" y="300"/>
                        <a:pt x="588" y="297"/>
                      </a:cubicBezTo>
                      <a:cubicBezTo>
                        <a:pt x="598" y="294"/>
                        <a:pt x="624" y="293"/>
                        <a:pt x="624" y="293"/>
                      </a:cubicBezTo>
                      <a:cubicBezTo>
                        <a:pt x="652" y="271"/>
                        <a:pt x="652" y="271"/>
                        <a:pt x="652" y="271"/>
                      </a:cubicBezTo>
                      <a:cubicBezTo>
                        <a:pt x="652" y="271"/>
                        <a:pt x="667" y="278"/>
                        <a:pt x="679" y="273"/>
                      </a:cubicBezTo>
                      <a:cubicBezTo>
                        <a:pt x="676" y="248"/>
                        <a:pt x="676" y="248"/>
                        <a:pt x="676" y="248"/>
                      </a:cubicBezTo>
                      <a:cubicBezTo>
                        <a:pt x="676" y="248"/>
                        <a:pt x="689" y="248"/>
                        <a:pt x="692" y="244"/>
                      </a:cubicBezTo>
                      <a:cubicBezTo>
                        <a:pt x="695" y="240"/>
                        <a:pt x="703" y="231"/>
                        <a:pt x="703" y="231"/>
                      </a:cubicBezTo>
                      <a:cubicBezTo>
                        <a:pt x="703" y="231"/>
                        <a:pt x="726" y="233"/>
                        <a:pt x="738" y="229"/>
                      </a:cubicBezTo>
                      <a:cubicBezTo>
                        <a:pt x="750" y="225"/>
                        <a:pt x="742" y="212"/>
                        <a:pt x="741" y="206"/>
                      </a:cubicBezTo>
                      <a:cubicBezTo>
                        <a:pt x="740" y="200"/>
                        <a:pt x="728" y="192"/>
                        <a:pt x="727" y="189"/>
                      </a:cubicBezTo>
                      <a:cubicBezTo>
                        <a:pt x="726" y="186"/>
                        <a:pt x="743" y="188"/>
                        <a:pt x="744" y="182"/>
                      </a:cubicBezTo>
                      <a:cubicBezTo>
                        <a:pt x="745" y="176"/>
                        <a:pt x="728" y="173"/>
                        <a:pt x="728" y="173"/>
                      </a:cubicBezTo>
                      <a:cubicBezTo>
                        <a:pt x="742" y="166"/>
                        <a:pt x="742" y="166"/>
                        <a:pt x="742" y="166"/>
                      </a:cubicBezTo>
                      <a:cubicBezTo>
                        <a:pt x="742" y="166"/>
                        <a:pt x="741" y="159"/>
                        <a:pt x="740" y="149"/>
                      </a:cubicBezTo>
                      <a:cubicBezTo>
                        <a:pt x="739" y="139"/>
                        <a:pt x="722" y="145"/>
                        <a:pt x="722" y="145"/>
                      </a:cubicBezTo>
                      <a:cubicBezTo>
                        <a:pt x="709" y="136"/>
                        <a:pt x="709" y="136"/>
                        <a:pt x="709" y="136"/>
                      </a:cubicBezTo>
                      <a:cubicBezTo>
                        <a:pt x="709" y="136"/>
                        <a:pt x="707" y="130"/>
                        <a:pt x="700" y="128"/>
                      </a:cubicBezTo>
                      <a:cubicBezTo>
                        <a:pt x="693" y="126"/>
                        <a:pt x="679" y="128"/>
                        <a:pt x="679" y="128"/>
                      </a:cubicBezTo>
                      <a:cubicBezTo>
                        <a:pt x="679" y="128"/>
                        <a:pt x="666" y="119"/>
                        <a:pt x="662" y="119"/>
                      </a:cubicBezTo>
                      <a:cubicBezTo>
                        <a:pt x="658" y="119"/>
                        <a:pt x="646" y="125"/>
                        <a:pt x="646" y="125"/>
                      </a:cubicBezTo>
                      <a:cubicBezTo>
                        <a:pt x="646" y="125"/>
                        <a:pt x="643" y="120"/>
                        <a:pt x="637" y="116"/>
                      </a:cubicBezTo>
                      <a:cubicBezTo>
                        <a:pt x="631" y="112"/>
                        <a:pt x="629" y="101"/>
                        <a:pt x="620" y="100"/>
                      </a:cubicBezTo>
                      <a:cubicBezTo>
                        <a:pt x="611" y="99"/>
                        <a:pt x="615" y="109"/>
                        <a:pt x="615" y="109"/>
                      </a:cubicBezTo>
                      <a:cubicBezTo>
                        <a:pt x="615" y="109"/>
                        <a:pt x="606" y="103"/>
                        <a:pt x="595" y="104"/>
                      </a:cubicBezTo>
                      <a:cubicBezTo>
                        <a:pt x="584" y="105"/>
                        <a:pt x="586" y="110"/>
                        <a:pt x="578" y="106"/>
                      </a:cubicBezTo>
                      <a:cubicBezTo>
                        <a:pt x="570" y="102"/>
                        <a:pt x="562" y="98"/>
                        <a:pt x="562" y="98"/>
                      </a:cubicBezTo>
                      <a:cubicBezTo>
                        <a:pt x="544" y="102"/>
                        <a:pt x="544" y="102"/>
                        <a:pt x="544" y="102"/>
                      </a:cubicBezTo>
                      <a:cubicBezTo>
                        <a:pt x="540" y="99"/>
                        <a:pt x="540" y="99"/>
                        <a:pt x="540" y="99"/>
                      </a:cubicBezTo>
                      <a:cubicBezTo>
                        <a:pt x="533" y="70"/>
                        <a:pt x="533" y="70"/>
                        <a:pt x="533" y="70"/>
                      </a:cubicBezTo>
                      <a:cubicBezTo>
                        <a:pt x="505" y="58"/>
                        <a:pt x="505" y="58"/>
                        <a:pt x="505" y="58"/>
                      </a:cubicBezTo>
                      <a:cubicBezTo>
                        <a:pt x="482" y="56"/>
                        <a:pt x="482" y="56"/>
                        <a:pt x="482" y="56"/>
                      </a:cubicBezTo>
                      <a:cubicBezTo>
                        <a:pt x="481" y="45"/>
                        <a:pt x="481" y="45"/>
                        <a:pt x="481" y="45"/>
                      </a:cubicBezTo>
                      <a:cubicBezTo>
                        <a:pt x="476" y="33"/>
                        <a:pt x="476" y="33"/>
                        <a:pt x="476" y="33"/>
                      </a:cubicBezTo>
                      <a:cubicBezTo>
                        <a:pt x="476" y="33"/>
                        <a:pt x="484" y="32"/>
                        <a:pt x="486" y="26"/>
                      </a:cubicBezTo>
                      <a:cubicBezTo>
                        <a:pt x="488" y="20"/>
                        <a:pt x="467" y="14"/>
                        <a:pt x="467" y="14"/>
                      </a:cubicBezTo>
                      <a:cubicBezTo>
                        <a:pt x="461" y="0"/>
                        <a:pt x="461" y="0"/>
                        <a:pt x="461" y="0"/>
                      </a:cubicBezTo>
                      <a:cubicBezTo>
                        <a:pt x="431" y="1"/>
                        <a:pt x="431" y="1"/>
                        <a:pt x="431" y="1"/>
                      </a:cubicBezTo>
                      <a:cubicBezTo>
                        <a:pt x="420" y="6"/>
                        <a:pt x="420" y="6"/>
                        <a:pt x="420" y="6"/>
                      </a:cubicBezTo>
                      <a:cubicBezTo>
                        <a:pt x="402" y="3"/>
                        <a:pt x="402" y="3"/>
                        <a:pt x="402" y="3"/>
                      </a:cubicBezTo>
                      <a:cubicBezTo>
                        <a:pt x="402" y="3"/>
                        <a:pt x="406" y="12"/>
                        <a:pt x="398" y="16"/>
                      </a:cubicBezTo>
                      <a:cubicBezTo>
                        <a:pt x="390" y="20"/>
                        <a:pt x="356" y="12"/>
                        <a:pt x="349" y="12"/>
                      </a:cubicBezTo>
                      <a:cubicBezTo>
                        <a:pt x="342" y="12"/>
                        <a:pt x="326" y="37"/>
                        <a:pt x="326" y="37"/>
                      </a:cubicBezTo>
                      <a:cubicBezTo>
                        <a:pt x="326" y="37"/>
                        <a:pt x="336" y="50"/>
                        <a:pt x="327" y="53"/>
                      </a:cubicBezTo>
                      <a:cubicBezTo>
                        <a:pt x="318" y="56"/>
                        <a:pt x="304" y="47"/>
                        <a:pt x="304" y="47"/>
                      </a:cubicBezTo>
                      <a:cubicBezTo>
                        <a:pt x="304" y="47"/>
                        <a:pt x="293" y="50"/>
                        <a:pt x="285" y="51"/>
                      </a:cubicBezTo>
                      <a:cubicBezTo>
                        <a:pt x="277" y="52"/>
                        <a:pt x="285" y="40"/>
                        <a:pt x="273" y="39"/>
                      </a:cubicBezTo>
                      <a:cubicBezTo>
                        <a:pt x="261" y="38"/>
                        <a:pt x="262" y="48"/>
                        <a:pt x="262" y="48"/>
                      </a:cubicBezTo>
                      <a:cubicBezTo>
                        <a:pt x="252" y="40"/>
                        <a:pt x="252" y="40"/>
                        <a:pt x="252" y="40"/>
                      </a:cubicBezTo>
                      <a:cubicBezTo>
                        <a:pt x="247" y="46"/>
                        <a:pt x="247" y="46"/>
                        <a:pt x="247" y="46"/>
                      </a:cubicBezTo>
                      <a:cubicBezTo>
                        <a:pt x="241" y="41"/>
                        <a:pt x="241" y="41"/>
                        <a:pt x="241" y="41"/>
                      </a:cubicBezTo>
                      <a:cubicBezTo>
                        <a:pt x="231" y="43"/>
                        <a:pt x="231" y="43"/>
                        <a:pt x="231" y="43"/>
                      </a:cubicBezTo>
                      <a:cubicBezTo>
                        <a:pt x="224" y="38"/>
                        <a:pt x="224" y="38"/>
                        <a:pt x="224" y="38"/>
                      </a:cubicBezTo>
                      <a:cubicBezTo>
                        <a:pt x="219" y="45"/>
                        <a:pt x="219" y="45"/>
                        <a:pt x="219" y="45"/>
                      </a:cubicBezTo>
                      <a:cubicBezTo>
                        <a:pt x="207" y="37"/>
                        <a:pt x="207" y="37"/>
                        <a:pt x="207" y="37"/>
                      </a:cubicBezTo>
                      <a:cubicBezTo>
                        <a:pt x="202" y="40"/>
                        <a:pt x="202" y="40"/>
                        <a:pt x="202" y="40"/>
                      </a:cubicBezTo>
                      <a:cubicBezTo>
                        <a:pt x="191" y="31"/>
                        <a:pt x="191" y="31"/>
                        <a:pt x="191" y="31"/>
                      </a:cubicBezTo>
                      <a:cubicBezTo>
                        <a:pt x="172" y="28"/>
                        <a:pt x="172" y="28"/>
                        <a:pt x="172" y="28"/>
                      </a:cubicBezTo>
                      <a:cubicBezTo>
                        <a:pt x="172" y="28"/>
                        <a:pt x="167" y="28"/>
                        <a:pt x="157" y="28"/>
                      </a:cubicBezTo>
                      <a:cubicBezTo>
                        <a:pt x="147" y="28"/>
                        <a:pt x="147" y="20"/>
                        <a:pt x="147" y="20"/>
                      </a:cubicBezTo>
                      <a:cubicBezTo>
                        <a:pt x="147" y="20"/>
                        <a:pt x="120" y="19"/>
                        <a:pt x="117" y="20"/>
                      </a:cubicBezTo>
                      <a:cubicBezTo>
                        <a:pt x="114" y="21"/>
                        <a:pt x="103" y="27"/>
                        <a:pt x="103" y="27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77" y="27"/>
                        <a:pt x="76" y="37"/>
                        <a:pt x="68" y="42"/>
                      </a:cubicBezTo>
                      <a:cubicBezTo>
                        <a:pt x="60" y="47"/>
                        <a:pt x="47" y="40"/>
                        <a:pt x="47" y="40"/>
                      </a:cubicBezTo>
                      <a:cubicBezTo>
                        <a:pt x="49" y="53"/>
                        <a:pt x="49" y="53"/>
                        <a:pt x="49" y="53"/>
                      </a:cubicBezTo>
                      <a:cubicBezTo>
                        <a:pt x="49" y="53"/>
                        <a:pt x="57" y="55"/>
                        <a:pt x="60" y="64"/>
                      </a:cubicBezTo>
                      <a:cubicBezTo>
                        <a:pt x="63" y="73"/>
                        <a:pt x="75" y="76"/>
                        <a:pt x="75" y="76"/>
                      </a:cubicBezTo>
                      <a:cubicBezTo>
                        <a:pt x="68" y="84"/>
                        <a:pt x="68" y="84"/>
                        <a:pt x="68" y="84"/>
                      </a:cubicBezTo>
                      <a:cubicBezTo>
                        <a:pt x="68" y="84"/>
                        <a:pt x="74" y="92"/>
                        <a:pt x="76" y="97"/>
                      </a:cubicBezTo>
                      <a:cubicBezTo>
                        <a:pt x="78" y="102"/>
                        <a:pt x="58" y="103"/>
                        <a:pt x="58" y="103"/>
                      </a:cubicBezTo>
                      <a:cubicBezTo>
                        <a:pt x="23" y="138"/>
                        <a:pt x="23" y="138"/>
                        <a:pt x="23" y="138"/>
                      </a:cubicBezTo>
                      <a:cubicBezTo>
                        <a:pt x="23" y="138"/>
                        <a:pt x="23" y="148"/>
                        <a:pt x="22" y="158"/>
                      </a:cubicBezTo>
                      <a:cubicBezTo>
                        <a:pt x="21" y="168"/>
                        <a:pt x="30" y="174"/>
                        <a:pt x="30" y="174"/>
                      </a:cubicBezTo>
                      <a:cubicBezTo>
                        <a:pt x="14" y="173"/>
                        <a:pt x="14" y="173"/>
                        <a:pt x="14" y="173"/>
                      </a:cubicBezTo>
                      <a:cubicBezTo>
                        <a:pt x="14" y="173"/>
                        <a:pt x="13" y="180"/>
                        <a:pt x="11" y="186"/>
                      </a:cubicBezTo>
                      <a:cubicBezTo>
                        <a:pt x="9" y="192"/>
                        <a:pt x="1" y="194"/>
                        <a:pt x="1" y="194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8" y="204"/>
                        <a:pt x="10" y="214"/>
                        <a:pt x="16" y="2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8" name="Freeform 270"/>
                <p:cNvSpPr>
                  <a:spLocks/>
                </p:cNvSpPr>
                <p:nvPr/>
              </p:nvSpPr>
              <p:spPr bwMode="gray">
                <a:xfrm>
                  <a:off x="-4085" y="-17050"/>
                  <a:ext cx="903" cy="591"/>
                </a:xfrm>
                <a:custGeom>
                  <a:avLst/>
                  <a:gdLst>
                    <a:gd name="T0" fmla="*/ 19 w 382"/>
                    <a:gd name="T1" fmla="*/ 225 h 250"/>
                    <a:gd name="T2" fmla="*/ 42 w 382"/>
                    <a:gd name="T3" fmla="*/ 236 h 250"/>
                    <a:gd name="T4" fmla="*/ 77 w 382"/>
                    <a:gd name="T5" fmla="*/ 221 h 250"/>
                    <a:gd name="T6" fmla="*/ 121 w 382"/>
                    <a:gd name="T7" fmla="*/ 214 h 250"/>
                    <a:gd name="T8" fmla="*/ 146 w 382"/>
                    <a:gd name="T9" fmla="*/ 222 h 250"/>
                    <a:gd name="T10" fmla="*/ 176 w 382"/>
                    <a:gd name="T11" fmla="*/ 234 h 250"/>
                    <a:gd name="T12" fmla="*/ 193 w 382"/>
                    <a:gd name="T13" fmla="*/ 239 h 250"/>
                    <a:gd name="T14" fmla="*/ 205 w 382"/>
                    <a:gd name="T15" fmla="*/ 237 h 250"/>
                    <a:gd name="T16" fmla="*/ 221 w 382"/>
                    <a:gd name="T17" fmla="*/ 240 h 250"/>
                    <a:gd name="T18" fmla="*/ 236 w 382"/>
                    <a:gd name="T19" fmla="*/ 242 h 250"/>
                    <a:gd name="T20" fmla="*/ 259 w 382"/>
                    <a:gd name="T21" fmla="*/ 245 h 250"/>
                    <a:gd name="T22" fmla="*/ 301 w 382"/>
                    <a:gd name="T23" fmla="*/ 247 h 250"/>
                    <a:gd name="T24" fmla="*/ 323 w 382"/>
                    <a:gd name="T25" fmla="*/ 206 h 250"/>
                    <a:gd name="T26" fmla="*/ 344 w 382"/>
                    <a:gd name="T27" fmla="*/ 191 h 250"/>
                    <a:gd name="T28" fmla="*/ 328 w 382"/>
                    <a:gd name="T29" fmla="*/ 151 h 250"/>
                    <a:gd name="T30" fmla="*/ 365 w 382"/>
                    <a:gd name="T31" fmla="*/ 155 h 250"/>
                    <a:gd name="T32" fmla="*/ 368 w 382"/>
                    <a:gd name="T33" fmla="*/ 131 h 250"/>
                    <a:gd name="T34" fmla="*/ 340 w 382"/>
                    <a:gd name="T35" fmla="*/ 118 h 250"/>
                    <a:gd name="T36" fmla="*/ 318 w 382"/>
                    <a:gd name="T37" fmla="*/ 96 h 250"/>
                    <a:gd name="T38" fmla="*/ 294 w 382"/>
                    <a:gd name="T39" fmla="*/ 66 h 250"/>
                    <a:gd name="T40" fmla="*/ 290 w 382"/>
                    <a:gd name="T41" fmla="*/ 44 h 250"/>
                    <a:gd name="T42" fmla="*/ 260 w 382"/>
                    <a:gd name="T43" fmla="*/ 9 h 250"/>
                    <a:gd name="T44" fmla="*/ 236 w 382"/>
                    <a:gd name="T45" fmla="*/ 11 h 250"/>
                    <a:gd name="T46" fmla="*/ 204 w 382"/>
                    <a:gd name="T47" fmla="*/ 11 h 250"/>
                    <a:gd name="T48" fmla="*/ 176 w 382"/>
                    <a:gd name="T49" fmla="*/ 0 h 250"/>
                    <a:gd name="T50" fmla="*/ 157 w 382"/>
                    <a:gd name="T51" fmla="*/ 19 h 250"/>
                    <a:gd name="T52" fmla="*/ 119 w 382"/>
                    <a:gd name="T53" fmla="*/ 31 h 250"/>
                    <a:gd name="T54" fmla="*/ 120 w 382"/>
                    <a:gd name="T55" fmla="*/ 52 h 250"/>
                    <a:gd name="T56" fmla="*/ 111 w 382"/>
                    <a:gd name="T57" fmla="*/ 60 h 250"/>
                    <a:gd name="T58" fmla="*/ 98 w 382"/>
                    <a:gd name="T59" fmla="*/ 77 h 250"/>
                    <a:gd name="T60" fmla="*/ 96 w 382"/>
                    <a:gd name="T61" fmla="*/ 104 h 250"/>
                    <a:gd name="T62" fmla="*/ 72 w 382"/>
                    <a:gd name="T63" fmla="*/ 103 h 250"/>
                    <a:gd name="T64" fmla="*/ 60 w 382"/>
                    <a:gd name="T65" fmla="*/ 103 h 250"/>
                    <a:gd name="T66" fmla="*/ 40 w 382"/>
                    <a:gd name="T67" fmla="*/ 113 h 250"/>
                    <a:gd name="T68" fmla="*/ 6 w 382"/>
                    <a:gd name="T69" fmla="*/ 113 h 250"/>
                    <a:gd name="T70" fmla="*/ 25 w 382"/>
                    <a:gd name="T71" fmla="*/ 145 h 250"/>
                    <a:gd name="T72" fmla="*/ 27 w 382"/>
                    <a:gd name="T73" fmla="*/ 173 h 250"/>
                    <a:gd name="T74" fmla="*/ 12 w 382"/>
                    <a:gd name="T75" fmla="*/ 190 h 250"/>
                    <a:gd name="T76" fmla="*/ 20 w 382"/>
                    <a:gd name="T77" fmla="*/ 207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82" h="250">
                      <a:moveTo>
                        <a:pt x="20" y="207"/>
                      </a:moveTo>
                      <a:cubicBezTo>
                        <a:pt x="22" y="211"/>
                        <a:pt x="19" y="225"/>
                        <a:pt x="19" y="225"/>
                      </a:cubicBezTo>
                      <a:cubicBezTo>
                        <a:pt x="22" y="234"/>
                        <a:pt x="22" y="234"/>
                        <a:pt x="22" y="234"/>
                      </a:cubicBezTo>
                      <a:cubicBezTo>
                        <a:pt x="26" y="236"/>
                        <a:pt x="35" y="240"/>
                        <a:pt x="42" y="236"/>
                      </a:cubicBezTo>
                      <a:cubicBezTo>
                        <a:pt x="50" y="231"/>
                        <a:pt x="51" y="221"/>
                        <a:pt x="51" y="221"/>
                      </a:cubicBezTo>
                      <a:cubicBezTo>
                        <a:pt x="77" y="221"/>
                        <a:pt x="77" y="221"/>
                        <a:pt x="77" y="221"/>
                      </a:cubicBezTo>
                      <a:cubicBezTo>
                        <a:pt x="77" y="221"/>
                        <a:pt x="88" y="215"/>
                        <a:pt x="91" y="214"/>
                      </a:cubicBezTo>
                      <a:cubicBezTo>
                        <a:pt x="94" y="213"/>
                        <a:pt x="121" y="214"/>
                        <a:pt x="121" y="214"/>
                      </a:cubicBezTo>
                      <a:cubicBezTo>
                        <a:pt x="121" y="214"/>
                        <a:pt x="121" y="222"/>
                        <a:pt x="131" y="222"/>
                      </a:cubicBezTo>
                      <a:cubicBezTo>
                        <a:pt x="141" y="222"/>
                        <a:pt x="146" y="222"/>
                        <a:pt x="146" y="222"/>
                      </a:cubicBezTo>
                      <a:cubicBezTo>
                        <a:pt x="165" y="225"/>
                        <a:pt x="165" y="225"/>
                        <a:pt x="165" y="225"/>
                      </a:cubicBezTo>
                      <a:cubicBezTo>
                        <a:pt x="176" y="234"/>
                        <a:pt x="176" y="234"/>
                        <a:pt x="176" y="234"/>
                      </a:cubicBezTo>
                      <a:cubicBezTo>
                        <a:pt x="181" y="231"/>
                        <a:pt x="181" y="231"/>
                        <a:pt x="181" y="231"/>
                      </a:cubicBezTo>
                      <a:cubicBezTo>
                        <a:pt x="193" y="239"/>
                        <a:pt x="193" y="239"/>
                        <a:pt x="193" y="239"/>
                      </a:cubicBezTo>
                      <a:cubicBezTo>
                        <a:pt x="198" y="232"/>
                        <a:pt x="198" y="232"/>
                        <a:pt x="198" y="232"/>
                      </a:cubicBezTo>
                      <a:cubicBezTo>
                        <a:pt x="205" y="237"/>
                        <a:pt x="205" y="237"/>
                        <a:pt x="205" y="237"/>
                      </a:cubicBezTo>
                      <a:cubicBezTo>
                        <a:pt x="215" y="235"/>
                        <a:pt x="215" y="235"/>
                        <a:pt x="215" y="235"/>
                      </a:cubicBezTo>
                      <a:cubicBezTo>
                        <a:pt x="221" y="240"/>
                        <a:pt x="221" y="240"/>
                        <a:pt x="221" y="240"/>
                      </a:cubicBezTo>
                      <a:cubicBezTo>
                        <a:pt x="226" y="234"/>
                        <a:pt x="226" y="234"/>
                        <a:pt x="226" y="234"/>
                      </a:cubicBezTo>
                      <a:cubicBezTo>
                        <a:pt x="236" y="242"/>
                        <a:pt x="236" y="242"/>
                        <a:pt x="236" y="242"/>
                      </a:cubicBezTo>
                      <a:cubicBezTo>
                        <a:pt x="236" y="242"/>
                        <a:pt x="235" y="232"/>
                        <a:pt x="247" y="233"/>
                      </a:cubicBezTo>
                      <a:cubicBezTo>
                        <a:pt x="259" y="234"/>
                        <a:pt x="251" y="246"/>
                        <a:pt x="259" y="245"/>
                      </a:cubicBezTo>
                      <a:cubicBezTo>
                        <a:pt x="267" y="244"/>
                        <a:pt x="278" y="241"/>
                        <a:pt x="278" y="241"/>
                      </a:cubicBezTo>
                      <a:cubicBezTo>
                        <a:pt x="278" y="241"/>
                        <a:pt x="292" y="250"/>
                        <a:pt x="301" y="247"/>
                      </a:cubicBezTo>
                      <a:cubicBezTo>
                        <a:pt x="310" y="244"/>
                        <a:pt x="300" y="231"/>
                        <a:pt x="300" y="231"/>
                      </a:cubicBezTo>
                      <a:cubicBezTo>
                        <a:pt x="300" y="231"/>
                        <a:pt x="316" y="206"/>
                        <a:pt x="323" y="206"/>
                      </a:cubicBezTo>
                      <a:cubicBezTo>
                        <a:pt x="326" y="206"/>
                        <a:pt x="336" y="208"/>
                        <a:pt x="347" y="209"/>
                      </a:cubicBezTo>
                      <a:cubicBezTo>
                        <a:pt x="346" y="201"/>
                        <a:pt x="346" y="191"/>
                        <a:pt x="344" y="191"/>
                      </a:cubicBezTo>
                      <a:cubicBezTo>
                        <a:pt x="341" y="190"/>
                        <a:pt x="341" y="176"/>
                        <a:pt x="341" y="176"/>
                      </a:cubicBezTo>
                      <a:cubicBezTo>
                        <a:pt x="341" y="176"/>
                        <a:pt x="314" y="154"/>
                        <a:pt x="328" y="151"/>
                      </a:cubicBezTo>
                      <a:cubicBezTo>
                        <a:pt x="342" y="148"/>
                        <a:pt x="344" y="154"/>
                        <a:pt x="344" y="154"/>
                      </a:cubicBezTo>
                      <a:cubicBezTo>
                        <a:pt x="344" y="154"/>
                        <a:pt x="357" y="162"/>
                        <a:pt x="365" y="155"/>
                      </a:cubicBezTo>
                      <a:cubicBezTo>
                        <a:pt x="373" y="148"/>
                        <a:pt x="382" y="139"/>
                        <a:pt x="382" y="139"/>
                      </a:cubicBezTo>
                      <a:cubicBezTo>
                        <a:pt x="368" y="131"/>
                        <a:pt x="368" y="131"/>
                        <a:pt x="368" y="131"/>
                      </a:cubicBezTo>
                      <a:cubicBezTo>
                        <a:pt x="368" y="131"/>
                        <a:pt x="376" y="122"/>
                        <a:pt x="363" y="119"/>
                      </a:cubicBezTo>
                      <a:cubicBezTo>
                        <a:pt x="350" y="116"/>
                        <a:pt x="340" y="118"/>
                        <a:pt x="340" y="118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18" y="96"/>
                        <a:pt x="318" y="96"/>
                        <a:pt x="318" y="96"/>
                      </a:cubicBezTo>
                      <a:cubicBezTo>
                        <a:pt x="318" y="96"/>
                        <a:pt x="315" y="75"/>
                        <a:pt x="307" y="73"/>
                      </a:cubicBezTo>
                      <a:cubicBezTo>
                        <a:pt x="299" y="71"/>
                        <a:pt x="294" y="66"/>
                        <a:pt x="294" y="66"/>
                      </a:cubicBezTo>
                      <a:cubicBezTo>
                        <a:pt x="298" y="54"/>
                        <a:pt x="298" y="54"/>
                        <a:pt x="298" y="54"/>
                      </a:cubicBezTo>
                      <a:cubicBezTo>
                        <a:pt x="290" y="44"/>
                        <a:pt x="290" y="44"/>
                        <a:pt x="290" y="44"/>
                      </a:cubicBezTo>
                      <a:cubicBezTo>
                        <a:pt x="290" y="44"/>
                        <a:pt x="304" y="30"/>
                        <a:pt x="293" y="25"/>
                      </a:cubicBezTo>
                      <a:cubicBezTo>
                        <a:pt x="282" y="20"/>
                        <a:pt x="260" y="9"/>
                        <a:pt x="260" y="9"/>
                      </a:cubicBezTo>
                      <a:cubicBezTo>
                        <a:pt x="238" y="21"/>
                        <a:pt x="238" y="21"/>
                        <a:pt x="238" y="21"/>
                      </a:cubicBezTo>
                      <a:cubicBezTo>
                        <a:pt x="236" y="11"/>
                        <a:pt x="236" y="11"/>
                        <a:pt x="236" y="11"/>
                      </a:cubicBezTo>
                      <a:cubicBezTo>
                        <a:pt x="210" y="5"/>
                        <a:pt x="210" y="5"/>
                        <a:pt x="210" y="5"/>
                      </a:cubicBezTo>
                      <a:cubicBezTo>
                        <a:pt x="204" y="11"/>
                        <a:pt x="204" y="11"/>
                        <a:pt x="204" y="11"/>
                      </a:cubicBezTo>
                      <a:cubicBezTo>
                        <a:pt x="204" y="11"/>
                        <a:pt x="203" y="4"/>
                        <a:pt x="195" y="3"/>
                      </a:cubicBezTo>
                      <a:cubicBezTo>
                        <a:pt x="187" y="2"/>
                        <a:pt x="176" y="0"/>
                        <a:pt x="176" y="0"/>
                      </a:cubicBezTo>
                      <a:cubicBezTo>
                        <a:pt x="176" y="0"/>
                        <a:pt x="162" y="16"/>
                        <a:pt x="162" y="13"/>
                      </a:cubicBezTo>
                      <a:cubicBezTo>
                        <a:pt x="162" y="10"/>
                        <a:pt x="157" y="19"/>
                        <a:pt x="157" y="19"/>
                      </a:cubicBezTo>
                      <a:cubicBezTo>
                        <a:pt x="157" y="19"/>
                        <a:pt x="146" y="13"/>
                        <a:pt x="141" y="13"/>
                      </a:cubicBezTo>
                      <a:cubicBezTo>
                        <a:pt x="136" y="13"/>
                        <a:pt x="121" y="26"/>
                        <a:pt x="119" y="31"/>
                      </a:cubicBezTo>
                      <a:cubicBezTo>
                        <a:pt x="117" y="36"/>
                        <a:pt x="133" y="46"/>
                        <a:pt x="133" y="46"/>
                      </a:cubicBezTo>
                      <a:cubicBezTo>
                        <a:pt x="133" y="46"/>
                        <a:pt x="126" y="52"/>
                        <a:pt x="120" y="52"/>
                      </a:cubicBezTo>
                      <a:cubicBezTo>
                        <a:pt x="114" y="52"/>
                        <a:pt x="107" y="47"/>
                        <a:pt x="107" y="47"/>
                      </a:cubicBezTo>
                      <a:cubicBezTo>
                        <a:pt x="111" y="60"/>
                        <a:pt x="111" y="60"/>
                        <a:pt x="111" y="60"/>
                      </a:cubicBezTo>
                      <a:cubicBezTo>
                        <a:pt x="111" y="60"/>
                        <a:pt x="98" y="55"/>
                        <a:pt x="96" y="62"/>
                      </a:cubicBezTo>
                      <a:cubicBezTo>
                        <a:pt x="94" y="69"/>
                        <a:pt x="98" y="77"/>
                        <a:pt x="98" y="77"/>
                      </a:cubicBezTo>
                      <a:cubicBezTo>
                        <a:pt x="98" y="77"/>
                        <a:pt x="86" y="76"/>
                        <a:pt x="91" y="84"/>
                      </a:cubicBezTo>
                      <a:cubicBezTo>
                        <a:pt x="96" y="92"/>
                        <a:pt x="103" y="103"/>
                        <a:pt x="96" y="104"/>
                      </a:cubicBezTo>
                      <a:cubicBezTo>
                        <a:pt x="89" y="105"/>
                        <a:pt x="100" y="96"/>
                        <a:pt x="90" y="96"/>
                      </a:cubicBezTo>
                      <a:cubicBezTo>
                        <a:pt x="80" y="96"/>
                        <a:pt x="72" y="103"/>
                        <a:pt x="72" y="103"/>
                      </a:cubicBezTo>
                      <a:cubicBezTo>
                        <a:pt x="68" y="111"/>
                        <a:pt x="68" y="111"/>
                        <a:pt x="68" y="111"/>
                      </a:cubicBezTo>
                      <a:cubicBezTo>
                        <a:pt x="60" y="103"/>
                        <a:pt x="60" y="103"/>
                        <a:pt x="60" y="103"/>
                      </a:cubicBezTo>
                      <a:cubicBezTo>
                        <a:pt x="58" y="113"/>
                        <a:pt x="58" y="113"/>
                        <a:pt x="58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38" y="107"/>
                        <a:pt x="30" y="108"/>
                      </a:cubicBezTo>
                      <a:cubicBezTo>
                        <a:pt x="22" y="109"/>
                        <a:pt x="6" y="113"/>
                        <a:pt x="6" y="113"/>
                      </a:cubicBezTo>
                      <a:cubicBezTo>
                        <a:pt x="6" y="113"/>
                        <a:pt x="14" y="126"/>
                        <a:pt x="14" y="131"/>
                      </a:cubicBezTo>
                      <a:cubicBezTo>
                        <a:pt x="14" y="136"/>
                        <a:pt x="25" y="145"/>
                        <a:pt x="25" y="145"/>
                      </a:cubicBezTo>
                      <a:cubicBezTo>
                        <a:pt x="25" y="145"/>
                        <a:pt x="33" y="157"/>
                        <a:pt x="31" y="161"/>
                      </a:cubicBezTo>
                      <a:cubicBezTo>
                        <a:pt x="29" y="165"/>
                        <a:pt x="27" y="173"/>
                        <a:pt x="27" y="173"/>
                      </a:cubicBezTo>
                      <a:cubicBezTo>
                        <a:pt x="13" y="178"/>
                        <a:pt x="13" y="178"/>
                        <a:pt x="13" y="178"/>
                      </a:cubicBezTo>
                      <a:cubicBezTo>
                        <a:pt x="13" y="178"/>
                        <a:pt x="15" y="190"/>
                        <a:pt x="12" y="190"/>
                      </a:cubicBezTo>
                      <a:cubicBezTo>
                        <a:pt x="9" y="190"/>
                        <a:pt x="0" y="188"/>
                        <a:pt x="2" y="194"/>
                      </a:cubicBezTo>
                      <a:cubicBezTo>
                        <a:pt x="4" y="200"/>
                        <a:pt x="18" y="203"/>
                        <a:pt x="20" y="20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89" name="Freeform 271"/>
                <p:cNvSpPr>
                  <a:spLocks/>
                </p:cNvSpPr>
                <p:nvPr/>
              </p:nvSpPr>
              <p:spPr bwMode="gray">
                <a:xfrm>
                  <a:off x="-4326" y="-17286"/>
                  <a:ext cx="676" cy="290"/>
                </a:xfrm>
                <a:custGeom>
                  <a:avLst/>
                  <a:gdLst>
                    <a:gd name="T0" fmla="*/ 5 w 286"/>
                    <a:gd name="T1" fmla="*/ 97 h 123"/>
                    <a:gd name="T2" fmla="*/ 18 w 286"/>
                    <a:gd name="T3" fmla="*/ 92 h 123"/>
                    <a:gd name="T4" fmla="*/ 51 w 286"/>
                    <a:gd name="T5" fmla="*/ 86 h 123"/>
                    <a:gd name="T6" fmla="*/ 65 w 286"/>
                    <a:gd name="T7" fmla="*/ 83 h 123"/>
                    <a:gd name="T8" fmla="*/ 78 w 286"/>
                    <a:gd name="T9" fmla="*/ 90 h 123"/>
                    <a:gd name="T10" fmla="*/ 86 w 286"/>
                    <a:gd name="T11" fmla="*/ 88 h 123"/>
                    <a:gd name="T12" fmla="*/ 109 w 286"/>
                    <a:gd name="T13" fmla="*/ 94 h 123"/>
                    <a:gd name="T14" fmla="*/ 118 w 286"/>
                    <a:gd name="T15" fmla="*/ 89 h 123"/>
                    <a:gd name="T16" fmla="*/ 133 w 286"/>
                    <a:gd name="T17" fmla="*/ 93 h 123"/>
                    <a:gd name="T18" fmla="*/ 150 w 286"/>
                    <a:gd name="T19" fmla="*/ 85 h 123"/>
                    <a:gd name="T20" fmla="*/ 162 w 286"/>
                    <a:gd name="T21" fmla="*/ 98 h 123"/>
                    <a:gd name="T22" fmla="*/ 189 w 286"/>
                    <a:gd name="T23" fmla="*/ 101 h 123"/>
                    <a:gd name="T24" fmla="*/ 200 w 286"/>
                    <a:gd name="T25" fmla="*/ 111 h 123"/>
                    <a:gd name="T26" fmla="*/ 215 w 286"/>
                    <a:gd name="T27" fmla="*/ 119 h 123"/>
                    <a:gd name="T28" fmla="*/ 227 w 286"/>
                    <a:gd name="T29" fmla="*/ 123 h 123"/>
                    <a:gd name="T30" fmla="*/ 243 w 286"/>
                    <a:gd name="T31" fmla="*/ 113 h 123"/>
                    <a:gd name="T32" fmla="*/ 259 w 286"/>
                    <a:gd name="T33" fmla="*/ 119 h 123"/>
                    <a:gd name="T34" fmla="*/ 264 w 286"/>
                    <a:gd name="T35" fmla="*/ 113 h 123"/>
                    <a:gd name="T36" fmla="*/ 278 w 286"/>
                    <a:gd name="T37" fmla="*/ 100 h 123"/>
                    <a:gd name="T38" fmla="*/ 286 w 286"/>
                    <a:gd name="T39" fmla="*/ 101 h 123"/>
                    <a:gd name="T40" fmla="*/ 280 w 286"/>
                    <a:gd name="T41" fmla="*/ 82 h 123"/>
                    <a:gd name="T42" fmla="*/ 268 w 286"/>
                    <a:gd name="T43" fmla="*/ 65 h 123"/>
                    <a:gd name="T44" fmla="*/ 255 w 286"/>
                    <a:gd name="T45" fmla="*/ 61 h 123"/>
                    <a:gd name="T46" fmla="*/ 256 w 286"/>
                    <a:gd name="T47" fmla="*/ 52 h 123"/>
                    <a:gd name="T48" fmla="*/ 268 w 286"/>
                    <a:gd name="T49" fmla="*/ 45 h 123"/>
                    <a:gd name="T50" fmla="*/ 246 w 286"/>
                    <a:gd name="T51" fmla="*/ 30 h 123"/>
                    <a:gd name="T52" fmla="*/ 238 w 286"/>
                    <a:gd name="T53" fmla="*/ 31 h 123"/>
                    <a:gd name="T54" fmla="*/ 225 w 286"/>
                    <a:gd name="T55" fmla="*/ 26 h 123"/>
                    <a:gd name="T56" fmla="*/ 214 w 286"/>
                    <a:gd name="T57" fmla="*/ 32 h 123"/>
                    <a:gd name="T58" fmla="*/ 194 w 286"/>
                    <a:gd name="T59" fmla="*/ 20 h 123"/>
                    <a:gd name="T60" fmla="*/ 166 w 286"/>
                    <a:gd name="T61" fmla="*/ 3 h 123"/>
                    <a:gd name="T62" fmla="*/ 145 w 286"/>
                    <a:gd name="T63" fmla="*/ 4 h 123"/>
                    <a:gd name="T64" fmla="*/ 124 w 286"/>
                    <a:gd name="T65" fmla="*/ 10 h 123"/>
                    <a:gd name="T66" fmla="*/ 120 w 286"/>
                    <a:gd name="T67" fmla="*/ 10 h 123"/>
                    <a:gd name="T68" fmla="*/ 119 w 286"/>
                    <a:gd name="T69" fmla="*/ 12 h 123"/>
                    <a:gd name="T70" fmla="*/ 123 w 286"/>
                    <a:gd name="T71" fmla="*/ 55 h 123"/>
                    <a:gd name="T72" fmla="*/ 86 w 286"/>
                    <a:gd name="T73" fmla="*/ 52 h 123"/>
                    <a:gd name="T74" fmla="*/ 79 w 286"/>
                    <a:gd name="T75" fmla="*/ 37 h 123"/>
                    <a:gd name="T76" fmla="*/ 56 w 286"/>
                    <a:gd name="T77" fmla="*/ 18 h 123"/>
                    <a:gd name="T78" fmla="*/ 21 w 286"/>
                    <a:gd name="T79" fmla="*/ 30 h 123"/>
                    <a:gd name="T80" fmla="*/ 16 w 286"/>
                    <a:gd name="T81" fmla="*/ 46 h 123"/>
                    <a:gd name="T82" fmla="*/ 0 w 286"/>
                    <a:gd name="T83" fmla="*/ 69 h 123"/>
                    <a:gd name="T84" fmla="*/ 6 w 286"/>
                    <a:gd name="T85" fmla="*/ 104 h 123"/>
                    <a:gd name="T86" fmla="*/ 5 w 286"/>
                    <a:gd name="T87" fmla="*/ 97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86" h="123">
                      <a:moveTo>
                        <a:pt x="5" y="97"/>
                      </a:moveTo>
                      <a:cubicBezTo>
                        <a:pt x="8" y="95"/>
                        <a:pt x="12" y="93"/>
                        <a:pt x="18" y="92"/>
                      </a:cubicBezTo>
                      <a:cubicBezTo>
                        <a:pt x="38" y="89"/>
                        <a:pt x="45" y="89"/>
                        <a:pt x="51" y="86"/>
                      </a:cubicBezTo>
                      <a:cubicBezTo>
                        <a:pt x="57" y="83"/>
                        <a:pt x="59" y="81"/>
                        <a:pt x="65" y="83"/>
                      </a:cubicBezTo>
                      <a:cubicBezTo>
                        <a:pt x="71" y="85"/>
                        <a:pt x="78" y="90"/>
                        <a:pt x="78" y="90"/>
                      </a:cubicBezTo>
                      <a:cubicBezTo>
                        <a:pt x="78" y="90"/>
                        <a:pt x="83" y="89"/>
                        <a:pt x="86" y="88"/>
                      </a:cubicBezTo>
                      <a:cubicBezTo>
                        <a:pt x="89" y="87"/>
                        <a:pt x="109" y="94"/>
                        <a:pt x="109" y="94"/>
                      </a:cubicBezTo>
                      <a:cubicBezTo>
                        <a:pt x="109" y="94"/>
                        <a:pt x="113" y="89"/>
                        <a:pt x="118" y="89"/>
                      </a:cubicBezTo>
                      <a:cubicBezTo>
                        <a:pt x="123" y="89"/>
                        <a:pt x="125" y="93"/>
                        <a:pt x="133" y="93"/>
                      </a:cubicBezTo>
                      <a:cubicBezTo>
                        <a:pt x="141" y="93"/>
                        <a:pt x="144" y="85"/>
                        <a:pt x="150" y="85"/>
                      </a:cubicBezTo>
                      <a:cubicBezTo>
                        <a:pt x="156" y="85"/>
                        <a:pt x="162" y="98"/>
                        <a:pt x="162" y="98"/>
                      </a:cubicBezTo>
                      <a:cubicBezTo>
                        <a:pt x="162" y="98"/>
                        <a:pt x="183" y="99"/>
                        <a:pt x="189" y="101"/>
                      </a:cubicBezTo>
                      <a:cubicBezTo>
                        <a:pt x="195" y="103"/>
                        <a:pt x="200" y="111"/>
                        <a:pt x="200" y="111"/>
                      </a:cubicBezTo>
                      <a:cubicBezTo>
                        <a:pt x="215" y="119"/>
                        <a:pt x="215" y="119"/>
                        <a:pt x="215" y="119"/>
                      </a:cubicBezTo>
                      <a:cubicBezTo>
                        <a:pt x="227" y="123"/>
                        <a:pt x="227" y="123"/>
                        <a:pt x="227" y="123"/>
                      </a:cubicBezTo>
                      <a:cubicBezTo>
                        <a:pt x="233" y="118"/>
                        <a:pt x="240" y="113"/>
                        <a:pt x="243" y="113"/>
                      </a:cubicBezTo>
                      <a:cubicBezTo>
                        <a:pt x="248" y="113"/>
                        <a:pt x="259" y="119"/>
                        <a:pt x="259" y="119"/>
                      </a:cubicBezTo>
                      <a:cubicBezTo>
                        <a:pt x="259" y="119"/>
                        <a:pt x="264" y="110"/>
                        <a:pt x="264" y="113"/>
                      </a:cubicBezTo>
                      <a:cubicBezTo>
                        <a:pt x="264" y="116"/>
                        <a:pt x="278" y="100"/>
                        <a:pt x="278" y="100"/>
                      </a:cubicBezTo>
                      <a:cubicBezTo>
                        <a:pt x="278" y="100"/>
                        <a:pt x="282" y="101"/>
                        <a:pt x="286" y="101"/>
                      </a:cubicBezTo>
                      <a:cubicBezTo>
                        <a:pt x="286" y="97"/>
                        <a:pt x="286" y="87"/>
                        <a:pt x="280" y="82"/>
                      </a:cubicBezTo>
                      <a:cubicBezTo>
                        <a:pt x="273" y="76"/>
                        <a:pt x="268" y="65"/>
                        <a:pt x="268" y="65"/>
                      </a:cubicBezTo>
                      <a:cubicBezTo>
                        <a:pt x="255" y="61"/>
                        <a:pt x="255" y="61"/>
                        <a:pt x="255" y="61"/>
                      </a:cubicBezTo>
                      <a:cubicBezTo>
                        <a:pt x="256" y="52"/>
                        <a:pt x="256" y="52"/>
                        <a:pt x="256" y="52"/>
                      </a:cubicBezTo>
                      <a:cubicBezTo>
                        <a:pt x="256" y="52"/>
                        <a:pt x="269" y="50"/>
                        <a:pt x="268" y="45"/>
                      </a:cubicBezTo>
                      <a:cubicBezTo>
                        <a:pt x="267" y="40"/>
                        <a:pt x="246" y="30"/>
                        <a:pt x="246" y="30"/>
                      </a:cubicBezTo>
                      <a:cubicBezTo>
                        <a:pt x="238" y="31"/>
                        <a:pt x="238" y="31"/>
                        <a:pt x="238" y="31"/>
                      </a:cubicBezTo>
                      <a:cubicBezTo>
                        <a:pt x="238" y="31"/>
                        <a:pt x="228" y="27"/>
                        <a:pt x="225" y="26"/>
                      </a:cubicBezTo>
                      <a:cubicBezTo>
                        <a:pt x="222" y="25"/>
                        <a:pt x="220" y="32"/>
                        <a:pt x="214" y="32"/>
                      </a:cubicBezTo>
                      <a:cubicBezTo>
                        <a:pt x="208" y="32"/>
                        <a:pt x="205" y="29"/>
                        <a:pt x="194" y="20"/>
                      </a:cubicBezTo>
                      <a:cubicBezTo>
                        <a:pt x="183" y="11"/>
                        <a:pt x="181" y="6"/>
                        <a:pt x="166" y="3"/>
                      </a:cubicBezTo>
                      <a:cubicBezTo>
                        <a:pt x="151" y="0"/>
                        <a:pt x="145" y="4"/>
                        <a:pt x="145" y="4"/>
                      </a:cubicBezTo>
                      <a:cubicBezTo>
                        <a:pt x="124" y="10"/>
                        <a:pt x="124" y="10"/>
                        <a:pt x="124" y="10"/>
                      </a:cubicBezTo>
                      <a:cubicBezTo>
                        <a:pt x="120" y="10"/>
                        <a:pt x="120" y="10"/>
                        <a:pt x="120" y="10"/>
                      </a:cubicBezTo>
                      <a:cubicBezTo>
                        <a:pt x="119" y="12"/>
                        <a:pt x="119" y="12"/>
                        <a:pt x="119" y="12"/>
                      </a:cubicBezTo>
                      <a:cubicBezTo>
                        <a:pt x="119" y="12"/>
                        <a:pt x="136" y="55"/>
                        <a:pt x="123" y="55"/>
                      </a:cubicBezTo>
                      <a:cubicBezTo>
                        <a:pt x="110" y="55"/>
                        <a:pt x="86" y="52"/>
                        <a:pt x="86" y="52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56" y="18"/>
                        <a:pt x="56" y="18"/>
                        <a:pt x="56" y="18"/>
                      </a:cubicBezTo>
                      <a:cubicBezTo>
                        <a:pt x="56" y="18"/>
                        <a:pt x="24" y="23"/>
                        <a:pt x="21" y="30"/>
                      </a:cubicBezTo>
                      <a:cubicBezTo>
                        <a:pt x="18" y="37"/>
                        <a:pt x="16" y="46"/>
                        <a:pt x="16" y="46"/>
                      </a:cubicBezTo>
                      <a:cubicBezTo>
                        <a:pt x="16" y="46"/>
                        <a:pt x="0" y="64"/>
                        <a:pt x="0" y="69"/>
                      </a:cubicBezTo>
                      <a:cubicBezTo>
                        <a:pt x="0" y="74"/>
                        <a:pt x="6" y="104"/>
                        <a:pt x="6" y="104"/>
                      </a:cubicBezTo>
                      <a:cubicBezTo>
                        <a:pt x="6" y="104"/>
                        <a:pt x="5" y="101"/>
                        <a:pt x="5" y="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0" name="Freeform 272"/>
                <p:cNvSpPr>
                  <a:spLocks/>
                </p:cNvSpPr>
                <p:nvPr/>
              </p:nvSpPr>
              <p:spPr bwMode="gray">
                <a:xfrm>
                  <a:off x="-4463" y="-18626"/>
                  <a:ext cx="997" cy="1134"/>
                </a:xfrm>
                <a:custGeom>
                  <a:avLst/>
                  <a:gdLst>
                    <a:gd name="T0" fmla="*/ 88 w 422"/>
                    <a:gd name="T1" fmla="*/ 64 h 480"/>
                    <a:gd name="T2" fmla="*/ 64 w 422"/>
                    <a:gd name="T3" fmla="*/ 59 h 480"/>
                    <a:gd name="T4" fmla="*/ 40 w 422"/>
                    <a:gd name="T5" fmla="*/ 47 h 480"/>
                    <a:gd name="T6" fmla="*/ 16 w 422"/>
                    <a:gd name="T7" fmla="*/ 36 h 480"/>
                    <a:gd name="T8" fmla="*/ 2 w 422"/>
                    <a:gd name="T9" fmla="*/ 40 h 480"/>
                    <a:gd name="T10" fmla="*/ 17 w 422"/>
                    <a:gd name="T11" fmla="*/ 56 h 480"/>
                    <a:gd name="T12" fmla="*/ 48 w 422"/>
                    <a:gd name="T13" fmla="*/ 72 h 480"/>
                    <a:gd name="T14" fmla="*/ 92 w 422"/>
                    <a:gd name="T15" fmla="*/ 85 h 480"/>
                    <a:gd name="T16" fmla="*/ 103 w 422"/>
                    <a:gd name="T17" fmla="*/ 114 h 480"/>
                    <a:gd name="T18" fmla="*/ 107 w 422"/>
                    <a:gd name="T19" fmla="*/ 132 h 480"/>
                    <a:gd name="T20" fmla="*/ 113 w 422"/>
                    <a:gd name="T21" fmla="*/ 165 h 480"/>
                    <a:gd name="T22" fmla="*/ 138 w 422"/>
                    <a:gd name="T23" fmla="*/ 204 h 480"/>
                    <a:gd name="T24" fmla="*/ 179 w 422"/>
                    <a:gd name="T25" fmla="*/ 217 h 480"/>
                    <a:gd name="T26" fmla="*/ 167 w 422"/>
                    <a:gd name="T27" fmla="*/ 234 h 480"/>
                    <a:gd name="T28" fmla="*/ 119 w 422"/>
                    <a:gd name="T29" fmla="*/ 283 h 480"/>
                    <a:gd name="T30" fmla="*/ 81 w 422"/>
                    <a:gd name="T31" fmla="*/ 309 h 480"/>
                    <a:gd name="T32" fmla="*/ 45 w 422"/>
                    <a:gd name="T33" fmla="*/ 336 h 480"/>
                    <a:gd name="T34" fmla="*/ 49 w 422"/>
                    <a:gd name="T35" fmla="*/ 364 h 480"/>
                    <a:gd name="T36" fmla="*/ 62 w 422"/>
                    <a:gd name="T37" fmla="*/ 393 h 480"/>
                    <a:gd name="T38" fmla="*/ 71 w 422"/>
                    <a:gd name="T39" fmla="*/ 452 h 480"/>
                    <a:gd name="T40" fmla="*/ 114 w 422"/>
                    <a:gd name="T41" fmla="*/ 460 h 480"/>
                    <a:gd name="T42" fmla="*/ 180 w 422"/>
                    <a:gd name="T43" fmla="*/ 475 h 480"/>
                    <a:gd name="T44" fmla="*/ 222 w 422"/>
                    <a:gd name="T45" fmla="*/ 465 h 480"/>
                    <a:gd name="T46" fmla="*/ 304 w 422"/>
                    <a:gd name="T47" fmla="*/ 451 h 480"/>
                    <a:gd name="T48" fmla="*/ 305 w 422"/>
                    <a:gd name="T49" fmla="*/ 441 h 480"/>
                    <a:gd name="T50" fmla="*/ 382 w 422"/>
                    <a:gd name="T51" fmla="*/ 381 h 480"/>
                    <a:gd name="T52" fmla="*/ 421 w 422"/>
                    <a:gd name="T53" fmla="*/ 340 h 480"/>
                    <a:gd name="T54" fmla="*/ 360 w 422"/>
                    <a:gd name="T55" fmla="*/ 295 h 480"/>
                    <a:gd name="T56" fmla="*/ 368 w 422"/>
                    <a:gd name="T57" fmla="*/ 265 h 480"/>
                    <a:gd name="T58" fmla="*/ 359 w 422"/>
                    <a:gd name="T59" fmla="*/ 247 h 480"/>
                    <a:gd name="T60" fmla="*/ 339 w 422"/>
                    <a:gd name="T61" fmla="*/ 228 h 480"/>
                    <a:gd name="T62" fmla="*/ 337 w 422"/>
                    <a:gd name="T63" fmla="*/ 202 h 480"/>
                    <a:gd name="T64" fmla="*/ 312 w 422"/>
                    <a:gd name="T65" fmla="*/ 156 h 480"/>
                    <a:gd name="T66" fmla="*/ 316 w 422"/>
                    <a:gd name="T67" fmla="*/ 133 h 480"/>
                    <a:gd name="T68" fmla="*/ 312 w 422"/>
                    <a:gd name="T69" fmla="*/ 98 h 480"/>
                    <a:gd name="T70" fmla="*/ 275 w 422"/>
                    <a:gd name="T71" fmla="*/ 82 h 480"/>
                    <a:gd name="T72" fmla="*/ 282 w 422"/>
                    <a:gd name="T73" fmla="*/ 62 h 480"/>
                    <a:gd name="T74" fmla="*/ 280 w 422"/>
                    <a:gd name="T75" fmla="*/ 36 h 480"/>
                    <a:gd name="T76" fmla="*/ 271 w 422"/>
                    <a:gd name="T77" fmla="*/ 13 h 480"/>
                    <a:gd name="T78" fmla="*/ 240 w 422"/>
                    <a:gd name="T79" fmla="*/ 1 h 480"/>
                    <a:gd name="T80" fmla="*/ 198 w 422"/>
                    <a:gd name="T81" fmla="*/ 5 h 480"/>
                    <a:gd name="T82" fmla="*/ 173 w 422"/>
                    <a:gd name="T83" fmla="*/ 30 h 480"/>
                    <a:gd name="T84" fmla="*/ 157 w 422"/>
                    <a:gd name="T85" fmla="*/ 50 h 480"/>
                    <a:gd name="T86" fmla="*/ 123 w 422"/>
                    <a:gd name="T87" fmla="*/ 56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22" h="480">
                      <a:moveTo>
                        <a:pt x="107" y="59"/>
                      </a:moveTo>
                      <a:cubicBezTo>
                        <a:pt x="107" y="59"/>
                        <a:pt x="98" y="67"/>
                        <a:pt x="88" y="64"/>
                      </a:cubicBezTo>
                      <a:cubicBezTo>
                        <a:pt x="78" y="61"/>
                        <a:pt x="78" y="61"/>
                        <a:pt x="78" y="61"/>
                      </a:cubicBezTo>
                      <a:cubicBezTo>
                        <a:pt x="78" y="61"/>
                        <a:pt x="78" y="60"/>
                        <a:pt x="64" y="59"/>
                      </a:cubicBezTo>
                      <a:cubicBezTo>
                        <a:pt x="50" y="58"/>
                        <a:pt x="49" y="48"/>
                        <a:pt x="49" y="48"/>
                      </a:cubicBezTo>
                      <a:cubicBezTo>
                        <a:pt x="40" y="47"/>
                        <a:pt x="40" y="47"/>
                        <a:pt x="40" y="47"/>
                      </a:cubicBezTo>
                      <a:cubicBezTo>
                        <a:pt x="40" y="47"/>
                        <a:pt x="31" y="33"/>
                        <a:pt x="27" y="33"/>
                      </a:cubicBezTo>
                      <a:cubicBezTo>
                        <a:pt x="23" y="33"/>
                        <a:pt x="16" y="36"/>
                        <a:pt x="16" y="36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2" y="40"/>
                        <a:pt x="2" y="40"/>
                        <a:pt x="2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7" y="52"/>
                        <a:pt x="17" y="56"/>
                      </a:cubicBezTo>
                      <a:cubicBezTo>
                        <a:pt x="27" y="60"/>
                        <a:pt x="40" y="64"/>
                        <a:pt x="40" y="64"/>
                      </a:cubicBezTo>
                      <a:cubicBezTo>
                        <a:pt x="48" y="72"/>
                        <a:pt x="48" y="72"/>
                        <a:pt x="48" y="72"/>
                      </a:cubicBezTo>
                      <a:cubicBezTo>
                        <a:pt x="70" y="73"/>
                        <a:pt x="70" y="73"/>
                        <a:pt x="70" y="73"/>
                      </a:cubicBezTo>
                      <a:cubicBezTo>
                        <a:pt x="92" y="85"/>
                        <a:pt x="92" y="85"/>
                        <a:pt x="92" y="85"/>
                      </a:cubicBezTo>
                      <a:cubicBezTo>
                        <a:pt x="92" y="85"/>
                        <a:pt x="110" y="90"/>
                        <a:pt x="109" y="95"/>
                      </a:cubicBezTo>
                      <a:cubicBezTo>
                        <a:pt x="108" y="100"/>
                        <a:pt x="103" y="114"/>
                        <a:pt x="103" y="114"/>
                      </a:cubicBezTo>
                      <a:cubicBezTo>
                        <a:pt x="111" y="119"/>
                        <a:pt x="111" y="119"/>
                        <a:pt x="111" y="119"/>
                      </a:cubicBezTo>
                      <a:cubicBezTo>
                        <a:pt x="107" y="132"/>
                        <a:pt x="107" y="132"/>
                        <a:pt x="107" y="132"/>
                      </a:cubicBezTo>
                      <a:cubicBezTo>
                        <a:pt x="124" y="142"/>
                        <a:pt x="124" y="142"/>
                        <a:pt x="124" y="142"/>
                      </a:cubicBezTo>
                      <a:cubicBezTo>
                        <a:pt x="124" y="142"/>
                        <a:pt x="111" y="157"/>
                        <a:pt x="113" y="165"/>
                      </a:cubicBezTo>
                      <a:cubicBezTo>
                        <a:pt x="115" y="173"/>
                        <a:pt x="130" y="183"/>
                        <a:pt x="130" y="183"/>
                      </a:cubicBezTo>
                      <a:cubicBezTo>
                        <a:pt x="138" y="204"/>
                        <a:pt x="138" y="204"/>
                        <a:pt x="138" y="204"/>
                      </a:cubicBezTo>
                      <a:cubicBezTo>
                        <a:pt x="148" y="198"/>
                        <a:pt x="148" y="198"/>
                        <a:pt x="148" y="198"/>
                      </a:cubicBezTo>
                      <a:cubicBezTo>
                        <a:pt x="148" y="198"/>
                        <a:pt x="177" y="205"/>
                        <a:pt x="179" y="217"/>
                      </a:cubicBezTo>
                      <a:cubicBezTo>
                        <a:pt x="181" y="229"/>
                        <a:pt x="182" y="239"/>
                        <a:pt x="182" y="239"/>
                      </a:cubicBezTo>
                      <a:cubicBezTo>
                        <a:pt x="182" y="239"/>
                        <a:pt x="170" y="233"/>
                        <a:pt x="167" y="234"/>
                      </a:cubicBezTo>
                      <a:cubicBezTo>
                        <a:pt x="164" y="235"/>
                        <a:pt x="142" y="260"/>
                        <a:pt x="142" y="260"/>
                      </a:cubicBezTo>
                      <a:cubicBezTo>
                        <a:pt x="119" y="283"/>
                        <a:pt x="119" y="283"/>
                        <a:pt x="119" y="283"/>
                      </a:cubicBezTo>
                      <a:cubicBezTo>
                        <a:pt x="96" y="288"/>
                        <a:pt x="96" y="288"/>
                        <a:pt x="96" y="288"/>
                      </a:cubicBezTo>
                      <a:cubicBezTo>
                        <a:pt x="96" y="288"/>
                        <a:pt x="81" y="300"/>
                        <a:pt x="81" y="309"/>
                      </a:cubicBezTo>
                      <a:cubicBezTo>
                        <a:pt x="81" y="318"/>
                        <a:pt x="61" y="318"/>
                        <a:pt x="61" y="318"/>
                      </a:cubicBezTo>
                      <a:cubicBezTo>
                        <a:pt x="45" y="336"/>
                        <a:pt x="45" y="336"/>
                        <a:pt x="45" y="336"/>
                      </a:cubicBezTo>
                      <a:cubicBezTo>
                        <a:pt x="45" y="336"/>
                        <a:pt x="41" y="348"/>
                        <a:pt x="43" y="352"/>
                      </a:cubicBezTo>
                      <a:cubicBezTo>
                        <a:pt x="45" y="356"/>
                        <a:pt x="49" y="364"/>
                        <a:pt x="49" y="364"/>
                      </a:cubicBezTo>
                      <a:cubicBezTo>
                        <a:pt x="47" y="380"/>
                        <a:pt x="47" y="380"/>
                        <a:pt x="47" y="380"/>
                      </a:cubicBezTo>
                      <a:cubicBezTo>
                        <a:pt x="62" y="393"/>
                        <a:pt x="62" y="393"/>
                        <a:pt x="62" y="393"/>
                      </a:cubicBezTo>
                      <a:cubicBezTo>
                        <a:pt x="62" y="393"/>
                        <a:pt x="52" y="425"/>
                        <a:pt x="56" y="434"/>
                      </a:cubicBezTo>
                      <a:cubicBezTo>
                        <a:pt x="60" y="443"/>
                        <a:pt x="71" y="452"/>
                        <a:pt x="71" y="452"/>
                      </a:cubicBezTo>
                      <a:cubicBezTo>
                        <a:pt x="86" y="463"/>
                        <a:pt x="86" y="463"/>
                        <a:pt x="86" y="463"/>
                      </a:cubicBezTo>
                      <a:cubicBezTo>
                        <a:pt x="114" y="460"/>
                        <a:pt x="114" y="460"/>
                        <a:pt x="114" y="460"/>
                      </a:cubicBezTo>
                      <a:cubicBezTo>
                        <a:pt x="114" y="460"/>
                        <a:pt x="105" y="476"/>
                        <a:pt x="125" y="478"/>
                      </a:cubicBezTo>
                      <a:cubicBezTo>
                        <a:pt x="145" y="480"/>
                        <a:pt x="180" y="475"/>
                        <a:pt x="180" y="475"/>
                      </a:cubicBezTo>
                      <a:cubicBezTo>
                        <a:pt x="199" y="465"/>
                        <a:pt x="199" y="465"/>
                        <a:pt x="199" y="465"/>
                      </a:cubicBezTo>
                      <a:cubicBezTo>
                        <a:pt x="222" y="465"/>
                        <a:pt x="222" y="465"/>
                        <a:pt x="222" y="465"/>
                      </a:cubicBezTo>
                      <a:cubicBezTo>
                        <a:pt x="255" y="448"/>
                        <a:pt x="255" y="448"/>
                        <a:pt x="255" y="448"/>
                      </a:cubicBezTo>
                      <a:cubicBezTo>
                        <a:pt x="304" y="451"/>
                        <a:pt x="304" y="451"/>
                        <a:pt x="304" y="451"/>
                      </a:cubicBezTo>
                      <a:cubicBezTo>
                        <a:pt x="309" y="448"/>
                        <a:pt x="309" y="448"/>
                        <a:pt x="309" y="448"/>
                      </a:cubicBezTo>
                      <a:cubicBezTo>
                        <a:pt x="305" y="441"/>
                        <a:pt x="305" y="441"/>
                        <a:pt x="305" y="441"/>
                      </a:cubicBezTo>
                      <a:cubicBezTo>
                        <a:pt x="305" y="441"/>
                        <a:pt x="346" y="417"/>
                        <a:pt x="350" y="412"/>
                      </a:cubicBezTo>
                      <a:cubicBezTo>
                        <a:pt x="354" y="407"/>
                        <a:pt x="382" y="381"/>
                        <a:pt x="382" y="381"/>
                      </a:cubicBezTo>
                      <a:cubicBezTo>
                        <a:pt x="382" y="381"/>
                        <a:pt x="403" y="369"/>
                        <a:pt x="407" y="362"/>
                      </a:cubicBezTo>
                      <a:cubicBezTo>
                        <a:pt x="411" y="355"/>
                        <a:pt x="420" y="348"/>
                        <a:pt x="421" y="340"/>
                      </a:cubicBezTo>
                      <a:cubicBezTo>
                        <a:pt x="422" y="332"/>
                        <a:pt x="399" y="313"/>
                        <a:pt x="399" y="313"/>
                      </a:cubicBezTo>
                      <a:cubicBezTo>
                        <a:pt x="360" y="295"/>
                        <a:pt x="360" y="295"/>
                        <a:pt x="360" y="295"/>
                      </a:cubicBezTo>
                      <a:cubicBezTo>
                        <a:pt x="360" y="295"/>
                        <a:pt x="381" y="281"/>
                        <a:pt x="380" y="277"/>
                      </a:cubicBezTo>
                      <a:cubicBezTo>
                        <a:pt x="379" y="273"/>
                        <a:pt x="368" y="265"/>
                        <a:pt x="368" y="265"/>
                      </a:cubicBezTo>
                      <a:cubicBezTo>
                        <a:pt x="353" y="262"/>
                        <a:pt x="353" y="262"/>
                        <a:pt x="353" y="262"/>
                      </a:cubicBezTo>
                      <a:cubicBezTo>
                        <a:pt x="353" y="262"/>
                        <a:pt x="360" y="251"/>
                        <a:pt x="359" y="247"/>
                      </a:cubicBezTo>
                      <a:cubicBezTo>
                        <a:pt x="358" y="243"/>
                        <a:pt x="339" y="238"/>
                        <a:pt x="339" y="238"/>
                      </a:cubicBezTo>
                      <a:cubicBezTo>
                        <a:pt x="339" y="228"/>
                        <a:pt x="339" y="228"/>
                        <a:pt x="339" y="228"/>
                      </a:cubicBezTo>
                      <a:cubicBezTo>
                        <a:pt x="332" y="222"/>
                        <a:pt x="332" y="222"/>
                        <a:pt x="332" y="222"/>
                      </a:cubicBezTo>
                      <a:cubicBezTo>
                        <a:pt x="337" y="202"/>
                        <a:pt x="337" y="202"/>
                        <a:pt x="337" y="202"/>
                      </a:cubicBezTo>
                      <a:cubicBezTo>
                        <a:pt x="337" y="202"/>
                        <a:pt x="365" y="208"/>
                        <a:pt x="359" y="198"/>
                      </a:cubicBezTo>
                      <a:cubicBezTo>
                        <a:pt x="353" y="188"/>
                        <a:pt x="312" y="156"/>
                        <a:pt x="312" y="156"/>
                      </a:cubicBezTo>
                      <a:cubicBezTo>
                        <a:pt x="299" y="145"/>
                        <a:pt x="299" y="145"/>
                        <a:pt x="299" y="145"/>
                      </a:cubicBezTo>
                      <a:cubicBezTo>
                        <a:pt x="299" y="145"/>
                        <a:pt x="316" y="138"/>
                        <a:pt x="316" y="133"/>
                      </a:cubicBezTo>
                      <a:cubicBezTo>
                        <a:pt x="316" y="128"/>
                        <a:pt x="340" y="126"/>
                        <a:pt x="331" y="116"/>
                      </a:cubicBezTo>
                      <a:cubicBezTo>
                        <a:pt x="322" y="106"/>
                        <a:pt x="316" y="103"/>
                        <a:pt x="312" y="98"/>
                      </a:cubicBezTo>
                      <a:cubicBezTo>
                        <a:pt x="308" y="93"/>
                        <a:pt x="303" y="86"/>
                        <a:pt x="297" y="86"/>
                      </a:cubicBezTo>
                      <a:cubicBezTo>
                        <a:pt x="291" y="86"/>
                        <a:pt x="277" y="94"/>
                        <a:pt x="275" y="82"/>
                      </a:cubicBezTo>
                      <a:cubicBezTo>
                        <a:pt x="273" y="70"/>
                        <a:pt x="270" y="67"/>
                        <a:pt x="270" y="67"/>
                      </a:cubicBezTo>
                      <a:cubicBezTo>
                        <a:pt x="270" y="67"/>
                        <a:pt x="283" y="65"/>
                        <a:pt x="282" y="62"/>
                      </a:cubicBezTo>
                      <a:cubicBezTo>
                        <a:pt x="281" y="59"/>
                        <a:pt x="277" y="53"/>
                        <a:pt x="277" y="53"/>
                      </a:cubicBezTo>
                      <a:cubicBezTo>
                        <a:pt x="280" y="36"/>
                        <a:pt x="280" y="36"/>
                        <a:pt x="280" y="36"/>
                      </a:cubicBezTo>
                      <a:cubicBezTo>
                        <a:pt x="280" y="36"/>
                        <a:pt x="293" y="48"/>
                        <a:pt x="289" y="31"/>
                      </a:cubicBezTo>
                      <a:cubicBezTo>
                        <a:pt x="285" y="14"/>
                        <a:pt x="271" y="13"/>
                        <a:pt x="271" y="13"/>
                      </a:cubicBezTo>
                      <a:cubicBezTo>
                        <a:pt x="248" y="8"/>
                        <a:pt x="248" y="8"/>
                        <a:pt x="248" y="8"/>
                      </a:cubicBezTo>
                      <a:cubicBezTo>
                        <a:pt x="248" y="8"/>
                        <a:pt x="255" y="2"/>
                        <a:pt x="240" y="1"/>
                      </a:cubicBezTo>
                      <a:cubicBezTo>
                        <a:pt x="225" y="0"/>
                        <a:pt x="214" y="7"/>
                        <a:pt x="214" y="7"/>
                      </a:cubicBezTo>
                      <a:cubicBezTo>
                        <a:pt x="214" y="7"/>
                        <a:pt x="203" y="6"/>
                        <a:pt x="198" y="5"/>
                      </a:cubicBezTo>
                      <a:cubicBezTo>
                        <a:pt x="193" y="4"/>
                        <a:pt x="176" y="13"/>
                        <a:pt x="176" y="13"/>
                      </a:cubicBezTo>
                      <a:cubicBezTo>
                        <a:pt x="176" y="13"/>
                        <a:pt x="172" y="26"/>
                        <a:pt x="173" y="30"/>
                      </a:cubicBezTo>
                      <a:cubicBezTo>
                        <a:pt x="174" y="34"/>
                        <a:pt x="173" y="50"/>
                        <a:pt x="173" y="50"/>
                      </a:cubicBezTo>
                      <a:cubicBezTo>
                        <a:pt x="173" y="50"/>
                        <a:pt x="164" y="45"/>
                        <a:pt x="157" y="50"/>
                      </a:cubicBezTo>
                      <a:cubicBezTo>
                        <a:pt x="150" y="55"/>
                        <a:pt x="156" y="65"/>
                        <a:pt x="148" y="65"/>
                      </a:cubicBezTo>
                      <a:cubicBezTo>
                        <a:pt x="140" y="65"/>
                        <a:pt x="128" y="57"/>
                        <a:pt x="123" y="56"/>
                      </a:cubicBezTo>
                      <a:cubicBezTo>
                        <a:pt x="118" y="55"/>
                        <a:pt x="107" y="59"/>
                        <a:pt x="107" y="5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1" name="Freeform 273"/>
                <p:cNvSpPr>
                  <a:spLocks/>
                </p:cNvSpPr>
                <p:nvPr/>
              </p:nvSpPr>
              <p:spPr bwMode="gray">
                <a:xfrm>
                  <a:off x="-2682" y="-14107"/>
                  <a:ext cx="76" cy="166"/>
                </a:xfrm>
                <a:custGeom>
                  <a:avLst/>
                  <a:gdLst>
                    <a:gd name="T0" fmla="*/ 21 w 32"/>
                    <a:gd name="T1" fmla="*/ 54 h 70"/>
                    <a:gd name="T2" fmla="*/ 27 w 32"/>
                    <a:gd name="T3" fmla="*/ 56 h 70"/>
                    <a:gd name="T4" fmla="*/ 32 w 32"/>
                    <a:gd name="T5" fmla="*/ 47 h 70"/>
                    <a:gd name="T6" fmla="*/ 31 w 32"/>
                    <a:gd name="T7" fmla="*/ 1 h 70"/>
                    <a:gd name="T8" fmla="*/ 13 w 32"/>
                    <a:gd name="T9" fmla="*/ 2 h 70"/>
                    <a:gd name="T10" fmla="*/ 6 w 32"/>
                    <a:gd name="T11" fmla="*/ 21 h 70"/>
                    <a:gd name="T12" fmla="*/ 6 w 32"/>
                    <a:gd name="T13" fmla="*/ 40 h 70"/>
                    <a:gd name="T14" fmla="*/ 7 w 32"/>
                    <a:gd name="T15" fmla="*/ 62 h 70"/>
                    <a:gd name="T16" fmla="*/ 21 w 32"/>
                    <a:gd name="T17" fmla="*/ 54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" h="70">
                      <a:moveTo>
                        <a:pt x="21" y="54"/>
                      </a:moveTo>
                      <a:cubicBezTo>
                        <a:pt x="22" y="53"/>
                        <a:pt x="24" y="54"/>
                        <a:pt x="27" y="56"/>
                      </a:cubicBezTo>
                      <a:cubicBezTo>
                        <a:pt x="29" y="51"/>
                        <a:pt x="32" y="47"/>
                        <a:pt x="32" y="47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26" y="0"/>
                        <a:pt x="17" y="0"/>
                        <a:pt x="13" y="2"/>
                      </a:cubicBezTo>
                      <a:cubicBezTo>
                        <a:pt x="7" y="6"/>
                        <a:pt x="6" y="21"/>
                        <a:pt x="6" y="21"/>
                      </a:cubicBezTo>
                      <a:cubicBezTo>
                        <a:pt x="6" y="21"/>
                        <a:pt x="7" y="34"/>
                        <a:pt x="6" y="40"/>
                      </a:cubicBezTo>
                      <a:cubicBezTo>
                        <a:pt x="5" y="46"/>
                        <a:pt x="0" y="54"/>
                        <a:pt x="7" y="62"/>
                      </a:cubicBezTo>
                      <a:cubicBezTo>
                        <a:pt x="13" y="70"/>
                        <a:pt x="18" y="55"/>
                        <a:pt x="21" y="5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2" name="Freeform 274"/>
                <p:cNvSpPr>
                  <a:spLocks/>
                </p:cNvSpPr>
                <p:nvPr/>
              </p:nvSpPr>
              <p:spPr bwMode="gray">
                <a:xfrm>
                  <a:off x="-2646" y="-14215"/>
                  <a:ext cx="439" cy="557"/>
                </a:xfrm>
                <a:custGeom>
                  <a:avLst/>
                  <a:gdLst>
                    <a:gd name="T0" fmla="*/ 169 w 186"/>
                    <a:gd name="T1" fmla="*/ 44 h 236"/>
                    <a:gd name="T2" fmla="*/ 169 w 186"/>
                    <a:gd name="T3" fmla="*/ 30 h 236"/>
                    <a:gd name="T4" fmla="*/ 157 w 186"/>
                    <a:gd name="T5" fmla="*/ 0 h 236"/>
                    <a:gd name="T6" fmla="*/ 73 w 186"/>
                    <a:gd name="T7" fmla="*/ 57 h 236"/>
                    <a:gd name="T8" fmla="*/ 45 w 186"/>
                    <a:gd name="T9" fmla="*/ 45 h 236"/>
                    <a:gd name="T10" fmla="*/ 23 w 186"/>
                    <a:gd name="T11" fmla="*/ 33 h 236"/>
                    <a:gd name="T12" fmla="*/ 19 w 186"/>
                    <a:gd name="T13" fmla="*/ 36 h 236"/>
                    <a:gd name="T14" fmla="*/ 16 w 186"/>
                    <a:gd name="T15" fmla="*/ 45 h 236"/>
                    <a:gd name="T16" fmla="*/ 17 w 186"/>
                    <a:gd name="T17" fmla="*/ 93 h 236"/>
                    <a:gd name="T18" fmla="*/ 10 w 186"/>
                    <a:gd name="T19" fmla="*/ 107 h 236"/>
                    <a:gd name="T20" fmla="*/ 16 w 186"/>
                    <a:gd name="T21" fmla="*/ 115 h 236"/>
                    <a:gd name="T22" fmla="*/ 15 w 186"/>
                    <a:gd name="T23" fmla="*/ 134 h 236"/>
                    <a:gd name="T24" fmla="*/ 4 w 186"/>
                    <a:gd name="T25" fmla="*/ 158 h 236"/>
                    <a:gd name="T26" fmla="*/ 0 w 186"/>
                    <a:gd name="T27" fmla="*/ 211 h 236"/>
                    <a:gd name="T28" fmla="*/ 2 w 186"/>
                    <a:gd name="T29" fmla="*/ 217 h 236"/>
                    <a:gd name="T30" fmla="*/ 3 w 186"/>
                    <a:gd name="T31" fmla="*/ 217 h 236"/>
                    <a:gd name="T32" fmla="*/ 55 w 186"/>
                    <a:gd name="T33" fmla="*/ 225 h 236"/>
                    <a:gd name="T34" fmla="*/ 77 w 186"/>
                    <a:gd name="T35" fmla="*/ 185 h 236"/>
                    <a:gd name="T36" fmla="*/ 108 w 186"/>
                    <a:gd name="T37" fmla="*/ 180 h 236"/>
                    <a:gd name="T38" fmla="*/ 122 w 186"/>
                    <a:gd name="T39" fmla="*/ 147 h 236"/>
                    <a:gd name="T40" fmla="*/ 96 w 186"/>
                    <a:gd name="T41" fmla="*/ 108 h 236"/>
                    <a:gd name="T42" fmla="*/ 64 w 186"/>
                    <a:gd name="T43" fmla="*/ 100 h 236"/>
                    <a:gd name="T44" fmla="*/ 96 w 186"/>
                    <a:gd name="T45" fmla="*/ 94 h 236"/>
                    <a:gd name="T46" fmla="*/ 124 w 186"/>
                    <a:gd name="T47" fmla="*/ 94 h 236"/>
                    <a:gd name="T48" fmla="*/ 132 w 186"/>
                    <a:gd name="T49" fmla="*/ 80 h 236"/>
                    <a:gd name="T50" fmla="*/ 166 w 186"/>
                    <a:gd name="T51" fmla="*/ 76 h 236"/>
                    <a:gd name="T52" fmla="*/ 185 w 186"/>
                    <a:gd name="T53" fmla="*/ 62 h 236"/>
                    <a:gd name="T54" fmla="*/ 186 w 186"/>
                    <a:gd name="T55" fmla="*/ 53 h 236"/>
                    <a:gd name="T56" fmla="*/ 169 w 186"/>
                    <a:gd name="T57" fmla="*/ 44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6" h="236">
                      <a:moveTo>
                        <a:pt x="169" y="44"/>
                      </a:moveTo>
                      <a:cubicBezTo>
                        <a:pt x="169" y="30"/>
                        <a:pt x="169" y="30"/>
                        <a:pt x="169" y="30"/>
                      </a:cubicBezTo>
                      <a:cubicBezTo>
                        <a:pt x="157" y="0"/>
                        <a:pt x="157" y="0"/>
                        <a:pt x="157" y="0"/>
                      </a:cubicBezTo>
                      <a:cubicBezTo>
                        <a:pt x="154" y="2"/>
                        <a:pt x="94" y="57"/>
                        <a:pt x="73" y="57"/>
                      </a:cubicBezTo>
                      <a:cubicBezTo>
                        <a:pt x="52" y="57"/>
                        <a:pt x="45" y="45"/>
                        <a:pt x="45" y="45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6" y="45"/>
                        <a:pt x="16" y="45"/>
                        <a:pt x="16" y="45"/>
                      </a:cubicBezTo>
                      <a:cubicBezTo>
                        <a:pt x="17" y="93"/>
                        <a:pt x="17" y="93"/>
                        <a:pt x="17" y="93"/>
                      </a:cubicBezTo>
                      <a:cubicBezTo>
                        <a:pt x="17" y="93"/>
                        <a:pt x="10" y="103"/>
                        <a:pt x="10" y="107"/>
                      </a:cubicBezTo>
                      <a:cubicBezTo>
                        <a:pt x="10" y="111"/>
                        <a:pt x="12" y="111"/>
                        <a:pt x="16" y="115"/>
                      </a:cubicBezTo>
                      <a:cubicBezTo>
                        <a:pt x="20" y="119"/>
                        <a:pt x="18" y="127"/>
                        <a:pt x="15" y="134"/>
                      </a:cubicBezTo>
                      <a:cubicBezTo>
                        <a:pt x="12" y="141"/>
                        <a:pt x="4" y="146"/>
                        <a:pt x="4" y="158"/>
                      </a:cubicBezTo>
                      <a:cubicBezTo>
                        <a:pt x="4" y="170"/>
                        <a:pt x="0" y="211"/>
                        <a:pt x="0" y="211"/>
                      </a:cubicBezTo>
                      <a:cubicBezTo>
                        <a:pt x="2" y="217"/>
                        <a:pt x="2" y="217"/>
                        <a:pt x="2" y="217"/>
                      </a:cubicBezTo>
                      <a:cubicBezTo>
                        <a:pt x="2" y="217"/>
                        <a:pt x="3" y="217"/>
                        <a:pt x="3" y="217"/>
                      </a:cubicBezTo>
                      <a:cubicBezTo>
                        <a:pt x="10" y="216"/>
                        <a:pt x="41" y="236"/>
                        <a:pt x="55" y="225"/>
                      </a:cubicBezTo>
                      <a:cubicBezTo>
                        <a:pt x="69" y="214"/>
                        <a:pt x="71" y="187"/>
                        <a:pt x="77" y="185"/>
                      </a:cubicBezTo>
                      <a:cubicBezTo>
                        <a:pt x="83" y="183"/>
                        <a:pt x="100" y="187"/>
                        <a:pt x="108" y="180"/>
                      </a:cubicBezTo>
                      <a:cubicBezTo>
                        <a:pt x="116" y="173"/>
                        <a:pt x="122" y="147"/>
                        <a:pt x="122" y="147"/>
                      </a:cubicBezTo>
                      <a:cubicBezTo>
                        <a:pt x="122" y="147"/>
                        <a:pt x="103" y="112"/>
                        <a:pt x="96" y="108"/>
                      </a:cubicBezTo>
                      <a:cubicBezTo>
                        <a:pt x="89" y="104"/>
                        <a:pt x="57" y="107"/>
                        <a:pt x="64" y="100"/>
                      </a:cubicBezTo>
                      <a:cubicBezTo>
                        <a:pt x="71" y="93"/>
                        <a:pt x="96" y="94"/>
                        <a:pt x="96" y="94"/>
                      </a:cubicBezTo>
                      <a:cubicBezTo>
                        <a:pt x="124" y="94"/>
                        <a:pt x="124" y="94"/>
                        <a:pt x="124" y="94"/>
                      </a:cubicBezTo>
                      <a:cubicBezTo>
                        <a:pt x="132" y="80"/>
                        <a:pt x="132" y="80"/>
                        <a:pt x="132" y="80"/>
                      </a:cubicBezTo>
                      <a:cubicBezTo>
                        <a:pt x="132" y="80"/>
                        <a:pt x="160" y="82"/>
                        <a:pt x="166" y="76"/>
                      </a:cubicBezTo>
                      <a:cubicBezTo>
                        <a:pt x="172" y="70"/>
                        <a:pt x="185" y="62"/>
                        <a:pt x="185" y="62"/>
                      </a:cubicBezTo>
                      <a:cubicBezTo>
                        <a:pt x="186" y="53"/>
                        <a:pt x="186" y="53"/>
                        <a:pt x="186" y="53"/>
                      </a:cubicBezTo>
                      <a:lnTo>
                        <a:pt x="169" y="4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3" name="Freeform 275"/>
                <p:cNvSpPr>
                  <a:spLocks/>
                </p:cNvSpPr>
                <p:nvPr/>
              </p:nvSpPr>
              <p:spPr bwMode="gray">
                <a:xfrm>
                  <a:off x="-2743" y="-14227"/>
                  <a:ext cx="158" cy="510"/>
                </a:xfrm>
                <a:custGeom>
                  <a:avLst/>
                  <a:gdLst>
                    <a:gd name="T0" fmla="*/ 0 w 67"/>
                    <a:gd name="T1" fmla="*/ 113 h 216"/>
                    <a:gd name="T2" fmla="*/ 36 w 67"/>
                    <a:gd name="T3" fmla="*/ 206 h 216"/>
                    <a:gd name="T4" fmla="*/ 41 w 67"/>
                    <a:gd name="T5" fmla="*/ 216 h 216"/>
                    <a:gd name="T6" fmla="*/ 45 w 67"/>
                    <a:gd name="T7" fmla="*/ 163 h 216"/>
                    <a:gd name="T8" fmla="*/ 56 w 67"/>
                    <a:gd name="T9" fmla="*/ 139 h 216"/>
                    <a:gd name="T10" fmla="*/ 57 w 67"/>
                    <a:gd name="T11" fmla="*/ 120 h 216"/>
                    <a:gd name="T12" fmla="*/ 51 w 67"/>
                    <a:gd name="T13" fmla="*/ 112 h 216"/>
                    <a:gd name="T14" fmla="*/ 53 w 67"/>
                    <a:gd name="T15" fmla="*/ 107 h 216"/>
                    <a:gd name="T16" fmla="*/ 47 w 67"/>
                    <a:gd name="T17" fmla="*/ 105 h 216"/>
                    <a:gd name="T18" fmla="*/ 33 w 67"/>
                    <a:gd name="T19" fmla="*/ 113 h 216"/>
                    <a:gd name="T20" fmla="*/ 32 w 67"/>
                    <a:gd name="T21" fmla="*/ 91 h 216"/>
                    <a:gd name="T22" fmla="*/ 32 w 67"/>
                    <a:gd name="T23" fmla="*/ 72 h 216"/>
                    <a:gd name="T24" fmla="*/ 39 w 67"/>
                    <a:gd name="T25" fmla="*/ 53 h 216"/>
                    <a:gd name="T26" fmla="*/ 57 w 67"/>
                    <a:gd name="T27" fmla="*/ 52 h 216"/>
                    <a:gd name="T28" fmla="*/ 57 w 67"/>
                    <a:gd name="T29" fmla="*/ 50 h 216"/>
                    <a:gd name="T30" fmla="*/ 60 w 67"/>
                    <a:gd name="T31" fmla="*/ 41 h 216"/>
                    <a:gd name="T32" fmla="*/ 57 w 67"/>
                    <a:gd name="T33" fmla="*/ 11 h 216"/>
                    <a:gd name="T34" fmla="*/ 67 w 67"/>
                    <a:gd name="T35" fmla="*/ 0 h 216"/>
                    <a:gd name="T36" fmla="*/ 52 w 67"/>
                    <a:gd name="T37" fmla="*/ 3 h 216"/>
                    <a:gd name="T38" fmla="*/ 48 w 67"/>
                    <a:gd name="T39" fmla="*/ 20 h 216"/>
                    <a:gd name="T40" fmla="*/ 34 w 67"/>
                    <a:gd name="T41" fmla="*/ 21 h 216"/>
                    <a:gd name="T42" fmla="*/ 27 w 67"/>
                    <a:gd name="T43" fmla="*/ 34 h 216"/>
                    <a:gd name="T44" fmla="*/ 22 w 67"/>
                    <a:gd name="T45" fmla="*/ 39 h 216"/>
                    <a:gd name="T46" fmla="*/ 27 w 67"/>
                    <a:gd name="T47" fmla="*/ 63 h 216"/>
                    <a:gd name="T48" fmla="*/ 13 w 67"/>
                    <a:gd name="T49" fmla="*/ 89 h 216"/>
                    <a:gd name="T50" fmla="*/ 11 w 67"/>
                    <a:gd name="T51" fmla="*/ 105 h 216"/>
                    <a:gd name="T52" fmla="*/ 0 w 67"/>
                    <a:gd name="T53" fmla="*/ 113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7" h="216">
                      <a:moveTo>
                        <a:pt x="0" y="113"/>
                      </a:moveTo>
                      <a:cubicBezTo>
                        <a:pt x="36" y="206"/>
                        <a:pt x="36" y="206"/>
                        <a:pt x="36" y="206"/>
                      </a:cubicBezTo>
                      <a:cubicBezTo>
                        <a:pt x="41" y="216"/>
                        <a:pt x="41" y="216"/>
                        <a:pt x="41" y="216"/>
                      </a:cubicBezTo>
                      <a:cubicBezTo>
                        <a:pt x="41" y="216"/>
                        <a:pt x="45" y="175"/>
                        <a:pt x="45" y="163"/>
                      </a:cubicBezTo>
                      <a:cubicBezTo>
                        <a:pt x="45" y="151"/>
                        <a:pt x="53" y="146"/>
                        <a:pt x="56" y="139"/>
                      </a:cubicBezTo>
                      <a:cubicBezTo>
                        <a:pt x="59" y="132"/>
                        <a:pt x="61" y="124"/>
                        <a:pt x="57" y="120"/>
                      </a:cubicBezTo>
                      <a:cubicBezTo>
                        <a:pt x="53" y="116"/>
                        <a:pt x="51" y="116"/>
                        <a:pt x="51" y="112"/>
                      </a:cubicBezTo>
                      <a:cubicBezTo>
                        <a:pt x="51" y="111"/>
                        <a:pt x="52" y="109"/>
                        <a:pt x="53" y="107"/>
                      </a:cubicBezTo>
                      <a:cubicBezTo>
                        <a:pt x="50" y="105"/>
                        <a:pt x="48" y="104"/>
                        <a:pt x="47" y="105"/>
                      </a:cubicBezTo>
                      <a:cubicBezTo>
                        <a:pt x="44" y="106"/>
                        <a:pt x="39" y="121"/>
                        <a:pt x="33" y="113"/>
                      </a:cubicBezTo>
                      <a:cubicBezTo>
                        <a:pt x="26" y="105"/>
                        <a:pt x="31" y="97"/>
                        <a:pt x="32" y="91"/>
                      </a:cubicBezTo>
                      <a:cubicBezTo>
                        <a:pt x="33" y="85"/>
                        <a:pt x="32" y="72"/>
                        <a:pt x="32" y="72"/>
                      </a:cubicBezTo>
                      <a:cubicBezTo>
                        <a:pt x="32" y="72"/>
                        <a:pt x="33" y="57"/>
                        <a:pt x="39" y="53"/>
                      </a:cubicBezTo>
                      <a:cubicBezTo>
                        <a:pt x="43" y="51"/>
                        <a:pt x="52" y="51"/>
                        <a:pt x="57" y="52"/>
                      </a:cubicBezTo>
                      <a:cubicBezTo>
                        <a:pt x="57" y="50"/>
                        <a:pt x="57" y="50"/>
                        <a:pt x="57" y="50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57" y="11"/>
                        <a:pt x="57" y="11"/>
                        <a:pt x="57" y="11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3" y="13"/>
                        <a:pt x="48" y="20"/>
                      </a:cubicBezTo>
                      <a:cubicBezTo>
                        <a:pt x="43" y="27"/>
                        <a:pt x="34" y="21"/>
                        <a:pt x="34" y="21"/>
                      </a:cubicBezTo>
                      <a:cubicBezTo>
                        <a:pt x="27" y="34"/>
                        <a:pt x="27" y="34"/>
                        <a:pt x="27" y="34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23" y="52"/>
                        <a:pt x="27" y="63"/>
                        <a:pt x="27" y="63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11" y="105"/>
                        <a:pt x="11" y="105"/>
                        <a:pt x="11" y="105"/>
                      </a:cubicBezTo>
                      <a:lnTo>
                        <a:pt x="0" y="11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4" name="Freeform 276"/>
                <p:cNvSpPr>
                  <a:spLocks/>
                </p:cNvSpPr>
                <p:nvPr/>
              </p:nvSpPr>
              <p:spPr bwMode="gray">
                <a:xfrm>
                  <a:off x="-8308" y="-13495"/>
                  <a:ext cx="947" cy="810"/>
                </a:xfrm>
                <a:custGeom>
                  <a:avLst/>
                  <a:gdLst>
                    <a:gd name="T0" fmla="*/ 364 w 401"/>
                    <a:gd name="T1" fmla="*/ 0 h 343"/>
                    <a:gd name="T2" fmla="*/ 192 w 401"/>
                    <a:gd name="T3" fmla="*/ 0 h 343"/>
                    <a:gd name="T4" fmla="*/ 186 w 401"/>
                    <a:gd name="T5" fmla="*/ 12 h 343"/>
                    <a:gd name="T6" fmla="*/ 176 w 401"/>
                    <a:gd name="T7" fmla="*/ 47 h 343"/>
                    <a:gd name="T8" fmla="*/ 160 w 401"/>
                    <a:gd name="T9" fmla="*/ 61 h 343"/>
                    <a:gd name="T10" fmla="*/ 140 w 401"/>
                    <a:gd name="T11" fmla="*/ 66 h 343"/>
                    <a:gd name="T12" fmla="*/ 125 w 401"/>
                    <a:gd name="T13" fmla="*/ 72 h 343"/>
                    <a:gd name="T14" fmla="*/ 123 w 401"/>
                    <a:gd name="T15" fmla="*/ 97 h 343"/>
                    <a:gd name="T16" fmla="*/ 104 w 401"/>
                    <a:gd name="T17" fmla="*/ 122 h 343"/>
                    <a:gd name="T18" fmla="*/ 108 w 401"/>
                    <a:gd name="T19" fmla="*/ 158 h 343"/>
                    <a:gd name="T20" fmla="*/ 92 w 401"/>
                    <a:gd name="T21" fmla="*/ 171 h 343"/>
                    <a:gd name="T22" fmla="*/ 78 w 401"/>
                    <a:gd name="T23" fmla="*/ 190 h 343"/>
                    <a:gd name="T24" fmla="*/ 58 w 401"/>
                    <a:gd name="T25" fmla="*/ 201 h 343"/>
                    <a:gd name="T26" fmla="*/ 52 w 401"/>
                    <a:gd name="T27" fmla="*/ 212 h 343"/>
                    <a:gd name="T28" fmla="*/ 60 w 401"/>
                    <a:gd name="T29" fmla="*/ 216 h 343"/>
                    <a:gd name="T30" fmla="*/ 45 w 401"/>
                    <a:gd name="T31" fmla="*/ 237 h 343"/>
                    <a:gd name="T32" fmla="*/ 41 w 401"/>
                    <a:gd name="T33" fmla="*/ 259 h 343"/>
                    <a:gd name="T34" fmla="*/ 32 w 401"/>
                    <a:gd name="T35" fmla="*/ 259 h 343"/>
                    <a:gd name="T36" fmla="*/ 31 w 401"/>
                    <a:gd name="T37" fmla="*/ 281 h 343"/>
                    <a:gd name="T38" fmla="*/ 18 w 401"/>
                    <a:gd name="T39" fmla="*/ 286 h 343"/>
                    <a:gd name="T40" fmla="*/ 1 w 401"/>
                    <a:gd name="T41" fmla="*/ 318 h 343"/>
                    <a:gd name="T42" fmla="*/ 0 w 401"/>
                    <a:gd name="T43" fmla="*/ 343 h 343"/>
                    <a:gd name="T44" fmla="*/ 186 w 401"/>
                    <a:gd name="T45" fmla="*/ 341 h 343"/>
                    <a:gd name="T46" fmla="*/ 187 w 401"/>
                    <a:gd name="T47" fmla="*/ 272 h 343"/>
                    <a:gd name="T48" fmla="*/ 189 w 401"/>
                    <a:gd name="T49" fmla="*/ 247 h 343"/>
                    <a:gd name="T50" fmla="*/ 208 w 401"/>
                    <a:gd name="T51" fmla="*/ 236 h 343"/>
                    <a:gd name="T52" fmla="*/ 235 w 401"/>
                    <a:gd name="T53" fmla="*/ 231 h 343"/>
                    <a:gd name="T54" fmla="*/ 238 w 401"/>
                    <a:gd name="T55" fmla="*/ 101 h 343"/>
                    <a:gd name="T56" fmla="*/ 243 w 401"/>
                    <a:gd name="T57" fmla="*/ 98 h 343"/>
                    <a:gd name="T58" fmla="*/ 243 w 401"/>
                    <a:gd name="T59" fmla="*/ 88 h 343"/>
                    <a:gd name="T60" fmla="*/ 391 w 401"/>
                    <a:gd name="T61" fmla="*/ 87 h 343"/>
                    <a:gd name="T62" fmla="*/ 392 w 401"/>
                    <a:gd name="T63" fmla="*/ 62 h 343"/>
                    <a:gd name="T64" fmla="*/ 397 w 401"/>
                    <a:gd name="T65" fmla="*/ 58 h 343"/>
                    <a:gd name="T66" fmla="*/ 401 w 401"/>
                    <a:gd name="T67" fmla="*/ 2 h 343"/>
                    <a:gd name="T68" fmla="*/ 364 w 401"/>
                    <a:gd name="T69" fmla="*/ 0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1" h="343">
                      <a:moveTo>
                        <a:pt x="364" y="0"/>
                      </a:moveTo>
                      <a:cubicBezTo>
                        <a:pt x="192" y="0"/>
                        <a:pt x="192" y="0"/>
                        <a:pt x="192" y="0"/>
                      </a:cubicBezTo>
                      <a:cubicBezTo>
                        <a:pt x="190" y="3"/>
                        <a:pt x="188" y="8"/>
                        <a:pt x="186" y="12"/>
                      </a:cubicBezTo>
                      <a:cubicBezTo>
                        <a:pt x="181" y="25"/>
                        <a:pt x="176" y="47"/>
                        <a:pt x="176" y="47"/>
                      </a:cubicBezTo>
                      <a:cubicBezTo>
                        <a:pt x="176" y="47"/>
                        <a:pt x="164" y="57"/>
                        <a:pt x="160" y="61"/>
                      </a:cubicBezTo>
                      <a:cubicBezTo>
                        <a:pt x="156" y="65"/>
                        <a:pt x="140" y="66"/>
                        <a:pt x="140" y="66"/>
                      </a:cubicBezTo>
                      <a:cubicBezTo>
                        <a:pt x="140" y="66"/>
                        <a:pt x="129" y="63"/>
                        <a:pt x="125" y="72"/>
                      </a:cubicBezTo>
                      <a:cubicBezTo>
                        <a:pt x="121" y="81"/>
                        <a:pt x="123" y="97"/>
                        <a:pt x="123" y="97"/>
                      </a:cubicBezTo>
                      <a:cubicBezTo>
                        <a:pt x="123" y="97"/>
                        <a:pt x="104" y="116"/>
                        <a:pt x="104" y="122"/>
                      </a:cubicBezTo>
                      <a:cubicBezTo>
                        <a:pt x="104" y="128"/>
                        <a:pt x="115" y="145"/>
                        <a:pt x="108" y="158"/>
                      </a:cubicBezTo>
                      <a:cubicBezTo>
                        <a:pt x="101" y="171"/>
                        <a:pt x="92" y="171"/>
                        <a:pt x="92" y="171"/>
                      </a:cubicBezTo>
                      <a:cubicBezTo>
                        <a:pt x="92" y="171"/>
                        <a:pt x="83" y="185"/>
                        <a:pt x="78" y="190"/>
                      </a:cubicBezTo>
                      <a:cubicBezTo>
                        <a:pt x="73" y="195"/>
                        <a:pt x="62" y="197"/>
                        <a:pt x="58" y="201"/>
                      </a:cubicBezTo>
                      <a:cubicBezTo>
                        <a:pt x="54" y="205"/>
                        <a:pt x="52" y="212"/>
                        <a:pt x="52" y="212"/>
                      </a:cubicBezTo>
                      <a:cubicBezTo>
                        <a:pt x="60" y="216"/>
                        <a:pt x="60" y="216"/>
                        <a:pt x="60" y="216"/>
                      </a:cubicBezTo>
                      <a:cubicBezTo>
                        <a:pt x="60" y="216"/>
                        <a:pt x="49" y="227"/>
                        <a:pt x="45" y="237"/>
                      </a:cubicBezTo>
                      <a:cubicBezTo>
                        <a:pt x="41" y="247"/>
                        <a:pt x="41" y="259"/>
                        <a:pt x="41" y="259"/>
                      </a:cubicBezTo>
                      <a:cubicBezTo>
                        <a:pt x="32" y="259"/>
                        <a:pt x="32" y="259"/>
                        <a:pt x="32" y="259"/>
                      </a:cubicBezTo>
                      <a:cubicBezTo>
                        <a:pt x="32" y="259"/>
                        <a:pt x="42" y="271"/>
                        <a:pt x="31" y="281"/>
                      </a:cubicBezTo>
                      <a:cubicBezTo>
                        <a:pt x="20" y="291"/>
                        <a:pt x="18" y="286"/>
                        <a:pt x="18" y="286"/>
                      </a:cubicBezTo>
                      <a:cubicBezTo>
                        <a:pt x="18" y="286"/>
                        <a:pt x="1" y="304"/>
                        <a:pt x="1" y="318"/>
                      </a:cubicBezTo>
                      <a:cubicBezTo>
                        <a:pt x="1" y="325"/>
                        <a:pt x="1" y="335"/>
                        <a:pt x="0" y="343"/>
                      </a:cubicBezTo>
                      <a:cubicBezTo>
                        <a:pt x="186" y="341"/>
                        <a:pt x="186" y="341"/>
                        <a:pt x="186" y="341"/>
                      </a:cubicBezTo>
                      <a:cubicBezTo>
                        <a:pt x="187" y="272"/>
                        <a:pt x="187" y="272"/>
                        <a:pt x="187" y="272"/>
                      </a:cubicBezTo>
                      <a:cubicBezTo>
                        <a:pt x="187" y="272"/>
                        <a:pt x="178" y="257"/>
                        <a:pt x="189" y="247"/>
                      </a:cubicBezTo>
                      <a:cubicBezTo>
                        <a:pt x="200" y="237"/>
                        <a:pt x="208" y="236"/>
                        <a:pt x="208" y="236"/>
                      </a:cubicBezTo>
                      <a:cubicBezTo>
                        <a:pt x="208" y="236"/>
                        <a:pt x="233" y="237"/>
                        <a:pt x="235" y="231"/>
                      </a:cubicBezTo>
                      <a:cubicBezTo>
                        <a:pt x="237" y="225"/>
                        <a:pt x="238" y="101"/>
                        <a:pt x="238" y="101"/>
                      </a:cubicBezTo>
                      <a:cubicBezTo>
                        <a:pt x="243" y="98"/>
                        <a:pt x="243" y="98"/>
                        <a:pt x="243" y="98"/>
                      </a:cubicBezTo>
                      <a:cubicBezTo>
                        <a:pt x="243" y="88"/>
                        <a:pt x="243" y="88"/>
                        <a:pt x="243" y="88"/>
                      </a:cubicBezTo>
                      <a:cubicBezTo>
                        <a:pt x="391" y="87"/>
                        <a:pt x="391" y="87"/>
                        <a:pt x="391" y="87"/>
                      </a:cubicBezTo>
                      <a:cubicBezTo>
                        <a:pt x="392" y="62"/>
                        <a:pt x="392" y="62"/>
                        <a:pt x="392" y="62"/>
                      </a:cubicBezTo>
                      <a:cubicBezTo>
                        <a:pt x="397" y="58"/>
                        <a:pt x="397" y="58"/>
                        <a:pt x="397" y="58"/>
                      </a:cubicBezTo>
                      <a:cubicBezTo>
                        <a:pt x="401" y="2"/>
                        <a:pt x="401" y="2"/>
                        <a:pt x="401" y="2"/>
                      </a:cubicBezTo>
                      <a:lnTo>
                        <a:pt x="364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5" name="Freeform 277"/>
                <p:cNvSpPr>
                  <a:spLocks/>
                </p:cNvSpPr>
                <p:nvPr/>
              </p:nvSpPr>
              <p:spPr bwMode="gray">
                <a:xfrm>
                  <a:off x="-8273" y="-11600"/>
                  <a:ext cx="295" cy="243"/>
                </a:xfrm>
                <a:custGeom>
                  <a:avLst/>
                  <a:gdLst>
                    <a:gd name="T0" fmla="*/ 85 w 125"/>
                    <a:gd name="T1" fmla="*/ 67 h 103"/>
                    <a:gd name="T2" fmla="*/ 102 w 125"/>
                    <a:gd name="T3" fmla="*/ 60 h 103"/>
                    <a:gd name="T4" fmla="*/ 124 w 125"/>
                    <a:gd name="T5" fmla="*/ 49 h 103"/>
                    <a:gd name="T6" fmla="*/ 108 w 125"/>
                    <a:gd name="T7" fmla="*/ 28 h 103"/>
                    <a:gd name="T8" fmla="*/ 124 w 125"/>
                    <a:gd name="T9" fmla="*/ 19 h 103"/>
                    <a:gd name="T10" fmla="*/ 123 w 125"/>
                    <a:gd name="T11" fmla="*/ 2 h 103"/>
                    <a:gd name="T12" fmla="*/ 56 w 125"/>
                    <a:gd name="T13" fmla="*/ 0 h 103"/>
                    <a:gd name="T14" fmla="*/ 39 w 125"/>
                    <a:gd name="T15" fmla="*/ 15 h 103"/>
                    <a:gd name="T16" fmla="*/ 12 w 125"/>
                    <a:gd name="T17" fmla="*/ 15 h 103"/>
                    <a:gd name="T18" fmla="*/ 4 w 125"/>
                    <a:gd name="T19" fmla="*/ 25 h 103"/>
                    <a:gd name="T20" fmla="*/ 0 w 125"/>
                    <a:gd name="T21" fmla="*/ 48 h 103"/>
                    <a:gd name="T22" fmla="*/ 15 w 125"/>
                    <a:gd name="T23" fmla="*/ 50 h 103"/>
                    <a:gd name="T24" fmla="*/ 46 w 125"/>
                    <a:gd name="T25" fmla="*/ 45 h 103"/>
                    <a:gd name="T26" fmla="*/ 63 w 125"/>
                    <a:gd name="T27" fmla="*/ 39 h 103"/>
                    <a:gd name="T28" fmla="*/ 63 w 125"/>
                    <a:gd name="T29" fmla="*/ 54 h 103"/>
                    <a:gd name="T30" fmla="*/ 37 w 125"/>
                    <a:gd name="T31" fmla="*/ 52 h 103"/>
                    <a:gd name="T32" fmla="*/ 42 w 125"/>
                    <a:gd name="T33" fmla="*/ 68 h 103"/>
                    <a:gd name="T34" fmla="*/ 63 w 125"/>
                    <a:gd name="T35" fmla="*/ 63 h 103"/>
                    <a:gd name="T36" fmla="*/ 39 w 125"/>
                    <a:gd name="T37" fmla="*/ 75 h 103"/>
                    <a:gd name="T38" fmla="*/ 58 w 125"/>
                    <a:gd name="T39" fmla="*/ 103 h 103"/>
                    <a:gd name="T40" fmla="*/ 63 w 125"/>
                    <a:gd name="T41" fmla="*/ 88 h 103"/>
                    <a:gd name="T42" fmla="*/ 72 w 125"/>
                    <a:gd name="T43" fmla="*/ 68 h 103"/>
                    <a:gd name="T44" fmla="*/ 85 w 125"/>
                    <a:gd name="T45" fmla="*/ 67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25" h="103">
                      <a:moveTo>
                        <a:pt x="85" y="67"/>
                      </a:moveTo>
                      <a:cubicBezTo>
                        <a:pt x="85" y="67"/>
                        <a:pt x="92" y="60"/>
                        <a:pt x="102" y="60"/>
                      </a:cubicBezTo>
                      <a:cubicBezTo>
                        <a:pt x="112" y="60"/>
                        <a:pt x="123" y="64"/>
                        <a:pt x="124" y="49"/>
                      </a:cubicBezTo>
                      <a:cubicBezTo>
                        <a:pt x="125" y="34"/>
                        <a:pt x="108" y="39"/>
                        <a:pt x="108" y="28"/>
                      </a:cubicBezTo>
                      <a:cubicBezTo>
                        <a:pt x="108" y="17"/>
                        <a:pt x="124" y="19"/>
                        <a:pt x="124" y="19"/>
                      </a:cubicBezTo>
                      <a:cubicBezTo>
                        <a:pt x="123" y="2"/>
                        <a:pt x="123" y="2"/>
                        <a:pt x="123" y="2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8"/>
                        <a:pt x="8" y="56"/>
                        <a:pt x="15" y="50"/>
                      </a:cubicBezTo>
                      <a:cubicBezTo>
                        <a:pt x="22" y="44"/>
                        <a:pt x="46" y="45"/>
                        <a:pt x="46" y="45"/>
                      </a:cubicBezTo>
                      <a:cubicBezTo>
                        <a:pt x="63" y="39"/>
                        <a:pt x="63" y="39"/>
                        <a:pt x="63" y="39"/>
                      </a:cubicBezTo>
                      <a:cubicBezTo>
                        <a:pt x="63" y="54"/>
                        <a:pt x="63" y="54"/>
                        <a:pt x="63" y="54"/>
                      </a:cubicBezTo>
                      <a:cubicBezTo>
                        <a:pt x="63" y="54"/>
                        <a:pt x="39" y="42"/>
                        <a:pt x="37" y="52"/>
                      </a:cubicBezTo>
                      <a:cubicBezTo>
                        <a:pt x="35" y="62"/>
                        <a:pt x="42" y="68"/>
                        <a:pt x="42" y="68"/>
                      </a:cubicBezTo>
                      <a:cubicBezTo>
                        <a:pt x="63" y="63"/>
                        <a:pt x="63" y="63"/>
                        <a:pt x="63" y="63"/>
                      </a:cubicBezTo>
                      <a:cubicBezTo>
                        <a:pt x="39" y="75"/>
                        <a:pt x="39" y="75"/>
                        <a:pt x="39" y="75"/>
                      </a:cubicBezTo>
                      <a:cubicBezTo>
                        <a:pt x="58" y="103"/>
                        <a:pt x="58" y="103"/>
                        <a:pt x="58" y="103"/>
                      </a:cubicBezTo>
                      <a:cubicBezTo>
                        <a:pt x="63" y="88"/>
                        <a:pt x="63" y="88"/>
                        <a:pt x="63" y="88"/>
                      </a:cubicBezTo>
                      <a:cubicBezTo>
                        <a:pt x="72" y="68"/>
                        <a:pt x="72" y="68"/>
                        <a:pt x="72" y="68"/>
                      </a:cubicBezTo>
                      <a:lnTo>
                        <a:pt x="85" y="6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6" name="Freeform 278"/>
                <p:cNvSpPr>
                  <a:spLocks/>
                </p:cNvSpPr>
                <p:nvPr/>
              </p:nvSpPr>
              <p:spPr bwMode="gray">
                <a:xfrm>
                  <a:off x="-8323" y="-11742"/>
                  <a:ext cx="364" cy="92"/>
                </a:xfrm>
                <a:custGeom>
                  <a:avLst/>
                  <a:gdLst>
                    <a:gd name="T0" fmla="*/ 11 w 154"/>
                    <a:gd name="T1" fmla="*/ 15 h 39"/>
                    <a:gd name="T2" fmla="*/ 0 w 154"/>
                    <a:gd name="T3" fmla="*/ 37 h 39"/>
                    <a:gd name="T4" fmla="*/ 0 w 154"/>
                    <a:gd name="T5" fmla="*/ 39 h 39"/>
                    <a:gd name="T6" fmla="*/ 43 w 154"/>
                    <a:gd name="T7" fmla="*/ 39 h 39"/>
                    <a:gd name="T8" fmla="*/ 47 w 154"/>
                    <a:gd name="T9" fmla="*/ 30 h 39"/>
                    <a:gd name="T10" fmla="*/ 72 w 154"/>
                    <a:gd name="T11" fmla="*/ 27 h 39"/>
                    <a:gd name="T12" fmla="*/ 84 w 154"/>
                    <a:gd name="T13" fmla="*/ 15 h 39"/>
                    <a:gd name="T14" fmla="*/ 118 w 154"/>
                    <a:gd name="T15" fmla="*/ 34 h 39"/>
                    <a:gd name="T16" fmla="*/ 137 w 154"/>
                    <a:gd name="T17" fmla="*/ 15 h 39"/>
                    <a:gd name="T18" fmla="*/ 116 w 154"/>
                    <a:gd name="T19" fmla="*/ 20 h 39"/>
                    <a:gd name="T20" fmla="*/ 103 w 154"/>
                    <a:gd name="T21" fmla="*/ 8 h 39"/>
                    <a:gd name="T22" fmla="*/ 95 w 154"/>
                    <a:gd name="T23" fmla="*/ 10 h 39"/>
                    <a:gd name="T24" fmla="*/ 84 w 154"/>
                    <a:gd name="T25" fmla="*/ 2 h 39"/>
                    <a:gd name="T26" fmla="*/ 59 w 154"/>
                    <a:gd name="T27" fmla="*/ 3 h 39"/>
                    <a:gd name="T28" fmla="*/ 59 w 154"/>
                    <a:gd name="T29" fmla="*/ 13 h 39"/>
                    <a:gd name="T30" fmla="*/ 9 w 154"/>
                    <a:gd name="T31" fmla="*/ 13 h 39"/>
                    <a:gd name="T32" fmla="*/ 11 w 154"/>
                    <a:gd name="T33" fmla="*/ 1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4" h="39">
                      <a:moveTo>
                        <a:pt x="11" y="15"/>
                      </a:moveTo>
                      <a:cubicBezTo>
                        <a:pt x="11" y="15"/>
                        <a:pt x="1" y="30"/>
                        <a:pt x="0" y="37"/>
                      </a:cubicBezTo>
                      <a:cubicBezTo>
                        <a:pt x="0" y="38"/>
                        <a:pt x="0" y="38"/>
                        <a:pt x="0" y="39"/>
                      </a:cubicBezTo>
                      <a:cubicBezTo>
                        <a:pt x="11" y="39"/>
                        <a:pt x="41" y="39"/>
                        <a:pt x="43" y="39"/>
                      </a:cubicBezTo>
                      <a:cubicBezTo>
                        <a:pt x="46" y="39"/>
                        <a:pt x="47" y="30"/>
                        <a:pt x="47" y="30"/>
                      </a:cubicBezTo>
                      <a:cubicBezTo>
                        <a:pt x="47" y="30"/>
                        <a:pt x="66" y="28"/>
                        <a:pt x="72" y="27"/>
                      </a:cubicBezTo>
                      <a:cubicBezTo>
                        <a:pt x="78" y="26"/>
                        <a:pt x="84" y="15"/>
                        <a:pt x="84" y="15"/>
                      </a:cubicBezTo>
                      <a:cubicBezTo>
                        <a:pt x="84" y="15"/>
                        <a:pt x="100" y="34"/>
                        <a:pt x="118" y="34"/>
                      </a:cubicBezTo>
                      <a:cubicBezTo>
                        <a:pt x="136" y="34"/>
                        <a:pt x="154" y="19"/>
                        <a:pt x="137" y="15"/>
                      </a:cubicBezTo>
                      <a:cubicBezTo>
                        <a:pt x="120" y="11"/>
                        <a:pt x="121" y="21"/>
                        <a:pt x="116" y="20"/>
                      </a:cubicBezTo>
                      <a:cubicBezTo>
                        <a:pt x="111" y="19"/>
                        <a:pt x="103" y="8"/>
                        <a:pt x="103" y="8"/>
                      </a:cubicBezTo>
                      <a:cubicBezTo>
                        <a:pt x="95" y="10"/>
                        <a:pt x="95" y="10"/>
                        <a:pt x="95" y="10"/>
                      </a:cubicBezTo>
                      <a:cubicBezTo>
                        <a:pt x="95" y="10"/>
                        <a:pt x="97" y="0"/>
                        <a:pt x="84" y="2"/>
                      </a:cubicBezTo>
                      <a:cubicBezTo>
                        <a:pt x="71" y="4"/>
                        <a:pt x="59" y="3"/>
                        <a:pt x="59" y="3"/>
                      </a:cubicBezTo>
                      <a:cubicBezTo>
                        <a:pt x="59" y="13"/>
                        <a:pt x="59" y="13"/>
                        <a:pt x="5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4"/>
                        <a:pt x="11" y="15"/>
                        <a:pt x="11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7" name="Freeform 279"/>
                <p:cNvSpPr>
                  <a:spLocks/>
                </p:cNvSpPr>
                <p:nvPr/>
              </p:nvSpPr>
              <p:spPr bwMode="gray">
                <a:xfrm>
                  <a:off x="-7775" y="-11090"/>
                  <a:ext cx="489" cy="558"/>
                </a:xfrm>
                <a:custGeom>
                  <a:avLst/>
                  <a:gdLst>
                    <a:gd name="T0" fmla="*/ 207 w 207"/>
                    <a:gd name="T1" fmla="*/ 175 h 236"/>
                    <a:gd name="T2" fmla="*/ 186 w 207"/>
                    <a:gd name="T3" fmla="*/ 146 h 236"/>
                    <a:gd name="T4" fmla="*/ 185 w 207"/>
                    <a:gd name="T5" fmla="*/ 129 h 236"/>
                    <a:gd name="T6" fmla="*/ 161 w 207"/>
                    <a:gd name="T7" fmla="*/ 133 h 236"/>
                    <a:gd name="T8" fmla="*/ 161 w 207"/>
                    <a:gd name="T9" fmla="*/ 123 h 236"/>
                    <a:gd name="T10" fmla="*/ 148 w 207"/>
                    <a:gd name="T11" fmla="*/ 121 h 236"/>
                    <a:gd name="T12" fmla="*/ 162 w 207"/>
                    <a:gd name="T13" fmla="*/ 89 h 236"/>
                    <a:gd name="T14" fmla="*/ 149 w 207"/>
                    <a:gd name="T15" fmla="*/ 55 h 236"/>
                    <a:gd name="T16" fmla="*/ 145 w 207"/>
                    <a:gd name="T17" fmla="*/ 56 h 236"/>
                    <a:gd name="T18" fmla="*/ 129 w 207"/>
                    <a:gd name="T19" fmla="*/ 82 h 236"/>
                    <a:gd name="T20" fmla="*/ 117 w 207"/>
                    <a:gd name="T21" fmla="*/ 72 h 236"/>
                    <a:gd name="T22" fmla="*/ 109 w 207"/>
                    <a:gd name="T23" fmla="*/ 72 h 236"/>
                    <a:gd name="T24" fmla="*/ 99 w 207"/>
                    <a:gd name="T25" fmla="*/ 13 h 236"/>
                    <a:gd name="T26" fmla="*/ 83 w 207"/>
                    <a:gd name="T27" fmla="*/ 18 h 236"/>
                    <a:gd name="T28" fmla="*/ 67 w 207"/>
                    <a:gd name="T29" fmla="*/ 14 h 236"/>
                    <a:gd name="T30" fmla="*/ 69 w 207"/>
                    <a:gd name="T31" fmla="*/ 31 h 236"/>
                    <a:gd name="T32" fmla="*/ 55 w 207"/>
                    <a:gd name="T33" fmla="*/ 34 h 236"/>
                    <a:gd name="T34" fmla="*/ 55 w 207"/>
                    <a:gd name="T35" fmla="*/ 48 h 236"/>
                    <a:gd name="T36" fmla="*/ 16 w 207"/>
                    <a:gd name="T37" fmla="*/ 82 h 236"/>
                    <a:gd name="T38" fmla="*/ 14 w 207"/>
                    <a:gd name="T39" fmla="*/ 105 h 236"/>
                    <a:gd name="T40" fmla="*/ 0 w 207"/>
                    <a:gd name="T41" fmla="*/ 89 h 236"/>
                    <a:gd name="T42" fmla="*/ 0 w 207"/>
                    <a:gd name="T43" fmla="*/ 89 h 236"/>
                    <a:gd name="T44" fmla="*/ 23 w 207"/>
                    <a:gd name="T45" fmla="*/ 115 h 236"/>
                    <a:gd name="T46" fmla="*/ 40 w 207"/>
                    <a:gd name="T47" fmla="*/ 117 h 236"/>
                    <a:gd name="T48" fmla="*/ 48 w 207"/>
                    <a:gd name="T49" fmla="*/ 135 h 236"/>
                    <a:gd name="T50" fmla="*/ 70 w 207"/>
                    <a:gd name="T51" fmla="*/ 139 h 236"/>
                    <a:gd name="T52" fmla="*/ 105 w 207"/>
                    <a:gd name="T53" fmla="*/ 187 h 236"/>
                    <a:gd name="T54" fmla="*/ 156 w 207"/>
                    <a:gd name="T55" fmla="*/ 213 h 236"/>
                    <a:gd name="T56" fmla="*/ 195 w 207"/>
                    <a:gd name="T57" fmla="*/ 236 h 236"/>
                    <a:gd name="T58" fmla="*/ 198 w 207"/>
                    <a:gd name="T59" fmla="*/ 236 h 236"/>
                    <a:gd name="T60" fmla="*/ 197 w 207"/>
                    <a:gd name="T61" fmla="*/ 209 h 236"/>
                    <a:gd name="T62" fmla="*/ 207 w 207"/>
                    <a:gd name="T63" fmla="*/ 175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07" h="236">
                      <a:moveTo>
                        <a:pt x="207" y="175"/>
                      </a:moveTo>
                      <a:cubicBezTo>
                        <a:pt x="207" y="162"/>
                        <a:pt x="186" y="146"/>
                        <a:pt x="186" y="146"/>
                      </a:cubicBezTo>
                      <a:cubicBezTo>
                        <a:pt x="185" y="129"/>
                        <a:pt x="185" y="129"/>
                        <a:pt x="185" y="129"/>
                      </a:cubicBezTo>
                      <a:cubicBezTo>
                        <a:pt x="161" y="133"/>
                        <a:pt x="161" y="133"/>
                        <a:pt x="161" y="133"/>
                      </a:cubicBezTo>
                      <a:cubicBezTo>
                        <a:pt x="161" y="123"/>
                        <a:pt x="161" y="123"/>
                        <a:pt x="161" y="123"/>
                      </a:cubicBezTo>
                      <a:cubicBezTo>
                        <a:pt x="161" y="123"/>
                        <a:pt x="149" y="124"/>
                        <a:pt x="148" y="121"/>
                      </a:cubicBezTo>
                      <a:cubicBezTo>
                        <a:pt x="147" y="118"/>
                        <a:pt x="162" y="104"/>
                        <a:pt x="162" y="89"/>
                      </a:cubicBezTo>
                      <a:cubicBezTo>
                        <a:pt x="162" y="79"/>
                        <a:pt x="154" y="64"/>
                        <a:pt x="149" y="55"/>
                      </a:cubicBezTo>
                      <a:cubicBezTo>
                        <a:pt x="147" y="55"/>
                        <a:pt x="146" y="55"/>
                        <a:pt x="145" y="56"/>
                      </a:cubicBezTo>
                      <a:cubicBezTo>
                        <a:pt x="140" y="60"/>
                        <a:pt x="140" y="82"/>
                        <a:pt x="129" y="82"/>
                      </a:cubicBezTo>
                      <a:cubicBezTo>
                        <a:pt x="118" y="82"/>
                        <a:pt x="117" y="72"/>
                        <a:pt x="117" y="72"/>
                      </a:cubicBezTo>
                      <a:cubicBezTo>
                        <a:pt x="109" y="72"/>
                        <a:pt x="109" y="72"/>
                        <a:pt x="109" y="72"/>
                      </a:cubicBezTo>
                      <a:cubicBezTo>
                        <a:pt x="109" y="72"/>
                        <a:pt x="118" y="26"/>
                        <a:pt x="99" y="13"/>
                      </a:cubicBezTo>
                      <a:cubicBezTo>
                        <a:pt x="80" y="0"/>
                        <a:pt x="83" y="18"/>
                        <a:pt x="83" y="18"/>
                      </a:cubicBezTo>
                      <a:cubicBezTo>
                        <a:pt x="67" y="14"/>
                        <a:pt x="67" y="14"/>
                        <a:pt x="67" y="14"/>
                      </a:cubicBezTo>
                      <a:cubicBezTo>
                        <a:pt x="69" y="31"/>
                        <a:pt x="69" y="31"/>
                        <a:pt x="69" y="31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9" y="38"/>
                        <a:pt x="55" y="48"/>
                      </a:cubicBezTo>
                      <a:cubicBezTo>
                        <a:pt x="51" y="58"/>
                        <a:pt x="17" y="75"/>
                        <a:pt x="16" y="82"/>
                      </a:cubicBezTo>
                      <a:cubicBezTo>
                        <a:pt x="15" y="86"/>
                        <a:pt x="15" y="97"/>
                        <a:pt x="14" y="105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23" y="115"/>
                        <a:pt x="23" y="115"/>
                        <a:pt x="23" y="115"/>
                      </a:cubicBezTo>
                      <a:cubicBezTo>
                        <a:pt x="40" y="117"/>
                        <a:pt x="40" y="117"/>
                        <a:pt x="40" y="117"/>
                      </a:cubicBezTo>
                      <a:cubicBezTo>
                        <a:pt x="48" y="135"/>
                        <a:pt x="48" y="135"/>
                        <a:pt x="48" y="135"/>
                      </a:cubicBezTo>
                      <a:cubicBezTo>
                        <a:pt x="48" y="135"/>
                        <a:pt x="66" y="131"/>
                        <a:pt x="70" y="139"/>
                      </a:cubicBezTo>
                      <a:cubicBezTo>
                        <a:pt x="74" y="147"/>
                        <a:pt x="89" y="173"/>
                        <a:pt x="105" y="187"/>
                      </a:cubicBezTo>
                      <a:cubicBezTo>
                        <a:pt x="121" y="201"/>
                        <a:pt x="149" y="208"/>
                        <a:pt x="156" y="213"/>
                      </a:cubicBezTo>
                      <a:cubicBezTo>
                        <a:pt x="163" y="218"/>
                        <a:pt x="180" y="236"/>
                        <a:pt x="195" y="236"/>
                      </a:cubicBezTo>
                      <a:cubicBezTo>
                        <a:pt x="196" y="236"/>
                        <a:pt x="197" y="236"/>
                        <a:pt x="198" y="236"/>
                      </a:cubicBezTo>
                      <a:cubicBezTo>
                        <a:pt x="197" y="209"/>
                        <a:pt x="197" y="209"/>
                        <a:pt x="197" y="209"/>
                      </a:cubicBezTo>
                      <a:cubicBezTo>
                        <a:pt x="197" y="209"/>
                        <a:pt x="207" y="188"/>
                        <a:pt x="207" y="17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8" name="Freeform 280"/>
                <p:cNvSpPr>
                  <a:spLocks/>
                </p:cNvSpPr>
                <p:nvPr/>
              </p:nvSpPr>
              <p:spPr bwMode="gray">
                <a:xfrm>
                  <a:off x="-7942" y="-11265"/>
                  <a:ext cx="330" cy="423"/>
                </a:xfrm>
                <a:custGeom>
                  <a:avLst/>
                  <a:gdLst>
                    <a:gd name="T0" fmla="*/ 126 w 140"/>
                    <a:gd name="T1" fmla="*/ 122 h 179"/>
                    <a:gd name="T2" fmla="*/ 126 w 140"/>
                    <a:gd name="T3" fmla="*/ 108 h 179"/>
                    <a:gd name="T4" fmla="*/ 140 w 140"/>
                    <a:gd name="T5" fmla="*/ 105 h 179"/>
                    <a:gd name="T6" fmla="*/ 138 w 140"/>
                    <a:gd name="T7" fmla="*/ 88 h 179"/>
                    <a:gd name="T8" fmla="*/ 119 w 140"/>
                    <a:gd name="T9" fmla="*/ 99 h 179"/>
                    <a:gd name="T10" fmla="*/ 120 w 140"/>
                    <a:gd name="T11" fmla="*/ 86 h 179"/>
                    <a:gd name="T12" fmla="*/ 131 w 140"/>
                    <a:gd name="T13" fmla="*/ 70 h 179"/>
                    <a:gd name="T14" fmla="*/ 120 w 140"/>
                    <a:gd name="T15" fmla="*/ 50 h 179"/>
                    <a:gd name="T16" fmla="*/ 123 w 140"/>
                    <a:gd name="T17" fmla="*/ 41 h 179"/>
                    <a:gd name="T18" fmla="*/ 95 w 140"/>
                    <a:gd name="T19" fmla="*/ 0 h 179"/>
                    <a:gd name="T20" fmla="*/ 69 w 140"/>
                    <a:gd name="T21" fmla="*/ 0 h 179"/>
                    <a:gd name="T22" fmla="*/ 65 w 140"/>
                    <a:gd name="T23" fmla="*/ 12 h 179"/>
                    <a:gd name="T24" fmla="*/ 40 w 140"/>
                    <a:gd name="T25" fmla="*/ 12 h 179"/>
                    <a:gd name="T26" fmla="*/ 9 w 140"/>
                    <a:gd name="T27" fmla="*/ 54 h 179"/>
                    <a:gd name="T28" fmla="*/ 0 w 140"/>
                    <a:gd name="T29" fmla="*/ 59 h 179"/>
                    <a:gd name="T30" fmla="*/ 9 w 140"/>
                    <a:gd name="T31" fmla="*/ 66 h 179"/>
                    <a:gd name="T32" fmla="*/ 1 w 140"/>
                    <a:gd name="T33" fmla="*/ 84 h 179"/>
                    <a:gd name="T34" fmla="*/ 16 w 140"/>
                    <a:gd name="T35" fmla="*/ 103 h 179"/>
                    <a:gd name="T36" fmla="*/ 15 w 140"/>
                    <a:gd name="T37" fmla="*/ 121 h 179"/>
                    <a:gd name="T38" fmla="*/ 29 w 140"/>
                    <a:gd name="T39" fmla="*/ 132 h 179"/>
                    <a:gd name="T40" fmla="*/ 37 w 140"/>
                    <a:gd name="T41" fmla="*/ 148 h 179"/>
                    <a:gd name="T42" fmla="*/ 65 w 140"/>
                    <a:gd name="T43" fmla="*/ 157 h 179"/>
                    <a:gd name="T44" fmla="*/ 85 w 140"/>
                    <a:gd name="T45" fmla="*/ 179 h 179"/>
                    <a:gd name="T46" fmla="*/ 87 w 140"/>
                    <a:gd name="T47" fmla="*/ 156 h 179"/>
                    <a:gd name="T48" fmla="*/ 126 w 140"/>
                    <a:gd name="T49" fmla="*/ 122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0" h="179">
                      <a:moveTo>
                        <a:pt x="126" y="122"/>
                      </a:moveTo>
                      <a:cubicBezTo>
                        <a:pt x="130" y="112"/>
                        <a:pt x="126" y="108"/>
                        <a:pt x="126" y="108"/>
                      </a:cubicBezTo>
                      <a:cubicBezTo>
                        <a:pt x="140" y="105"/>
                        <a:pt x="140" y="105"/>
                        <a:pt x="140" y="105"/>
                      </a:cubicBezTo>
                      <a:cubicBezTo>
                        <a:pt x="138" y="88"/>
                        <a:pt x="138" y="88"/>
                        <a:pt x="138" y="88"/>
                      </a:cubicBezTo>
                      <a:cubicBezTo>
                        <a:pt x="119" y="99"/>
                        <a:pt x="119" y="99"/>
                        <a:pt x="119" y="99"/>
                      </a:cubicBezTo>
                      <a:cubicBezTo>
                        <a:pt x="120" y="86"/>
                        <a:pt x="120" y="86"/>
                        <a:pt x="120" y="86"/>
                      </a:cubicBezTo>
                      <a:cubicBezTo>
                        <a:pt x="120" y="86"/>
                        <a:pt x="131" y="78"/>
                        <a:pt x="131" y="70"/>
                      </a:cubicBezTo>
                      <a:cubicBezTo>
                        <a:pt x="131" y="62"/>
                        <a:pt x="120" y="50"/>
                        <a:pt x="120" y="50"/>
                      </a:cubicBezTo>
                      <a:cubicBezTo>
                        <a:pt x="123" y="41"/>
                        <a:pt x="123" y="41"/>
                        <a:pt x="123" y="41"/>
                      </a:cubicBezTo>
                      <a:cubicBezTo>
                        <a:pt x="95" y="0"/>
                        <a:pt x="95" y="0"/>
                        <a:pt x="95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5" y="12"/>
                        <a:pt x="65" y="12"/>
                        <a:pt x="65" y="12"/>
                      </a:cubicBez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40" y="12"/>
                        <a:pt x="21" y="54"/>
                        <a:pt x="9" y="54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9" y="66"/>
                        <a:pt x="1" y="75"/>
                        <a:pt x="1" y="84"/>
                      </a:cubicBezTo>
                      <a:cubicBezTo>
                        <a:pt x="1" y="93"/>
                        <a:pt x="16" y="103"/>
                        <a:pt x="16" y="103"/>
                      </a:cubicBezTo>
                      <a:cubicBezTo>
                        <a:pt x="15" y="121"/>
                        <a:pt x="15" y="121"/>
                        <a:pt x="15" y="121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8" y="139"/>
                        <a:pt x="37" y="148"/>
                      </a:cubicBezTo>
                      <a:cubicBezTo>
                        <a:pt x="46" y="157"/>
                        <a:pt x="65" y="157"/>
                        <a:pt x="65" y="157"/>
                      </a:cubicBezTo>
                      <a:cubicBezTo>
                        <a:pt x="85" y="179"/>
                        <a:pt x="85" y="179"/>
                        <a:pt x="85" y="179"/>
                      </a:cubicBezTo>
                      <a:cubicBezTo>
                        <a:pt x="86" y="171"/>
                        <a:pt x="86" y="160"/>
                        <a:pt x="87" y="156"/>
                      </a:cubicBezTo>
                      <a:cubicBezTo>
                        <a:pt x="88" y="149"/>
                        <a:pt x="122" y="132"/>
                        <a:pt x="126" y="1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99" name="Freeform 281"/>
                <p:cNvSpPr>
                  <a:spLocks/>
                </p:cNvSpPr>
                <p:nvPr/>
              </p:nvSpPr>
              <p:spPr bwMode="gray">
                <a:xfrm>
                  <a:off x="-3511" y="-6361"/>
                  <a:ext cx="262" cy="270"/>
                </a:xfrm>
                <a:custGeom>
                  <a:avLst/>
                  <a:gdLst>
                    <a:gd name="T0" fmla="*/ 0 w 111"/>
                    <a:gd name="T1" fmla="*/ 58 h 114"/>
                    <a:gd name="T2" fmla="*/ 17 w 111"/>
                    <a:gd name="T3" fmla="*/ 83 h 114"/>
                    <a:gd name="T4" fmla="*/ 17 w 111"/>
                    <a:gd name="T5" fmla="*/ 94 h 114"/>
                    <a:gd name="T6" fmla="*/ 35 w 111"/>
                    <a:gd name="T7" fmla="*/ 114 h 114"/>
                    <a:gd name="T8" fmla="*/ 50 w 111"/>
                    <a:gd name="T9" fmla="*/ 113 h 114"/>
                    <a:gd name="T10" fmla="*/ 61 w 111"/>
                    <a:gd name="T11" fmla="*/ 89 h 114"/>
                    <a:gd name="T12" fmla="*/ 82 w 111"/>
                    <a:gd name="T13" fmla="*/ 85 h 114"/>
                    <a:gd name="T14" fmla="*/ 99 w 111"/>
                    <a:gd name="T15" fmla="*/ 75 h 114"/>
                    <a:gd name="T16" fmla="*/ 96 w 111"/>
                    <a:gd name="T17" fmla="*/ 63 h 114"/>
                    <a:gd name="T18" fmla="*/ 111 w 111"/>
                    <a:gd name="T19" fmla="*/ 50 h 114"/>
                    <a:gd name="T20" fmla="*/ 110 w 111"/>
                    <a:gd name="T21" fmla="*/ 34 h 114"/>
                    <a:gd name="T22" fmla="*/ 100 w 111"/>
                    <a:gd name="T23" fmla="*/ 31 h 114"/>
                    <a:gd name="T24" fmla="*/ 83 w 111"/>
                    <a:gd name="T25" fmla="*/ 6 h 114"/>
                    <a:gd name="T26" fmla="*/ 62 w 111"/>
                    <a:gd name="T27" fmla="*/ 5 h 114"/>
                    <a:gd name="T28" fmla="*/ 54 w 111"/>
                    <a:gd name="T29" fmla="*/ 8 h 114"/>
                    <a:gd name="T30" fmla="*/ 53 w 111"/>
                    <a:gd name="T31" fmla="*/ 18 h 114"/>
                    <a:gd name="T32" fmla="*/ 38 w 111"/>
                    <a:gd name="T33" fmla="*/ 19 h 114"/>
                    <a:gd name="T34" fmla="*/ 31 w 111"/>
                    <a:gd name="T35" fmla="*/ 33 h 114"/>
                    <a:gd name="T36" fmla="*/ 19 w 111"/>
                    <a:gd name="T37" fmla="*/ 46 h 114"/>
                    <a:gd name="T38" fmla="*/ 17 w 111"/>
                    <a:gd name="T39" fmla="*/ 56 h 114"/>
                    <a:gd name="T40" fmla="*/ 0 w 111"/>
                    <a:gd name="T41" fmla="*/ 5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11" h="114">
                      <a:moveTo>
                        <a:pt x="0" y="58"/>
                      </a:moveTo>
                      <a:cubicBezTo>
                        <a:pt x="17" y="83"/>
                        <a:pt x="17" y="83"/>
                        <a:pt x="17" y="83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35" y="114"/>
                        <a:pt x="35" y="114"/>
                        <a:pt x="35" y="114"/>
                      </a:cubicBezTo>
                      <a:cubicBezTo>
                        <a:pt x="50" y="113"/>
                        <a:pt x="50" y="113"/>
                        <a:pt x="50" y="113"/>
                      </a:cubicBezTo>
                      <a:cubicBezTo>
                        <a:pt x="50" y="113"/>
                        <a:pt x="51" y="93"/>
                        <a:pt x="61" y="89"/>
                      </a:cubicBezTo>
                      <a:cubicBezTo>
                        <a:pt x="71" y="85"/>
                        <a:pt x="74" y="87"/>
                        <a:pt x="82" y="85"/>
                      </a:cubicBezTo>
                      <a:cubicBezTo>
                        <a:pt x="90" y="83"/>
                        <a:pt x="99" y="75"/>
                        <a:pt x="99" y="75"/>
                      </a:cubicBezTo>
                      <a:cubicBezTo>
                        <a:pt x="96" y="63"/>
                        <a:pt x="96" y="63"/>
                        <a:pt x="96" y="63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0" y="34"/>
                        <a:pt x="110" y="34"/>
                        <a:pt x="110" y="34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88" y="12"/>
                        <a:pt x="83" y="6"/>
                      </a:cubicBezTo>
                      <a:cubicBezTo>
                        <a:pt x="78" y="0"/>
                        <a:pt x="62" y="5"/>
                        <a:pt x="62" y="5"/>
                      </a:cubicBezTo>
                      <a:cubicBezTo>
                        <a:pt x="54" y="8"/>
                        <a:pt x="54" y="8"/>
                        <a:pt x="54" y="8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cubicBezTo>
                        <a:pt x="53" y="18"/>
                        <a:pt x="43" y="15"/>
                        <a:pt x="38" y="19"/>
                      </a:cubicBezTo>
                      <a:cubicBezTo>
                        <a:pt x="33" y="23"/>
                        <a:pt x="31" y="33"/>
                        <a:pt x="31" y="33"/>
                      </a:cubicBezTo>
                      <a:cubicBezTo>
                        <a:pt x="19" y="46"/>
                        <a:pt x="19" y="46"/>
                        <a:pt x="19" y="46"/>
                      </a:cubicBezTo>
                      <a:cubicBezTo>
                        <a:pt x="17" y="56"/>
                        <a:pt x="17" y="56"/>
                        <a:pt x="17" y="56"/>
                      </a:cubicBezTo>
                      <a:lnTo>
                        <a:pt x="0" y="5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0" name="Freeform 282"/>
                <p:cNvSpPr>
                  <a:spLocks/>
                </p:cNvSpPr>
                <p:nvPr/>
              </p:nvSpPr>
              <p:spPr bwMode="gray">
                <a:xfrm>
                  <a:off x="-5488" y="-10284"/>
                  <a:ext cx="664" cy="800"/>
                </a:xfrm>
                <a:custGeom>
                  <a:avLst/>
                  <a:gdLst>
                    <a:gd name="T0" fmla="*/ 261 w 281"/>
                    <a:gd name="T1" fmla="*/ 153 h 339"/>
                    <a:gd name="T2" fmla="*/ 244 w 281"/>
                    <a:gd name="T3" fmla="*/ 140 h 339"/>
                    <a:gd name="T4" fmla="*/ 254 w 281"/>
                    <a:gd name="T5" fmla="*/ 100 h 339"/>
                    <a:gd name="T6" fmla="*/ 273 w 281"/>
                    <a:gd name="T7" fmla="*/ 74 h 339"/>
                    <a:gd name="T8" fmla="*/ 263 w 281"/>
                    <a:gd name="T9" fmla="*/ 56 h 339"/>
                    <a:gd name="T10" fmla="*/ 229 w 281"/>
                    <a:gd name="T11" fmla="*/ 62 h 339"/>
                    <a:gd name="T12" fmla="*/ 210 w 281"/>
                    <a:gd name="T13" fmla="*/ 36 h 339"/>
                    <a:gd name="T14" fmla="*/ 220 w 281"/>
                    <a:gd name="T15" fmla="*/ 4 h 339"/>
                    <a:gd name="T16" fmla="*/ 177 w 281"/>
                    <a:gd name="T17" fmla="*/ 1 h 339"/>
                    <a:gd name="T18" fmla="*/ 147 w 281"/>
                    <a:gd name="T19" fmla="*/ 9 h 339"/>
                    <a:gd name="T20" fmla="*/ 125 w 281"/>
                    <a:gd name="T21" fmla="*/ 10 h 339"/>
                    <a:gd name="T22" fmla="*/ 128 w 281"/>
                    <a:gd name="T23" fmla="*/ 37 h 339"/>
                    <a:gd name="T24" fmla="*/ 56 w 281"/>
                    <a:gd name="T25" fmla="*/ 75 h 339"/>
                    <a:gd name="T26" fmla="*/ 46 w 281"/>
                    <a:gd name="T27" fmla="*/ 71 h 339"/>
                    <a:gd name="T28" fmla="*/ 40 w 281"/>
                    <a:gd name="T29" fmla="*/ 77 h 339"/>
                    <a:gd name="T30" fmla="*/ 30 w 281"/>
                    <a:gd name="T31" fmla="*/ 107 h 339"/>
                    <a:gd name="T32" fmla="*/ 0 w 281"/>
                    <a:gd name="T33" fmla="*/ 166 h 339"/>
                    <a:gd name="T34" fmla="*/ 28 w 281"/>
                    <a:gd name="T35" fmla="*/ 195 h 339"/>
                    <a:gd name="T36" fmla="*/ 27 w 281"/>
                    <a:gd name="T37" fmla="*/ 228 h 339"/>
                    <a:gd name="T38" fmla="*/ 46 w 281"/>
                    <a:gd name="T39" fmla="*/ 259 h 339"/>
                    <a:gd name="T40" fmla="*/ 61 w 281"/>
                    <a:gd name="T41" fmla="*/ 271 h 339"/>
                    <a:gd name="T42" fmla="*/ 91 w 281"/>
                    <a:gd name="T43" fmla="*/ 311 h 339"/>
                    <a:gd name="T44" fmla="*/ 114 w 281"/>
                    <a:gd name="T45" fmla="*/ 339 h 339"/>
                    <a:gd name="T46" fmla="*/ 133 w 281"/>
                    <a:gd name="T47" fmla="*/ 317 h 339"/>
                    <a:gd name="T48" fmla="*/ 152 w 281"/>
                    <a:gd name="T49" fmla="*/ 304 h 339"/>
                    <a:gd name="T50" fmla="*/ 149 w 281"/>
                    <a:gd name="T51" fmla="*/ 287 h 339"/>
                    <a:gd name="T52" fmla="*/ 139 w 281"/>
                    <a:gd name="T53" fmla="*/ 274 h 339"/>
                    <a:gd name="T54" fmla="*/ 172 w 281"/>
                    <a:gd name="T55" fmla="*/ 257 h 339"/>
                    <a:gd name="T56" fmla="*/ 178 w 281"/>
                    <a:gd name="T57" fmla="*/ 225 h 339"/>
                    <a:gd name="T58" fmla="*/ 204 w 281"/>
                    <a:gd name="T59" fmla="*/ 255 h 339"/>
                    <a:gd name="T60" fmla="*/ 241 w 281"/>
                    <a:gd name="T61" fmla="*/ 239 h 339"/>
                    <a:gd name="T62" fmla="*/ 260 w 281"/>
                    <a:gd name="T63" fmla="*/ 244 h 339"/>
                    <a:gd name="T64" fmla="*/ 269 w 281"/>
                    <a:gd name="T65" fmla="*/ 212 h 339"/>
                    <a:gd name="T66" fmla="*/ 272 w 281"/>
                    <a:gd name="T67" fmla="*/ 171 h 3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81" h="339">
                      <a:moveTo>
                        <a:pt x="279" y="160"/>
                      </a:moveTo>
                      <a:cubicBezTo>
                        <a:pt x="277" y="154"/>
                        <a:pt x="261" y="153"/>
                        <a:pt x="261" y="153"/>
                      </a:cubicBezTo>
                      <a:cubicBezTo>
                        <a:pt x="256" y="141"/>
                        <a:pt x="256" y="141"/>
                        <a:pt x="256" y="141"/>
                      </a:cubicBezTo>
                      <a:cubicBezTo>
                        <a:pt x="244" y="140"/>
                        <a:pt x="244" y="140"/>
                        <a:pt x="244" y="140"/>
                      </a:cubicBezTo>
                      <a:cubicBezTo>
                        <a:pt x="245" y="116"/>
                        <a:pt x="245" y="116"/>
                        <a:pt x="245" y="116"/>
                      </a:cubicBezTo>
                      <a:cubicBezTo>
                        <a:pt x="254" y="100"/>
                        <a:pt x="254" y="100"/>
                        <a:pt x="254" y="100"/>
                      </a:cubicBezTo>
                      <a:cubicBezTo>
                        <a:pt x="254" y="100"/>
                        <a:pt x="261" y="101"/>
                        <a:pt x="267" y="94"/>
                      </a:cubicBezTo>
                      <a:cubicBezTo>
                        <a:pt x="273" y="87"/>
                        <a:pt x="273" y="74"/>
                        <a:pt x="273" y="74"/>
                      </a:cubicBezTo>
                      <a:cubicBezTo>
                        <a:pt x="267" y="70"/>
                        <a:pt x="267" y="70"/>
                        <a:pt x="267" y="70"/>
                      </a:cubicBezTo>
                      <a:cubicBezTo>
                        <a:pt x="267" y="70"/>
                        <a:pt x="266" y="60"/>
                        <a:pt x="263" y="56"/>
                      </a:cubicBezTo>
                      <a:cubicBezTo>
                        <a:pt x="260" y="52"/>
                        <a:pt x="248" y="47"/>
                        <a:pt x="243" y="47"/>
                      </a:cubicBezTo>
                      <a:cubicBezTo>
                        <a:pt x="238" y="47"/>
                        <a:pt x="238" y="62"/>
                        <a:pt x="229" y="62"/>
                      </a:cubicBezTo>
                      <a:cubicBezTo>
                        <a:pt x="220" y="62"/>
                        <a:pt x="212" y="57"/>
                        <a:pt x="212" y="57"/>
                      </a:cubicBezTo>
                      <a:cubicBezTo>
                        <a:pt x="210" y="36"/>
                        <a:pt x="210" y="36"/>
                        <a:pt x="210" y="36"/>
                      </a:cubicBezTo>
                      <a:cubicBezTo>
                        <a:pt x="220" y="14"/>
                        <a:pt x="220" y="14"/>
                        <a:pt x="220" y="14"/>
                      </a:cubicBezTo>
                      <a:cubicBezTo>
                        <a:pt x="220" y="4"/>
                        <a:pt x="220" y="4"/>
                        <a:pt x="220" y="4"/>
                      </a:cubicBezTo>
                      <a:cubicBezTo>
                        <a:pt x="188" y="5"/>
                        <a:pt x="188" y="5"/>
                        <a:pt x="188" y="5"/>
                      </a:cubicBezTo>
                      <a:cubicBezTo>
                        <a:pt x="188" y="5"/>
                        <a:pt x="181" y="1"/>
                        <a:pt x="177" y="1"/>
                      </a:cubicBezTo>
                      <a:cubicBezTo>
                        <a:pt x="173" y="1"/>
                        <a:pt x="168" y="9"/>
                        <a:pt x="168" y="9"/>
                      </a:cubicBezTo>
                      <a:cubicBezTo>
                        <a:pt x="147" y="9"/>
                        <a:pt x="147" y="9"/>
                        <a:pt x="147" y="9"/>
                      </a:cubicBezTo>
                      <a:cubicBezTo>
                        <a:pt x="137" y="0"/>
                        <a:pt x="137" y="0"/>
                        <a:pt x="137" y="0"/>
                      </a:cubicBezTo>
                      <a:cubicBezTo>
                        <a:pt x="125" y="10"/>
                        <a:pt x="125" y="10"/>
                        <a:pt x="125" y="10"/>
                      </a:cubicBezTo>
                      <a:cubicBezTo>
                        <a:pt x="122" y="33"/>
                        <a:pt x="122" y="33"/>
                        <a:pt x="122" y="33"/>
                      </a:cubicBezTo>
                      <a:cubicBezTo>
                        <a:pt x="128" y="37"/>
                        <a:pt x="128" y="37"/>
                        <a:pt x="128" y="37"/>
                      </a:cubicBezTo>
                      <a:cubicBezTo>
                        <a:pt x="128" y="37"/>
                        <a:pt x="128" y="72"/>
                        <a:pt x="123" y="73"/>
                      </a:cubicBezTo>
                      <a:cubicBezTo>
                        <a:pt x="118" y="74"/>
                        <a:pt x="56" y="75"/>
                        <a:pt x="56" y="75"/>
                      </a:cubicBezTo>
                      <a:cubicBezTo>
                        <a:pt x="54" y="69"/>
                        <a:pt x="54" y="69"/>
                        <a:pt x="54" y="69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7" y="72"/>
                        <a:pt x="48" y="72"/>
                        <a:pt x="48" y="72"/>
                      </a:cubicBezTo>
                      <a:cubicBezTo>
                        <a:pt x="40" y="77"/>
                        <a:pt x="40" y="77"/>
                        <a:pt x="40" y="77"/>
                      </a:cubicBezTo>
                      <a:cubicBezTo>
                        <a:pt x="40" y="77"/>
                        <a:pt x="49" y="105"/>
                        <a:pt x="45" y="107"/>
                      </a:cubicBezTo>
                      <a:cubicBezTo>
                        <a:pt x="41" y="109"/>
                        <a:pt x="30" y="107"/>
                        <a:pt x="30" y="107"/>
                      </a:cubicBezTo>
                      <a:cubicBezTo>
                        <a:pt x="30" y="107"/>
                        <a:pt x="33" y="148"/>
                        <a:pt x="23" y="159"/>
                      </a:cubicBezTo>
                      <a:cubicBezTo>
                        <a:pt x="13" y="170"/>
                        <a:pt x="0" y="166"/>
                        <a:pt x="0" y="166"/>
                      </a:cubicBezTo>
                      <a:cubicBezTo>
                        <a:pt x="17" y="203"/>
                        <a:pt x="17" y="203"/>
                        <a:pt x="17" y="203"/>
                      </a:cubicBezTo>
                      <a:cubicBezTo>
                        <a:pt x="28" y="195"/>
                        <a:pt x="28" y="195"/>
                        <a:pt x="28" y="195"/>
                      </a:cubicBezTo>
                      <a:cubicBezTo>
                        <a:pt x="34" y="208"/>
                        <a:pt x="34" y="208"/>
                        <a:pt x="34" y="208"/>
                      </a:cubicBezTo>
                      <a:cubicBezTo>
                        <a:pt x="34" y="208"/>
                        <a:pt x="25" y="221"/>
                        <a:pt x="27" y="228"/>
                      </a:cubicBezTo>
                      <a:cubicBezTo>
                        <a:pt x="29" y="235"/>
                        <a:pt x="42" y="232"/>
                        <a:pt x="42" y="232"/>
                      </a:cubicBezTo>
                      <a:cubicBezTo>
                        <a:pt x="46" y="259"/>
                        <a:pt x="46" y="259"/>
                        <a:pt x="46" y="259"/>
                      </a:cubicBezTo>
                      <a:cubicBezTo>
                        <a:pt x="66" y="263"/>
                        <a:pt x="66" y="263"/>
                        <a:pt x="66" y="263"/>
                      </a:cubicBezTo>
                      <a:cubicBezTo>
                        <a:pt x="61" y="271"/>
                        <a:pt x="61" y="271"/>
                        <a:pt x="61" y="271"/>
                      </a:cubicBezTo>
                      <a:cubicBezTo>
                        <a:pt x="94" y="306"/>
                        <a:pt x="94" y="306"/>
                        <a:pt x="94" y="306"/>
                      </a:cubicBezTo>
                      <a:cubicBezTo>
                        <a:pt x="91" y="311"/>
                        <a:pt x="91" y="311"/>
                        <a:pt x="91" y="311"/>
                      </a:cubicBezTo>
                      <a:cubicBezTo>
                        <a:pt x="113" y="338"/>
                        <a:pt x="113" y="338"/>
                        <a:pt x="113" y="338"/>
                      </a:cubicBezTo>
                      <a:cubicBezTo>
                        <a:pt x="114" y="339"/>
                        <a:pt x="114" y="339"/>
                        <a:pt x="114" y="339"/>
                      </a:cubicBezTo>
                      <a:cubicBezTo>
                        <a:pt x="119" y="326"/>
                        <a:pt x="119" y="326"/>
                        <a:pt x="119" y="326"/>
                      </a:cubicBezTo>
                      <a:cubicBezTo>
                        <a:pt x="133" y="317"/>
                        <a:pt x="133" y="317"/>
                        <a:pt x="133" y="317"/>
                      </a:cubicBezTo>
                      <a:cubicBezTo>
                        <a:pt x="133" y="317"/>
                        <a:pt x="148" y="335"/>
                        <a:pt x="152" y="326"/>
                      </a:cubicBezTo>
                      <a:cubicBezTo>
                        <a:pt x="156" y="317"/>
                        <a:pt x="152" y="304"/>
                        <a:pt x="152" y="304"/>
                      </a:cubicBezTo>
                      <a:cubicBezTo>
                        <a:pt x="140" y="296"/>
                        <a:pt x="140" y="296"/>
                        <a:pt x="140" y="296"/>
                      </a:cubicBezTo>
                      <a:cubicBezTo>
                        <a:pt x="149" y="287"/>
                        <a:pt x="149" y="287"/>
                        <a:pt x="149" y="287"/>
                      </a:cubicBezTo>
                      <a:cubicBezTo>
                        <a:pt x="132" y="274"/>
                        <a:pt x="132" y="274"/>
                        <a:pt x="132" y="274"/>
                      </a:cubicBezTo>
                      <a:cubicBezTo>
                        <a:pt x="139" y="274"/>
                        <a:pt x="139" y="274"/>
                        <a:pt x="139" y="274"/>
                      </a:cubicBezTo>
                      <a:cubicBezTo>
                        <a:pt x="139" y="274"/>
                        <a:pt x="132" y="249"/>
                        <a:pt x="138" y="251"/>
                      </a:cubicBezTo>
                      <a:cubicBezTo>
                        <a:pt x="144" y="253"/>
                        <a:pt x="168" y="262"/>
                        <a:pt x="172" y="257"/>
                      </a:cubicBezTo>
                      <a:cubicBezTo>
                        <a:pt x="176" y="252"/>
                        <a:pt x="185" y="244"/>
                        <a:pt x="185" y="244"/>
                      </a:cubicBezTo>
                      <a:cubicBezTo>
                        <a:pt x="185" y="244"/>
                        <a:pt x="172" y="226"/>
                        <a:pt x="178" y="225"/>
                      </a:cubicBezTo>
                      <a:cubicBezTo>
                        <a:pt x="184" y="224"/>
                        <a:pt x="195" y="226"/>
                        <a:pt x="195" y="226"/>
                      </a:cubicBezTo>
                      <a:cubicBezTo>
                        <a:pt x="204" y="255"/>
                        <a:pt x="204" y="255"/>
                        <a:pt x="204" y="255"/>
                      </a:cubicBezTo>
                      <a:cubicBezTo>
                        <a:pt x="204" y="255"/>
                        <a:pt x="218" y="256"/>
                        <a:pt x="226" y="254"/>
                      </a:cubicBezTo>
                      <a:cubicBezTo>
                        <a:pt x="234" y="252"/>
                        <a:pt x="237" y="236"/>
                        <a:pt x="241" y="239"/>
                      </a:cubicBezTo>
                      <a:cubicBezTo>
                        <a:pt x="245" y="242"/>
                        <a:pt x="238" y="264"/>
                        <a:pt x="248" y="264"/>
                      </a:cubicBezTo>
                      <a:cubicBezTo>
                        <a:pt x="258" y="264"/>
                        <a:pt x="260" y="258"/>
                        <a:pt x="260" y="244"/>
                      </a:cubicBezTo>
                      <a:cubicBezTo>
                        <a:pt x="260" y="230"/>
                        <a:pt x="273" y="226"/>
                        <a:pt x="273" y="226"/>
                      </a:cubicBezTo>
                      <a:cubicBezTo>
                        <a:pt x="269" y="212"/>
                        <a:pt x="269" y="212"/>
                        <a:pt x="269" y="212"/>
                      </a:cubicBezTo>
                      <a:cubicBezTo>
                        <a:pt x="273" y="201"/>
                        <a:pt x="273" y="201"/>
                        <a:pt x="273" y="201"/>
                      </a:cubicBezTo>
                      <a:cubicBezTo>
                        <a:pt x="272" y="171"/>
                        <a:pt x="272" y="171"/>
                        <a:pt x="272" y="171"/>
                      </a:cubicBezTo>
                      <a:cubicBezTo>
                        <a:pt x="272" y="171"/>
                        <a:pt x="281" y="166"/>
                        <a:pt x="279" y="1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1" name="Freeform 283"/>
                <p:cNvSpPr>
                  <a:spLocks/>
                </p:cNvSpPr>
                <p:nvPr/>
              </p:nvSpPr>
              <p:spPr bwMode="gray">
                <a:xfrm>
                  <a:off x="-3083" y="-6717"/>
                  <a:ext cx="172" cy="205"/>
                </a:xfrm>
                <a:custGeom>
                  <a:avLst/>
                  <a:gdLst>
                    <a:gd name="T0" fmla="*/ 59 w 73"/>
                    <a:gd name="T1" fmla="*/ 35 h 87"/>
                    <a:gd name="T2" fmla="*/ 62 w 73"/>
                    <a:gd name="T3" fmla="*/ 11 h 87"/>
                    <a:gd name="T4" fmla="*/ 46 w 73"/>
                    <a:gd name="T5" fmla="*/ 14 h 87"/>
                    <a:gd name="T6" fmla="*/ 27 w 73"/>
                    <a:gd name="T7" fmla="*/ 0 h 87"/>
                    <a:gd name="T8" fmla="*/ 11 w 73"/>
                    <a:gd name="T9" fmla="*/ 29 h 87"/>
                    <a:gd name="T10" fmla="*/ 2 w 73"/>
                    <a:gd name="T11" fmla="*/ 58 h 87"/>
                    <a:gd name="T12" fmla="*/ 34 w 73"/>
                    <a:gd name="T13" fmla="*/ 86 h 87"/>
                    <a:gd name="T14" fmla="*/ 56 w 73"/>
                    <a:gd name="T15" fmla="*/ 87 h 87"/>
                    <a:gd name="T16" fmla="*/ 63 w 73"/>
                    <a:gd name="T17" fmla="*/ 62 h 87"/>
                    <a:gd name="T18" fmla="*/ 73 w 73"/>
                    <a:gd name="T19" fmla="*/ 58 h 87"/>
                    <a:gd name="T20" fmla="*/ 69 w 73"/>
                    <a:gd name="T21" fmla="*/ 42 h 87"/>
                    <a:gd name="T22" fmla="*/ 59 w 73"/>
                    <a:gd name="T23" fmla="*/ 3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87">
                      <a:moveTo>
                        <a:pt x="59" y="35"/>
                      </a:moveTo>
                      <a:cubicBezTo>
                        <a:pt x="57" y="28"/>
                        <a:pt x="62" y="11"/>
                        <a:pt x="62" y="11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6" y="14"/>
                        <a:pt x="34" y="0"/>
                        <a:pt x="27" y="0"/>
                      </a:cubicBezTo>
                      <a:cubicBezTo>
                        <a:pt x="20" y="0"/>
                        <a:pt x="14" y="25"/>
                        <a:pt x="11" y="29"/>
                      </a:cubicBezTo>
                      <a:cubicBezTo>
                        <a:pt x="8" y="33"/>
                        <a:pt x="0" y="46"/>
                        <a:pt x="2" y="58"/>
                      </a:cubicBezTo>
                      <a:cubicBezTo>
                        <a:pt x="4" y="70"/>
                        <a:pt x="27" y="86"/>
                        <a:pt x="34" y="86"/>
                      </a:cubicBezTo>
                      <a:cubicBezTo>
                        <a:pt x="41" y="86"/>
                        <a:pt x="56" y="87"/>
                        <a:pt x="56" y="87"/>
                      </a:cubicBezTo>
                      <a:cubicBezTo>
                        <a:pt x="63" y="62"/>
                        <a:pt x="63" y="62"/>
                        <a:pt x="63" y="62"/>
                      </a:cubicBezTo>
                      <a:cubicBezTo>
                        <a:pt x="63" y="62"/>
                        <a:pt x="68" y="59"/>
                        <a:pt x="73" y="58"/>
                      </a:cubicBezTo>
                      <a:cubicBezTo>
                        <a:pt x="69" y="42"/>
                        <a:pt x="69" y="42"/>
                        <a:pt x="69" y="42"/>
                      </a:cubicBezTo>
                      <a:cubicBezTo>
                        <a:pt x="69" y="42"/>
                        <a:pt x="62" y="42"/>
                        <a:pt x="59" y="3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2" name="Freeform 284"/>
                <p:cNvSpPr>
                  <a:spLocks/>
                </p:cNvSpPr>
                <p:nvPr/>
              </p:nvSpPr>
              <p:spPr bwMode="gray">
                <a:xfrm>
                  <a:off x="-5157" y="-7830"/>
                  <a:ext cx="1500" cy="1531"/>
                </a:xfrm>
                <a:custGeom>
                  <a:avLst/>
                  <a:gdLst>
                    <a:gd name="T0" fmla="*/ 257 w 635"/>
                    <a:gd name="T1" fmla="*/ 609 h 648"/>
                    <a:gd name="T2" fmla="*/ 281 w 635"/>
                    <a:gd name="T3" fmla="*/ 636 h 648"/>
                    <a:gd name="T4" fmla="*/ 304 w 635"/>
                    <a:gd name="T5" fmla="*/ 648 h 648"/>
                    <a:gd name="T6" fmla="*/ 330 w 635"/>
                    <a:gd name="T7" fmla="*/ 646 h 648"/>
                    <a:gd name="T8" fmla="*/ 345 w 635"/>
                    <a:gd name="T9" fmla="*/ 632 h 648"/>
                    <a:gd name="T10" fmla="*/ 358 w 635"/>
                    <a:gd name="T11" fmla="*/ 622 h 648"/>
                    <a:gd name="T12" fmla="*/ 384 w 635"/>
                    <a:gd name="T13" fmla="*/ 273 h 648"/>
                    <a:gd name="T14" fmla="*/ 431 w 635"/>
                    <a:gd name="T15" fmla="*/ 192 h 648"/>
                    <a:gd name="T16" fmla="*/ 435 w 635"/>
                    <a:gd name="T17" fmla="*/ 71 h 648"/>
                    <a:gd name="T18" fmla="*/ 541 w 635"/>
                    <a:gd name="T19" fmla="*/ 55 h 648"/>
                    <a:gd name="T20" fmla="*/ 554 w 635"/>
                    <a:gd name="T21" fmla="*/ 69 h 648"/>
                    <a:gd name="T22" fmla="*/ 577 w 635"/>
                    <a:gd name="T23" fmla="*/ 63 h 648"/>
                    <a:gd name="T24" fmla="*/ 601 w 635"/>
                    <a:gd name="T25" fmla="*/ 55 h 648"/>
                    <a:gd name="T26" fmla="*/ 635 w 635"/>
                    <a:gd name="T27" fmla="*/ 45 h 648"/>
                    <a:gd name="T28" fmla="*/ 602 w 635"/>
                    <a:gd name="T29" fmla="*/ 34 h 648"/>
                    <a:gd name="T30" fmla="*/ 576 w 635"/>
                    <a:gd name="T31" fmla="*/ 31 h 648"/>
                    <a:gd name="T32" fmla="*/ 548 w 635"/>
                    <a:gd name="T33" fmla="*/ 35 h 648"/>
                    <a:gd name="T34" fmla="*/ 414 w 635"/>
                    <a:gd name="T35" fmla="*/ 55 h 648"/>
                    <a:gd name="T36" fmla="*/ 362 w 635"/>
                    <a:gd name="T37" fmla="*/ 50 h 648"/>
                    <a:gd name="T38" fmla="*/ 335 w 635"/>
                    <a:gd name="T39" fmla="*/ 44 h 648"/>
                    <a:gd name="T40" fmla="*/ 116 w 635"/>
                    <a:gd name="T41" fmla="*/ 25 h 648"/>
                    <a:gd name="T42" fmla="*/ 58 w 635"/>
                    <a:gd name="T43" fmla="*/ 0 h 648"/>
                    <a:gd name="T44" fmla="*/ 28 w 635"/>
                    <a:gd name="T45" fmla="*/ 16 h 648"/>
                    <a:gd name="T46" fmla="*/ 10 w 635"/>
                    <a:gd name="T47" fmla="*/ 15 h 648"/>
                    <a:gd name="T48" fmla="*/ 4 w 635"/>
                    <a:gd name="T49" fmla="*/ 62 h 648"/>
                    <a:gd name="T50" fmla="*/ 65 w 635"/>
                    <a:gd name="T51" fmla="*/ 170 h 648"/>
                    <a:gd name="T52" fmla="*/ 102 w 635"/>
                    <a:gd name="T53" fmla="*/ 245 h 648"/>
                    <a:gd name="T54" fmla="*/ 131 w 635"/>
                    <a:gd name="T55" fmla="*/ 296 h 648"/>
                    <a:gd name="T56" fmla="*/ 146 w 635"/>
                    <a:gd name="T57" fmla="*/ 431 h 648"/>
                    <a:gd name="T58" fmla="*/ 149 w 635"/>
                    <a:gd name="T59" fmla="*/ 484 h 648"/>
                    <a:gd name="T60" fmla="*/ 159 w 635"/>
                    <a:gd name="T61" fmla="*/ 508 h 648"/>
                    <a:gd name="T62" fmla="*/ 168 w 635"/>
                    <a:gd name="T63" fmla="*/ 544 h 648"/>
                    <a:gd name="T64" fmla="*/ 190 w 635"/>
                    <a:gd name="T65" fmla="*/ 606 h 648"/>
                    <a:gd name="T66" fmla="*/ 216 w 635"/>
                    <a:gd name="T67" fmla="*/ 625 h 648"/>
                    <a:gd name="T68" fmla="*/ 243 w 635"/>
                    <a:gd name="T69" fmla="*/ 596 h 6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35" h="648">
                      <a:moveTo>
                        <a:pt x="243" y="596"/>
                      </a:moveTo>
                      <a:cubicBezTo>
                        <a:pt x="247" y="597"/>
                        <a:pt x="257" y="609"/>
                        <a:pt x="257" y="609"/>
                      </a:cubicBezTo>
                      <a:cubicBezTo>
                        <a:pt x="257" y="609"/>
                        <a:pt x="256" y="624"/>
                        <a:pt x="261" y="631"/>
                      </a:cubicBezTo>
                      <a:cubicBezTo>
                        <a:pt x="265" y="638"/>
                        <a:pt x="274" y="632"/>
                        <a:pt x="281" y="636"/>
                      </a:cubicBezTo>
                      <a:cubicBezTo>
                        <a:pt x="288" y="640"/>
                        <a:pt x="292" y="648"/>
                        <a:pt x="292" y="648"/>
                      </a:cubicBezTo>
                      <a:cubicBezTo>
                        <a:pt x="304" y="648"/>
                        <a:pt x="304" y="648"/>
                        <a:pt x="304" y="648"/>
                      </a:cubicBezTo>
                      <a:cubicBezTo>
                        <a:pt x="304" y="648"/>
                        <a:pt x="310" y="640"/>
                        <a:pt x="318" y="640"/>
                      </a:cubicBezTo>
                      <a:cubicBezTo>
                        <a:pt x="326" y="640"/>
                        <a:pt x="330" y="646"/>
                        <a:pt x="330" y="646"/>
                      </a:cubicBezTo>
                      <a:cubicBezTo>
                        <a:pt x="330" y="646"/>
                        <a:pt x="337" y="646"/>
                        <a:pt x="342" y="646"/>
                      </a:cubicBezTo>
                      <a:cubicBezTo>
                        <a:pt x="348" y="646"/>
                        <a:pt x="345" y="632"/>
                        <a:pt x="345" y="632"/>
                      </a:cubicBezTo>
                      <a:cubicBezTo>
                        <a:pt x="353" y="630"/>
                        <a:pt x="353" y="630"/>
                        <a:pt x="353" y="630"/>
                      </a:cubicBezTo>
                      <a:cubicBezTo>
                        <a:pt x="353" y="630"/>
                        <a:pt x="351" y="625"/>
                        <a:pt x="358" y="622"/>
                      </a:cubicBezTo>
                      <a:cubicBezTo>
                        <a:pt x="365" y="619"/>
                        <a:pt x="379" y="618"/>
                        <a:pt x="379" y="618"/>
                      </a:cubicBezTo>
                      <a:cubicBezTo>
                        <a:pt x="384" y="273"/>
                        <a:pt x="384" y="273"/>
                        <a:pt x="384" y="273"/>
                      </a:cubicBezTo>
                      <a:cubicBezTo>
                        <a:pt x="432" y="273"/>
                        <a:pt x="432" y="273"/>
                        <a:pt x="432" y="273"/>
                      </a:cubicBezTo>
                      <a:cubicBezTo>
                        <a:pt x="431" y="192"/>
                        <a:pt x="431" y="192"/>
                        <a:pt x="431" y="192"/>
                      </a:cubicBezTo>
                      <a:cubicBezTo>
                        <a:pt x="435" y="188"/>
                        <a:pt x="435" y="188"/>
                        <a:pt x="435" y="188"/>
                      </a:cubicBezTo>
                      <a:cubicBezTo>
                        <a:pt x="435" y="71"/>
                        <a:pt x="435" y="71"/>
                        <a:pt x="435" y="71"/>
                      </a:cubicBezTo>
                      <a:cubicBezTo>
                        <a:pt x="435" y="71"/>
                        <a:pt x="474" y="68"/>
                        <a:pt x="496" y="65"/>
                      </a:cubicBezTo>
                      <a:cubicBezTo>
                        <a:pt x="517" y="63"/>
                        <a:pt x="533" y="55"/>
                        <a:pt x="541" y="55"/>
                      </a:cubicBezTo>
                      <a:cubicBezTo>
                        <a:pt x="550" y="55"/>
                        <a:pt x="548" y="69"/>
                        <a:pt x="548" y="69"/>
                      </a:cubicBezTo>
                      <a:cubicBezTo>
                        <a:pt x="554" y="69"/>
                        <a:pt x="554" y="69"/>
                        <a:pt x="554" y="69"/>
                      </a:cubicBezTo>
                      <a:cubicBezTo>
                        <a:pt x="554" y="69"/>
                        <a:pt x="556" y="83"/>
                        <a:pt x="559" y="82"/>
                      </a:cubicBezTo>
                      <a:cubicBezTo>
                        <a:pt x="562" y="81"/>
                        <a:pt x="572" y="68"/>
                        <a:pt x="577" y="63"/>
                      </a:cubicBezTo>
                      <a:cubicBezTo>
                        <a:pt x="583" y="57"/>
                        <a:pt x="593" y="55"/>
                        <a:pt x="593" y="55"/>
                      </a:cubicBezTo>
                      <a:cubicBezTo>
                        <a:pt x="601" y="55"/>
                        <a:pt x="601" y="55"/>
                        <a:pt x="601" y="55"/>
                      </a:cubicBezTo>
                      <a:cubicBezTo>
                        <a:pt x="612" y="47"/>
                        <a:pt x="612" y="47"/>
                        <a:pt x="612" y="47"/>
                      </a:cubicBezTo>
                      <a:cubicBezTo>
                        <a:pt x="635" y="45"/>
                        <a:pt x="635" y="45"/>
                        <a:pt x="635" y="45"/>
                      </a:cubicBezTo>
                      <a:cubicBezTo>
                        <a:pt x="622" y="32"/>
                        <a:pt x="622" y="32"/>
                        <a:pt x="622" y="32"/>
                      </a:cubicBezTo>
                      <a:cubicBezTo>
                        <a:pt x="602" y="34"/>
                        <a:pt x="602" y="34"/>
                        <a:pt x="602" y="34"/>
                      </a:cubicBezTo>
                      <a:cubicBezTo>
                        <a:pt x="602" y="34"/>
                        <a:pt x="601" y="26"/>
                        <a:pt x="592" y="26"/>
                      </a:cubicBezTo>
                      <a:cubicBezTo>
                        <a:pt x="583" y="26"/>
                        <a:pt x="576" y="31"/>
                        <a:pt x="576" y="31"/>
                      </a:cubicBezTo>
                      <a:cubicBezTo>
                        <a:pt x="563" y="39"/>
                        <a:pt x="563" y="39"/>
                        <a:pt x="563" y="39"/>
                      </a:cubicBezTo>
                      <a:cubicBezTo>
                        <a:pt x="548" y="35"/>
                        <a:pt x="548" y="35"/>
                        <a:pt x="548" y="35"/>
                      </a:cubicBezTo>
                      <a:cubicBezTo>
                        <a:pt x="548" y="35"/>
                        <a:pt x="488" y="55"/>
                        <a:pt x="460" y="55"/>
                      </a:cubicBezTo>
                      <a:cubicBezTo>
                        <a:pt x="432" y="55"/>
                        <a:pt x="414" y="55"/>
                        <a:pt x="414" y="55"/>
                      </a:cubicBezTo>
                      <a:cubicBezTo>
                        <a:pt x="408" y="49"/>
                        <a:pt x="408" y="49"/>
                        <a:pt x="408" y="49"/>
                      </a:cubicBezTo>
                      <a:cubicBezTo>
                        <a:pt x="362" y="50"/>
                        <a:pt x="362" y="50"/>
                        <a:pt x="362" y="50"/>
                      </a:cubicBezTo>
                      <a:cubicBezTo>
                        <a:pt x="358" y="44"/>
                        <a:pt x="358" y="44"/>
                        <a:pt x="358" y="44"/>
                      </a:cubicBezTo>
                      <a:cubicBezTo>
                        <a:pt x="358" y="44"/>
                        <a:pt x="342" y="46"/>
                        <a:pt x="335" y="44"/>
                      </a:cubicBezTo>
                      <a:cubicBezTo>
                        <a:pt x="328" y="42"/>
                        <a:pt x="319" y="23"/>
                        <a:pt x="319" y="23"/>
                      </a:cubicBezTo>
                      <a:cubicBezTo>
                        <a:pt x="116" y="25"/>
                        <a:pt x="116" y="25"/>
                        <a:pt x="116" y="25"/>
                      </a:cubicBezTo>
                      <a:cubicBezTo>
                        <a:pt x="116" y="25"/>
                        <a:pt x="82" y="12"/>
                        <a:pt x="78" y="1"/>
                      </a:cubicBezTo>
                      <a:cubicBezTo>
                        <a:pt x="79" y="2"/>
                        <a:pt x="58" y="0"/>
                        <a:pt x="58" y="0"/>
                      </a:cubicBezTo>
                      <a:cubicBezTo>
                        <a:pt x="58" y="0"/>
                        <a:pt x="54" y="14"/>
                        <a:pt x="47" y="15"/>
                      </a:cubicBezTo>
                      <a:cubicBezTo>
                        <a:pt x="40" y="16"/>
                        <a:pt x="28" y="16"/>
                        <a:pt x="28" y="16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4" y="62"/>
                        <a:pt x="4" y="62"/>
                        <a:pt x="4" y="62"/>
                      </a:cubicBezTo>
                      <a:cubicBezTo>
                        <a:pt x="4" y="62"/>
                        <a:pt x="13" y="79"/>
                        <a:pt x="22" y="92"/>
                      </a:cubicBezTo>
                      <a:cubicBezTo>
                        <a:pt x="31" y="105"/>
                        <a:pt x="64" y="153"/>
                        <a:pt x="65" y="170"/>
                      </a:cubicBezTo>
                      <a:cubicBezTo>
                        <a:pt x="66" y="187"/>
                        <a:pt x="79" y="204"/>
                        <a:pt x="83" y="217"/>
                      </a:cubicBezTo>
                      <a:cubicBezTo>
                        <a:pt x="87" y="230"/>
                        <a:pt x="102" y="245"/>
                        <a:pt x="102" y="245"/>
                      </a:cubicBezTo>
                      <a:cubicBezTo>
                        <a:pt x="102" y="259"/>
                        <a:pt x="102" y="259"/>
                        <a:pt x="102" y="259"/>
                      </a:cubicBezTo>
                      <a:cubicBezTo>
                        <a:pt x="102" y="259"/>
                        <a:pt x="131" y="280"/>
                        <a:pt x="131" y="296"/>
                      </a:cubicBezTo>
                      <a:cubicBezTo>
                        <a:pt x="131" y="312"/>
                        <a:pt x="129" y="386"/>
                        <a:pt x="129" y="386"/>
                      </a:cubicBezTo>
                      <a:cubicBezTo>
                        <a:pt x="129" y="386"/>
                        <a:pt x="144" y="411"/>
                        <a:pt x="146" y="431"/>
                      </a:cubicBezTo>
                      <a:cubicBezTo>
                        <a:pt x="148" y="451"/>
                        <a:pt x="140" y="451"/>
                        <a:pt x="140" y="451"/>
                      </a:cubicBezTo>
                      <a:cubicBezTo>
                        <a:pt x="149" y="484"/>
                        <a:pt x="149" y="484"/>
                        <a:pt x="149" y="484"/>
                      </a:cubicBezTo>
                      <a:cubicBezTo>
                        <a:pt x="151" y="508"/>
                        <a:pt x="151" y="508"/>
                        <a:pt x="151" y="508"/>
                      </a:cubicBezTo>
                      <a:cubicBezTo>
                        <a:pt x="159" y="508"/>
                        <a:pt x="159" y="508"/>
                        <a:pt x="159" y="508"/>
                      </a:cubicBezTo>
                      <a:cubicBezTo>
                        <a:pt x="159" y="508"/>
                        <a:pt x="156" y="528"/>
                        <a:pt x="157" y="532"/>
                      </a:cubicBezTo>
                      <a:cubicBezTo>
                        <a:pt x="158" y="536"/>
                        <a:pt x="168" y="544"/>
                        <a:pt x="168" y="544"/>
                      </a:cubicBezTo>
                      <a:cubicBezTo>
                        <a:pt x="169" y="563"/>
                        <a:pt x="169" y="563"/>
                        <a:pt x="169" y="563"/>
                      </a:cubicBezTo>
                      <a:cubicBezTo>
                        <a:pt x="169" y="563"/>
                        <a:pt x="184" y="595"/>
                        <a:pt x="190" y="606"/>
                      </a:cubicBezTo>
                      <a:cubicBezTo>
                        <a:pt x="196" y="617"/>
                        <a:pt x="216" y="624"/>
                        <a:pt x="216" y="624"/>
                      </a:cubicBezTo>
                      <a:cubicBezTo>
                        <a:pt x="216" y="624"/>
                        <a:pt x="216" y="624"/>
                        <a:pt x="216" y="625"/>
                      </a:cubicBezTo>
                      <a:cubicBezTo>
                        <a:pt x="228" y="619"/>
                        <a:pt x="228" y="619"/>
                        <a:pt x="228" y="619"/>
                      </a:cubicBezTo>
                      <a:cubicBezTo>
                        <a:pt x="228" y="619"/>
                        <a:pt x="239" y="595"/>
                        <a:pt x="243" y="59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3" name="Freeform 285"/>
                <p:cNvSpPr>
                  <a:spLocks/>
                </p:cNvSpPr>
                <p:nvPr/>
              </p:nvSpPr>
              <p:spPr bwMode="gray">
                <a:xfrm>
                  <a:off x="-3657" y="-8000"/>
                  <a:ext cx="879" cy="864"/>
                </a:xfrm>
                <a:custGeom>
                  <a:avLst/>
                  <a:gdLst>
                    <a:gd name="T0" fmla="*/ 11 w 372"/>
                    <a:gd name="T1" fmla="*/ 136 h 366"/>
                    <a:gd name="T2" fmla="*/ 11 w 372"/>
                    <a:gd name="T3" fmla="*/ 156 h 366"/>
                    <a:gd name="T4" fmla="*/ 23 w 372"/>
                    <a:gd name="T5" fmla="*/ 160 h 366"/>
                    <a:gd name="T6" fmla="*/ 33 w 372"/>
                    <a:gd name="T7" fmla="*/ 181 h 366"/>
                    <a:gd name="T8" fmla="*/ 42 w 372"/>
                    <a:gd name="T9" fmla="*/ 213 h 366"/>
                    <a:gd name="T10" fmla="*/ 70 w 372"/>
                    <a:gd name="T11" fmla="*/ 234 h 366"/>
                    <a:gd name="T12" fmla="*/ 90 w 372"/>
                    <a:gd name="T13" fmla="*/ 238 h 366"/>
                    <a:gd name="T14" fmla="*/ 91 w 372"/>
                    <a:gd name="T15" fmla="*/ 260 h 366"/>
                    <a:gd name="T16" fmla="*/ 112 w 372"/>
                    <a:gd name="T17" fmla="*/ 261 h 366"/>
                    <a:gd name="T18" fmla="*/ 114 w 372"/>
                    <a:gd name="T19" fmla="*/ 276 h 366"/>
                    <a:gd name="T20" fmla="*/ 110 w 372"/>
                    <a:gd name="T21" fmla="*/ 281 h 366"/>
                    <a:gd name="T22" fmla="*/ 110 w 372"/>
                    <a:gd name="T23" fmla="*/ 299 h 366"/>
                    <a:gd name="T24" fmla="*/ 122 w 372"/>
                    <a:gd name="T25" fmla="*/ 304 h 366"/>
                    <a:gd name="T26" fmla="*/ 122 w 372"/>
                    <a:gd name="T27" fmla="*/ 319 h 366"/>
                    <a:gd name="T28" fmla="*/ 161 w 372"/>
                    <a:gd name="T29" fmla="*/ 327 h 366"/>
                    <a:gd name="T30" fmla="*/ 180 w 372"/>
                    <a:gd name="T31" fmla="*/ 352 h 366"/>
                    <a:gd name="T32" fmla="*/ 167 w 372"/>
                    <a:gd name="T33" fmla="*/ 353 h 366"/>
                    <a:gd name="T34" fmla="*/ 206 w 372"/>
                    <a:gd name="T35" fmla="*/ 351 h 366"/>
                    <a:gd name="T36" fmla="*/ 230 w 372"/>
                    <a:gd name="T37" fmla="*/ 359 h 366"/>
                    <a:gd name="T38" fmla="*/ 265 w 372"/>
                    <a:gd name="T39" fmla="*/ 359 h 366"/>
                    <a:gd name="T40" fmla="*/ 277 w 372"/>
                    <a:gd name="T41" fmla="*/ 366 h 366"/>
                    <a:gd name="T42" fmla="*/ 324 w 372"/>
                    <a:gd name="T43" fmla="*/ 310 h 366"/>
                    <a:gd name="T44" fmla="*/ 334 w 372"/>
                    <a:gd name="T45" fmla="*/ 307 h 366"/>
                    <a:gd name="T46" fmla="*/ 325 w 372"/>
                    <a:gd name="T47" fmla="*/ 294 h 366"/>
                    <a:gd name="T48" fmla="*/ 333 w 372"/>
                    <a:gd name="T49" fmla="*/ 289 h 366"/>
                    <a:gd name="T50" fmla="*/ 334 w 372"/>
                    <a:gd name="T51" fmla="*/ 266 h 366"/>
                    <a:gd name="T52" fmla="*/ 350 w 372"/>
                    <a:gd name="T53" fmla="*/ 257 h 366"/>
                    <a:gd name="T54" fmla="*/ 354 w 372"/>
                    <a:gd name="T55" fmla="*/ 242 h 366"/>
                    <a:gd name="T56" fmla="*/ 364 w 372"/>
                    <a:gd name="T57" fmla="*/ 229 h 366"/>
                    <a:gd name="T58" fmla="*/ 346 w 372"/>
                    <a:gd name="T59" fmla="*/ 206 h 366"/>
                    <a:gd name="T60" fmla="*/ 360 w 372"/>
                    <a:gd name="T61" fmla="*/ 190 h 366"/>
                    <a:gd name="T62" fmla="*/ 346 w 372"/>
                    <a:gd name="T63" fmla="*/ 174 h 366"/>
                    <a:gd name="T64" fmla="*/ 360 w 372"/>
                    <a:gd name="T65" fmla="*/ 167 h 366"/>
                    <a:gd name="T66" fmla="*/ 360 w 372"/>
                    <a:gd name="T67" fmla="*/ 158 h 366"/>
                    <a:gd name="T68" fmla="*/ 366 w 372"/>
                    <a:gd name="T69" fmla="*/ 145 h 366"/>
                    <a:gd name="T70" fmla="*/ 358 w 372"/>
                    <a:gd name="T71" fmla="*/ 119 h 366"/>
                    <a:gd name="T72" fmla="*/ 366 w 372"/>
                    <a:gd name="T73" fmla="*/ 107 h 366"/>
                    <a:gd name="T74" fmla="*/ 360 w 372"/>
                    <a:gd name="T75" fmla="*/ 99 h 366"/>
                    <a:gd name="T76" fmla="*/ 366 w 372"/>
                    <a:gd name="T77" fmla="*/ 90 h 366"/>
                    <a:gd name="T78" fmla="*/ 358 w 372"/>
                    <a:gd name="T79" fmla="*/ 81 h 366"/>
                    <a:gd name="T80" fmla="*/ 368 w 372"/>
                    <a:gd name="T81" fmla="*/ 63 h 366"/>
                    <a:gd name="T82" fmla="*/ 349 w 372"/>
                    <a:gd name="T83" fmla="*/ 55 h 366"/>
                    <a:gd name="T84" fmla="*/ 336 w 372"/>
                    <a:gd name="T85" fmla="*/ 43 h 366"/>
                    <a:gd name="T86" fmla="*/ 318 w 372"/>
                    <a:gd name="T87" fmla="*/ 46 h 366"/>
                    <a:gd name="T88" fmla="*/ 308 w 372"/>
                    <a:gd name="T89" fmla="*/ 30 h 366"/>
                    <a:gd name="T90" fmla="*/ 293 w 372"/>
                    <a:gd name="T91" fmla="*/ 33 h 366"/>
                    <a:gd name="T92" fmla="*/ 285 w 372"/>
                    <a:gd name="T93" fmla="*/ 21 h 366"/>
                    <a:gd name="T94" fmla="*/ 246 w 372"/>
                    <a:gd name="T95" fmla="*/ 21 h 366"/>
                    <a:gd name="T96" fmla="*/ 245 w 372"/>
                    <a:gd name="T97" fmla="*/ 1 h 366"/>
                    <a:gd name="T98" fmla="*/ 205 w 372"/>
                    <a:gd name="T99" fmla="*/ 5 h 366"/>
                    <a:gd name="T100" fmla="*/ 170 w 372"/>
                    <a:gd name="T101" fmla="*/ 25 h 366"/>
                    <a:gd name="T102" fmla="*/ 172 w 372"/>
                    <a:gd name="T103" fmla="*/ 49 h 366"/>
                    <a:gd name="T104" fmla="*/ 125 w 372"/>
                    <a:gd name="T105" fmla="*/ 68 h 366"/>
                    <a:gd name="T106" fmla="*/ 116 w 372"/>
                    <a:gd name="T107" fmla="*/ 91 h 366"/>
                    <a:gd name="T108" fmla="*/ 77 w 372"/>
                    <a:gd name="T109" fmla="*/ 127 h 366"/>
                    <a:gd name="T110" fmla="*/ 51 w 372"/>
                    <a:gd name="T111" fmla="*/ 121 h 366"/>
                    <a:gd name="T112" fmla="*/ 38 w 372"/>
                    <a:gd name="T113" fmla="*/ 127 h 366"/>
                    <a:gd name="T114" fmla="*/ 26 w 372"/>
                    <a:gd name="T115" fmla="*/ 117 h 366"/>
                    <a:gd name="T116" fmla="*/ 0 w 372"/>
                    <a:gd name="T117" fmla="*/ 117 h 366"/>
                    <a:gd name="T118" fmla="*/ 2 w 372"/>
                    <a:gd name="T119" fmla="*/ 127 h 366"/>
                    <a:gd name="T120" fmla="*/ 11 w 372"/>
                    <a:gd name="T121" fmla="*/ 136 h 3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72" h="366">
                      <a:moveTo>
                        <a:pt x="11" y="136"/>
                      </a:moveTo>
                      <a:cubicBezTo>
                        <a:pt x="11" y="156"/>
                        <a:pt x="11" y="156"/>
                        <a:pt x="11" y="156"/>
                      </a:cubicBezTo>
                      <a:cubicBezTo>
                        <a:pt x="11" y="156"/>
                        <a:pt x="19" y="150"/>
                        <a:pt x="23" y="160"/>
                      </a:cubicBezTo>
                      <a:cubicBezTo>
                        <a:pt x="27" y="170"/>
                        <a:pt x="33" y="181"/>
                        <a:pt x="33" y="181"/>
                      </a:cubicBezTo>
                      <a:cubicBezTo>
                        <a:pt x="33" y="181"/>
                        <a:pt x="35" y="204"/>
                        <a:pt x="42" y="213"/>
                      </a:cubicBezTo>
                      <a:cubicBezTo>
                        <a:pt x="49" y="222"/>
                        <a:pt x="70" y="234"/>
                        <a:pt x="70" y="234"/>
                      </a:cubicBezTo>
                      <a:cubicBezTo>
                        <a:pt x="70" y="234"/>
                        <a:pt x="88" y="231"/>
                        <a:pt x="90" y="238"/>
                      </a:cubicBezTo>
                      <a:cubicBezTo>
                        <a:pt x="92" y="245"/>
                        <a:pt x="91" y="260"/>
                        <a:pt x="91" y="260"/>
                      </a:cubicBezTo>
                      <a:cubicBezTo>
                        <a:pt x="112" y="261"/>
                        <a:pt x="112" y="261"/>
                        <a:pt x="112" y="261"/>
                      </a:cubicBezTo>
                      <a:cubicBezTo>
                        <a:pt x="114" y="276"/>
                        <a:pt x="114" y="276"/>
                        <a:pt x="114" y="276"/>
                      </a:cubicBezTo>
                      <a:cubicBezTo>
                        <a:pt x="110" y="281"/>
                        <a:pt x="110" y="281"/>
                        <a:pt x="110" y="281"/>
                      </a:cubicBezTo>
                      <a:cubicBezTo>
                        <a:pt x="110" y="299"/>
                        <a:pt x="110" y="299"/>
                        <a:pt x="110" y="299"/>
                      </a:cubicBezTo>
                      <a:cubicBezTo>
                        <a:pt x="110" y="299"/>
                        <a:pt x="122" y="297"/>
                        <a:pt x="122" y="304"/>
                      </a:cubicBezTo>
                      <a:cubicBezTo>
                        <a:pt x="122" y="311"/>
                        <a:pt x="122" y="319"/>
                        <a:pt x="122" y="319"/>
                      </a:cubicBezTo>
                      <a:cubicBezTo>
                        <a:pt x="122" y="319"/>
                        <a:pt x="148" y="322"/>
                        <a:pt x="161" y="327"/>
                      </a:cubicBezTo>
                      <a:cubicBezTo>
                        <a:pt x="171" y="331"/>
                        <a:pt x="177" y="345"/>
                        <a:pt x="180" y="352"/>
                      </a:cubicBezTo>
                      <a:cubicBezTo>
                        <a:pt x="167" y="353"/>
                        <a:pt x="167" y="353"/>
                        <a:pt x="167" y="353"/>
                      </a:cubicBezTo>
                      <a:cubicBezTo>
                        <a:pt x="206" y="351"/>
                        <a:pt x="206" y="351"/>
                        <a:pt x="206" y="351"/>
                      </a:cubicBezTo>
                      <a:cubicBezTo>
                        <a:pt x="206" y="351"/>
                        <a:pt x="222" y="358"/>
                        <a:pt x="230" y="359"/>
                      </a:cubicBezTo>
                      <a:cubicBezTo>
                        <a:pt x="238" y="360"/>
                        <a:pt x="265" y="359"/>
                        <a:pt x="265" y="359"/>
                      </a:cubicBezTo>
                      <a:cubicBezTo>
                        <a:pt x="277" y="366"/>
                        <a:pt x="277" y="366"/>
                        <a:pt x="277" y="366"/>
                      </a:cubicBezTo>
                      <a:cubicBezTo>
                        <a:pt x="324" y="310"/>
                        <a:pt x="324" y="310"/>
                        <a:pt x="324" y="310"/>
                      </a:cubicBezTo>
                      <a:cubicBezTo>
                        <a:pt x="334" y="307"/>
                        <a:pt x="334" y="307"/>
                        <a:pt x="334" y="307"/>
                      </a:cubicBezTo>
                      <a:cubicBezTo>
                        <a:pt x="325" y="294"/>
                        <a:pt x="325" y="294"/>
                        <a:pt x="325" y="294"/>
                      </a:cubicBezTo>
                      <a:cubicBezTo>
                        <a:pt x="333" y="289"/>
                        <a:pt x="333" y="289"/>
                        <a:pt x="333" y="289"/>
                      </a:cubicBezTo>
                      <a:cubicBezTo>
                        <a:pt x="334" y="266"/>
                        <a:pt x="334" y="266"/>
                        <a:pt x="334" y="266"/>
                      </a:cubicBezTo>
                      <a:cubicBezTo>
                        <a:pt x="334" y="266"/>
                        <a:pt x="349" y="265"/>
                        <a:pt x="350" y="257"/>
                      </a:cubicBezTo>
                      <a:cubicBezTo>
                        <a:pt x="352" y="249"/>
                        <a:pt x="354" y="242"/>
                        <a:pt x="354" y="242"/>
                      </a:cubicBezTo>
                      <a:cubicBezTo>
                        <a:pt x="354" y="242"/>
                        <a:pt x="365" y="235"/>
                        <a:pt x="364" y="229"/>
                      </a:cubicBezTo>
                      <a:cubicBezTo>
                        <a:pt x="362" y="222"/>
                        <a:pt x="345" y="211"/>
                        <a:pt x="346" y="206"/>
                      </a:cubicBezTo>
                      <a:cubicBezTo>
                        <a:pt x="348" y="201"/>
                        <a:pt x="360" y="190"/>
                        <a:pt x="360" y="190"/>
                      </a:cubicBezTo>
                      <a:cubicBezTo>
                        <a:pt x="346" y="174"/>
                        <a:pt x="346" y="174"/>
                        <a:pt x="346" y="174"/>
                      </a:cubicBezTo>
                      <a:cubicBezTo>
                        <a:pt x="360" y="167"/>
                        <a:pt x="360" y="167"/>
                        <a:pt x="360" y="167"/>
                      </a:cubicBezTo>
                      <a:cubicBezTo>
                        <a:pt x="360" y="158"/>
                        <a:pt x="360" y="158"/>
                        <a:pt x="360" y="158"/>
                      </a:cubicBezTo>
                      <a:cubicBezTo>
                        <a:pt x="360" y="158"/>
                        <a:pt x="369" y="158"/>
                        <a:pt x="366" y="145"/>
                      </a:cubicBezTo>
                      <a:cubicBezTo>
                        <a:pt x="364" y="131"/>
                        <a:pt x="356" y="125"/>
                        <a:pt x="358" y="119"/>
                      </a:cubicBezTo>
                      <a:cubicBezTo>
                        <a:pt x="361" y="114"/>
                        <a:pt x="366" y="107"/>
                        <a:pt x="366" y="107"/>
                      </a:cubicBezTo>
                      <a:cubicBezTo>
                        <a:pt x="360" y="99"/>
                        <a:pt x="360" y="99"/>
                        <a:pt x="360" y="99"/>
                      </a:cubicBezTo>
                      <a:cubicBezTo>
                        <a:pt x="366" y="90"/>
                        <a:pt x="366" y="90"/>
                        <a:pt x="366" y="90"/>
                      </a:cubicBezTo>
                      <a:cubicBezTo>
                        <a:pt x="358" y="81"/>
                        <a:pt x="358" y="81"/>
                        <a:pt x="358" y="81"/>
                      </a:cubicBezTo>
                      <a:cubicBezTo>
                        <a:pt x="358" y="81"/>
                        <a:pt x="372" y="71"/>
                        <a:pt x="368" y="63"/>
                      </a:cubicBezTo>
                      <a:cubicBezTo>
                        <a:pt x="364" y="55"/>
                        <a:pt x="349" y="55"/>
                        <a:pt x="349" y="55"/>
                      </a:cubicBezTo>
                      <a:cubicBezTo>
                        <a:pt x="349" y="55"/>
                        <a:pt x="344" y="43"/>
                        <a:pt x="336" y="43"/>
                      </a:cubicBezTo>
                      <a:cubicBezTo>
                        <a:pt x="328" y="43"/>
                        <a:pt x="318" y="46"/>
                        <a:pt x="318" y="46"/>
                      </a:cubicBezTo>
                      <a:cubicBezTo>
                        <a:pt x="308" y="30"/>
                        <a:pt x="308" y="30"/>
                        <a:pt x="308" y="30"/>
                      </a:cubicBezTo>
                      <a:cubicBezTo>
                        <a:pt x="293" y="33"/>
                        <a:pt x="293" y="33"/>
                        <a:pt x="293" y="33"/>
                      </a:cubicBezTo>
                      <a:cubicBezTo>
                        <a:pt x="285" y="21"/>
                        <a:pt x="285" y="21"/>
                        <a:pt x="285" y="21"/>
                      </a:cubicBezTo>
                      <a:cubicBezTo>
                        <a:pt x="246" y="21"/>
                        <a:pt x="246" y="21"/>
                        <a:pt x="246" y="21"/>
                      </a:cubicBezTo>
                      <a:cubicBezTo>
                        <a:pt x="245" y="1"/>
                        <a:pt x="245" y="1"/>
                        <a:pt x="245" y="1"/>
                      </a:cubicBezTo>
                      <a:cubicBezTo>
                        <a:pt x="236" y="0"/>
                        <a:pt x="218" y="0"/>
                        <a:pt x="205" y="5"/>
                      </a:cubicBezTo>
                      <a:cubicBezTo>
                        <a:pt x="188" y="11"/>
                        <a:pt x="170" y="25"/>
                        <a:pt x="170" y="25"/>
                      </a:cubicBezTo>
                      <a:cubicBezTo>
                        <a:pt x="170" y="25"/>
                        <a:pt x="173" y="48"/>
                        <a:pt x="172" y="49"/>
                      </a:cubicBezTo>
                      <a:cubicBezTo>
                        <a:pt x="171" y="50"/>
                        <a:pt x="132" y="61"/>
                        <a:pt x="125" y="68"/>
                      </a:cubicBezTo>
                      <a:cubicBezTo>
                        <a:pt x="118" y="75"/>
                        <a:pt x="116" y="91"/>
                        <a:pt x="116" y="91"/>
                      </a:cubicBezTo>
                      <a:cubicBezTo>
                        <a:pt x="116" y="91"/>
                        <a:pt x="95" y="118"/>
                        <a:pt x="77" y="127"/>
                      </a:cubicBezTo>
                      <a:cubicBezTo>
                        <a:pt x="59" y="136"/>
                        <a:pt x="58" y="127"/>
                        <a:pt x="51" y="121"/>
                      </a:cubicBezTo>
                      <a:cubicBezTo>
                        <a:pt x="44" y="115"/>
                        <a:pt x="42" y="127"/>
                        <a:pt x="38" y="127"/>
                      </a:cubicBezTo>
                      <a:cubicBezTo>
                        <a:pt x="34" y="127"/>
                        <a:pt x="28" y="121"/>
                        <a:pt x="26" y="117"/>
                      </a:cubicBezTo>
                      <a:cubicBezTo>
                        <a:pt x="24" y="113"/>
                        <a:pt x="0" y="117"/>
                        <a:pt x="0" y="117"/>
                      </a:cubicBezTo>
                      <a:cubicBezTo>
                        <a:pt x="2" y="127"/>
                        <a:pt x="2" y="127"/>
                        <a:pt x="2" y="127"/>
                      </a:cubicBezTo>
                      <a:lnTo>
                        <a:pt x="11" y="13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4" name="Freeform 286"/>
                <p:cNvSpPr>
                  <a:spLocks/>
                </p:cNvSpPr>
                <p:nvPr/>
              </p:nvSpPr>
              <p:spPr bwMode="gray">
                <a:xfrm>
                  <a:off x="-4255" y="-7724"/>
                  <a:ext cx="1023" cy="1158"/>
                </a:xfrm>
                <a:custGeom>
                  <a:avLst/>
                  <a:gdLst>
                    <a:gd name="T0" fmla="*/ 0 w 433"/>
                    <a:gd name="T1" fmla="*/ 377 h 490"/>
                    <a:gd name="T2" fmla="*/ 22 w 433"/>
                    <a:gd name="T3" fmla="*/ 394 h 490"/>
                    <a:gd name="T4" fmla="*/ 30 w 433"/>
                    <a:gd name="T5" fmla="*/ 423 h 490"/>
                    <a:gd name="T6" fmla="*/ 37 w 433"/>
                    <a:gd name="T7" fmla="*/ 443 h 490"/>
                    <a:gd name="T8" fmla="*/ 27 w 433"/>
                    <a:gd name="T9" fmla="*/ 465 h 490"/>
                    <a:gd name="T10" fmla="*/ 27 w 433"/>
                    <a:gd name="T11" fmla="*/ 487 h 490"/>
                    <a:gd name="T12" fmla="*/ 78 w 433"/>
                    <a:gd name="T13" fmla="*/ 485 h 490"/>
                    <a:gd name="T14" fmla="*/ 83 w 433"/>
                    <a:gd name="T15" fmla="*/ 473 h 490"/>
                    <a:gd name="T16" fmla="*/ 97 w 433"/>
                    <a:gd name="T17" fmla="*/ 474 h 490"/>
                    <a:gd name="T18" fmla="*/ 106 w 433"/>
                    <a:gd name="T19" fmla="*/ 454 h 490"/>
                    <a:gd name="T20" fmla="*/ 124 w 433"/>
                    <a:gd name="T21" fmla="*/ 446 h 490"/>
                    <a:gd name="T22" fmla="*/ 142 w 433"/>
                    <a:gd name="T23" fmla="*/ 401 h 490"/>
                    <a:gd name="T24" fmla="*/ 171 w 433"/>
                    <a:gd name="T25" fmla="*/ 413 h 490"/>
                    <a:gd name="T26" fmla="*/ 181 w 433"/>
                    <a:gd name="T27" fmla="*/ 423 h 490"/>
                    <a:gd name="T28" fmla="*/ 198 w 433"/>
                    <a:gd name="T29" fmla="*/ 424 h 490"/>
                    <a:gd name="T30" fmla="*/ 223 w 433"/>
                    <a:gd name="T31" fmla="*/ 433 h 490"/>
                    <a:gd name="T32" fmla="*/ 236 w 433"/>
                    <a:gd name="T33" fmla="*/ 426 h 490"/>
                    <a:gd name="T34" fmla="*/ 255 w 433"/>
                    <a:gd name="T35" fmla="*/ 426 h 490"/>
                    <a:gd name="T36" fmla="*/ 270 w 433"/>
                    <a:gd name="T37" fmla="*/ 386 h 490"/>
                    <a:gd name="T38" fmla="*/ 284 w 433"/>
                    <a:gd name="T39" fmla="*/ 374 h 490"/>
                    <a:gd name="T40" fmla="*/ 295 w 433"/>
                    <a:gd name="T41" fmla="*/ 371 h 490"/>
                    <a:gd name="T42" fmla="*/ 318 w 433"/>
                    <a:gd name="T43" fmla="*/ 347 h 490"/>
                    <a:gd name="T44" fmla="*/ 329 w 433"/>
                    <a:gd name="T45" fmla="*/ 311 h 490"/>
                    <a:gd name="T46" fmla="*/ 353 w 433"/>
                    <a:gd name="T47" fmla="*/ 298 h 490"/>
                    <a:gd name="T48" fmla="*/ 383 w 433"/>
                    <a:gd name="T49" fmla="*/ 259 h 490"/>
                    <a:gd name="T50" fmla="*/ 412 w 433"/>
                    <a:gd name="T51" fmla="*/ 252 h 490"/>
                    <a:gd name="T52" fmla="*/ 420 w 433"/>
                    <a:gd name="T53" fmla="*/ 236 h 490"/>
                    <a:gd name="T54" fmla="*/ 433 w 433"/>
                    <a:gd name="T55" fmla="*/ 235 h 490"/>
                    <a:gd name="T56" fmla="*/ 414 w 433"/>
                    <a:gd name="T57" fmla="*/ 210 h 490"/>
                    <a:gd name="T58" fmla="*/ 375 w 433"/>
                    <a:gd name="T59" fmla="*/ 202 h 490"/>
                    <a:gd name="T60" fmla="*/ 375 w 433"/>
                    <a:gd name="T61" fmla="*/ 187 h 490"/>
                    <a:gd name="T62" fmla="*/ 363 w 433"/>
                    <a:gd name="T63" fmla="*/ 182 h 490"/>
                    <a:gd name="T64" fmla="*/ 363 w 433"/>
                    <a:gd name="T65" fmla="*/ 164 h 490"/>
                    <a:gd name="T66" fmla="*/ 367 w 433"/>
                    <a:gd name="T67" fmla="*/ 159 h 490"/>
                    <a:gd name="T68" fmla="*/ 365 w 433"/>
                    <a:gd name="T69" fmla="*/ 144 h 490"/>
                    <a:gd name="T70" fmla="*/ 344 w 433"/>
                    <a:gd name="T71" fmla="*/ 143 h 490"/>
                    <a:gd name="T72" fmla="*/ 343 w 433"/>
                    <a:gd name="T73" fmla="*/ 121 h 490"/>
                    <a:gd name="T74" fmla="*/ 323 w 433"/>
                    <a:gd name="T75" fmla="*/ 117 h 490"/>
                    <a:gd name="T76" fmla="*/ 295 w 433"/>
                    <a:gd name="T77" fmla="*/ 96 h 490"/>
                    <a:gd name="T78" fmla="*/ 286 w 433"/>
                    <a:gd name="T79" fmla="*/ 64 h 490"/>
                    <a:gd name="T80" fmla="*/ 276 w 433"/>
                    <a:gd name="T81" fmla="*/ 43 h 490"/>
                    <a:gd name="T82" fmla="*/ 264 w 433"/>
                    <a:gd name="T83" fmla="*/ 39 h 490"/>
                    <a:gd name="T84" fmla="*/ 264 w 433"/>
                    <a:gd name="T85" fmla="*/ 19 h 490"/>
                    <a:gd name="T86" fmla="*/ 255 w 433"/>
                    <a:gd name="T87" fmla="*/ 10 h 490"/>
                    <a:gd name="T88" fmla="*/ 253 w 433"/>
                    <a:gd name="T89" fmla="*/ 0 h 490"/>
                    <a:gd name="T90" fmla="*/ 230 w 433"/>
                    <a:gd name="T91" fmla="*/ 2 h 490"/>
                    <a:gd name="T92" fmla="*/ 219 w 433"/>
                    <a:gd name="T93" fmla="*/ 10 h 490"/>
                    <a:gd name="T94" fmla="*/ 211 w 433"/>
                    <a:gd name="T95" fmla="*/ 10 h 490"/>
                    <a:gd name="T96" fmla="*/ 195 w 433"/>
                    <a:gd name="T97" fmla="*/ 18 h 490"/>
                    <a:gd name="T98" fmla="*/ 177 w 433"/>
                    <a:gd name="T99" fmla="*/ 37 h 490"/>
                    <a:gd name="T100" fmla="*/ 172 w 433"/>
                    <a:gd name="T101" fmla="*/ 24 h 490"/>
                    <a:gd name="T102" fmla="*/ 166 w 433"/>
                    <a:gd name="T103" fmla="*/ 24 h 490"/>
                    <a:gd name="T104" fmla="*/ 159 w 433"/>
                    <a:gd name="T105" fmla="*/ 10 h 490"/>
                    <a:gd name="T106" fmla="*/ 114 w 433"/>
                    <a:gd name="T107" fmla="*/ 20 h 490"/>
                    <a:gd name="T108" fmla="*/ 53 w 433"/>
                    <a:gd name="T109" fmla="*/ 26 h 490"/>
                    <a:gd name="T110" fmla="*/ 53 w 433"/>
                    <a:gd name="T111" fmla="*/ 143 h 490"/>
                    <a:gd name="T112" fmla="*/ 49 w 433"/>
                    <a:gd name="T113" fmla="*/ 147 h 490"/>
                    <a:gd name="T114" fmla="*/ 50 w 433"/>
                    <a:gd name="T115" fmla="*/ 228 h 490"/>
                    <a:gd name="T116" fmla="*/ 2 w 433"/>
                    <a:gd name="T117" fmla="*/ 228 h 490"/>
                    <a:gd name="T118" fmla="*/ 0 w 433"/>
                    <a:gd name="T119" fmla="*/ 377 h 4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33" h="490">
                      <a:moveTo>
                        <a:pt x="0" y="377"/>
                      </a:moveTo>
                      <a:cubicBezTo>
                        <a:pt x="9" y="381"/>
                        <a:pt x="18" y="386"/>
                        <a:pt x="22" y="394"/>
                      </a:cubicBezTo>
                      <a:cubicBezTo>
                        <a:pt x="31" y="413"/>
                        <a:pt x="30" y="423"/>
                        <a:pt x="30" y="423"/>
                      </a:cubicBezTo>
                      <a:cubicBezTo>
                        <a:pt x="30" y="423"/>
                        <a:pt x="39" y="434"/>
                        <a:pt x="37" y="443"/>
                      </a:cubicBezTo>
                      <a:cubicBezTo>
                        <a:pt x="35" y="452"/>
                        <a:pt x="27" y="465"/>
                        <a:pt x="27" y="465"/>
                      </a:cubicBezTo>
                      <a:cubicBezTo>
                        <a:pt x="27" y="465"/>
                        <a:pt x="22" y="484"/>
                        <a:pt x="27" y="487"/>
                      </a:cubicBezTo>
                      <a:cubicBezTo>
                        <a:pt x="32" y="490"/>
                        <a:pt x="78" y="485"/>
                        <a:pt x="78" y="485"/>
                      </a:cubicBezTo>
                      <a:cubicBezTo>
                        <a:pt x="78" y="485"/>
                        <a:pt x="79" y="474"/>
                        <a:pt x="83" y="473"/>
                      </a:cubicBezTo>
                      <a:cubicBezTo>
                        <a:pt x="87" y="472"/>
                        <a:pt x="97" y="474"/>
                        <a:pt x="97" y="474"/>
                      </a:cubicBezTo>
                      <a:cubicBezTo>
                        <a:pt x="97" y="474"/>
                        <a:pt x="99" y="457"/>
                        <a:pt x="106" y="454"/>
                      </a:cubicBezTo>
                      <a:cubicBezTo>
                        <a:pt x="113" y="451"/>
                        <a:pt x="124" y="453"/>
                        <a:pt x="124" y="446"/>
                      </a:cubicBezTo>
                      <a:cubicBezTo>
                        <a:pt x="124" y="439"/>
                        <a:pt x="129" y="401"/>
                        <a:pt x="142" y="401"/>
                      </a:cubicBezTo>
                      <a:cubicBezTo>
                        <a:pt x="155" y="401"/>
                        <a:pt x="171" y="413"/>
                        <a:pt x="171" y="413"/>
                      </a:cubicBezTo>
                      <a:cubicBezTo>
                        <a:pt x="181" y="423"/>
                        <a:pt x="181" y="423"/>
                        <a:pt x="181" y="423"/>
                      </a:cubicBezTo>
                      <a:cubicBezTo>
                        <a:pt x="198" y="424"/>
                        <a:pt x="198" y="424"/>
                        <a:pt x="198" y="424"/>
                      </a:cubicBezTo>
                      <a:cubicBezTo>
                        <a:pt x="198" y="424"/>
                        <a:pt x="213" y="435"/>
                        <a:pt x="223" y="433"/>
                      </a:cubicBezTo>
                      <a:cubicBezTo>
                        <a:pt x="233" y="431"/>
                        <a:pt x="236" y="426"/>
                        <a:pt x="236" y="426"/>
                      </a:cubicBezTo>
                      <a:cubicBezTo>
                        <a:pt x="236" y="426"/>
                        <a:pt x="244" y="433"/>
                        <a:pt x="255" y="426"/>
                      </a:cubicBezTo>
                      <a:cubicBezTo>
                        <a:pt x="266" y="419"/>
                        <a:pt x="270" y="386"/>
                        <a:pt x="270" y="386"/>
                      </a:cubicBezTo>
                      <a:cubicBezTo>
                        <a:pt x="284" y="374"/>
                        <a:pt x="284" y="374"/>
                        <a:pt x="284" y="374"/>
                      </a:cubicBezTo>
                      <a:cubicBezTo>
                        <a:pt x="295" y="371"/>
                        <a:pt x="295" y="371"/>
                        <a:pt x="295" y="371"/>
                      </a:cubicBezTo>
                      <a:cubicBezTo>
                        <a:pt x="295" y="371"/>
                        <a:pt x="318" y="353"/>
                        <a:pt x="318" y="347"/>
                      </a:cubicBezTo>
                      <a:cubicBezTo>
                        <a:pt x="318" y="341"/>
                        <a:pt x="319" y="318"/>
                        <a:pt x="329" y="311"/>
                      </a:cubicBezTo>
                      <a:cubicBezTo>
                        <a:pt x="339" y="304"/>
                        <a:pt x="342" y="305"/>
                        <a:pt x="353" y="298"/>
                      </a:cubicBezTo>
                      <a:cubicBezTo>
                        <a:pt x="364" y="291"/>
                        <a:pt x="378" y="265"/>
                        <a:pt x="383" y="259"/>
                      </a:cubicBezTo>
                      <a:cubicBezTo>
                        <a:pt x="388" y="253"/>
                        <a:pt x="412" y="252"/>
                        <a:pt x="412" y="252"/>
                      </a:cubicBezTo>
                      <a:cubicBezTo>
                        <a:pt x="420" y="236"/>
                        <a:pt x="420" y="236"/>
                        <a:pt x="420" y="236"/>
                      </a:cubicBezTo>
                      <a:cubicBezTo>
                        <a:pt x="433" y="235"/>
                        <a:pt x="433" y="235"/>
                        <a:pt x="433" y="235"/>
                      </a:cubicBezTo>
                      <a:cubicBezTo>
                        <a:pt x="430" y="228"/>
                        <a:pt x="424" y="214"/>
                        <a:pt x="414" y="210"/>
                      </a:cubicBezTo>
                      <a:cubicBezTo>
                        <a:pt x="401" y="205"/>
                        <a:pt x="375" y="202"/>
                        <a:pt x="375" y="202"/>
                      </a:cubicBezTo>
                      <a:cubicBezTo>
                        <a:pt x="375" y="202"/>
                        <a:pt x="375" y="194"/>
                        <a:pt x="375" y="187"/>
                      </a:cubicBezTo>
                      <a:cubicBezTo>
                        <a:pt x="375" y="180"/>
                        <a:pt x="363" y="182"/>
                        <a:pt x="363" y="182"/>
                      </a:cubicBezTo>
                      <a:cubicBezTo>
                        <a:pt x="363" y="164"/>
                        <a:pt x="363" y="164"/>
                        <a:pt x="363" y="164"/>
                      </a:cubicBezTo>
                      <a:cubicBezTo>
                        <a:pt x="367" y="159"/>
                        <a:pt x="367" y="159"/>
                        <a:pt x="367" y="159"/>
                      </a:cubicBezTo>
                      <a:cubicBezTo>
                        <a:pt x="365" y="144"/>
                        <a:pt x="365" y="144"/>
                        <a:pt x="365" y="144"/>
                      </a:cubicBezTo>
                      <a:cubicBezTo>
                        <a:pt x="344" y="143"/>
                        <a:pt x="344" y="143"/>
                        <a:pt x="344" y="143"/>
                      </a:cubicBezTo>
                      <a:cubicBezTo>
                        <a:pt x="344" y="143"/>
                        <a:pt x="345" y="128"/>
                        <a:pt x="343" y="121"/>
                      </a:cubicBezTo>
                      <a:cubicBezTo>
                        <a:pt x="341" y="114"/>
                        <a:pt x="323" y="117"/>
                        <a:pt x="323" y="117"/>
                      </a:cubicBezTo>
                      <a:cubicBezTo>
                        <a:pt x="323" y="117"/>
                        <a:pt x="302" y="105"/>
                        <a:pt x="295" y="96"/>
                      </a:cubicBezTo>
                      <a:cubicBezTo>
                        <a:pt x="288" y="87"/>
                        <a:pt x="286" y="64"/>
                        <a:pt x="286" y="64"/>
                      </a:cubicBezTo>
                      <a:cubicBezTo>
                        <a:pt x="286" y="64"/>
                        <a:pt x="280" y="53"/>
                        <a:pt x="276" y="43"/>
                      </a:cubicBezTo>
                      <a:cubicBezTo>
                        <a:pt x="272" y="33"/>
                        <a:pt x="264" y="39"/>
                        <a:pt x="264" y="39"/>
                      </a:cubicBezTo>
                      <a:cubicBezTo>
                        <a:pt x="264" y="19"/>
                        <a:pt x="264" y="19"/>
                        <a:pt x="264" y="19"/>
                      </a:cubicBezTo>
                      <a:cubicBezTo>
                        <a:pt x="255" y="10"/>
                        <a:pt x="255" y="10"/>
                        <a:pt x="255" y="10"/>
                      </a:cubicBezTo>
                      <a:cubicBezTo>
                        <a:pt x="253" y="0"/>
                        <a:pt x="253" y="0"/>
                        <a:pt x="253" y="0"/>
                      </a:cubicBezTo>
                      <a:cubicBezTo>
                        <a:pt x="230" y="2"/>
                        <a:pt x="230" y="2"/>
                        <a:pt x="230" y="2"/>
                      </a:cubicBezTo>
                      <a:cubicBezTo>
                        <a:pt x="219" y="10"/>
                        <a:pt x="219" y="10"/>
                        <a:pt x="219" y="10"/>
                      </a:cubicBezTo>
                      <a:cubicBezTo>
                        <a:pt x="211" y="10"/>
                        <a:pt x="211" y="10"/>
                        <a:pt x="211" y="10"/>
                      </a:cubicBezTo>
                      <a:cubicBezTo>
                        <a:pt x="211" y="10"/>
                        <a:pt x="201" y="12"/>
                        <a:pt x="195" y="18"/>
                      </a:cubicBezTo>
                      <a:cubicBezTo>
                        <a:pt x="190" y="23"/>
                        <a:pt x="180" y="36"/>
                        <a:pt x="177" y="37"/>
                      </a:cubicBezTo>
                      <a:cubicBezTo>
                        <a:pt x="174" y="38"/>
                        <a:pt x="172" y="24"/>
                        <a:pt x="172" y="24"/>
                      </a:cubicBezTo>
                      <a:cubicBezTo>
                        <a:pt x="166" y="24"/>
                        <a:pt x="166" y="24"/>
                        <a:pt x="166" y="24"/>
                      </a:cubicBezTo>
                      <a:cubicBezTo>
                        <a:pt x="166" y="24"/>
                        <a:pt x="168" y="10"/>
                        <a:pt x="159" y="10"/>
                      </a:cubicBezTo>
                      <a:cubicBezTo>
                        <a:pt x="151" y="10"/>
                        <a:pt x="135" y="18"/>
                        <a:pt x="114" y="20"/>
                      </a:cubicBezTo>
                      <a:cubicBezTo>
                        <a:pt x="92" y="23"/>
                        <a:pt x="53" y="26"/>
                        <a:pt x="53" y="26"/>
                      </a:cubicBezTo>
                      <a:cubicBezTo>
                        <a:pt x="53" y="143"/>
                        <a:pt x="53" y="143"/>
                        <a:pt x="53" y="143"/>
                      </a:cubicBezTo>
                      <a:cubicBezTo>
                        <a:pt x="49" y="147"/>
                        <a:pt x="49" y="147"/>
                        <a:pt x="49" y="147"/>
                      </a:cubicBezTo>
                      <a:cubicBezTo>
                        <a:pt x="50" y="228"/>
                        <a:pt x="50" y="228"/>
                        <a:pt x="50" y="228"/>
                      </a:cubicBezTo>
                      <a:cubicBezTo>
                        <a:pt x="2" y="228"/>
                        <a:pt x="2" y="228"/>
                        <a:pt x="2" y="228"/>
                      </a:cubicBezTo>
                      <a:lnTo>
                        <a:pt x="0" y="37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5" name="Freeform 287"/>
                <p:cNvSpPr>
                  <a:spLocks/>
                </p:cNvSpPr>
                <p:nvPr/>
              </p:nvSpPr>
              <p:spPr bwMode="gray">
                <a:xfrm>
                  <a:off x="-1864" y="-11510"/>
                  <a:ext cx="1134" cy="1745"/>
                </a:xfrm>
                <a:custGeom>
                  <a:avLst/>
                  <a:gdLst>
                    <a:gd name="T0" fmla="*/ 70 w 480"/>
                    <a:gd name="T1" fmla="*/ 77 h 739"/>
                    <a:gd name="T2" fmla="*/ 79 w 480"/>
                    <a:gd name="T3" fmla="*/ 85 h 739"/>
                    <a:gd name="T4" fmla="*/ 78 w 480"/>
                    <a:gd name="T5" fmla="*/ 93 h 739"/>
                    <a:gd name="T6" fmla="*/ 97 w 480"/>
                    <a:gd name="T7" fmla="*/ 117 h 739"/>
                    <a:gd name="T8" fmla="*/ 107 w 480"/>
                    <a:gd name="T9" fmla="*/ 142 h 739"/>
                    <a:gd name="T10" fmla="*/ 122 w 480"/>
                    <a:gd name="T11" fmla="*/ 142 h 739"/>
                    <a:gd name="T12" fmla="*/ 143 w 480"/>
                    <a:gd name="T13" fmla="*/ 167 h 739"/>
                    <a:gd name="T14" fmla="*/ 225 w 480"/>
                    <a:gd name="T15" fmla="*/ 194 h 739"/>
                    <a:gd name="T16" fmla="*/ 277 w 480"/>
                    <a:gd name="T17" fmla="*/ 220 h 739"/>
                    <a:gd name="T18" fmla="*/ 325 w 480"/>
                    <a:gd name="T19" fmla="*/ 217 h 739"/>
                    <a:gd name="T20" fmla="*/ 185 w 480"/>
                    <a:gd name="T21" fmla="*/ 382 h 739"/>
                    <a:gd name="T22" fmla="*/ 129 w 480"/>
                    <a:gd name="T23" fmla="*/ 382 h 739"/>
                    <a:gd name="T24" fmla="*/ 96 w 480"/>
                    <a:gd name="T25" fmla="*/ 396 h 739"/>
                    <a:gd name="T26" fmla="*/ 89 w 480"/>
                    <a:gd name="T27" fmla="*/ 414 h 739"/>
                    <a:gd name="T28" fmla="*/ 50 w 480"/>
                    <a:gd name="T29" fmla="*/ 421 h 739"/>
                    <a:gd name="T30" fmla="*/ 42 w 480"/>
                    <a:gd name="T31" fmla="*/ 435 h 739"/>
                    <a:gd name="T32" fmla="*/ 22 w 480"/>
                    <a:gd name="T33" fmla="*/ 471 h 739"/>
                    <a:gd name="T34" fmla="*/ 1 w 480"/>
                    <a:gd name="T35" fmla="*/ 492 h 739"/>
                    <a:gd name="T36" fmla="*/ 0 w 480"/>
                    <a:gd name="T37" fmla="*/ 695 h 739"/>
                    <a:gd name="T38" fmla="*/ 28 w 480"/>
                    <a:gd name="T39" fmla="*/ 735 h 739"/>
                    <a:gd name="T40" fmla="*/ 26 w 480"/>
                    <a:gd name="T41" fmla="*/ 739 h 739"/>
                    <a:gd name="T42" fmla="*/ 26 w 480"/>
                    <a:gd name="T43" fmla="*/ 739 h 739"/>
                    <a:gd name="T44" fmla="*/ 58 w 480"/>
                    <a:gd name="T45" fmla="*/ 680 h 739"/>
                    <a:gd name="T46" fmla="*/ 100 w 480"/>
                    <a:gd name="T47" fmla="*/ 639 h 739"/>
                    <a:gd name="T48" fmla="*/ 157 w 480"/>
                    <a:gd name="T49" fmla="*/ 573 h 739"/>
                    <a:gd name="T50" fmla="*/ 210 w 480"/>
                    <a:gd name="T51" fmla="*/ 536 h 739"/>
                    <a:gd name="T52" fmla="*/ 281 w 480"/>
                    <a:gd name="T53" fmla="*/ 473 h 739"/>
                    <a:gd name="T54" fmla="*/ 335 w 480"/>
                    <a:gd name="T55" fmla="*/ 399 h 739"/>
                    <a:gd name="T56" fmla="*/ 370 w 480"/>
                    <a:gd name="T57" fmla="*/ 334 h 739"/>
                    <a:gd name="T58" fmla="*/ 384 w 480"/>
                    <a:gd name="T59" fmla="*/ 308 h 739"/>
                    <a:gd name="T60" fmla="*/ 397 w 480"/>
                    <a:gd name="T61" fmla="*/ 262 h 739"/>
                    <a:gd name="T62" fmla="*/ 417 w 480"/>
                    <a:gd name="T63" fmla="*/ 228 h 739"/>
                    <a:gd name="T64" fmla="*/ 427 w 480"/>
                    <a:gd name="T65" fmla="*/ 205 h 739"/>
                    <a:gd name="T66" fmla="*/ 440 w 480"/>
                    <a:gd name="T67" fmla="*/ 169 h 739"/>
                    <a:gd name="T68" fmla="*/ 457 w 480"/>
                    <a:gd name="T69" fmla="*/ 147 h 739"/>
                    <a:gd name="T70" fmla="*/ 457 w 480"/>
                    <a:gd name="T71" fmla="*/ 93 h 739"/>
                    <a:gd name="T72" fmla="*/ 471 w 480"/>
                    <a:gd name="T73" fmla="*/ 84 h 739"/>
                    <a:gd name="T74" fmla="*/ 467 w 480"/>
                    <a:gd name="T75" fmla="*/ 38 h 739"/>
                    <a:gd name="T76" fmla="*/ 474 w 480"/>
                    <a:gd name="T77" fmla="*/ 8 h 739"/>
                    <a:gd name="T78" fmla="*/ 447 w 480"/>
                    <a:gd name="T79" fmla="*/ 0 h 739"/>
                    <a:gd name="T80" fmla="*/ 432 w 480"/>
                    <a:gd name="T81" fmla="*/ 21 h 739"/>
                    <a:gd name="T82" fmla="*/ 382 w 480"/>
                    <a:gd name="T83" fmla="*/ 37 h 739"/>
                    <a:gd name="T84" fmla="*/ 345 w 480"/>
                    <a:gd name="T85" fmla="*/ 35 h 739"/>
                    <a:gd name="T86" fmla="*/ 318 w 480"/>
                    <a:gd name="T87" fmla="*/ 54 h 739"/>
                    <a:gd name="T88" fmla="*/ 296 w 480"/>
                    <a:gd name="T89" fmla="*/ 43 h 739"/>
                    <a:gd name="T90" fmla="*/ 252 w 480"/>
                    <a:gd name="T91" fmla="*/ 73 h 739"/>
                    <a:gd name="T92" fmla="*/ 221 w 480"/>
                    <a:gd name="T93" fmla="*/ 62 h 739"/>
                    <a:gd name="T94" fmla="*/ 181 w 480"/>
                    <a:gd name="T95" fmla="*/ 84 h 739"/>
                    <a:gd name="T96" fmla="*/ 141 w 480"/>
                    <a:gd name="T97" fmla="*/ 85 h 739"/>
                    <a:gd name="T98" fmla="*/ 111 w 480"/>
                    <a:gd name="T99" fmla="*/ 48 h 739"/>
                    <a:gd name="T100" fmla="*/ 99 w 480"/>
                    <a:gd name="T101" fmla="*/ 35 h 739"/>
                    <a:gd name="T102" fmla="*/ 84 w 480"/>
                    <a:gd name="T103" fmla="*/ 55 h 739"/>
                    <a:gd name="T104" fmla="*/ 70 w 480"/>
                    <a:gd name="T105" fmla="*/ 77 h 7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80" h="739">
                      <a:moveTo>
                        <a:pt x="70" y="77"/>
                      </a:moveTo>
                      <a:cubicBezTo>
                        <a:pt x="79" y="85"/>
                        <a:pt x="79" y="85"/>
                        <a:pt x="79" y="85"/>
                      </a:cubicBezTo>
                      <a:cubicBezTo>
                        <a:pt x="78" y="93"/>
                        <a:pt x="78" y="93"/>
                        <a:pt x="78" y="93"/>
                      </a:cubicBezTo>
                      <a:cubicBezTo>
                        <a:pt x="78" y="93"/>
                        <a:pt x="91" y="109"/>
                        <a:pt x="97" y="117"/>
                      </a:cubicBezTo>
                      <a:cubicBezTo>
                        <a:pt x="103" y="125"/>
                        <a:pt x="107" y="142"/>
                        <a:pt x="107" y="142"/>
                      </a:cubicBezTo>
                      <a:cubicBezTo>
                        <a:pt x="122" y="142"/>
                        <a:pt x="122" y="142"/>
                        <a:pt x="122" y="142"/>
                      </a:cubicBezTo>
                      <a:cubicBezTo>
                        <a:pt x="122" y="142"/>
                        <a:pt x="132" y="159"/>
                        <a:pt x="143" y="167"/>
                      </a:cubicBezTo>
                      <a:cubicBezTo>
                        <a:pt x="154" y="175"/>
                        <a:pt x="206" y="188"/>
                        <a:pt x="225" y="194"/>
                      </a:cubicBezTo>
                      <a:cubicBezTo>
                        <a:pt x="244" y="200"/>
                        <a:pt x="277" y="220"/>
                        <a:pt x="277" y="220"/>
                      </a:cubicBezTo>
                      <a:cubicBezTo>
                        <a:pt x="325" y="217"/>
                        <a:pt x="325" y="217"/>
                        <a:pt x="325" y="217"/>
                      </a:cubicBezTo>
                      <a:cubicBezTo>
                        <a:pt x="185" y="382"/>
                        <a:pt x="185" y="382"/>
                        <a:pt x="185" y="382"/>
                      </a:cubicBezTo>
                      <a:cubicBezTo>
                        <a:pt x="185" y="382"/>
                        <a:pt x="137" y="380"/>
                        <a:pt x="129" y="382"/>
                      </a:cubicBezTo>
                      <a:cubicBezTo>
                        <a:pt x="121" y="384"/>
                        <a:pt x="96" y="396"/>
                        <a:pt x="96" y="396"/>
                      </a:cubicBezTo>
                      <a:cubicBezTo>
                        <a:pt x="96" y="396"/>
                        <a:pt x="95" y="408"/>
                        <a:pt x="89" y="414"/>
                      </a:cubicBezTo>
                      <a:cubicBezTo>
                        <a:pt x="83" y="420"/>
                        <a:pt x="58" y="418"/>
                        <a:pt x="50" y="421"/>
                      </a:cubicBezTo>
                      <a:cubicBezTo>
                        <a:pt x="42" y="424"/>
                        <a:pt x="42" y="435"/>
                        <a:pt x="42" y="435"/>
                      </a:cubicBezTo>
                      <a:cubicBezTo>
                        <a:pt x="42" y="435"/>
                        <a:pt x="29" y="463"/>
                        <a:pt x="22" y="471"/>
                      </a:cubicBezTo>
                      <a:cubicBezTo>
                        <a:pt x="15" y="479"/>
                        <a:pt x="1" y="492"/>
                        <a:pt x="1" y="492"/>
                      </a:cubicBezTo>
                      <a:cubicBezTo>
                        <a:pt x="0" y="695"/>
                        <a:pt x="0" y="695"/>
                        <a:pt x="0" y="695"/>
                      </a:cubicBezTo>
                      <a:cubicBezTo>
                        <a:pt x="28" y="735"/>
                        <a:pt x="28" y="735"/>
                        <a:pt x="28" y="735"/>
                      </a:cubicBezTo>
                      <a:cubicBezTo>
                        <a:pt x="27" y="737"/>
                        <a:pt x="27" y="738"/>
                        <a:pt x="26" y="739"/>
                      </a:cubicBezTo>
                      <a:cubicBezTo>
                        <a:pt x="26" y="739"/>
                        <a:pt x="26" y="739"/>
                        <a:pt x="26" y="739"/>
                      </a:cubicBezTo>
                      <a:cubicBezTo>
                        <a:pt x="35" y="722"/>
                        <a:pt x="52" y="690"/>
                        <a:pt x="58" y="680"/>
                      </a:cubicBezTo>
                      <a:cubicBezTo>
                        <a:pt x="65" y="669"/>
                        <a:pt x="97" y="654"/>
                        <a:pt x="100" y="639"/>
                      </a:cubicBezTo>
                      <a:cubicBezTo>
                        <a:pt x="103" y="624"/>
                        <a:pt x="146" y="586"/>
                        <a:pt x="157" y="573"/>
                      </a:cubicBezTo>
                      <a:cubicBezTo>
                        <a:pt x="168" y="560"/>
                        <a:pt x="202" y="541"/>
                        <a:pt x="210" y="536"/>
                      </a:cubicBezTo>
                      <a:cubicBezTo>
                        <a:pt x="218" y="531"/>
                        <a:pt x="275" y="484"/>
                        <a:pt x="281" y="473"/>
                      </a:cubicBezTo>
                      <a:cubicBezTo>
                        <a:pt x="287" y="462"/>
                        <a:pt x="331" y="413"/>
                        <a:pt x="335" y="399"/>
                      </a:cubicBezTo>
                      <a:cubicBezTo>
                        <a:pt x="339" y="385"/>
                        <a:pt x="364" y="339"/>
                        <a:pt x="370" y="334"/>
                      </a:cubicBezTo>
                      <a:cubicBezTo>
                        <a:pt x="376" y="329"/>
                        <a:pt x="384" y="316"/>
                        <a:pt x="384" y="308"/>
                      </a:cubicBezTo>
                      <a:cubicBezTo>
                        <a:pt x="384" y="300"/>
                        <a:pt x="390" y="271"/>
                        <a:pt x="397" y="262"/>
                      </a:cubicBezTo>
                      <a:cubicBezTo>
                        <a:pt x="404" y="253"/>
                        <a:pt x="417" y="241"/>
                        <a:pt x="417" y="228"/>
                      </a:cubicBezTo>
                      <a:cubicBezTo>
                        <a:pt x="417" y="215"/>
                        <a:pt x="427" y="205"/>
                        <a:pt x="427" y="205"/>
                      </a:cubicBezTo>
                      <a:cubicBezTo>
                        <a:pt x="440" y="169"/>
                        <a:pt x="440" y="169"/>
                        <a:pt x="440" y="169"/>
                      </a:cubicBezTo>
                      <a:cubicBezTo>
                        <a:pt x="440" y="169"/>
                        <a:pt x="457" y="173"/>
                        <a:pt x="457" y="147"/>
                      </a:cubicBezTo>
                      <a:cubicBezTo>
                        <a:pt x="457" y="121"/>
                        <a:pt x="457" y="93"/>
                        <a:pt x="457" y="93"/>
                      </a:cubicBezTo>
                      <a:cubicBezTo>
                        <a:pt x="471" y="84"/>
                        <a:pt x="471" y="84"/>
                        <a:pt x="471" y="84"/>
                      </a:cubicBezTo>
                      <a:cubicBezTo>
                        <a:pt x="467" y="38"/>
                        <a:pt x="467" y="38"/>
                        <a:pt x="467" y="38"/>
                      </a:cubicBezTo>
                      <a:cubicBezTo>
                        <a:pt x="467" y="38"/>
                        <a:pt x="480" y="14"/>
                        <a:pt x="474" y="8"/>
                      </a:cubicBezTo>
                      <a:cubicBezTo>
                        <a:pt x="468" y="2"/>
                        <a:pt x="447" y="0"/>
                        <a:pt x="447" y="0"/>
                      </a:cubicBezTo>
                      <a:cubicBezTo>
                        <a:pt x="447" y="0"/>
                        <a:pt x="439" y="14"/>
                        <a:pt x="432" y="21"/>
                      </a:cubicBezTo>
                      <a:cubicBezTo>
                        <a:pt x="425" y="28"/>
                        <a:pt x="388" y="37"/>
                        <a:pt x="382" y="37"/>
                      </a:cubicBezTo>
                      <a:cubicBezTo>
                        <a:pt x="376" y="37"/>
                        <a:pt x="355" y="31"/>
                        <a:pt x="345" y="35"/>
                      </a:cubicBezTo>
                      <a:cubicBezTo>
                        <a:pt x="335" y="39"/>
                        <a:pt x="322" y="54"/>
                        <a:pt x="318" y="54"/>
                      </a:cubicBezTo>
                      <a:cubicBezTo>
                        <a:pt x="314" y="54"/>
                        <a:pt x="304" y="42"/>
                        <a:pt x="296" y="43"/>
                      </a:cubicBezTo>
                      <a:cubicBezTo>
                        <a:pt x="288" y="44"/>
                        <a:pt x="261" y="72"/>
                        <a:pt x="252" y="73"/>
                      </a:cubicBezTo>
                      <a:cubicBezTo>
                        <a:pt x="243" y="74"/>
                        <a:pt x="235" y="58"/>
                        <a:pt x="221" y="62"/>
                      </a:cubicBezTo>
                      <a:cubicBezTo>
                        <a:pt x="207" y="66"/>
                        <a:pt x="189" y="83"/>
                        <a:pt x="181" y="84"/>
                      </a:cubicBezTo>
                      <a:cubicBezTo>
                        <a:pt x="173" y="85"/>
                        <a:pt x="141" y="85"/>
                        <a:pt x="141" y="85"/>
                      </a:cubicBezTo>
                      <a:cubicBezTo>
                        <a:pt x="141" y="85"/>
                        <a:pt x="111" y="58"/>
                        <a:pt x="111" y="48"/>
                      </a:cubicBezTo>
                      <a:cubicBezTo>
                        <a:pt x="111" y="40"/>
                        <a:pt x="102" y="36"/>
                        <a:pt x="99" y="35"/>
                      </a:cubicBezTo>
                      <a:cubicBezTo>
                        <a:pt x="84" y="55"/>
                        <a:pt x="84" y="55"/>
                        <a:pt x="84" y="55"/>
                      </a:cubicBezTo>
                      <a:lnTo>
                        <a:pt x="70" y="7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6" name="Freeform 288"/>
                <p:cNvSpPr>
                  <a:spLocks/>
                </p:cNvSpPr>
                <p:nvPr/>
              </p:nvSpPr>
              <p:spPr bwMode="gray">
                <a:xfrm>
                  <a:off x="-1808" y="-11595"/>
                  <a:ext cx="201" cy="224"/>
                </a:xfrm>
                <a:custGeom>
                  <a:avLst/>
                  <a:gdLst>
                    <a:gd name="T0" fmla="*/ 47 w 85"/>
                    <a:gd name="T1" fmla="*/ 18 h 95"/>
                    <a:gd name="T2" fmla="*/ 31 w 85"/>
                    <a:gd name="T3" fmla="*/ 8 h 95"/>
                    <a:gd name="T4" fmla="*/ 13 w 85"/>
                    <a:gd name="T5" fmla="*/ 47 h 95"/>
                    <a:gd name="T6" fmla="*/ 0 w 85"/>
                    <a:gd name="T7" fmla="*/ 56 h 95"/>
                    <a:gd name="T8" fmla="*/ 11 w 85"/>
                    <a:gd name="T9" fmla="*/ 94 h 95"/>
                    <a:gd name="T10" fmla="*/ 36 w 85"/>
                    <a:gd name="T11" fmla="*/ 91 h 95"/>
                    <a:gd name="T12" fmla="*/ 46 w 85"/>
                    <a:gd name="T13" fmla="*/ 84 h 95"/>
                    <a:gd name="T14" fmla="*/ 59 w 85"/>
                    <a:gd name="T15" fmla="*/ 93 h 95"/>
                    <a:gd name="T16" fmla="*/ 60 w 85"/>
                    <a:gd name="T17" fmla="*/ 91 h 95"/>
                    <a:gd name="T18" fmla="*/ 75 w 85"/>
                    <a:gd name="T19" fmla="*/ 71 h 95"/>
                    <a:gd name="T20" fmla="*/ 74 w 85"/>
                    <a:gd name="T21" fmla="*/ 71 h 95"/>
                    <a:gd name="T22" fmla="*/ 67 w 85"/>
                    <a:gd name="T23" fmla="*/ 61 h 95"/>
                    <a:gd name="T24" fmla="*/ 44 w 85"/>
                    <a:gd name="T25" fmla="*/ 63 h 95"/>
                    <a:gd name="T26" fmla="*/ 76 w 85"/>
                    <a:gd name="T27" fmla="*/ 17 h 95"/>
                    <a:gd name="T28" fmla="*/ 63 w 85"/>
                    <a:gd name="T29" fmla="*/ 0 h 95"/>
                    <a:gd name="T30" fmla="*/ 54 w 85"/>
                    <a:gd name="T31" fmla="*/ 6 h 95"/>
                    <a:gd name="T32" fmla="*/ 47 w 85"/>
                    <a:gd name="T33" fmla="*/ 18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5" h="95">
                      <a:moveTo>
                        <a:pt x="47" y="18"/>
                      </a:move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56"/>
                        <a:pt x="3" y="93"/>
                        <a:pt x="11" y="94"/>
                      </a:cubicBezTo>
                      <a:cubicBezTo>
                        <a:pt x="19" y="95"/>
                        <a:pt x="36" y="91"/>
                        <a:pt x="36" y="91"/>
                      </a:cubicBezTo>
                      <a:cubicBezTo>
                        <a:pt x="36" y="91"/>
                        <a:pt x="39" y="83"/>
                        <a:pt x="46" y="84"/>
                      </a:cubicBezTo>
                      <a:cubicBezTo>
                        <a:pt x="50" y="85"/>
                        <a:pt x="55" y="89"/>
                        <a:pt x="59" y="93"/>
                      </a:cubicBezTo>
                      <a:cubicBezTo>
                        <a:pt x="60" y="91"/>
                        <a:pt x="60" y="91"/>
                        <a:pt x="60" y="91"/>
                      </a:cubicBezTo>
                      <a:cubicBezTo>
                        <a:pt x="75" y="71"/>
                        <a:pt x="75" y="71"/>
                        <a:pt x="75" y="71"/>
                      </a:cubicBezTo>
                      <a:cubicBezTo>
                        <a:pt x="74" y="71"/>
                        <a:pt x="74" y="71"/>
                        <a:pt x="74" y="71"/>
                      </a:cubicBezTo>
                      <a:cubicBezTo>
                        <a:pt x="67" y="61"/>
                        <a:pt x="67" y="61"/>
                        <a:pt x="67" y="61"/>
                      </a:cubicBezTo>
                      <a:cubicBezTo>
                        <a:pt x="44" y="63"/>
                        <a:pt x="44" y="63"/>
                        <a:pt x="44" y="63"/>
                      </a:cubicBezTo>
                      <a:cubicBezTo>
                        <a:pt x="44" y="63"/>
                        <a:pt x="85" y="30"/>
                        <a:pt x="76" y="17"/>
                      </a:cubicBezTo>
                      <a:cubicBezTo>
                        <a:pt x="73" y="12"/>
                        <a:pt x="68" y="6"/>
                        <a:pt x="63" y="0"/>
                      </a:cubicBezTo>
                      <a:cubicBezTo>
                        <a:pt x="54" y="6"/>
                        <a:pt x="54" y="6"/>
                        <a:pt x="54" y="6"/>
                      </a:cubicBezTo>
                      <a:lnTo>
                        <a:pt x="47" y="1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7" name="Freeform 289"/>
                <p:cNvSpPr>
                  <a:spLocks/>
                </p:cNvSpPr>
                <p:nvPr/>
              </p:nvSpPr>
              <p:spPr bwMode="gray">
                <a:xfrm>
                  <a:off x="-2415" y="-12273"/>
                  <a:ext cx="756" cy="720"/>
                </a:xfrm>
                <a:custGeom>
                  <a:avLst/>
                  <a:gdLst>
                    <a:gd name="T0" fmla="*/ 51 w 320"/>
                    <a:gd name="T1" fmla="*/ 35 h 305"/>
                    <a:gd name="T2" fmla="*/ 50 w 320"/>
                    <a:gd name="T3" fmla="*/ 50 h 305"/>
                    <a:gd name="T4" fmla="*/ 31 w 320"/>
                    <a:gd name="T5" fmla="*/ 57 h 305"/>
                    <a:gd name="T6" fmla="*/ 31 w 320"/>
                    <a:gd name="T7" fmla="*/ 67 h 305"/>
                    <a:gd name="T8" fmla="*/ 20 w 320"/>
                    <a:gd name="T9" fmla="*/ 75 h 305"/>
                    <a:gd name="T10" fmla="*/ 26 w 320"/>
                    <a:gd name="T11" fmla="*/ 106 h 305"/>
                    <a:gd name="T12" fmla="*/ 14 w 320"/>
                    <a:gd name="T13" fmla="*/ 126 h 305"/>
                    <a:gd name="T14" fmla="*/ 13 w 320"/>
                    <a:gd name="T15" fmla="*/ 143 h 305"/>
                    <a:gd name="T16" fmla="*/ 1 w 320"/>
                    <a:gd name="T17" fmla="*/ 157 h 305"/>
                    <a:gd name="T18" fmla="*/ 6 w 320"/>
                    <a:gd name="T19" fmla="*/ 167 h 305"/>
                    <a:gd name="T20" fmla="*/ 8 w 320"/>
                    <a:gd name="T21" fmla="*/ 200 h 305"/>
                    <a:gd name="T22" fmla="*/ 31 w 320"/>
                    <a:gd name="T23" fmla="*/ 201 h 305"/>
                    <a:gd name="T24" fmla="*/ 41 w 320"/>
                    <a:gd name="T25" fmla="*/ 191 h 305"/>
                    <a:gd name="T26" fmla="*/ 57 w 320"/>
                    <a:gd name="T27" fmla="*/ 211 h 305"/>
                    <a:gd name="T28" fmla="*/ 73 w 320"/>
                    <a:gd name="T29" fmla="*/ 170 h 305"/>
                    <a:gd name="T30" fmla="*/ 89 w 320"/>
                    <a:gd name="T31" fmla="*/ 179 h 305"/>
                    <a:gd name="T32" fmla="*/ 99 w 320"/>
                    <a:gd name="T33" fmla="*/ 194 h 305"/>
                    <a:gd name="T34" fmla="*/ 116 w 320"/>
                    <a:gd name="T35" fmla="*/ 194 h 305"/>
                    <a:gd name="T36" fmla="*/ 128 w 320"/>
                    <a:gd name="T37" fmla="*/ 181 h 305"/>
                    <a:gd name="T38" fmla="*/ 137 w 320"/>
                    <a:gd name="T39" fmla="*/ 194 h 305"/>
                    <a:gd name="T40" fmla="*/ 155 w 320"/>
                    <a:gd name="T41" fmla="*/ 187 h 305"/>
                    <a:gd name="T42" fmla="*/ 165 w 320"/>
                    <a:gd name="T43" fmla="*/ 192 h 305"/>
                    <a:gd name="T44" fmla="*/ 185 w 320"/>
                    <a:gd name="T45" fmla="*/ 193 h 305"/>
                    <a:gd name="T46" fmla="*/ 196 w 320"/>
                    <a:gd name="T47" fmla="*/ 207 h 305"/>
                    <a:gd name="T48" fmla="*/ 216 w 320"/>
                    <a:gd name="T49" fmla="*/ 216 h 305"/>
                    <a:gd name="T50" fmla="*/ 231 w 320"/>
                    <a:gd name="T51" fmla="*/ 242 h 305"/>
                    <a:gd name="T52" fmla="*/ 257 w 320"/>
                    <a:gd name="T53" fmla="*/ 257 h 305"/>
                    <a:gd name="T54" fmla="*/ 262 w 320"/>
                    <a:gd name="T55" fmla="*/ 277 h 305"/>
                    <a:gd name="T56" fmla="*/ 280 w 320"/>
                    <a:gd name="T57" fmla="*/ 283 h 305"/>
                    <a:gd name="T58" fmla="*/ 288 w 320"/>
                    <a:gd name="T59" fmla="*/ 295 h 305"/>
                    <a:gd name="T60" fmla="*/ 304 w 320"/>
                    <a:gd name="T61" fmla="*/ 305 h 305"/>
                    <a:gd name="T62" fmla="*/ 311 w 320"/>
                    <a:gd name="T63" fmla="*/ 293 h 305"/>
                    <a:gd name="T64" fmla="*/ 320 w 320"/>
                    <a:gd name="T65" fmla="*/ 287 h 305"/>
                    <a:gd name="T66" fmla="*/ 304 w 320"/>
                    <a:gd name="T67" fmla="*/ 268 h 305"/>
                    <a:gd name="T68" fmla="*/ 285 w 320"/>
                    <a:gd name="T69" fmla="*/ 264 h 305"/>
                    <a:gd name="T70" fmla="*/ 283 w 320"/>
                    <a:gd name="T71" fmla="*/ 239 h 305"/>
                    <a:gd name="T72" fmla="*/ 241 w 320"/>
                    <a:gd name="T73" fmla="*/ 216 h 305"/>
                    <a:gd name="T74" fmla="*/ 231 w 320"/>
                    <a:gd name="T75" fmla="*/ 181 h 305"/>
                    <a:gd name="T76" fmla="*/ 204 w 320"/>
                    <a:gd name="T77" fmla="*/ 177 h 305"/>
                    <a:gd name="T78" fmla="*/ 190 w 320"/>
                    <a:gd name="T79" fmla="*/ 159 h 305"/>
                    <a:gd name="T80" fmla="*/ 177 w 320"/>
                    <a:gd name="T81" fmla="*/ 165 h 305"/>
                    <a:gd name="T82" fmla="*/ 169 w 320"/>
                    <a:gd name="T83" fmla="*/ 152 h 305"/>
                    <a:gd name="T84" fmla="*/ 157 w 320"/>
                    <a:gd name="T85" fmla="*/ 149 h 305"/>
                    <a:gd name="T86" fmla="*/ 134 w 320"/>
                    <a:gd name="T87" fmla="*/ 117 h 305"/>
                    <a:gd name="T88" fmla="*/ 128 w 320"/>
                    <a:gd name="T89" fmla="*/ 62 h 305"/>
                    <a:gd name="T90" fmla="*/ 100 w 320"/>
                    <a:gd name="T91" fmla="*/ 1 h 305"/>
                    <a:gd name="T92" fmla="*/ 98 w 320"/>
                    <a:gd name="T93" fmla="*/ 0 h 305"/>
                    <a:gd name="T94" fmla="*/ 87 w 320"/>
                    <a:gd name="T95" fmla="*/ 25 h 305"/>
                    <a:gd name="T96" fmla="*/ 51 w 320"/>
                    <a:gd name="T97" fmla="*/ 35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20" h="305">
                      <a:moveTo>
                        <a:pt x="51" y="35"/>
                      </a:moveTo>
                      <a:cubicBezTo>
                        <a:pt x="51" y="35"/>
                        <a:pt x="51" y="43"/>
                        <a:pt x="50" y="50"/>
                      </a:cubicBezTo>
                      <a:cubicBezTo>
                        <a:pt x="49" y="57"/>
                        <a:pt x="31" y="57"/>
                        <a:pt x="31" y="57"/>
                      </a:cubicBezTo>
                      <a:cubicBezTo>
                        <a:pt x="31" y="67"/>
                        <a:pt x="31" y="67"/>
                        <a:pt x="31" y="67"/>
                      </a:cubicBezTo>
                      <a:cubicBezTo>
                        <a:pt x="31" y="67"/>
                        <a:pt x="20" y="72"/>
                        <a:pt x="20" y="75"/>
                      </a:cubicBezTo>
                      <a:cubicBezTo>
                        <a:pt x="20" y="78"/>
                        <a:pt x="26" y="88"/>
                        <a:pt x="26" y="106"/>
                      </a:cubicBezTo>
                      <a:cubicBezTo>
                        <a:pt x="26" y="124"/>
                        <a:pt x="14" y="126"/>
                        <a:pt x="14" y="126"/>
                      </a:cubicBezTo>
                      <a:cubicBezTo>
                        <a:pt x="14" y="126"/>
                        <a:pt x="13" y="136"/>
                        <a:pt x="13" y="143"/>
                      </a:cubicBezTo>
                      <a:cubicBezTo>
                        <a:pt x="13" y="150"/>
                        <a:pt x="2" y="149"/>
                        <a:pt x="1" y="157"/>
                      </a:cubicBezTo>
                      <a:cubicBezTo>
                        <a:pt x="0" y="165"/>
                        <a:pt x="6" y="167"/>
                        <a:pt x="6" y="167"/>
                      </a:cubicBezTo>
                      <a:cubicBezTo>
                        <a:pt x="8" y="200"/>
                        <a:pt x="8" y="200"/>
                        <a:pt x="8" y="200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6" y="191"/>
                        <a:pt x="41" y="191"/>
                      </a:cubicBezTo>
                      <a:cubicBezTo>
                        <a:pt x="46" y="191"/>
                        <a:pt x="49" y="211"/>
                        <a:pt x="57" y="211"/>
                      </a:cubicBezTo>
                      <a:cubicBezTo>
                        <a:pt x="65" y="211"/>
                        <a:pt x="73" y="170"/>
                        <a:pt x="73" y="170"/>
                      </a:cubicBezTo>
                      <a:cubicBezTo>
                        <a:pt x="73" y="170"/>
                        <a:pt x="85" y="177"/>
                        <a:pt x="89" y="179"/>
                      </a:cubicBezTo>
                      <a:cubicBezTo>
                        <a:pt x="93" y="181"/>
                        <a:pt x="99" y="194"/>
                        <a:pt x="99" y="194"/>
                      </a:cubicBezTo>
                      <a:cubicBezTo>
                        <a:pt x="99" y="194"/>
                        <a:pt x="113" y="194"/>
                        <a:pt x="116" y="194"/>
                      </a:cubicBezTo>
                      <a:cubicBezTo>
                        <a:pt x="119" y="194"/>
                        <a:pt x="128" y="181"/>
                        <a:pt x="128" y="181"/>
                      </a:cubicBezTo>
                      <a:cubicBezTo>
                        <a:pt x="128" y="181"/>
                        <a:pt x="134" y="194"/>
                        <a:pt x="137" y="194"/>
                      </a:cubicBezTo>
                      <a:cubicBezTo>
                        <a:pt x="140" y="194"/>
                        <a:pt x="151" y="187"/>
                        <a:pt x="155" y="187"/>
                      </a:cubicBezTo>
                      <a:cubicBezTo>
                        <a:pt x="159" y="187"/>
                        <a:pt x="165" y="192"/>
                        <a:pt x="165" y="192"/>
                      </a:cubicBezTo>
                      <a:cubicBezTo>
                        <a:pt x="185" y="193"/>
                        <a:pt x="185" y="193"/>
                        <a:pt x="185" y="193"/>
                      </a:cubicBezTo>
                      <a:cubicBezTo>
                        <a:pt x="196" y="207"/>
                        <a:pt x="196" y="207"/>
                        <a:pt x="196" y="207"/>
                      </a:cubicBezTo>
                      <a:cubicBezTo>
                        <a:pt x="196" y="207"/>
                        <a:pt x="208" y="208"/>
                        <a:pt x="216" y="216"/>
                      </a:cubicBezTo>
                      <a:cubicBezTo>
                        <a:pt x="224" y="224"/>
                        <a:pt x="227" y="234"/>
                        <a:pt x="231" y="242"/>
                      </a:cubicBezTo>
                      <a:cubicBezTo>
                        <a:pt x="235" y="250"/>
                        <a:pt x="253" y="252"/>
                        <a:pt x="257" y="257"/>
                      </a:cubicBezTo>
                      <a:cubicBezTo>
                        <a:pt x="261" y="262"/>
                        <a:pt x="261" y="271"/>
                        <a:pt x="262" y="277"/>
                      </a:cubicBezTo>
                      <a:cubicBezTo>
                        <a:pt x="263" y="283"/>
                        <a:pt x="280" y="283"/>
                        <a:pt x="280" y="283"/>
                      </a:cubicBezTo>
                      <a:cubicBezTo>
                        <a:pt x="288" y="295"/>
                        <a:pt x="288" y="295"/>
                        <a:pt x="288" y="295"/>
                      </a:cubicBezTo>
                      <a:cubicBezTo>
                        <a:pt x="304" y="305"/>
                        <a:pt x="304" y="305"/>
                        <a:pt x="304" y="305"/>
                      </a:cubicBezTo>
                      <a:cubicBezTo>
                        <a:pt x="311" y="293"/>
                        <a:pt x="311" y="293"/>
                        <a:pt x="311" y="293"/>
                      </a:cubicBezTo>
                      <a:cubicBezTo>
                        <a:pt x="320" y="287"/>
                        <a:pt x="320" y="287"/>
                        <a:pt x="320" y="287"/>
                      </a:cubicBezTo>
                      <a:cubicBezTo>
                        <a:pt x="312" y="277"/>
                        <a:pt x="304" y="268"/>
                        <a:pt x="304" y="268"/>
                      </a:cubicBezTo>
                      <a:cubicBezTo>
                        <a:pt x="304" y="268"/>
                        <a:pt x="287" y="271"/>
                        <a:pt x="285" y="264"/>
                      </a:cubicBezTo>
                      <a:cubicBezTo>
                        <a:pt x="283" y="257"/>
                        <a:pt x="283" y="239"/>
                        <a:pt x="283" y="239"/>
                      </a:cubicBezTo>
                      <a:cubicBezTo>
                        <a:pt x="283" y="239"/>
                        <a:pt x="244" y="225"/>
                        <a:pt x="241" y="216"/>
                      </a:cubicBezTo>
                      <a:cubicBezTo>
                        <a:pt x="238" y="207"/>
                        <a:pt x="238" y="185"/>
                        <a:pt x="231" y="181"/>
                      </a:cubicBezTo>
                      <a:cubicBezTo>
                        <a:pt x="224" y="177"/>
                        <a:pt x="207" y="181"/>
                        <a:pt x="204" y="177"/>
                      </a:cubicBezTo>
                      <a:cubicBezTo>
                        <a:pt x="201" y="173"/>
                        <a:pt x="190" y="159"/>
                        <a:pt x="190" y="159"/>
                      </a:cubicBezTo>
                      <a:cubicBezTo>
                        <a:pt x="177" y="165"/>
                        <a:pt x="177" y="165"/>
                        <a:pt x="177" y="165"/>
                      </a:cubicBezTo>
                      <a:cubicBezTo>
                        <a:pt x="169" y="152"/>
                        <a:pt x="169" y="152"/>
                        <a:pt x="169" y="152"/>
                      </a:cubicBezTo>
                      <a:cubicBezTo>
                        <a:pt x="157" y="149"/>
                        <a:pt x="157" y="149"/>
                        <a:pt x="157" y="149"/>
                      </a:cubicBezTo>
                      <a:cubicBezTo>
                        <a:pt x="157" y="149"/>
                        <a:pt x="137" y="129"/>
                        <a:pt x="134" y="117"/>
                      </a:cubicBezTo>
                      <a:cubicBezTo>
                        <a:pt x="131" y="105"/>
                        <a:pt x="135" y="85"/>
                        <a:pt x="128" y="62"/>
                      </a:cubicBezTo>
                      <a:cubicBezTo>
                        <a:pt x="121" y="39"/>
                        <a:pt x="100" y="1"/>
                        <a:pt x="100" y="1"/>
                      </a:cubicBezTo>
                      <a:cubicBezTo>
                        <a:pt x="98" y="0"/>
                        <a:pt x="98" y="0"/>
                        <a:pt x="98" y="0"/>
                      </a:cubicBezTo>
                      <a:cubicBezTo>
                        <a:pt x="96" y="9"/>
                        <a:pt x="92" y="21"/>
                        <a:pt x="87" y="25"/>
                      </a:cubicBezTo>
                      <a:cubicBezTo>
                        <a:pt x="78" y="33"/>
                        <a:pt x="51" y="35"/>
                        <a:pt x="51" y="3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8" name="Freeform 290"/>
                <p:cNvSpPr>
                  <a:spLocks/>
                </p:cNvSpPr>
                <p:nvPr/>
              </p:nvSpPr>
              <p:spPr bwMode="gray">
                <a:xfrm>
                  <a:off x="-2771" y="-11872"/>
                  <a:ext cx="1674" cy="1453"/>
                </a:xfrm>
                <a:custGeom>
                  <a:avLst/>
                  <a:gdLst>
                    <a:gd name="T0" fmla="*/ 75 w 709"/>
                    <a:gd name="T1" fmla="*/ 428 h 615"/>
                    <a:gd name="T2" fmla="*/ 87 w 709"/>
                    <a:gd name="T3" fmla="*/ 442 h 615"/>
                    <a:gd name="T4" fmla="*/ 96 w 709"/>
                    <a:gd name="T5" fmla="*/ 471 h 615"/>
                    <a:gd name="T6" fmla="*/ 133 w 709"/>
                    <a:gd name="T7" fmla="*/ 513 h 615"/>
                    <a:gd name="T8" fmla="*/ 138 w 709"/>
                    <a:gd name="T9" fmla="*/ 545 h 615"/>
                    <a:gd name="T10" fmla="*/ 191 w 709"/>
                    <a:gd name="T11" fmla="*/ 562 h 615"/>
                    <a:gd name="T12" fmla="*/ 282 w 709"/>
                    <a:gd name="T13" fmla="*/ 606 h 615"/>
                    <a:gd name="T14" fmla="*/ 326 w 709"/>
                    <a:gd name="T15" fmla="*/ 601 h 615"/>
                    <a:gd name="T16" fmla="*/ 360 w 709"/>
                    <a:gd name="T17" fmla="*/ 577 h 615"/>
                    <a:gd name="T18" fmla="*/ 388 w 709"/>
                    <a:gd name="T19" fmla="*/ 585 h 615"/>
                    <a:gd name="T20" fmla="*/ 410 w 709"/>
                    <a:gd name="T21" fmla="*/ 582 h 615"/>
                    <a:gd name="T22" fmla="*/ 434 w 709"/>
                    <a:gd name="T23" fmla="*/ 574 h 615"/>
                    <a:gd name="T24" fmla="*/ 480 w 709"/>
                    <a:gd name="T25" fmla="*/ 549 h 615"/>
                    <a:gd name="T26" fmla="*/ 569 w 709"/>
                    <a:gd name="T27" fmla="*/ 535 h 615"/>
                    <a:gd name="T28" fmla="*/ 661 w 709"/>
                    <a:gd name="T29" fmla="*/ 373 h 615"/>
                    <a:gd name="T30" fmla="*/ 527 w 709"/>
                    <a:gd name="T31" fmla="*/ 320 h 615"/>
                    <a:gd name="T32" fmla="*/ 491 w 709"/>
                    <a:gd name="T33" fmla="*/ 295 h 615"/>
                    <a:gd name="T34" fmla="*/ 462 w 709"/>
                    <a:gd name="T35" fmla="*/ 246 h 615"/>
                    <a:gd name="T36" fmla="*/ 454 w 709"/>
                    <a:gd name="T37" fmla="*/ 230 h 615"/>
                    <a:gd name="T38" fmla="*/ 454 w 709"/>
                    <a:gd name="T39" fmla="*/ 201 h 615"/>
                    <a:gd name="T40" fmla="*/ 419 w 709"/>
                    <a:gd name="T41" fmla="*/ 211 h 615"/>
                    <a:gd name="T42" fmla="*/ 421 w 709"/>
                    <a:gd name="T43" fmla="*/ 164 h 615"/>
                    <a:gd name="T44" fmla="*/ 431 w 709"/>
                    <a:gd name="T45" fmla="*/ 113 h 615"/>
                    <a:gd name="T46" fmla="*/ 408 w 709"/>
                    <a:gd name="T47" fmla="*/ 87 h 615"/>
                    <a:gd name="T48" fmla="*/ 367 w 709"/>
                    <a:gd name="T49" fmla="*/ 46 h 615"/>
                    <a:gd name="T50" fmla="*/ 336 w 709"/>
                    <a:gd name="T51" fmla="*/ 23 h 615"/>
                    <a:gd name="T52" fmla="*/ 306 w 709"/>
                    <a:gd name="T53" fmla="*/ 17 h 615"/>
                    <a:gd name="T54" fmla="*/ 279 w 709"/>
                    <a:gd name="T55" fmla="*/ 11 h 615"/>
                    <a:gd name="T56" fmla="*/ 250 w 709"/>
                    <a:gd name="T57" fmla="*/ 24 h 615"/>
                    <a:gd name="T58" fmla="*/ 224 w 709"/>
                    <a:gd name="T59" fmla="*/ 0 h 615"/>
                    <a:gd name="T60" fmla="*/ 192 w 709"/>
                    <a:gd name="T61" fmla="*/ 21 h 615"/>
                    <a:gd name="T62" fmla="*/ 159 w 709"/>
                    <a:gd name="T63" fmla="*/ 30 h 615"/>
                    <a:gd name="T64" fmla="*/ 143 w 709"/>
                    <a:gd name="T65" fmla="*/ 88 h 615"/>
                    <a:gd name="T66" fmla="*/ 123 w 709"/>
                    <a:gd name="T67" fmla="*/ 116 h 615"/>
                    <a:gd name="T68" fmla="*/ 110 w 709"/>
                    <a:gd name="T69" fmla="*/ 155 h 615"/>
                    <a:gd name="T70" fmla="*/ 96 w 709"/>
                    <a:gd name="T71" fmla="*/ 179 h 615"/>
                    <a:gd name="T72" fmla="*/ 90 w 709"/>
                    <a:gd name="T73" fmla="*/ 221 h 615"/>
                    <a:gd name="T74" fmla="*/ 71 w 709"/>
                    <a:gd name="T75" fmla="*/ 215 h 615"/>
                    <a:gd name="T76" fmla="*/ 65 w 709"/>
                    <a:gd name="T77" fmla="*/ 256 h 615"/>
                    <a:gd name="T78" fmla="*/ 54 w 709"/>
                    <a:gd name="T79" fmla="*/ 305 h 615"/>
                    <a:gd name="T80" fmla="*/ 36 w 709"/>
                    <a:gd name="T81" fmla="*/ 351 h 615"/>
                    <a:gd name="T82" fmla="*/ 8 w 709"/>
                    <a:gd name="T83" fmla="*/ 345 h 615"/>
                    <a:gd name="T84" fmla="*/ 3 w 709"/>
                    <a:gd name="T85" fmla="*/ 383 h 615"/>
                    <a:gd name="T86" fmla="*/ 55 w 709"/>
                    <a:gd name="T87" fmla="*/ 405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09" h="615">
                      <a:moveTo>
                        <a:pt x="60" y="425"/>
                      </a:moveTo>
                      <a:cubicBezTo>
                        <a:pt x="64" y="430"/>
                        <a:pt x="75" y="428"/>
                        <a:pt x="75" y="428"/>
                      </a:cubicBezTo>
                      <a:cubicBezTo>
                        <a:pt x="78" y="441"/>
                        <a:pt x="78" y="441"/>
                        <a:pt x="78" y="441"/>
                      </a:cubicBezTo>
                      <a:cubicBezTo>
                        <a:pt x="87" y="442"/>
                        <a:pt x="87" y="442"/>
                        <a:pt x="87" y="442"/>
                      </a:cubicBezTo>
                      <a:cubicBezTo>
                        <a:pt x="89" y="467"/>
                        <a:pt x="89" y="467"/>
                        <a:pt x="89" y="467"/>
                      </a:cubicBezTo>
                      <a:cubicBezTo>
                        <a:pt x="96" y="471"/>
                        <a:pt x="96" y="471"/>
                        <a:pt x="96" y="471"/>
                      </a:cubicBezTo>
                      <a:cubicBezTo>
                        <a:pt x="96" y="471"/>
                        <a:pt x="98" y="498"/>
                        <a:pt x="108" y="506"/>
                      </a:cubicBezTo>
                      <a:cubicBezTo>
                        <a:pt x="118" y="514"/>
                        <a:pt x="128" y="505"/>
                        <a:pt x="133" y="513"/>
                      </a:cubicBezTo>
                      <a:cubicBezTo>
                        <a:pt x="138" y="521"/>
                        <a:pt x="137" y="535"/>
                        <a:pt x="137" y="535"/>
                      </a:cubicBezTo>
                      <a:cubicBezTo>
                        <a:pt x="138" y="545"/>
                        <a:pt x="138" y="545"/>
                        <a:pt x="138" y="545"/>
                      </a:cubicBezTo>
                      <a:cubicBezTo>
                        <a:pt x="144" y="560"/>
                        <a:pt x="144" y="560"/>
                        <a:pt x="144" y="560"/>
                      </a:cubicBezTo>
                      <a:cubicBezTo>
                        <a:pt x="191" y="562"/>
                        <a:pt x="191" y="562"/>
                        <a:pt x="191" y="562"/>
                      </a:cubicBezTo>
                      <a:cubicBezTo>
                        <a:pt x="242" y="602"/>
                        <a:pt x="242" y="602"/>
                        <a:pt x="242" y="602"/>
                      </a:cubicBezTo>
                      <a:cubicBezTo>
                        <a:pt x="242" y="602"/>
                        <a:pt x="269" y="604"/>
                        <a:pt x="282" y="606"/>
                      </a:cubicBezTo>
                      <a:cubicBezTo>
                        <a:pt x="295" y="608"/>
                        <a:pt x="313" y="615"/>
                        <a:pt x="313" y="615"/>
                      </a:cubicBezTo>
                      <a:cubicBezTo>
                        <a:pt x="326" y="601"/>
                        <a:pt x="326" y="601"/>
                        <a:pt x="326" y="601"/>
                      </a:cubicBezTo>
                      <a:cubicBezTo>
                        <a:pt x="326" y="601"/>
                        <a:pt x="324" y="597"/>
                        <a:pt x="331" y="591"/>
                      </a:cubicBezTo>
                      <a:cubicBezTo>
                        <a:pt x="338" y="585"/>
                        <a:pt x="360" y="577"/>
                        <a:pt x="360" y="577"/>
                      </a:cubicBezTo>
                      <a:cubicBezTo>
                        <a:pt x="372" y="568"/>
                        <a:pt x="372" y="568"/>
                        <a:pt x="372" y="568"/>
                      </a:cubicBezTo>
                      <a:cubicBezTo>
                        <a:pt x="388" y="585"/>
                        <a:pt x="388" y="585"/>
                        <a:pt x="388" y="585"/>
                      </a:cubicBezTo>
                      <a:cubicBezTo>
                        <a:pt x="406" y="586"/>
                        <a:pt x="406" y="586"/>
                        <a:pt x="406" y="586"/>
                      </a:cubicBezTo>
                      <a:cubicBezTo>
                        <a:pt x="410" y="582"/>
                        <a:pt x="410" y="582"/>
                        <a:pt x="410" y="582"/>
                      </a:cubicBezTo>
                      <a:cubicBezTo>
                        <a:pt x="426" y="588"/>
                        <a:pt x="426" y="588"/>
                        <a:pt x="426" y="588"/>
                      </a:cubicBezTo>
                      <a:cubicBezTo>
                        <a:pt x="426" y="588"/>
                        <a:pt x="426" y="577"/>
                        <a:pt x="434" y="574"/>
                      </a:cubicBezTo>
                      <a:cubicBezTo>
                        <a:pt x="442" y="571"/>
                        <a:pt x="467" y="573"/>
                        <a:pt x="473" y="567"/>
                      </a:cubicBezTo>
                      <a:cubicBezTo>
                        <a:pt x="479" y="561"/>
                        <a:pt x="480" y="549"/>
                        <a:pt x="480" y="549"/>
                      </a:cubicBezTo>
                      <a:cubicBezTo>
                        <a:pt x="480" y="549"/>
                        <a:pt x="505" y="537"/>
                        <a:pt x="513" y="535"/>
                      </a:cubicBezTo>
                      <a:cubicBezTo>
                        <a:pt x="521" y="533"/>
                        <a:pt x="569" y="535"/>
                        <a:pt x="569" y="535"/>
                      </a:cubicBezTo>
                      <a:cubicBezTo>
                        <a:pt x="709" y="370"/>
                        <a:pt x="709" y="370"/>
                        <a:pt x="709" y="370"/>
                      </a:cubicBezTo>
                      <a:cubicBezTo>
                        <a:pt x="661" y="373"/>
                        <a:pt x="661" y="373"/>
                        <a:pt x="661" y="373"/>
                      </a:cubicBezTo>
                      <a:cubicBezTo>
                        <a:pt x="661" y="373"/>
                        <a:pt x="628" y="353"/>
                        <a:pt x="609" y="347"/>
                      </a:cubicBezTo>
                      <a:cubicBezTo>
                        <a:pt x="590" y="341"/>
                        <a:pt x="538" y="328"/>
                        <a:pt x="527" y="320"/>
                      </a:cubicBezTo>
                      <a:cubicBezTo>
                        <a:pt x="516" y="312"/>
                        <a:pt x="506" y="295"/>
                        <a:pt x="506" y="295"/>
                      </a:cubicBezTo>
                      <a:cubicBezTo>
                        <a:pt x="491" y="295"/>
                        <a:pt x="491" y="295"/>
                        <a:pt x="491" y="295"/>
                      </a:cubicBezTo>
                      <a:cubicBezTo>
                        <a:pt x="491" y="295"/>
                        <a:pt x="487" y="278"/>
                        <a:pt x="481" y="270"/>
                      </a:cubicBezTo>
                      <a:cubicBezTo>
                        <a:pt x="475" y="262"/>
                        <a:pt x="462" y="246"/>
                        <a:pt x="462" y="246"/>
                      </a:cubicBezTo>
                      <a:cubicBezTo>
                        <a:pt x="463" y="238"/>
                        <a:pt x="463" y="238"/>
                        <a:pt x="463" y="238"/>
                      </a:cubicBezTo>
                      <a:cubicBezTo>
                        <a:pt x="454" y="230"/>
                        <a:pt x="454" y="230"/>
                        <a:pt x="454" y="230"/>
                      </a:cubicBezTo>
                      <a:cubicBezTo>
                        <a:pt x="467" y="210"/>
                        <a:pt x="467" y="210"/>
                        <a:pt x="467" y="210"/>
                      </a:cubicBezTo>
                      <a:cubicBezTo>
                        <a:pt x="463" y="206"/>
                        <a:pt x="458" y="202"/>
                        <a:pt x="454" y="201"/>
                      </a:cubicBezTo>
                      <a:cubicBezTo>
                        <a:pt x="447" y="200"/>
                        <a:pt x="444" y="208"/>
                        <a:pt x="444" y="208"/>
                      </a:cubicBezTo>
                      <a:cubicBezTo>
                        <a:pt x="444" y="208"/>
                        <a:pt x="427" y="212"/>
                        <a:pt x="419" y="211"/>
                      </a:cubicBezTo>
                      <a:cubicBezTo>
                        <a:pt x="411" y="210"/>
                        <a:pt x="408" y="173"/>
                        <a:pt x="408" y="173"/>
                      </a:cubicBezTo>
                      <a:cubicBezTo>
                        <a:pt x="421" y="164"/>
                        <a:pt x="421" y="164"/>
                        <a:pt x="421" y="164"/>
                      </a:cubicBezTo>
                      <a:cubicBezTo>
                        <a:pt x="439" y="125"/>
                        <a:pt x="439" y="125"/>
                        <a:pt x="439" y="125"/>
                      </a:cubicBezTo>
                      <a:cubicBezTo>
                        <a:pt x="431" y="113"/>
                        <a:pt x="431" y="113"/>
                        <a:pt x="431" y="113"/>
                      </a:cubicBezTo>
                      <a:cubicBezTo>
                        <a:pt x="431" y="113"/>
                        <a:pt x="414" y="113"/>
                        <a:pt x="413" y="107"/>
                      </a:cubicBezTo>
                      <a:cubicBezTo>
                        <a:pt x="412" y="101"/>
                        <a:pt x="412" y="92"/>
                        <a:pt x="408" y="87"/>
                      </a:cubicBezTo>
                      <a:cubicBezTo>
                        <a:pt x="404" y="82"/>
                        <a:pt x="386" y="80"/>
                        <a:pt x="382" y="72"/>
                      </a:cubicBezTo>
                      <a:cubicBezTo>
                        <a:pt x="378" y="64"/>
                        <a:pt x="375" y="54"/>
                        <a:pt x="367" y="46"/>
                      </a:cubicBezTo>
                      <a:cubicBezTo>
                        <a:pt x="359" y="38"/>
                        <a:pt x="347" y="37"/>
                        <a:pt x="347" y="37"/>
                      </a:cubicBezTo>
                      <a:cubicBezTo>
                        <a:pt x="336" y="23"/>
                        <a:pt x="336" y="23"/>
                        <a:pt x="336" y="23"/>
                      </a:cubicBezTo>
                      <a:cubicBezTo>
                        <a:pt x="316" y="22"/>
                        <a:pt x="316" y="22"/>
                        <a:pt x="316" y="22"/>
                      </a:cubicBezTo>
                      <a:cubicBezTo>
                        <a:pt x="316" y="22"/>
                        <a:pt x="310" y="17"/>
                        <a:pt x="306" y="17"/>
                      </a:cubicBezTo>
                      <a:cubicBezTo>
                        <a:pt x="302" y="17"/>
                        <a:pt x="291" y="24"/>
                        <a:pt x="288" y="24"/>
                      </a:cubicBezTo>
                      <a:cubicBezTo>
                        <a:pt x="285" y="24"/>
                        <a:pt x="279" y="11"/>
                        <a:pt x="279" y="11"/>
                      </a:cubicBezTo>
                      <a:cubicBezTo>
                        <a:pt x="279" y="11"/>
                        <a:pt x="270" y="24"/>
                        <a:pt x="267" y="24"/>
                      </a:cubicBezTo>
                      <a:cubicBezTo>
                        <a:pt x="264" y="24"/>
                        <a:pt x="250" y="24"/>
                        <a:pt x="250" y="24"/>
                      </a:cubicBezTo>
                      <a:cubicBezTo>
                        <a:pt x="250" y="24"/>
                        <a:pt x="244" y="11"/>
                        <a:pt x="240" y="9"/>
                      </a:cubicBezTo>
                      <a:cubicBezTo>
                        <a:pt x="236" y="7"/>
                        <a:pt x="224" y="0"/>
                        <a:pt x="224" y="0"/>
                      </a:cubicBezTo>
                      <a:cubicBezTo>
                        <a:pt x="224" y="0"/>
                        <a:pt x="216" y="41"/>
                        <a:pt x="208" y="41"/>
                      </a:cubicBezTo>
                      <a:cubicBezTo>
                        <a:pt x="200" y="41"/>
                        <a:pt x="197" y="21"/>
                        <a:pt x="192" y="21"/>
                      </a:cubicBezTo>
                      <a:cubicBezTo>
                        <a:pt x="187" y="21"/>
                        <a:pt x="182" y="31"/>
                        <a:pt x="182" y="31"/>
                      </a:cubicBezTo>
                      <a:cubicBezTo>
                        <a:pt x="159" y="30"/>
                        <a:pt x="159" y="30"/>
                        <a:pt x="159" y="30"/>
                      </a:cubicBezTo>
                      <a:cubicBezTo>
                        <a:pt x="159" y="60"/>
                        <a:pt x="159" y="60"/>
                        <a:pt x="159" y="60"/>
                      </a:cubicBezTo>
                      <a:cubicBezTo>
                        <a:pt x="159" y="60"/>
                        <a:pt x="143" y="80"/>
                        <a:pt x="143" y="88"/>
                      </a:cubicBezTo>
                      <a:cubicBezTo>
                        <a:pt x="143" y="96"/>
                        <a:pt x="145" y="114"/>
                        <a:pt x="145" y="114"/>
                      </a:cubicBezTo>
                      <a:cubicBezTo>
                        <a:pt x="123" y="116"/>
                        <a:pt x="123" y="116"/>
                        <a:pt x="123" y="116"/>
                      </a:cubicBezTo>
                      <a:cubicBezTo>
                        <a:pt x="123" y="116"/>
                        <a:pt x="112" y="130"/>
                        <a:pt x="111" y="135"/>
                      </a:cubicBezTo>
                      <a:cubicBezTo>
                        <a:pt x="110" y="140"/>
                        <a:pt x="115" y="150"/>
                        <a:pt x="110" y="155"/>
                      </a:cubicBezTo>
                      <a:cubicBezTo>
                        <a:pt x="105" y="160"/>
                        <a:pt x="94" y="164"/>
                        <a:pt x="94" y="164"/>
                      </a:cubicBezTo>
                      <a:cubicBezTo>
                        <a:pt x="96" y="179"/>
                        <a:pt x="96" y="179"/>
                        <a:pt x="96" y="179"/>
                      </a:cubicBezTo>
                      <a:cubicBezTo>
                        <a:pt x="89" y="190"/>
                        <a:pt x="89" y="190"/>
                        <a:pt x="89" y="190"/>
                      </a:cubicBezTo>
                      <a:cubicBezTo>
                        <a:pt x="89" y="190"/>
                        <a:pt x="96" y="213"/>
                        <a:pt x="90" y="221"/>
                      </a:cubicBezTo>
                      <a:cubicBezTo>
                        <a:pt x="84" y="229"/>
                        <a:pt x="78" y="226"/>
                        <a:pt x="78" y="226"/>
                      </a:cubicBezTo>
                      <a:cubicBezTo>
                        <a:pt x="78" y="226"/>
                        <a:pt x="76" y="215"/>
                        <a:pt x="71" y="215"/>
                      </a:cubicBezTo>
                      <a:cubicBezTo>
                        <a:pt x="66" y="215"/>
                        <a:pt x="60" y="228"/>
                        <a:pt x="60" y="235"/>
                      </a:cubicBezTo>
                      <a:cubicBezTo>
                        <a:pt x="60" y="242"/>
                        <a:pt x="66" y="253"/>
                        <a:pt x="65" y="256"/>
                      </a:cubicBezTo>
                      <a:cubicBezTo>
                        <a:pt x="64" y="259"/>
                        <a:pt x="49" y="270"/>
                        <a:pt x="48" y="278"/>
                      </a:cubicBezTo>
                      <a:cubicBezTo>
                        <a:pt x="47" y="286"/>
                        <a:pt x="54" y="305"/>
                        <a:pt x="54" y="305"/>
                      </a:cubicBezTo>
                      <a:cubicBezTo>
                        <a:pt x="54" y="305"/>
                        <a:pt x="57" y="336"/>
                        <a:pt x="50" y="341"/>
                      </a:cubicBezTo>
                      <a:cubicBezTo>
                        <a:pt x="43" y="346"/>
                        <a:pt x="36" y="351"/>
                        <a:pt x="36" y="351"/>
                      </a:cubicBezTo>
                      <a:cubicBezTo>
                        <a:pt x="31" y="346"/>
                        <a:pt x="31" y="346"/>
                        <a:pt x="31" y="346"/>
                      </a:cubicBezTo>
                      <a:cubicBezTo>
                        <a:pt x="8" y="345"/>
                        <a:pt x="8" y="345"/>
                        <a:pt x="8" y="345"/>
                      </a:cubicBezTo>
                      <a:cubicBezTo>
                        <a:pt x="10" y="361"/>
                        <a:pt x="10" y="361"/>
                        <a:pt x="10" y="361"/>
                      </a:cubicBezTo>
                      <a:cubicBezTo>
                        <a:pt x="10" y="361"/>
                        <a:pt x="0" y="378"/>
                        <a:pt x="3" y="383"/>
                      </a:cubicBezTo>
                      <a:cubicBezTo>
                        <a:pt x="6" y="388"/>
                        <a:pt x="22" y="382"/>
                        <a:pt x="30" y="386"/>
                      </a:cubicBezTo>
                      <a:cubicBezTo>
                        <a:pt x="38" y="390"/>
                        <a:pt x="55" y="405"/>
                        <a:pt x="55" y="405"/>
                      </a:cubicBezTo>
                      <a:cubicBezTo>
                        <a:pt x="55" y="405"/>
                        <a:pt x="56" y="420"/>
                        <a:pt x="60" y="42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9" name="Freeform 291"/>
                <p:cNvSpPr>
                  <a:spLocks/>
                </p:cNvSpPr>
                <p:nvPr/>
              </p:nvSpPr>
              <p:spPr bwMode="gray">
                <a:xfrm>
                  <a:off x="-3771" y="-14005"/>
                  <a:ext cx="1252" cy="1290"/>
                </a:xfrm>
                <a:custGeom>
                  <a:avLst/>
                  <a:gdLst>
                    <a:gd name="T0" fmla="*/ 11 w 530"/>
                    <a:gd name="T1" fmla="*/ 13 h 546"/>
                    <a:gd name="T2" fmla="*/ 7 w 530"/>
                    <a:gd name="T3" fmla="*/ 34 h 546"/>
                    <a:gd name="T4" fmla="*/ 17 w 530"/>
                    <a:gd name="T5" fmla="*/ 54 h 546"/>
                    <a:gd name="T6" fmla="*/ 3 w 530"/>
                    <a:gd name="T7" fmla="*/ 82 h 546"/>
                    <a:gd name="T8" fmla="*/ 21 w 530"/>
                    <a:gd name="T9" fmla="*/ 120 h 546"/>
                    <a:gd name="T10" fmla="*/ 34 w 530"/>
                    <a:gd name="T11" fmla="*/ 518 h 546"/>
                    <a:gd name="T12" fmla="*/ 320 w 530"/>
                    <a:gd name="T13" fmla="*/ 522 h 546"/>
                    <a:gd name="T14" fmla="*/ 329 w 530"/>
                    <a:gd name="T15" fmla="*/ 510 h 546"/>
                    <a:gd name="T16" fmla="*/ 334 w 530"/>
                    <a:gd name="T17" fmla="*/ 518 h 546"/>
                    <a:gd name="T18" fmla="*/ 413 w 530"/>
                    <a:gd name="T19" fmla="*/ 521 h 546"/>
                    <a:gd name="T20" fmla="*/ 438 w 530"/>
                    <a:gd name="T21" fmla="*/ 539 h 546"/>
                    <a:gd name="T22" fmla="*/ 460 w 530"/>
                    <a:gd name="T23" fmla="*/ 508 h 546"/>
                    <a:gd name="T24" fmla="*/ 482 w 530"/>
                    <a:gd name="T25" fmla="*/ 505 h 546"/>
                    <a:gd name="T26" fmla="*/ 492 w 530"/>
                    <a:gd name="T27" fmla="*/ 478 h 546"/>
                    <a:gd name="T28" fmla="*/ 509 w 530"/>
                    <a:gd name="T29" fmla="*/ 477 h 546"/>
                    <a:gd name="T30" fmla="*/ 525 w 530"/>
                    <a:gd name="T31" fmla="*/ 462 h 546"/>
                    <a:gd name="T32" fmla="*/ 520 w 530"/>
                    <a:gd name="T33" fmla="*/ 445 h 546"/>
                    <a:gd name="T34" fmla="*/ 518 w 530"/>
                    <a:gd name="T35" fmla="*/ 416 h 546"/>
                    <a:gd name="T36" fmla="*/ 530 w 530"/>
                    <a:gd name="T37" fmla="*/ 415 h 546"/>
                    <a:gd name="T38" fmla="*/ 490 w 530"/>
                    <a:gd name="T39" fmla="*/ 369 h 546"/>
                    <a:gd name="T40" fmla="*/ 469 w 530"/>
                    <a:gd name="T41" fmla="*/ 315 h 546"/>
                    <a:gd name="T42" fmla="*/ 448 w 530"/>
                    <a:gd name="T43" fmla="*/ 288 h 546"/>
                    <a:gd name="T44" fmla="*/ 440 w 530"/>
                    <a:gd name="T45" fmla="*/ 252 h 546"/>
                    <a:gd name="T46" fmla="*/ 415 w 530"/>
                    <a:gd name="T47" fmla="*/ 225 h 546"/>
                    <a:gd name="T48" fmla="*/ 412 w 530"/>
                    <a:gd name="T49" fmla="*/ 204 h 546"/>
                    <a:gd name="T50" fmla="*/ 378 w 530"/>
                    <a:gd name="T51" fmla="*/ 161 h 546"/>
                    <a:gd name="T52" fmla="*/ 368 w 530"/>
                    <a:gd name="T53" fmla="*/ 147 h 546"/>
                    <a:gd name="T54" fmla="*/ 368 w 530"/>
                    <a:gd name="T55" fmla="*/ 126 h 546"/>
                    <a:gd name="T56" fmla="*/ 350 w 530"/>
                    <a:gd name="T57" fmla="*/ 112 h 546"/>
                    <a:gd name="T58" fmla="*/ 361 w 530"/>
                    <a:gd name="T59" fmla="*/ 99 h 546"/>
                    <a:gd name="T60" fmla="*/ 373 w 530"/>
                    <a:gd name="T61" fmla="*/ 107 h 546"/>
                    <a:gd name="T62" fmla="*/ 381 w 530"/>
                    <a:gd name="T63" fmla="*/ 130 h 546"/>
                    <a:gd name="T64" fmla="*/ 395 w 530"/>
                    <a:gd name="T65" fmla="*/ 145 h 546"/>
                    <a:gd name="T66" fmla="*/ 394 w 530"/>
                    <a:gd name="T67" fmla="*/ 162 h 546"/>
                    <a:gd name="T68" fmla="*/ 438 w 530"/>
                    <a:gd name="T69" fmla="*/ 207 h 546"/>
                    <a:gd name="T70" fmla="*/ 456 w 530"/>
                    <a:gd name="T71" fmla="*/ 195 h 546"/>
                    <a:gd name="T72" fmla="*/ 449 w 530"/>
                    <a:gd name="T73" fmla="*/ 183 h 546"/>
                    <a:gd name="T74" fmla="*/ 462 w 530"/>
                    <a:gd name="T75" fmla="*/ 143 h 546"/>
                    <a:gd name="T76" fmla="*/ 471 w 530"/>
                    <a:gd name="T77" fmla="*/ 112 h 546"/>
                    <a:gd name="T78" fmla="*/ 435 w 530"/>
                    <a:gd name="T79" fmla="*/ 19 h 546"/>
                    <a:gd name="T80" fmla="*/ 388 w 530"/>
                    <a:gd name="T81" fmla="*/ 30 h 546"/>
                    <a:gd name="T82" fmla="*/ 373 w 530"/>
                    <a:gd name="T83" fmla="*/ 22 h 546"/>
                    <a:gd name="T84" fmla="*/ 350 w 530"/>
                    <a:gd name="T85" fmla="*/ 26 h 546"/>
                    <a:gd name="T86" fmla="*/ 325 w 530"/>
                    <a:gd name="T87" fmla="*/ 7 h 546"/>
                    <a:gd name="T88" fmla="*/ 288 w 530"/>
                    <a:gd name="T89" fmla="*/ 14 h 546"/>
                    <a:gd name="T90" fmla="*/ 262 w 530"/>
                    <a:gd name="T91" fmla="*/ 11 h 546"/>
                    <a:gd name="T92" fmla="*/ 243 w 530"/>
                    <a:gd name="T93" fmla="*/ 30 h 546"/>
                    <a:gd name="T94" fmla="*/ 227 w 530"/>
                    <a:gd name="T95" fmla="*/ 30 h 546"/>
                    <a:gd name="T96" fmla="*/ 210 w 530"/>
                    <a:gd name="T97" fmla="*/ 43 h 546"/>
                    <a:gd name="T98" fmla="*/ 170 w 530"/>
                    <a:gd name="T99" fmla="*/ 29 h 546"/>
                    <a:gd name="T100" fmla="*/ 140 w 530"/>
                    <a:gd name="T101" fmla="*/ 29 h 546"/>
                    <a:gd name="T102" fmla="*/ 112 w 530"/>
                    <a:gd name="T103" fmla="*/ 13 h 546"/>
                    <a:gd name="T104" fmla="*/ 89 w 530"/>
                    <a:gd name="T105" fmla="*/ 12 h 546"/>
                    <a:gd name="T106" fmla="*/ 60 w 530"/>
                    <a:gd name="T107" fmla="*/ 1 h 546"/>
                    <a:gd name="T108" fmla="*/ 31 w 530"/>
                    <a:gd name="T109" fmla="*/ 6 h 546"/>
                    <a:gd name="T110" fmla="*/ 24 w 530"/>
                    <a:gd name="T111" fmla="*/ 0 h 546"/>
                    <a:gd name="T112" fmla="*/ 11 w 530"/>
                    <a:gd name="T113" fmla="*/ 13 h 5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0" h="546">
                      <a:moveTo>
                        <a:pt x="11" y="13"/>
                      </a:moveTo>
                      <a:cubicBezTo>
                        <a:pt x="6" y="16"/>
                        <a:pt x="6" y="30"/>
                        <a:pt x="7" y="34"/>
                      </a:cubicBezTo>
                      <a:cubicBezTo>
                        <a:pt x="8" y="38"/>
                        <a:pt x="20" y="45"/>
                        <a:pt x="17" y="54"/>
                      </a:cubicBezTo>
                      <a:cubicBezTo>
                        <a:pt x="14" y="63"/>
                        <a:pt x="0" y="75"/>
                        <a:pt x="3" y="82"/>
                      </a:cubicBezTo>
                      <a:cubicBezTo>
                        <a:pt x="6" y="89"/>
                        <a:pt x="21" y="107"/>
                        <a:pt x="21" y="120"/>
                      </a:cubicBezTo>
                      <a:cubicBezTo>
                        <a:pt x="21" y="133"/>
                        <a:pt x="34" y="518"/>
                        <a:pt x="34" y="518"/>
                      </a:cubicBezTo>
                      <a:cubicBezTo>
                        <a:pt x="320" y="522"/>
                        <a:pt x="320" y="522"/>
                        <a:pt x="320" y="522"/>
                      </a:cubicBezTo>
                      <a:cubicBezTo>
                        <a:pt x="320" y="522"/>
                        <a:pt x="322" y="512"/>
                        <a:pt x="329" y="510"/>
                      </a:cubicBezTo>
                      <a:cubicBezTo>
                        <a:pt x="336" y="508"/>
                        <a:pt x="334" y="518"/>
                        <a:pt x="334" y="518"/>
                      </a:cubicBezTo>
                      <a:cubicBezTo>
                        <a:pt x="413" y="521"/>
                        <a:pt x="413" y="521"/>
                        <a:pt x="413" y="521"/>
                      </a:cubicBezTo>
                      <a:cubicBezTo>
                        <a:pt x="413" y="521"/>
                        <a:pt x="425" y="546"/>
                        <a:pt x="438" y="539"/>
                      </a:cubicBezTo>
                      <a:cubicBezTo>
                        <a:pt x="451" y="532"/>
                        <a:pt x="450" y="511"/>
                        <a:pt x="460" y="508"/>
                      </a:cubicBezTo>
                      <a:cubicBezTo>
                        <a:pt x="470" y="505"/>
                        <a:pt x="472" y="509"/>
                        <a:pt x="482" y="505"/>
                      </a:cubicBezTo>
                      <a:cubicBezTo>
                        <a:pt x="492" y="501"/>
                        <a:pt x="492" y="478"/>
                        <a:pt x="492" y="478"/>
                      </a:cubicBezTo>
                      <a:cubicBezTo>
                        <a:pt x="509" y="477"/>
                        <a:pt x="509" y="477"/>
                        <a:pt x="509" y="477"/>
                      </a:cubicBezTo>
                      <a:cubicBezTo>
                        <a:pt x="525" y="462"/>
                        <a:pt x="525" y="462"/>
                        <a:pt x="525" y="462"/>
                      </a:cubicBezTo>
                      <a:cubicBezTo>
                        <a:pt x="522" y="456"/>
                        <a:pt x="520" y="450"/>
                        <a:pt x="520" y="445"/>
                      </a:cubicBezTo>
                      <a:cubicBezTo>
                        <a:pt x="519" y="430"/>
                        <a:pt x="518" y="416"/>
                        <a:pt x="518" y="416"/>
                      </a:cubicBezTo>
                      <a:cubicBezTo>
                        <a:pt x="530" y="415"/>
                        <a:pt x="530" y="415"/>
                        <a:pt x="530" y="415"/>
                      </a:cubicBezTo>
                      <a:cubicBezTo>
                        <a:pt x="530" y="415"/>
                        <a:pt x="503" y="397"/>
                        <a:pt x="490" y="369"/>
                      </a:cubicBezTo>
                      <a:cubicBezTo>
                        <a:pt x="477" y="341"/>
                        <a:pt x="478" y="326"/>
                        <a:pt x="469" y="315"/>
                      </a:cubicBezTo>
                      <a:cubicBezTo>
                        <a:pt x="460" y="304"/>
                        <a:pt x="456" y="302"/>
                        <a:pt x="448" y="288"/>
                      </a:cubicBezTo>
                      <a:cubicBezTo>
                        <a:pt x="440" y="274"/>
                        <a:pt x="440" y="252"/>
                        <a:pt x="440" y="252"/>
                      </a:cubicBezTo>
                      <a:cubicBezTo>
                        <a:pt x="415" y="225"/>
                        <a:pt x="415" y="225"/>
                        <a:pt x="415" y="225"/>
                      </a:cubicBezTo>
                      <a:cubicBezTo>
                        <a:pt x="415" y="225"/>
                        <a:pt x="418" y="216"/>
                        <a:pt x="412" y="204"/>
                      </a:cubicBezTo>
                      <a:cubicBezTo>
                        <a:pt x="406" y="192"/>
                        <a:pt x="380" y="170"/>
                        <a:pt x="378" y="161"/>
                      </a:cubicBezTo>
                      <a:cubicBezTo>
                        <a:pt x="376" y="152"/>
                        <a:pt x="368" y="147"/>
                        <a:pt x="368" y="147"/>
                      </a:cubicBezTo>
                      <a:cubicBezTo>
                        <a:pt x="368" y="147"/>
                        <a:pt x="376" y="137"/>
                        <a:pt x="368" y="126"/>
                      </a:cubicBezTo>
                      <a:cubicBezTo>
                        <a:pt x="360" y="115"/>
                        <a:pt x="350" y="112"/>
                        <a:pt x="350" y="112"/>
                      </a:cubicBezTo>
                      <a:cubicBezTo>
                        <a:pt x="361" y="99"/>
                        <a:pt x="361" y="99"/>
                        <a:pt x="361" y="99"/>
                      </a:cubicBezTo>
                      <a:cubicBezTo>
                        <a:pt x="373" y="107"/>
                        <a:pt x="373" y="107"/>
                        <a:pt x="373" y="107"/>
                      </a:cubicBezTo>
                      <a:cubicBezTo>
                        <a:pt x="373" y="107"/>
                        <a:pt x="372" y="124"/>
                        <a:pt x="381" y="130"/>
                      </a:cubicBezTo>
                      <a:cubicBezTo>
                        <a:pt x="390" y="136"/>
                        <a:pt x="395" y="145"/>
                        <a:pt x="395" y="145"/>
                      </a:cubicBezTo>
                      <a:cubicBezTo>
                        <a:pt x="394" y="162"/>
                        <a:pt x="394" y="162"/>
                        <a:pt x="394" y="162"/>
                      </a:cubicBezTo>
                      <a:cubicBezTo>
                        <a:pt x="394" y="162"/>
                        <a:pt x="426" y="214"/>
                        <a:pt x="438" y="207"/>
                      </a:cubicBezTo>
                      <a:cubicBezTo>
                        <a:pt x="450" y="200"/>
                        <a:pt x="456" y="195"/>
                        <a:pt x="456" y="195"/>
                      </a:cubicBezTo>
                      <a:cubicBezTo>
                        <a:pt x="449" y="183"/>
                        <a:pt x="449" y="183"/>
                        <a:pt x="449" y="183"/>
                      </a:cubicBezTo>
                      <a:cubicBezTo>
                        <a:pt x="449" y="183"/>
                        <a:pt x="462" y="157"/>
                        <a:pt x="462" y="143"/>
                      </a:cubicBezTo>
                      <a:cubicBezTo>
                        <a:pt x="462" y="129"/>
                        <a:pt x="471" y="112"/>
                        <a:pt x="471" y="112"/>
                      </a:cubicBezTo>
                      <a:cubicBezTo>
                        <a:pt x="435" y="19"/>
                        <a:pt x="435" y="19"/>
                        <a:pt x="435" y="19"/>
                      </a:cubicBezTo>
                      <a:cubicBezTo>
                        <a:pt x="435" y="19"/>
                        <a:pt x="397" y="34"/>
                        <a:pt x="388" y="30"/>
                      </a:cubicBezTo>
                      <a:cubicBezTo>
                        <a:pt x="379" y="26"/>
                        <a:pt x="373" y="22"/>
                        <a:pt x="373" y="22"/>
                      </a:cubicBezTo>
                      <a:cubicBezTo>
                        <a:pt x="373" y="22"/>
                        <a:pt x="364" y="33"/>
                        <a:pt x="350" y="26"/>
                      </a:cubicBezTo>
                      <a:cubicBezTo>
                        <a:pt x="336" y="19"/>
                        <a:pt x="341" y="10"/>
                        <a:pt x="325" y="7"/>
                      </a:cubicBezTo>
                      <a:cubicBezTo>
                        <a:pt x="309" y="4"/>
                        <a:pt x="288" y="14"/>
                        <a:pt x="288" y="14"/>
                      </a:cubicBezTo>
                      <a:cubicBezTo>
                        <a:pt x="288" y="14"/>
                        <a:pt x="273" y="7"/>
                        <a:pt x="262" y="11"/>
                      </a:cubicBezTo>
                      <a:cubicBezTo>
                        <a:pt x="251" y="15"/>
                        <a:pt x="243" y="30"/>
                        <a:pt x="243" y="30"/>
                      </a:cubicBezTo>
                      <a:cubicBezTo>
                        <a:pt x="243" y="30"/>
                        <a:pt x="231" y="28"/>
                        <a:pt x="227" y="30"/>
                      </a:cubicBezTo>
                      <a:cubicBezTo>
                        <a:pt x="223" y="32"/>
                        <a:pt x="210" y="43"/>
                        <a:pt x="210" y="43"/>
                      </a:cubicBezTo>
                      <a:cubicBezTo>
                        <a:pt x="210" y="43"/>
                        <a:pt x="176" y="29"/>
                        <a:pt x="170" y="29"/>
                      </a:cubicBezTo>
                      <a:cubicBezTo>
                        <a:pt x="164" y="29"/>
                        <a:pt x="153" y="32"/>
                        <a:pt x="140" y="29"/>
                      </a:cubicBezTo>
                      <a:cubicBezTo>
                        <a:pt x="127" y="26"/>
                        <a:pt x="125" y="14"/>
                        <a:pt x="112" y="13"/>
                      </a:cubicBezTo>
                      <a:cubicBezTo>
                        <a:pt x="99" y="12"/>
                        <a:pt x="89" y="12"/>
                        <a:pt x="89" y="12"/>
                      </a:cubicBezTo>
                      <a:cubicBezTo>
                        <a:pt x="89" y="12"/>
                        <a:pt x="69" y="1"/>
                        <a:pt x="60" y="1"/>
                      </a:cubicBezTo>
                      <a:cubicBezTo>
                        <a:pt x="51" y="1"/>
                        <a:pt x="46" y="15"/>
                        <a:pt x="31" y="6"/>
                      </a:cubicBezTo>
                      <a:cubicBezTo>
                        <a:pt x="28" y="4"/>
                        <a:pt x="26" y="2"/>
                        <a:pt x="24" y="0"/>
                      </a:cubicBezTo>
                      <a:cubicBezTo>
                        <a:pt x="21" y="4"/>
                        <a:pt x="15" y="11"/>
                        <a:pt x="11" y="1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0" name="Freeform 292"/>
                <p:cNvSpPr>
                  <a:spLocks/>
                </p:cNvSpPr>
                <p:nvPr/>
              </p:nvSpPr>
              <p:spPr bwMode="gray">
                <a:xfrm>
                  <a:off x="-5504" y="-11645"/>
                  <a:ext cx="857" cy="1450"/>
                </a:xfrm>
                <a:custGeom>
                  <a:avLst/>
                  <a:gdLst>
                    <a:gd name="T0" fmla="*/ 275 w 363"/>
                    <a:gd name="T1" fmla="*/ 0 h 614"/>
                    <a:gd name="T2" fmla="*/ 263 w 363"/>
                    <a:gd name="T3" fmla="*/ 43 h 614"/>
                    <a:gd name="T4" fmla="*/ 282 w 363"/>
                    <a:gd name="T5" fmla="*/ 70 h 614"/>
                    <a:gd name="T6" fmla="*/ 256 w 363"/>
                    <a:gd name="T7" fmla="*/ 100 h 614"/>
                    <a:gd name="T8" fmla="*/ 236 w 363"/>
                    <a:gd name="T9" fmla="*/ 136 h 614"/>
                    <a:gd name="T10" fmla="*/ 227 w 363"/>
                    <a:gd name="T11" fmla="*/ 159 h 614"/>
                    <a:gd name="T12" fmla="*/ 207 w 363"/>
                    <a:gd name="T13" fmla="*/ 198 h 614"/>
                    <a:gd name="T14" fmla="*/ 181 w 363"/>
                    <a:gd name="T15" fmla="*/ 250 h 614"/>
                    <a:gd name="T16" fmla="*/ 157 w 363"/>
                    <a:gd name="T17" fmla="*/ 302 h 614"/>
                    <a:gd name="T18" fmla="*/ 140 w 363"/>
                    <a:gd name="T19" fmla="*/ 337 h 614"/>
                    <a:gd name="T20" fmla="*/ 119 w 363"/>
                    <a:gd name="T21" fmla="*/ 342 h 614"/>
                    <a:gd name="T22" fmla="*/ 95 w 363"/>
                    <a:gd name="T23" fmla="*/ 334 h 614"/>
                    <a:gd name="T24" fmla="*/ 56 w 363"/>
                    <a:gd name="T25" fmla="*/ 353 h 614"/>
                    <a:gd name="T26" fmla="*/ 13 w 363"/>
                    <a:gd name="T27" fmla="*/ 428 h 614"/>
                    <a:gd name="T28" fmla="*/ 4 w 363"/>
                    <a:gd name="T29" fmla="*/ 449 h 614"/>
                    <a:gd name="T30" fmla="*/ 18 w 363"/>
                    <a:gd name="T31" fmla="*/ 455 h 614"/>
                    <a:gd name="T32" fmla="*/ 44 w 363"/>
                    <a:gd name="T33" fmla="*/ 497 h 614"/>
                    <a:gd name="T34" fmla="*/ 45 w 363"/>
                    <a:gd name="T35" fmla="*/ 504 h 614"/>
                    <a:gd name="T36" fmla="*/ 70 w 363"/>
                    <a:gd name="T37" fmla="*/ 527 h 614"/>
                    <a:gd name="T38" fmla="*/ 61 w 363"/>
                    <a:gd name="T39" fmla="*/ 559 h 614"/>
                    <a:gd name="T40" fmla="*/ 68 w 363"/>
                    <a:gd name="T41" fmla="*/ 586 h 614"/>
                    <a:gd name="T42" fmla="*/ 144 w 363"/>
                    <a:gd name="T43" fmla="*/ 576 h 614"/>
                    <a:gd name="T44" fmla="*/ 175 w 363"/>
                    <a:gd name="T45" fmla="*/ 585 h 614"/>
                    <a:gd name="T46" fmla="*/ 195 w 363"/>
                    <a:gd name="T47" fmla="*/ 581 h 614"/>
                    <a:gd name="T48" fmla="*/ 227 w 363"/>
                    <a:gd name="T49" fmla="*/ 590 h 614"/>
                    <a:gd name="T50" fmla="*/ 320 w 363"/>
                    <a:gd name="T51" fmla="*/ 600 h 614"/>
                    <a:gd name="T52" fmla="*/ 358 w 363"/>
                    <a:gd name="T53" fmla="*/ 614 h 614"/>
                    <a:gd name="T54" fmla="*/ 363 w 363"/>
                    <a:gd name="T55" fmla="*/ 581 h 614"/>
                    <a:gd name="T56" fmla="*/ 358 w 363"/>
                    <a:gd name="T57" fmla="*/ 556 h 614"/>
                    <a:gd name="T58" fmla="*/ 332 w 363"/>
                    <a:gd name="T59" fmla="*/ 526 h 614"/>
                    <a:gd name="T60" fmla="*/ 313 w 363"/>
                    <a:gd name="T61" fmla="*/ 472 h 614"/>
                    <a:gd name="T62" fmla="*/ 294 w 363"/>
                    <a:gd name="T63" fmla="*/ 427 h 614"/>
                    <a:gd name="T64" fmla="*/ 289 w 363"/>
                    <a:gd name="T65" fmla="*/ 412 h 614"/>
                    <a:gd name="T66" fmla="*/ 276 w 363"/>
                    <a:gd name="T67" fmla="*/ 378 h 614"/>
                    <a:gd name="T68" fmla="*/ 304 w 363"/>
                    <a:gd name="T69" fmla="*/ 338 h 614"/>
                    <a:gd name="T70" fmla="*/ 312 w 363"/>
                    <a:gd name="T71" fmla="*/ 318 h 614"/>
                    <a:gd name="T72" fmla="*/ 317 w 363"/>
                    <a:gd name="T73" fmla="*/ 243 h 614"/>
                    <a:gd name="T74" fmla="*/ 261 w 363"/>
                    <a:gd name="T75" fmla="*/ 174 h 614"/>
                    <a:gd name="T76" fmla="*/ 336 w 363"/>
                    <a:gd name="T77" fmla="*/ 165 h 614"/>
                    <a:gd name="T78" fmla="*/ 304 w 363"/>
                    <a:gd name="T79" fmla="*/ 91 h 614"/>
                    <a:gd name="T80" fmla="*/ 296 w 363"/>
                    <a:gd name="T81" fmla="*/ 52 h 614"/>
                    <a:gd name="T82" fmla="*/ 280 w 363"/>
                    <a:gd name="T83" fmla="*/ 17 h 6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63" h="614">
                      <a:moveTo>
                        <a:pt x="280" y="17"/>
                      </a:moveTo>
                      <a:cubicBezTo>
                        <a:pt x="276" y="12"/>
                        <a:pt x="275" y="0"/>
                        <a:pt x="275" y="0"/>
                      </a:cubicBezTo>
                      <a:cubicBezTo>
                        <a:pt x="259" y="2"/>
                        <a:pt x="259" y="2"/>
                        <a:pt x="259" y="2"/>
                      </a:cubicBezTo>
                      <a:cubicBezTo>
                        <a:pt x="260" y="11"/>
                        <a:pt x="261" y="40"/>
                        <a:pt x="263" y="43"/>
                      </a:cubicBezTo>
                      <a:cubicBezTo>
                        <a:pt x="265" y="46"/>
                        <a:pt x="284" y="35"/>
                        <a:pt x="285" y="46"/>
                      </a:cubicBezTo>
                      <a:cubicBezTo>
                        <a:pt x="286" y="57"/>
                        <a:pt x="282" y="70"/>
                        <a:pt x="282" y="70"/>
                      </a:cubicBezTo>
                      <a:cubicBezTo>
                        <a:pt x="282" y="70"/>
                        <a:pt x="290" y="79"/>
                        <a:pt x="280" y="88"/>
                      </a:cubicBezTo>
                      <a:cubicBezTo>
                        <a:pt x="270" y="97"/>
                        <a:pt x="256" y="100"/>
                        <a:pt x="256" y="100"/>
                      </a:cubicBezTo>
                      <a:cubicBezTo>
                        <a:pt x="256" y="100"/>
                        <a:pt x="248" y="117"/>
                        <a:pt x="247" y="120"/>
                      </a:cubicBezTo>
                      <a:cubicBezTo>
                        <a:pt x="246" y="123"/>
                        <a:pt x="236" y="136"/>
                        <a:pt x="236" y="136"/>
                      </a:cubicBezTo>
                      <a:cubicBezTo>
                        <a:pt x="234" y="155"/>
                        <a:pt x="234" y="155"/>
                        <a:pt x="234" y="155"/>
                      </a:cubicBezTo>
                      <a:cubicBezTo>
                        <a:pt x="227" y="159"/>
                        <a:pt x="227" y="159"/>
                        <a:pt x="227" y="159"/>
                      </a:cubicBezTo>
                      <a:cubicBezTo>
                        <a:pt x="227" y="159"/>
                        <a:pt x="229" y="180"/>
                        <a:pt x="224" y="189"/>
                      </a:cubicBezTo>
                      <a:cubicBezTo>
                        <a:pt x="219" y="198"/>
                        <a:pt x="209" y="191"/>
                        <a:pt x="207" y="198"/>
                      </a:cubicBezTo>
                      <a:cubicBezTo>
                        <a:pt x="205" y="205"/>
                        <a:pt x="210" y="223"/>
                        <a:pt x="205" y="233"/>
                      </a:cubicBezTo>
                      <a:cubicBezTo>
                        <a:pt x="200" y="243"/>
                        <a:pt x="181" y="250"/>
                        <a:pt x="181" y="250"/>
                      </a:cubicBezTo>
                      <a:cubicBezTo>
                        <a:pt x="173" y="282"/>
                        <a:pt x="173" y="282"/>
                        <a:pt x="173" y="282"/>
                      </a:cubicBezTo>
                      <a:cubicBezTo>
                        <a:pt x="157" y="302"/>
                        <a:pt x="157" y="302"/>
                        <a:pt x="157" y="302"/>
                      </a:cubicBezTo>
                      <a:cubicBezTo>
                        <a:pt x="157" y="302"/>
                        <a:pt x="161" y="316"/>
                        <a:pt x="156" y="322"/>
                      </a:cubicBezTo>
                      <a:cubicBezTo>
                        <a:pt x="151" y="328"/>
                        <a:pt x="140" y="337"/>
                        <a:pt x="140" y="337"/>
                      </a:cubicBezTo>
                      <a:cubicBezTo>
                        <a:pt x="140" y="337"/>
                        <a:pt x="140" y="358"/>
                        <a:pt x="128" y="358"/>
                      </a:cubicBezTo>
                      <a:cubicBezTo>
                        <a:pt x="116" y="358"/>
                        <a:pt x="119" y="342"/>
                        <a:pt x="119" y="342"/>
                      </a:cubicBezTo>
                      <a:cubicBezTo>
                        <a:pt x="119" y="342"/>
                        <a:pt x="105" y="318"/>
                        <a:pt x="98" y="318"/>
                      </a:cubicBezTo>
                      <a:cubicBezTo>
                        <a:pt x="91" y="318"/>
                        <a:pt x="104" y="332"/>
                        <a:pt x="95" y="334"/>
                      </a:cubicBezTo>
                      <a:cubicBezTo>
                        <a:pt x="86" y="336"/>
                        <a:pt x="78" y="323"/>
                        <a:pt x="72" y="328"/>
                      </a:cubicBezTo>
                      <a:cubicBezTo>
                        <a:pt x="66" y="333"/>
                        <a:pt x="56" y="353"/>
                        <a:pt x="56" y="353"/>
                      </a:cubicBezTo>
                      <a:cubicBezTo>
                        <a:pt x="13" y="390"/>
                        <a:pt x="13" y="390"/>
                        <a:pt x="13" y="390"/>
                      </a:cubicBezTo>
                      <a:cubicBezTo>
                        <a:pt x="13" y="390"/>
                        <a:pt x="15" y="422"/>
                        <a:pt x="13" y="428"/>
                      </a:cubicBezTo>
                      <a:cubicBezTo>
                        <a:pt x="11" y="434"/>
                        <a:pt x="4" y="449"/>
                        <a:pt x="4" y="449"/>
                      </a:cubicBezTo>
                      <a:cubicBezTo>
                        <a:pt x="4" y="449"/>
                        <a:pt x="4" y="449"/>
                        <a:pt x="4" y="449"/>
                      </a:cubicBezTo>
                      <a:cubicBezTo>
                        <a:pt x="0" y="458"/>
                        <a:pt x="0" y="458"/>
                        <a:pt x="0" y="458"/>
                      </a:cubicBezTo>
                      <a:cubicBezTo>
                        <a:pt x="18" y="455"/>
                        <a:pt x="18" y="455"/>
                        <a:pt x="18" y="455"/>
                      </a:cubicBezTo>
                      <a:cubicBezTo>
                        <a:pt x="18" y="455"/>
                        <a:pt x="17" y="477"/>
                        <a:pt x="27" y="486"/>
                      </a:cubicBezTo>
                      <a:cubicBezTo>
                        <a:pt x="37" y="495"/>
                        <a:pt x="44" y="497"/>
                        <a:pt x="44" y="497"/>
                      </a:cubicBezTo>
                      <a:cubicBezTo>
                        <a:pt x="58" y="484"/>
                        <a:pt x="58" y="484"/>
                        <a:pt x="58" y="484"/>
                      </a:cubicBezTo>
                      <a:cubicBezTo>
                        <a:pt x="45" y="504"/>
                        <a:pt x="45" y="504"/>
                        <a:pt x="45" y="504"/>
                      </a:cubicBezTo>
                      <a:cubicBezTo>
                        <a:pt x="57" y="522"/>
                        <a:pt x="57" y="522"/>
                        <a:pt x="57" y="522"/>
                      </a:cubicBezTo>
                      <a:cubicBezTo>
                        <a:pt x="70" y="527"/>
                        <a:pt x="70" y="527"/>
                        <a:pt x="70" y="527"/>
                      </a:cubicBezTo>
                      <a:cubicBezTo>
                        <a:pt x="68" y="557"/>
                        <a:pt x="68" y="557"/>
                        <a:pt x="68" y="557"/>
                      </a:cubicBezTo>
                      <a:cubicBezTo>
                        <a:pt x="61" y="559"/>
                        <a:pt x="61" y="559"/>
                        <a:pt x="61" y="559"/>
                      </a:cubicBezTo>
                      <a:cubicBezTo>
                        <a:pt x="62" y="580"/>
                        <a:pt x="62" y="580"/>
                        <a:pt x="62" y="580"/>
                      </a:cubicBezTo>
                      <a:cubicBezTo>
                        <a:pt x="68" y="586"/>
                        <a:pt x="68" y="586"/>
                        <a:pt x="68" y="586"/>
                      </a:cubicBezTo>
                      <a:cubicBezTo>
                        <a:pt x="132" y="586"/>
                        <a:pt x="132" y="586"/>
                        <a:pt x="132" y="586"/>
                      </a:cubicBezTo>
                      <a:cubicBezTo>
                        <a:pt x="144" y="576"/>
                        <a:pt x="144" y="576"/>
                        <a:pt x="144" y="576"/>
                      </a:cubicBezTo>
                      <a:cubicBezTo>
                        <a:pt x="154" y="585"/>
                        <a:pt x="154" y="585"/>
                        <a:pt x="154" y="585"/>
                      </a:cubicBezTo>
                      <a:cubicBezTo>
                        <a:pt x="175" y="585"/>
                        <a:pt x="175" y="585"/>
                        <a:pt x="175" y="585"/>
                      </a:cubicBezTo>
                      <a:cubicBezTo>
                        <a:pt x="175" y="585"/>
                        <a:pt x="180" y="577"/>
                        <a:pt x="184" y="577"/>
                      </a:cubicBezTo>
                      <a:cubicBezTo>
                        <a:pt x="188" y="577"/>
                        <a:pt x="195" y="581"/>
                        <a:pt x="195" y="581"/>
                      </a:cubicBezTo>
                      <a:cubicBezTo>
                        <a:pt x="227" y="580"/>
                        <a:pt x="227" y="580"/>
                        <a:pt x="227" y="580"/>
                      </a:cubicBezTo>
                      <a:cubicBezTo>
                        <a:pt x="227" y="590"/>
                        <a:pt x="227" y="590"/>
                        <a:pt x="227" y="590"/>
                      </a:cubicBezTo>
                      <a:cubicBezTo>
                        <a:pt x="227" y="590"/>
                        <a:pt x="282" y="587"/>
                        <a:pt x="287" y="587"/>
                      </a:cubicBezTo>
                      <a:cubicBezTo>
                        <a:pt x="292" y="587"/>
                        <a:pt x="320" y="600"/>
                        <a:pt x="320" y="600"/>
                      </a:cubicBezTo>
                      <a:cubicBezTo>
                        <a:pt x="340" y="599"/>
                        <a:pt x="340" y="599"/>
                        <a:pt x="340" y="599"/>
                      </a:cubicBezTo>
                      <a:cubicBezTo>
                        <a:pt x="358" y="614"/>
                        <a:pt x="358" y="614"/>
                        <a:pt x="358" y="614"/>
                      </a:cubicBezTo>
                      <a:cubicBezTo>
                        <a:pt x="359" y="587"/>
                        <a:pt x="359" y="587"/>
                        <a:pt x="359" y="587"/>
                      </a:cubicBezTo>
                      <a:cubicBezTo>
                        <a:pt x="363" y="581"/>
                        <a:pt x="363" y="581"/>
                        <a:pt x="363" y="581"/>
                      </a:cubicBezTo>
                      <a:cubicBezTo>
                        <a:pt x="358" y="575"/>
                        <a:pt x="358" y="575"/>
                        <a:pt x="358" y="575"/>
                      </a:cubicBezTo>
                      <a:cubicBezTo>
                        <a:pt x="358" y="556"/>
                        <a:pt x="358" y="556"/>
                        <a:pt x="358" y="556"/>
                      </a:cubicBezTo>
                      <a:cubicBezTo>
                        <a:pt x="354" y="542"/>
                        <a:pt x="354" y="542"/>
                        <a:pt x="354" y="542"/>
                      </a:cubicBezTo>
                      <a:cubicBezTo>
                        <a:pt x="354" y="542"/>
                        <a:pt x="342" y="534"/>
                        <a:pt x="332" y="526"/>
                      </a:cubicBezTo>
                      <a:cubicBezTo>
                        <a:pt x="322" y="518"/>
                        <a:pt x="311" y="495"/>
                        <a:pt x="311" y="495"/>
                      </a:cubicBezTo>
                      <a:cubicBezTo>
                        <a:pt x="311" y="495"/>
                        <a:pt x="315" y="475"/>
                        <a:pt x="313" y="472"/>
                      </a:cubicBezTo>
                      <a:cubicBezTo>
                        <a:pt x="311" y="469"/>
                        <a:pt x="294" y="458"/>
                        <a:pt x="294" y="458"/>
                      </a:cubicBezTo>
                      <a:cubicBezTo>
                        <a:pt x="294" y="427"/>
                        <a:pt x="294" y="427"/>
                        <a:pt x="294" y="427"/>
                      </a:cubicBezTo>
                      <a:cubicBezTo>
                        <a:pt x="282" y="420"/>
                        <a:pt x="282" y="420"/>
                        <a:pt x="282" y="420"/>
                      </a:cubicBezTo>
                      <a:cubicBezTo>
                        <a:pt x="289" y="412"/>
                        <a:pt x="289" y="412"/>
                        <a:pt x="289" y="412"/>
                      </a:cubicBezTo>
                      <a:cubicBezTo>
                        <a:pt x="290" y="387"/>
                        <a:pt x="290" y="387"/>
                        <a:pt x="290" y="387"/>
                      </a:cubicBezTo>
                      <a:cubicBezTo>
                        <a:pt x="290" y="387"/>
                        <a:pt x="275" y="386"/>
                        <a:pt x="276" y="378"/>
                      </a:cubicBezTo>
                      <a:cubicBezTo>
                        <a:pt x="277" y="370"/>
                        <a:pt x="299" y="363"/>
                        <a:pt x="299" y="363"/>
                      </a:cubicBezTo>
                      <a:cubicBezTo>
                        <a:pt x="304" y="338"/>
                        <a:pt x="304" y="338"/>
                        <a:pt x="304" y="338"/>
                      </a:cubicBezTo>
                      <a:cubicBezTo>
                        <a:pt x="310" y="338"/>
                        <a:pt x="310" y="338"/>
                        <a:pt x="310" y="338"/>
                      </a:cubicBezTo>
                      <a:cubicBezTo>
                        <a:pt x="310" y="338"/>
                        <a:pt x="311" y="326"/>
                        <a:pt x="312" y="318"/>
                      </a:cubicBezTo>
                      <a:cubicBezTo>
                        <a:pt x="313" y="310"/>
                        <a:pt x="331" y="300"/>
                        <a:pt x="331" y="300"/>
                      </a:cubicBezTo>
                      <a:cubicBezTo>
                        <a:pt x="331" y="300"/>
                        <a:pt x="326" y="253"/>
                        <a:pt x="317" y="243"/>
                      </a:cubicBezTo>
                      <a:cubicBezTo>
                        <a:pt x="308" y="233"/>
                        <a:pt x="287" y="224"/>
                        <a:pt x="279" y="216"/>
                      </a:cubicBezTo>
                      <a:cubicBezTo>
                        <a:pt x="271" y="208"/>
                        <a:pt x="256" y="187"/>
                        <a:pt x="261" y="174"/>
                      </a:cubicBezTo>
                      <a:cubicBezTo>
                        <a:pt x="266" y="161"/>
                        <a:pt x="306" y="168"/>
                        <a:pt x="314" y="167"/>
                      </a:cubicBezTo>
                      <a:cubicBezTo>
                        <a:pt x="322" y="166"/>
                        <a:pt x="336" y="165"/>
                        <a:pt x="336" y="165"/>
                      </a:cubicBezTo>
                      <a:cubicBezTo>
                        <a:pt x="336" y="165"/>
                        <a:pt x="315" y="147"/>
                        <a:pt x="310" y="133"/>
                      </a:cubicBezTo>
                      <a:cubicBezTo>
                        <a:pt x="305" y="119"/>
                        <a:pt x="304" y="91"/>
                        <a:pt x="304" y="91"/>
                      </a:cubicBezTo>
                      <a:cubicBezTo>
                        <a:pt x="304" y="91"/>
                        <a:pt x="310" y="81"/>
                        <a:pt x="310" y="70"/>
                      </a:cubicBezTo>
                      <a:cubicBezTo>
                        <a:pt x="310" y="59"/>
                        <a:pt x="296" y="52"/>
                        <a:pt x="296" y="52"/>
                      </a:cubicBezTo>
                      <a:cubicBezTo>
                        <a:pt x="300" y="25"/>
                        <a:pt x="300" y="25"/>
                        <a:pt x="300" y="25"/>
                      </a:cubicBezTo>
                      <a:cubicBezTo>
                        <a:pt x="300" y="25"/>
                        <a:pt x="284" y="22"/>
                        <a:pt x="280" y="1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1" name="Freeform 293"/>
                <p:cNvSpPr>
                  <a:spLocks/>
                </p:cNvSpPr>
                <p:nvPr/>
              </p:nvSpPr>
              <p:spPr bwMode="gray">
                <a:xfrm>
                  <a:off x="-7855" y="-14529"/>
                  <a:ext cx="1335" cy="1034"/>
                </a:xfrm>
                <a:custGeom>
                  <a:avLst/>
                  <a:gdLst>
                    <a:gd name="T0" fmla="*/ 547 w 565"/>
                    <a:gd name="T1" fmla="*/ 165 h 438"/>
                    <a:gd name="T2" fmla="*/ 550 w 565"/>
                    <a:gd name="T3" fmla="*/ 145 h 438"/>
                    <a:gd name="T4" fmla="*/ 536 w 565"/>
                    <a:gd name="T5" fmla="*/ 145 h 438"/>
                    <a:gd name="T6" fmla="*/ 543 w 565"/>
                    <a:gd name="T7" fmla="*/ 124 h 438"/>
                    <a:gd name="T8" fmla="*/ 537 w 565"/>
                    <a:gd name="T9" fmla="*/ 113 h 438"/>
                    <a:gd name="T10" fmla="*/ 540 w 565"/>
                    <a:gd name="T11" fmla="*/ 68 h 438"/>
                    <a:gd name="T12" fmla="*/ 532 w 565"/>
                    <a:gd name="T13" fmla="*/ 68 h 438"/>
                    <a:gd name="T14" fmla="*/ 536 w 565"/>
                    <a:gd name="T15" fmla="*/ 56 h 438"/>
                    <a:gd name="T16" fmla="*/ 521 w 565"/>
                    <a:gd name="T17" fmla="*/ 39 h 438"/>
                    <a:gd name="T18" fmla="*/ 487 w 565"/>
                    <a:gd name="T19" fmla="*/ 26 h 438"/>
                    <a:gd name="T20" fmla="*/ 470 w 565"/>
                    <a:gd name="T21" fmla="*/ 34 h 438"/>
                    <a:gd name="T22" fmla="*/ 439 w 565"/>
                    <a:gd name="T23" fmla="*/ 29 h 438"/>
                    <a:gd name="T24" fmla="*/ 408 w 565"/>
                    <a:gd name="T25" fmla="*/ 33 h 438"/>
                    <a:gd name="T26" fmla="*/ 374 w 565"/>
                    <a:gd name="T27" fmla="*/ 2 h 438"/>
                    <a:gd name="T28" fmla="*/ 354 w 565"/>
                    <a:gd name="T29" fmla="*/ 0 h 438"/>
                    <a:gd name="T30" fmla="*/ 337 w 565"/>
                    <a:gd name="T31" fmla="*/ 48 h 438"/>
                    <a:gd name="T32" fmla="*/ 300 w 565"/>
                    <a:gd name="T33" fmla="*/ 107 h 438"/>
                    <a:gd name="T34" fmla="*/ 267 w 565"/>
                    <a:gd name="T35" fmla="*/ 116 h 438"/>
                    <a:gd name="T36" fmla="*/ 251 w 565"/>
                    <a:gd name="T37" fmla="*/ 131 h 438"/>
                    <a:gd name="T38" fmla="*/ 239 w 565"/>
                    <a:gd name="T39" fmla="*/ 128 h 438"/>
                    <a:gd name="T40" fmla="*/ 222 w 565"/>
                    <a:gd name="T41" fmla="*/ 137 h 438"/>
                    <a:gd name="T42" fmla="*/ 211 w 565"/>
                    <a:gd name="T43" fmla="*/ 158 h 438"/>
                    <a:gd name="T44" fmla="*/ 191 w 565"/>
                    <a:gd name="T45" fmla="*/ 174 h 438"/>
                    <a:gd name="T46" fmla="*/ 188 w 565"/>
                    <a:gd name="T47" fmla="*/ 199 h 438"/>
                    <a:gd name="T48" fmla="*/ 165 w 565"/>
                    <a:gd name="T49" fmla="*/ 244 h 438"/>
                    <a:gd name="T50" fmla="*/ 166 w 565"/>
                    <a:gd name="T51" fmla="*/ 269 h 438"/>
                    <a:gd name="T52" fmla="*/ 158 w 565"/>
                    <a:gd name="T53" fmla="*/ 276 h 438"/>
                    <a:gd name="T54" fmla="*/ 170 w 565"/>
                    <a:gd name="T55" fmla="*/ 292 h 438"/>
                    <a:gd name="T56" fmla="*/ 169 w 565"/>
                    <a:gd name="T57" fmla="*/ 316 h 438"/>
                    <a:gd name="T58" fmla="*/ 154 w 565"/>
                    <a:gd name="T59" fmla="*/ 321 h 438"/>
                    <a:gd name="T60" fmla="*/ 130 w 565"/>
                    <a:gd name="T61" fmla="*/ 359 h 438"/>
                    <a:gd name="T62" fmla="*/ 101 w 565"/>
                    <a:gd name="T63" fmla="*/ 376 h 438"/>
                    <a:gd name="T64" fmla="*/ 80 w 565"/>
                    <a:gd name="T65" fmla="*/ 404 h 438"/>
                    <a:gd name="T66" fmla="*/ 32 w 565"/>
                    <a:gd name="T67" fmla="*/ 421 h 438"/>
                    <a:gd name="T68" fmla="*/ 9 w 565"/>
                    <a:gd name="T69" fmla="*/ 423 h 438"/>
                    <a:gd name="T70" fmla="*/ 0 w 565"/>
                    <a:gd name="T71" fmla="*/ 438 h 438"/>
                    <a:gd name="T72" fmla="*/ 207 w 565"/>
                    <a:gd name="T73" fmla="*/ 438 h 438"/>
                    <a:gd name="T74" fmla="*/ 209 w 565"/>
                    <a:gd name="T75" fmla="*/ 399 h 438"/>
                    <a:gd name="T76" fmla="*/ 212 w 565"/>
                    <a:gd name="T77" fmla="*/ 381 h 438"/>
                    <a:gd name="T78" fmla="*/ 232 w 565"/>
                    <a:gd name="T79" fmla="*/ 369 h 438"/>
                    <a:gd name="T80" fmla="*/ 253 w 565"/>
                    <a:gd name="T81" fmla="*/ 344 h 438"/>
                    <a:gd name="T82" fmla="*/ 265 w 565"/>
                    <a:gd name="T83" fmla="*/ 345 h 438"/>
                    <a:gd name="T84" fmla="*/ 283 w 565"/>
                    <a:gd name="T85" fmla="*/ 331 h 438"/>
                    <a:gd name="T86" fmla="*/ 302 w 565"/>
                    <a:gd name="T87" fmla="*/ 339 h 438"/>
                    <a:gd name="T88" fmla="*/ 308 w 565"/>
                    <a:gd name="T89" fmla="*/ 326 h 438"/>
                    <a:gd name="T90" fmla="*/ 326 w 565"/>
                    <a:gd name="T91" fmla="*/ 325 h 438"/>
                    <a:gd name="T92" fmla="*/ 327 w 565"/>
                    <a:gd name="T93" fmla="*/ 317 h 438"/>
                    <a:gd name="T94" fmla="*/ 361 w 565"/>
                    <a:gd name="T95" fmla="*/ 318 h 438"/>
                    <a:gd name="T96" fmla="*/ 384 w 565"/>
                    <a:gd name="T97" fmla="*/ 284 h 438"/>
                    <a:gd name="T98" fmla="*/ 414 w 565"/>
                    <a:gd name="T99" fmla="*/ 283 h 438"/>
                    <a:gd name="T100" fmla="*/ 432 w 565"/>
                    <a:gd name="T101" fmla="*/ 264 h 438"/>
                    <a:gd name="T102" fmla="*/ 449 w 565"/>
                    <a:gd name="T103" fmla="*/ 257 h 438"/>
                    <a:gd name="T104" fmla="*/ 439 w 565"/>
                    <a:gd name="T105" fmla="*/ 245 h 438"/>
                    <a:gd name="T106" fmla="*/ 438 w 565"/>
                    <a:gd name="T107" fmla="*/ 221 h 438"/>
                    <a:gd name="T108" fmla="*/ 475 w 565"/>
                    <a:gd name="T109" fmla="*/ 215 h 438"/>
                    <a:gd name="T110" fmla="*/ 480 w 565"/>
                    <a:gd name="T111" fmla="*/ 200 h 438"/>
                    <a:gd name="T112" fmla="*/ 493 w 565"/>
                    <a:gd name="T113" fmla="*/ 202 h 438"/>
                    <a:gd name="T114" fmla="*/ 501 w 565"/>
                    <a:gd name="T115" fmla="*/ 195 h 438"/>
                    <a:gd name="T116" fmla="*/ 515 w 565"/>
                    <a:gd name="T117" fmla="*/ 201 h 438"/>
                    <a:gd name="T118" fmla="*/ 553 w 565"/>
                    <a:gd name="T119" fmla="*/ 196 h 438"/>
                    <a:gd name="T120" fmla="*/ 554 w 565"/>
                    <a:gd name="T121" fmla="*/ 186 h 438"/>
                    <a:gd name="T122" fmla="*/ 565 w 565"/>
                    <a:gd name="T123" fmla="*/ 177 h 438"/>
                    <a:gd name="T124" fmla="*/ 547 w 565"/>
                    <a:gd name="T125" fmla="*/ 165 h 4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65" h="438">
                      <a:moveTo>
                        <a:pt x="547" y="165"/>
                      </a:moveTo>
                      <a:cubicBezTo>
                        <a:pt x="550" y="145"/>
                        <a:pt x="550" y="145"/>
                        <a:pt x="550" y="145"/>
                      </a:cubicBezTo>
                      <a:cubicBezTo>
                        <a:pt x="536" y="145"/>
                        <a:pt x="536" y="145"/>
                        <a:pt x="536" y="145"/>
                      </a:cubicBezTo>
                      <a:cubicBezTo>
                        <a:pt x="543" y="124"/>
                        <a:pt x="543" y="124"/>
                        <a:pt x="543" y="124"/>
                      </a:cubicBezTo>
                      <a:cubicBezTo>
                        <a:pt x="537" y="113"/>
                        <a:pt x="537" y="113"/>
                        <a:pt x="537" y="113"/>
                      </a:cubicBezTo>
                      <a:cubicBezTo>
                        <a:pt x="540" y="68"/>
                        <a:pt x="540" y="68"/>
                        <a:pt x="540" y="68"/>
                      </a:cubicBezTo>
                      <a:cubicBezTo>
                        <a:pt x="532" y="68"/>
                        <a:pt x="532" y="68"/>
                        <a:pt x="532" y="68"/>
                      </a:cubicBezTo>
                      <a:cubicBezTo>
                        <a:pt x="532" y="68"/>
                        <a:pt x="536" y="57"/>
                        <a:pt x="536" y="56"/>
                      </a:cubicBezTo>
                      <a:cubicBezTo>
                        <a:pt x="526" y="52"/>
                        <a:pt x="522" y="43"/>
                        <a:pt x="521" y="39"/>
                      </a:cubicBezTo>
                      <a:cubicBezTo>
                        <a:pt x="508" y="36"/>
                        <a:pt x="496" y="26"/>
                        <a:pt x="487" y="26"/>
                      </a:cubicBezTo>
                      <a:cubicBezTo>
                        <a:pt x="477" y="26"/>
                        <a:pt x="470" y="34"/>
                        <a:pt x="470" y="34"/>
                      </a:cubicBezTo>
                      <a:cubicBezTo>
                        <a:pt x="470" y="34"/>
                        <a:pt x="447" y="29"/>
                        <a:pt x="439" y="29"/>
                      </a:cubicBezTo>
                      <a:cubicBezTo>
                        <a:pt x="431" y="29"/>
                        <a:pt x="423" y="38"/>
                        <a:pt x="408" y="33"/>
                      </a:cubicBezTo>
                      <a:cubicBezTo>
                        <a:pt x="393" y="28"/>
                        <a:pt x="378" y="4"/>
                        <a:pt x="374" y="2"/>
                      </a:cubicBezTo>
                      <a:cubicBezTo>
                        <a:pt x="370" y="0"/>
                        <a:pt x="354" y="0"/>
                        <a:pt x="354" y="0"/>
                      </a:cubicBezTo>
                      <a:cubicBezTo>
                        <a:pt x="354" y="0"/>
                        <a:pt x="343" y="35"/>
                        <a:pt x="337" y="48"/>
                      </a:cubicBezTo>
                      <a:cubicBezTo>
                        <a:pt x="331" y="61"/>
                        <a:pt x="312" y="98"/>
                        <a:pt x="300" y="107"/>
                      </a:cubicBezTo>
                      <a:cubicBezTo>
                        <a:pt x="288" y="116"/>
                        <a:pt x="272" y="112"/>
                        <a:pt x="267" y="116"/>
                      </a:cubicBezTo>
                      <a:cubicBezTo>
                        <a:pt x="262" y="120"/>
                        <a:pt x="251" y="131"/>
                        <a:pt x="251" y="131"/>
                      </a:cubicBezTo>
                      <a:cubicBezTo>
                        <a:pt x="239" y="128"/>
                        <a:pt x="239" y="128"/>
                        <a:pt x="239" y="128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17" y="150"/>
                        <a:pt x="211" y="158"/>
                      </a:cubicBezTo>
                      <a:cubicBezTo>
                        <a:pt x="211" y="158"/>
                        <a:pt x="191" y="170"/>
                        <a:pt x="191" y="174"/>
                      </a:cubicBezTo>
                      <a:cubicBezTo>
                        <a:pt x="191" y="178"/>
                        <a:pt x="195" y="192"/>
                        <a:pt x="188" y="199"/>
                      </a:cubicBezTo>
                      <a:cubicBezTo>
                        <a:pt x="181" y="206"/>
                        <a:pt x="164" y="230"/>
                        <a:pt x="165" y="244"/>
                      </a:cubicBezTo>
                      <a:cubicBezTo>
                        <a:pt x="166" y="258"/>
                        <a:pt x="166" y="269"/>
                        <a:pt x="166" y="269"/>
                      </a:cubicBezTo>
                      <a:cubicBezTo>
                        <a:pt x="166" y="269"/>
                        <a:pt x="158" y="273"/>
                        <a:pt x="158" y="276"/>
                      </a:cubicBezTo>
                      <a:cubicBezTo>
                        <a:pt x="158" y="279"/>
                        <a:pt x="173" y="277"/>
                        <a:pt x="170" y="292"/>
                      </a:cubicBezTo>
                      <a:cubicBezTo>
                        <a:pt x="167" y="307"/>
                        <a:pt x="169" y="316"/>
                        <a:pt x="169" y="316"/>
                      </a:cubicBezTo>
                      <a:cubicBezTo>
                        <a:pt x="169" y="316"/>
                        <a:pt x="163" y="310"/>
                        <a:pt x="154" y="321"/>
                      </a:cubicBezTo>
                      <a:cubicBezTo>
                        <a:pt x="145" y="332"/>
                        <a:pt x="138" y="348"/>
                        <a:pt x="130" y="359"/>
                      </a:cubicBezTo>
                      <a:cubicBezTo>
                        <a:pt x="122" y="370"/>
                        <a:pt x="108" y="366"/>
                        <a:pt x="101" y="376"/>
                      </a:cubicBezTo>
                      <a:cubicBezTo>
                        <a:pt x="94" y="386"/>
                        <a:pt x="86" y="398"/>
                        <a:pt x="80" y="404"/>
                      </a:cubicBezTo>
                      <a:cubicBezTo>
                        <a:pt x="74" y="410"/>
                        <a:pt x="36" y="420"/>
                        <a:pt x="32" y="421"/>
                      </a:cubicBezTo>
                      <a:cubicBezTo>
                        <a:pt x="28" y="422"/>
                        <a:pt x="9" y="423"/>
                        <a:pt x="9" y="423"/>
                      </a:cubicBezTo>
                      <a:cubicBezTo>
                        <a:pt x="9" y="423"/>
                        <a:pt x="4" y="429"/>
                        <a:pt x="0" y="438"/>
                      </a:cubicBezTo>
                      <a:cubicBezTo>
                        <a:pt x="207" y="438"/>
                        <a:pt x="207" y="438"/>
                        <a:pt x="207" y="438"/>
                      </a:cubicBezTo>
                      <a:cubicBezTo>
                        <a:pt x="209" y="399"/>
                        <a:pt x="209" y="399"/>
                        <a:pt x="209" y="399"/>
                      </a:cubicBezTo>
                      <a:cubicBezTo>
                        <a:pt x="212" y="381"/>
                        <a:pt x="212" y="381"/>
                        <a:pt x="212" y="381"/>
                      </a:cubicBezTo>
                      <a:cubicBezTo>
                        <a:pt x="212" y="381"/>
                        <a:pt x="225" y="374"/>
                        <a:pt x="232" y="369"/>
                      </a:cubicBezTo>
                      <a:cubicBezTo>
                        <a:pt x="239" y="364"/>
                        <a:pt x="253" y="344"/>
                        <a:pt x="253" y="344"/>
                      </a:cubicBezTo>
                      <a:cubicBezTo>
                        <a:pt x="265" y="345"/>
                        <a:pt x="265" y="345"/>
                        <a:pt x="265" y="345"/>
                      </a:cubicBezTo>
                      <a:cubicBezTo>
                        <a:pt x="283" y="331"/>
                        <a:pt x="283" y="331"/>
                        <a:pt x="283" y="331"/>
                      </a:cubicBezTo>
                      <a:cubicBezTo>
                        <a:pt x="283" y="331"/>
                        <a:pt x="296" y="340"/>
                        <a:pt x="302" y="339"/>
                      </a:cubicBezTo>
                      <a:cubicBezTo>
                        <a:pt x="308" y="338"/>
                        <a:pt x="308" y="326"/>
                        <a:pt x="308" y="326"/>
                      </a:cubicBezTo>
                      <a:cubicBezTo>
                        <a:pt x="326" y="325"/>
                        <a:pt x="326" y="325"/>
                        <a:pt x="326" y="325"/>
                      </a:cubicBezTo>
                      <a:cubicBezTo>
                        <a:pt x="327" y="317"/>
                        <a:pt x="327" y="317"/>
                        <a:pt x="327" y="317"/>
                      </a:cubicBezTo>
                      <a:cubicBezTo>
                        <a:pt x="327" y="317"/>
                        <a:pt x="353" y="321"/>
                        <a:pt x="361" y="318"/>
                      </a:cubicBezTo>
                      <a:cubicBezTo>
                        <a:pt x="369" y="315"/>
                        <a:pt x="384" y="284"/>
                        <a:pt x="384" y="284"/>
                      </a:cubicBezTo>
                      <a:cubicBezTo>
                        <a:pt x="384" y="284"/>
                        <a:pt x="408" y="283"/>
                        <a:pt x="414" y="283"/>
                      </a:cubicBezTo>
                      <a:cubicBezTo>
                        <a:pt x="420" y="283"/>
                        <a:pt x="432" y="264"/>
                        <a:pt x="432" y="264"/>
                      </a:cubicBezTo>
                      <a:cubicBezTo>
                        <a:pt x="449" y="257"/>
                        <a:pt x="449" y="257"/>
                        <a:pt x="449" y="257"/>
                      </a:cubicBezTo>
                      <a:cubicBezTo>
                        <a:pt x="439" y="245"/>
                        <a:pt x="439" y="245"/>
                        <a:pt x="439" y="245"/>
                      </a:cubicBezTo>
                      <a:cubicBezTo>
                        <a:pt x="439" y="245"/>
                        <a:pt x="430" y="228"/>
                        <a:pt x="438" y="221"/>
                      </a:cubicBezTo>
                      <a:cubicBezTo>
                        <a:pt x="446" y="214"/>
                        <a:pt x="468" y="220"/>
                        <a:pt x="475" y="215"/>
                      </a:cubicBezTo>
                      <a:cubicBezTo>
                        <a:pt x="482" y="210"/>
                        <a:pt x="475" y="203"/>
                        <a:pt x="480" y="200"/>
                      </a:cubicBezTo>
                      <a:cubicBezTo>
                        <a:pt x="485" y="197"/>
                        <a:pt x="493" y="202"/>
                        <a:pt x="493" y="202"/>
                      </a:cubicBezTo>
                      <a:cubicBezTo>
                        <a:pt x="493" y="202"/>
                        <a:pt x="497" y="195"/>
                        <a:pt x="501" y="195"/>
                      </a:cubicBezTo>
                      <a:cubicBezTo>
                        <a:pt x="505" y="195"/>
                        <a:pt x="515" y="201"/>
                        <a:pt x="515" y="201"/>
                      </a:cubicBezTo>
                      <a:cubicBezTo>
                        <a:pt x="553" y="196"/>
                        <a:pt x="553" y="196"/>
                        <a:pt x="553" y="196"/>
                      </a:cubicBezTo>
                      <a:cubicBezTo>
                        <a:pt x="553" y="196"/>
                        <a:pt x="552" y="189"/>
                        <a:pt x="554" y="186"/>
                      </a:cubicBezTo>
                      <a:cubicBezTo>
                        <a:pt x="556" y="183"/>
                        <a:pt x="565" y="177"/>
                        <a:pt x="565" y="177"/>
                      </a:cubicBezTo>
                      <a:lnTo>
                        <a:pt x="547" y="16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2" name="Freeform 294"/>
                <p:cNvSpPr>
                  <a:spLocks/>
                </p:cNvSpPr>
                <p:nvPr/>
              </p:nvSpPr>
              <p:spPr bwMode="gray">
                <a:xfrm>
                  <a:off x="-5601" y="-14735"/>
                  <a:ext cx="441" cy="914"/>
                </a:xfrm>
                <a:custGeom>
                  <a:avLst/>
                  <a:gdLst>
                    <a:gd name="T0" fmla="*/ 25 w 187"/>
                    <a:gd name="T1" fmla="*/ 48 h 387"/>
                    <a:gd name="T2" fmla="*/ 38 w 187"/>
                    <a:gd name="T3" fmla="*/ 52 h 387"/>
                    <a:gd name="T4" fmla="*/ 33 w 187"/>
                    <a:gd name="T5" fmla="*/ 90 h 387"/>
                    <a:gd name="T6" fmla="*/ 38 w 187"/>
                    <a:gd name="T7" fmla="*/ 119 h 387"/>
                    <a:gd name="T8" fmla="*/ 30 w 187"/>
                    <a:gd name="T9" fmla="*/ 151 h 387"/>
                    <a:gd name="T10" fmla="*/ 16 w 187"/>
                    <a:gd name="T11" fmla="*/ 162 h 387"/>
                    <a:gd name="T12" fmla="*/ 0 w 187"/>
                    <a:gd name="T13" fmla="*/ 185 h 387"/>
                    <a:gd name="T14" fmla="*/ 0 w 187"/>
                    <a:gd name="T15" fmla="*/ 208 h 387"/>
                    <a:gd name="T16" fmla="*/ 7 w 187"/>
                    <a:gd name="T17" fmla="*/ 208 h 387"/>
                    <a:gd name="T18" fmla="*/ 7 w 187"/>
                    <a:gd name="T19" fmla="*/ 227 h 387"/>
                    <a:gd name="T20" fmla="*/ 34 w 187"/>
                    <a:gd name="T21" fmla="*/ 240 h 387"/>
                    <a:gd name="T22" fmla="*/ 35 w 187"/>
                    <a:gd name="T23" fmla="*/ 266 h 387"/>
                    <a:gd name="T24" fmla="*/ 67 w 187"/>
                    <a:gd name="T25" fmla="*/ 291 h 387"/>
                    <a:gd name="T26" fmla="*/ 88 w 187"/>
                    <a:gd name="T27" fmla="*/ 387 h 387"/>
                    <a:gd name="T28" fmla="*/ 104 w 187"/>
                    <a:gd name="T29" fmla="*/ 381 h 387"/>
                    <a:gd name="T30" fmla="*/ 123 w 187"/>
                    <a:gd name="T31" fmla="*/ 355 h 387"/>
                    <a:gd name="T32" fmla="*/ 114 w 187"/>
                    <a:gd name="T33" fmla="*/ 317 h 387"/>
                    <a:gd name="T34" fmla="*/ 129 w 187"/>
                    <a:gd name="T35" fmla="*/ 306 h 387"/>
                    <a:gd name="T36" fmla="*/ 148 w 187"/>
                    <a:gd name="T37" fmla="*/ 283 h 387"/>
                    <a:gd name="T38" fmla="*/ 183 w 187"/>
                    <a:gd name="T39" fmla="*/ 265 h 387"/>
                    <a:gd name="T40" fmla="*/ 172 w 187"/>
                    <a:gd name="T41" fmla="*/ 255 h 387"/>
                    <a:gd name="T42" fmla="*/ 175 w 187"/>
                    <a:gd name="T43" fmla="*/ 228 h 387"/>
                    <a:gd name="T44" fmla="*/ 167 w 187"/>
                    <a:gd name="T45" fmla="*/ 226 h 387"/>
                    <a:gd name="T46" fmla="*/ 160 w 187"/>
                    <a:gd name="T47" fmla="*/ 207 h 387"/>
                    <a:gd name="T48" fmla="*/ 150 w 187"/>
                    <a:gd name="T49" fmla="*/ 201 h 387"/>
                    <a:gd name="T50" fmla="*/ 148 w 187"/>
                    <a:gd name="T51" fmla="*/ 212 h 387"/>
                    <a:gd name="T52" fmla="*/ 142 w 187"/>
                    <a:gd name="T53" fmla="*/ 203 h 387"/>
                    <a:gd name="T54" fmla="*/ 111 w 187"/>
                    <a:gd name="T55" fmla="*/ 183 h 387"/>
                    <a:gd name="T56" fmla="*/ 132 w 187"/>
                    <a:gd name="T57" fmla="*/ 154 h 387"/>
                    <a:gd name="T58" fmla="*/ 156 w 187"/>
                    <a:gd name="T59" fmla="*/ 102 h 387"/>
                    <a:gd name="T60" fmla="*/ 132 w 187"/>
                    <a:gd name="T61" fmla="*/ 73 h 387"/>
                    <a:gd name="T62" fmla="*/ 145 w 187"/>
                    <a:gd name="T63" fmla="*/ 50 h 387"/>
                    <a:gd name="T64" fmla="*/ 156 w 187"/>
                    <a:gd name="T65" fmla="*/ 18 h 387"/>
                    <a:gd name="T66" fmla="*/ 125 w 187"/>
                    <a:gd name="T67" fmla="*/ 45 h 387"/>
                    <a:gd name="T68" fmla="*/ 108 w 187"/>
                    <a:gd name="T69" fmla="*/ 33 h 387"/>
                    <a:gd name="T70" fmla="*/ 110 w 187"/>
                    <a:gd name="T71" fmla="*/ 8 h 387"/>
                    <a:gd name="T72" fmla="*/ 60 w 187"/>
                    <a:gd name="T73" fmla="*/ 23 h 387"/>
                    <a:gd name="T74" fmla="*/ 53 w 187"/>
                    <a:gd name="T75" fmla="*/ 25 h 387"/>
                    <a:gd name="T76" fmla="*/ 53 w 187"/>
                    <a:gd name="T77" fmla="*/ 35 h 387"/>
                    <a:gd name="T78" fmla="*/ 25 w 187"/>
                    <a:gd name="T79" fmla="*/ 48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87" h="387">
                      <a:moveTo>
                        <a:pt x="25" y="48"/>
                      </a:moveTo>
                      <a:cubicBezTo>
                        <a:pt x="38" y="52"/>
                        <a:pt x="38" y="52"/>
                        <a:pt x="38" y="52"/>
                      </a:cubicBezTo>
                      <a:cubicBezTo>
                        <a:pt x="38" y="52"/>
                        <a:pt x="29" y="83"/>
                        <a:pt x="33" y="90"/>
                      </a:cubicBezTo>
                      <a:cubicBezTo>
                        <a:pt x="37" y="97"/>
                        <a:pt x="39" y="109"/>
                        <a:pt x="38" y="119"/>
                      </a:cubicBezTo>
                      <a:cubicBezTo>
                        <a:pt x="37" y="129"/>
                        <a:pt x="30" y="151"/>
                        <a:pt x="30" y="151"/>
                      </a:cubicBezTo>
                      <a:cubicBezTo>
                        <a:pt x="16" y="162"/>
                        <a:pt x="16" y="162"/>
                        <a:pt x="16" y="162"/>
                      </a:cubicBezTo>
                      <a:cubicBezTo>
                        <a:pt x="16" y="162"/>
                        <a:pt x="0" y="175"/>
                        <a:pt x="0" y="185"/>
                      </a:cubicBezTo>
                      <a:cubicBezTo>
                        <a:pt x="0" y="195"/>
                        <a:pt x="0" y="208"/>
                        <a:pt x="0" y="208"/>
                      </a:cubicBezTo>
                      <a:cubicBezTo>
                        <a:pt x="7" y="208"/>
                        <a:pt x="7" y="208"/>
                        <a:pt x="7" y="208"/>
                      </a:cubicBezTo>
                      <a:cubicBezTo>
                        <a:pt x="7" y="227"/>
                        <a:pt x="7" y="227"/>
                        <a:pt x="7" y="227"/>
                      </a:cubicBezTo>
                      <a:cubicBezTo>
                        <a:pt x="7" y="227"/>
                        <a:pt x="33" y="232"/>
                        <a:pt x="34" y="240"/>
                      </a:cubicBezTo>
                      <a:cubicBezTo>
                        <a:pt x="35" y="248"/>
                        <a:pt x="35" y="266"/>
                        <a:pt x="35" y="266"/>
                      </a:cubicBezTo>
                      <a:cubicBezTo>
                        <a:pt x="35" y="266"/>
                        <a:pt x="67" y="278"/>
                        <a:pt x="67" y="291"/>
                      </a:cubicBezTo>
                      <a:cubicBezTo>
                        <a:pt x="67" y="302"/>
                        <a:pt x="82" y="364"/>
                        <a:pt x="88" y="387"/>
                      </a:cubicBezTo>
                      <a:cubicBezTo>
                        <a:pt x="95" y="384"/>
                        <a:pt x="104" y="381"/>
                        <a:pt x="104" y="381"/>
                      </a:cubicBezTo>
                      <a:cubicBezTo>
                        <a:pt x="104" y="381"/>
                        <a:pt x="124" y="367"/>
                        <a:pt x="123" y="355"/>
                      </a:cubicBezTo>
                      <a:cubicBezTo>
                        <a:pt x="122" y="343"/>
                        <a:pt x="112" y="323"/>
                        <a:pt x="114" y="317"/>
                      </a:cubicBezTo>
                      <a:cubicBezTo>
                        <a:pt x="116" y="311"/>
                        <a:pt x="129" y="306"/>
                        <a:pt x="129" y="306"/>
                      </a:cubicBezTo>
                      <a:cubicBezTo>
                        <a:pt x="129" y="306"/>
                        <a:pt x="142" y="289"/>
                        <a:pt x="148" y="283"/>
                      </a:cubicBezTo>
                      <a:cubicBezTo>
                        <a:pt x="154" y="277"/>
                        <a:pt x="179" y="273"/>
                        <a:pt x="183" y="265"/>
                      </a:cubicBezTo>
                      <a:cubicBezTo>
                        <a:pt x="187" y="257"/>
                        <a:pt x="172" y="255"/>
                        <a:pt x="172" y="255"/>
                      </a:cubicBezTo>
                      <a:cubicBezTo>
                        <a:pt x="175" y="228"/>
                        <a:pt x="175" y="228"/>
                        <a:pt x="175" y="228"/>
                      </a:cubicBezTo>
                      <a:cubicBezTo>
                        <a:pt x="170" y="227"/>
                        <a:pt x="167" y="226"/>
                        <a:pt x="167" y="226"/>
                      </a:cubicBezTo>
                      <a:cubicBezTo>
                        <a:pt x="160" y="207"/>
                        <a:pt x="160" y="207"/>
                        <a:pt x="160" y="207"/>
                      </a:cubicBezTo>
                      <a:cubicBezTo>
                        <a:pt x="150" y="201"/>
                        <a:pt x="150" y="201"/>
                        <a:pt x="150" y="201"/>
                      </a:cubicBezTo>
                      <a:cubicBezTo>
                        <a:pt x="148" y="212"/>
                        <a:pt x="148" y="212"/>
                        <a:pt x="148" y="212"/>
                      </a:cubicBezTo>
                      <a:cubicBezTo>
                        <a:pt x="142" y="203"/>
                        <a:pt x="142" y="203"/>
                        <a:pt x="142" y="203"/>
                      </a:cubicBezTo>
                      <a:cubicBezTo>
                        <a:pt x="142" y="203"/>
                        <a:pt x="111" y="202"/>
                        <a:pt x="111" y="183"/>
                      </a:cubicBezTo>
                      <a:cubicBezTo>
                        <a:pt x="111" y="164"/>
                        <a:pt x="109" y="174"/>
                        <a:pt x="132" y="154"/>
                      </a:cubicBezTo>
                      <a:cubicBezTo>
                        <a:pt x="155" y="134"/>
                        <a:pt x="169" y="118"/>
                        <a:pt x="156" y="102"/>
                      </a:cubicBezTo>
                      <a:cubicBezTo>
                        <a:pt x="143" y="86"/>
                        <a:pt x="128" y="89"/>
                        <a:pt x="132" y="73"/>
                      </a:cubicBezTo>
                      <a:cubicBezTo>
                        <a:pt x="136" y="57"/>
                        <a:pt x="135" y="59"/>
                        <a:pt x="145" y="50"/>
                      </a:cubicBezTo>
                      <a:cubicBezTo>
                        <a:pt x="155" y="41"/>
                        <a:pt x="163" y="19"/>
                        <a:pt x="156" y="18"/>
                      </a:cubicBezTo>
                      <a:cubicBezTo>
                        <a:pt x="149" y="17"/>
                        <a:pt x="130" y="43"/>
                        <a:pt x="125" y="45"/>
                      </a:cubicBezTo>
                      <a:cubicBezTo>
                        <a:pt x="120" y="47"/>
                        <a:pt x="108" y="33"/>
                        <a:pt x="108" y="33"/>
                      </a:cubicBezTo>
                      <a:cubicBezTo>
                        <a:pt x="108" y="33"/>
                        <a:pt x="127" y="16"/>
                        <a:pt x="110" y="8"/>
                      </a:cubicBezTo>
                      <a:cubicBezTo>
                        <a:pt x="93" y="0"/>
                        <a:pt x="66" y="19"/>
                        <a:pt x="60" y="23"/>
                      </a:cubicBezTo>
                      <a:cubicBezTo>
                        <a:pt x="58" y="24"/>
                        <a:pt x="56" y="25"/>
                        <a:pt x="53" y="25"/>
                      </a:cubicBezTo>
                      <a:cubicBezTo>
                        <a:pt x="53" y="35"/>
                        <a:pt x="53" y="35"/>
                        <a:pt x="53" y="35"/>
                      </a:cubicBezTo>
                      <a:lnTo>
                        <a:pt x="25" y="4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3" name="Freeform 295"/>
                <p:cNvSpPr>
                  <a:spLocks/>
                </p:cNvSpPr>
                <p:nvPr/>
              </p:nvSpPr>
              <p:spPr bwMode="gray">
                <a:xfrm>
                  <a:off x="-6830" y="-11395"/>
                  <a:ext cx="504" cy="825"/>
                </a:xfrm>
                <a:custGeom>
                  <a:avLst/>
                  <a:gdLst>
                    <a:gd name="T0" fmla="*/ 185 w 213"/>
                    <a:gd name="T1" fmla="*/ 228 h 349"/>
                    <a:gd name="T2" fmla="*/ 190 w 213"/>
                    <a:gd name="T3" fmla="*/ 205 h 349"/>
                    <a:gd name="T4" fmla="*/ 182 w 213"/>
                    <a:gd name="T5" fmla="*/ 198 h 349"/>
                    <a:gd name="T6" fmla="*/ 185 w 213"/>
                    <a:gd name="T7" fmla="*/ 186 h 349"/>
                    <a:gd name="T8" fmla="*/ 187 w 213"/>
                    <a:gd name="T9" fmla="*/ 157 h 349"/>
                    <a:gd name="T10" fmla="*/ 191 w 213"/>
                    <a:gd name="T11" fmla="*/ 148 h 349"/>
                    <a:gd name="T12" fmla="*/ 173 w 213"/>
                    <a:gd name="T13" fmla="*/ 134 h 349"/>
                    <a:gd name="T14" fmla="*/ 185 w 213"/>
                    <a:gd name="T15" fmla="*/ 123 h 349"/>
                    <a:gd name="T16" fmla="*/ 178 w 213"/>
                    <a:gd name="T17" fmla="*/ 113 h 349"/>
                    <a:gd name="T18" fmla="*/ 182 w 213"/>
                    <a:gd name="T19" fmla="*/ 88 h 349"/>
                    <a:gd name="T20" fmla="*/ 166 w 213"/>
                    <a:gd name="T21" fmla="*/ 91 h 349"/>
                    <a:gd name="T22" fmla="*/ 174 w 213"/>
                    <a:gd name="T23" fmla="*/ 42 h 349"/>
                    <a:gd name="T24" fmla="*/ 152 w 213"/>
                    <a:gd name="T25" fmla="*/ 24 h 349"/>
                    <a:gd name="T26" fmla="*/ 159 w 213"/>
                    <a:gd name="T27" fmla="*/ 15 h 349"/>
                    <a:gd name="T28" fmla="*/ 159 w 213"/>
                    <a:gd name="T29" fmla="*/ 4 h 349"/>
                    <a:gd name="T30" fmla="*/ 145 w 213"/>
                    <a:gd name="T31" fmla="*/ 0 h 349"/>
                    <a:gd name="T32" fmla="*/ 129 w 213"/>
                    <a:gd name="T33" fmla="*/ 10 h 349"/>
                    <a:gd name="T34" fmla="*/ 109 w 213"/>
                    <a:gd name="T35" fmla="*/ 7 h 349"/>
                    <a:gd name="T36" fmla="*/ 98 w 213"/>
                    <a:gd name="T37" fmla="*/ 10 h 349"/>
                    <a:gd name="T38" fmla="*/ 86 w 213"/>
                    <a:gd name="T39" fmla="*/ 7 h 349"/>
                    <a:gd name="T40" fmla="*/ 81 w 213"/>
                    <a:gd name="T41" fmla="*/ 10 h 349"/>
                    <a:gd name="T42" fmla="*/ 26 w 213"/>
                    <a:gd name="T43" fmla="*/ 7 h 349"/>
                    <a:gd name="T44" fmla="*/ 18 w 213"/>
                    <a:gd name="T45" fmla="*/ 24 h 349"/>
                    <a:gd name="T46" fmla="*/ 24 w 213"/>
                    <a:gd name="T47" fmla="*/ 33 h 349"/>
                    <a:gd name="T48" fmla="*/ 25 w 213"/>
                    <a:gd name="T49" fmla="*/ 51 h 349"/>
                    <a:gd name="T50" fmla="*/ 26 w 213"/>
                    <a:gd name="T51" fmla="*/ 87 h 349"/>
                    <a:gd name="T52" fmla="*/ 30 w 213"/>
                    <a:gd name="T53" fmla="*/ 86 h 349"/>
                    <a:gd name="T54" fmla="*/ 34 w 213"/>
                    <a:gd name="T55" fmla="*/ 105 h 349"/>
                    <a:gd name="T56" fmla="*/ 26 w 213"/>
                    <a:gd name="T57" fmla="*/ 106 h 349"/>
                    <a:gd name="T58" fmla="*/ 38 w 213"/>
                    <a:gd name="T59" fmla="*/ 152 h 349"/>
                    <a:gd name="T60" fmla="*/ 21 w 213"/>
                    <a:gd name="T61" fmla="*/ 179 h 349"/>
                    <a:gd name="T62" fmla="*/ 20 w 213"/>
                    <a:gd name="T63" fmla="*/ 209 h 349"/>
                    <a:gd name="T64" fmla="*/ 0 w 213"/>
                    <a:gd name="T65" fmla="*/ 241 h 349"/>
                    <a:gd name="T66" fmla="*/ 13 w 213"/>
                    <a:gd name="T67" fmla="*/ 291 h 349"/>
                    <a:gd name="T68" fmla="*/ 31 w 213"/>
                    <a:gd name="T69" fmla="*/ 297 h 349"/>
                    <a:gd name="T70" fmla="*/ 32 w 213"/>
                    <a:gd name="T71" fmla="*/ 332 h 349"/>
                    <a:gd name="T72" fmla="*/ 47 w 213"/>
                    <a:gd name="T73" fmla="*/ 334 h 349"/>
                    <a:gd name="T74" fmla="*/ 61 w 213"/>
                    <a:gd name="T75" fmla="*/ 345 h 349"/>
                    <a:gd name="T76" fmla="*/ 99 w 213"/>
                    <a:gd name="T77" fmla="*/ 321 h 349"/>
                    <a:gd name="T78" fmla="*/ 117 w 213"/>
                    <a:gd name="T79" fmla="*/ 321 h 349"/>
                    <a:gd name="T80" fmla="*/ 141 w 213"/>
                    <a:gd name="T81" fmla="*/ 302 h 349"/>
                    <a:gd name="T82" fmla="*/ 159 w 213"/>
                    <a:gd name="T83" fmla="*/ 298 h 349"/>
                    <a:gd name="T84" fmla="*/ 173 w 213"/>
                    <a:gd name="T85" fmla="*/ 283 h 349"/>
                    <a:gd name="T86" fmla="*/ 196 w 213"/>
                    <a:gd name="T87" fmla="*/ 287 h 349"/>
                    <a:gd name="T88" fmla="*/ 213 w 213"/>
                    <a:gd name="T89" fmla="*/ 273 h 349"/>
                    <a:gd name="T90" fmla="*/ 193 w 213"/>
                    <a:gd name="T91" fmla="*/ 256 h 349"/>
                    <a:gd name="T92" fmla="*/ 185 w 213"/>
                    <a:gd name="T93" fmla="*/ 228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13" h="349">
                      <a:moveTo>
                        <a:pt x="185" y="228"/>
                      </a:moveTo>
                      <a:cubicBezTo>
                        <a:pt x="185" y="228"/>
                        <a:pt x="191" y="211"/>
                        <a:pt x="190" y="205"/>
                      </a:cubicBezTo>
                      <a:cubicBezTo>
                        <a:pt x="189" y="199"/>
                        <a:pt x="182" y="203"/>
                        <a:pt x="182" y="198"/>
                      </a:cubicBezTo>
                      <a:cubicBezTo>
                        <a:pt x="182" y="193"/>
                        <a:pt x="185" y="186"/>
                        <a:pt x="185" y="186"/>
                      </a:cubicBezTo>
                      <a:cubicBezTo>
                        <a:pt x="187" y="157"/>
                        <a:pt x="187" y="157"/>
                        <a:pt x="187" y="157"/>
                      </a:cubicBezTo>
                      <a:cubicBezTo>
                        <a:pt x="187" y="157"/>
                        <a:pt x="192" y="154"/>
                        <a:pt x="191" y="148"/>
                      </a:cubicBezTo>
                      <a:cubicBezTo>
                        <a:pt x="190" y="142"/>
                        <a:pt x="173" y="134"/>
                        <a:pt x="173" y="134"/>
                      </a:cubicBezTo>
                      <a:cubicBezTo>
                        <a:pt x="173" y="134"/>
                        <a:pt x="184" y="126"/>
                        <a:pt x="185" y="123"/>
                      </a:cubicBezTo>
                      <a:cubicBezTo>
                        <a:pt x="186" y="120"/>
                        <a:pt x="178" y="113"/>
                        <a:pt x="178" y="113"/>
                      </a:cubicBezTo>
                      <a:cubicBezTo>
                        <a:pt x="178" y="113"/>
                        <a:pt x="186" y="95"/>
                        <a:pt x="182" y="88"/>
                      </a:cubicBezTo>
                      <a:cubicBezTo>
                        <a:pt x="178" y="81"/>
                        <a:pt x="166" y="91"/>
                        <a:pt x="166" y="91"/>
                      </a:cubicBezTo>
                      <a:cubicBezTo>
                        <a:pt x="174" y="42"/>
                        <a:pt x="174" y="42"/>
                        <a:pt x="174" y="42"/>
                      </a:cubicBezTo>
                      <a:cubicBezTo>
                        <a:pt x="152" y="24"/>
                        <a:pt x="152" y="24"/>
                        <a:pt x="152" y="24"/>
                      </a:cubicBezTo>
                      <a:cubicBezTo>
                        <a:pt x="159" y="15"/>
                        <a:pt x="159" y="15"/>
                        <a:pt x="159" y="15"/>
                      </a:cubicBezTo>
                      <a:cubicBezTo>
                        <a:pt x="159" y="4"/>
                        <a:pt x="159" y="4"/>
                        <a:pt x="159" y="4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29" y="10"/>
                        <a:pt x="129" y="10"/>
                        <a:pt x="129" y="10"/>
                      </a:cubicBezTo>
                      <a:cubicBezTo>
                        <a:pt x="109" y="7"/>
                        <a:pt x="109" y="7"/>
                        <a:pt x="109" y="7"/>
                      </a:cubicBezTo>
                      <a:cubicBezTo>
                        <a:pt x="98" y="10"/>
                        <a:pt x="98" y="10"/>
                        <a:pt x="98" y="10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1" y="10"/>
                        <a:pt x="81" y="10"/>
                        <a:pt x="81" y="10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6" y="7"/>
                        <a:pt x="18" y="16"/>
                        <a:pt x="18" y="24"/>
                      </a:cubicBezTo>
                      <a:cubicBezTo>
                        <a:pt x="18" y="32"/>
                        <a:pt x="24" y="33"/>
                        <a:pt x="24" y="33"/>
                      </a:cubicBezTo>
                      <a:cubicBezTo>
                        <a:pt x="25" y="51"/>
                        <a:pt x="25" y="51"/>
                        <a:pt x="25" y="51"/>
                      </a:cubicBezTo>
                      <a:cubicBezTo>
                        <a:pt x="26" y="87"/>
                        <a:pt x="26" y="87"/>
                        <a:pt x="26" y="87"/>
                      </a:cubicBezTo>
                      <a:cubicBezTo>
                        <a:pt x="30" y="86"/>
                        <a:pt x="30" y="86"/>
                        <a:pt x="30" y="86"/>
                      </a:cubicBezTo>
                      <a:cubicBezTo>
                        <a:pt x="34" y="105"/>
                        <a:pt x="34" y="105"/>
                        <a:pt x="34" y="105"/>
                      </a:cubicBezTo>
                      <a:cubicBezTo>
                        <a:pt x="26" y="106"/>
                        <a:pt x="26" y="106"/>
                        <a:pt x="26" y="106"/>
                      </a:cubicBezTo>
                      <a:cubicBezTo>
                        <a:pt x="26" y="106"/>
                        <a:pt x="38" y="140"/>
                        <a:pt x="38" y="152"/>
                      </a:cubicBezTo>
                      <a:cubicBezTo>
                        <a:pt x="38" y="164"/>
                        <a:pt x="21" y="171"/>
                        <a:pt x="21" y="179"/>
                      </a:cubicBezTo>
                      <a:cubicBezTo>
                        <a:pt x="21" y="187"/>
                        <a:pt x="20" y="209"/>
                        <a:pt x="20" y="209"/>
                      </a:cubicBezTo>
                      <a:cubicBezTo>
                        <a:pt x="20" y="209"/>
                        <a:pt x="0" y="227"/>
                        <a:pt x="0" y="241"/>
                      </a:cubicBezTo>
                      <a:cubicBezTo>
                        <a:pt x="0" y="255"/>
                        <a:pt x="13" y="291"/>
                        <a:pt x="13" y="291"/>
                      </a:cubicBezTo>
                      <a:cubicBezTo>
                        <a:pt x="31" y="297"/>
                        <a:pt x="31" y="297"/>
                        <a:pt x="31" y="297"/>
                      </a:cubicBezTo>
                      <a:cubicBezTo>
                        <a:pt x="32" y="332"/>
                        <a:pt x="32" y="332"/>
                        <a:pt x="32" y="332"/>
                      </a:cubicBezTo>
                      <a:cubicBezTo>
                        <a:pt x="41" y="334"/>
                        <a:pt x="47" y="334"/>
                        <a:pt x="47" y="334"/>
                      </a:cubicBezTo>
                      <a:cubicBezTo>
                        <a:pt x="47" y="334"/>
                        <a:pt x="51" y="349"/>
                        <a:pt x="61" y="345"/>
                      </a:cubicBezTo>
                      <a:cubicBezTo>
                        <a:pt x="71" y="341"/>
                        <a:pt x="92" y="323"/>
                        <a:pt x="99" y="321"/>
                      </a:cubicBezTo>
                      <a:cubicBezTo>
                        <a:pt x="106" y="319"/>
                        <a:pt x="117" y="321"/>
                        <a:pt x="117" y="321"/>
                      </a:cubicBezTo>
                      <a:cubicBezTo>
                        <a:pt x="117" y="321"/>
                        <a:pt x="138" y="303"/>
                        <a:pt x="141" y="302"/>
                      </a:cubicBezTo>
                      <a:cubicBezTo>
                        <a:pt x="144" y="301"/>
                        <a:pt x="159" y="298"/>
                        <a:pt x="159" y="298"/>
                      </a:cubicBezTo>
                      <a:cubicBezTo>
                        <a:pt x="159" y="298"/>
                        <a:pt x="165" y="282"/>
                        <a:pt x="173" y="283"/>
                      </a:cubicBezTo>
                      <a:cubicBezTo>
                        <a:pt x="181" y="284"/>
                        <a:pt x="187" y="292"/>
                        <a:pt x="196" y="287"/>
                      </a:cubicBezTo>
                      <a:cubicBezTo>
                        <a:pt x="201" y="284"/>
                        <a:pt x="207" y="278"/>
                        <a:pt x="213" y="273"/>
                      </a:cubicBezTo>
                      <a:cubicBezTo>
                        <a:pt x="193" y="256"/>
                        <a:pt x="193" y="256"/>
                        <a:pt x="193" y="256"/>
                      </a:cubicBezTo>
                      <a:lnTo>
                        <a:pt x="185" y="22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4" name="Freeform 296"/>
                <p:cNvSpPr>
                  <a:spLocks/>
                </p:cNvSpPr>
                <p:nvPr/>
              </p:nvSpPr>
              <p:spPr bwMode="gray">
                <a:xfrm>
                  <a:off x="-6471" y="-11388"/>
                  <a:ext cx="215" cy="638"/>
                </a:xfrm>
                <a:custGeom>
                  <a:avLst/>
                  <a:gdLst>
                    <a:gd name="T0" fmla="*/ 82 w 91"/>
                    <a:gd name="T1" fmla="*/ 239 h 270"/>
                    <a:gd name="T2" fmla="*/ 80 w 91"/>
                    <a:gd name="T3" fmla="*/ 195 h 270"/>
                    <a:gd name="T4" fmla="*/ 85 w 91"/>
                    <a:gd name="T5" fmla="*/ 188 h 270"/>
                    <a:gd name="T6" fmla="*/ 79 w 91"/>
                    <a:gd name="T7" fmla="*/ 182 h 270"/>
                    <a:gd name="T8" fmla="*/ 80 w 91"/>
                    <a:gd name="T9" fmla="*/ 143 h 270"/>
                    <a:gd name="T10" fmla="*/ 85 w 91"/>
                    <a:gd name="T11" fmla="*/ 135 h 270"/>
                    <a:gd name="T12" fmla="*/ 81 w 91"/>
                    <a:gd name="T13" fmla="*/ 108 h 270"/>
                    <a:gd name="T14" fmla="*/ 69 w 91"/>
                    <a:gd name="T15" fmla="*/ 91 h 270"/>
                    <a:gd name="T16" fmla="*/ 69 w 91"/>
                    <a:gd name="T17" fmla="*/ 60 h 270"/>
                    <a:gd name="T18" fmla="*/ 42 w 91"/>
                    <a:gd name="T19" fmla="*/ 37 h 270"/>
                    <a:gd name="T20" fmla="*/ 41 w 91"/>
                    <a:gd name="T21" fmla="*/ 18 h 270"/>
                    <a:gd name="T22" fmla="*/ 47 w 91"/>
                    <a:gd name="T23" fmla="*/ 6 h 270"/>
                    <a:gd name="T24" fmla="*/ 33 w 91"/>
                    <a:gd name="T25" fmla="*/ 7 h 270"/>
                    <a:gd name="T26" fmla="*/ 18 w 91"/>
                    <a:gd name="T27" fmla="*/ 0 h 270"/>
                    <a:gd name="T28" fmla="*/ 7 w 91"/>
                    <a:gd name="T29" fmla="*/ 1 h 270"/>
                    <a:gd name="T30" fmla="*/ 7 w 91"/>
                    <a:gd name="T31" fmla="*/ 12 h 270"/>
                    <a:gd name="T32" fmla="*/ 0 w 91"/>
                    <a:gd name="T33" fmla="*/ 21 h 270"/>
                    <a:gd name="T34" fmla="*/ 22 w 91"/>
                    <a:gd name="T35" fmla="*/ 39 h 270"/>
                    <a:gd name="T36" fmla="*/ 14 w 91"/>
                    <a:gd name="T37" fmla="*/ 88 h 270"/>
                    <a:gd name="T38" fmla="*/ 30 w 91"/>
                    <a:gd name="T39" fmla="*/ 85 h 270"/>
                    <a:gd name="T40" fmla="*/ 26 w 91"/>
                    <a:gd name="T41" fmla="*/ 110 h 270"/>
                    <a:gd name="T42" fmla="*/ 33 w 91"/>
                    <a:gd name="T43" fmla="*/ 120 h 270"/>
                    <a:gd name="T44" fmla="*/ 21 w 91"/>
                    <a:gd name="T45" fmla="*/ 131 h 270"/>
                    <a:gd name="T46" fmla="*/ 39 w 91"/>
                    <a:gd name="T47" fmla="*/ 145 h 270"/>
                    <a:gd name="T48" fmla="*/ 35 w 91"/>
                    <a:gd name="T49" fmla="*/ 154 h 270"/>
                    <a:gd name="T50" fmla="*/ 33 w 91"/>
                    <a:gd name="T51" fmla="*/ 183 h 270"/>
                    <a:gd name="T52" fmla="*/ 30 w 91"/>
                    <a:gd name="T53" fmla="*/ 195 h 270"/>
                    <a:gd name="T54" fmla="*/ 38 w 91"/>
                    <a:gd name="T55" fmla="*/ 202 h 270"/>
                    <a:gd name="T56" fmla="*/ 33 w 91"/>
                    <a:gd name="T57" fmla="*/ 225 h 270"/>
                    <a:gd name="T58" fmla="*/ 41 w 91"/>
                    <a:gd name="T59" fmla="*/ 253 h 270"/>
                    <a:gd name="T60" fmla="*/ 61 w 91"/>
                    <a:gd name="T61" fmla="*/ 270 h 270"/>
                    <a:gd name="T62" fmla="*/ 78 w 91"/>
                    <a:gd name="T63" fmla="*/ 259 h 270"/>
                    <a:gd name="T64" fmla="*/ 91 w 91"/>
                    <a:gd name="T65" fmla="*/ 258 h 270"/>
                    <a:gd name="T66" fmla="*/ 82 w 91"/>
                    <a:gd name="T67" fmla="*/ 239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1" h="270">
                      <a:moveTo>
                        <a:pt x="82" y="239"/>
                      </a:moveTo>
                      <a:cubicBezTo>
                        <a:pt x="80" y="195"/>
                        <a:pt x="80" y="195"/>
                        <a:pt x="80" y="195"/>
                      </a:cubicBezTo>
                      <a:cubicBezTo>
                        <a:pt x="85" y="188"/>
                        <a:pt x="85" y="188"/>
                        <a:pt x="85" y="188"/>
                      </a:cubicBezTo>
                      <a:cubicBezTo>
                        <a:pt x="79" y="182"/>
                        <a:pt x="79" y="182"/>
                        <a:pt x="79" y="182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5" y="135"/>
                        <a:pt x="85" y="135"/>
                        <a:pt x="85" y="135"/>
                      </a:cubicBezTo>
                      <a:cubicBezTo>
                        <a:pt x="85" y="135"/>
                        <a:pt x="80" y="116"/>
                        <a:pt x="81" y="108"/>
                      </a:cubicBezTo>
                      <a:cubicBezTo>
                        <a:pt x="82" y="100"/>
                        <a:pt x="69" y="91"/>
                        <a:pt x="69" y="91"/>
                      </a:cubicBezTo>
                      <a:cubicBezTo>
                        <a:pt x="69" y="91"/>
                        <a:pt x="71" y="68"/>
                        <a:pt x="69" y="60"/>
                      </a:cubicBezTo>
                      <a:cubicBezTo>
                        <a:pt x="67" y="52"/>
                        <a:pt x="42" y="37"/>
                        <a:pt x="42" y="37"/>
                      </a:cubicBez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33" y="7"/>
                        <a:pt x="33" y="7"/>
                        <a:pt x="33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14" y="88"/>
                        <a:pt x="14" y="88"/>
                        <a:pt x="14" y="88"/>
                      </a:cubicBezTo>
                      <a:cubicBezTo>
                        <a:pt x="14" y="88"/>
                        <a:pt x="26" y="78"/>
                        <a:pt x="30" y="85"/>
                      </a:cubicBezTo>
                      <a:cubicBezTo>
                        <a:pt x="34" y="92"/>
                        <a:pt x="26" y="110"/>
                        <a:pt x="26" y="110"/>
                      </a:cubicBezTo>
                      <a:cubicBezTo>
                        <a:pt x="26" y="110"/>
                        <a:pt x="34" y="117"/>
                        <a:pt x="33" y="120"/>
                      </a:cubicBezTo>
                      <a:cubicBezTo>
                        <a:pt x="32" y="123"/>
                        <a:pt x="21" y="131"/>
                        <a:pt x="21" y="131"/>
                      </a:cubicBezTo>
                      <a:cubicBezTo>
                        <a:pt x="21" y="131"/>
                        <a:pt x="38" y="139"/>
                        <a:pt x="39" y="145"/>
                      </a:cubicBezTo>
                      <a:cubicBezTo>
                        <a:pt x="40" y="151"/>
                        <a:pt x="35" y="154"/>
                        <a:pt x="35" y="154"/>
                      </a:cubicBezTo>
                      <a:cubicBezTo>
                        <a:pt x="33" y="183"/>
                        <a:pt x="33" y="183"/>
                        <a:pt x="33" y="183"/>
                      </a:cubicBezTo>
                      <a:cubicBezTo>
                        <a:pt x="33" y="183"/>
                        <a:pt x="30" y="190"/>
                        <a:pt x="30" y="195"/>
                      </a:cubicBezTo>
                      <a:cubicBezTo>
                        <a:pt x="30" y="200"/>
                        <a:pt x="37" y="196"/>
                        <a:pt x="38" y="202"/>
                      </a:cubicBezTo>
                      <a:cubicBezTo>
                        <a:pt x="39" y="208"/>
                        <a:pt x="33" y="225"/>
                        <a:pt x="33" y="225"/>
                      </a:cubicBezTo>
                      <a:cubicBezTo>
                        <a:pt x="41" y="253"/>
                        <a:pt x="41" y="253"/>
                        <a:pt x="41" y="253"/>
                      </a:cubicBezTo>
                      <a:cubicBezTo>
                        <a:pt x="61" y="270"/>
                        <a:pt x="61" y="270"/>
                        <a:pt x="61" y="270"/>
                      </a:cubicBezTo>
                      <a:cubicBezTo>
                        <a:pt x="66" y="264"/>
                        <a:pt x="72" y="260"/>
                        <a:pt x="78" y="259"/>
                      </a:cubicBezTo>
                      <a:cubicBezTo>
                        <a:pt x="82" y="258"/>
                        <a:pt x="86" y="258"/>
                        <a:pt x="91" y="258"/>
                      </a:cubicBezTo>
                      <a:cubicBezTo>
                        <a:pt x="91" y="248"/>
                        <a:pt x="82" y="239"/>
                        <a:pt x="82" y="23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5" name="Freeform 297"/>
                <p:cNvSpPr>
                  <a:spLocks/>
                </p:cNvSpPr>
                <p:nvPr/>
              </p:nvSpPr>
              <p:spPr bwMode="gray">
                <a:xfrm>
                  <a:off x="-6374" y="-11555"/>
                  <a:ext cx="355" cy="784"/>
                </a:xfrm>
                <a:custGeom>
                  <a:avLst/>
                  <a:gdLst>
                    <a:gd name="T0" fmla="*/ 94 w 150"/>
                    <a:gd name="T1" fmla="*/ 247 h 332"/>
                    <a:gd name="T2" fmla="*/ 97 w 150"/>
                    <a:gd name="T3" fmla="*/ 228 h 332"/>
                    <a:gd name="T4" fmla="*/ 94 w 150"/>
                    <a:gd name="T5" fmla="*/ 206 h 332"/>
                    <a:gd name="T6" fmla="*/ 96 w 150"/>
                    <a:gd name="T7" fmla="*/ 183 h 332"/>
                    <a:gd name="T8" fmla="*/ 112 w 150"/>
                    <a:gd name="T9" fmla="*/ 177 h 332"/>
                    <a:gd name="T10" fmla="*/ 118 w 150"/>
                    <a:gd name="T11" fmla="*/ 148 h 332"/>
                    <a:gd name="T12" fmla="*/ 133 w 150"/>
                    <a:gd name="T13" fmla="*/ 132 h 332"/>
                    <a:gd name="T14" fmla="*/ 135 w 150"/>
                    <a:gd name="T15" fmla="*/ 105 h 332"/>
                    <a:gd name="T16" fmla="*/ 148 w 150"/>
                    <a:gd name="T17" fmla="*/ 95 h 332"/>
                    <a:gd name="T18" fmla="*/ 144 w 150"/>
                    <a:gd name="T19" fmla="*/ 85 h 332"/>
                    <a:gd name="T20" fmla="*/ 145 w 150"/>
                    <a:gd name="T21" fmla="*/ 76 h 332"/>
                    <a:gd name="T22" fmla="*/ 131 w 150"/>
                    <a:gd name="T23" fmla="*/ 51 h 332"/>
                    <a:gd name="T24" fmla="*/ 139 w 150"/>
                    <a:gd name="T25" fmla="*/ 31 h 332"/>
                    <a:gd name="T26" fmla="*/ 118 w 150"/>
                    <a:gd name="T27" fmla="*/ 22 h 332"/>
                    <a:gd name="T28" fmla="*/ 96 w 150"/>
                    <a:gd name="T29" fmla="*/ 0 h 332"/>
                    <a:gd name="T30" fmla="*/ 79 w 150"/>
                    <a:gd name="T31" fmla="*/ 7 h 332"/>
                    <a:gd name="T32" fmla="*/ 76 w 150"/>
                    <a:gd name="T33" fmla="*/ 23 h 332"/>
                    <a:gd name="T34" fmla="*/ 83 w 150"/>
                    <a:gd name="T35" fmla="*/ 26 h 332"/>
                    <a:gd name="T36" fmla="*/ 77 w 150"/>
                    <a:gd name="T37" fmla="*/ 28 h 332"/>
                    <a:gd name="T38" fmla="*/ 74 w 150"/>
                    <a:gd name="T39" fmla="*/ 39 h 332"/>
                    <a:gd name="T40" fmla="*/ 63 w 150"/>
                    <a:gd name="T41" fmla="*/ 43 h 332"/>
                    <a:gd name="T42" fmla="*/ 58 w 150"/>
                    <a:gd name="T43" fmla="*/ 53 h 332"/>
                    <a:gd name="T44" fmla="*/ 32 w 150"/>
                    <a:gd name="T45" fmla="*/ 51 h 332"/>
                    <a:gd name="T46" fmla="*/ 19 w 150"/>
                    <a:gd name="T47" fmla="*/ 70 h 332"/>
                    <a:gd name="T48" fmla="*/ 11 w 150"/>
                    <a:gd name="T49" fmla="*/ 70 h 332"/>
                    <a:gd name="T50" fmla="*/ 6 w 150"/>
                    <a:gd name="T51" fmla="*/ 77 h 332"/>
                    <a:gd name="T52" fmla="*/ 0 w 150"/>
                    <a:gd name="T53" fmla="*/ 89 h 332"/>
                    <a:gd name="T54" fmla="*/ 1 w 150"/>
                    <a:gd name="T55" fmla="*/ 108 h 332"/>
                    <a:gd name="T56" fmla="*/ 28 w 150"/>
                    <a:gd name="T57" fmla="*/ 131 h 332"/>
                    <a:gd name="T58" fmla="*/ 28 w 150"/>
                    <a:gd name="T59" fmla="*/ 162 h 332"/>
                    <a:gd name="T60" fmla="*/ 40 w 150"/>
                    <a:gd name="T61" fmla="*/ 179 h 332"/>
                    <a:gd name="T62" fmla="*/ 44 w 150"/>
                    <a:gd name="T63" fmla="*/ 206 h 332"/>
                    <a:gd name="T64" fmla="*/ 39 w 150"/>
                    <a:gd name="T65" fmla="*/ 214 h 332"/>
                    <a:gd name="T66" fmla="*/ 38 w 150"/>
                    <a:gd name="T67" fmla="*/ 253 h 332"/>
                    <a:gd name="T68" fmla="*/ 44 w 150"/>
                    <a:gd name="T69" fmla="*/ 259 h 332"/>
                    <a:gd name="T70" fmla="*/ 39 w 150"/>
                    <a:gd name="T71" fmla="*/ 266 h 332"/>
                    <a:gd name="T72" fmla="*/ 41 w 150"/>
                    <a:gd name="T73" fmla="*/ 310 h 332"/>
                    <a:gd name="T74" fmla="*/ 50 w 150"/>
                    <a:gd name="T75" fmla="*/ 329 h 332"/>
                    <a:gd name="T76" fmla="*/ 50 w 150"/>
                    <a:gd name="T77" fmla="*/ 329 h 332"/>
                    <a:gd name="T78" fmla="*/ 73 w 150"/>
                    <a:gd name="T79" fmla="*/ 332 h 332"/>
                    <a:gd name="T80" fmla="*/ 81 w 150"/>
                    <a:gd name="T81" fmla="*/ 318 h 332"/>
                    <a:gd name="T82" fmla="*/ 91 w 150"/>
                    <a:gd name="T83" fmla="*/ 323 h 332"/>
                    <a:gd name="T84" fmla="*/ 95 w 150"/>
                    <a:gd name="T85" fmla="*/ 306 h 332"/>
                    <a:gd name="T86" fmla="*/ 94 w 150"/>
                    <a:gd name="T87" fmla="*/ 247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0" h="332">
                      <a:moveTo>
                        <a:pt x="94" y="247"/>
                      </a:moveTo>
                      <a:cubicBezTo>
                        <a:pt x="97" y="228"/>
                        <a:pt x="97" y="228"/>
                        <a:pt x="97" y="228"/>
                      </a:cubicBezTo>
                      <a:cubicBezTo>
                        <a:pt x="94" y="206"/>
                        <a:pt x="94" y="206"/>
                        <a:pt x="94" y="206"/>
                      </a:cubicBezTo>
                      <a:cubicBezTo>
                        <a:pt x="96" y="183"/>
                        <a:pt x="96" y="183"/>
                        <a:pt x="96" y="183"/>
                      </a:cubicBezTo>
                      <a:cubicBezTo>
                        <a:pt x="96" y="183"/>
                        <a:pt x="104" y="187"/>
                        <a:pt x="112" y="177"/>
                      </a:cubicBezTo>
                      <a:cubicBezTo>
                        <a:pt x="120" y="167"/>
                        <a:pt x="115" y="155"/>
                        <a:pt x="118" y="148"/>
                      </a:cubicBezTo>
                      <a:cubicBezTo>
                        <a:pt x="121" y="141"/>
                        <a:pt x="133" y="132"/>
                        <a:pt x="133" y="132"/>
                      </a:cubicBezTo>
                      <a:cubicBezTo>
                        <a:pt x="135" y="105"/>
                        <a:pt x="135" y="105"/>
                        <a:pt x="135" y="105"/>
                      </a:cubicBezTo>
                      <a:cubicBezTo>
                        <a:pt x="135" y="105"/>
                        <a:pt x="146" y="102"/>
                        <a:pt x="148" y="95"/>
                      </a:cubicBezTo>
                      <a:cubicBezTo>
                        <a:pt x="150" y="88"/>
                        <a:pt x="144" y="85"/>
                        <a:pt x="144" y="85"/>
                      </a:cubicBezTo>
                      <a:cubicBezTo>
                        <a:pt x="144" y="85"/>
                        <a:pt x="145" y="82"/>
                        <a:pt x="145" y="76"/>
                      </a:cubicBezTo>
                      <a:cubicBezTo>
                        <a:pt x="145" y="70"/>
                        <a:pt x="130" y="58"/>
                        <a:pt x="131" y="51"/>
                      </a:cubicBezTo>
                      <a:cubicBezTo>
                        <a:pt x="132" y="44"/>
                        <a:pt x="139" y="31"/>
                        <a:pt x="139" y="31"/>
                      </a:cubicBezTo>
                      <a:cubicBezTo>
                        <a:pt x="139" y="31"/>
                        <a:pt x="123" y="25"/>
                        <a:pt x="118" y="22"/>
                      </a:cubicBezTo>
                      <a:cubicBezTo>
                        <a:pt x="113" y="19"/>
                        <a:pt x="96" y="0"/>
                        <a:pt x="96" y="0"/>
                      </a:cubicBezTo>
                      <a:cubicBezTo>
                        <a:pt x="79" y="7"/>
                        <a:pt x="79" y="7"/>
                        <a:pt x="79" y="7"/>
                      </a:cubicBezTo>
                      <a:cubicBezTo>
                        <a:pt x="76" y="23"/>
                        <a:pt x="76" y="23"/>
                        <a:pt x="76" y="23"/>
                      </a:cubicBezTo>
                      <a:cubicBezTo>
                        <a:pt x="83" y="26"/>
                        <a:pt x="83" y="26"/>
                        <a:pt x="83" y="26"/>
                      </a:cubicBez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67" y="40"/>
                        <a:pt x="63" y="43"/>
                      </a:cubicBezTo>
                      <a:cubicBezTo>
                        <a:pt x="59" y="46"/>
                        <a:pt x="58" y="53"/>
                        <a:pt x="58" y="53"/>
                      </a:cubicBezTo>
                      <a:cubicBezTo>
                        <a:pt x="58" y="53"/>
                        <a:pt x="32" y="52"/>
                        <a:pt x="32" y="51"/>
                      </a:cubicBezTo>
                      <a:cubicBezTo>
                        <a:pt x="21" y="56"/>
                        <a:pt x="19" y="70"/>
                        <a:pt x="19" y="70"/>
                      </a:cubicBezTo>
                      <a:cubicBezTo>
                        <a:pt x="11" y="70"/>
                        <a:pt x="11" y="70"/>
                        <a:pt x="11" y="70"/>
                      </a:cubicBezTo>
                      <a:cubicBezTo>
                        <a:pt x="6" y="77"/>
                        <a:pt x="6" y="77"/>
                        <a:pt x="6" y="77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" y="108"/>
                        <a:pt x="1" y="108"/>
                        <a:pt x="1" y="108"/>
                      </a:cubicBezTo>
                      <a:cubicBezTo>
                        <a:pt x="1" y="108"/>
                        <a:pt x="26" y="123"/>
                        <a:pt x="28" y="131"/>
                      </a:cubicBezTo>
                      <a:cubicBezTo>
                        <a:pt x="30" y="139"/>
                        <a:pt x="28" y="162"/>
                        <a:pt x="28" y="162"/>
                      </a:cubicBezTo>
                      <a:cubicBezTo>
                        <a:pt x="28" y="162"/>
                        <a:pt x="41" y="171"/>
                        <a:pt x="40" y="179"/>
                      </a:cubicBezTo>
                      <a:cubicBezTo>
                        <a:pt x="39" y="187"/>
                        <a:pt x="44" y="206"/>
                        <a:pt x="44" y="206"/>
                      </a:cubicBezTo>
                      <a:cubicBezTo>
                        <a:pt x="39" y="214"/>
                        <a:pt x="39" y="214"/>
                        <a:pt x="39" y="214"/>
                      </a:cubicBezTo>
                      <a:cubicBezTo>
                        <a:pt x="38" y="253"/>
                        <a:pt x="38" y="253"/>
                        <a:pt x="38" y="253"/>
                      </a:cubicBezTo>
                      <a:cubicBezTo>
                        <a:pt x="44" y="259"/>
                        <a:pt x="44" y="259"/>
                        <a:pt x="44" y="259"/>
                      </a:cubicBezTo>
                      <a:cubicBezTo>
                        <a:pt x="39" y="266"/>
                        <a:pt x="39" y="266"/>
                        <a:pt x="39" y="266"/>
                      </a:cubicBezTo>
                      <a:cubicBezTo>
                        <a:pt x="41" y="310"/>
                        <a:pt x="41" y="310"/>
                        <a:pt x="41" y="310"/>
                      </a:cubicBezTo>
                      <a:cubicBezTo>
                        <a:pt x="41" y="310"/>
                        <a:pt x="50" y="319"/>
                        <a:pt x="50" y="329"/>
                      </a:cubicBezTo>
                      <a:cubicBezTo>
                        <a:pt x="50" y="329"/>
                        <a:pt x="50" y="329"/>
                        <a:pt x="50" y="329"/>
                      </a:cubicBezTo>
                      <a:cubicBezTo>
                        <a:pt x="61" y="330"/>
                        <a:pt x="73" y="332"/>
                        <a:pt x="73" y="332"/>
                      </a:cubicBezTo>
                      <a:cubicBezTo>
                        <a:pt x="81" y="318"/>
                        <a:pt x="81" y="318"/>
                        <a:pt x="81" y="318"/>
                      </a:cubicBezTo>
                      <a:cubicBezTo>
                        <a:pt x="81" y="318"/>
                        <a:pt x="85" y="320"/>
                        <a:pt x="91" y="323"/>
                      </a:cubicBezTo>
                      <a:cubicBezTo>
                        <a:pt x="95" y="306"/>
                        <a:pt x="95" y="306"/>
                        <a:pt x="95" y="306"/>
                      </a:cubicBezTo>
                      <a:lnTo>
                        <a:pt x="94" y="24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6" name="Freeform 298"/>
                <p:cNvSpPr>
                  <a:spLocks/>
                </p:cNvSpPr>
                <p:nvPr/>
              </p:nvSpPr>
              <p:spPr bwMode="gray">
                <a:xfrm>
                  <a:off x="-6159" y="-11742"/>
                  <a:ext cx="1340" cy="1207"/>
                </a:xfrm>
                <a:custGeom>
                  <a:avLst/>
                  <a:gdLst>
                    <a:gd name="T0" fmla="*/ 290 w 567"/>
                    <a:gd name="T1" fmla="*/ 469 h 511"/>
                    <a:gd name="T2" fmla="*/ 333 w 567"/>
                    <a:gd name="T3" fmla="*/ 394 h 511"/>
                    <a:gd name="T4" fmla="*/ 372 w 567"/>
                    <a:gd name="T5" fmla="*/ 375 h 511"/>
                    <a:gd name="T6" fmla="*/ 396 w 567"/>
                    <a:gd name="T7" fmla="*/ 383 h 511"/>
                    <a:gd name="T8" fmla="*/ 417 w 567"/>
                    <a:gd name="T9" fmla="*/ 378 h 511"/>
                    <a:gd name="T10" fmla="*/ 434 w 567"/>
                    <a:gd name="T11" fmla="*/ 343 h 511"/>
                    <a:gd name="T12" fmla="*/ 458 w 567"/>
                    <a:gd name="T13" fmla="*/ 291 h 511"/>
                    <a:gd name="T14" fmla="*/ 484 w 567"/>
                    <a:gd name="T15" fmla="*/ 239 h 511"/>
                    <a:gd name="T16" fmla="*/ 504 w 567"/>
                    <a:gd name="T17" fmla="*/ 200 h 511"/>
                    <a:gd name="T18" fmla="*/ 513 w 567"/>
                    <a:gd name="T19" fmla="*/ 177 h 511"/>
                    <a:gd name="T20" fmla="*/ 533 w 567"/>
                    <a:gd name="T21" fmla="*/ 141 h 511"/>
                    <a:gd name="T22" fmla="*/ 559 w 567"/>
                    <a:gd name="T23" fmla="*/ 111 h 511"/>
                    <a:gd name="T24" fmla="*/ 540 w 567"/>
                    <a:gd name="T25" fmla="*/ 84 h 511"/>
                    <a:gd name="T26" fmla="*/ 517 w 567"/>
                    <a:gd name="T27" fmla="*/ 8 h 511"/>
                    <a:gd name="T28" fmla="*/ 499 w 567"/>
                    <a:gd name="T29" fmla="*/ 22 h 511"/>
                    <a:gd name="T30" fmla="*/ 458 w 567"/>
                    <a:gd name="T31" fmla="*/ 40 h 511"/>
                    <a:gd name="T32" fmla="*/ 382 w 567"/>
                    <a:gd name="T33" fmla="*/ 25 h 511"/>
                    <a:gd name="T34" fmla="*/ 293 w 567"/>
                    <a:gd name="T35" fmla="*/ 55 h 511"/>
                    <a:gd name="T36" fmla="*/ 205 w 567"/>
                    <a:gd name="T37" fmla="*/ 47 h 511"/>
                    <a:gd name="T38" fmla="*/ 174 w 567"/>
                    <a:gd name="T39" fmla="*/ 12 h 511"/>
                    <a:gd name="T40" fmla="*/ 135 w 567"/>
                    <a:gd name="T41" fmla="*/ 1 h 511"/>
                    <a:gd name="T42" fmla="*/ 88 w 567"/>
                    <a:gd name="T43" fmla="*/ 7 h 511"/>
                    <a:gd name="T44" fmla="*/ 68 w 567"/>
                    <a:gd name="T45" fmla="*/ 50 h 511"/>
                    <a:gd name="T46" fmla="*/ 48 w 567"/>
                    <a:gd name="T47" fmla="*/ 110 h 511"/>
                    <a:gd name="T48" fmla="*/ 54 w 567"/>
                    <a:gd name="T49" fmla="*/ 155 h 511"/>
                    <a:gd name="T50" fmla="*/ 57 w 567"/>
                    <a:gd name="T51" fmla="*/ 174 h 511"/>
                    <a:gd name="T52" fmla="*/ 42 w 567"/>
                    <a:gd name="T53" fmla="*/ 211 h 511"/>
                    <a:gd name="T54" fmla="*/ 21 w 567"/>
                    <a:gd name="T55" fmla="*/ 256 h 511"/>
                    <a:gd name="T56" fmla="*/ 3 w 567"/>
                    <a:gd name="T57" fmla="*/ 285 h 511"/>
                    <a:gd name="T58" fmla="*/ 3 w 567"/>
                    <a:gd name="T59" fmla="*/ 326 h 511"/>
                    <a:gd name="T60" fmla="*/ 0 w 567"/>
                    <a:gd name="T61" fmla="*/ 402 h 511"/>
                    <a:gd name="T62" fmla="*/ 44 w 567"/>
                    <a:gd name="T63" fmla="*/ 394 h 511"/>
                    <a:gd name="T64" fmla="*/ 96 w 567"/>
                    <a:gd name="T65" fmla="*/ 413 h 511"/>
                    <a:gd name="T66" fmla="*/ 127 w 567"/>
                    <a:gd name="T67" fmla="*/ 440 h 511"/>
                    <a:gd name="T68" fmla="*/ 133 w 567"/>
                    <a:gd name="T69" fmla="*/ 453 h 511"/>
                    <a:gd name="T70" fmla="*/ 157 w 567"/>
                    <a:gd name="T71" fmla="*/ 510 h 511"/>
                    <a:gd name="T72" fmla="*/ 194 w 567"/>
                    <a:gd name="T73" fmla="*/ 491 h 511"/>
                    <a:gd name="T74" fmla="*/ 228 w 567"/>
                    <a:gd name="T75" fmla="*/ 496 h 511"/>
                    <a:gd name="T76" fmla="*/ 265 w 567"/>
                    <a:gd name="T77" fmla="*/ 504 h 511"/>
                    <a:gd name="T78" fmla="*/ 282 w 567"/>
                    <a:gd name="T79" fmla="*/ 487 h 5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567" h="511">
                      <a:moveTo>
                        <a:pt x="281" y="490"/>
                      </a:moveTo>
                      <a:cubicBezTo>
                        <a:pt x="281" y="490"/>
                        <a:pt x="288" y="475"/>
                        <a:pt x="290" y="469"/>
                      </a:cubicBezTo>
                      <a:cubicBezTo>
                        <a:pt x="292" y="463"/>
                        <a:pt x="290" y="431"/>
                        <a:pt x="290" y="431"/>
                      </a:cubicBezTo>
                      <a:cubicBezTo>
                        <a:pt x="333" y="394"/>
                        <a:pt x="333" y="394"/>
                        <a:pt x="333" y="394"/>
                      </a:cubicBezTo>
                      <a:cubicBezTo>
                        <a:pt x="333" y="394"/>
                        <a:pt x="343" y="374"/>
                        <a:pt x="349" y="369"/>
                      </a:cubicBezTo>
                      <a:cubicBezTo>
                        <a:pt x="355" y="364"/>
                        <a:pt x="363" y="377"/>
                        <a:pt x="372" y="375"/>
                      </a:cubicBezTo>
                      <a:cubicBezTo>
                        <a:pt x="381" y="373"/>
                        <a:pt x="368" y="359"/>
                        <a:pt x="375" y="359"/>
                      </a:cubicBezTo>
                      <a:cubicBezTo>
                        <a:pt x="382" y="359"/>
                        <a:pt x="396" y="383"/>
                        <a:pt x="396" y="383"/>
                      </a:cubicBezTo>
                      <a:cubicBezTo>
                        <a:pt x="396" y="383"/>
                        <a:pt x="393" y="399"/>
                        <a:pt x="405" y="399"/>
                      </a:cubicBezTo>
                      <a:cubicBezTo>
                        <a:pt x="417" y="399"/>
                        <a:pt x="417" y="378"/>
                        <a:pt x="417" y="378"/>
                      </a:cubicBezTo>
                      <a:cubicBezTo>
                        <a:pt x="417" y="378"/>
                        <a:pt x="428" y="369"/>
                        <a:pt x="433" y="363"/>
                      </a:cubicBezTo>
                      <a:cubicBezTo>
                        <a:pt x="438" y="357"/>
                        <a:pt x="434" y="343"/>
                        <a:pt x="434" y="343"/>
                      </a:cubicBezTo>
                      <a:cubicBezTo>
                        <a:pt x="450" y="323"/>
                        <a:pt x="450" y="323"/>
                        <a:pt x="450" y="323"/>
                      </a:cubicBezTo>
                      <a:cubicBezTo>
                        <a:pt x="458" y="291"/>
                        <a:pt x="458" y="291"/>
                        <a:pt x="458" y="291"/>
                      </a:cubicBezTo>
                      <a:cubicBezTo>
                        <a:pt x="458" y="291"/>
                        <a:pt x="477" y="284"/>
                        <a:pt x="482" y="274"/>
                      </a:cubicBezTo>
                      <a:cubicBezTo>
                        <a:pt x="487" y="264"/>
                        <a:pt x="482" y="246"/>
                        <a:pt x="484" y="239"/>
                      </a:cubicBezTo>
                      <a:cubicBezTo>
                        <a:pt x="486" y="232"/>
                        <a:pt x="496" y="239"/>
                        <a:pt x="501" y="230"/>
                      </a:cubicBezTo>
                      <a:cubicBezTo>
                        <a:pt x="506" y="221"/>
                        <a:pt x="504" y="200"/>
                        <a:pt x="504" y="200"/>
                      </a:cubicBezTo>
                      <a:cubicBezTo>
                        <a:pt x="511" y="196"/>
                        <a:pt x="511" y="196"/>
                        <a:pt x="511" y="196"/>
                      </a:cubicBezTo>
                      <a:cubicBezTo>
                        <a:pt x="513" y="177"/>
                        <a:pt x="513" y="177"/>
                        <a:pt x="513" y="177"/>
                      </a:cubicBezTo>
                      <a:cubicBezTo>
                        <a:pt x="513" y="177"/>
                        <a:pt x="523" y="164"/>
                        <a:pt x="524" y="161"/>
                      </a:cubicBezTo>
                      <a:cubicBezTo>
                        <a:pt x="525" y="158"/>
                        <a:pt x="533" y="141"/>
                        <a:pt x="533" y="141"/>
                      </a:cubicBezTo>
                      <a:cubicBezTo>
                        <a:pt x="533" y="141"/>
                        <a:pt x="547" y="138"/>
                        <a:pt x="557" y="129"/>
                      </a:cubicBezTo>
                      <a:cubicBezTo>
                        <a:pt x="567" y="120"/>
                        <a:pt x="559" y="111"/>
                        <a:pt x="559" y="111"/>
                      </a:cubicBezTo>
                      <a:cubicBezTo>
                        <a:pt x="559" y="111"/>
                        <a:pt x="563" y="98"/>
                        <a:pt x="562" y="87"/>
                      </a:cubicBezTo>
                      <a:cubicBezTo>
                        <a:pt x="561" y="76"/>
                        <a:pt x="542" y="87"/>
                        <a:pt x="540" y="84"/>
                      </a:cubicBezTo>
                      <a:cubicBezTo>
                        <a:pt x="538" y="81"/>
                        <a:pt x="536" y="40"/>
                        <a:pt x="536" y="40"/>
                      </a:cubicBezTo>
                      <a:cubicBezTo>
                        <a:pt x="517" y="8"/>
                        <a:pt x="517" y="8"/>
                        <a:pt x="517" y="8"/>
                      </a:cubicBezTo>
                      <a:cubicBezTo>
                        <a:pt x="517" y="8"/>
                        <a:pt x="511" y="8"/>
                        <a:pt x="507" y="8"/>
                      </a:cubicBezTo>
                      <a:cubicBezTo>
                        <a:pt x="503" y="8"/>
                        <a:pt x="499" y="22"/>
                        <a:pt x="499" y="22"/>
                      </a:cubicBezTo>
                      <a:cubicBezTo>
                        <a:pt x="499" y="22"/>
                        <a:pt x="490" y="19"/>
                        <a:pt x="483" y="23"/>
                      </a:cubicBezTo>
                      <a:cubicBezTo>
                        <a:pt x="476" y="27"/>
                        <a:pt x="458" y="40"/>
                        <a:pt x="458" y="40"/>
                      </a:cubicBezTo>
                      <a:cubicBezTo>
                        <a:pt x="440" y="39"/>
                        <a:pt x="440" y="39"/>
                        <a:pt x="440" y="39"/>
                      </a:cubicBezTo>
                      <a:cubicBezTo>
                        <a:pt x="440" y="39"/>
                        <a:pt x="424" y="25"/>
                        <a:pt x="382" y="25"/>
                      </a:cubicBezTo>
                      <a:cubicBezTo>
                        <a:pt x="340" y="25"/>
                        <a:pt x="328" y="60"/>
                        <a:pt x="328" y="60"/>
                      </a:cubicBezTo>
                      <a:cubicBezTo>
                        <a:pt x="328" y="60"/>
                        <a:pt x="312" y="56"/>
                        <a:pt x="293" y="55"/>
                      </a:cubicBezTo>
                      <a:cubicBezTo>
                        <a:pt x="274" y="54"/>
                        <a:pt x="262" y="26"/>
                        <a:pt x="250" y="26"/>
                      </a:cubicBezTo>
                      <a:cubicBezTo>
                        <a:pt x="238" y="26"/>
                        <a:pt x="214" y="46"/>
                        <a:pt x="205" y="47"/>
                      </a:cubicBezTo>
                      <a:cubicBezTo>
                        <a:pt x="196" y="48"/>
                        <a:pt x="191" y="26"/>
                        <a:pt x="191" y="26"/>
                      </a:cubicBezTo>
                      <a:cubicBezTo>
                        <a:pt x="174" y="12"/>
                        <a:pt x="174" y="12"/>
                        <a:pt x="174" y="12"/>
                      </a:cubicBezTo>
                      <a:cubicBezTo>
                        <a:pt x="174" y="12"/>
                        <a:pt x="162" y="12"/>
                        <a:pt x="155" y="11"/>
                      </a:cubicBezTo>
                      <a:cubicBezTo>
                        <a:pt x="148" y="10"/>
                        <a:pt x="149" y="0"/>
                        <a:pt x="135" y="1"/>
                      </a:cubicBezTo>
                      <a:cubicBezTo>
                        <a:pt x="121" y="2"/>
                        <a:pt x="122" y="8"/>
                        <a:pt x="122" y="8"/>
                      </a:cubicBezTo>
                      <a:cubicBezTo>
                        <a:pt x="88" y="7"/>
                        <a:pt x="88" y="7"/>
                        <a:pt x="88" y="7"/>
                      </a:cubicBezTo>
                      <a:cubicBezTo>
                        <a:pt x="69" y="24"/>
                        <a:pt x="69" y="24"/>
                        <a:pt x="69" y="24"/>
                      </a:cubicBezTo>
                      <a:cubicBezTo>
                        <a:pt x="69" y="24"/>
                        <a:pt x="69" y="35"/>
                        <a:pt x="68" y="50"/>
                      </a:cubicBezTo>
                      <a:cubicBezTo>
                        <a:pt x="67" y="65"/>
                        <a:pt x="45" y="76"/>
                        <a:pt x="45" y="76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0"/>
                        <a:pt x="41" y="123"/>
                        <a:pt x="40" y="130"/>
                      </a:cubicBezTo>
                      <a:cubicBezTo>
                        <a:pt x="39" y="137"/>
                        <a:pt x="54" y="149"/>
                        <a:pt x="54" y="155"/>
                      </a:cubicBezTo>
                      <a:cubicBezTo>
                        <a:pt x="54" y="161"/>
                        <a:pt x="53" y="164"/>
                        <a:pt x="53" y="164"/>
                      </a:cubicBezTo>
                      <a:cubicBezTo>
                        <a:pt x="53" y="164"/>
                        <a:pt x="59" y="167"/>
                        <a:pt x="57" y="174"/>
                      </a:cubicBezTo>
                      <a:cubicBezTo>
                        <a:pt x="55" y="181"/>
                        <a:pt x="44" y="184"/>
                        <a:pt x="44" y="184"/>
                      </a:cubicBez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42" y="211"/>
                        <a:pt x="30" y="220"/>
                        <a:pt x="27" y="227"/>
                      </a:cubicBezTo>
                      <a:cubicBezTo>
                        <a:pt x="24" y="234"/>
                        <a:pt x="29" y="246"/>
                        <a:pt x="21" y="256"/>
                      </a:cubicBezTo>
                      <a:cubicBezTo>
                        <a:pt x="13" y="266"/>
                        <a:pt x="5" y="262"/>
                        <a:pt x="5" y="262"/>
                      </a:cubicBezTo>
                      <a:cubicBezTo>
                        <a:pt x="3" y="285"/>
                        <a:pt x="3" y="285"/>
                        <a:pt x="3" y="285"/>
                      </a:cubicBezTo>
                      <a:cubicBezTo>
                        <a:pt x="6" y="307"/>
                        <a:pt x="6" y="307"/>
                        <a:pt x="6" y="307"/>
                      </a:cubicBezTo>
                      <a:cubicBezTo>
                        <a:pt x="3" y="326"/>
                        <a:pt x="3" y="326"/>
                        <a:pt x="3" y="326"/>
                      </a:cubicBezTo>
                      <a:cubicBezTo>
                        <a:pt x="4" y="385"/>
                        <a:pt x="4" y="385"/>
                        <a:pt x="4" y="385"/>
                      </a:cubicBezTo>
                      <a:cubicBezTo>
                        <a:pt x="0" y="402"/>
                        <a:pt x="0" y="402"/>
                        <a:pt x="0" y="402"/>
                      </a:cubicBezTo>
                      <a:cubicBezTo>
                        <a:pt x="7" y="405"/>
                        <a:pt x="17" y="408"/>
                        <a:pt x="23" y="406"/>
                      </a:cubicBezTo>
                      <a:cubicBezTo>
                        <a:pt x="34" y="402"/>
                        <a:pt x="44" y="394"/>
                        <a:pt x="44" y="394"/>
                      </a:cubicBezTo>
                      <a:cubicBezTo>
                        <a:pt x="47" y="401"/>
                        <a:pt x="47" y="401"/>
                        <a:pt x="47" y="401"/>
                      </a:cubicBezTo>
                      <a:cubicBezTo>
                        <a:pt x="47" y="401"/>
                        <a:pt x="80" y="394"/>
                        <a:pt x="96" y="413"/>
                      </a:cubicBezTo>
                      <a:cubicBezTo>
                        <a:pt x="112" y="432"/>
                        <a:pt x="113" y="441"/>
                        <a:pt x="113" y="441"/>
                      </a:cubicBezTo>
                      <a:cubicBezTo>
                        <a:pt x="127" y="440"/>
                        <a:pt x="127" y="440"/>
                        <a:pt x="127" y="440"/>
                      </a:cubicBezTo>
                      <a:cubicBezTo>
                        <a:pt x="127" y="440"/>
                        <a:pt x="117" y="455"/>
                        <a:pt x="120" y="456"/>
                      </a:cubicBezTo>
                      <a:cubicBezTo>
                        <a:pt x="123" y="457"/>
                        <a:pt x="133" y="450"/>
                        <a:pt x="133" y="453"/>
                      </a:cubicBezTo>
                      <a:cubicBezTo>
                        <a:pt x="133" y="456"/>
                        <a:pt x="128" y="464"/>
                        <a:pt x="128" y="472"/>
                      </a:cubicBezTo>
                      <a:cubicBezTo>
                        <a:pt x="128" y="480"/>
                        <a:pt x="136" y="509"/>
                        <a:pt x="157" y="510"/>
                      </a:cubicBezTo>
                      <a:cubicBezTo>
                        <a:pt x="178" y="511"/>
                        <a:pt x="191" y="509"/>
                        <a:pt x="191" y="509"/>
                      </a:cubicBezTo>
                      <a:cubicBezTo>
                        <a:pt x="194" y="491"/>
                        <a:pt x="194" y="491"/>
                        <a:pt x="194" y="491"/>
                      </a:cubicBezTo>
                      <a:cubicBezTo>
                        <a:pt x="212" y="501"/>
                        <a:pt x="212" y="501"/>
                        <a:pt x="212" y="501"/>
                      </a:cubicBezTo>
                      <a:cubicBezTo>
                        <a:pt x="228" y="496"/>
                        <a:pt x="228" y="496"/>
                        <a:pt x="228" y="496"/>
                      </a:cubicBezTo>
                      <a:cubicBezTo>
                        <a:pt x="237" y="505"/>
                        <a:pt x="237" y="505"/>
                        <a:pt x="237" y="505"/>
                      </a:cubicBezTo>
                      <a:cubicBezTo>
                        <a:pt x="265" y="504"/>
                        <a:pt x="265" y="504"/>
                        <a:pt x="265" y="504"/>
                      </a:cubicBezTo>
                      <a:cubicBezTo>
                        <a:pt x="265" y="488"/>
                        <a:pt x="265" y="488"/>
                        <a:pt x="265" y="488"/>
                      </a:cubicBezTo>
                      <a:cubicBezTo>
                        <a:pt x="282" y="487"/>
                        <a:pt x="282" y="487"/>
                        <a:pt x="282" y="487"/>
                      </a:cubicBezTo>
                      <a:cubicBezTo>
                        <a:pt x="281" y="490"/>
                        <a:pt x="281" y="490"/>
                        <a:pt x="281" y="49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7" name="Freeform 299"/>
                <p:cNvSpPr>
                  <a:spLocks/>
                </p:cNvSpPr>
                <p:nvPr/>
              </p:nvSpPr>
              <p:spPr bwMode="gray">
                <a:xfrm>
                  <a:off x="-4961" y="-12966"/>
                  <a:ext cx="1172" cy="2046"/>
                </a:xfrm>
                <a:custGeom>
                  <a:avLst/>
                  <a:gdLst>
                    <a:gd name="T0" fmla="*/ 496 w 496"/>
                    <a:gd name="T1" fmla="*/ 420 h 866"/>
                    <a:gd name="T2" fmla="*/ 119 w 496"/>
                    <a:gd name="T3" fmla="*/ 0 h 866"/>
                    <a:gd name="T4" fmla="*/ 83 w 496"/>
                    <a:gd name="T5" fmla="*/ 72 h 866"/>
                    <a:gd name="T6" fmla="*/ 95 w 496"/>
                    <a:gd name="T7" fmla="*/ 129 h 866"/>
                    <a:gd name="T8" fmla="*/ 120 w 496"/>
                    <a:gd name="T9" fmla="*/ 169 h 866"/>
                    <a:gd name="T10" fmla="*/ 96 w 496"/>
                    <a:gd name="T11" fmla="*/ 356 h 866"/>
                    <a:gd name="T12" fmla="*/ 13 w 496"/>
                    <a:gd name="T13" fmla="*/ 479 h 866"/>
                    <a:gd name="T14" fmla="*/ 3 w 496"/>
                    <a:gd name="T15" fmla="*/ 526 h 866"/>
                    <a:gd name="T16" fmla="*/ 29 w 496"/>
                    <a:gd name="T17" fmla="*/ 558 h 866"/>
                    <a:gd name="T18" fmla="*/ 29 w 496"/>
                    <a:gd name="T19" fmla="*/ 561 h 866"/>
                    <a:gd name="T20" fmla="*/ 50 w 496"/>
                    <a:gd name="T21" fmla="*/ 576 h 866"/>
                    <a:gd name="T22" fmla="*/ 66 w 496"/>
                    <a:gd name="T23" fmla="*/ 611 h 866"/>
                    <a:gd name="T24" fmla="*/ 74 w 496"/>
                    <a:gd name="T25" fmla="*/ 650 h 866"/>
                    <a:gd name="T26" fmla="*/ 106 w 496"/>
                    <a:gd name="T27" fmla="*/ 724 h 866"/>
                    <a:gd name="T28" fmla="*/ 31 w 496"/>
                    <a:gd name="T29" fmla="*/ 733 h 866"/>
                    <a:gd name="T30" fmla="*/ 87 w 496"/>
                    <a:gd name="T31" fmla="*/ 802 h 866"/>
                    <a:gd name="T32" fmla="*/ 123 w 496"/>
                    <a:gd name="T33" fmla="*/ 860 h 866"/>
                    <a:gd name="T34" fmla="*/ 165 w 496"/>
                    <a:gd name="T35" fmla="*/ 858 h 866"/>
                    <a:gd name="T36" fmla="*/ 248 w 496"/>
                    <a:gd name="T37" fmla="*/ 833 h 866"/>
                    <a:gd name="T38" fmla="*/ 253 w 496"/>
                    <a:gd name="T39" fmla="*/ 788 h 866"/>
                    <a:gd name="T40" fmla="*/ 338 w 496"/>
                    <a:gd name="T41" fmla="*/ 765 h 866"/>
                    <a:gd name="T42" fmla="*/ 378 w 496"/>
                    <a:gd name="T43" fmla="*/ 723 h 866"/>
                    <a:gd name="T44" fmla="*/ 393 w 496"/>
                    <a:gd name="T45" fmla="*/ 691 h 866"/>
                    <a:gd name="T46" fmla="*/ 446 w 496"/>
                    <a:gd name="T47" fmla="*/ 674 h 866"/>
                    <a:gd name="T48" fmla="*/ 451 w 496"/>
                    <a:gd name="T49" fmla="*/ 656 h 866"/>
                    <a:gd name="T50" fmla="*/ 426 w 496"/>
                    <a:gd name="T51" fmla="*/ 625 h 866"/>
                    <a:gd name="T52" fmla="*/ 428 w 496"/>
                    <a:gd name="T53" fmla="*/ 612 h 866"/>
                    <a:gd name="T54" fmla="*/ 406 w 496"/>
                    <a:gd name="T55" fmla="*/ 587 h 866"/>
                    <a:gd name="T56" fmla="*/ 417 w 496"/>
                    <a:gd name="T57" fmla="*/ 549 h 866"/>
                    <a:gd name="T58" fmla="*/ 419 w 496"/>
                    <a:gd name="T59" fmla="*/ 508 h 866"/>
                    <a:gd name="T60" fmla="*/ 425 w 496"/>
                    <a:gd name="T61" fmla="*/ 490 h 866"/>
                    <a:gd name="T62" fmla="*/ 432 w 496"/>
                    <a:gd name="T63" fmla="*/ 474 h 866"/>
                    <a:gd name="T64" fmla="*/ 449 w 496"/>
                    <a:gd name="T65" fmla="*/ 442 h 8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96" h="866">
                      <a:moveTo>
                        <a:pt x="451" y="419"/>
                      </a:moveTo>
                      <a:cubicBezTo>
                        <a:pt x="464" y="415"/>
                        <a:pt x="496" y="420"/>
                        <a:pt x="496" y="420"/>
                      </a:cubicBezTo>
                      <a:cubicBezTo>
                        <a:pt x="492" y="216"/>
                        <a:pt x="492" y="216"/>
                        <a:pt x="492" y="216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9" y="0"/>
                        <a:pt x="94" y="15"/>
                        <a:pt x="71" y="28"/>
                      </a:cubicBezTo>
                      <a:cubicBezTo>
                        <a:pt x="83" y="72"/>
                        <a:pt x="83" y="72"/>
                        <a:pt x="83" y="72"/>
                      </a:cubicBezTo>
                      <a:cubicBezTo>
                        <a:pt x="76" y="105"/>
                        <a:pt x="76" y="105"/>
                        <a:pt x="76" y="105"/>
                      </a:cubicBezTo>
                      <a:cubicBezTo>
                        <a:pt x="95" y="129"/>
                        <a:pt x="95" y="129"/>
                        <a:pt x="95" y="129"/>
                      </a:cubicBezTo>
                      <a:cubicBezTo>
                        <a:pt x="100" y="145"/>
                        <a:pt x="100" y="145"/>
                        <a:pt x="100" y="145"/>
                      </a:cubicBezTo>
                      <a:cubicBezTo>
                        <a:pt x="120" y="169"/>
                        <a:pt x="120" y="169"/>
                        <a:pt x="120" y="169"/>
                      </a:cubicBezTo>
                      <a:cubicBezTo>
                        <a:pt x="106" y="194"/>
                        <a:pt x="106" y="194"/>
                        <a:pt x="106" y="194"/>
                      </a:cubicBezTo>
                      <a:cubicBezTo>
                        <a:pt x="96" y="356"/>
                        <a:pt x="96" y="356"/>
                        <a:pt x="96" y="356"/>
                      </a:cubicBezTo>
                      <a:cubicBezTo>
                        <a:pt x="96" y="356"/>
                        <a:pt x="46" y="409"/>
                        <a:pt x="35" y="426"/>
                      </a:cubicBezTo>
                      <a:cubicBezTo>
                        <a:pt x="23" y="442"/>
                        <a:pt x="13" y="479"/>
                        <a:pt x="13" y="479"/>
                      </a:cubicBezTo>
                      <a:cubicBezTo>
                        <a:pt x="0" y="484"/>
                        <a:pt x="0" y="484"/>
                        <a:pt x="0" y="484"/>
                      </a:cubicBezTo>
                      <a:cubicBezTo>
                        <a:pt x="3" y="526"/>
                        <a:pt x="3" y="526"/>
                        <a:pt x="3" y="526"/>
                      </a:cubicBezTo>
                      <a:cubicBezTo>
                        <a:pt x="7" y="526"/>
                        <a:pt x="10" y="526"/>
                        <a:pt x="10" y="526"/>
                      </a:cubicBezTo>
                      <a:cubicBezTo>
                        <a:pt x="29" y="558"/>
                        <a:pt x="29" y="558"/>
                        <a:pt x="29" y="558"/>
                      </a:cubicBezTo>
                      <a:cubicBezTo>
                        <a:pt x="29" y="558"/>
                        <a:pt x="29" y="560"/>
                        <a:pt x="29" y="563"/>
                      </a:cubicBezTo>
                      <a:cubicBezTo>
                        <a:pt x="29" y="562"/>
                        <a:pt x="29" y="561"/>
                        <a:pt x="29" y="561"/>
                      </a:cubicBezTo>
                      <a:cubicBezTo>
                        <a:pt x="45" y="559"/>
                        <a:pt x="45" y="559"/>
                        <a:pt x="45" y="559"/>
                      </a:cubicBezTo>
                      <a:cubicBezTo>
                        <a:pt x="45" y="559"/>
                        <a:pt x="46" y="571"/>
                        <a:pt x="50" y="576"/>
                      </a:cubicBezTo>
                      <a:cubicBezTo>
                        <a:pt x="54" y="581"/>
                        <a:pt x="70" y="584"/>
                        <a:pt x="70" y="584"/>
                      </a:cubicBezTo>
                      <a:cubicBezTo>
                        <a:pt x="66" y="611"/>
                        <a:pt x="66" y="611"/>
                        <a:pt x="66" y="611"/>
                      </a:cubicBezTo>
                      <a:cubicBezTo>
                        <a:pt x="66" y="611"/>
                        <a:pt x="80" y="618"/>
                        <a:pt x="80" y="629"/>
                      </a:cubicBezTo>
                      <a:cubicBezTo>
                        <a:pt x="80" y="640"/>
                        <a:pt x="74" y="650"/>
                        <a:pt x="74" y="650"/>
                      </a:cubicBezTo>
                      <a:cubicBezTo>
                        <a:pt x="74" y="650"/>
                        <a:pt x="75" y="678"/>
                        <a:pt x="80" y="692"/>
                      </a:cubicBezTo>
                      <a:cubicBezTo>
                        <a:pt x="85" y="706"/>
                        <a:pt x="106" y="724"/>
                        <a:pt x="106" y="724"/>
                      </a:cubicBezTo>
                      <a:cubicBezTo>
                        <a:pt x="106" y="724"/>
                        <a:pt x="92" y="725"/>
                        <a:pt x="84" y="726"/>
                      </a:cubicBezTo>
                      <a:cubicBezTo>
                        <a:pt x="76" y="727"/>
                        <a:pt x="36" y="720"/>
                        <a:pt x="31" y="733"/>
                      </a:cubicBezTo>
                      <a:cubicBezTo>
                        <a:pt x="26" y="746"/>
                        <a:pt x="41" y="767"/>
                        <a:pt x="49" y="775"/>
                      </a:cubicBezTo>
                      <a:cubicBezTo>
                        <a:pt x="57" y="783"/>
                        <a:pt x="78" y="792"/>
                        <a:pt x="87" y="802"/>
                      </a:cubicBezTo>
                      <a:cubicBezTo>
                        <a:pt x="96" y="812"/>
                        <a:pt x="101" y="859"/>
                        <a:pt x="101" y="859"/>
                      </a:cubicBezTo>
                      <a:cubicBezTo>
                        <a:pt x="101" y="859"/>
                        <a:pt x="113" y="866"/>
                        <a:pt x="123" y="860"/>
                      </a:cubicBezTo>
                      <a:cubicBezTo>
                        <a:pt x="133" y="853"/>
                        <a:pt x="153" y="838"/>
                        <a:pt x="153" y="838"/>
                      </a:cubicBezTo>
                      <a:cubicBezTo>
                        <a:pt x="153" y="838"/>
                        <a:pt x="146" y="863"/>
                        <a:pt x="165" y="858"/>
                      </a:cubicBezTo>
                      <a:cubicBezTo>
                        <a:pt x="183" y="853"/>
                        <a:pt x="178" y="833"/>
                        <a:pt x="196" y="833"/>
                      </a:cubicBezTo>
                      <a:cubicBezTo>
                        <a:pt x="215" y="833"/>
                        <a:pt x="248" y="833"/>
                        <a:pt x="248" y="833"/>
                      </a:cubicBezTo>
                      <a:cubicBezTo>
                        <a:pt x="248" y="833"/>
                        <a:pt x="263" y="811"/>
                        <a:pt x="268" y="805"/>
                      </a:cubicBezTo>
                      <a:cubicBezTo>
                        <a:pt x="273" y="798"/>
                        <a:pt x="253" y="788"/>
                        <a:pt x="253" y="788"/>
                      </a:cubicBezTo>
                      <a:cubicBezTo>
                        <a:pt x="267" y="780"/>
                        <a:pt x="267" y="780"/>
                        <a:pt x="267" y="780"/>
                      </a:cubicBezTo>
                      <a:cubicBezTo>
                        <a:pt x="267" y="780"/>
                        <a:pt x="307" y="780"/>
                        <a:pt x="338" y="765"/>
                      </a:cubicBezTo>
                      <a:cubicBezTo>
                        <a:pt x="370" y="750"/>
                        <a:pt x="365" y="728"/>
                        <a:pt x="365" y="728"/>
                      </a:cubicBezTo>
                      <a:cubicBezTo>
                        <a:pt x="378" y="723"/>
                        <a:pt x="378" y="723"/>
                        <a:pt x="378" y="723"/>
                      </a:cubicBezTo>
                      <a:cubicBezTo>
                        <a:pt x="390" y="711"/>
                        <a:pt x="390" y="711"/>
                        <a:pt x="390" y="711"/>
                      </a:cubicBezTo>
                      <a:cubicBezTo>
                        <a:pt x="393" y="691"/>
                        <a:pt x="393" y="691"/>
                        <a:pt x="393" y="691"/>
                      </a:cubicBezTo>
                      <a:cubicBezTo>
                        <a:pt x="430" y="673"/>
                        <a:pt x="430" y="673"/>
                        <a:pt x="430" y="673"/>
                      </a:cubicBezTo>
                      <a:cubicBezTo>
                        <a:pt x="446" y="674"/>
                        <a:pt x="446" y="674"/>
                        <a:pt x="446" y="674"/>
                      </a:cubicBezTo>
                      <a:cubicBezTo>
                        <a:pt x="445" y="665"/>
                        <a:pt x="445" y="665"/>
                        <a:pt x="445" y="665"/>
                      </a:cubicBezTo>
                      <a:cubicBezTo>
                        <a:pt x="445" y="665"/>
                        <a:pt x="463" y="669"/>
                        <a:pt x="451" y="656"/>
                      </a:cubicBezTo>
                      <a:cubicBezTo>
                        <a:pt x="439" y="643"/>
                        <a:pt x="430" y="642"/>
                        <a:pt x="430" y="642"/>
                      </a:cubicBezTo>
                      <a:cubicBezTo>
                        <a:pt x="426" y="625"/>
                        <a:pt x="426" y="625"/>
                        <a:pt x="426" y="625"/>
                      </a:cubicBezTo>
                      <a:cubicBezTo>
                        <a:pt x="437" y="620"/>
                        <a:pt x="437" y="620"/>
                        <a:pt x="437" y="620"/>
                      </a:cubicBezTo>
                      <a:cubicBezTo>
                        <a:pt x="428" y="612"/>
                        <a:pt x="428" y="612"/>
                        <a:pt x="428" y="612"/>
                      </a:cubicBezTo>
                      <a:cubicBezTo>
                        <a:pt x="428" y="612"/>
                        <a:pt x="430" y="585"/>
                        <a:pt x="423" y="582"/>
                      </a:cubicBezTo>
                      <a:cubicBezTo>
                        <a:pt x="416" y="579"/>
                        <a:pt x="411" y="589"/>
                        <a:pt x="406" y="587"/>
                      </a:cubicBezTo>
                      <a:cubicBezTo>
                        <a:pt x="401" y="585"/>
                        <a:pt x="395" y="580"/>
                        <a:pt x="398" y="569"/>
                      </a:cubicBezTo>
                      <a:cubicBezTo>
                        <a:pt x="401" y="558"/>
                        <a:pt x="415" y="558"/>
                        <a:pt x="417" y="549"/>
                      </a:cubicBezTo>
                      <a:cubicBezTo>
                        <a:pt x="419" y="540"/>
                        <a:pt x="416" y="536"/>
                        <a:pt x="410" y="526"/>
                      </a:cubicBezTo>
                      <a:cubicBezTo>
                        <a:pt x="404" y="516"/>
                        <a:pt x="419" y="508"/>
                        <a:pt x="419" y="508"/>
                      </a:cubicBezTo>
                      <a:cubicBezTo>
                        <a:pt x="430" y="501"/>
                        <a:pt x="430" y="501"/>
                        <a:pt x="430" y="501"/>
                      </a:cubicBezTo>
                      <a:cubicBezTo>
                        <a:pt x="425" y="490"/>
                        <a:pt x="425" y="490"/>
                        <a:pt x="425" y="490"/>
                      </a:cubicBezTo>
                      <a:cubicBezTo>
                        <a:pt x="422" y="474"/>
                        <a:pt x="422" y="474"/>
                        <a:pt x="422" y="474"/>
                      </a:cubicBezTo>
                      <a:cubicBezTo>
                        <a:pt x="432" y="474"/>
                        <a:pt x="432" y="474"/>
                        <a:pt x="432" y="474"/>
                      </a:cubicBezTo>
                      <a:cubicBezTo>
                        <a:pt x="432" y="474"/>
                        <a:pt x="430" y="462"/>
                        <a:pt x="436" y="456"/>
                      </a:cubicBezTo>
                      <a:cubicBezTo>
                        <a:pt x="442" y="450"/>
                        <a:pt x="451" y="450"/>
                        <a:pt x="449" y="442"/>
                      </a:cubicBezTo>
                      <a:cubicBezTo>
                        <a:pt x="447" y="434"/>
                        <a:pt x="438" y="423"/>
                        <a:pt x="451" y="41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8" name="Freeform 300"/>
                <p:cNvSpPr>
                  <a:spLocks/>
                </p:cNvSpPr>
                <p:nvPr/>
              </p:nvSpPr>
              <p:spPr bwMode="gray">
                <a:xfrm>
                  <a:off x="-7817" y="-13159"/>
                  <a:ext cx="1838" cy="1889"/>
                </a:xfrm>
                <a:custGeom>
                  <a:avLst/>
                  <a:gdLst>
                    <a:gd name="T0" fmla="*/ 424 w 778"/>
                    <a:gd name="T1" fmla="*/ 631 h 800"/>
                    <a:gd name="T2" fmla="*/ 437 w 778"/>
                    <a:gd name="T3" fmla="*/ 607 h 800"/>
                    <a:gd name="T4" fmla="*/ 481 w 778"/>
                    <a:gd name="T5" fmla="*/ 585 h 800"/>
                    <a:gd name="T6" fmla="*/ 502 w 778"/>
                    <a:gd name="T7" fmla="*/ 563 h 800"/>
                    <a:gd name="T8" fmla="*/ 527 w 778"/>
                    <a:gd name="T9" fmla="*/ 547 h 800"/>
                    <a:gd name="T10" fmla="*/ 572 w 778"/>
                    <a:gd name="T11" fmla="*/ 537 h 800"/>
                    <a:gd name="T12" fmla="*/ 620 w 778"/>
                    <a:gd name="T13" fmla="*/ 537 h 800"/>
                    <a:gd name="T14" fmla="*/ 680 w 778"/>
                    <a:gd name="T15" fmla="*/ 526 h 800"/>
                    <a:gd name="T16" fmla="*/ 712 w 778"/>
                    <a:gd name="T17" fmla="*/ 519 h 800"/>
                    <a:gd name="T18" fmla="*/ 748 w 778"/>
                    <a:gd name="T19" fmla="*/ 509 h 800"/>
                    <a:gd name="T20" fmla="*/ 778 w 778"/>
                    <a:gd name="T21" fmla="*/ 454 h 800"/>
                    <a:gd name="T22" fmla="*/ 766 w 778"/>
                    <a:gd name="T23" fmla="*/ 320 h 800"/>
                    <a:gd name="T24" fmla="*/ 738 w 778"/>
                    <a:gd name="T25" fmla="*/ 300 h 800"/>
                    <a:gd name="T26" fmla="*/ 694 w 778"/>
                    <a:gd name="T27" fmla="*/ 270 h 800"/>
                    <a:gd name="T28" fmla="*/ 666 w 778"/>
                    <a:gd name="T29" fmla="*/ 251 h 800"/>
                    <a:gd name="T30" fmla="*/ 637 w 778"/>
                    <a:gd name="T31" fmla="*/ 229 h 800"/>
                    <a:gd name="T32" fmla="*/ 364 w 778"/>
                    <a:gd name="T33" fmla="*/ 3 h 800"/>
                    <a:gd name="T34" fmla="*/ 314 w 778"/>
                    <a:gd name="T35" fmla="*/ 459 h 800"/>
                    <a:gd name="T36" fmla="*/ 323 w 778"/>
                    <a:gd name="T37" fmla="*/ 483 h 800"/>
                    <a:gd name="T38" fmla="*/ 141 w 778"/>
                    <a:gd name="T39" fmla="*/ 513 h 800"/>
                    <a:gd name="T40" fmla="*/ 127 w 778"/>
                    <a:gd name="T41" fmla="*/ 517 h 800"/>
                    <a:gd name="T42" fmla="*/ 96 w 778"/>
                    <a:gd name="T43" fmla="*/ 515 h 800"/>
                    <a:gd name="T44" fmla="*/ 64 w 778"/>
                    <a:gd name="T45" fmla="*/ 532 h 800"/>
                    <a:gd name="T46" fmla="*/ 24 w 778"/>
                    <a:gd name="T47" fmla="*/ 535 h 800"/>
                    <a:gd name="T48" fmla="*/ 0 w 778"/>
                    <a:gd name="T49" fmla="*/ 550 h 800"/>
                    <a:gd name="T50" fmla="*/ 9 w 778"/>
                    <a:gd name="T51" fmla="*/ 578 h 800"/>
                    <a:gd name="T52" fmla="*/ 14 w 778"/>
                    <a:gd name="T53" fmla="*/ 623 h 800"/>
                    <a:gd name="T54" fmla="*/ 37 w 778"/>
                    <a:gd name="T55" fmla="*/ 644 h 800"/>
                    <a:gd name="T56" fmla="*/ 44 w 778"/>
                    <a:gd name="T57" fmla="*/ 703 h 800"/>
                    <a:gd name="T58" fmla="*/ 73 w 778"/>
                    <a:gd name="T59" fmla="*/ 706 h 800"/>
                    <a:gd name="T60" fmla="*/ 119 w 778"/>
                    <a:gd name="T61" fmla="*/ 698 h 800"/>
                    <a:gd name="T62" fmla="*/ 145 w 778"/>
                    <a:gd name="T63" fmla="*/ 673 h 800"/>
                    <a:gd name="T64" fmla="*/ 163 w 778"/>
                    <a:gd name="T65" fmla="*/ 697 h 800"/>
                    <a:gd name="T66" fmla="*/ 180 w 778"/>
                    <a:gd name="T67" fmla="*/ 730 h 800"/>
                    <a:gd name="T68" fmla="*/ 182 w 778"/>
                    <a:gd name="T69" fmla="*/ 752 h 800"/>
                    <a:gd name="T70" fmla="*/ 201 w 778"/>
                    <a:gd name="T71" fmla="*/ 796 h 800"/>
                    <a:gd name="T72" fmla="*/ 220 w 778"/>
                    <a:gd name="T73" fmla="*/ 784 h 800"/>
                    <a:gd name="T74" fmla="*/ 250 w 778"/>
                    <a:gd name="T75" fmla="*/ 788 h 800"/>
                    <a:gd name="T76" fmla="*/ 264 w 778"/>
                    <a:gd name="T77" fmla="*/ 770 h 800"/>
                    <a:gd name="T78" fmla="*/ 281 w 778"/>
                    <a:gd name="T79" fmla="*/ 769 h 800"/>
                    <a:gd name="T80" fmla="*/ 296 w 778"/>
                    <a:gd name="T81" fmla="*/ 795 h 800"/>
                    <a:gd name="T82" fmla="*/ 312 w 778"/>
                    <a:gd name="T83" fmla="*/ 744 h 800"/>
                    <a:gd name="T84" fmla="*/ 335 w 778"/>
                    <a:gd name="T85" fmla="*/ 729 h 800"/>
                    <a:gd name="T86" fmla="*/ 333 w 778"/>
                    <a:gd name="T87" fmla="*/ 700 h 800"/>
                    <a:gd name="T88" fmla="*/ 359 w 778"/>
                    <a:gd name="T89" fmla="*/ 685 h 800"/>
                    <a:gd name="T90" fmla="*/ 367 w 778"/>
                    <a:gd name="T91" fmla="*/ 659 h 800"/>
                    <a:gd name="T92" fmla="*/ 375 w 778"/>
                    <a:gd name="T93" fmla="*/ 637 h 800"/>
                    <a:gd name="T94" fmla="*/ 409 w 778"/>
                    <a:gd name="T95" fmla="*/ 636 h 8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78" h="800">
                      <a:moveTo>
                        <a:pt x="409" y="636"/>
                      </a:moveTo>
                      <a:cubicBezTo>
                        <a:pt x="424" y="631"/>
                        <a:pt x="424" y="631"/>
                        <a:pt x="424" y="631"/>
                      </a:cubicBezTo>
                      <a:cubicBezTo>
                        <a:pt x="424" y="607"/>
                        <a:pt x="424" y="607"/>
                        <a:pt x="424" y="607"/>
                      </a:cubicBezTo>
                      <a:cubicBezTo>
                        <a:pt x="437" y="607"/>
                        <a:pt x="437" y="607"/>
                        <a:pt x="437" y="607"/>
                      </a:cubicBezTo>
                      <a:cubicBezTo>
                        <a:pt x="437" y="607"/>
                        <a:pt x="454" y="578"/>
                        <a:pt x="460" y="576"/>
                      </a:cubicBezTo>
                      <a:cubicBezTo>
                        <a:pt x="466" y="574"/>
                        <a:pt x="478" y="586"/>
                        <a:pt x="481" y="585"/>
                      </a:cubicBezTo>
                      <a:cubicBezTo>
                        <a:pt x="484" y="584"/>
                        <a:pt x="485" y="563"/>
                        <a:pt x="485" y="563"/>
                      </a:cubicBezTo>
                      <a:cubicBezTo>
                        <a:pt x="502" y="563"/>
                        <a:pt x="502" y="563"/>
                        <a:pt x="502" y="563"/>
                      </a:cubicBezTo>
                      <a:cubicBezTo>
                        <a:pt x="513" y="549"/>
                        <a:pt x="513" y="549"/>
                        <a:pt x="513" y="549"/>
                      </a:cubicBezTo>
                      <a:cubicBezTo>
                        <a:pt x="513" y="549"/>
                        <a:pt x="517" y="551"/>
                        <a:pt x="527" y="547"/>
                      </a:cubicBezTo>
                      <a:cubicBezTo>
                        <a:pt x="537" y="543"/>
                        <a:pt x="539" y="535"/>
                        <a:pt x="539" y="535"/>
                      </a:cubicBezTo>
                      <a:cubicBezTo>
                        <a:pt x="572" y="537"/>
                        <a:pt x="572" y="537"/>
                        <a:pt x="572" y="537"/>
                      </a:cubicBezTo>
                      <a:cubicBezTo>
                        <a:pt x="588" y="544"/>
                        <a:pt x="588" y="544"/>
                        <a:pt x="588" y="544"/>
                      </a:cubicBezTo>
                      <a:cubicBezTo>
                        <a:pt x="620" y="537"/>
                        <a:pt x="620" y="537"/>
                        <a:pt x="620" y="537"/>
                      </a:cubicBezTo>
                      <a:cubicBezTo>
                        <a:pt x="638" y="525"/>
                        <a:pt x="638" y="525"/>
                        <a:pt x="638" y="525"/>
                      </a:cubicBezTo>
                      <a:cubicBezTo>
                        <a:pt x="680" y="526"/>
                        <a:pt x="680" y="526"/>
                        <a:pt x="680" y="526"/>
                      </a:cubicBezTo>
                      <a:cubicBezTo>
                        <a:pt x="681" y="517"/>
                        <a:pt x="681" y="517"/>
                        <a:pt x="681" y="517"/>
                      </a:cubicBezTo>
                      <a:cubicBezTo>
                        <a:pt x="712" y="519"/>
                        <a:pt x="712" y="519"/>
                        <a:pt x="712" y="519"/>
                      </a:cubicBezTo>
                      <a:cubicBezTo>
                        <a:pt x="719" y="514"/>
                        <a:pt x="719" y="514"/>
                        <a:pt x="719" y="514"/>
                      </a:cubicBezTo>
                      <a:cubicBezTo>
                        <a:pt x="719" y="514"/>
                        <a:pt x="726" y="520"/>
                        <a:pt x="748" y="509"/>
                      </a:cubicBezTo>
                      <a:cubicBezTo>
                        <a:pt x="763" y="502"/>
                        <a:pt x="763" y="469"/>
                        <a:pt x="763" y="469"/>
                      </a:cubicBezTo>
                      <a:cubicBezTo>
                        <a:pt x="778" y="454"/>
                        <a:pt x="778" y="454"/>
                        <a:pt x="778" y="454"/>
                      </a:cubicBezTo>
                      <a:cubicBezTo>
                        <a:pt x="778" y="317"/>
                        <a:pt x="778" y="317"/>
                        <a:pt x="778" y="317"/>
                      </a:cubicBezTo>
                      <a:cubicBezTo>
                        <a:pt x="771" y="319"/>
                        <a:pt x="766" y="320"/>
                        <a:pt x="766" y="320"/>
                      </a:cubicBezTo>
                      <a:cubicBezTo>
                        <a:pt x="766" y="320"/>
                        <a:pt x="744" y="328"/>
                        <a:pt x="729" y="321"/>
                      </a:cubicBezTo>
                      <a:cubicBezTo>
                        <a:pt x="714" y="314"/>
                        <a:pt x="738" y="300"/>
                        <a:pt x="738" y="300"/>
                      </a:cubicBezTo>
                      <a:cubicBezTo>
                        <a:pt x="738" y="300"/>
                        <a:pt x="737" y="280"/>
                        <a:pt x="727" y="272"/>
                      </a:cubicBezTo>
                      <a:cubicBezTo>
                        <a:pt x="717" y="264"/>
                        <a:pt x="694" y="270"/>
                        <a:pt x="694" y="270"/>
                      </a:cubicBezTo>
                      <a:cubicBezTo>
                        <a:pt x="689" y="252"/>
                        <a:pt x="689" y="252"/>
                        <a:pt x="689" y="252"/>
                      </a:cubicBezTo>
                      <a:cubicBezTo>
                        <a:pt x="689" y="252"/>
                        <a:pt x="676" y="254"/>
                        <a:pt x="666" y="251"/>
                      </a:cubicBezTo>
                      <a:cubicBezTo>
                        <a:pt x="656" y="248"/>
                        <a:pt x="658" y="241"/>
                        <a:pt x="656" y="233"/>
                      </a:cubicBezTo>
                      <a:cubicBezTo>
                        <a:pt x="654" y="225"/>
                        <a:pt x="637" y="229"/>
                        <a:pt x="637" y="229"/>
                      </a:cubicBezTo>
                      <a:cubicBezTo>
                        <a:pt x="638" y="212"/>
                        <a:pt x="638" y="212"/>
                        <a:pt x="638" y="212"/>
                      </a:cubicBezTo>
                      <a:cubicBezTo>
                        <a:pt x="364" y="3"/>
                        <a:pt x="364" y="3"/>
                        <a:pt x="364" y="3"/>
                      </a:cubicBezTo>
                      <a:cubicBezTo>
                        <a:pt x="283" y="0"/>
                        <a:pt x="283" y="0"/>
                        <a:pt x="283" y="0"/>
                      </a:cubicBezTo>
                      <a:cubicBezTo>
                        <a:pt x="314" y="459"/>
                        <a:pt x="314" y="459"/>
                        <a:pt x="314" y="459"/>
                      </a:cubicBezTo>
                      <a:cubicBezTo>
                        <a:pt x="314" y="459"/>
                        <a:pt x="327" y="465"/>
                        <a:pt x="328" y="472"/>
                      </a:cubicBezTo>
                      <a:cubicBezTo>
                        <a:pt x="329" y="479"/>
                        <a:pt x="323" y="483"/>
                        <a:pt x="323" y="483"/>
                      </a:cubicBezTo>
                      <a:cubicBezTo>
                        <a:pt x="318" y="510"/>
                        <a:pt x="318" y="510"/>
                        <a:pt x="318" y="510"/>
                      </a:cubicBezTo>
                      <a:cubicBezTo>
                        <a:pt x="141" y="513"/>
                        <a:pt x="141" y="513"/>
                        <a:pt x="141" y="513"/>
                      </a:cubicBezTo>
                      <a:cubicBezTo>
                        <a:pt x="141" y="513"/>
                        <a:pt x="141" y="502"/>
                        <a:pt x="137" y="503"/>
                      </a:cubicBezTo>
                      <a:cubicBezTo>
                        <a:pt x="133" y="504"/>
                        <a:pt x="135" y="516"/>
                        <a:pt x="127" y="517"/>
                      </a:cubicBezTo>
                      <a:cubicBezTo>
                        <a:pt x="119" y="518"/>
                        <a:pt x="102" y="521"/>
                        <a:pt x="102" y="521"/>
                      </a:cubicBezTo>
                      <a:cubicBezTo>
                        <a:pt x="96" y="515"/>
                        <a:pt x="96" y="515"/>
                        <a:pt x="96" y="515"/>
                      </a:cubicBezTo>
                      <a:cubicBezTo>
                        <a:pt x="74" y="515"/>
                        <a:pt x="74" y="515"/>
                        <a:pt x="74" y="515"/>
                      </a:cubicBezTo>
                      <a:cubicBezTo>
                        <a:pt x="64" y="532"/>
                        <a:pt x="64" y="532"/>
                        <a:pt x="64" y="532"/>
                      </a:cubicBezTo>
                      <a:cubicBezTo>
                        <a:pt x="64" y="532"/>
                        <a:pt x="52" y="507"/>
                        <a:pt x="39" y="507"/>
                      </a:cubicBezTo>
                      <a:cubicBezTo>
                        <a:pt x="26" y="507"/>
                        <a:pt x="24" y="516"/>
                        <a:pt x="24" y="535"/>
                      </a:cubicBezTo>
                      <a:cubicBezTo>
                        <a:pt x="25" y="536"/>
                        <a:pt x="28" y="546"/>
                        <a:pt x="20" y="549"/>
                      </a:cubicBezTo>
                      <a:cubicBezTo>
                        <a:pt x="12" y="552"/>
                        <a:pt x="0" y="550"/>
                        <a:pt x="0" y="550"/>
                      </a:cubicBezTo>
                      <a:cubicBezTo>
                        <a:pt x="1" y="568"/>
                        <a:pt x="1" y="568"/>
                        <a:pt x="1" y="568"/>
                      </a:cubicBezTo>
                      <a:cubicBezTo>
                        <a:pt x="9" y="578"/>
                        <a:pt x="9" y="578"/>
                        <a:pt x="9" y="578"/>
                      </a:cubicBezTo>
                      <a:cubicBezTo>
                        <a:pt x="9" y="578"/>
                        <a:pt x="21" y="600"/>
                        <a:pt x="16" y="604"/>
                      </a:cubicBezTo>
                      <a:cubicBezTo>
                        <a:pt x="11" y="608"/>
                        <a:pt x="7" y="612"/>
                        <a:pt x="14" y="623"/>
                      </a:cubicBezTo>
                      <a:cubicBezTo>
                        <a:pt x="21" y="634"/>
                        <a:pt x="25" y="622"/>
                        <a:pt x="30" y="625"/>
                      </a:cubicBezTo>
                      <a:cubicBezTo>
                        <a:pt x="35" y="628"/>
                        <a:pt x="37" y="644"/>
                        <a:pt x="37" y="644"/>
                      </a:cubicBezTo>
                      <a:cubicBezTo>
                        <a:pt x="36" y="678"/>
                        <a:pt x="36" y="678"/>
                        <a:pt x="36" y="678"/>
                      </a:cubicBezTo>
                      <a:cubicBezTo>
                        <a:pt x="36" y="678"/>
                        <a:pt x="40" y="705"/>
                        <a:pt x="44" y="703"/>
                      </a:cubicBezTo>
                      <a:cubicBezTo>
                        <a:pt x="48" y="701"/>
                        <a:pt x="52" y="685"/>
                        <a:pt x="61" y="685"/>
                      </a:cubicBezTo>
                      <a:cubicBezTo>
                        <a:pt x="70" y="685"/>
                        <a:pt x="73" y="706"/>
                        <a:pt x="73" y="706"/>
                      </a:cubicBezTo>
                      <a:cubicBezTo>
                        <a:pt x="73" y="706"/>
                        <a:pt x="87" y="683"/>
                        <a:pt x="92" y="685"/>
                      </a:cubicBezTo>
                      <a:cubicBezTo>
                        <a:pt x="97" y="687"/>
                        <a:pt x="119" y="698"/>
                        <a:pt x="119" y="698"/>
                      </a:cubicBezTo>
                      <a:cubicBezTo>
                        <a:pt x="131" y="689"/>
                        <a:pt x="131" y="689"/>
                        <a:pt x="131" y="689"/>
                      </a:cubicBezTo>
                      <a:cubicBezTo>
                        <a:pt x="131" y="689"/>
                        <a:pt x="129" y="665"/>
                        <a:pt x="145" y="673"/>
                      </a:cubicBezTo>
                      <a:cubicBezTo>
                        <a:pt x="161" y="681"/>
                        <a:pt x="154" y="688"/>
                        <a:pt x="154" y="688"/>
                      </a:cubicBezTo>
                      <a:cubicBezTo>
                        <a:pt x="163" y="697"/>
                        <a:pt x="163" y="697"/>
                        <a:pt x="163" y="697"/>
                      </a:cubicBezTo>
                      <a:cubicBezTo>
                        <a:pt x="157" y="714"/>
                        <a:pt x="157" y="714"/>
                        <a:pt x="157" y="714"/>
                      </a:cubicBezTo>
                      <a:cubicBezTo>
                        <a:pt x="180" y="730"/>
                        <a:pt x="180" y="730"/>
                        <a:pt x="180" y="730"/>
                      </a:cubicBezTo>
                      <a:cubicBezTo>
                        <a:pt x="163" y="753"/>
                        <a:pt x="163" y="753"/>
                        <a:pt x="163" y="753"/>
                      </a:cubicBezTo>
                      <a:cubicBezTo>
                        <a:pt x="182" y="752"/>
                        <a:pt x="182" y="752"/>
                        <a:pt x="182" y="752"/>
                      </a:cubicBezTo>
                      <a:cubicBezTo>
                        <a:pt x="182" y="777"/>
                        <a:pt x="182" y="777"/>
                        <a:pt x="182" y="777"/>
                      </a:cubicBezTo>
                      <a:cubicBezTo>
                        <a:pt x="201" y="796"/>
                        <a:pt x="201" y="796"/>
                        <a:pt x="201" y="796"/>
                      </a:cubicBezTo>
                      <a:cubicBezTo>
                        <a:pt x="207" y="799"/>
                        <a:pt x="207" y="799"/>
                        <a:pt x="207" y="799"/>
                      </a:cubicBezTo>
                      <a:cubicBezTo>
                        <a:pt x="207" y="799"/>
                        <a:pt x="204" y="782"/>
                        <a:pt x="220" y="784"/>
                      </a:cubicBezTo>
                      <a:cubicBezTo>
                        <a:pt x="236" y="786"/>
                        <a:pt x="246" y="800"/>
                        <a:pt x="246" y="800"/>
                      </a:cubicBezTo>
                      <a:cubicBezTo>
                        <a:pt x="250" y="788"/>
                        <a:pt x="250" y="788"/>
                        <a:pt x="250" y="788"/>
                      </a:cubicBezTo>
                      <a:cubicBezTo>
                        <a:pt x="260" y="788"/>
                        <a:pt x="260" y="788"/>
                        <a:pt x="260" y="788"/>
                      </a:cubicBezTo>
                      <a:cubicBezTo>
                        <a:pt x="264" y="770"/>
                        <a:pt x="264" y="770"/>
                        <a:pt x="264" y="770"/>
                      </a:cubicBezTo>
                      <a:cubicBezTo>
                        <a:pt x="273" y="782"/>
                        <a:pt x="273" y="782"/>
                        <a:pt x="273" y="782"/>
                      </a:cubicBezTo>
                      <a:cubicBezTo>
                        <a:pt x="281" y="769"/>
                        <a:pt x="281" y="769"/>
                        <a:pt x="281" y="769"/>
                      </a:cubicBezTo>
                      <a:cubicBezTo>
                        <a:pt x="281" y="793"/>
                        <a:pt x="281" y="793"/>
                        <a:pt x="281" y="793"/>
                      </a:cubicBezTo>
                      <a:cubicBezTo>
                        <a:pt x="296" y="795"/>
                        <a:pt x="296" y="795"/>
                        <a:pt x="296" y="795"/>
                      </a:cubicBezTo>
                      <a:cubicBezTo>
                        <a:pt x="296" y="795"/>
                        <a:pt x="300" y="781"/>
                        <a:pt x="315" y="781"/>
                      </a:cubicBezTo>
                      <a:cubicBezTo>
                        <a:pt x="312" y="744"/>
                        <a:pt x="312" y="744"/>
                        <a:pt x="312" y="744"/>
                      </a:cubicBezTo>
                      <a:cubicBezTo>
                        <a:pt x="327" y="744"/>
                        <a:pt x="327" y="744"/>
                        <a:pt x="327" y="744"/>
                      </a:cubicBezTo>
                      <a:cubicBezTo>
                        <a:pt x="335" y="729"/>
                        <a:pt x="335" y="729"/>
                        <a:pt x="335" y="729"/>
                      </a:cubicBezTo>
                      <a:cubicBezTo>
                        <a:pt x="320" y="708"/>
                        <a:pt x="320" y="708"/>
                        <a:pt x="320" y="708"/>
                      </a:cubicBezTo>
                      <a:cubicBezTo>
                        <a:pt x="333" y="700"/>
                        <a:pt x="333" y="700"/>
                        <a:pt x="333" y="700"/>
                      </a:cubicBezTo>
                      <a:cubicBezTo>
                        <a:pt x="333" y="700"/>
                        <a:pt x="348" y="697"/>
                        <a:pt x="360" y="696"/>
                      </a:cubicBezTo>
                      <a:cubicBezTo>
                        <a:pt x="372" y="695"/>
                        <a:pt x="359" y="685"/>
                        <a:pt x="359" y="685"/>
                      </a:cubicBezTo>
                      <a:cubicBezTo>
                        <a:pt x="359" y="685"/>
                        <a:pt x="366" y="684"/>
                        <a:pt x="369" y="680"/>
                      </a:cubicBezTo>
                      <a:cubicBezTo>
                        <a:pt x="372" y="676"/>
                        <a:pt x="367" y="659"/>
                        <a:pt x="367" y="659"/>
                      </a:cubicBezTo>
                      <a:cubicBezTo>
                        <a:pt x="367" y="659"/>
                        <a:pt x="379" y="661"/>
                        <a:pt x="381" y="656"/>
                      </a:cubicBezTo>
                      <a:cubicBezTo>
                        <a:pt x="383" y="651"/>
                        <a:pt x="375" y="637"/>
                        <a:pt x="375" y="637"/>
                      </a:cubicBezTo>
                      <a:cubicBezTo>
                        <a:pt x="388" y="617"/>
                        <a:pt x="388" y="617"/>
                        <a:pt x="388" y="617"/>
                      </a:cubicBezTo>
                      <a:lnTo>
                        <a:pt x="409" y="63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9" name="Freeform 301"/>
                <p:cNvSpPr>
                  <a:spLocks/>
                </p:cNvSpPr>
                <p:nvPr/>
              </p:nvSpPr>
              <p:spPr bwMode="gray">
                <a:xfrm>
                  <a:off x="-8382" y="-12110"/>
                  <a:ext cx="652" cy="581"/>
                </a:xfrm>
                <a:custGeom>
                  <a:avLst/>
                  <a:gdLst>
                    <a:gd name="T0" fmla="*/ 269 w 276"/>
                    <a:gd name="T1" fmla="*/ 181 h 246"/>
                    <a:gd name="T2" fmla="*/ 253 w 276"/>
                    <a:gd name="T3" fmla="*/ 179 h 246"/>
                    <a:gd name="T4" fmla="*/ 255 w 276"/>
                    <a:gd name="T5" fmla="*/ 160 h 246"/>
                    <a:gd name="T6" fmla="*/ 248 w 276"/>
                    <a:gd name="T7" fmla="*/ 134 h 246"/>
                    <a:gd name="T8" fmla="*/ 240 w 276"/>
                    <a:gd name="T9" fmla="*/ 124 h 246"/>
                    <a:gd name="T10" fmla="*/ 239 w 276"/>
                    <a:gd name="T11" fmla="*/ 106 h 246"/>
                    <a:gd name="T12" fmla="*/ 230 w 276"/>
                    <a:gd name="T13" fmla="*/ 92 h 246"/>
                    <a:gd name="T14" fmla="*/ 213 w 276"/>
                    <a:gd name="T15" fmla="*/ 86 h 246"/>
                    <a:gd name="T16" fmla="*/ 210 w 276"/>
                    <a:gd name="T17" fmla="*/ 70 h 246"/>
                    <a:gd name="T18" fmla="*/ 196 w 276"/>
                    <a:gd name="T19" fmla="*/ 68 h 246"/>
                    <a:gd name="T20" fmla="*/ 188 w 276"/>
                    <a:gd name="T21" fmla="*/ 31 h 246"/>
                    <a:gd name="T22" fmla="*/ 167 w 276"/>
                    <a:gd name="T23" fmla="*/ 34 h 246"/>
                    <a:gd name="T24" fmla="*/ 146 w 276"/>
                    <a:gd name="T25" fmla="*/ 10 h 246"/>
                    <a:gd name="T26" fmla="*/ 122 w 276"/>
                    <a:gd name="T27" fmla="*/ 7 h 246"/>
                    <a:gd name="T28" fmla="*/ 109 w 276"/>
                    <a:gd name="T29" fmla="*/ 0 h 246"/>
                    <a:gd name="T30" fmla="*/ 109 w 276"/>
                    <a:gd name="T31" fmla="*/ 10 h 246"/>
                    <a:gd name="T32" fmla="*/ 86 w 276"/>
                    <a:gd name="T33" fmla="*/ 9 h 246"/>
                    <a:gd name="T34" fmla="*/ 78 w 276"/>
                    <a:gd name="T35" fmla="*/ 13 h 246"/>
                    <a:gd name="T36" fmla="*/ 59 w 276"/>
                    <a:gd name="T37" fmla="*/ 11 h 246"/>
                    <a:gd name="T38" fmla="*/ 41 w 276"/>
                    <a:gd name="T39" fmla="*/ 43 h 246"/>
                    <a:gd name="T40" fmla="*/ 40 w 276"/>
                    <a:gd name="T41" fmla="*/ 57 h 246"/>
                    <a:gd name="T42" fmla="*/ 22 w 276"/>
                    <a:gd name="T43" fmla="*/ 80 h 246"/>
                    <a:gd name="T44" fmla="*/ 0 w 276"/>
                    <a:gd name="T45" fmla="*/ 106 h 246"/>
                    <a:gd name="T46" fmla="*/ 2 w 276"/>
                    <a:gd name="T47" fmla="*/ 113 h 246"/>
                    <a:gd name="T48" fmla="*/ 8 w 276"/>
                    <a:gd name="T49" fmla="*/ 112 h 246"/>
                    <a:gd name="T50" fmla="*/ 17 w 276"/>
                    <a:gd name="T51" fmla="*/ 128 h 246"/>
                    <a:gd name="T52" fmla="*/ 20 w 276"/>
                    <a:gd name="T53" fmla="*/ 141 h 246"/>
                    <a:gd name="T54" fmla="*/ 29 w 276"/>
                    <a:gd name="T55" fmla="*/ 149 h 246"/>
                    <a:gd name="T56" fmla="*/ 28 w 276"/>
                    <a:gd name="T57" fmla="*/ 157 h 246"/>
                    <a:gd name="T58" fmla="*/ 34 w 276"/>
                    <a:gd name="T59" fmla="*/ 169 h 246"/>
                    <a:gd name="T60" fmla="*/ 84 w 276"/>
                    <a:gd name="T61" fmla="*/ 169 h 246"/>
                    <a:gd name="T62" fmla="*/ 84 w 276"/>
                    <a:gd name="T63" fmla="*/ 159 h 246"/>
                    <a:gd name="T64" fmla="*/ 109 w 276"/>
                    <a:gd name="T65" fmla="*/ 158 h 246"/>
                    <a:gd name="T66" fmla="*/ 120 w 276"/>
                    <a:gd name="T67" fmla="*/ 166 h 246"/>
                    <a:gd name="T68" fmla="*/ 128 w 276"/>
                    <a:gd name="T69" fmla="*/ 164 h 246"/>
                    <a:gd name="T70" fmla="*/ 141 w 276"/>
                    <a:gd name="T71" fmla="*/ 176 h 246"/>
                    <a:gd name="T72" fmla="*/ 162 w 276"/>
                    <a:gd name="T73" fmla="*/ 171 h 246"/>
                    <a:gd name="T74" fmla="*/ 143 w 276"/>
                    <a:gd name="T75" fmla="*/ 190 h 246"/>
                    <a:gd name="T76" fmla="*/ 109 w 276"/>
                    <a:gd name="T77" fmla="*/ 171 h 246"/>
                    <a:gd name="T78" fmla="*/ 97 w 276"/>
                    <a:gd name="T79" fmla="*/ 183 h 246"/>
                    <a:gd name="T80" fmla="*/ 72 w 276"/>
                    <a:gd name="T81" fmla="*/ 186 h 246"/>
                    <a:gd name="T82" fmla="*/ 68 w 276"/>
                    <a:gd name="T83" fmla="*/ 195 h 246"/>
                    <a:gd name="T84" fmla="*/ 25 w 276"/>
                    <a:gd name="T85" fmla="*/ 195 h 246"/>
                    <a:gd name="T86" fmla="*/ 24 w 276"/>
                    <a:gd name="T87" fmla="*/ 212 h 246"/>
                    <a:gd name="T88" fmla="*/ 18 w 276"/>
                    <a:gd name="T89" fmla="*/ 215 h 246"/>
                    <a:gd name="T90" fmla="*/ 31 w 276"/>
                    <a:gd name="T91" fmla="*/ 241 h 246"/>
                    <a:gd name="T92" fmla="*/ 50 w 276"/>
                    <a:gd name="T93" fmla="*/ 241 h 246"/>
                    <a:gd name="T94" fmla="*/ 58 w 276"/>
                    <a:gd name="T95" fmla="*/ 231 h 246"/>
                    <a:gd name="T96" fmla="*/ 85 w 276"/>
                    <a:gd name="T97" fmla="*/ 231 h 246"/>
                    <a:gd name="T98" fmla="*/ 102 w 276"/>
                    <a:gd name="T99" fmla="*/ 216 h 246"/>
                    <a:gd name="T100" fmla="*/ 196 w 276"/>
                    <a:gd name="T101" fmla="*/ 219 h 246"/>
                    <a:gd name="T102" fmla="*/ 204 w 276"/>
                    <a:gd name="T103" fmla="*/ 232 h 246"/>
                    <a:gd name="T104" fmla="*/ 215 w 276"/>
                    <a:gd name="T105" fmla="*/ 226 h 246"/>
                    <a:gd name="T106" fmla="*/ 231 w 276"/>
                    <a:gd name="T107" fmla="*/ 242 h 246"/>
                    <a:gd name="T108" fmla="*/ 247 w 276"/>
                    <a:gd name="T109" fmla="*/ 235 h 246"/>
                    <a:gd name="T110" fmla="*/ 275 w 276"/>
                    <a:gd name="T111" fmla="*/ 234 h 246"/>
                    <a:gd name="T112" fmla="*/ 276 w 276"/>
                    <a:gd name="T113" fmla="*/ 200 h 246"/>
                    <a:gd name="T114" fmla="*/ 269 w 276"/>
                    <a:gd name="T115" fmla="*/ 181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6" h="246">
                      <a:moveTo>
                        <a:pt x="269" y="181"/>
                      </a:moveTo>
                      <a:cubicBezTo>
                        <a:pt x="264" y="178"/>
                        <a:pt x="260" y="190"/>
                        <a:pt x="253" y="179"/>
                      </a:cubicBezTo>
                      <a:cubicBezTo>
                        <a:pt x="246" y="168"/>
                        <a:pt x="250" y="164"/>
                        <a:pt x="255" y="160"/>
                      </a:cubicBezTo>
                      <a:cubicBezTo>
                        <a:pt x="260" y="156"/>
                        <a:pt x="248" y="134"/>
                        <a:pt x="248" y="134"/>
                      </a:cubicBezTo>
                      <a:cubicBezTo>
                        <a:pt x="240" y="124"/>
                        <a:pt x="240" y="124"/>
                        <a:pt x="240" y="124"/>
                      </a:cubicBezTo>
                      <a:cubicBezTo>
                        <a:pt x="239" y="106"/>
                        <a:pt x="239" y="106"/>
                        <a:pt x="239" y="106"/>
                      </a:cubicBezTo>
                      <a:cubicBezTo>
                        <a:pt x="230" y="92"/>
                        <a:pt x="230" y="92"/>
                        <a:pt x="230" y="92"/>
                      </a:cubicBezTo>
                      <a:cubicBezTo>
                        <a:pt x="213" y="86"/>
                        <a:pt x="213" y="86"/>
                        <a:pt x="213" y="86"/>
                      </a:cubicBezTo>
                      <a:cubicBezTo>
                        <a:pt x="213" y="86"/>
                        <a:pt x="213" y="71"/>
                        <a:pt x="210" y="70"/>
                      </a:cubicBezTo>
                      <a:cubicBezTo>
                        <a:pt x="207" y="69"/>
                        <a:pt x="196" y="68"/>
                        <a:pt x="196" y="68"/>
                      </a:cubicBezTo>
                      <a:cubicBezTo>
                        <a:pt x="196" y="68"/>
                        <a:pt x="195" y="32"/>
                        <a:pt x="188" y="31"/>
                      </a:cubicBezTo>
                      <a:cubicBezTo>
                        <a:pt x="181" y="30"/>
                        <a:pt x="167" y="34"/>
                        <a:pt x="167" y="34"/>
                      </a:cubicBezTo>
                      <a:cubicBezTo>
                        <a:pt x="167" y="34"/>
                        <a:pt x="156" y="12"/>
                        <a:pt x="146" y="10"/>
                      </a:cubicBezTo>
                      <a:cubicBezTo>
                        <a:pt x="136" y="8"/>
                        <a:pt x="122" y="7"/>
                        <a:pt x="122" y="7"/>
                      </a:cubicBezTo>
                      <a:cubicBezTo>
                        <a:pt x="109" y="0"/>
                        <a:pt x="109" y="0"/>
                        <a:pt x="109" y="0"/>
                      </a:cubicBezTo>
                      <a:cubicBezTo>
                        <a:pt x="109" y="10"/>
                        <a:pt x="109" y="10"/>
                        <a:pt x="109" y="10"/>
                      </a:cubicBez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78" y="13"/>
                        <a:pt x="78" y="13"/>
                        <a:pt x="78" y="13"/>
                      </a:cubicBezTo>
                      <a:cubicBezTo>
                        <a:pt x="78" y="13"/>
                        <a:pt x="68" y="5"/>
                        <a:pt x="59" y="11"/>
                      </a:cubicBezTo>
                      <a:cubicBezTo>
                        <a:pt x="50" y="17"/>
                        <a:pt x="53" y="41"/>
                        <a:pt x="41" y="43"/>
                      </a:cubicBezTo>
                      <a:cubicBezTo>
                        <a:pt x="40" y="50"/>
                        <a:pt x="40" y="56"/>
                        <a:pt x="40" y="57"/>
                      </a:cubicBezTo>
                      <a:cubicBezTo>
                        <a:pt x="39" y="60"/>
                        <a:pt x="29" y="67"/>
                        <a:pt x="22" y="80"/>
                      </a:cubicBezTo>
                      <a:cubicBezTo>
                        <a:pt x="15" y="93"/>
                        <a:pt x="0" y="106"/>
                        <a:pt x="0" y="106"/>
                      </a:cubicBezTo>
                      <a:cubicBezTo>
                        <a:pt x="2" y="113"/>
                        <a:pt x="2" y="113"/>
                        <a:pt x="2" y="113"/>
                      </a:cubicBezTo>
                      <a:cubicBezTo>
                        <a:pt x="8" y="112"/>
                        <a:pt x="8" y="112"/>
                        <a:pt x="8" y="112"/>
                      </a:cubicBezTo>
                      <a:cubicBezTo>
                        <a:pt x="8" y="112"/>
                        <a:pt x="17" y="121"/>
                        <a:pt x="17" y="128"/>
                      </a:cubicBezTo>
                      <a:cubicBezTo>
                        <a:pt x="17" y="135"/>
                        <a:pt x="20" y="141"/>
                        <a:pt x="20" y="141"/>
                      </a:cubicBezTo>
                      <a:cubicBezTo>
                        <a:pt x="29" y="149"/>
                        <a:pt x="29" y="149"/>
                        <a:pt x="29" y="149"/>
                      </a:cubicBezTo>
                      <a:cubicBezTo>
                        <a:pt x="29" y="149"/>
                        <a:pt x="28" y="150"/>
                        <a:pt x="28" y="157"/>
                      </a:cubicBezTo>
                      <a:cubicBezTo>
                        <a:pt x="28" y="162"/>
                        <a:pt x="32" y="166"/>
                        <a:pt x="34" y="169"/>
                      </a:cubicBezTo>
                      <a:cubicBezTo>
                        <a:pt x="84" y="169"/>
                        <a:pt x="84" y="169"/>
                        <a:pt x="84" y="169"/>
                      </a:cubicBezTo>
                      <a:cubicBezTo>
                        <a:pt x="84" y="159"/>
                        <a:pt x="84" y="159"/>
                        <a:pt x="84" y="159"/>
                      </a:cubicBezTo>
                      <a:cubicBezTo>
                        <a:pt x="84" y="159"/>
                        <a:pt x="96" y="160"/>
                        <a:pt x="109" y="158"/>
                      </a:cubicBezTo>
                      <a:cubicBezTo>
                        <a:pt x="122" y="156"/>
                        <a:pt x="120" y="166"/>
                        <a:pt x="120" y="166"/>
                      </a:cubicBezTo>
                      <a:cubicBezTo>
                        <a:pt x="128" y="164"/>
                        <a:pt x="128" y="164"/>
                        <a:pt x="128" y="164"/>
                      </a:cubicBezTo>
                      <a:cubicBezTo>
                        <a:pt x="128" y="164"/>
                        <a:pt x="136" y="175"/>
                        <a:pt x="141" y="176"/>
                      </a:cubicBezTo>
                      <a:cubicBezTo>
                        <a:pt x="146" y="177"/>
                        <a:pt x="145" y="167"/>
                        <a:pt x="162" y="171"/>
                      </a:cubicBezTo>
                      <a:cubicBezTo>
                        <a:pt x="179" y="175"/>
                        <a:pt x="161" y="190"/>
                        <a:pt x="143" y="190"/>
                      </a:cubicBezTo>
                      <a:cubicBezTo>
                        <a:pt x="125" y="190"/>
                        <a:pt x="109" y="171"/>
                        <a:pt x="109" y="171"/>
                      </a:cubicBezTo>
                      <a:cubicBezTo>
                        <a:pt x="109" y="171"/>
                        <a:pt x="103" y="182"/>
                        <a:pt x="97" y="183"/>
                      </a:cubicBezTo>
                      <a:cubicBezTo>
                        <a:pt x="91" y="184"/>
                        <a:pt x="72" y="186"/>
                        <a:pt x="72" y="186"/>
                      </a:cubicBezTo>
                      <a:cubicBezTo>
                        <a:pt x="72" y="186"/>
                        <a:pt x="71" y="195"/>
                        <a:pt x="68" y="195"/>
                      </a:cubicBezTo>
                      <a:cubicBezTo>
                        <a:pt x="66" y="195"/>
                        <a:pt x="36" y="195"/>
                        <a:pt x="25" y="195"/>
                      </a:cubicBezTo>
                      <a:cubicBezTo>
                        <a:pt x="24" y="202"/>
                        <a:pt x="24" y="212"/>
                        <a:pt x="24" y="212"/>
                      </a:cubicBezTo>
                      <a:cubicBezTo>
                        <a:pt x="18" y="215"/>
                        <a:pt x="18" y="215"/>
                        <a:pt x="18" y="215"/>
                      </a:cubicBezTo>
                      <a:cubicBezTo>
                        <a:pt x="18" y="215"/>
                        <a:pt x="22" y="236"/>
                        <a:pt x="31" y="241"/>
                      </a:cubicBezTo>
                      <a:cubicBezTo>
                        <a:pt x="40" y="246"/>
                        <a:pt x="50" y="241"/>
                        <a:pt x="50" y="241"/>
                      </a:cubicBezTo>
                      <a:cubicBezTo>
                        <a:pt x="58" y="231"/>
                        <a:pt x="58" y="231"/>
                        <a:pt x="58" y="231"/>
                      </a:cubicBezTo>
                      <a:cubicBezTo>
                        <a:pt x="85" y="231"/>
                        <a:pt x="85" y="231"/>
                        <a:pt x="85" y="231"/>
                      </a:cubicBezTo>
                      <a:cubicBezTo>
                        <a:pt x="102" y="216"/>
                        <a:pt x="102" y="216"/>
                        <a:pt x="102" y="216"/>
                      </a:cubicBezTo>
                      <a:cubicBezTo>
                        <a:pt x="196" y="219"/>
                        <a:pt x="196" y="219"/>
                        <a:pt x="196" y="219"/>
                      </a:cubicBezTo>
                      <a:cubicBezTo>
                        <a:pt x="196" y="219"/>
                        <a:pt x="196" y="230"/>
                        <a:pt x="204" y="232"/>
                      </a:cubicBezTo>
                      <a:cubicBezTo>
                        <a:pt x="212" y="234"/>
                        <a:pt x="215" y="226"/>
                        <a:pt x="215" y="226"/>
                      </a:cubicBezTo>
                      <a:cubicBezTo>
                        <a:pt x="215" y="226"/>
                        <a:pt x="224" y="242"/>
                        <a:pt x="231" y="242"/>
                      </a:cubicBezTo>
                      <a:cubicBezTo>
                        <a:pt x="238" y="242"/>
                        <a:pt x="247" y="235"/>
                        <a:pt x="247" y="235"/>
                      </a:cubicBezTo>
                      <a:cubicBezTo>
                        <a:pt x="275" y="234"/>
                        <a:pt x="275" y="234"/>
                        <a:pt x="275" y="234"/>
                      </a:cubicBezTo>
                      <a:cubicBezTo>
                        <a:pt x="276" y="200"/>
                        <a:pt x="276" y="200"/>
                        <a:pt x="276" y="200"/>
                      </a:cubicBezTo>
                      <a:cubicBezTo>
                        <a:pt x="276" y="200"/>
                        <a:pt x="274" y="184"/>
                        <a:pt x="269" y="1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0" name="Freeform 302"/>
                <p:cNvSpPr>
                  <a:spLocks/>
                </p:cNvSpPr>
                <p:nvPr/>
              </p:nvSpPr>
              <p:spPr bwMode="gray">
                <a:xfrm>
                  <a:off x="-8124" y="-11595"/>
                  <a:ext cx="815" cy="699"/>
                </a:xfrm>
                <a:custGeom>
                  <a:avLst/>
                  <a:gdLst>
                    <a:gd name="T0" fmla="*/ 61 w 345"/>
                    <a:gd name="T1" fmla="*/ 17 h 296"/>
                    <a:gd name="T2" fmla="*/ 61 w 345"/>
                    <a:gd name="T3" fmla="*/ 47 h 296"/>
                    <a:gd name="T4" fmla="*/ 22 w 345"/>
                    <a:gd name="T5" fmla="*/ 65 h 296"/>
                    <a:gd name="T6" fmla="*/ 0 w 345"/>
                    <a:gd name="T7" fmla="*/ 86 h 296"/>
                    <a:gd name="T8" fmla="*/ 19 w 345"/>
                    <a:gd name="T9" fmla="*/ 103 h 296"/>
                    <a:gd name="T10" fmla="*/ 45 w 345"/>
                    <a:gd name="T11" fmla="*/ 138 h 296"/>
                    <a:gd name="T12" fmla="*/ 59 w 345"/>
                    <a:gd name="T13" fmla="*/ 149 h 296"/>
                    <a:gd name="T14" fmla="*/ 86 w 345"/>
                    <a:gd name="T15" fmla="*/ 194 h 296"/>
                    <a:gd name="T16" fmla="*/ 142 w 345"/>
                    <a:gd name="T17" fmla="*/ 152 h 296"/>
                    <a:gd name="T18" fmla="*/ 172 w 345"/>
                    <a:gd name="T19" fmla="*/ 140 h 296"/>
                    <a:gd name="T20" fmla="*/ 197 w 345"/>
                    <a:gd name="T21" fmla="*/ 190 h 296"/>
                    <a:gd name="T22" fmla="*/ 197 w 345"/>
                    <a:gd name="T23" fmla="*/ 226 h 296"/>
                    <a:gd name="T24" fmla="*/ 215 w 345"/>
                    <a:gd name="T25" fmla="*/ 228 h 296"/>
                    <a:gd name="T26" fmla="*/ 247 w 345"/>
                    <a:gd name="T27" fmla="*/ 227 h 296"/>
                    <a:gd name="T28" fmla="*/ 265 w 345"/>
                    <a:gd name="T29" fmla="*/ 286 h 296"/>
                    <a:gd name="T30" fmla="*/ 293 w 345"/>
                    <a:gd name="T31" fmla="*/ 270 h 296"/>
                    <a:gd name="T32" fmla="*/ 320 w 345"/>
                    <a:gd name="T33" fmla="*/ 255 h 296"/>
                    <a:gd name="T34" fmla="*/ 314 w 345"/>
                    <a:gd name="T35" fmla="*/ 229 h 296"/>
                    <a:gd name="T36" fmla="*/ 345 w 345"/>
                    <a:gd name="T37" fmla="*/ 220 h 296"/>
                    <a:gd name="T38" fmla="*/ 338 w 345"/>
                    <a:gd name="T39" fmla="*/ 193 h 296"/>
                    <a:gd name="T40" fmla="*/ 335 w 345"/>
                    <a:gd name="T41" fmla="*/ 176 h 296"/>
                    <a:gd name="T42" fmla="*/ 318 w 345"/>
                    <a:gd name="T43" fmla="*/ 148 h 296"/>
                    <a:gd name="T44" fmla="*/ 312 w 345"/>
                    <a:gd name="T45" fmla="*/ 115 h 296"/>
                    <a:gd name="T46" fmla="*/ 293 w 345"/>
                    <a:gd name="T47" fmla="*/ 91 h 296"/>
                    <a:gd name="T48" fmla="*/ 287 w 345"/>
                    <a:gd name="T49" fmla="*/ 52 h 296"/>
                    <a:gd name="T50" fmla="*/ 284 w 345"/>
                    <a:gd name="T51" fmla="*/ 26 h 296"/>
                    <a:gd name="T52" fmla="*/ 261 w 345"/>
                    <a:gd name="T53" fmla="*/ 27 h 296"/>
                    <a:gd name="T54" fmla="*/ 222 w 345"/>
                    <a:gd name="T55" fmla="*/ 23 h 296"/>
                    <a:gd name="T56" fmla="*/ 191 w 345"/>
                    <a:gd name="T57" fmla="*/ 23 h 296"/>
                    <a:gd name="T58" fmla="*/ 166 w 345"/>
                    <a:gd name="T59" fmla="*/ 16 h 296"/>
                    <a:gd name="T60" fmla="*/ 122 w 345"/>
                    <a:gd name="T61" fmla="*/ 24 h 296"/>
                    <a:gd name="T62" fmla="*/ 95 w 345"/>
                    <a:gd name="T63" fmla="*/ 14 h 296"/>
                    <a:gd name="T64" fmla="*/ 60 w 345"/>
                    <a:gd name="T65" fmla="*/ 0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45" h="296">
                      <a:moveTo>
                        <a:pt x="60" y="0"/>
                      </a:moveTo>
                      <a:cubicBezTo>
                        <a:pt x="61" y="17"/>
                        <a:pt x="61" y="17"/>
                        <a:pt x="61" y="17"/>
                      </a:cubicBezTo>
                      <a:cubicBezTo>
                        <a:pt x="61" y="17"/>
                        <a:pt x="45" y="15"/>
                        <a:pt x="45" y="26"/>
                      </a:cubicBezTo>
                      <a:cubicBezTo>
                        <a:pt x="45" y="37"/>
                        <a:pt x="62" y="32"/>
                        <a:pt x="61" y="47"/>
                      </a:cubicBezTo>
                      <a:cubicBezTo>
                        <a:pt x="60" y="62"/>
                        <a:pt x="49" y="58"/>
                        <a:pt x="39" y="58"/>
                      </a:cubicBezTo>
                      <a:cubicBezTo>
                        <a:pt x="29" y="58"/>
                        <a:pt x="22" y="65"/>
                        <a:pt x="22" y="65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0" y="86"/>
                        <a:pt x="0" y="86"/>
                        <a:pt x="0" y="86"/>
                      </a:cubicBezTo>
                      <a:cubicBezTo>
                        <a:pt x="0" y="86"/>
                        <a:pt x="4" y="100"/>
                        <a:pt x="9" y="102"/>
                      </a:cubicBezTo>
                      <a:cubicBezTo>
                        <a:pt x="14" y="104"/>
                        <a:pt x="19" y="103"/>
                        <a:pt x="19" y="103"/>
                      </a:cubicBezTo>
                      <a:cubicBezTo>
                        <a:pt x="19" y="103"/>
                        <a:pt x="10" y="127"/>
                        <a:pt x="25" y="134"/>
                      </a:cubicBezTo>
                      <a:cubicBezTo>
                        <a:pt x="40" y="141"/>
                        <a:pt x="45" y="138"/>
                        <a:pt x="45" y="138"/>
                      </a:cubicBezTo>
                      <a:cubicBezTo>
                        <a:pt x="45" y="138"/>
                        <a:pt x="42" y="150"/>
                        <a:pt x="46" y="154"/>
                      </a:cubicBezTo>
                      <a:cubicBezTo>
                        <a:pt x="50" y="158"/>
                        <a:pt x="59" y="149"/>
                        <a:pt x="59" y="149"/>
                      </a:cubicBezTo>
                      <a:cubicBezTo>
                        <a:pt x="59" y="149"/>
                        <a:pt x="63" y="169"/>
                        <a:pt x="67" y="176"/>
                      </a:cubicBezTo>
                      <a:cubicBezTo>
                        <a:pt x="71" y="183"/>
                        <a:pt x="86" y="194"/>
                        <a:pt x="86" y="194"/>
                      </a:cubicBezTo>
                      <a:cubicBezTo>
                        <a:pt x="98" y="194"/>
                        <a:pt x="117" y="152"/>
                        <a:pt x="117" y="152"/>
                      </a:cubicBezTo>
                      <a:cubicBezTo>
                        <a:pt x="142" y="152"/>
                        <a:pt x="142" y="152"/>
                        <a:pt x="142" y="152"/>
                      </a:cubicBezTo>
                      <a:cubicBezTo>
                        <a:pt x="146" y="140"/>
                        <a:pt x="146" y="140"/>
                        <a:pt x="146" y="140"/>
                      </a:cubicBezTo>
                      <a:cubicBezTo>
                        <a:pt x="172" y="140"/>
                        <a:pt x="172" y="140"/>
                        <a:pt x="172" y="140"/>
                      </a:cubicBezTo>
                      <a:cubicBezTo>
                        <a:pt x="200" y="181"/>
                        <a:pt x="200" y="181"/>
                        <a:pt x="200" y="181"/>
                      </a:cubicBezTo>
                      <a:cubicBezTo>
                        <a:pt x="197" y="190"/>
                        <a:pt x="197" y="190"/>
                        <a:pt x="197" y="190"/>
                      </a:cubicBezTo>
                      <a:cubicBezTo>
                        <a:pt x="197" y="190"/>
                        <a:pt x="208" y="202"/>
                        <a:pt x="208" y="210"/>
                      </a:cubicBezTo>
                      <a:cubicBezTo>
                        <a:pt x="208" y="218"/>
                        <a:pt x="197" y="226"/>
                        <a:pt x="197" y="226"/>
                      </a:cubicBezTo>
                      <a:cubicBezTo>
                        <a:pt x="196" y="239"/>
                        <a:pt x="196" y="239"/>
                        <a:pt x="196" y="239"/>
                      </a:cubicBezTo>
                      <a:cubicBezTo>
                        <a:pt x="215" y="228"/>
                        <a:pt x="215" y="228"/>
                        <a:pt x="215" y="228"/>
                      </a:cubicBezTo>
                      <a:cubicBezTo>
                        <a:pt x="231" y="232"/>
                        <a:pt x="231" y="232"/>
                        <a:pt x="231" y="232"/>
                      </a:cubicBezTo>
                      <a:cubicBezTo>
                        <a:pt x="231" y="232"/>
                        <a:pt x="228" y="214"/>
                        <a:pt x="247" y="227"/>
                      </a:cubicBezTo>
                      <a:cubicBezTo>
                        <a:pt x="266" y="240"/>
                        <a:pt x="257" y="286"/>
                        <a:pt x="257" y="286"/>
                      </a:cubicBezTo>
                      <a:cubicBezTo>
                        <a:pt x="265" y="286"/>
                        <a:pt x="265" y="286"/>
                        <a:pt x="265" y="286"/>
                      </a:cubicBezTo>
                      <a:cubicBezTo>
                        <a:pt x="265" y="286"/>
                        <a:pt x="266" y="296"/>
                        <a:pt x="277" y="296"/>
                      </a:cubicBezTo>
                      <a:cubicBezTo>
                        <a:pt x="288" y="296"/>
                        <a:pt x="288" y="274"/>
                        <a:pt x="293" y="270"/>
                      </a:cubicBezTo>
                      <a:cubicBezTo>
                        <a:pt x="298" y="266"/>
                        <a:pt x="313" y="279"/>
                        <a:pt x="320" y="276"/>
                      </a:cubicBezTo>
                      <a:cubicBezTo>
                        <a:pt x="327" y="273"/>
                        <a:pt x="320" y="255"/>
                        <a:pt x="320" y="255"/>
                      </a:cubicBezTo>
                      <a:cubicBezTo>
                        <a:pt x="332" y="252"/>
                        <a:pt x="332" y="252"/>
                        <a:pt x="332" y="252"/>
                      </a:cubicBezTo>
                      <a:cubicBezTo>
                        <a:pt x="332" y="252"/>
                        <a:pt x="314" y="239"/>
                        <a:pt x="314" y="229"/>
                      </a:cubicBezTo>
                      <a:cubicBezTo>
                        <a:pt x="314" y="219"/>
                        <a:pt x="344" y="233"/>
                        <a:pt x="344" y="233"/>
                      </a:cubicBezTo>
                      <a:cubicBezTo>
                        <a:pt x="344" y="233"/>
                        <a:pt x="345" y="227"/>
                        <a:pt x="345" y="220"/>
                      </a:cubicBezTo>
                      <a:cubicBezTo>
                        <a:pt x="345" y="213"/>
                        <a:pt x="330" y="218"/>
                        <a:pt x="329" y="210"/>
                      </a:cubicBezTo>
                      <a:cubicBezTo>
                        <a:pt x="328" y="202"/>
                        <a:pt x="338" y="193"/>
                        <a:pt x="338" y="193"/>
                      </a:cubicBezTo>
                      <a:cubicBezTo>
                        <a:pt x="328" y="189"/>
                        <a:pt x="328" y="189"/>
                        <a:pt x="328" y="189"/>
                      </a:cubicBezTo>
                      <a:cubicBezTo>
                        <a:pt x="335" y="176"/>
                        <a:pt x="335" y="176"/>
                        <a:pt x="335" y="176"/>
                      </a:cubicBezTo>
                      <a:cubicBezTo>
                        <a:pt x="323" y="175"/>
                        <a:pt x="323" y="175"/>
                        <a:pt x="323" y="175"/>
                      </a:cubicBezTo>
                      <a:cubicBezTo>
                        <a:pt x="318" y="148"/>
                        <a:pt x="318" y="148"/>
                        <a:pt x="318" y="148"/>
                      </a:cubicBezTo>
                      <a:cubicBezTo>
                        <a:pt x="331" y="134"/>
                        <a:pt x="331" y="134"/>
                        <a:pt x="331" y="134"/>
                      </a:cubicBezTo>
                      <a:cubicBezTo>
                        <a:pt x="312" y="115"/>
                        <a:pt x="312" y="115"/>
                        <a:pt x="312" y="115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293" y="91"/>
                        <a:pt x="293" y="91"/>
                        <a:pt x="293" y="91"/>
                      </a:cubicBezTo>
                      <a:cubicBezTo>
                        <a:pt x="310" y="68"/>
                        <a:pt x="310" y="68"/>
                        <a:pt x="310" y="68"/>
                      </a:cubicBezTo>
                      <a:cubicBezTo>
                        <a:pt x="287" y="52"/>
                        <a:pt x="287" y="52"/>
                        <a:pt x="287" y="52"/>
                      </a:cubicBezTo>
                      <a:cubicBezTo>
                        <a:pt x="293" y="35"/>
                        <a:pt x="293" y="35"/>
                        <a:pt x="293" y="35"/>
                      </a:cubicBezTo>
                      <a:cubicBezTo>
                        <a:pt x="284" y="26"/>
                        <a:pt x="284" y="26"/>
                        <a:pt x="284" y="26"/>
                      </a:cubicBezTo>
                      <a:cubicBezTo>
                        <a:pt x="284" y="26"/>
                        <a:pt x="291" y="19"/>
                        <a:pt x="275" y="11"/>
                      </a:cubicBezTo>
                      <a:cubicBezTo>
                        <a:pt x="259" y="3"/>
                        <a:pt x="261" y="27"/>
                        <a:pt x="261" y="27"/>
                      </a:cubicBezTo>
                      <a:cubicBezTo>
                        <a:pt x="249" y="36"/>
                        <a:pt x="249" y="36"/>
                        <a:pt x="249" y="36"/>
                      </a:cubicBezTo>
                      <a:cubicBezTo>
                        <a:pt x="249" y="36"/>
                        <a:pt x="227" y="25"/>
                        <a:pt x="222" y="23"/>
                      </a:cubicBezTo>
                      <a:cubicBezTo>
                        <a:pt x="217" y="21"/>
                        <a:pt x="203" y="44"/>
                        <a:pt x="203" y="44"/>
                      </a:cubicBezTo>
                      <a:cubicBezTo>
                        <a:pt x="203" y="44"/>
                        <a:pt x="200" y="23"/>
                        <a:pt x="191" y="23"/>
                      </a:cubicBezTo>
                      <a:cubicBezTo>
                        <a:pt x="182" y="23"/>
                        <a:pt x="178" y="39"/>
                        <a:pt x="174" y="41"/>
                      </a:cubicBezTo>
                      <a:cubicBezTo>
                        <a:pt x="170" y="43"/>
                        <a:pt x="166" y="16"/>
                        <a:pt x="166" y="16"/>
                      </a:cubicBezTo>
                      <a:cubicBezTo>
                        <a:pt x="138" y="17"/>
                        <a:pt x="138" y="17"/>
                        <a:pt x="138" y="17"/>
                      </a:cubicBezTo>
                      <a:cubicBezTo>
                        <a:pt x="138" y="17"/>
                        <a:pt x="129" y="24"/>
                        <a:pt x="122" y="24"/>
                      </a:cubicBezTo>
                      <a:cubicBezTo>
                        <a:pt x="115" y="24"/>
                        <a:pt x="106" y="8"/>
                        <a:pt x="106" y="8"/>
                      </a:cubicBezTo>
                      <a:cubicBezTo>
                        <a:pt x="106" y="8"/>
                        <a:pt x="103" y="16"/>
                        <a:pt x="95" y="14"/>
                      </a:cubicBezTo>
                      <a:cubicBezTo>
                        <a:pt x="87" y="12"/>
                        <a:pt x="87" y="1"/>
                        <a:pt x="87" y="1"/>
                      </a:cubicBezTo>
                      <a:lnTo>
                        <a:pt x="60" y="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1" name="Freeform 303"/>
                <p:cNvSpPr>
                  <a:spLocks/>
                </p:cNvSpPr>
                <p:nvPr/>
              </p:nvSpPr>
              <p:spPr bwMode="gray">
                <a:xfrm>
                  <a:off x="-8308" y="-13438"/>
                  <a:ext cx="1351" cy="1583"/>
                </a:xfrm>
                <a:custGeom>
                  <a:avLst/>
                  <a:gdLst>
                    <a:gd name="T0" fmla="*/ 0 w 572"/>
                    <a:gd name="T1" fmla="*/ 332 h 670"/>
                    <a:gd name="T2" fmla="*/ 11 w 572"/>
                    <a:gd name="T3" fmla="*/ 336 h 670"/>
                    <a:gd name="T4" fmla="*/ 15 w 572"/>
                    <a:gd name="T5" fmla="*/ 357 h 670"/>
                    <a:gd name="T6" fmla="*/ 24 w 572"/>
                    <a:gd name="T7" fmla="*/ 349 h 670"/>
                    <a:gd name="T8" fmla="*/ 32 w 572"/>
                    <a:gd name="T9" fmla="*/ 372 h 670"/>
                    <a:gd name="T10" fmla="*/ 30 w 572"/>
                    <a:gd name="T11" fmla="*/ 403 h 670"/>
                    <a:gd name="T12" fmla="*/ 21 w 572"/>
                    <a:gd name="T13" fmla="*/ 403 h 670"/>
                    <a:gd name="T14" fmla="*/ 24 w 572"/>
                    <a:gd name="T15" fmla="*/ 417 h 670"/>
                    <a:gd name="T16" fmla="*/ 16 w 572"/>
                    <a:gd name="T17" fmla="*/ 423 h 670"/>
                    <a:gd name="T18" fmla="*/ 39 w 572"/>
                    <a:gd name="T19" fmla="*/ 470 h 670"/>
                    <a:gd name="T20" fmla="*/ 33 w 572"/>
                    <a:gd name="T21" fmla="*/ 509 h 670"/>
                    <a:gd name="T22" fmla="*/ 31 w 572"/>
                    <a:gd name="T23" fmla="*/ 538 h 670"/>
                    <a:gd name="T24" fmla="*/ 12 w 572"/>
                    <a:gd name="T25" fmla="*/ 570 h 670"/>
                    <a:gd name="T26" fmla="*/ 10 w 572"/>
                    <a:gd name="T27" fmla="*/ 605 h 670"/>
                    <a:gd name="T28" fmla="*/ 28 w 572"/>
                    <a:gd name="T29" fmla="*/ 573 h 670"/>
                    <a:gd name="T30" fmla="*/ 47 w 572"/>
                    <a:gd name="T31" fmla="*/ 575 h 670"/>
                    <a:gd name="T32" fmla="*/ 55 w 572"/>
                    <a:gd name="T33" fmla="*/ 571 h 670"/>
                    <a:gd name="T34" fmla="*/ 78 w 572"/>
                    <a:gd name="T35" fmla="*/ 572 h 670"/>
                    <a:gd name="T36" fmla="*/ 78 w 572"/>
                    <a:gd name="T37" fmla="*/ 562 h 670"/>
                    <a:gd name="T38" fmla="*/ 91 w 572"/>
                    <a:gd name="T39" fmla="*/ 569 h 670"/>
                    <a:gd name="T40" fmla="*/ 115 w 572"/>
                    <a:gd name="T41" fmla="*/ 572 h 670"/>
                    <a:gd name="T42" fmla="*/ 136 w 572"/>
                    <a:gd name="T43" fmla="*/ 596 h 670"/>
                    <a:gd name="T44" fmla="*/ 157 w 572"/>
                    <a:gd name="T45" fmla="*/ 593 h 670"/>
                    <a:gd name="T46" fmla="*/ 165 w 572"/>
                    <a:gd name="T47" fmla="*/ 630 h 670"/>
                    <a:gd name="T48" fmla="*/ 179 w 572"/>
                    <a:gd name="T49" fmla="*/ 632 h 670"/>
                    <a:gd name="T50" fmla="*/ 182 w 572"/>
                    <a:gd name="T51" fmla="*/ 648 h 670"/>
                    <a:gd name="T52" fmla="*/ 199 w 572"/>
                    <a:gd name="T53" fmla="*/ 654 h 670"/>
                    <a:gd name="T54" fmla="*/ 208 w 572"/>
                    <a:gd name="T55" fmla="*/ 668 h 670"/>
                    <a:gd name="T56" fmla="*/ 228 w 572"/>
                    <a:gd name="T57" fmla="*/ 667 h 670"/>
                    <a:gd name="T58" fmla="*/ 232 w 572"/>
                    <a:gd name="T59" fmla="*/ 653 h 670"/>
                    <a:gd name="T60" fmla="*/ 247 w 572"/>
                    <a:gd name="T61" fmla="*/ 625 h 670"/>
                    <a:gd name="T62" fmla="*/ 272 w 572"/>
                    <a:gd name="T63" fmla="*/ 650 h 670"/>
                    <a:gd name="T64" fmla="*/ 282 w 572"/>
                    <a:gd name="T65" fmla="*/ 633 h 670"/>
                    <a:gd name="T66" fmla="*/ 304 w 572"/>
                    <a:gd name="T67" fmla="*/ 633 h 670"/>
                    <a:gd name="T68" fmla="*/ 310 w 572"/>
                    <a:gd name="T69" fmla="*/ 639 h 670"/>
                    <a:gd name="T70" fmla="*/ 335 w 572"/>
                    <a:gd name="T71" fmla="*/ 635 h 670"/>
                    <a:gd name="T72" fmla="*/ 345 w 572"/>
                    <a:gd name="T73" fmla="*/ 621 h 670"/>
                    <a:gd name="T74" fmla="*/ 349 w 572"/>
                    <a:gd name="T75" fmla="*/ 631 h 670"/>
                    <a:gd name="T76" fmla="*/ 526 w 572"/>
                    <a:gd name="T77" fmla="*/ 628 h 670"/>
                    <a:gd name="T78" fmla="*/ 531 w 572"/>
                    <a:gd name="T79" fmla="*/ 601 h 670"/>
                    <a:gd name="T80" fmla="*/ 536 w 572"/>
                    <a:gd name="T81" fmla="*/ 590 h 670"/>
                    <a:gd name="T82" fmla="*/ 522 w 572"/>
                    <a:gd name="T83" fmla="*/ 577 h 670"/>
                    <a:gd name="T84" fmla="*/ 491 w 572"/>
                    <a:gd name="T85" fmla="*/ 118 h 670"/>
                    <a:gd name="T86" fmla="*/ 572 w 572"/>
                    <a:gd name="T87" fmla="*/ 121 h 670"/>
                    <a:gd name="T88" fmla="*/ 399 w 572"/>
                    <a:gd name="T89" fmla="*/ 0 h 670"/>
                    <a:gd name="T90" fmla="*/ 397 w 572"/>
                    <a:gd name="T91" fmla="*/ 34 h 670"/>
                    <a:gd name="T92" fmla="*/ 392 w 572"/>
                    <a:gd name="T93" fmla="*/ 38 h 670"/>
                    <a:gd name="T94" fmla="*/ 391 w 572"/>
                    <a:gd name="T95" fmla="*/ 63 h 670"/>
                    <a:gd name="T96" fmla="*/ 243 w 572"/>
                    <a:gd name="T97" fmla="*/ 64 h 670"/>
                    <a:gd name="T98" fmla="*/ 243 w 572"/>
                    <a:gd name="T99" fmla="*/ 74 h 670"/>
                    <a:gd name="T100" fmla="*/ 238 w 572"/>
                    <a:gd name="T101" fmla="*/ 77 h 670"/>
                    <a:gd name="T102" fmla="*/ 235 w 572"/>
                    <a:gd name="T103" fmla="*/ 207 h 670"/>
                    <a:gd name="T104" fmla="*/ 208 w 572"/>
                    <a:gd name="T105" fmla="*/ 212 h 670"/>
                    <a:gd name="T106" fmla="*/ 189 w 572"/>
                    <a:gd name="T107" fmla="*/ 223 h 670"/>
                    <a:gd name="T108" fmla="*/ 187 w 572"/>
                    <a:gd name="T109" fmla="*/ 248 h 670"/>
                    <a:gd name="T110" fmla="*/ 186 w 572"/>
                    <a:gd name="T111" fmla="*/ 317 h 670"/>
                    <a:gd name="T112" fmla="*/ 0 w 572"/>
                    <a:gd name="T113" fmla="*/ 319 h 670"/>
                    <a:gd name="T114" fmla="*/ 0 w 572"/>
                    <a:gd name="T115" fmla="*/ 319 h 670"/>
                    <a:gd name="T116" fmla="*/ 0 w 572"/>
                    <a:gd name="T117" fmla="*/ 332 h 6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572" h="670">
                      <a:moveTo>
                        <a:pt x="0" y="332"/>
                      </a:moveTo>
                      <a:cubicBezTo>
                        <a:pt x="0" y="332"/>
                        <a:pt x="11" y="331"/>
                        <a:pt x="11" y="336"/>
                      </a:cubicBezTo>
                      <a:cubicBezTo>
                        <a:pt x="11" y="341"/>
                        <a:pt x="11" y="354"/>
                        <a:pt x="15" y="357"/>
                      </a:cubicBezTo>
                      <a:cubicBezTo>
                        <a:pt x="19" y="360"/>
                        <a:pt x="24" y="349"/>
                        <a:pt x="24" y="349"/>
                      </a:cubicBezTo>
                      <a:cubicBezTo>
                        <a:pt x="32" y="372"/>
                        <a:pt x="32" y="372"/>
                        <a:pt x="32" y="372"/>
                      </a:cubicBezTo>
                      <a:cubicBezTo>
                        <a:pt x="30" y="403"/>
                        <a:pt x="30" y="403"/>
                        <a:pt x="30" y="403"/>
                      </a:cubicBezTo>
                      <a:cubicBezTo>
                        <a:pt x="21" y="403"/>
                        <a:pt x="21" y="403"/>
                        <a:pt x="21" y="403"/>
                      </a:cubicBezTo>
                      <a:cubicBezTo>
                        <a:pt x="24" y="417"/>
                        <a:pt x="24" y="417"/>
                        <a:pt x="24" y="417"/>
                      </a:cubicBezTo>
                      <a:cubicBezTo>
                        <a:pt x="16" y="423"/>
                        <a:pt x="16" y="423"/>
                        <a:pt x="16" y="423"/>
                      </a:cubicBezTo>
                      <a:cubicBezTo>
                        <a:pt x="16" y="423"/>
                        <a:pt x="39" y="452"/>
                        <a:pt x="39" y="470"/>
                      </a:cubicBezTo>
                      <a:cubicBezTo>
                        <a:pt x="39" y="488"/>
                        <a:pt x="33" y="509"/>
                        <a:pt x="33" y="509"/>
                      </a:cubicBezTo>
                      <a:cubicBezTo>
                        <a:pt x="31" y="538"/>
                        <a:pt x="31" y="538"/>
                        <a:pt x="31" y="538"/>
                      </a:cubicBezTo>
                      <a:cubicBezTo>
                        <a:pt x="31" y="538"/>
                        <a:pt x="15" y="555"/>
                        <a:pt x="12" y="570"/>
                      </a:cubicBezTo>
                      <a:cubicBezTo>
                        <a:pt x="10" y="579"/>
                        <a:pt x="10" y="594"/>
                        <a:pt x="10" y="605"/>
                      </a:cubicBezTo>
                      <a:cubicBezTo>
                        <a:pt x="22" y="603"/>
                        <a:pt x="19" y="579"/>
                        <a:pt x="28" y="573"/>
                      </a:cubicBezTo>
                      <a:cubicBezTo>
                        <a:pt x="37" y="567"/>
                        <a:pt x="47" y="575"/>
                        <a:pt x="47" y="575"/>
                      </a:cubicBezTo>
                      <a:cubicBezTo>
                        <a:pt x="55" y="571"/>
                        <a:pt x="55" y="571"/>
                        <a:pt x="55" y="571"/>
                      </a:cubicBezTo>
                      <a:cubicBezTo>
                        <a:pt x="78" y="572"/>
                        <a:pt x="78" y="572"/>
                        <a:pt x="78" y="572"/>
                      </a:cubicBezTo>
                      <a:cubicBezTo>
                        <a:pt x="78" y="562"/>
                        <a:pt x="78" y="562"/>
                        <a:pt x="78" y="562"/>
                      </a:cubicBezTo>
                      <a:cubicBezTo>
                        <a:pt x="91" y="569"/>
                        <a:pt x="91" y="569"/>
                        <a:pt x="91" y="569"/>
                      </a:cubicBezTo>
                      <a:cubicBezTo>
                        <a:pt x="91" y="569"/>
                        <a:pt x="105" y="570"/>
                        <a:pt x="115" y="572"/>
                      </a:cubicBezTo>
                      <a:cubicBezTo>
                        <a:pt x="125" y="574"/>
                        <a:pt x="136" y="596"/>
                        <a:pt x="136" y="596"/>
                      </a:cubicBezTo>
                      <a:cubicBezTo>
                        <a:pt x="136" y="596"/>
                        <a:pt x="150" y="592"/>
                        <a:pt x="157" y="593"/>
                      </a:cubicBezTo>
                      <a:cubicBezTo>
                        <a:pt x="164" y="594"/>
                        <a:pt x="165" y="630"/>
                        <a:pt x="165" y="630"/>
                      </a:cubicBezTo>
                      <a:cubicBezTo>
                        <a:pt x="165" y="630"/>
                        <a:pt x="176" y="631"/>
                        <a:pt x="179" y="632"/>
                      </a:cubicBezTo>
                      <a:cubicBezTo>
                        <a:pt x="182" y="633"/>
                        <a:pt x="182" y="648"/>
                        <a:pt x="182" y="648"/>
                      </a:cubicBezTo>
                      <a:cubicBezTo>
                        <a:pt x="199" y="654"/>
                        <a:pt x="199" y="654"/>
                        <a:pt x="199" y="654"/>
                      </a:cubicBezTo>
                      <a:cubicBezTo>
                        <a:pt x="208" y="668"/>
                        <a:pt x="208" y="668"/>
                        <a:pt x="208" y="668"/>
                      </a:cubicBezTo>
                      <a:cubicBezTo>
                        <a:pt x="208" y="668"/>
                        <a:pt x="220" y="670"/>
                        <a:pt x="228" y="667"/>
                      </a:cubicBezTo>
                      <a:cubicBezTo>
                        <a:pt x="236" y="664"/>
                        <a:pt x="233" y="654"/>
                        <a:pt x="232" y="653"/>
                      </a:cubicBezTo>
                      <a:cubicBezTo>
                        <a:pt x="232" y="634"/>
                        <a:pt x="234" y="625"/>
                        <a:pt x="247" y="625"/>
                      </a:cubicBezTo>
                      <a:cubicBezTo>
                        <a:pt x="260" y="625"/>
                        <a:pt x="272" y="650"/>
                        <a:pt x="272" y="650"/>
                      </a:cubicBezTo>
                      <a:cubicBezTo>
                        <a:pt x="282" y="633"/>
                        <a:pt x="282" y="633"/>
                        <a:pt x="282" y="633"/>
                      </a:cubicBezTo>
                      <a:cubicBezTo>
                        <a:pt x="304" y="633"/>
                        <a:pt x="304" y="633"/>
                        <a:pt x="304" y="633"/>
                      </a:cubicBezTo>
                      <a:cubicBezTo>
                        <a:pt x="310" y="639"/>
                        <a:pt x="310" y="639"/>
                        <a:pt x="310" y="639"/>
                      </a:cubicBezTo>
                      <a:cubicBezTo>
                        <a:pt x="310" y="639"/>
                        <a:pt x="327" y="636"/>
                        <a:pt x="335" y="635"/>
                      </a:cubicBezTo>
                      <a:cubicBezTo>
                        <a:pt x="343" y="634"/>
                        <a:pt x="341" y="622"/>
                        <a:pt x="345" y="621"/>
                      </a:cubicBezTo>
                      <a:cubicBezTo>
                        <a:pt x="349" y="620"/>
                        <a:pt x="349" y="631"/>
                        <a:pt x="349" y="631"/>
                      </a:cubicBezTo>
                      <a:cubicBezTo>
                        <a:pt x="526" y="628"/>
                        <a:pt x="526" y="628"/>
                        <a:pt x="526" y="628"/>
                      </a:cubicBezTo>
                      <a:cubicBezTo>
                        <a:pt x="531" y="601"/>
                        <a:pt x="531" y="601"/>
                        <a:pt x="531" y="601"/>
                      </a:cubicBezTo>
                      <a:cubicBezTo>
                        <a:pt x="531" y="601"/>
                        <a:pt x="537" y="597"/>
                        <a:pt x="536" y="590"/>
                      </a:cubicBezTo>
                      <a:cubicBezTo>
                        <a:pt x="535" y="583"/>
                        <a:pt x="522" y="577"/>
                        <a:pt x="522" y="577"/>
                      </a:cubicBezTo>
                      <a:cubicBezTo>
                        <a:pt x="491" y="118"/>
                        <a:pt x="491" y="118"/>
                        <a:pt x="491" y="118"/>
                      </a:cubicBezTo>
                      <a:cubicBezTo>
                        <a:pt x="572" y="121"/>
                        <a:pt x="572" y="121"/>
                        <a:pt x="572" y="121"/>
                      </a:cubicBezTo>
                      <a:cubicBezTo>
                        <a:pt x="399" y="0"/>
                        <a:pt x="399" y="0"/>
                        <a:pt x="399" y="0"/>
                      </a:cubicBezTo>
                      <a:cubicBezTo>
                        <a:pt x="397" y="34"/>
                        <a:pt x="397" y="34"/>
                        <a:pt x="397" y="34"/>
                      </a:cubicBezTo>
                      <a:cubicBezTo>
                        <a:pt x="392" y="38"/>
                        <a:pt x="392" y="38"/>
                        <a:pt x="392" y="38"/>
                      </a:cubicBezTo>
                      <a:cubicBezTo>
                        <a:pt x="391" y="63"/>
                        <a:pt x="391" y="63"/>
                        <a:pt x="391" y="63"/>
                      </a:cubicBezTo>
                      <a:cubicBezTo>
                        <a:pt x="243" y="64"/>
                        <a:pt x="243" y="64"/>
                        <a:pt x="243" y="64"/>
                      </a:cubicBezTo>
                      <a:cubicBezTo>
                        <a:pt x="243" y="74"/>
                        <a:pt x="243" y="74"/>
                        <a:pt x="243" y="74"/>
                      </a:cubicBezTo>
                      <a:cubicBezTo>
                        <a:pt x="238" y="77"/>
                        <a:pt x="238" y="77"/>
                        <a:pt x="238" y="77"/>
                      </a:cubicBezTo>
                      <a:cubicBezTo>
                        <a:pt x="238" y="77"/>
                        <a:pt x="237" y="201"/>
                        <a:pt x="235" y="207"/>
                      </a:cubicBezTo>
                      <a:cubicBezTo>
                        <a:pt x="233" y="213"/>
                        <a:pt x="208" y="212"/>
                        <a:pt x="208" y="212"/>
                      </a:cubicBezTo>
                      <a:cubicBezTo>
                        <a:pt x="208" y="212"/>
                        <a:pt x="200" y="213"/>
                        <a:pt x="189" y="223"/>
                      </a:cubicBezTo>
                      <a:cubicBezTo>
                        <a:pt x="178" y="233"/>
                        <a:pt x="187" y="248"/>
                        <a:pt x="187" y="248"/>
                      </a:cubicBezTo>
                      <a:cubicBezTo>
                        <a:pt x="186" y="317"/>
                        <a:pt x="186" y="317"/>
                        <a:pt x="186" y="317"/>
                      </a:cubicBezTo>
                      <a:cubicBezTo>
                        <a:pt x="0" y="319"/>
                        <a:pt x="0" y="319"/>
                        <a:pt x="0" y="319"/>
                      </a:cubicBezTo>
                      <a:cubicBezTo>
                        <a:pt x="0" y="319"/>
                        <a:pt x="0" y="319"/>
                        <a:pt x="0" y="319"/>
                      </a:cubicBezTo>
                      <a:cubicBezTo>
                        <a:pt x="0" y="326"/>
                        <a:pt x="0" y="332"/>
                        <a:pt x="0" y="3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2" name="Freeform 304"/>
                <p:cNvSpPr>
                  <a:spLocks/>
                </p:cNvSpPr>
                <p:nvPr/>
              </p:nvSpPr>
              <p:spPr bwMode="gray">
                <a:xfrm>
                  <a:off x="-7080" y="-11896"/>
                  <a:ext cx="902" cy="709"/>
                </a:xfrm>
                <a:custGeom>
                  <a:avLst/>
                  <a:gdLst>
                    <a:gd name="T0" fmla="*/ 3 w 382"/>
                    <a:gd name="T1" fmla="*/ 246 h 300"/>
                    <a:gd name="T2" fmla="*/ 19 w 382"/>
                    <a:gd name="T3" fmla="*/ 256 h 300"/>
                    <a:gd name="T4" fmla="*/ 59 w 382"/>
                    <a:gd name="T5" fmla="*/ 293 h 300"/>
                    <a:gd name="T6" fmla="*/ 124 w 382"/>
                    <a:gd name="T7" fmla="*/ 300 h 300"/>
                    <a:gd name="T8" fmla="*/ 132 w 382"/>
                    <a:gd name="T9" fmla="*/ 299 h 300"/>
                    <a:gd name="T10" fmla="*/ 130 w 382"/>
                    <a:gd name="T11" fmla="*/ 245 h 300"/>
                    <a:gd name="T12" fmla="*/ 132 w 382"/>
                    <a:gd name="T13" fmla="*/ 219 h 300"/>
                    <a:gd name="T14" fmla="*/ 192 w 382"/>
                    <a:gd name="T15" fmla="*/ 219 h 300"/>
                    <a:gd name="T16" fmla="*/ 215 w 382"/>
                    <a:gd name="T17" fmla="*/ 219 h 300"/>
                    <a:gd name="T18" fmla="*/ 251 w 382"/>
                    <a:gd name="T19" fmla="*/ 212 h 300"/>
                    <a:gd name="T20" fmla="*/ 276 w 382"/>
                    <a:gd name="T21" fmla="*/ 215 h 300"/>
                    <a:gd name="T22" fmla="*/ 305 w 382"/>
                    <a:gd name="T23" fmla="*/ 221 h 300"/>
                    <a:gd name="T24" fmla="*/ 318 w 382"/>
                    <a:gd name="T25" fmla="*/ 214 h 300"/>
                    <a:gd name="T26" fmla="*/ 357 w 382"/>
                    <a:gd name="T27" fmla="*/ 197 h 300"/>
                    <a:gd name="T28" fmla="*/ 373 w 382"/>
                    <a:gd name="T29" fmla="*/ 183 h 300"/>
                    <a:gd name="T30" fmla="*/ 382 w 382"/>
                    <a:gd name="T31" fmla="*/ 170 h 300"/>
                    <a:gd name="T32" fmla="*/ 360 w 382"/>
                    <a:gd name="T33" fmla="*/ 145 h 300"/>
                    <a:gd name="T34" fmla="*/ 364 w 382"/>
                    <a:gd name="T35" fmla="*/ 126 h 300"/>
                    <a:gd name="T36" fmla="*/ 310 w 382"/>
                    <a:gd name="T37" fmla="*/ 104 h 300"/>
                    <a:gd name="T38" fmla="*/ 312 w 382"/>
                    <a:gd name="T39" fmla="*/ 87 h 300"/>
                    <a:gd name="T40" fmla="*/ 289 w 382"/>
                    <a:gd name="T41" fmla="*/ 72 h 300"/>
                    <a:gd name="T42" fmla="*/ 277 w 382"/>
                    <a:gd name="T43" fmla="*/ 32 h 300"/>
                    <a:gd name="T44" fmla="*/ 260 w 382"/>
                    <a:gd name="T45" fmla="*/ 2 h 300"/>
                    <a:gd name="T46" fmla="*/ 215 w 382"/>
                    <a:gd name="T47" fmla="*/ 12 h 300"/>
                    <a:gd name="T48" fmla="*/ 190 w 382"/>
                    <a:gd name="T49" fmla="*/ 28 h 300"/>
                    <a:gd name="T50" fmla="*/ 169 w 382"/>
                    <a:gd name="T51" fmla="*/ 50 h 300"/>
                    <a:gd name="T52" fmla="*/ 125 w 382"/>
                    <a:gd name="T53" fmla="*/ 72 h 300"/>
                    <a:gd name="T54" fmla="*/ 112 w 382"/>
                    <a:gd name="T55" fmla="*/ 96 h 300"/>
                    <a:gd name="T56" fmla="*/ 76 w 382"/>
                    <a:gd name="T57" fmla="*/ 82 h 300"/>
                    <a:gd name="T58" fmla="*/ 69 w 382"/>
                    <a:gd name="T59" fmla="*/ 121 h 300"/>
                    <a:gd name="T60" fmla="*/ 57 w 382"/>
                    <a:gd name="T61" fmla="*/ 145 h 300"/>
                    <a:gd name="T62" fmla="*/ 48 w 382"/>
                    <a:gd name="T63" fmla="*/ 161 h 300"/>
                    <a:gd name="T64" fmla="*/ 8 w 382"/>
                    <a:gd name="T65" fmla="*/ 173 h 300"/>
                    <a:gd name="T66" fmla="*/ 15 w 382"/>
                    <a:gd name="T67" fmla="*/ 209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82" h="300">
                      <a:moveTo>
                        <a:pt x="0" y="209"/>
                      </a:moveTo>
                      <a:cubicBezTo>
                        <a:pt x="3" y="246"/>
                        <a:pt x="3" y="246"/>
                        <a:pt x="3" y="246"/>
                      </a:cubicBezTo>
                      <a:cubicBezTo>
                        <a:pt x="6" y="260"/>
                        <a:pt x="6" y="260"/>
                        <a:pt x="6" y="260"/>
                      </a:cubicBezTo>
                      <a:cubicBezTo>
                        <a:pt x="19" y="256"/>
                        <a:pt x="19" y="256"/>
                        <a:pt x="19" y="256"/>
                      </a:cubicBezTo>
                      <a:cubicBezTo>
                        <a:pt x="19" y="256"/>
                        <a:pt x="29" y="287"/>
                        <a:pt x="39" y="288"/>
                      </a:cubicBezTo>
                      <a:cubicBezTo>
                        <a:pt x="49" y="289"/>
                        <a:pt x="59" y="293"/>
                        <a:pt x="59" y="293"/>
                      </a:cubicBezTo>
                      <a:cubicBezTo>
                        <a:pt x="59" y="293"/>
                        <a:pt x="70" y="271"/>
                        <a:pt x="100" y="275"/>
                      </a:cubicBezTo>
                      <a:cubicBezTo>
                        <a:pt x="130" y="279"/>
                        <a:pt x="124" y="300"/>
                        <a:pt x="124" y="300"/>
                      </a:cubicBezTo>
                      <a:cubicBezTo>
                        <a:pt x="136" y="298"/>
                        <a:pt x="136" y="298"/>
                        <a:pt x="136" y="298"/>
                      </a:cubicBezTo>
                      <a:cubicBezTo>
                        <a:pt x="132" y="299"/>
                        <a:pt x="132" y="299"/>
                        <a:pt x="132" y="299"/>
                      </a:cubicBezTo>
                      <a:cubicBezTo>
                        <a:pt x="131" y="263"/>
                        <a:pt x="131" y="263"/>
                        <a:pt x="131" y="263"/>
                      </a:cubicBezTo>
                      <a:cubicBezTo>
                        <a:pt x="130" y="245"/>
                        <a:pt x="130" y="245"/>
                        <a:pt x="130" y="245"/>
                      </a:cubicBezTo>
                      <a:cubicBezTo>
                        <a:pt x="130" y="245"/>
                        <a:pt x="124" y="244"/>
                        <a:pt x="124" y="236"/>
                      </a:cubicBezTo>
                      <a:cubicBezTo>
                        <a:pt x="124" y="228"/>
                        <a:pt x="132" y="219"/>
                        <a:pt x="132" y="219"/>
                      </a:cubicBezTo>
                      <a:cubicBezTo>
                        <a:pt x="187" y="222"/>
                        <a:pt x="187" y="222"/>
                        <a:pt x="187" y="222"/>
                      </a:cubicBezTo>
                      <a:cubicBezTo>
                        <a:pt x="192" y="219"/>
                        <a:pt x="192" y="219"/>
                        <a:pt x="192" y="219"/>
                      </a:cubicBezTo>
                      <a:cubicBezTo>
                        <a:pt x="204" y="222"/>
                        <a:pt x="204" y="222"/>
                        <a:pt x="204" y="222"/>
                      </a:cubicBezTo>
                      <a:cubicBezTo>
                        <a:pt x="215" y="219"/>
                        <a:pt x="215" y="219"/>
                        <a:pt x="215" y="219"/>
                      </a:cubicBezTo>
                      <a:cubicBezTo>
                        <a:pt x="235" y="222"/>
                        <a:pt x="235" y="222"/>
                        <a:pt x="235" y="222"/>
                      </a:cubicBezTo>
                      <a:cubicBezTo>
                        <a:pt x="251" y="212"/>
                        <a:pt x="251" y="212"/>
                        <a:pt x="251" y="212"/>
                      </a:cubicBezTo>
                      <a:cubicBezTo>
                        <a:pt x="265" y="216"/>
                        <a:pt x="265" y="216"/>
                        <a:pt x="265" y="216"/>
                      </a:cubicBezTo>
                      <a:cubicBezTo>
                        <a:pt x="276" y="215"/>
                        <a:pt x="276" y="215"/>
                        <a:pt x="276" y="215"/>
                      </a:cubicBezTo>
                      <a:cubicBezTo>
                        <a:pt x="291" y="222"/>
                        <a:pt x="291" y="222"/>
                        <a:pt x="291" y="222"/>
                      </a:cubicBezTo>
                      <a:cubicBezTo>
                        <a:pt x="305" y="221"/>
                        <a:pt x="305" y="221"/>
                        <a:pt x="305" y="221"/>
                      </a:cubicBezTo>
                      <a:cubicBezTo>
                        <a:pt x="310" y="214"/>
                        <a:pt x="310" y="214"/>
                        <a:pt x="310" y="214"/>
                      </a:cubicBezTo>
                      <a:cubicBezTo>
                        <a:pt x="318" y="214"/>
                        <a:pt x="318" y="214"/>
                        <a:pt x="318" y="214"/>
                      </a:cubicBezTo>
                      <a:cubicBezTo>
                        <a:pt x="318" y="214"/>
                        <a:pt x="320" y="200"/>
                        <a:pt x="331" y="195"/>
                      </a:cubicBezTo>
                      <a:cubicBezTo>
                        <a:pt x="331" y="196"/>
                        <a:pt x="357" y="197"/>
                        <a:pt x="357" y="197"/>
                      </a:cubicBezTo>
                      <a:cubicBezTo>
                        <a:pt x="357" y="197"/>
                        <a:pt x="358" y="190"/>
                        <a:pt x="362" y="187"/>
                      </a:cubicBezTo>
                      <a:cubicBezTo>
                        <a:pt x="366" y="184"/>
                        <a:pt x="373" y="183"/>
                        <a:pt x="373" y="183"/>
                      </a:cubicBezTo>
                      <a:cubicBezTo>
                        <a:pt x="376" y="172"/>
                        <a:pt x="376" y="172"/>
                        <a:pt x="376" y="172"/>
                      </a:cubicBezTo>
                      <a:cubicBezTo>
                        <a:pt x="382" y="170"/>
                        <a:pt x="382" y="170"/>
                        <a:pt x="382" y="170"/>
                      </a:cubicBezTo>
                      <a:cubicBezTo>
                        <a:pt x="375" y="167"/>
                        <a:pt x="375" y="167"/>
                        <a:pt x="375" y="167"/>
                      </a:cubicBezTo>
                      <a:cubicBezTo>
                        <a:pt x="360" y="145"/>
                        <a:pt x="360" y="145"/>
                        <a:pt x="360" y="145"/>
                      </a:cubicBezTo>
                      <a:cubicBezTo>
                        <a:pt x="375" y="140"/>
                        <a:pt x="375" y="140"/>
                        <a:pt x="375" y="140"/>
                      </a:cubicBezTo>
                      <a:cubicBezTo>
                        <a:pt x="375" y="140"/>
                        <a:pt x="373" y="130"/>
                        <a:pt x="364" y="126"/>
                      </a:cubicBezTo>
                      <a:cubicBezTo>
                        <a:pt x="355" y="122"/>
                        <a:pt x="356" y="131"/>
                        <a:pt x="344" y="131"/>
                      </a:cubicBezTo>
                      <a:cubicBezTo>
                        <a:pt x="332" y="131"/>
                        <a:pt x="313" y="109"/>
                        <a:pt x="310" y="104"/>
                      </a:cubicBezTo>
                      <a:cubicBezTo>
                        <a:pt x="307" y="99"/>
                        <a:pt x="322" y="88"/>
                        <a:pt x="322" y="88"/>
                      </a:cubicBezTo>
                      <a:cubicBezTo>
                        <a:pt x="312" y="87"/>
                        <a:pt x="312" y="87"/>
                        <a:pt x="312" y="87"/>
                      </a:cubicBezTo>
                      <a:cubicBezTo>
                        <a:pt x="311" y="78"/>
                        <a:pt x="311" y="78"/>
                        <a:pt x="311" y="78"/>
                      </a:cubicBezTo>
                      <a:cubicBezTo>
                        <a:pt x="311" y="78"/>
                        <a:pt x="299" y="79"/>
                        <a:pt x="289" y="72"/>
                      </a:cubicBezTo>
                      <a:cubicBezTo>
                        <a:pt x="279" y="65"/>
                        <a:pt x="280" y="41"/>
                        <a:pt x="280" y="41"/>
                      </a:cubicBezTo>
                      <a:cubicBezTo>
                        <a:pt x="277" y="32"/>
                        <a:pt x="277" y="32"/>
                        <a:pt x="277" y="32"/>
                      </a:cubicBezTo>
                      <a:cubicBezTo>
                        <a:pt x="276" y="9"/>
                        <a:pt x="276" y="9"/>
                        <a:pt x="276" y="9"/>
                      </a:cubicBezTo>
                      <a:cubicBezTo>
                        <a:pt x="260" y="2"/>
                        <a:pt x="260" y="2"/>
                        <a:pt x="260" y="2"/>
                      </a:cubicBezTo>
                      <a:cubicBezTo>
                        <a:pt x="227" y="0"/>
                        <a:pt x="227" y="0"/>
                        <a:pt x="227" y="0"/>
                      </a:cubicBezTo>
                      <a:cubicBezTo>
                        <a:pt x="227" y="0"/>
                        <a:pt x="225" y="8"/>
                        <a:pt x="215" y="12"/>
                      </a:cubicBezTo>
                      <a:cubicBezTo>
                        <a:pt x="205" y="16"/>
                        <a:pt x="201" y="14"/>
                        <a:pt x="201" y="14"/>
                      </a:cubicBezTo>
                      <a:cubicBezTo>
                        <a:pt x="190" y="28"/>
                        <a:pt x="190" y="28"/>
                        <a:pt x="190" y="28"/>
                      </a:cubicBezTo>
                      <a:cubicBezTo>
                        <a:pt x="173" y="28"/>
                        <a:pt x="173" y="28"/>
                        <a:pt x="173" y="28"/>
                      </a:cubicBezTo>
                      <a:cubicBezTo>
                        <a:pt x="173" y="28"/>
                        <a:pt x="172" y="49"/>
                        <a:pt x="169" y="50"/>
                      </a:cubicBezTo>
                      <a:cubicBezTo>
                        <a:pt x="166" y="51"/>
                        <a:pt x="154" y="39"/>
                        <a:pt x="148" y="41"/>
                      </a:cubicBezTo>
                      <a:cubicBezTo>
                        <a:pt x="142" y="43"/>
                        <a:pt x="125" y="72"/>
                        <a:pt x="125" y="72"/>
                      </a:cubicBezTo>
                      <a:cubicBezTo>
                        <a:pt x="112" y="72"/>
                        <a:pt x="112" y="72"/>
                        <a:pt x="112" y="72"/>
                      </a:cubicBezTo>
                      <a:cubicBezTo>
                        <a:pt x="112" y="96"/>
                        <a:pt x="112" y="96"/>
                        <a:pt x="112" y="96"/>
                      </a:cubicBezTo>
                      <a:cubicBezTo>
                        <a:pt x="97" y="101"/>
                        <a:pt x="97" y="101"/>
                        <a:pt x="97" y="101"/>
                      </a:cubicBezTo>
                      <a:cubicBezTo>
                        <a:pt x="76" y="82"/>
                        <a:pt x="76" y="82"/>
                        <a:pt x="76" y="82"/>
                      </a:cubicBezTo>
                      <a:cubicBezTo>
                        <a:pt x="63" y="102"/>
                        <a:pt x="63" y="102"/>
                        <a:pt x="63" y="102"/>
                      </a:cubicBezTo>
                      <a:cubicBezTo>
                        <a:pt x="63" y="102"/>
                        <a:pt x="71" y="116"/>
                        <a:pt x="69" y="121"/>
                      </a:cubicBezTo>
                      <a:cubicBezTo>
                        <a:pt x="67" y="126"/>
                        <a:pt x="55" y="124"/>
                        <a:pt x="55" y="124"/>
                      </a:cubicBezTo>
                      <a:cubicBezTo>
                        <a:pt x="55" y="124"/>
                        <a:pt x="60" y="141"/>
                        <a:pt x="57" y="145"/>
                      </a:cubicBezTo>
                      <a:cubicBezTo>
                        <a:pt x="54" y="149"/>
                        <a:pt x="47" y="150"/>
                        <a:pt x="47" y="150"/>
                      </a:cubicBezTo>
                      <a:cubicBezTo>
                        <a:pt x="47" y="150"/>
                        <a:pt x="60" y="160"/>
                        <a:pt x="48" y="161"/>
                      </a:cubicBezTo>
                      <a:cubicBezTo>
                        <a:pt x="36" y="162"/>
                        <a:pt x="21" y="165"/>
                        <a:pt x="21" y="165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23" y="194"/>
                        <a:pt x="23" y="194"/>
                        <a:pt x="23" y="194"/>
                      </a:cubicBezTo>
                      <a:cubicBezTo>
                        <a:pt x="15" y="209"/>
                        <a:pt x="15" y="209"/>
                        <a:pt x="15" y="209"/>
                      </a:cubicBezTo>
                      <a:lnTo>
                        <a:pt x="0" y="20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3" name="Freeform 305"/>
                <p:cNvSpPr>
                  <a:spLocks/>
                </p:cNvSpPr>
                <p:nvPr/>
              </p:nvSpPr>
              <p:spPr bwMode="gray">
                <a:xfrm>
                  <a:off x="-7427" y="-11343"/>
                  <a:ext cx="687" cy="811"/>
                </a:xfrm>
                <a:custGeom>
                  <a:avLst/>
                  <a:gdLst>
                    <a:gd name="T0" fmla="*/ 266 w 291"/>
                    <a:gd name="T1" fmla="*/ 269 h 343"/>
                    <a:gd name="T2" fmla="*/ 253 w 291"/>
                    <a:gd name="T3" fmla="*/ 219 h 343"/>
                    <a:gd name="T4" fmla="*/ 273 w 291"/>
                    <a:gd name="T5" fmla="*/ 187 h 343"/>
                    <a:gd name="T6" fmla="*/ 274 w 291"/>
                    <a:gd name="T7" fmla="*/ 157 h 343"/>
                    <a:gd name="T8" fmla="*/ 291 w 291"/>
                    <a:gd name="T9" fmla="*/ 130 h 343"/>
                    <a:gd name="T10" fmla="*/ 279 w 291"/>
                    <a:gd name="T11" fmla="*/ 84 h 343"/>
                    <a:gd name="T12" fmla="*/ 287 w 291"/>
                    <a:gd name="T13" fmla="*/ 83 h 343"/>
                    <a:gd name="T14" fmla="*/ 283 w 291"/>
                    <a:gd name="T15" fmla="*/ 64 h 343"/>
                    <a:gd name="T16" fmla="*/ 271 w 291"/>
                    <a:gd name="T17" fmla="*/ 66 h 343"/>
                    <a:gd name="T18" fmla="*/ 247 w 291"/>
                    <a:gd name="T19" fmla="*/ 41 h 343"/>
                    <a:gd name="T20" fmla="*/ 206 w 291"/>
                    <a:gd name="T21" fmla="*/ 59 h 343"/>
                    <a:gd name="T22" fmla="*/ 186 w 291"/>
                    <a:gd name="T23" fmla="*/ 54 h 343"/>
                    <a:gd name="T24" fmla="*/ 166 w 291"/>
                    <a:gd name="T25" fmla="*/ 22 h 343"/>
                    <a:gd name="T26" fmla="*/ 153 w 291"/>
                    <a:gd name="T27" fmla="*/ 26 h 343"/>
                    <a:gd name="T28" fmla="*/ 150 w 291"/>
                    <a:gd name="T29" fmla="*/ 12 h 343"/>
                    <a:gd name="T30" fmla="*/ 131 w 291"/>
                    <a:gd name="T31" fmla="*/ 26 h 343"/>
                    <a:gd name="T32" fmla="*/ 116 w 291"/>
                    <a:gd name="T33" fmla="*/ 24 h 343"/>
                    <a:gd name="T34" fmla="*/ 116 w 291"/>
                    <a:gd name="T35" fmla="*/ 0 h 343"/>
                    <a:gd name="T36" fmla="*/ 108 w 291"/>
                    <a:gd name="T37" fmla="*/ 13 h 343"/>
                    <a:gd name="T38" fmla="*/ 99 w 291"/>
                    <a:gd name="T39" fmla="*/ 1 h 343"/>
                    <a:gd name="T40" fmla="*/ 95 w 291"/>
                    <a:gd name="T41" fmla="*/ 19 h 343"/>
                    <a:gd name="T42" fmla="*/ 85 w 291"/>
                    <a:gd name="T43" fmla="*/ 19 h 343"/>
                    <a:gd name="T44" fmla="*/ 81 w 291"/>
                    <a:gd name="T45" fmla="*/ 31 h 343"/>
                    <a:gd name="T46" fmla="*/ 55 w 291"/>
                    <a:gd name="T47" fmla="*/ 15 h 343"/>
                    <a:gd name="T48" fmla="*/ 42 w 291"/>
                    <a:gd name="T49" fmla="*/ 30 h 343"/>
                    <a:gd name="T50" fmla="*/ 36 w 291"/>
                    <a:gd name="T51" fmla="*/ 27 h 343"/>
                    <a:gd name="T52" fmla="*/ 23 w 291"/>
                    <a:gd name="T53" fmla="*/ 41 h 343"/>
                    <a:gd name="T54" fmla="*/ 28 w 291"/>
                    <a:gd name="T55" fmla="*/ 68 h 343"/>
                    <a:gd name="T56" fmla="*/ 40 w 291"/>
                    <a:gd name="T57" fmla="*/ 69 h 343"/>
                    <a:gd name="T58" fmla="*/ 33 w 291"/>
                    <a:gd name="T59" fmla="*/ 82 h 343"/>
                    <a:gd name="T60" fmla="*/ 43 w 291"/>
                    <a:gd name="T61" fmla="*/ 86 h 343"/>
                    <a:gd name="T62" fmla="*/ 34 w 291"/>
                    <a:gd name="T63" fmla="*/ 103 h 343"/>
                    <a:gd name="T64" fmla="*/ 50 w 291"/>
                    <a:gd name="T65" fmla="*/ 113 h 343"/>
                    <a:gd name="T66" fmla="*/ 49 w 291"/>
                    <a:gd name="T67" fmla="*/ 126 h 343"/>
                    <a:gd name="T68" fmla="*/ 19 w 291"/>
                    <a:gd name="T69" fmla="*/ 122 h 343"/>
                    <a:gd name="T70" fmla="*/ 37 w 291"/>
                    <a:gd name="T71" fmla="*/ 145 h 343"/>
                    <a:gd name="T72" fmla="*/ 25 w 291"/>
                    <a:gd name="T73" fmla="*/ 148 h 343"/>
                    <a:gd name="T74" fmla="*/ 25 w 291"/>
                    <a:gd name="T75" fmla="*/ 169 h 343"/>
                    <a:gd name="T76" fmla="*/ 2 w 291"/>
                    <a:gd name="T77" fmla="*/ 162 h 343"/>
                    <a:gd name="T78" fmla="*/ 15 w 291"/>
                    <a:gd name="T79" fmla="*/ 196 h 343"/>
                    <a:gd name="T80" fmla="*/ 1 w 291"/>
                    <a:gd name="T81" fmla="*/ 228 h 343"/>
                    <a:gd name="T82" fmla="*/ 14 w 291"/>
                    <a:gd name="T83" fmla="*/ 230 h 343"/>
                    <a:gd name="T84" fmla="*/ 14 w 291"/>
                    <a:gd name="T85" fmla="*/ 240 h 343"/>
                    <a:gd name="T86" fmla="*/ 38 w 291"/>
                    <a:gd name="T87" fmla="*/ 236 h 343"/>
                    <a:gd name="T88" fmla="*/ 39 w 291"/>
                    <a:gd name="T89" fmla="*/ 253 h 343"/>
                    <a:gd name="T90" fmla="*/ 60 w 291"/>
                    <a:gd name="T91" fmla="*/ 282 h 343"/>
                    <a:gd name="T92" fmla="*/ 50 w 291"/>
                    <a:gd name="T93" fmla="*/ 316 h 343"/>
                    <a:gd name="T94" fmla="*/ 51 w 291"/>
                    <a:gd name="T95" fmla="*/ 343 h 343"/>
                    <a:gd name="T96" fmla="*/ 66 w 291"/>
                    <a:gd name="T97" fmla="*/ 331 h 343"/>
                    <a:gd name="T98" fmla="*/ 75 w 291"/>
                    <a:gd name="T99" fmla="*/ 331 h 343"/>
                    <a:gd name="T100" fmla="*/ 85 w 291"/>
                    <a:gd name="T101" fmla="*/ 323 h 343"/>
                    <a:gd name="T102" fmla="*/ 151 w 291"/>
                    <a:gd name="T103" fmla="*/ 300 h 343"/>
                    <a:gd name="T104" fmla="*/ 178 w 291"/>
                    <a:gd name="T105" fmla="*/ 296 h 343"/>
                    <a:gd name="T106" fmla="*/ 218 w 291"/>
                    <a:gd name="T107" fmla="*/ 290 h 343"/>
                    <a:gd name="T108" fmla="*/ 236 w 291"/>
                    <a:gd name="T109" fmla="*/ 299 h 343"/>
                    <a:gd name="T110" fmla="*/ 256 w 291"/>
                    <a:gd name="T111" fmla="*/ 289 h 343"/>
                    <a:gd name="T112" fmla="*/ 273 w 291"/>
                    <a:gd name="T113" fmla="*/ 306 h 343"/>
                    <a:gd name="T114" fmla="*/ 285 w 291"/>
                    <a:gd name="T115" fmla="*/ 310 h 343"/>
                    <a:gd name="T116" fmla="*/ 284 w 291"/>
                    <a:gd name="T117" fmla="*/ 275 h 343"/>
                    <a:gd name="T118" fmla="*/ 266 w 291"/>
                    <a:gd name="T119" fmla="*/ 269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" h="343">
                      <a:moveTo>
                        <a:pt x="266" y="269"/>
                      </a:moveTo>
                      <a:cubicBezTo>
                        <a:pt x="266" y="269"/>
                        <a:pt x="253" y="233"/>
                        <a:pt x="253" y="219"/>
                      </a:cubicBezTo>
                      <a:cubicBezTo>
                        <a:pt x="253" y="205"/>
                        <a:pt x="273" y="187"/>
                        <a:pt x="273" y="187"/>
                      </a:cubicBezTo>
                      <a:cubicBezTo>
                        <a:pt x="273" y="187"/>
                        <a:pt x="274" y="165"/>
                        <a:pt x="274" y="157"/>
                      </a:cubicBezTo>
                      <a:cubicBezTo>
                        <a:pt x="274" y="149"/>
                        <a:pt x="291" y="142"/>
                        <a:pt x="291" y="130"/>
                      </a:cubicBezTo>
                      <a:cubicBezTo>
                        <a:pt x="291" y="118"/>
                        <a:pt x="279" y="84"/>
                        <a:pt x="279" y="84"/>
                      </a:cubicBezTo>
                      <a:cubicBezTo>
                        <a:pt x="287" y="83"/>
                        <a:pt x="287" y="83"/>
                        <a:pt x="287" y="83"/>
                      </a:cubicBezTo>
                      <a:cubicBezTo>
                        <a:pt x="283" y="64"/>
                        <a:pt x="283" y="64"/>
                        <a:pt x="283" y="64"/>
                      </a:cubicBezTo>
                      <a:cubicBezTo>
                        <a:pt x="271" y="66"/>
                        <a:pt x="271" y="66"/>
                        <a:pt x="271" y="66"/>
                      </a:cubicBezTo>
                      <a:cubicBezTo>
                        <a:pt x="271" y="66"/>
                        <a:pt x="277" y="45"/>
                        <a:pt x="247" y="41"/>
                      </a:cubicBezTo>
                      <a:cubicBezTo>
                        <a:pt x="217" y="37"/>
                        <a:pt x="206" y="59"/>
                        <a:pt x="206" y="59"/>
                      </a:cubicBezTo>
                      <a:cubicBezTo>
                        <a:pt x="206" y="59"/>
                        <a:pt x="196" y="55"/>
                        <a:pt x="186" y="54"/>
                      </a:cubicBezTo>
                      <a:cubicBezTo>
                        <a:pt x="176" y="53"/>
                        <a:pt x="166" y="22"/>
                        <a:pt x="166" y="22"/>
                      </a:cubicBezTo>
                      <a:cubicBezTo>
                        <a:pt x="153" y="26"/>
                        <a:pt x="153" y="26"/>
                        <a:pt x="153" y="26"/>
                      </a:cubicBezTo>
                      <a:cubicBezTo>
                        <a:pt x="150" y="12"/>
                        <a:pt x="150" y="12"/>
                        <a:pt x="150" y="12"/>
                      </a:cubicBezTo>
                      <a:cubicBezTo>
                        <a:pt x="135" y="12"/>
                        <a:pt x="131" y="26"/>
                        <a:pt x="131" y="26"/>
                      </a:cubicBezTo>
                      <a:cubicBezTo>
                        <a:pt x="116" y="24"/>
                        <a:pt x="116" y="24"/>
                        <a:pt x="116" y="24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99" y="1"/>
                        <a:pt x="99" y="1"/>
                        <a:pt x="99" y="1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85" y="19"/>
                        <a:pt x="85" y="19"/>
                        <a:pt x="85" y="19"/>
                      </a:cubicBezTo>
                      <a:cubicBezTo>
                        <a:pt x="81" y="31"/>
                        <a:pt x="81" y="31"/>
                        <a:pt x="81" y="31"/>
                      </a:cubicBezTo>
                      <a:cubicBezTo>
                        <a:pt x="81" y="31"/>
                        <a:pt x="71" y="17"/>
                        <a:pt x="55" y="15"/>
                      </a:cubicBezTo>
                      <a:cubicBezTo>
                        <a:pt x="39" y="13"/>
                        <a:pt x="42" y="30"/>
                        <a:pt x="42" y="30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8" y="68"/>
                        <a:pt x="28" y="68"/>
                        <a:pt x="28" y="68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33" y="82"/>
                        <a:pt x="33" y="82"/>
                        <a:pt x="33" y="82"/>
                      </a:cubicBezTo>
                      <a:cubicBezTo>
                        <a:pt x="43" y="86"/>
                        <a:pt x="43" y="86"/>
                        <a:pt x="43" y="86"/>
                      </a:cubicBezTo>
                      <a:cubicBezTo>
                        <a:pt x="43" y="86"/>
                        <a:pt x="33" y="95"/>
                        <a:pt x="34" y="103"/>
                      </a:cubicBezTo>
                      <a:cubicBezTo>
                        <a:pt x="35" y="111"/>
                        <a:pt x="50" y="106"/>
                        <a:pt x="50" y="113"/>
                      </a:cubicBezTo>
                      <a:cubicBezTo>
                        <a:pt x="50" y="120"/>
                        <a:pt x="49" y="126"/>
                        <a:pt x="49" y="126"/>
                      </a:cubicBezTo>
                      <a:cubicBezTo>
                        <a:pt x="49" y="126"/>
                        <a:pt x="19" y="112"/>
                        <a:pt x="19" y="122"/>
                      </a:cubicBezTo>
                      <a:cubicBezTo>
                        <a:pt x="19" y="132"/>
                        <a:pt x="37" y="145"/>
                        <a:pt x="37" y="145"/>
                      </a:cubicBezTo>
                      <a:cubicBezTo>
                        <a:pt x="25" y="148"/>
                        <a:pt x="25" y="148"/>
                        <a:pt x="25" y="148"/>
                      </a:cubicBezTo>
                      <a:cubicBezTo>
                        <a:pt x="25" y="148"/>
                        <a:pt x="32" y="166"/>
                        <a:pt x="25" y="169"/>
                      </a:cubicBezTo>
                      <a:cubicBezTo>
                        <a:pt x="19" y="171"/>
                        <a:pt x="9" y="164"/>
                        <a:pt x="2" y="162"/>
                      </a:cubicBezTo>
                      <a:cubicBezTo>
                        <a:pt x="7" y="172"/>
                        <a:pt x="15" y="186"/>
                        <a:pt x="15" y="196"/>
                      </a:cubicBezTo>
                      <a:cubicBezTo>
                        <a:pt x="15" y="211"/>
                        <a:pt x="0" y="225"/>
                        <a:pt x="1" y="228"/>
                      </a:cubicBezTo>
                      <a:cubicBezTo>
                        <a:pt x="2" y="231"/>
                        <a:pt x="14" y="230"/>
                        <a:pt x="14" y="230"/>
                      </a:cubicBezTo>
                      <a:cubicBezTo>
                        <a:pt x="14" y="240"/>
                        <a:pt x="14" y="240"/>
                        <a:pt x="14" y="240"/>
                      </a:cubicBezTo>
                      <a:cubicBezTo>
                        <a:pt x="38" y="236"/>
                        <a:pt x="38" y="236"/>
                        <a:pt x="38" y="236"/>
                      </a:cubicBezTo>
                      <a:cubicBezTo>
                        <a:pt x="39" y="253"/>
                        <a:pt x="39" y="253"/>
                        <a:pt x="39" y="253"/>
                      </a:cubicBezTo>
                      <a:cubicBezTo>
                        <a:pt x="39" y="253"/>
                        <a:pt x="60" y="269"/>
                        <a:pt x="60" y="282"/>
                      </a:cubicBezTo>
                      <a:cubicBezTo>
                        <a:pt x="60" y="295"/>
                        <a:pt x="50" y="316"/>
                        <a:pt x="50" y="316"/>
                      </a:cubicBezTo>
                      <a:cubicBezTo>
                        <a:pt x="51" y="343"/>
                        <a:pt x="51" y="343"/>
                        <a:pt x="51" y="343"/>
                      </a:cubicBezTo>
                      <a:cubicBezTo>
                        <a:pt x="63" y="341"/>
                        <a:pt x="66" y="331"/>
                        <a:pt x="66" y="331"/>
                      </a:cubicBezTo>
                      <a:cubicBezTo>
                        <a:pt x="75" y="331"/>
                        <a:pt x="75" y="331"/>
                        <a:pt x="75" y="331"/>
                      </a:cubicBezTo>
                      <a:cubicBezTo>
                        <a:pt x="85" y="323"/>
                        <a:pt x="85" y="323"/>
                        <a:pt x="85" y="323"/>
                      </a:cubicBezTo>
                      <a:cubicBezTo>
                        <a:pt x="85" y="323"/>
                        <a:pt x="131" y="298"/>
                        <a:pt x="151" y="300"/>
                      </a:cubicBezTo>
                      <a:cubicBezTo>
                        <a:pt x="171" y="302"/>
                        <a:pt x="178" y="296"/>
                        <a:pt x="178" y="296"/>
                      </a:cubicBezTo>
                      <a:cubicBezTo>
                        <a:pt x="178" y="296"/>
                        <a:pt x="209" y="285"/>
                        <a:pt x="218" y="290"/>
                      </a:cubicBezTo>
                      <a:cubicBezTo>
                        <a:pt x="227" y="295"/>
                        <a:pt x="229" y="300"/>
                        <a:pt x="236" y="299"/>
                      </a:cubicBezTo>
                      <a:cubicBezTo>
                        <a:pt x="243" y="298"/>
                        <a:pt x="256" y="289"/>
                        <a:pt x="256" y="289"/>
                      </a:cubicBezTo>
                      <a:cubicBezTo>
                        <a:pt x="256" y="289"/>
                        <a:pt x="257" y="299"/>
                        <a:pt x="273" y="306"/>
                      </a:cubicBezTo>
                      <a:cubicBezTo>
                        <a:pt x="277" y="308"/>
                        <a:pt x="281" y="309"/>
                        <a:pt x="285" y="310"/>
                      </a:cubicBezTo>
                      <a:cubicBezTo>
                        <a:pt x="284" y="275"/>
                        <a:pt x="284" y="275"/>
                        <a:pt x="284" y="275"/>
                      </a:cubicBezTo>
                      <a:lnTo>
                        <a:pt x="266" y="2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4" name="Freeform 306"/>
                <p:cNvSpPr>
                  <a:spLocks/>
                </p:cNvSpPr>
                <p:nvPr/>
              </p:nvSpPr>
              <p:spPr bwMode="gray">
                <a:xfrm>
                  <a:off x="-6428" y="-12966"/>
                  <a:ext cx="1750" cy="1484"/>
                </a:xfrm>
                <a:custGeom>
                  <a:avLst/>
                  <a:gdLst>
                    <a:gd name="T0" fmla="*/ 36 w 741"/>
                    <a:gd name="T1" fmla="*/ 540 h 628"/>
                    <a:gd name="T2" fmla="*/ 34 w 741"/>
                    <a:gd name="T3" fmla="*/ 557 h 628"/>
                    <a:gd name="T4" fmla="*/ 88 w 741"/>
                    <a:gd name="T5" fmla="*/ 579 h 628"/>
                    <a:gd name="T6" fmla="*/ 84 w 741"/>
                    <a:gd name="T7" fmla="*/ 598 h 628"/>
                    <a:gd name="T8" fmla="*/ 102 w 741"/>
                    <a:gd name="T9" fmla="*/ 604 h 628"/>
                    <a:gd name="T10" fmla="*/ 141 w 741"/>
                    <a:gd name="T11" fmla="*/ 619 h 628"/>
                    <a:gd name="T12" fmla="*/ 159 w 741"/>
                    <a:gd name="T13" fmla="*/ 594 h 628"/>
                    <a:gd name="T14" fmla="*/ 183 w 741"/>
                    <a:gd name="T15" fmla="*/ 542 h 628"/>
                    <a:gd name="T16" fmla="*/ 236 w 741"/>
                    <a:gd name="T17" fmla="*/ 526 h 628"/>
                    <a:gd name="T18" fmla="*/ 269 w 741"/>
                    <a:gd name="T19" fmla="*/ 529 h 628"/>
                    <a:gd name="T20" fmla="*/ 305 w 741"/>
                    <a:gd name="T21" fmla="*/ 544 h 628"/>
                    <a:gd name="T22" fmla="*/ 364 w 741"/>
                    <a:gd name="T23" fmla="*/ 544 h 628"/>
                    <a:gd name="T24" fmla="*/ 442 w 741"/>
                    <a:gd name="T25" fmla="*/ 578 h 628"/>
                    <a:gd name="T26" fmla="*/ 554 w 741"/>
                    <a:gd name="T27" fmla="*/ 557 h 628"/>
                    <a:gd name="T28" fmla="*/ 597 w 741"/>
                    <a:gd name="T29" fmla="*/ 541 h 628"/>
                    <a:gd name="T30" fmla="*/ 621 w 741"/>
                    <a:gd name="T31" fmla="*/ 526 h 628"/>
                    <a:gd name="T32" fmla="*/ 621 w 741"/>
                    <a:gd name="T33" fmla="*/ 484 h 628"/>
                    <a:gd name="T34" fmla="*/ 656 w 741"/>
                    <a:gd name="T35" fmla="*/ 426 h 628"/>
                    <a:gd name="T36" fmla="*/ 727 w 741"/>
                    <a:gd name="T37" fmla="*/ 194 h 628"/>
                    <a:gd name="T38" fmla="*/ 721 w 741"/>
                    <a:gd name="T39" fmla="*/ 145 h 628"/>
                    <a:gd name="T40" fmla="*/ 697 w 741"/>
                    <a:gd name="T41" fmla="*/ 105 h 628"/>
                    <a:gd name="T42" fmla="*/ 692 w 741"/>
                    <a:gd name="T43" fmla="*/ 28 h 628"/>
                    <a:gd name="T44" fmla="*/ 623 w 741"/>
                    <a:gd name="T45" fmla="*/ 16 h 628"/>
                    <a:gd name="T46" fmla="*/ 551 w 741"/>
                    <a:gd name="T47" fmla="*/ 0 h 628"/>
                    <a:gd name="T48" fmla="*/ 261 w 741"/>
                    <a:gd name="T49" fmla="*/ 221 h 628"/>
                    <a:gd name="T50" fmla="*/ 190 w 741"/>
                    <a:gd name="T51" fmla="*/ 372 h 628"/>
                    <a:gd name="T52" fmla="*/ 160 w 741"/>
                    <a:gd name="T53" fmla="*/ 427 h 628"/>
                    <a:gd name="T54" fmla="*/ 124 w 741"/>
                    <a:gd name="T55" fmla="*/ 437 h 628"/>
                    <a:gd name="T56" fmla="*/ 92 w 741"/>
                    <a:gd name="T57" fmla="*/ 444 h 628"/>
                    <a:gd name="T58" fmla="*/ 32 w 741"/>
                    <a:gd name="T59" fmla="*/ 455 h 628"/>
                    <a:gd name="T60" fmla="*/ 1 w 741"/>
                    <a:gd name="T61" fmla="*/ 485 h 628"/>
                    <a:gd name="T62" fmla="*/ 13 w 741"/>
                    <a:gd name="T63" fmla="*/ 525 h 6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41" h="628">
                      <a:moveTo>
                        <a:pt x="35" y="531"/>
                      </a:moveTo>
                      <a:cubicBezTo>
                        <a:pt x="36" y="540"/>
                        <a:pt x="36" y="540"/>
                        <a:pt x="36" y="540"/>
                      </a:cubicBezTo>
                      <a:cubicBezTo>
                        <a:pt x="46" y="541"/>
                        <a:pt x="46" y="541"/>
                        <a:pt x="46" y="541"/>
                      </a:cubicBezTo>
                      <a:cubicBezTo>
                        <a:pt x="46" y="541"/>
                        <a:pt x="31" y="552"/>
                        <a:pt x="34" y="557"/>
                      </a:cubicBezTo>
                      <a:cubicBezTo>
                        <a:pt x="37" y="562"/>
                        <a:pt x="56" y="584"/>
                        <a:pt x="68" y="584"/>
                      </a:cubicBezTo>
                      <a:cubicBezTo>
                        <a:pt x="80" y="584"/>
                        <a:pt x="79" y="575"/>
                        <a:pt x="88" y="579"/>
                      </a:cubicBezTo>
                      <a:cubicBezTo>
                        <a:pt x="97" y="583"/>
                        <a:pt x="99" y="593"/>
                        <a:pt x="99" y="593"/>
                      </a:cubicBezTo>
                      <a:cubicBezTo>
                        <a:pt x="84" y="598"/>
                        <a:pt x="84" y="598"/>
                        <a:pt x="84" y="598"/>
                      </a:cubicBezTo>
                      <a:cubicBezTo>
                        <a:pt x="99" y="620"/>
                        <a:pt x="99" y="620"/>
                        <a:pt x="99" y="620"/>
                      </a:cubicBezTo>
                      <a:cubicBezTo>
                        <a:pt x="102" y="604"/>
                        <a:pt x="102" y="604"/>
                        <a:pt x="102" y="604"/>
                      </a:cubicBezTo>
                      <a:cubicBezTo>
                        <a:pt x="119" y="597"/>
                        <a:pt x="119" y="597"/>
                        <a:pt x="119" y="597"/>
                      </a:cubicBezTo>
                      <a:cubicBezTo>
                        <a:pt x="119" y="597"/>
                        <a:pt x="136" y="616"/>
                        <a:pt x="141" y="619"/>
                      </a:cubicBezTo>
                      <a:cubicBezTo>
                        <a:pt x="146" y="622"/>
                        <a:pt x="162" y="628"/>
                        <a:pt x="162" y="628"/>
                      </a:cubicBezTo>
                      <a:cubicBezTo>
                        <a:pt x="159" y="594"/>
                        <a:pt x="159" y="594"/>
                        <a:pt x="159" y="594"/>
                      </a:cubicBezTo>
                      <a:cubicBezTo>
                        <a:pt x="159" y="594"/>
                        <a:pt x="181" y="583"/>
                        <a:pt x="182" y="568"/>
                      </a:cubicBezTo>
                      <a:cubicBezTo>
                        <a:pt x="183" y="553"/>
                        <a:pt x="183" y="542"/>
                        <a:pt x="183" y="542"/>
                      </a:cubicBezTo>
                      <a:cubicBezTo>
                        <a:pt x="202" y="525"/>
                        <a:pt x="202" y="525"/>
                        <a:pt x="202" y="525"/>
                      </a:cubicBezTo>
                      <a:cubicBezTo>
                        <a:pt x="236" y="526"/>
                        <a:pt x="236" y="526"/>
                        <a:pt x="236" y="526"/>
                      </a:cubicBezTo>
                      <a:cubicBezTo>
                        <a:pt x="236" y="526"/>
                        <a:pt x="235" y="520"/>
                        <a:pt x="249" y="519"/>
                      </a:cubicBezTo>
                      <a:cubicBezTo>
                        <a:pt x="263" y="518"/>
                        <a:pt x="262" y="528"/>
                        <a:pt x="269" y="529"/>
                      </a:cubicBezTo>
                      <a:cubicBezTo>
                        <a:pt x="276" y="530"/>
                        <a:pt x="288" y="530"/>
                        <a:pt x="288" y="530"/>
                      </a:cubicBezTo>
                      <a:cubicBezTo>
                        <a:pt x="305" y="544"/>
                        <a:pt x="305" y="544"/>
                        <a:pt x="305" y="544"/>
                      </a:cubicBezTo>
                      <a:cubicBezTo>
                        <a:pt x="305" y="544"/>
                        <a:pt x="310" y="566"/>
                        <a:pt x="319" y="565"/>
                      </a:cubicBezTo>
                      <a:cubicBezTo>
                        <a:pt x="328" y="564"/>
                        <a:pt x="352" y="544"/>
                        <a:pt x="364" y="544"/>
                      </a:cubicBezTo>
                      <a:cubicBezTo>
                        <a:pt x="376" y="544"/>
                        <a:pt x="388" y="572"/>
                        <a:pt x="407" y="573"/>
                      </a:cubicBezTo>
                      <a:cubicBezTo>
                        <a:pt x="426" y="574"/>
                        <a:pt x="442" y="578"/>
                        <a:pt x="442" y="578"/>
                      </a:cubicBezTo>
                      <a:cubicBezTo>
                        <a:pt x="442" y="578"/>
                        <a:pt x="454" y="543"/>
                        <a:pt x="496" y="543"/>
                      </a:cubicBezTo>
                      <a:cubicBezTo>
                        <a:pt x="538" y="543"/>
                        <a:pt x="554" y="557"/>
                        <a:pt x="554" y="557"/>
                      </a:cubicBezTo>
                      <a:cubicBezTo>
                        <a:pt x="572" y="558"/>
                        <a:pt x="572" y="558"/>
                        <a:pt x="572" y="558"/>
                      </a:cubicBezTo>
                      <a:cubicBezTo>
                        <a:pt x="572" y="558"/>
                        <a:pt x="590" y="545"/>
                        <a:pt x="597" y="541"/>
                      </a:cubicBezTo>
                      <a:cubicBezTo>
                        <a:pt x="604" y="537"/>
                        <a:pt x="613" y="540"/>
                        <a:pt x="613" y="540"/>
                      </a:cubicBezTo>
                      <a:cubicBezTo>
                        <a:pt x="613" y="540"/>
                        <a:pt x="617" y="526"/>
                        <a:pt x="621" y="526"/>
                      </a:cubicBezTo>
                      <a:cubicBezTo>
                        <a:pt x="622" y="526"/>
                        <a:pt x="623" y="526"/>
                        <a:pt x="624" y="526"/>
                      </a:cubicBezTo>
                      <a:cubicBezTo>
                        <a:pt x="621" y="484"/>
                        <a:pt x="621" y="484"/>
                        <a:pt x="621" y="484"/>
                      </a:cubicBezTo>
                      <a:cubicBezTo>
                        <a:pt x="634" y="479"/>
                        <a:pt x="634" y="479"/>
                        <a:pt x="634" y="479"/>
                      </a:cubicBezTo>
                      <a:cubicBezTo>
                        <a:pt x="634" y="479"/>
                        <a:pt x="644" y="442"/>
                        <a:pt x="656" y="426"/>
                      </a:cubicBezTo>
                      <a:cubicBezTo>
                        <a:pt x="667" y="409"/>
                        <a:pt x="717" y="356"/>
                        <a:pt x="717" y="356"/>
                      </a:cubicBezTo>
                      <a:cubicBezTo>
                        <a:pt x="727" y="194"/>
                        <a:pt x="727" y="194"/>
                        <a:pt x="727" y="194"/>
                      </a:cubicBezTo>
                      <a:cubicBezTo>
                        <a:pt x="741" y="169"/>
                        <a:pt x="741" y="169"/>
                        <a:pt x="741" y="169"/>
                      </a:cubicBezTo>
                      <a:cubicBezTo>
                        <a:pt x="721" y="145"/>
                        <a:pt x="721" y="145"/>
                        <a:pt x="721" y="145"/>
                      </a:cubicBezTo>
                      <a:cubicBezTo>
                        <a:pt x="716" y="129"/>
                        <a:pt x="716" y="129"/>
                        <a:pt x="716" y="129"/>
                      </a:cubicBezTo>
                      <a:cubicBezTo>
                        <a:pt x="697" y="105"/>
                        <a:pt x="697" y="105"/>
                        <a:pt x="697" y="105"/>
                      </a:cubicBezTo>
                      <a:cubicBezTo>
                        <a:pt x="704" y="72"/>
                        <a:pt x="704" y="72"/>
                        <a:pt x="704" y="72"/>
                      </a:cubicBezTo>
                      <a:cubicBezTo>
                        <a:pt x="692" y="28"/>
                        <a:pt x="692" y="28"/>
                        <a:pt x="692" y="28"/>
                      </a:cubicBezTo>
                      <a:cubicBezTo>
                        <a:pt x="676" y="37"/>
                        <a:pt x="662" y="44"/>
                        <a:pt x="657" y="45"/>
                      </a:cubicBezTo>
                      <a:cubicBezTo>
                        <a:pt x="646" y="46"/>
                        <a:pt x="630" y="18"/>
                        <a:pt x="623" y="16"/>
                      </a:cubicBezTo>
                      <a:cubicBezTo>
                        <a:pt x="616" y="14"/>
                        <a:pt x="576" y="6"/>
                        <a:pt x="576" y="6"/>
                      </a:cubicBezTo>
                      <a:cubicBezTo>
                        <a:pt x="551" y="0"/>
                        <a:pt x="551" y="0"/>
                        <a:pt x="551" y="0"/>
                      </a:cubicBezTo>
                      <a:cubicBezTo>
                        <a:pt x="551" y="0"/>
                        <a:pt x="364" y="136"/>
                        <a:pt x="342" y="151"/>
                      </a:cubicBezTo>
                      <a:cubicBezTo>
                        <a:pt x="320" y="166"/>
                        <a:pt x="275" y="219"/>
                        <a:pt x="261" y="221"/>
                      </a:cubicBezTo>
                      <a:cubicBezTo>
                        <a:pt x="251" y="222"/>
                        <a:pt x="210" y="231"/>
                        <a:pt x="190" y="235"/>
                      </a:cubicBezTo>
                      <a:cubicBezTo>
                        <a:pt x="190" y="372"/>
                        <a:pt x="190" y="372"/>
                        <a:pt x="190" y="372"/>
                      </a:cubicBezTo>
                      <a:cubicBezTo>
                        <a:pt x="175" y="387"/>
                        <a:pt x="175" y="387"/>
                        <a:pt x="175" y="387"/>
                      </a:cubicBezTo>
                      <a:cubicBezTo>
                        <a:pt x="175" y="387"/>
                        <a:pt x="175" y="420"/>
                        <a:pt x="160" y="427"/>
                      </a:cubicBezTo>
                      <a:cubicBezTo>
                        <a:pt x="138" y="438"/>
                        <a:pt x="131" y="432"/>
                        <a:pt x="131" y="432"/>
                      </a:cubicBezTo>
                      <a:cubicBezTo>
                        <a:pt x="124" y="437"/>
                        <a:pt x="124" y="437"/>
                        <a:pt x="124" y="437"/>
                      </a:cubicBezTo>
                      <a:cubicBezTo>
                        <a:pt x="93" y="435"/>
                        <a:pt x="93" y="435"/>
                        <a:pt x="93" y="435"/>
                      </a:cubicBezTo>
                      <a:cubicBezTo>
                        <a:pt x="92" y="444"/>
                        <a:pt x="92" y="444"/>
                        <a:pt x="92" y="444"/>
                      </a:cubicBezTo>
                      <a:cubicBezTo>
                        <a:pt x="50" y="443"/>
                        <a:pt x="50" y="443"/>
                        <a:pt x="50" y="443"/>
                      </a:cubicBezTo>
                      <a:cubicBezTo>
                        <a:pt x="32" y="455"/>
                        <a:pt x="32" y="455"/>
                        <a:pt x="32" y="455"/>
                      </a:cubicBezTo>
                      <a:cubicBezTo>
                        <a:pt x="0" y="462"/>
                        <a:pt x="0" y="462"/>
                        <a:pt x="0" y="462"/>
                      </a:cubicBezTo>
                      <a:cubicBezTo>
                        <a:pt x="1" y="485"/>
                        <a:pt x="1" y="485"/>
                        <a:pt x="1" y="485"/>
                      </a:cubicBezTo>
                      <a:cubicBezTo>
                        <a:pt x="4" y="494"/>
                        <a:pt x="4" y="494"/>
                        <a:pt x="4" y="494"/>
                      </a:cubicBezTo>
                      <a:cubicBezTo>
                        <a:pt x="4" y="494"/>
                        <a:pt x="3" y="518"/>
                        <a:pt x="13" y="525"/>
                      </a:cubicBezTo>
                      <a:cubicBezTo>
                        <a:pt x="23" y="532"/>
                        <a:pt x="35" y="531"/>
                        <a:pt x="35" y="5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5" name="Freeform 307"/>
                <p:cNvSpPr>
                  <a:spLocks/>
                </p:cNvSpPr>
                <p:nvPr/>
              </p:nvSpPr>
              <p:spPr bwMode="gray">
                <a:xfrm>
                  <a:off x="-7449" y="-14702"/>
                  <a:ext cx="2323" cy="2318"/>
                </a:xfrm>
                <a:custGeom>
                  <a:avLst/>
                  <a:gdLst>
                    <a:gd name="T0" fmla="*/ 212 w 983"/>
                    <a:gd name="T1" fmla="*/ 357 h 981"/>
                    <a:gd name="T2" fmla="*/ 155 w 983"/>
                    <a:gd name="T3" fmla="*/ 390 h 981"/>
                    <a:gd name="T4" fmla="*/ 136 w 983"/>
                    <a:gd name="T5" fmla="*/ 399 h 981"/>
                    <a:gd name="T6" fmla="*/ 111 w 983"/>
                    <a:gd name="T7" fmla="*/ 404 h 981"/>
                    <a:gd name="T8" fmla="*/ 81 w 983"/>
                    <a:gd name="T9" fmla="*/ 417 h 981"/>
                    <a:gd name="T10" fmla="*/ 40 w 983"/>
                    <a:gd name="T11" fmla="*/ 454 h 981"/>
                    <a:gd name="T12" fmla="*/ 35 w 983"/>
                    <a:gd name="T13" fmla="*/ 511 h 981"/>
                    <a:gd name="T14" fmla="*/ 37 w 983"/>
                    <a:gd name="T15" fmla="*/ 513 h 981"/>
                    <a:gd name="T16" fmla="*/ 208 w 983"/>
                    <a:gd name="T17" fmla="*/ 656 h 981"/>
                    <a:gd name="T18" fmla="*/ 481 w 983"/>
                    <a:gd name="T19" fmla="*/ 882 h 981"/>
                    <a:gd name="T20" fmla="*/ 510 w 983"/>
                    <a:gd name="T21" fmla="*/ 904 h 981"/>
                    <a:gd name="T22" fmla="*/ 538 w 983"/>
                    <a:gd name="T23" fmla="*/ 923 h 981"/>
                    <a:gd name="T24" fmla="*/ 582 w 983"/>
                    <a:gd name="T25" fmla="*/ 953 h 981"/>
                    <a:gd name="T26" fmla="*/ 610 w 983"/>
                    <a:gd name="T27" fmla="*/ 973 h 981"/>
                    <a:gd name="T28" fmla="*/ 774 w 983"/>
                    <a:gd name="T29" fmla="*/ 886 h 981"/>
                    <a:gd name="T30" fmla="*/ 963 w 983"/>
                    <a:gd name="T31" fmla="*/ 691 h 981"/>
                    <a:gd name="T32" fmla="*/ 909 w 983"/>
                    <a:gd name="T33" fmla="*/ 684 h 981"/>
                    <a:gd name="T34" fmla="*/ 893 w 983"/>
                    <a:gd name="T35" fmla="*/ 639 h 981"/>
                    <a:gd name="T36" fmla="*/ 889 w 983"/>
                    <a:gd name="T37" fmla="*/ 569 h 981"/>
                    <a:gd name="T38" fmla="*/ 880 w 983"/>
                    <a:gd name="T39" fmla="*/ 515 h 981"/>
                    <a:gd name="T40" fmla="*/ 883 w 983"/>
                    <a:gd name="T41" fmla="*/ 488 h 981"/>
                    <a:gd name="T42" fmla="*/ 862 w 983"/>
                    <a:gd name="T43" fmla="*/ 381 h 981"/>
                    <a:gd name="T44" fmla="*/ 870 w 983"/>
                    <a:gd name="T45" fmla="*/ 373 h 981"/>
                    <a:gd name="T46" fmla="*/ 817 w 983"/>
                    <a:gd name="T47" fmla="*/ 252 h 981"/>
                    <a:gd name="T48" fmla="*/ 789 w 983"/>
                    <a:gd name="T49" fmla="*/ 213 h 981"/>
                    <a:gd name="T50" fmla="*/ 782 w 983"/>
                    <a:gd name="T51" fmla="*/ 194 h 981"/>
                    <a:gd name="T52" fmla="*/ 798 w 983"/>
                    <a:gd name="T53" fmla="*/ 148 h 981"/>
                    <a:gd name="T54" fmla="*/ 820 w 983"/>
                    <a:gd name="T55" fmla="*/ 105 h 981"/>
                    <a:gd name="T56" fmla="*/ 820 w 983"/>
                    <a:gd name="T57" fmla="*/ 38 h 981"/>
                    <a:gd name="T58" fmla="*/ 835 w 983"/>
                    <a:gd name="T59" fmla="*/ 21 h 981"/>
                    <a:gd name="T60" fmla="*/ 815 w 983"/>
                    <a:gd name="T61" fmla="*/ 10 h 981"/>
                    <a:gd name="T62" fmla="*/ 779 w 983"/>
                    <a:gd name="T63" fmla="*/ 3 h 981"/>
                    <a:gd name="T64" fmla="*/ 769 w 983"/>
                    <a:gd name="T65" fmla="*/ 14 h 981"/>
                    <a:gd name="T66" fmla="*/ 728 w 983"/>
                    <a:gd name="T67" fmla="*/ 0 h 981"/>
                    <a:gd name="T68" fmla="*/ 704 w 983"/>
                    <a:gd name="T69" fmla="*/ 14 h 981"/>
                    <a:gd name="T70" fmla="*/ 631 w 983"/>
                    <a:gd name="T71" fmla="*/ 18 h 981"/>
                    <a:gd name="T72" fmla="*/ 545 w 983"/>
                    <a:gd name="T73" fmla="*/ 27 h 981"/>
                    <a:gd name="T74" fmla="*/ 503 w 983"/>
                    <a:gd name="T75" fmla="*/ 33 h 981"/>
                    <a:gd name="T76" fmla="*/ 446 w 983"/>
                    <a:gd name="T77" fmla="*/ 72 h 981"/>
                    <a:gd name="T78" fmla="*/ 355 w 983"/>
                    <a:gd name="T79" fmla="*/ 113 h 981"/>
                    <a:gd name="T80" fmla="*/ 349 w 983"/>
                    <a:gd name="T81" fmla="*/ 112 h 981"/>
                    <a:gd name="T82" fmla="*/ 360 w 983"/>
                    <a:gd name="T83" fmla="*/ 141 h 981"/>
                    <a:gd name="T84" fmla="*/ 365 w 983"/>
                    <a:gd name="T85" fmla="*/ 186 h 981"/>
                    <a:gd name="T86" fmla="*/ 364 w 983"/>
                    <a:gd name="T87" fmla="*/ 218 h 981"/>
                    <a:gd name="T88" fmla="*/ 375 w 983"/>
                    <a:gd name="T89" fmla="*/ 238 h 981"/>
                    <a:gd name="T90" fmla="*/ 382 w 983"/>
                    <a:gd name="T91" fmla="*/ 259 h 981"/>
                    <a:gd name="T92" fmla="*/ 343 w 983"/>
                    <a:gd name="T93" fmla="*/ 274 h 981"/>
                    <a:gd name="T94" fmla="*/ 321 w 983"/>
                    <a:gd name="T95" fmla="*/ 275 h 981"/>
                    <a:gd name="T96" fmla="*/ 303 w 983"/>
                    <a:gd name="T97" fmla="*/ 288 h 981"/>
                    <a:gd name="T98" fmla="*/ 267 w 983"/>
                    <a:gd name="T99" fmla="*/ 318 h 981"/>
                    <a:gd name="T100" fmla="*/ 260 w 983"/>
                    <a:gd name="T101" fmla="*/ 337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83" h="981">
                      <a:moveTo>
                        <a:pt x="242" y="356"/>
                      </a:moveTo>
                      <a:cubicBezTo>
                        <a:pt x="236" y="356"/>
                        <a:pt x="212" y="357"/>
                        <a:pt x="212" y="357"/>
                      </a:cubicBezTo>
                      <a:cubicBezTo>
                        <a:pt x="212" y="357"/>
                        <a:pt x="197" y="388"/>
                        <a:pt x="189" y="391"/>
                      </a:cubicBezTo>
                      <a:cubicBezTo>
                        <a:pt x="181" y="394"/>
                        <a:pt x="155" y="390"/>
                        <a:pt x="155" y="390"/>
                      </a:cubicBezTo>
                      <a:cubicBezTo>
                        <a:pt x="154" y="398"/>
                        <a:pt x="154" y="398"/>
                        <a:pt x="154" y="398"/>
                      </a:cubicBezTo>
                      <a:cubicBezTo>
                        <a:pt x="136" y="399"/>
                        <a:pt x="136" y="399"/>
                        <a:pt x="136" y="399"/>
                      </a:cubicBezTo>
                      <a:cubicBezTo>
                        <a:pt x="136" y="399"/>
                        <a:pt x="136" y="411"/>
                        <a:pt x="130" y="412"/>
                      </a:cubicBezTo>
                      <a:cubicBezTo>
                        <a:pt x="124" y="413"/>
                        <a:pt x="111" y="404"/>
                        <a:pt x="111" y="404"/>
                      </a:cubicBezTo>
                      <a:cubicBezTo>
                        <a:pt x="93" y="418"/>
                        <a:pt x="93" y="418"/>
                        <a:pt x="93" y="418"/>
                      </a:cubicBezTo>
                      <a:cubicBezTo>
                        <a:pt x="81" y="417"/>
                        <a:pt x="81" y="417"/>
                        <a:pt x="81" y="417"/>
                      </a:cubicBezTo>
                      <a:cubicBezTo>
                        <a:pt x="81" y="417"/>
                        <a:pt x="67" y="437"/>
                        <a:pt x="60" y="442"/>
                      </a:cubicBezTo>
                      <a:cubicBezTo>
                        <a:pt x="53" y="447"/>
                        <a:pt x="40" y="454"/>
                        <a:pt x="40" y="454"/>
                      </a:cubicBezTo>
                      <a:cubicBezTo>
                        <a:pt x="37" y="472"/>
                        <a:pt x="37" y="472"/>
                        <a:pt x="37" y="472"/>
                      </a:cubicBezTo>
                      <a:cubicBezTo>
                        <a:pt x="35" y="511"/>
                        <a:pt x="35" y="511"/>
                        <a:pt x="35" y="511"/>
                      </a:cubicBezTo>
                      <a:cubicBezTo>
                        <a:pt x="0" y="511"/>
                        <a:pt x="0" y="511"/>
                        <a:pt x="0" y="511"/>
                      </a:cubicBezTo>
                      <a:cubicBezTo>
                        <a:pt x="37" y="513"/>
                        <a:pt x="37" y="513"/>
                        <a:pt x="37" y="513"/>
                      </a:cubicBezTo>
                      <a:cubicBezTo>
                        <a:pt x="35" y="535"/>
                        <a:pt x="35" y="535"/>
                        <a:pt x="35" y="535"/>
                      </a:cubicBezTo>
                      <a:cubicBezTo>
                        <a:pt x="208" y="656"/>
                        <a:pt x="208" y="656"/>
                        <a:pt x="208" y="656"/>
                      </a:cubicBezTo>
                      <a:cubicBezTo>
                        <a:pt x="482" y="865"/>
                        <a:pt x="482" y="865"/>
                        <a:pt x="482" y="865"/>
                      </a:cubicBezTo>
                      <a:cubicBezTo>
                        <a:pt x="481" y="882"/>
                        <a:pt x="481" y="882"/>
                        <a:pt x="481" y="882"/>
                      </a:cubicBezTo>
                      <a:cubicBezTo>
                        <a:pt x="481" y="882"/>
                        <a:pt x="498" y="878"/>
                        <a:pt x="500" y="886"/>
                      </a:cubicBezTo>
                      <a:cubicBezTo>
                        <a:pt x="502" y="894"/>
                        <a:pt x="500" y="901"/>
                        <a:pt x="510" y="904"/>
                      </a:cubicBezTo>
                      <a:cubicBezTo>
                        <a:pt x="520" y="907"/>
                        <a:pt x="533" y="905"/>
                        <a:pt x="533" y="905"/>
                      </a:cubicBezTo>
                      <a:cubicBezTo>
                        <a:pt x="538" y="923"/>
                        <a:pt x="538" y="923"/>
                        <a:pt x="538" y="923"/>
                      </a:cubicBezTo>
                      <a:cubicBezTo>
                        <a:pt x="538" y="923"/>
                        <a:pt x="561" y="917"/>
                        <a:pt x="571" y="925"/>
                      </a:cubicBezTo>
                      <a:cubicBezTo>
                        <a:pt x="581" y="933"/>
                        <a:pt x="582" y="953"/>
                        <a:pt x="582" y="953"/>
                      </a:cubicBezTo>
                      <a:cubicBezTo>
                        <a:pt x="582" y="953"/>
                        <a:pt x="558" y="967"/>
                        <a:pt x="573" y="974"/>
                      </a:cubicBezTo>
                      <a:cubicBezTo>
                        <a:pt x="588" y="981"/>
                        <a:pt x="610" y="973"/>
                        <a:pt x="610" y="973"/>
                      </a:cubicBezTo>
                      <a:cubicBezTo>
                        <a:pt x="610" y="973"/>
                        <a:pt x="679" y="958"/>
                        <a:pt x="693" y="956"/>
                      </a:cubicBezTo>
                      <a:cubicBezTo>
                        <a:pt x="707" y="954"/>
                        <a:pt x="752" y="901"/>
                        <a:pt x="774" y="886"/>
                      </a:cubicBezTo>
                      <a:cubicBezTo>
                        <a:pt x="796" y="871"/>
                        <a:pt x="983" y="735"/>
                        <a:pt x="983" y="735"/>
                      </a:cubicBezTo>
                      <a:cubicBezTo>
                        <a:pt x="983" y="735"/>
                        <a:pt x="968" y="694"/>
                        <a:pt x="963" y="691"/>
                      </a:cubicBezTo>
                      <a:cubicBezTo>
                        <a:pt x="958" y="688"/>
                        <a:pt x="930" y="675"/>
                        <a:pt x="924" y="678"/>
                      </a:cubicBezTo>
                      <a:cubicBezTo>
                        <a:pt x="918" y="681"/>
                        <a:pt x="913" y="686"/>
                        <a:pt x="909" y="684"/>
                      </a:cubicBezTo>
                      <a:cubicBezTo>
                        <a:pt x="905" y="682"/>
                        <a:pt x="893" y="671"/>
                        <a:pt x="893" y="664"/>
                      </a:cubicBezTo>
                      <a:cubicBezTo>
                        <a:pt x="893" y="657"/>
                        <a:pt x="898" y="647"/>
                        <a:pt x="893" y="639"/>
                      </a:cubicBezTo>
                      <a:cubicBezTo>
                        <a:pt x="888" y="631"/>
                        <a:pt x="861" y="595"/>
                        <a:pt x="862" y="589"/>
                      </a:cubicBezTo>
                      <a:cubicBezTo>
                        <a:pt x="863" y="583"/>
                        <a:pt x="889" y="581"/>
                        <a:pt x="889" y="569"/>
                      </a:cubicBezTo>
                      <a:cubicBezTo>
                        <a:pt x="889" y="557"/>
                        <a:pt x="885" y="551"/>
                        <a:pt x="885" y="551"/>
                      </a:cubicBezTo>
                      <a:cubicBezTo>
                        <a:pt x="880" y="515"/>
                        <a:pt x="880" y="515"/>
                        <a:pt x="880" y="515"/>
                      </a:cubicBezTo>
                      <a:cubicBezTo>
                        <a:pt x="889" y="502"/>
                        <a:pt x="889" y="502"/>
                        <a:pt x="889" y="502"/>
                      </a:cubicBezTo>
                      <a:cubicBezTo>
                        <a:pt x="883" y="488"/>
                        <a:pt x="883" y="488"/>
                        <a:pt x="883" y="488"/>
                      </a:cubicBezTo>
                      <a:cubicBezTo>
                        <a:pt x="883" y="488"/>
                        <a:pt x="892" y="458"/>
                        <a:pt x="891" y="448"/>
                      </a:cubicBezTo>
                      <a:cubicBezTo>
                        <a:pt x="890" y="438"/>
                        <a:pt x="863" y="387"/>
                        <a:pt x="862" y="381"/>
                      </a:cubicBezTo>
                      <a:cubicBezTo>
                        <a:pt x="862" y="378"/>
                        <a:pt x="866" y="376"/>
                        <a:pt x="870" y="373"/>
                      </a:cubicBezTo>
                      <a:cubicBezTo>
                        <a:pt x="870" y="373"/>
                        <a:pt x="870" y="373"/>
                        <a:pt x="870" y="373"/>
                      </a:cubicBezTo>
                      <a:cubicBezTo>
                        <a:pt x="864" y="350"/>
                        <a:pt x="849" y="288"/>
                        <a:pt x="849" y="277"/>
                      </a:cubicBezTo>
                      <a:cubicBezTo>
                        <a:pt x="849" y="264"/>
                        <a:pt x="817" y="252"/>
                        <a:pt x="817" y="252"/>
                      </a:cubicBezTo>
                      <a:cubicBezTo>
                        <a:pt x="817" y="252"/>
                        <a:pt x="817" y="234"/>
                        <a:pt x="816" y="226"/>
                      </a:cubicBezTo>
                      <a:cubicBezTo>
                        <a:pt x="815" y="218"/>
                        <a:pt x="789" y="213"/>
                        <a:pt x="789" y="213"/>
                      </a:cubicBezTo>
                      <a:cubicBezTo>
                        <a:pt x="789" y="194"/>
                        <a:pt x="789" y="194"/>
                        <a:pt x="789" y="194"/>
                      </a:cubicBezTo>
                      <a:cubicBezTo>
                        <a:pt x="782" y="194"/>
                        <a:pt x="782" y="194"/>
                        <a:pt x="782" y="194"/>
                      </a:cubicBezTo>
                      <a:cubicBezTo>
                        <a:pt x="782" y="194"/>
                        <a:pt x="782" y="181"/>
                        <a:pt x="782" y="171"/>
                      </a:cubicBezTo>
                      <a:cubicBezTo>
                        <a:pt x="782" y="161"/>
                        <a:pt x="798" y="148"/>
                        <a:pt x="798" y="148"/>
                      </a:cubicBezTo>
                      <a:cubicBezTo>
                        <a:pt x="812" y="137"/>
                        <a:pt x="812" y="137"/>
                        <a:pt x="812" y="137"/>
                      </a:cubicBezTo>
                      <a:cubicBezTo>
                        <a:pt x="812" y="137"/>
                        <a:pt x="819" y="115"/>
                        <a:pt x="820" y="105"/>
                      </a:cubicBezTo>
                      <a:cubicBezTo>
                        <a:pt x="821" y="95"/>
                        <a:pt x="819" y="83"/>
                        <a:pt x="815" y="76"/>
                      </a:cubicBezTo>
                      <a:cubicBezTo>
                        <a:pt x="811" y="69"/>
                        <a:pt x="820" y="38"/>
                        <a:pt x="820" y="38"/>
                      </a:cubicBezTo>
                      <a:cubicBezTo>
                        <a:pt x="807" y="34"/>
                        <a:pt x="807" y="34"/>
                        <a:pt x="807" y="34"/>
                      </a:cubicBezTo>
                      <a:cubicBezTo>
                        <a:pt x="835" y="21"/>
                        <a:pt x="835" y="21"/>
                        <a:pt x="835" y="21"/>
                      </a:cubicBezTo>
                      <a:cubicBezTo>
                        <a:pt x="835" y="11"/>
                        <a:pt x="835" y="11"/>
                        <a:pt x="835" y="11"/>
                      </a:cubicBezTo>
                      <a:cubicBezTo>
                        <a:pt x="826" y="11"/>
                        <a:pt x="815" y="10"/>
                        <a:pt x="815" y="10"/>
                      </a:cubicBezTo>
                      <a:cubicBezTo>
                        <a:pt x="806" y="15"/>
                        <a:pt x="806" y="15"/>
                        <a:pt x="806" y="15"/>
                      </a:cubicBezTo>
                      <a:cubicBezTo>
                        <a:pt x="779" y="3"/>
                        <a:pt x="779" y="3"/>
                        <a:pt x="779" y="3"/>
                      </a:cubicBezTo>
                      <a:cubicBezTo>
                        <a:pt x="769" y="5"/>
                        <a:pt x="769" y="5"/>
                        <a:pt x="769" y="5"/>
                      </a:cubicBezTo>
                      <a:cubicBezTo>
                        <a:pt x="769" y="14"/>
                        <a:pt x="769" y="14"/>
                        <a:pt x="769" y="14"/>
                      </a:cubicBezTo>
                      <a:cubicBezTo>
                        <a:pt x="744" y="12"/>
                        <a:pt x="744" y="12"/>
                        <a:pt x="744" y="12"/>
                      </a:cubicBezTo>
                      <a:cubicBezTo>
                        <a:pt x="728" y="0"/>
                        <a:pt x="728" y="0"/>
                        <a:pt x="728" y="0"/>
                      </a:cubicBezTo>
                      <a:cubicBezTo>
                        <a:pt x="724" y="19"/>
                        <a:pt x="724" y="19"/>
                        <a:pt x="724" y="19"/>
                      </a:cubicBezTo>
                      <a:cubicBezTo>
                        <a:pt x="704" y="14"/>
                        <a:pt x="704" y="14"/>
                        <a:pt x="704" y="14"/>
                      </a:cubicBezTo>
                      <a:cubicBezTo>
                        <a:pt x="686" y="29"/>
                        <a:pt x="686" y="29"/>
                        <a:pt x="686" y="29"/>
                      </a:cubicBezTo>
                      <a:cubicBezTo>
                        <a:pt x="686" y="29"/>
                        <a:pt x="662" y="17"/>
                        <a:pt x="631" y="18"/>
                      </a:cubicBezTo>
                      <a:cubicBezTo>
                        <a:pt x="600" y="19"/>
                        <a:pt x="599" y="26"/>
                        <a:pt x="585" y="27"/>
                      </a:cubicBezTo>
                      <a:cubicBezTo>
                        <a:pt x="571" y="28"/>
                        <a:pt x="545" y="27"/>
                        <a:pt x="545" y="27"/>
                      </a:cubicBezTo>
                      <a:cubicBezTo>
                        <a:pt x="542" y="34"/>
                        <a:pt x="542" y="34"/>
                        <a:pt x="542" y="34"/>
                      </a:cubicBezTo>
                      <a:cubicBezTo>
                        <a:pt x="503" y="33"/>
                        <a:pt x="503" y="33"/>
                        <a:pt x="503" y="33"/>
                      </a:cubicBezTo>
                      <a:cubicBezTo>
                        <a:pt x="503" y="33"/>
                        <a:pt x="456" y="43"/>
                        <a:pt x="455" y="51"/>
                      </a:cubicBezTo>
                      <a:cubicBezTo>
                        <a:pt x="454" y="59"/>
                        <a:pt x="446" y="72"/>
                        <a:pt x="446" y="72"/>
                      </a:cubicBezTo>
                      <a:cubicBezTo>
                        <a:pt x="446" y="72"/>
                        <a:pt x="396" y="74"/>
                        <a:pt x="394" y="83"/>
                      </a:cubicBezTo>
                      <a:cubicBezTo>
                        <a:pt x="392" y="92"/>
                        <a:pt x="370" y="113"/>
                        <a:pt x="355" y="113"/>
                      </a:cubicBezTo>
                      <a:cubicBezTo>
                        <a:pt x="353" y="113"/>
                        <a:pt x="351" y="113"/>
                        <a:pt x="349" y="112"/>
                      </a:cubicBezTo>
                      <a:cubicBezTo>
                        <a:pt x="349" y="112"/>
                        <a:pt x="349" y="112"/>
                        <a:pt x="349" y="112"/>
                      </a:cubicBezTo>
                      <a:cubicBezTo>
                        <a:pt x="350" y="116"/>
                        <a:pt x="354" y="125"/>
                        <a:pt x="364" y="129"/>
                      </a:cubicBezTo>
                      <a:cubicBezTo>
                        <a:pt x="364" y="130"/>
                        <a:pt x="360" y="141"/>
                        <a:pt x="360" y="141"/>
                      </a:cubicBezTo>
                      <a:cubicBezTo>
                        <a:pt x="368" y="141"/>
                        <a:pt x="368" y="141"/>
                        <a:pt x="368" y="141"/>
                      </a:cubicBezTo>
                      <a:cubicBezTo>
                        <a:pt x="365" y="186"/>
                        <a:pt x="365" y="186"/>
                        <a:pt x="365" y="186"/>
                      </a:cubicBezTo>
                      <a:cubicBezTo>
                        <a:pt x="371" y="197"/>
                        <a:pt x="371" y="197"/>
                        <a:pt x="371" y="197"/>
                      </a:cubicBezTo>
                      <a:cubicBezTo>
                        <a:pt x="364" y="218"/>
                        <a:pt x="364" y="218"/>
                        <a:pt x="364" y="218"/>
                      </a:cubicBezTo>
                      <a:cubicBezTo>
                        <a:pt x="378" y="218"/>
                        <a:pt x="378" y="218"/>
                        <a:pt x="378" y="218"/>
                      </a:cubicBezTo>
                      <a:cubicBezTo>
                        <a:pt x="375" y="238"/>
                        <a:pt x="375" y="238"/>
                        <a:pt x="375" y="238"/>
                      </a:cubicBezTo>
                      <a:cubicBezTo>
                        <a:pt x="393" y="250"/>
                        <a:pt x="393" y="250"/>
                        <a:pt x="393" y="250"/>
                      </a:cubicBezTo>
                      <a:cubicBezTo>
                        <a:pt x="393" y="250"/>
                        <a:pt x="384" y="256"/>
                        <a:pt x="382" y="259"/>
                      </a:cubicBezTo>
                      <a:cubicBezTo>
                        <a:pt x="380" y="262"/>
                        <a:pt x="381" y="269"/>
                        <a:pt x="381" y="269"/>
                      </a:cubicBezTo>
                      <a:cubicBezTo>
                        <a:pt x="343" y="274"/>
                        <a:pt x="343" y="274"/>
                        <a:pt x="343" y="274"/>
                      </a:cubicBezTo>
                      <a:cubicBezTo>
                        <a:pt x="343" y="274"/>
                        <a:pt x="333" y="268"/>
                        <a:pt x="329" y="268"/>
                      </a:cubicBezTo>
                      <a:cubicBezTo>
                        <a:pt x="325" y="268"/>
                        <a:pt x="321" y="275"/>
                        <a:pt x="321" y="275"/>
                      </a:cubicBezTo>
                      <a:cubicBezTo>
                        <a:pt x="321" y="275"/>
                        <a:pt x="313" y="270"/>
                        <a:pt x="308" y="273"/>
                      </a:cubicBezTo>
                      <a:cubicBezTo>
                        <a:pt x="303" y="276"/>
                        <a:pt x="310" y="283"/>
                        <a:pt x="303" y="288"/>
                      </a:cubicBezTo>
                      <a:cubicBezTo>
                        <a:pt x="296" y="293"/>
                        <a:pt x="274" y="287"/>
                        <a:pt x="266" y="294"/>
                      </a:cubicBezTo>
                      <a:cubicBezTo>
                        <a:pt x="258" y="301"/>
                        <a:pt x="267" y="318"/>
                        <a:pt x="267" y="318"/>
                      </a:cubicBezTo>
                      <a:cubicBezTo>
                        <a:pt x="277" y="330"/>
                        <a:pt x="277" y="330"/>
                        <a:pt x="277" y="330"/>
                      </a:cubicBezTo>
                      <a:cubicBezTo>
                        <a:pt x="260" y="337"/>
                        <a:pt x="260" y="337"/>
                        <a:pt x="260" y="337"/>
                      </a:cubicBezTo>
                      <a:cubicBezTo>
                        <a:pt x="260" y="337"/>
                        <a:pt x="248" y="356"/>
                        <a:pt x="242" y="35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6" name="Freeform 308"/>
                <p:cNvSpPr>
                  <a:spLocks/>
                </p:cNvSpPr>
                <p:nvPr/>
              </p:nvSpPr>
              <p:spPr bwMode="gray">
                <a:xfrm>
                  <a:off x="-5415" y="-14196"/>
                  <a:ext cx="1727" cy="1741"/>
                </a:xfrm>
                <a:custGeom>
                  <a:avLst/>
                  <a:gdLst>
                    <a:gd name="T0" fmla="*/ 104 w 731"/>
                    <a:gd name="T1" fmla="*/ 37 h 737"/>
                    <a:gd name="T2" fmla="*/ 69 w 731"/>
                    <a:gd name="T3" fmla="*/ 55 h 737"/>
                    <a:gd name="T4" fmla="*/ 50 w 731"/>
                    <a:gd name="T5" fmla="*/ 78 h 737"/>
                    <a:gd name="T6" fmla="*/ 35 w 731"/>
                    <a:gd name="T7" fmla="*/ 89 h 737"/>
                    <a:gd name="T8" fmla="*/ 44 w 731"/>
                    <a:gd name="T9" fmla="*/ 127 h 737"/>
                    <a:gd name="T10" fmla="*/ 25 w 731"/>
                    <a:gd name="T11" fmla="*/ 153 h 737"/>
                    <a:gd name="T12" fmla="*/ 1 w 731"/>
                    <a:gd name="T13" fmla="*/ 167 h 737"/>
                    <a:gd name="T14" fmla="*/ 30 w 731"/>
                    <a:gd name="T15" fmla="*/ 234 h 737"/>
                    <a:gd name="T16" fmla="*/ 22 w 731"/>
                    <a:gd name="T17" fmla="*/ 274 h 737"/>
                    <a:gd name="T18" fmla="*/ 28 w 731"/>
                    <a:gd name="T19" fmla="*/ 288 h 737"/>
                    <a:gd name="T20" fmla="*/ 19 w 731"/>
                    <a:gd name="T21" fmla="*/ 301 h 737"/>
                    <a:gd name="T22" fmla="*/ 24 w 731"/>
                    <a:gd name="T23" fmla="*/ 337 h 737"/>
                    <a:gd name="T24" fmla="*/ 28 w 731"/>
                    <a:gd name="T25" fmla="*/ 355 h 737"/>
                    <a:gd name="T26" fmla="*/ 1 w 731"/>
                    <a:gd name="T27" fmla="*/ 375 h 737"/>
                    <a:gd name="T28" fmla="*/ 32 w 731"/>
                    <a:gd name="T29" fmla="*/ 425 h 737"/>
                    <a:gd name="T30" fmla="*/ 32 w 731"/>
                    <a:gd name="T31" fmla="*/ 450 h 737"/>
                    <a:gd name="T32" fmla="*/ 48 w 731"/>
                    <a:gd name="T33" fmla="*/ 470 h 737"/>
                    <a:gd name="T34" fmla="*/ 63 w 731"/>
                    <a:gd name="T35" fmla="*/ 464 h 737"/>
                    <a:gd name="T36" fmla="*/ 102 w 731"/>
                    <a:gd name="T37" fmla="*/ 477 h 737"/>
                    <a:gd name="T38" fmla="*/ 122 w 731"/>
                    <a:gd name="T39" fmla="*/ 521 h 737"/>
                    <a:gd name="T40" fmla="*/ 147 w 731"/>
                    <a:gd name="T41" fmla="*/ 527 h 737"/>
                    <a:gd name="T42" fmla="*/ 194 w 731"/>
                    <a:gd name="T43" fmla="*/ 537 h 737"/>
                    <a:gd name="T44" fmla="*/ 228 w 731"/>
                    <a:gd name="T45" fmla="*/ 566 h 737"/>
                    <a:gd name="T46" fmla="*/ 311 w 731"/>
                    <a:gd name="T47" fmla="*/ 521 h 737"/>
                    <a:gd name="T48" fmla="*/ 684 w 731"/>
                    <a:gd name="T49" fmla="*/ 737 h 737"/>
                    <a:gd name="T50" fmla="*/ 683 w 731"/>
                    <a:gd name="T51" fmla="*/ 708 h 737"/>
                    <a:gd name="T52" fmla="*/ 731 w 731"/>
                    <a:gd name="T53" fmla="*/ 707 h 737"/>
                    <a:gd name="T54" fmla="*/ 730 w 731"/>
                    <a:gd name="T55" fmla="*/ 599 h 737"/>
                    <a:gd name="T56" fmla="*/ 717 w 731"/>
                    <a:gd name="T57" fmla="*/ 201 h 737"/>
                    <a:gd name="T58" fmla="*/ 699 w 731"/>
                    <a:gd name="T59" fmla="*/ 163 h 737"/>
                    <a:gd name="T60" fmla="*/ 713 w 731"/>
                    <a:gd name="T61" fmla="*/ 135 h 737"/>
                    <a:gd name="T62" fmla="*/ 703 w 731"/>
                    <a:gd name="T63" fmla="*/ 115 h 737"/>
                    <a:gd name="T64" fmla="*/ 707 w 731"/>
                    <a:gd name="T65" fmla="*/ 94 h 737"/>
                    <a:gd name="T66" fmla="*/ 720 w 731"/>
                    <a:gd name="T67" fmla="*/ 81 h 737"/>
                    <a:gd name="T68" fmla="*/ 716 w 731"/>
                    <a:gd name="T69" fmla="*/ 63 h 737"/>
                    <a:gd name="T70" fmla="*/ 701 w 731"/>
                    <a:gd name="T71" fmla="*/ 68 h 737"/>
                    <a:gd name="T72" fmla="*/ 694 w 731"/>
                    <a:gd name="T73" fmla="*/ 59 h 737"/>
                    <a:gd name="T74" fmla="*/ 682 w 731"/>
                    <a:gd name="T75" fmla="*/ 67 h 737"/>
                    <a:gd name="T76" fmla="*/ 658 w 731"/>
                    <a:gd name="T77" fmla="*/ 50 h 737"/>
                    <a:gd name="T78" fmla="*/ 628 w 731"/>
                    <a:gd name="T79" fmla="*/ 49 h 737"/>
                    <a:gd name="T80" fmla="*/ 617 w 731"/>
                    <a:gd name="T81" fmla="*/ 28 h 737"/>
                    <a:gd name="T82" fmla="*/ 590 w 731"/>
                    <a:gd name="T83" fmla="*/ 23 h 737"/>
                    <a:gd name="T84" fmla="*/ 561 w 731"/>
                    <a:gd name="T85" fmla="*/ 15 h 737"/>
                    <a:gd name="T86" fmla="*/ 553 w 731"/>
                    <a:gd name="T87" fmla="*/ 23 h 737"/>
                    <a:gd name="T88" fmla="*/ 510 w 731"/>
                    <a:gd name="T89" fmla="*/ 31 h 737"/>
                    <a:gd name="T90" fmla="*/ 480 w 731"/>
                    <a:gd name="T91" fmla="*/ 70 h 737"/>
                    <a:gd name="T92" fmla="*/ 496 w 731"/>
                    <a:gd name="T93" fmla="*/ 114 h 737"/>
                    <a:gd name="T94" fmla="*/ 463 w 731"/>
                    <a:gd name="T95" fmla="*/ 154 h 737"/>
                    <a:gd name="T96" fmla="*/ 419 w 731"/>
                    <a:gd name="T97" fmla="*/ 144 h 737"/>
                    <a:gd name="T98" fmla="*/ 351 w 731"/>
                    <a:gd name="T99" fmla="*/ 105 h 737"/>
                    <a:gd name="T100" fmla="*/ 289 w 731"/>
                    <a:gd name="T101" fmla="*/ 97 h 737"/>
                    <a:gd name="T102" fmla="*/ 271 w 731"/>
                    <a:gd name="T103" fmla="*/ 53 h 737"/>
                    <a:gd name="T104" fmla="*/ 244 w 731"/>
                    <a:gd name="T105" fmla="*/ 40 h 737"/>
                    <a:gd name="T106" fmla="*/ 212 w 731"/>
                    <a:gd name="T107" fmla="*/ 21 h 737"/>
                    <a:gd name="T108" fmla="*/ 173 w 731"/>
                    <a:gd name="T109" fmla="*/ 20 h 737"/>
                    <a:gd name="T110" fmla="*/ 143 w 731"/>
                    <a:gd name="T111" fmla="*/ 24 h 737"/>
                    <a:gd name="T112" fmla="*/ 107 w 731"/>
                    <a:gd name="T113" fmla="*/ 3 h 737"/>
                    <a:gd name="T114" fmla="*/ 96 w 731"/>
                    <a:gd name="T115" fmla="*/ 0 h 737"/>
                    <a:gd name="T116" fmla="*/ 93 w 731"/>
                    <a:gd name="T117" fmla="*/ 27 h 737"/>
                    <a:gd name="T118" fmla="*/ 104 w 731"/>
                    <a:gd name="T119" fmla="*/ 37 h 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31" h="737">
                      <a:moveTo>
                        <a:pt x="104" y="37"/>
                      </a:moveTo>
                      <a:cubicBezTo>
                        <a:pt x="100" y="45"/>
                        <a:pt x="75" y="49"/>
                        <a:pt x="69" y="55"/>
                      </a:cubicBezTo>
                      <a:cubicBezTo>
                        <a:pt x="63" y="61"/>
                        <a:pt x="50" y="78"/>
                        <a:pt x="50" y="78"/>
                      </a:cubicBezTo>
                      <a:cubicBezTo>
                        <a:pt x="50" y="78"/>
                        <a:pt x="37" y="83"/>
                        <a:pt x="35" y="89"/>
                      </a:cubicBezTo>
                      <a:cubicBezTo>
                        <a:pt x="33" y="95"/>
                        <a:pt x="43" y="115"/>
                        <a:pt x="44" y="127"/>
                      </a:cubicBezTo>
                      <a:cubicBezTo>
                        <a:pt x="45" y="139"/>
                        <a:pt x="25" y="153"/>
                        <a:pt x="25" y="153"/>
                      </a:cubicBezTo>
                      <a:cubicBezTo>
                        <a:pt x="25" y="153"/>
                        <a:pt x="0" y="161"/>
                        <a:pt x="1" y="167"/>
                      </a:cubicBezTo>
                      <a:cubicBezTo>
                        <a:pt x="2" y="173"/>
                        <a:pt x="29" y="224"/>
                        <a:pt x="30" y="234"/>
                      </a:cubicBezTo>
                      <a:cubicBezTo>
                        <a:pt x="31" y="244"/>
                        <a:pt x="22" y="274"/>
                        <a:pt x="22" y="274"/>
                      </a:cubicBezTo>
                      <a:cubicBezTo>
                        <a:pt x="28" y="288"/>
                        <a:pt x="28" y="288"/>
                        <a:pt x="28" y="288"/>
                      </a:cubicBezTo>
                      <a:cubicBezTo>
                        <a:pt x="19" y="301"/>
                        <a:pt x="19" y="301"/>
                        <a:pt x="19" y="301"/>
                      </a:cubicBezTo>
                      <a:cubicBezTo>
                        <a:pt x="24" y="337"/>
                        <a:pt x="24" y="337"/>
                        <a:pt x="24" y="337"/>
                      </a:cubicBezTo>
                      <a:cubicBezTo>
                        <a:pt x="24" y="337"/>
                        <a:pt x="28" y="343"/>
                        <a:pt x="28" y="355"/>
                      </a:cubicBezTo>
                      <a:cubicBezTo>
                        <a:pt x="28" y="367"/>
                        <a:pt x="2" y="369"/>
                        <a:pt x="1" y="375"/>
                      </a:cubicBezTo>
                      <a:cubicBezTo>
                        <a:pt x="0" y="381"/>
                        <a:pt x="27" y="417"/>
                        <a:pt x="32" y="425"/>
                      </a:cubicBezTo>
                      <a:cubicBezTo>
                        <a:pt x="37" y="433"/>
                        <a:pt x="32" y="443"/>
                        <a:pt x="32" y="450"/>
                      </a:cubicBezTo>
                      <a:cubicBezTo>
                        <a:pt x="32" y="457"/>
                        <a:pt x="44" y="468"/>
                        <a:pt x="48" y="470"/>
                      </a:cubicBezTo>
                      <a:cubicBezTo>
                        <a:pt x="52" y="472"/>
                        <a:pt x="57" y="467"/>
                        <a:pt x="63" y="464"/>
                      </a:cubicBezTo>
                      <a:cubicBezTo>
                        <a:pt x="69" y="461"/>
                        <a:pt x="97" y="474"/>
                        <a:pt x="102" y="477"/>
                      </a:cubicBezTo>
                      <a:cubicBezTo>
                        <a:pt x="107" y="480"/>
                        <a:pt x="122" y="521"/>
                        <a:pt x="122" y="521"/>
                      </a:cubicBezTo>
                      <a:cubicBezTo>
                        <a:pt x="147" y="527"/>
                        <a:pt x="147" y="527"/>
                        <a:pt x="147" y="527"/>
                      </a:cubicBezTo>
                      <a:cubicBezTo>
                        <a:pt x="147" y="527"/>
                        <a:pt x="187" y="535"/>
                        <a:pt x="194" y="537"/>
                      </a:cubicBezTo>
                      <a:cubicBezTo>
                        <a:pt x="201" y="539"/>
                        <a:pt x="217" y="567"/>
                        <a:pt x="228" y="566"/>
                      </a:cubicBezTo>
                      <a:cubicBezTo>
                        <a:pt x="239" y="565"/>
                        <a:pt x="311" y="521"/>
                        <a:pt x="311" y="521"/>
                      </a:cubicBezTo>
                      <a:cubicBezTo>
                        <a:pt x="684" y="737"/>
                        <a:pt x="684" y="737"/>
                        <a:pt x="684" y="737"/>
                      </a:cubicBezTo>
                      <a:cubicBezTo>
                        <a:pt x="683" y="708"/>
                        <a:pt x="683" y="708"/>
                        <a:pt x="683" y="708"/>
                      </a:cubicBezTo>
                      <a:cubicBezTo>
                        <a:pt x="731" y="707"/>
                        <a:pt x="731" y="707"/>
                        <a:pt x="731" y="707"/>
                      </a:cubicBezTo>
                      <a:cubicBezTo>
                        <a:pt x="730" y="599"/>
                        <a:pt x="730" y="599"/>
                        <a:pt x="730" y="599"/>
                      </a:cubicBezTo>
                      <a:cubicBezTo>
                        <a:pt x="730" y="599"/>
                        <a:pt x="717" y="214"/>
                        <a:pt x="717" y="201"/>
                      </a:cubicBezTo>
                      <a:cubicBezTo>
                        <a:pt x="717" y="188"/>
                        <a:pt x="702" y="170"/>
                        <a:pt x="699" y="163"/>
                      </a:cubicBezTo>
                      <a:cubicBezTo>
                        <a:pt x="696" y="156"/>
                        <a:pt x="710" y="144"/>
                        <a:pt x="713" y="135"/>
                      </a:cubicBezTo>
                      <a:cubicBezTo>
                        <a:pt x="716" y="126"/>
                        <a:pt x="704" y="119"/>
                        <a:pt x="703" y="115"/>
                      </a:cubicBezTo>
                      <a:cubicBezTo>
                        <a:pt x="702" y="111"/>
                        <a:pt x="702" y="97"/>
                        <a:pt x="707" y="94"/>
                      </a:cubicBezTo>
                      <a:cubicBezTo>
                        <a:pt x="711" y="92"/>
                        <a:pt x="717" y="85"/>
                        <a:pt x="720" y="81"/>
                      </a:cubicBezTo>
                      <a:cubicBezTo>
                        <a:pt x="714" y="72"/>
                        <a:pt x="716" y="63"/>
                        <a:pt x="716" y="63"/>
                      </a:cubicBezTo>
                      <a:cubicBezTo>
                        <a:pt x="701" y="68"/>
                        <a:pt x="701" y="68"/>
                        <a:pt x="701" y="68"/>
                      </a:cubicBezTo>
                      <a:cubicBezTo>
                        <a:pt x="694" y="59"/>
                        <a:pt x="694" y="59"/>
                        <a:pt x="694" y="59"/>
                      </a:cubicBezTo>
                      <a:cubicBezTo>
                        <a:pt x="694" y="59"/>
                        <a:pt x="689" y="67"/>
                        <a:pt x="682" y="67"/>
                      </a:cubicBezTo>
                      <a:cubicBezTo>
                        <a:pt x="675" y="67"/>
                        <a:pt x="667" y="50"/>
                        <a:pt x="658" y="50"/>
                      </a:cubicBezTo>
                      <a:cubicBezTo>
                        <a:pt x="649" y="50"/>
                        <a:pt x="639" y="57"/>
                        <a:pt x="628" y="49"/>
                      </a:cubicBezTo>
                      <a:cubicBezTo>
                        <a:pt x="617" y="41"/>
                        <a:pt x="626" y="32"/>
                        <a:pt x="617" y="28"/>
                      </a:cubicBezTo>
                      <a:cubicBezTo>
                        <a:pt x="608" y="24"/>
                        <a:pt x="590" y="23"/>
                        <a:pt x="590" y="23"/>
                      </a:cubicBezTo>
                      <a:cubicBezTo>
                        <a:pt x="590" y="23"/>
                        <a:pt x="569" y="15"/>
                        <a:pt x="561" y="15"/>
                      </a:cubicBezTo>
                      <a:cubicBezTo>
                        <a:pt x="553" y="15"/>
                        <a:pt x="553" y="23"/>
                        <a:pt x="553" y="23"/>
                      </a:cubicBezTo>
                      <a:cubicBezTo>
                        <a:pt x="553" y="23"/>
                        <a:pt x="523" y="21"/>
                        <a:pt x="510" y="31"/>
                      </a:cubicBezTo>
                      <a:cubicBezTo>
                        <a:pt x="497" y="41"/>
                        <a:pt x="480" y="54"/>
                        <a:pt x="480" y="70"/>
                      </a:cubicBezTo>
                      <a:cubicBezTo>
                        <a:pt x="480" y="86"/>
                        <a:pt x="496" y="105"/>
                        <a:pt x="496" y="114"/>
                      </a:cubicBezTo>
                      <a:cubicBezTo>
                        <a:pt x="496" y="123"/>
                        <a:pt x="475" y="152"/>
                        <a:pt x="463" y="154"/>
                      </a:cubicBezTo>
                      <a:cubicBezTo>
                        <a:pt x="451" y="156"/>
                        <a:pt x="433" y="159"/>
                        <a:pt x="419" y="144"/>
                      </a:cubicBezTo>
                      <a:cubicBezTo>
                        <a:pt x="405" y="129"/>
                        <a:pt x="366" y="106"/>
                        <a:pt x="351" y="105"/>
                      </a:cubicBezTo>
                      <a:cubicBezTo>
                        <a:pt x="336" y="104"/>
                        <a:pt x="302" y="113"/>
                        <a:pt x="289" y="97"/>
                      </a:cubicBezTo>
                      <a:cubicBezTo>
                        <a:pt x="276" y="81"/>
                        <a:pt x="280" y="69"/>
                        <a:pt x="271" y="53"/>
                      </a:cubicBezTo>
                      <a:cubicBezTo>
                        <a:pt x="262" y="37"/>
                        <a:pt x="244" y="40"/>
                        <a:pt x="244" y="40"/>
                      </a:cubicBezTo>
                      <a:cubicBezTo>
                        <a:pt x="244" y="40"/>
                        <a:pt x="220" y="22"/>
                        <a:pt x="212" y="21"/>
                      </a:cubicBezTo>
                      <a:cubicBezTo>
                        <a:pt x="204" y="20"/>
                        <a:pt x="180" y="19"/>
                        <a:pt x="173" y="20"/>
                      </a:cubicBezTo>
                      <a:cubicBezTo>
                        <a:pt x="166" y="21"/>
                        <a:pt x="154" y="28"/>
                        <a:pt x="143" y="24"/>
                      </a:cubicBezTo>
                      <a:cubicBezTo>
                        <a:pt x="132" y="20"/>
                        <a:pt x="112" y="4"/>
                        <a:pt x="107" y="3"/>
                      </a:cubicBezTo>
                      <a:cubicBezTo>
                        <a:pt x="104" y="2"/>
                        <a:pt x="100" y="1"/>
                        <a:pt x="96" y="0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3" y="27"/>
                        <a:pt x="108" y="29"/>
                        <a:pt x="104" y="3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7" name="Freeform 309"/>
                <p:cNvSpPr>
                  <a:spLocks noEditPoints="1"/>
                </p:cNvSpPr>
                <p:nvPr/>
              </p:nvSpPr>
              <p:spPr bwMode="gray">
                <a:xfrm>
                  <a:off x="-5164" y="-9436"/>
                  <a:ext cx="1410" cy="1736"/>
                </a:xfrm>
                <a:custGeom>
                  <a:avLst/>
                  <a:gdLst>
                    <a:gd name="T0" fmla="*/ 32 w 597"/>
                    <a:gd name="T1" fmla="*/ 79 h 735"/>
                    <a:gd name="T2" fmla="*/ 41 w 597"/>
                    <a:gd name="T3" fmla="*/ 42 h 735"/>
                    <a:gd name="T4" fmla="*/ 68 w 597"/>
                    <a:gd name="T5" fmla="*/ 17 h 735"/>
                    <a:gd name="T6" fmla="*/ 38 w 597"/>
                    <a:gd name="T7" fmla="*/ 15 h 735"/>
                    <a:gd name="T8" fmla="*/ 27 w 597"/>
                    <a:gd name="T9" fmla="*/ 29 h 735"/>
                    <a:gd name="T10" fmla="*/ 26 w 597"/>
                    <a:gd name="T11" fmla="*/ 39 h 735"/>
                    <a:gd name="T12" fmla="*/ 583 w 597"/>
                    <a:gd name="T13" fmla="*/ 362 h 735"/>
                    <a:gd name="T14" fmla="*/ 558 w 597"/>
                    <a:gd name="T15" fmla="*/ 357 h 735"/>
                    <a:gd name="T16" fmla="*/ 535 w 597"/>
                    <a:gd name="T17" fmla="*/ 367 h 735"/>
                    <a:gd name="T18" fmla="*/ 511 w 597"/>
                    <a:gd name="T19" fmla="*/ 375 h 735"/>
                    <a:gd name="T20" fmla="*/ 503 w 597"/>
                    <a:gd name="T21" fmla="*/ 346 h 735"/>
                    <a:gd name="T22" fmla="*/ 496 w 597"/>
                    <a:gd name="T23" fmla="*/ 299 h 735"/>
                    <a:gd name="T24" fmla="*/ 488 w 597"/>
                    <a:gd name="T25" fmla="*/ 256 h 735"/>
                    <a:gd name="T26" fmla="*/ 493 w 597"/>
                    <a:gd name="T27" fmla="*/ 224 h 735"/>
                    <a:gd name="T28" fmla="*/ 477 w 597"/>
                    <a:gd name="T29" fmla="*/ 190 h 735"/>
                    <a:gd name="T30" fmla="*/ 484 w 597"/>
                    <a:gd name="T31" fmla="*/ 162 h 735"/>
                    <a:gd name="T32" fmla="*/ 423 w 597"/>
                    <a:gd name="T33" fmla="*/ 155 h 735"/>
                    <a:gd name="T34" fmla="*/ 409 w 597"/>
                    <a:gd name="T35" fmla="*/ 148 h 735"/>
                    <a:gd name="T36" fmla="*/ 381 w 597"/>
                    <a:gd name="T37" fmla="*/ 170 h 735"/>
                    <a:gd name="T38" fmla="*/ 369 w 597"/>
                    <a:gd name="T39" fmla="*/ 197 h 735"/>
                    <a:gd name="T40" fmla="*/ 335 w 597"/>
                    <a:gd name="T41" fmla="*/ 195 h 735"/>
                    <a:gd name="T42" fmla="*/ 313 w 597"/>
                    <a:gd name="T43" fmla="*/ 201 h 735"/>
                    <a:gd name="T44" fmla="*/ 302 w 597"/>
                    <a:gd name="T45" fmla="*/ 203 h 735"/>
                    <a:gd name="T46" fmla="*/ 278 w 597"/>
                    <a:gd name="T47" fmla="*/ 194 h 735"/>
                    <a:gd name="T48" fmla="*/ 265 w 597"/>
                    <a:gd name="T49" fmla="*/ 172 h 735"/>
                    <a:gd name="T50" fmla="*/ 255 w 597"/>
                    <a:gd name="T51" fmla="*/ 141 h 735"/>
                    <a:gd name="T52" fmla="*/ 243 w 597"/>
                    <a:gd name="T53" fmla="*/ 98 h 735"/>
                    <a:gd name="T54" fmla="*/ 209 w 597"/>
                    <a:gd name="T55" fmla="*/ 84 h 735"/>
                    <a:gd name="T56" fmla="*/ 185 w 597"/>
                    <a:gd name="T57" fmla="*/ 86 h 735"/>
                    <a:gd name="T58" fmla="*/ 155 w 597"/>
                    <a:gd name="T59" fmla="*/ 84 h 735"/>
                    <a:gd name="T60" fmla="*/ 112 w 597"/>
                    <a:gd name="T61" fmla="*/ 82 h 735"/>
                    <a:gd name="T62" fmla="*/ 89 w 597"/>
                    <a:gd name="T63" fmla="*/ 84 h 735"/>
                    <a:gd name="T64" fmla="*/ 67 w 597"/>
                    <a:gd name="T65" fmla="*/ 84 h 735"/>
                    <a:gd name="T66" fmla="*/ 43 w 597"/>
                    <a:gd name="T67" fmla="*/ 97 h 735"/>
                    <a:gd name="T68" fmla="*/ 48 w 597"/>
                    <a:gd name="T69" fmla="*/ 128 h 735"/>
                    <a:gd name="T70" fmla="*/ 56 w 597"/>
                    <a:gd name="T71" fmla="*/ 157 h 735"/>
                    <a:gd name="T72" fmla="*/ 69 w 597"/>
                    <a:gd name="T73" fmla="*/ 254 h 735"/>
                    <a:gd name="T74" fmla="*/ 75 w 597"/>
                    <a:gd name="T75" fmla="*/ 270 h 735"/>
                    <a:gd name="T76" fmla="*/ 108 w 597"/>
                    <a:gd name="T77" fmla="*/ 388 h 735"/>
                    <a:gd name="T78" fmla="*/ 93 w 597"/>
                    <a:gd name="T79" fmla="*/ 442 h 735"/>
                    <a:gd name="T80" fmla="*/ 66 w 597"/>
                    <a:gd name="T81" fmla="*/ 460 h 735"/>
                    <a:gd name="T82" fmla="*/ 44 w 597"/>
                    <a:gd name="T83" fmla="*/ 484 h 735"/>
                    <a:gd name="T84" fmla="*/ 34 w 597"/>
                    <a:gd name="T85" fmla="*/ 524 h 735"/>
                    <a:gd name="T86" fmla="*/ 21 w 597"/>
                    <a:gd name="T87" fmla="*/ 579 h 735"/>
                    <a:gd name="T88" fmla="*/ 6 w 597"/>
                    <a:gd name="T89" fmla="*/ 618 h 735"/>
                    <a:gd name="T90" fmla="*/ 13 w 597"/>
                    <a:gd name="T91" fmla="*/ 654 h 735"/>
                    <a:gd name="T92" fmla="*/ 3 w 597"/>
                    <a:gd name="T93" fmla="*/ 696 h 735"/>
                    <a:gd name="T94" fmla="*/ 24 w 597"/>
                    <a:gd name="T95" fmla="*/ 691 h 735"/>
                    <a:gd name="T96" fmla="*/ 50 w 597"/>
                    <a:gd name="T97" fmla="*/ 695 h 735"/>
                    <a:gd name="T98" fmla="*/ 81 w 597"/>
                    <a:gd name="T99" fmla="*/ 681 h 735"/>
                    <a:gd name="T100" fmla="*/ 322 w 597"/>
                    <a:gd name="T101" fmla="*/ 703 h 735"/>
                    <a:gd name="T102" fmla="*/ 361 w 597"/>
                    <a:gd name="T103" fmla="*/ 724 h 735"/>
                    <a:gd name="T104" fmla="*/ 411 w 597"/>
                    <a:gd name="T105" fmla="*/ 729 h 735"/>
                    <a:gd name="T106" fmla="*/ 463 w 597"/>
                    <a:gd name="T107" fmla="*/ 735 h 735"/>
                    <a:gd name="T108" fmla="*/ 493 w 597"/>
                    <a:gd name="T109" fmla="*/ 657 h 735"/>
                    <a:gd name="T110" fmla="*/ 487 w 597"/>
                    <a:gd name="T111" fmla="*/ 635 h 735"/>
                    <a:gd name="T112" fmla="*/ 571 w 597"/>
                    <a:gd name="T113" fmla="*/ 470 h 735"/>
                    <a:gd name="T114" fmla="*/ 580 w 597"/>
                    <a:gd name="T115" fmla="*/ 440 h 735"/>
                    <a:gd name="T116" fmla="*/ 585 w 597"/>
                    <a:gd name="T117" fmla="*/ 426 h 735"/>
                    <a:gd name="T118" fmla="*/ 594 w 597"/>
                    <a:gd name="T119" fmla="*/ 386 h 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97" h="735">
                      <a:moveTo>
                        <a:pt x="30" y="77"/>
                      </a:moveTo>
                      <a:cubicBezTo>
                        <a:pt x="30" y="77"/>
                        <a:pt x="31" y="78"/>
                        <a:pt x="32" y="79"/>
                      </a:cubicBezTo>
                      <a:cubicBezTo>
                        <a:pt x="37" y="76"/>
                        <a:pt x="42" y="74"/>
                        <a:pt x="45" y="72"/>
                      </a:cubicBezTo>
                      <a:cubicBezTo>
                        <a:pt x="53" y="68"/>
                        <a:pt x="41" y="42"/>
                        <a:pt x="41" y="42"/>
                      </a:cubicBezTo>
                      <a:cubicBezTo>
                        <a:pt x="65" y="25"/>
                        <a:pt x="65" y="25"/>
                        <a:pt x="65" y="25"/>
                      </a:cubicBezTo>
                      <a:cubicBezTo>
                        <a:pt x="68" y="17"/>
                        <a:pt x="68" y="17"/>
                        <a:pt x="68" y="17"/>
                      </a:cubicBezTo>
                      <a:cubicBezTo>
                        <a:pt x="68" y="17"/>
                        <a:pt x="66" y="0"/>
                        <a:pt x="59" y="1"/>
                      </a:cubicBezTo>
                      <a:cubicBezTo>
                        <a:pt x="52" y="2"/>
                        <a:pt x="38" y="15"/>
                        <a:pt x="38" y="15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27" y="29"/>
                        <a:pt x="27" y="29"/>
                        <a:pt x="27" y="29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6" y="39"/>
                        <a:pt x="26" y="39"/>
                        <a:pt x="26" y="39"/>
                      </a:cubicBezTo>
                      <a:lnTo>
                        <a:pt x="30" y="77"/>
                      </a:lnTo>
                      <a:close/>
                      <a:moveTo>
                        <a:pt x="583" y="362"/>
                      </a:moveTo>
                      <a:cubicBezTo>
                        <a:pt x="569" y="364"/>
                        <a:pt x="569" y="364"/>
                        <a:pt x="569" y="364"/>
                      </a:cubicBezTo>
                      <a:cubicBezTo>
                        <a:pt x="569" y="364"/>
                        <a:pt x="565" y="357"/>
                        <a:pt x="558" y="357"/>
                      </a:cubicBezTo>
                      <a:cubicBezTo>
                        <a:pt x="551" y="357"/>
                        <a:pt x="551" y="362"/>
                        <a:pt x="551" y="362"/>
                      </a:cubicBezTo>
                      <a:cubicBezTo>
                        <a:pt x="535" y="367"/>
                        <a:pt x="535" y="367"/>
                        <a:pt x="535" y="367"/>
                      </a:cubicBezTo>
                      <a:cubicBezTo>
                        <a:pt x="517" y="363"/>
                        <a:pt x="517" y="363"/>
                        <a:pt x="517" y="363"/>
                      </a:cubicBezTo>
                      <a:cubicBezTo>
                        <a:pt x="511" y="375"/>
                        <a:pt x="511" y="375"/>
                        <a:pt x="511" y="375"/>
                      </a:cubicBezTo>
                      <a:cubicBezTo>
                        <a:pt x="511" y="375"/>
                        <a:pt x="503" y="373"/>
                        <a:pt x="500" y="369"/>
                      </a:cubicBezTo>
                      <a:cubicBezTo>
                        <a:pt x="497" y="365"/>
                        <a:pt x="500" y="353"/>
                        <a:pt x="503" y="346"/>
                      </a:cubicBezTo>
                      <a:cubicBezTo>
                        <a:pt x="506" y="339"/>
                        <a:pt x="507" y="324"/>
                        <a:pt x="507" y="324"/>
                      </a:cubicBezTo>
                      <a:cubicBezTo>
                        <a:pt x="507" y="324"/>
                        <a:pt x="503" y="306"/>
                        <a:pt x="496" y="299"/>
                      </a:cubicBezTo>
                      <a:cubicBezTo>
                        <a:pt x="489" y="292"/>
                        <a:pt x="483" y="284"/>
                        <a:pt x="483" y="276"/>
                      </a:cubicBezTo>
                      <a:cubicBezTo>
                        <a:pt x="483" y="268"/>
                        <a:pt x="488" y="256"/>
                        <a:pt x="488" y="256"/>
                      </a:cubicBezTo>
                      <a:cubicBezTo>
                        <a:pt x="485" y="240"/>
                        <a:pt x="485" y="240"/>
                        <a:pt x="485" y="240"/>
                      </a:cubicBezTo>
                      <a:cubicBezTo>
                        <a:pt x="485" y="240"/>
                        <a:pt x="493" y="231"/>
                        <a:pt x="493" y="224"/>
                      </a:cubicBezTo>
                      <a:cubicBezTo>
                        <a:pt x="493" y="217"/>
                        <a:pt x="480" y="204"/>
                        <a:pt x="480" y="204"/>
                      </a:cubicBezTo>
                      <a:cubicBezTo>
                        <a:pt x="477" y="190"/>
                        <a:pt x="477" y="190"/>
                        <a:pt x="477" y="190"/>
                      </a:cubicBezTo>
                      <a:cubicBezTo>
                        <a:pt x="484" y="180"/>
                        <a:pt x="484" y="180"/>
                        <a:pt x="484" y="180"/>
                      </a:cubicBezTo>
                      <a:cubicBezTo>
                        <a:pt x="484" y="162"/>
                        <a:pt x="484" y="162"/>
                        <a:pt x="484" y="162"/>
                      </a:cubicBezTo>
                      <a:cubicBezTo>
                        <a:pt x="424" y="163"/>
                        <a:pt x="424" y="163"/>
                        <a:pt x="424" y="163"/>
                      </a:cubicBezTo>
                      <a:cubicBezTo>
                        <a:pt x="423" y="155"/>
                        <a:pt x="423" y="155"/>
                        <a:pt x="423" y="155"/>
                      </a:cubicBezTo>
                      <a:cubicBezTo>
                        <a:pt x="423" y="155"/>
                        <a:pt x="427" y="146"/>
                        <a:pt x="418" y="143"/>
                      </a:cubicBezTo>
                      <a:cubicBezTo>
                        <a:pt x="409" y="140"/>
                        <a:pt x="409" y="148"/>
                        <a:pt x="409" y="148"/>
                      </a:cubicBezTo>
                      <a:cubicBezTo>
                        <a:pt x="409" y="148"/>
                        <a:pt x="380" y="145"/>
                        <a:pt x="375" y="149"/>
                      </a:cubicBezTo>
                      <a:cubicBezTo>
                        <a:pt x="370" y="153"/>
                        <a:pt x="381" y="165"/>
                        <a:pt x="381" y="170"/>
                      </a:cubicBezTo>
                      <a:cubicBezTo>
                        <a:pt x="381" y="175"/>
                        <a:pt x="374" y="175"/>
                        <a:pt x="371" y="179"/>
                      </a:cubicBezTo>
                      <a:cubicBezTo>
                        <a:pt x="368" y="183"/>
                        <a:pt x="369" y="197"/>
                        <a:pt x="369" y="197"/>
                      </a:cubicBezTo>
                      <a:cubicBezTo>
                        <a:pt x="339" y="200"/>
                        <a:pt x="339" y="200"/>
                        <a:pt x="339" y="200"/>
                      </a:cubicBezTo>
                      <a:cubicBezTo>
                        <a:pt x="335" y="195"/>
                        <a:pt x="335" y="195"/>
                        <a:pt x="335" y="195"/>
                      </a:cubicBezTo>
                      <a:cubicBezTo>
                        <a:pt x="328" y="201"/>
                        <a:pt x="328" y="201"/>
                        <a:pt x="328" y="201"/>
                      </a:cubicBezTo>
                      <a:cubicBezTo>
                        <a:pt x="313" y="201"/>
                        <a:pt x="313" y="201"/>
                        <a:pt x="313" y="201"/>
                      </a:cubicBezTo>
                      <a:cubicBezTo>
                        <a:pt x="309" y="208"/>
                        <a:pt x="309" y="208"/>
                        <a:pt x="309" y="208"/>
                      </a:cubicBezTo>
                      <a:cubicBezTo>
                        <a:pt x="302" y="203"/>
                        <a:pt x="302" y="203"/>
                        <a:pt x="302" y="203"/>
                      </a:cubicBezTo>
                      <a:cubicBezTo>
                        <a:pt x="281" y="204"/>
                        <a:pt x="281" y="204"/>
                        <a:pt x="281" y="204"/>
                      </a:cubicBezTo>
                      <a:cubicBezTo>
                        <a:pt x="278" y="194"/>
                        <a:pt x="278" y="194"/>
                        <a:pt x="278" y="194"/>
                      </a:cubicBezTo>
                      <a:cubicBezTo>
                        <a:pt x="272" y="186"/>
                        <a:pt x="272" y="186"/>
                        <a:pt x="272" y="186"/>
                      </a:cubicBezTo>
                      <a:cubicBezTo>
                        <a:pt x="272" y="186"/>
                        <a:pt x="270" y="178"/>
                        <a:pt x="265" y="172"/>
                      </a:cubicBezTo>
                      <a:cubicBezTo>
                        <a:pt x="260" y="166"/>
                        <a:pt x="254" y="163"/>
                        <a:pt x="254" y="163"/>
                      </a:cubicBezTo>
                      <a:cubicBezTo>
                        <a:pt x="254" y="163"/>
                        <a:pt x="256" y="147"/>
                        <a:pt x="255" y="141"/>
                      </a:cubicBezTo>
                      <a:cubicBezTo>
                        <a:pt x="254" y="135"/>
                        <a:pt x="244" y="128"/>
                        <a:pt x="244" y="128"/>
                      </a:cubicBezTo>
                      <a:cubicBezTo>
                        <a:pt x="243" y="98"/>
                        <a:pt x="243" y="98"/>
                        <a:pt x="243" y="98"/>
                      </a:cubicBezTo>
                      <a:cubicBezTo>
                        <a:pt x="243" y="98"/>
                        <a:pt x="237" y="94"/>
                        <a:pt x="232" y="85"/>
                      </a:cubicBezTo>
                      <a:cubicBezTo>
                        <a:pt x="227" y="76"/>
                        <a:pt x="209" y="84"/>
                        <a:pt x="209" y="84"/>
                      </a:cubicBezTo>
                      <a:cubicBezTo>
                        <a:pt x="195" y="83"/>
                        <a:pt x="195" y="83"/>
                        <a:pt x="195" y="83"/>
                      </a:cubicBezTo>
                      <a:cubicBezTo>
                        <a:pt x="185" y="86"/>
                        <a:pt x="185" y="86"/>
                        <a:pt x="185" y="86"/>
                      </a:cubicBezTo>
                      <a:cubicBezTo>
                        <a:pt x="185" y="86"/>
                        <a:pt x="178" y="86"/>
                        <a:pt x="173" y="86"/>
                      </a:cubicBezTo>
                      <a:cubicBezTo>
                        <a:pt x="168" y="86"/>
                        <a:pt x="155" y="84"/>
                        <a:pt x="155" y="84"/>
                      </a:cubicBezTo>
                      <a:cubicBezTo>
                        <a:pt x="155" y="84"/>
                        <a:pt x="137" y="87"/>
                        <a:pt x="130" y="88"/>
                      </a:cubicBezTo>
                      <a:cubicBezTo>
                        <a:pt x="123" y="89"/>
                        <a:pt x="112" y="82"/>
                        <a:pt x="112" y="82"/>
                      </a:cubicBezTo>
                      <a:cubicBezTo>
                        <a:pt x="97" y="86"/>
                        <a:pt x="97" y="86"/>
                        <a:pt x="97" y="86"/>
                      </a:cubicBezTo>
                      <a:cubicBezTo>
                        <a:pt x="89" y="84"/>
                        <a:pt x="89" y="84"/>
                        <a:pt x="89" y="84"/>
                      </a:cubicBezTo>
                      <a:cubicBezTo>
                        <a:pt x="84" y="86"/>
                        <a:pt x="84" y="86"/>
                        <a:pt x="84" y="86"/>
                      </a:cubicBezTo>
                      <a:cubicBezTo>
                        <a:pt x="67" y="84"/>
                        <a:pt x="67" y="84"/>
                        <a:pt x="67" y="84"/>
                      </a:cubicBezTo>
                      <a:cubicBezTo>
                        <a:pt x="44" y="94"/>
                        <a:pt x="44" y="94"/>
                        <a:pt x="44" y="94"/>
                      </a:cubicBezTo>
                      <a:cubicBezTo>
                        <a:pt x="44" y="95"/>
                        <a:pt x="44" y="96"/>
                        <a:pt x="43" y="97"/>
                      </a:cubicBezTo>
                      <a:cubicBezTo>
                        <a:pt x="37" y="101"/>
                        <a:pt x="32" y="102"/>
                        <a:pt x="32" y="102"/>
                      </a:cubicBezTo>
                      <a:cubicBezTo>
                        <a:pt x="32" y="102"/>
                        <a:pt x="45" y="121"/>
                        <a:pt x="48" y="128"/>
                      </a:cubicBezTo>
                      <a:cubicBezTo>
                        <a:pt x="51" y="135"/>
                        <a:pt x="60" y="138"/>
                        <a:pt x="60" y="138"/>
                      </a:cubicBezTo>
                      <a:cubicBezTo>
                        <a:pt x="56" y="157"/>
                        <a:pt x="56" y="157"/>
                        <a:pt x="56" y="157"/>
                      </a:cubicBezTo>
                      <a:cubicBezTo>
                        <a:pt x="56" y="157"/>
                        <a:pt x="88" y="194"/>
                        <a:pt x="85" y="221"/>
                      </a:cubicBezTo>
                      <a:cubicBezTo>
                        <a:pt x="82" y="248"/>
                        <a:pt x="69" y="254"/>
                        <a:pt x="69" y="254"/>
                      </a:cubicBezTo>
                      <a:cubicBezTo>
                        <a:pt x="68" y="271"/>
                        <a:pt x="68" y="271"/>
                        <a:pt x="68" y="271"/>
                      </a:cubicBezTo>
                      <a:cubicBezTo>
                        <a:pt x="75" y="270"/>
                        <a:pt x="75" y="270"/>
                        <a:pt x="75" y="270"/>
                      </a:cubicBezTo>
                      <a:cubicBezTo>
                        <a:pt x="75" y="270"/>
                        <a:pt x="71" y="293"/>
                        <a:pt x="85" y="314"/>
                      </a:cubicBezTo>
                      <a:cubicBezTo>
                        <a:pt x="99" y="335"/>
                        <a:pt x="111" y="373"/>
                        <a:pt x="108" y="388"/>
                      </a:cubicBezTo>
                      <a:cubicBezTo>
                        <a:pt x="105" y="403"/>
                        <a:pt x="94" y="420"/>
                        <a:pt x="94" y="420"/>
                      </a:cubicBezTo>
                      <a:cubicBezTo>
                        <a:pt x="94" y="420"/>
                        <a:pt x="101" y="436"/>
                        <a:pt x="93" y="442"/>
                      </a:cubicBezTo>
                      <a:cubicBezTo>
                        <a:pt x="85" y="448"/>
                        <a:pt x="72" y="446"/>
                        <a:pt x="72" y="446"/>
                      </a:cubicBezTo>
                      <a:cubicBezTo>
                        <a:pt x="66" y="460"/>
                        <a:pt x="66" y="460"/>
                        <a:pt x="66" y="460"/>
                      </a:cubicBezTo>
                      <a:cubicBezTo>
                        <a:pt x="68" y="475"/>
                        <a:pt x="68" y="475"/>
                        <a:pt x="68" y="475"/>
                      </a:cubicBezTo>
                      <a:cubicBezTo>
                        <a:pt x="68" y="475"/>
                        <a:pt x="43" y="472"/>
                        <a:pt x="44" y="484"/>
                      </a:cubicBezTo>
                      <a:cubicBezTo>
                        <a:pt x="45" y="496"/>
                        <a:pt x="41" y="514"/>
                        <a:pt x="41" y="514"/>
                      </a:cubicBezTo>
                      <a:cubicBezTo>
                        <a:pt x="34" y="524"/>
                        <a:pt x="34" y="524"/>
                        <a:pt x="34" y="524"/>
                      </a:cubicBezTo>
                      <a:cubicBezTo>
                        <a:pt x="34" y="524"/>
                        <a:pt x="38" y="556"/>
                        <a:pt x="35" y="566"/>
                      </a:cubicBezTo>
                      <a:cubicBezTo>
                        <a:pt x="32" y="576"/>
                        <a:pt x="21" y="579"/>
                        <a:pt x="21" y="579"/>
                      </a:cubicBezTo>
                      <a:cubicBezTo>
                        <a:pt x="21" y="606"/>
                        <a:pt x="21" y="606"/>
                        <a:pt x="21" y="606"/>
                      </a:cubicBezTo>
                      <a:cubicBezTo>
                        <a:pt x="6" y="618"/>
                        <a:pt x="6" y="618"/>
                        <a:pt x="6" y="618"/>
                      </a:cubicBezTo>
                      <a:cubicBezTo>
                        <a:pt x="6" y="645"/>
                        <a:pt x="6" y="645"/>
                        <a:pt x="6" y="645"/>
                      </a:cubicBezTo>
                      <a:cubicBezTo>
                        <a:pt x="13" y="654"/>
                        <a:pt x="13" y="654"/>
                        <a:pt x="13" y="654"/>
                      </a:cubicBezTo>
                      <a:cubicBezTo>
                        <a:pt x="0" y="669"/>
                        <a:pt x="0" y="669"/>
                        <a:pt x="0" y="669"/>
                      </a:cubicBezTo>
                      <a:cubicBezTo>
                        <a:pt x="3" y="696"/>
                        <a:pt x="3" y="696"/>
                        <a:pt x="3" y="696"/>
                      </a:cubicBezTo>
                      <a:cubicBezTo>
                        <a:pt x="13" y="695"/>
                        <a:pt x="13" y="695"/>
                        <a:pt x="13" y="695"/>
                      </a:cubicBezTo>
                      <a:cubicBezTo>
                        <a:pt x="24" y="691"/>
                        <a:pt x="24" y="691"/>
                        <a:pt x="24" y="691"/>
                      </a:cubicBezTo>
                      <a:cubicBezTo>
                        <a:pt x="31" y="696"/>
                        <a:pt x="31" y="696"/>
                        <a:pt x="31" y="696"/>
                      </a:cubicBezTo>
                      <a:cubicBezTo>
                        <a:pt x="31" y="696"/>
                        <a:pt x="43" y="696"/>
                        <a:pt x="50" y="695"/>
                      </a:cubicBezTo>
                      <a:cubicBezTo>
                        <a:pt x="57" y="694"/>
                        <a:pt x="61" y="680"/>
                        <a:pt x="61" y="680"/>
                      </a:cubicBezTo>
                      <a:cubicBezTo>
                        <a:pt x="61" y="680"/>
                        <a:pt x="82" y="682"/>
                        <a:pt x="81" y="681"/>
                      </a:cubicBezTo>
                      <a:cubicBezTo>
                        <a:pt x="85" y="692"/>
                        <a:pt x="119" y="705"/>
                        <a:pt x="119" y="705"/>
                      </a:cubicBezTo>
                      <a:cubicBezTo>
                        <a:pt x="322" y="703"/>
                        <a:pt x="322" y="703"/>
                        <a:pt x="322" y="703"/>
                      </a:cubicBezTo>
                      <a:cubicBezTo>
                        <a:pt x="322" y="703"/>
                        <a:pt x="331" y="722"/>
                        <a:pt x="338" y="724"/>
                      </a:cubicBezTo>
                      <a:cubicBezTo>
                        <a:pt x="345" y="726"/>
                        <a:pt x="361" y="724"/>
                        <a:pt x="361" y="724"/>
                      </a:cubicBezTo>
                      <a:cubicBezTo>
                        <a:pt x="365" y="730"/>
                        <a:pt x="365" y="730"/>
                        <a:pt x="365" y="730"/>
                      </a:cubicBezTo>
                      <a:cubicBezTo>
                        <a:pt x="411" y="729"/>
                        <a:pt x="411" y="729"/>
                        <a:pt x="411" y="729"/>
                      </a:cubicBezTo>
                      <a:cubicBezTo>
                        <a:pt x="417" y="735"/>
                        <a:pt x="417" y="735"/>
                        <a:pt x="417" y="735"/>
                      </a:cubicBezTo>
                      <a:cubicBezTo>
                        <a:pt x="417" y="735"/>
                        <a:pt x="435" y="735"/>
                        <a:pt x="463" y="735"/>
                      </a:cubicBezTo>
                      <a:cubicBezTo>
                        <a:pt x="491" y="735"/>
                        <a:pt x="551" y="715"/>
                        <a:pt x="551" y="715"/>
                      </a:cubicBezTo>
                      <a:cubicBezTo>
                        <a:pt x="493" y="657"/>
                        <a:pt x="493" y="657"/>
                        <a:pt x="493" y="657"/>
                      </a:cubicBezTo>
                      <a:cubicBezTo>
                        <a:pt x="493" y="645"/>
                        <a:pt x="493" y="645"/>
                        <a:pt x="493" y="645"/>
                      </a:cubicBezTo>
                      <a:cubicBezTo>
                        <a:pt x="487" y="635"/>
                        <a:pt x="487" y="635"/>
                        <a:pt x="487" y="635"/>
                      </a:cubicBezTo>
                      <a:cubicBezTo>
                        <a:pt x="488" y="468"/>
                        <a:pt x="488" y="468"/>
                        <a:pt x="488" y="468"/>
                      </a:cubicBezTo>
                      <a:cubicBezTo>
                        <a:pt x="571" y="470"/>
                        <a:pt x="571" y="470"/>
                        <a:pt x="571" y="470"/>
                      </a:cubicBezTo>
                      <a:cubicBezTo>
                        <a:pt x="571" y="470"/>
                        <a:pt x="582" y="470"/>
                        <a:pt x="584" y="463"/>
                      </a:cubicBezTo>
                      <a:cubicBezTo>
                        <a:pt x="586" y="456"/>
                        <a:pt x="580" y="440"/>
                        <a:pt x="580" y="440"/>
                      </a:cubicBezTo>
                      <a:cubicBezTo>
                        <a:pt x="593" y="437"/>
                        <a:pt x="593" y="437"/>
                        <a:pt x="593" y="437"/>
                      </a:cubicBezTo>
                      <a:cubicBezTo>
                        <a:pt x="585" y="426"/>
                        <a:pt x="585" y="426"/>
                        <a:pt x="585" y="426"/>
                      </a:cubicBezTo>
                      <a:cubicBezTo>
                        <a:pt x="583" y="391"/>
                        <a:pt x="583" y="391"/>
                        <a:pt x="583" y="391"/>
                      </a:cubicBezTo>
                      <a:cubicBezTo>
                        <a:pt x="583" y="391"/>
                        <a:pt x="591" y="389"/>
                        <a:pt x="594" y="386"/>
                      </a:cubicBezTo>
                      <a:cubicBezTo>
                        <a:pt x="597" y="383"/>
                        <a:pt x="583" y="362"/>
                        <a:pt x="583" y="36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8" name="Freeform 310"/>
                <p:cNvSpPr>
                  <a:spLocks/>
                </p:cNvSpPr>
                <p:nvPr/>
              </p:nvSpPr>
              <p:spPr bwMode="gray">
                <a:xfrm>
                  <a:off x="-3241" y="-9850"/>
                  <a:ext cx="245" cy="232"/>
                </a:xfrm>
                <a:custGeom>
                  <a:avLst/>
                  <a:gdLst>
                    <a:gd name="T0" fmla="*/ 35 w 104"/>
                    <a:gd name="T1" fmla="*/ 98 h 98"/>
                    <a:gd name="T2" fmla="*/ 52 w 104"/>
                    <a:gd name="T3" fmla="*/ 91 h 98"/>
                    <a:gd name="T4" fmla="*/ 57 w 104"/>
                    <a:gd name="T5" fmla="*/ 74 h 98"/>
                    <a:gd name="T6" fmla="*/ 87 w 104"/>
                    <a:gd name="T7" fmla="*/ 74 h 98"/>
                    <a:gd name="T8" fmla="*/ 90 w 104"/>
                    <a:gd name="T9" fmla="*/ 74 h 98"/>
                    <a:gd name="T10" fmla="*/ 104 w 104"/>
                    <a:gd name="T11" fmla="*/ 64 h 98"/>
                    <a:gd name="T12" fmla="*/ 98 w 104"/>
                    <a:gd name="T13" fmla="*/ 44 h 98"/>
                    <a:gd name="T14" fmla="*/ 100 w 104"/>
                    <a:gd name="T15" fmla="*/ 31 h 98"/>
                    <a:gd name="T16" fmla="*/ 86 w 104"/>
                    <a:gd name="T17" fmla="*/ 13 h 98"/>
                    <a:gd name="T18" fmla="*/ 91 w 104"/>
                    <a:gd name="T19" fmla="*/ 0 h 98"/>
                    <a:gd name="T20" fmla="*/ 75 w 104"/>
                    <a:gd name="T21" fmla="*/ 1 h 98"/>
                    <a:gd name="T22" fmla="*/ 64 w 104"/>
                    <a:gd name="T23" fmla="*/ 25 h 98"/>
                    <a:gd name="T24" fmla="*/ 52 w 104"/>
                    <a:gd name="T25" fmla="*/ 17 h 98"/>
                    <a:gd name="T26" fmla="*/ 42 w 104"/>
                    <a:gd name="T27" fmla="*/ 17 h 98"/>
                    <a:gd name="T28" fmla="*/ 17 w 104"/>
                    <a:gd name="T29" fmla="*/ 36 h 98"/>
                    <a:gd name="T30" fmla="*/ 24 w 104"/>
                    <a:gd name="T31" fmla="*/ 58 h 98"/>
                    <a:gd name="T32" fmla="*/ 4 w 104"/>
                    <a:gd name="T33" fmla="*/ 80 h 98"/>
                    <a:gd name="T34" fmla="*/ 22 w 104"/>
                    <a:gd name="T35" fmla="*/ 85 h 98"/>
                    <a:gd name="T36" fmla="*/ 35 w 104"/>
                    <a:gd name="T37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4" h="98">
                      <a:moveTo>
                        <a:pt x="35" y="98"/>
                      </a:moveTo>
                      <a:cubicBezTo>
                        <a:pt x="39" y="98"/>
                        <a:pt x="52" y="91"/>
                        <a:pt x="52" y="91"/>
                      </a:cubicBezTo>
                      <a:cubicBezTo>
                        <a:pt x="57" y="74"/>
                        <a:pt x="57" y="74"/>
                        <a:pt x="57" y="74"/>
                      </a:cubicBezTo>
                      <a:cubicBezTo>
                        <a:pt x="87" y="74"/>
                        <a:pt x="87" y="74"/>
                        <a:pt x="87" y="74"/>
                      </a:cubicBezTo>
                      <a:cubicBezTo>
                        <a:pt x="90" y="74"/>
                        <a:pt x="90" y="74"/>
                        <a:pt x="90" y="74"/>
                      </a:cubicBezTo>
                      <a:cubicBezTo>
                        <a:pt x="96" y="73"/>
                        <a:pt x="104" y="71"/>
                        <a:pt x="104" y="64"/>
                      </a:cubicBezTo>
                      <a:cubicBezTo>
                        <a:pt x="104" y="52"/>
                        <a:pt x="98" y="44"/>
                        <a:pt x="98" y="44"/>
                      </a:cubicBezTo>
                      <a:cubicBezTo>
                        <a:pt x="98" y="44"/>
                        <a:pt x="104" y="39"/>
                        <a:pt x="100" y="31"/>
                      </a:cubicBezTo>
                      <a:cubicBezTo>
                        <a:pt x="96" y="23"/>
                        <a:pt x="86" y="13"/>
                        <a:pt x="86" y="13"/>
                      </a:cubicBezTo>
                      <a:cubicBezTo>
                        <a:pt x="91" y="0"/>
                        <a:pt x="91" y="0"/>
                        <a:pt x="91" y="0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1"/>
                        <a:pt x="71" y="17"/>
                        <a:pt x="64" y="25"/>
                      </a:cubicBezTo>
                      <a:cubicBezTo>
                        <a:pt x="58" y="32"/>
                        <a:pt x="52" y="17"/>
                        <a:pt x="52" y="17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2" y="17"/>
                        <a:pt x="18" y="28"/>
                        <a:pt x="17" y="36"/>
                      </a:cubicBezTo>
                      <a:cubicBezTo>
                        <a:pt x="15" y="44"/>
                        <a:pt x="25" y="55"/>
                        <a:pt x="24" y="58"/>
                      </a:cubicBezTo>
                      <a:cubicBezTo>
                        <a:pt x="22" y="62"/>
                        <a:pt x="0" y="72"/>
                        <a:pt x="4" y="80"/>
                      </a:cubicBezTo>
                      <a:cubicBezTo>
                        <a:pt x="8" y="88"/>
                        <a:pt x="22" y="85"/>
                        <a:pt x="22" y="85"/>
                      </a:cubicBezTo>
                      <a:cubicBezTo>
                        <a:pt x="22" y="85"/>
                        <a:pt x="31" y="98"/>
                        <a:pt x="35" y="9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9" name="Freeform 311"/>
                <p:cNvSpPr>
                  <a:spLocks/>
                </p:cNvSpPr>
                <p:nvPr/>
              </p:nvSpPr>
              <p:spPr bwMode="gray">
                <a:xfrm>
                  <a:off x="-4855" y="-11376"/>
                  <a:ext cx="1451" cy="1103"/>
                </a:xfrm>
                <a:custGeom>
                  <a:avLst/>
                  <a:gdLst>
                    <a:gd name="T0" fmla="*/ 589 w 614"/>
                    <a:gd name="T1" fmla="*/ 267 h 467"/>
                    <a:gd name="T2" fmla="*/ 575 w 614"/>
                    <a:gd name="T3" fmla="*/ 253 h 467"/>
                    <a:gd name="T4" fmla="*/ 573 w 614"/>
                    <a:gd name="T5" fmla="*/ 236 h 467"/>
                    <a:gd name="T6" fmla="*/ 542 w 614"/>
                    <a:gd name="T7" fmla="*/ 203 h 467"/>
                    <a:gd name="T8" fmla="*/ 521 w 614"/>
                    <a:gd name="T9" fmla="*/ 175 h 467"/>
                    <a:gd name="T10" fmla="*/ 502 w 614"/>
                    <a:gd name="T11" fmla="*/ 152 h 467"/>
                    <a:gd name="T12" fmla="*/ 467 w 614"/>
                    <a:gd name="T13" fmla="*/ 130 h 467"/>
                    <a:gd name="T14" fmla="*/ 433 w 614"/>
                    <a:gd name="T15" fmla="*/ 120 h 467"/>
                    <a:gd name="T16" fmla="*/ 431 w 614"/>
                    <a:gd name="T17" fmla="*/ 102 h 467"/>
                    <a:gd name="T18" fmla="*/ 402 w 614"/>
                    <a:gd name="T19" fmla="*/ 8 h 467"/>
                    <a:gd name="T20" fmla="*/ 385 w 614"/>
                    <a:gd name="T21" fmla="*/ 0 h 467"/>
                    <a:gd name="T22" fmla="*/ 345 w 614"/>
                    <a:gd name="T23" fmla="*/ 38 h 467"/>
                    <a:gd name="T24" fmla="*/ 320 w 614"/>
                    <a:gd name="T25" fmla="*/ 55 h 467"/>
                    <a:gd name="T26" fmla="*/ 222 w 614"/>
                    <a:gd name="T27" fmla="*/ 107 h 467"/>
                    <a:gd name="T28" fmla="*/ 223 w 614"/>
                    <a:gd name="T29" fmla="*/ 132 h 467"/>
                    <a:gd name="T30" fmla="*/ 151 w 614"/>
                    <a:gd name="T31" fmla="*/ 160 h 467"/>
                    <a:gd name="T32" fmla="*/ 108 w 614"/>
                    <a:gd name="T33" fmla="*/ 165 h 467"/>
                    <a:gd name="T34" fmla="*/ 56 w 614"/>
                    <a:gd name="T35" fmla="*/ 186 h 467"/>
                    <a:gd name="T36" fmla="*/ 35 w 614"/>
                    <a:gd name="T37" fmla="*/ 224 h 467"/>
                    <a:gd name="T38" fmla="*/ 24 w 614"/>
                    <a:gd name="T39" fmla="*/ 249 h 467"/>
                    <a:gd name="T40" fmla="*/ 15 w 614"/>
                    <a:gd name="T41" fmla="*/ 273 h 467"/>
                    <a:gd name="T42" fmla="*/ 7 w 614"/>
                    <a:gd name="T43" fmla="*/ 306 h 467"/>
                    <a:gd name="T44" fmla="*/ 19 w 614"/>
                    <a:gd name="T45" fmla="*/ 344 h 467"/>
                    <a:gd name="T46" fmla="*/ 36 w 614"/>
                    <a:gd name="T47" fmla="*/ 381 h 467"/>
                    <a:gd name="T48" fmla="*/ 79 w 614"/>
                    <a:gd name="T49" fmla="*/ 428 h 467"/>
                    <a:gd name="T50" fmla="*/ 83 w 614"/>
                    <a:gd name="T51" fmla="*/ 461 h 467"/>
                    <a:gd name="T52" fmla="*/ 106 w 614"/>
                    <a:gd name="T53" fmla="*/ 441 h 467"/>
                    <a:gd name="T54" fmla="*/ 108 w 614"/>
                    <a:gd name="T55" fmla="*/ 400 h 467"/>
                    <a:gd name="T56" fmla="*/ 147 w 614"/>
                    <a:gd name="T57" fmla="*/ 390 h 467"/>
                    <a:gd name="T58" fmla="*/ 193 w 614"/>
                    <a:gd name="T59" fmla="*/ 394 h 467"/>
                    <a:gd name="T60" fmla="*/ 203 w 614"/>
                    <a:gd name="T61" fmla="*/ 370 h 467"/>
                    <a:gd name="T62" fmla="*/ 218 w 614"/>
                    <a:gd name="T63" fmla="*/ 344 h 467"/>
                    <a:gd name="T64" fmla="*/ 273 w 614"/>
                    <a:gd name="T65" fmla="*/ 330 h 467"/>
                    <a:gd name="T66" fmla="*/ 295 w 614"/>
                    <a:gd name="T67" fmla="*/ 351 h 467"/>
                    <a:gd name="T68" fmla="*/ 335 w 614"/>
                    <a:gd name="T69" fmla="*/ 362 h 467"/>
                    <a:gd name="T70" fmla="*/ 385 w 614"/>
                    <a:gd name="T71" fmla="*/ 368 h 467"/>
                    <a:gd name="T72" fmla="*/ 410 w 614"/>
                    <a:gd name="T73" fmla="*/ 328 h 467"/>
                    <a:gd name="T74" fmla="*/ 449 w 614"/>
                    <a:gd name="T75" fmla="*/ 330 h 467"/>
                    <a:gd name="T76" fmla="*/ 477 w 614"/>
                    <a:gd name="T77" fmla="*/ 316 h 467"/>
                    <a:gd name="T78" fmla="*/ 512 w 614"/>
                    <a:gd name="T79" fmla="*/ 321 h 467"/>
                    <a:gd name="T80" fmla="*/ 539 w 614"/>
                    <a:gd name="T81" fmla="*/ 311 h 467"/>
                    <a:gd name="T82" fmla="*/ 586 w 614"/>
                    <a:gd name="T83" fmla="*/ 319 h 467"/>
                    <a:gd name="T84" fmla="*/ 606 w 614"/>
                    <a:gd name="T85" fmla="*/ 281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14" h="467">
                      <a:moveTo>
                        <a:pt x="606" y="281"/>
                      </a:moveTo>
                      <a:cubicBezTo>
                        <a:pt x="598" y="273"/>
                        <a:pt x="589" y="267"/>
                        <a:pt x="589" y="267"/>
                      </a:cubicBezTo>
                      <a:cubicBezTo>
                        <a:pt x="574" y="266"/>
                        <a:pt x="574" y="266"/>
                        <a:pt x="574" y="266"/>
                      </a:cubicBezTo>
                      <a:cubicBezTo>
                        <a:pt x="575" y="253"/>
                        <a:pt x="575" y="253"/>
                        <a:pt x="575" y="253"/>
                      </a:cubicBezTo>
                      <a:cubicBezTo>
                        <a:pt x="575" y="253"/>
                        <a:pt x="568" y="250"/>
                        <a:pt x="567" y="244"/>
                      </a:cubicBezTo>
                      <a:cubicBezTo>
                        <a:pt x="566" y="238"/>
                        <a:pt x="573" y="244"/>
                        <a:pt x="573" y="236"/>
                      </a:cubicBezTo>
                      <a:cubicBezTo>
                        <a:pt x="573" y="228"/>
                        <a:pt x="558" y="227"/>
                        <a:pt x="558" y="227"/>
                      </a:cubicBezTo>
                      <a:cubicBezTo>
                        <a:pt x="558" y="227"/>
                        <a:pt x="549" y="204"/>
                        <a:pt x="542" y="203"/>
                      </a:cubicBezTo>
                      <a:cubicBezTo>
                        <a:pt x="535" y="202"/>
                        <a:pt x="521" y="200"/>
                        <a:pt x="515" y="190"/>
                      </a:cubicBezTo>
                      <a:cubicBezTo>
                        <a:pt x="509" y="180"/>
                        <a:pt x="524" y="186"/>
                        <a:pt x="521" y="175"/>
                      </a:cubicBezTo>
                      <a:cubicBezTo>
                        <a:pt x="518" y="164"/>
                        <a:pt x="502" y="165"/>
                        <a:pt x="502" y="165"/>
                      </a:cubicBezTo>
                      <a:cubicBezTo>
                        <a:pt x="502" y="152"/>
                        <a:pt x="502" y="152"/>
                        <a:pt x="502" y="152"/>
                      </a:cubicBezTo>
                      <a:cubicBezTo>
                        <a:pt x="502" y="152"/>
                        <a:pt x="472" y="154"/>
                        <a:pt x="466" y="146"/>
                      </a:cubicBezTo>
                      <a:cubicBezTo>
                        <a:pt x="460" y="138"/>
                        <a:pt x="467" y="130"/>
                        <a:pt x="467" y="130"/>
                      </a:cubicBezTo>
                      <a:cubicBezTo>
                        <a:pt x="467" y="123"/>
                        <a:pt x="467" y="123"/>
                        <a:pt x="467" y="123"/>
                      </a:cubicBezTo>
                      <a:cubicBezTo>
                        <a:pt x="433" y="120"/>
                        <a:pt x="433" y="120"/>
                        <a:pt x="433" y="120"/>
                      </a:cubicBezTo>
                      <a:cubicBezTo>
                        <a:pt x="439" y="109"/>
                        <a:pt x="439" y="109"/>
                        <a:pt x="439" y="109"/>
                      </a:cubicBezTo>
                      <a:cubicBezTo>
                        <a:pt x="439" y="109"/>
                        <a:pt x="430" y="112"/>
                        <a:pt x="431" y="102"/>
                      </a:cubicBezTo>
                      <a:cubicBezTo>
                        <a:pt x="432" y="92"/>
                        <a:pt x="447" y="85"/>
                        <a:pt x="443" y="63"/>
                      </a:cubicBezTo>
                      <a:cubicBezTo>
                        <a:pt x="439" y="41"/>
                        <a:pt x="402" y="8"/>
                        <a:pt x="402" y="8"/>
                      </a:cubicBezTo>
                      <a:cubicBezTo>
                        <a:pt x="401" y="1"/>
                        <a:pt x="401" y="1"/>
                        <a:pt x="401" y="1"/>
                      </a:cubicBezTo>
                      <a:cubicBezTo>
                        <a:pt x="385" y="0"/>
                        <a:pt x="385" y="0"/>
                        <a:pt x="385" y="0"/>
                      </a:cubicBezTo>
                      <a:cubicBezTo>
                        <a:pt x="348" y="18"/>
                        <a:pt x="348" y="18"/>
                        <a:pt x="348" y="18"/>
                      </a:cubicBezTo>
                      <a:cubicBezTo>
                        <a:pt x="345" y="38"/>
                        <a:pt x="345" y="38"/>
                        <a:pt x="345" y="38"/>
                      </a:cubicBezTo>
                      <a:cubicBezTo>
                        <a:pt x="333" y="50"/>
                        <a:pt x="333" y="50"/>
                        <a:pt x="333" y="50"/>
                      </a:cubicBezTo>
                      <a:cubicBezTo>
                        <a:pt x="320" y="55"/>
                        <a:pt x="320" y="55"/>
                        <a:pt x="320" y="55"/>
                      </a:cubicBezTo>
                      <a:cubicBezTo>
                        <a:pt x="320" y="55"/>
                        <a:pt x="325" y="77"/>
                        <a:pt x="293" y="92"/>
                      </a:cubicBezTo>
                      <a:cubicBezTo>
                        <a:pt x="262" y="107"/>
                        <a:pt x="222" y="107"/>
                        <a:pt x="222" y="107"/>
                      </a:cubicBezTo>
                      <a:cubicBezTo>
                        <a:pt x="208" y="115"/>
                        <a:pt x="208" y="115"/>
                        <a:pt x="208" y="115"/>
                      </a:cubicBezTo>
                      <a:cubicBezTo>
                        <a:pt x="208" y="115"/>
                        <a:pt x="228" y="125"/>
                        <a:pt x="223" y="132"/>
                      </a:cubicBezTo>
                      <a:cubicBezTo>
                        <a:pt x="218" y="138"/>
                        <a:pt x="203" y="160"/>
                        <a:pt x="203" y="160"/>
                      </a:cubicBezTo>
                      <a:cubicBezTo>
                        <a:pt x="203" y="160"/>
                        <a:pt x="170" y="160"/>
                        <a:pt x="151" y="160"/>
                      </a:cubicBezTo>
                      <a:cubicBezTo>
                        <a:pt x="133" y="160"/>
                        <a:pt x="138" y="180"/>
                        <a:pt x="120" y="185"/>
                      </a:cubicBezTo>
                      <a:cubicBezTo>
                        <a:pt x="101" y="190"/>
                        <a:pt x="108" y="165"/>
                        <a:pt x="108" y="165"/>
                      </a:cubicBezTo>
                      <a:cubicBezTo>
                        <a:pt x="108" y="165"/>
                        <a:pt x="88" y="180"/>
                        <a:pt x="78" y="187"/>
                      </a:cubicBezTo>
                      <a:cubicBezTo>
                        <a:pt x="68" y="193"/>
                        <a:pt x="56" y="186"/>
                        <a:pt x="56" y="186"/>
                      </a:cubicBezTo>
                      <a:cubicBezTo>
                        <a:pt x="56" y="186"/>
                        <a:pt x="38" y="196"/>
                        <a:pt x="37" y="204"/>
                      </a:cubicBezTo>
                      <a:cubicBezTo>
                        <a:pt x="36" y="212"/>
                        <a:pt x="35" y="224"/>
                        <a:pt x="35" y="224"/>
                      </a:cubicBezTo>
                      <a:cubicBezTo>
                        <a:pt x="29" y="224"/>
                        <a:pt x="29" y="224"/>
                        <a:pt x="29" y="224"/>
                      </a:cubicBezTo>
                      <a:cubicBezTo>
                        <a:pt x="24" y="249"/>
                        <a:pt x="24" y="249"/>
                        <a:pt x="24" y="249"/>
                      </a:cubicBezTo>
                      <a:cubicBezTo>
                        <a:pt x="24" y="249"/>
                        <a:pt x="2" y="256"/>
                        <a:pt x="1" y="264"/>
                      </a:cubicBezTo>
                      <a:cubicBezTo>
                        <a:pt x="0" y="272"/>
                        <a:pt x="15" y="273"/>
                        <a:pt x="15" y="273"/>
                      </a:cubicBezTo>
                      <a:cubicBezTo>
                        <a:pt x="14" y="298"/>
                        <a:pt x="14" y="298"/>
                        <a:pt x="14" y="298"/>
                      </a:cubicBezTo>
                      <a:cubicBezTo>
                        <a:pt x="7" y="306"/>
                        <a:pt x="7" y="306"/>
                        <a:pt x="7" y="306"/>
                      </a:cubicBezTo>
                      <a:cubicBezTo>
                        <a:pt x="19" y="313"/>
                        <a:pt x="19" y="313"/>
                        <a:pt x="19" y="313"/>
                      </a:cubicBezTo>
                      <a:cubicBezTo>
                        <a:pt x="19" y="344"/>
                        <a:pt x="19" y="344"/>
                        <a:pt x="19" y="344"/>
                      </a:cubicBezTo>
                      <a:cubicBezTo>
                        <a:pt x="19" y="344"/>
                        <a:pt x="36" y="355"/>
                        <a:pt x="38" y="358"/>
                      </a:cubicBezTo>
                      <a:cubicBezTo>
                        <a:pt x="40" y="361"/>
                        <a:pt x="36" y="381"/>
                        <a:pt x="36" y="381"/>
                      </a:cubicBezTo>
                      <a:cubicBezTo>
                        <a:pt x="36" y="381"/>
                        <a:pt x="47" y="404"/>
                        <a:pt x="57" y="412"/>
                      </a:cubicBezTo>
                      <a:cubicBezTo>
                        <a:pt x="67" y="420"/>
                        <a:pt x="79" y="428"/>
                        <a:pt x="79" y="428"/>
                      </a:cubicBezTo>
                      <a:cubicBezTo>
                        <a:pt x="83" y="442"/>
                        <a:pt x="83" y="442"/>
                        <a:pt x="83" y="442"/>
                      </a:cubicBezTo>
                      <a:cubicBezTo>
                        <a:pt x="83" y="461"/>
                        <a:pt x="83" y="461"/>
                        <a:pt x="83" y="461"/>
                      </a:cubicBezTo>
                      <a:cubicBezTo>
                        <a:pt x="88" y="467"/>
                        <a:pt x="88" y="467"/>
                        <a:pt x="88" y="467"/>
                      </a:cubicBezTo>
                      <a:cubicBezTo>
                        <a:pt x="88" y="467"/>
                        <a:pt x="104" y="448"/>
                        <a:pt x="106" y="441"/>
                      </a:cubicBezTo>
                      <a:cubicBezTo>
                        <a:pt x="108" y="434"/>
                        <a:pt x="98" y="421"/>
                        <a:pt x="98" y="421"/>
                      </a:cubicBezTo>
                      <a:cubicBezTo>
                        <a:pt x="108" y="400"/>
                        <a:pt x="108" y="400"/>
                        <a:pt x="108" y="400"/>
                      </a:cubicBezTo>
                      <a:cubicBezTo>
                        <a:pt x="128" y="401"/>
                        <a:pt x="128" y="401"/>
                        <a:pt x="128" y="401"/>
                      </a:cubicBezTo>
                      <a:cubicBezTo>
                        <a:pt x="128" y="401"/>
                        <a:pt x="141" y="390"/>
                        <a:pt x="147" y="390"/>
                      </a:cubicBezTo>
                      <a:cubicBezTo>
                        <a:pt x="153" y="390"/>
                        <a:pt x="167" y="398"/>
                        <a:pt x="178" y="399"/>
                      </a:cubicBezTo>
                      <a:cubicBezTo>
                        <a:pt x="189" y="400"/>
                        <a:pt x="193" y="394"/>
                        <a:pt x="193" y="394"/>
                      </a:cubicBezTo>
                      <a:cubicBezTo>
                        <a:pt x="203" y="380"/>
                        <a:pt x="203" y="380"/>
                        <a:pt x="203" y="380"/>
                      </a:cubicBezTo>
                      <a:cubicBezTo>
                        <a:pt x="203" y="370"/>
                        <a:pt x="203" y="370"/>
                        <a:pt x="203" y="370"/>
                      </a:cubicBezTo>
                      <a:cubicBezTo>
                        <a:pt x="203" y="370"/>
                        <a:pt x="193" y="367"/>
                        <a:pt x="201" y="357"/>
                      </a:cubicBezTo>
                      <a:cubicBezTo>
                        <a:pt x="209" y="347"/>
                        <a:pt x="208" y="358"/>
                        <a:pt x="218" y="344"/>
                      </a:cubicBezTo>
                      <a:cubicBezTo>
                        <a:pt x="228" y="330"/>
                        <a:pt x="218" y="311"/>
                        <a:pt x="247" y="313"/>
                      </a:cubicBezTo>
                      <a:cubicBezTo>
                        <a:pt x="276" y="315"/>
                        <a:pt x="273" y="330"/>
                        <a:pt x="273" y="330"/>
                      </a:cubicBezTo>
                      <a:cubicBezTo>
                        <a:pt x="273" y="330"/>
                        <a:pt x="286" y="328"/>
                        <a:pt x="289" y="332"/>
                      </a:cubicBezTo>
                      <a:cubicBezTo>
                        <a:pt x="292" y="336"/>
                        <a:pt x="280" y="351"/>
                        <a:pt x="295" y="351"/>
                      </a:cubicBezTo>
                      <a:cubicBezTo>
                        <a:pt x="310" y="351"/>
                        <a:pt x="319" y="351"/>
                        <a:pt x="319" y="351"/>
                      </a:cubicBezTo>
                      <a:cubicBezTo>
                        <a:pt x="319" y="351"/>
                        <a:pt x="325" y="363"/>
                        <a:pt x="335" y="362"/>
                      </a:cubicBezTo>
                      <a:cubicBezTo>
                        <a:pt x="345" y="361"/>
                        <a:pt x="363" y="361"/>
                        <a:pt x="363" y="361"/>
                      </a:cubicBezTo>
                      <a:cubicBezTo>
                        <a:pt x="363" y="361"/>
                        <a:pt x="376" y="375"/>
                        <a:pt x="385" y="368"/>
                      </a:cubicBezTo>
                      <a:cubicBezTo>
                        <a:pt x="394" y="361"/>
                        <a:pt x="389" y="347"/>
                        <a:pt x="396" y="344"/>
                      </a:cubicBezTo>
                      <a:cubicBezTo>
                        <a:pt x="403" y="341"/>
                        <a:pt x="410" y="328"/>
                        <a:pt x="410" y="328"/>
                      </a:cubicBezTo>
                      <a:cubicBezTo>
                        <a:pt x="410" y="328"/>
                        <a:pt x="424" y="349"/>
                        <a:pt x="430" y="344"/>
                      </a:cubicBezTo>
                      <a:cubicBezTo>
                        <a:pt x="436" y="339"/>
                        <a:pt x="449" y="330"/>
                        <a:pt x="449" y="330"/>
                      </a:cubicBezTo>
                      <a:cubicBezTo>
                        <a:pt x="461" y="330"/>
                        <a:pt x="461" y="330"/>
                        <a:pt x="461" y="330"/>
                      </a:cubicBezTo>
                      <a:cubicBezTo>
                        <a:pt x="477" y="316"/>
                        <a:pt x="477" y="316"/>
                        <a:pt x="477" y="316"/>
                      </a:cubicBezTo>
                      <a:cubicBezTo>
                        <a:pt x="477" y="316"/>
                        <a:pt x="486" y="326"/>
                        <a:pt x="490" y="326"/>
                      </a:cubicBezTo>
                      <a:cubicBezTo>
                        <a:pt x="494" y="326"/>
                        <a:pt x="512" y="321"/>
                        <a:pt x="512" y="321"/>
                      </a:cubicBezTo>
                      <a:cubicBezTo>
                        <a:pt x="512" y="321"/>
                        <a:pt x="517" y="300"/>
                        <a:pt x="524" y="299"/>
                      </a:cubicBezTo>
                      <a:cubicBezTo>
                        <a:pt x="531" y="298"/>
                        <a:pt x="539" y="311"/>
                        <a:pt x="539" y="311"/>
                      </a:cubicBezTo>
                      <a:cubicBezTo>
                        <a:pt x="560" y="308"/>
                        <a:pt x="560" y="308"/>
                        <a:pt x="560" y="308"/>
                      </a:cubicBezTo>
                      <a:cubicBezTo>
                        <a:pt x="560" y="308"/>
                        <a:pt x="566" y="324"/>
                        <a:pt x="586" y="319"/>
                      </a:cubicBezTo>
                      <a:cubicBezTo>
                        <a:pt x="606" y="314"/>
                        <a:pt x="610" y="303"/>
                        <a:pt x="610" y="303"/>
                      </a:cubicBezTo>
                      <a:cubicBezTo>
                        <a:pt x="610" y="303"/>
                        <a:pt x="614" y="289"/>
                        <a:pt x="606" y="28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0" name="Freeform 312"/>
                <p:cNvSpPr>
                  <a:spLocks/>
                </p:cNvSpPr>
                <p:nvPr/>
              </p:nvSpPr>
              <p:spPr bwMode="gray">
                <a:xfrm>
                  <a:off x="-5219" y="-10455"/>
                  <a:ext cx="841" cy="1101"/>
                </a:xfrm>
                <a:custGeom>
                  <a:avLst/>
                  <a:gdLst>
                    <a:gd name="T0" fmla="*/ 238 w 356"/>
                    <a:gd name="T1" fmla="*/ 83 h 466"/>
                    <a:gd name="T2" fmla="*/ 219 w 356"/>
                    <a:gd name="T3" fmla="*/ 95 h 466"/>
                    <a:gd name="T4" fmla="*/ 166 w 356"/>
                    <a:gd name="T5" fmla="*/ 83 h 466"/>
                    <a:gd name="T6" fmla="*/ 96 w 356"/>
                    <a:gd name="T7" fmla="*/ 108 h 466"/>
                    <a:gd name="T8" fmla="*/ 115 w 356"/>
                    <a:gd name="T9" fmla="*/ 134 h 466"/>
                    <a:gd name="T10" fmla="*/ 149 w 356"/>
                    <a:gd name="T11" fmla="*/ 128 h 466"/>
                    <a:gd name="T12" fmla="*/ 159 w 356"/>
                    <a:gd name="T13" fmla="*/ 146 h 466"/>
                    <a:gd name="T14" fmla="*/ 140 w 356"/>
                    <a:gd name="T15" fmla="*/ 172 h 466"/>
                    <a:gd name="T16" fmla="*/ 130 w 356"/>
                    <a:gd name="T17" fmla="*/ 212 h 466"/>
                    <a:gd name="T18" fmla="*/ 147 w 356"/>
                    <a:gd name="T19" fmla="*/ 225 h 466"/>
                    <a:gd name="T20" fmla="*/ 158 w 356"/>
                    <a:gd name="T21" fmla="*/ 243 h 466"/>
                    <a:gd name="T22" fmla="*/ 155 w 356"/>
                    <a:gd name="T23" fmla="*/ 284 h 466"/>
                    <a:gd name="T24" fmla="*/ 146 w 356"/>
                    <a:gd name="T25" fmla="*/ 316 h 466"/>
                    <a:gd name="T26" fmla="*/ 127 w 356"/>
                    <a:gd name="T27" fmla="*/ 311 h 466"/>
                    <a:gd name="T28" fmla="*/ 90 w 356"/>
                    <a:gd name="T29" fmla="*/ 327 h 466"/>
                    <a:gd name="T30" fmla="*/ 64 w 356"/>
                    <a:gd name="T31" fmla="*/ 297 h 466"/>
                    <a:gd name="T32" fmla="*/ 58 w 356"/>
                    <a:gd name="T33" fmla="*/ 329 h 466"/>
                    <a:gd name="T34" fmla="*/ 25 w 356"/>
                    <a:gd name="T35" fmla="*/ 346 h 466"/>
                    <a:gd name="T36" fmla="*/ 35 w 356"/>
                    <a:gd name="T37" fmla="*/ 359 h 466"/>
                    <a:gd name="T38" fmla="*/ 38 w 356"/>
                    <a:gd name="T39" fmla="*/ 376 h 466"/>
                    <a:gd name="T40" fmla="*/ 19 w 356"/>
                    <a:gd name="T41" fmla="*/ 389 h 466"/>
                    <a:gd name="T42" fmla="*/ 0 w 356"/>
                    <a:gd name="T43" fmla="*/ 411 h 466"/>
                    <a:gd name="T44" fmla="*/ 37 w 356"/>
                    <a:gd name="T45" fmla="*/ 454 h 466"/>
                    <a:gd name="T46" fmla="*/ 50 w 356"/>
                    <a:gd name="T47" fmla="*/ 460 h 466"/>
                    <a:gd name="T48" fmla="*/ 61 w 356"/>
                    <a:gd name="T49" fmla="*/ 446 h 466"/>
                    <a:gd name="T50" fmla="*/ 91 w 356"/>
                    <a:gd name="T51" fmla="*/ 448 h 466"/>
                    <a:gd name="T52" fmla="*/ 114 w 356"/>
                    <a:gd name="T53" fmla="*/ 461 h 466"/>
                    <a:gd name="T54" fmla="*/ 138 w 356"/>
                    <a:gd name="T55" fmla="*/ 441 h 466"/>
                    <a:gd name="T56" fmla="*/ 159 w 356"/>
                    <a:gd name="T57" fmla="*/ 462 h 466"/>
                    <a:gd name="T58" fmla="*/ 209 w 356"/>
                    <a:gd name="T59" fmla="*/ 418 h 466"/>
                    <a:gd name="T60" fmla="*/ 242 w 356"/>
                    <a:gd name="T61" fmla="*/ 385 h 466"/>
                    <a:gd name="T62" fmla="*/ 260 w 356"/>
                    <a:gd name="T63" fmla="*/ 302 h 466"/>
                    <a:gd name="T64" fmla="*/ 298 w 356"/>
                    <a:gd name="T65" fmla="*/ 251 h 466"/>
                    <a:gd name="T66" fmla="*/ 317 w 356"/>
                    <a:gd name="T67" fmla="*/ 197 h 466"/>
                    <a:gd name="T68" fmla="*/ 320 w 356"/>
                    <a:gd name="T69" fmla="*/ 152 h 466"/>
                    <a:gd name="T70" fmla="*/ 332 w 356"/>
                    <a:gd name="T71" fmla="*/ 77 h 466"/>
                    <a:gd name="T72" fmla="*/ 356 w 356"/>
                    <a:gd name="T73" fmla="*/ 11 h 466"/>
                    <a:gd name="T74" fmla="*/ 332 w 356"/>
                    <a:gd name="T75" fmla="*/ 9 h 466"/>
                    <a:gd name="T76" fmla="*/ 282 w 356"/>
                    <a:gd name="T77" fmla="*/ 11 h 466"/>
                    <a:gd name="T78" fmla="*/ 252 w 356"/>
                    <a:gd name="T79" fmla="*/ 31 h 466"/>
                    <a:gd name="T80" fmla="*/ 242 w 356"/>
                    <a:gd name="T81" fmla="*/ 77 h 4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56" h="466">
                      <a:moveTo>
                        <a:pt x="242" y="77"/>
                      </a:moveTo>
                      <a:cubicBezTo>
                        <a:pt x="238" y="83"/>
                        <a:pt x="238" y="83"/>
                        <a:pt x="238" y="83"/>
                      </a:cubicBezTo>
                      <a:cubicBezTo>
                        <a:pt x="237" y="110"/>
                        <a:pt x="237" y="110"/>
                        <a:pt x="237" y="110"/>
                      </a:cubicBezTo>
                      <a:cubicBezTo>
                        <a:pt x="219" y="95"/>
                        <a:pt x="219" y="95"/>
                        <a:pt x="219" y="95"/>
                      </a:cubicBezTo>
                      <a:cubicBezTo>
                        <a:pt x="199" y="96"/>
                        <a:pt x="199" y="96"/>
                        <a:pt x="199" y="96"/>
                      </a:cubicBezTo>
                      <a:cubicBezTo>
                        <a:pt x="199" y="96"/>
                        <a:pt x="171" y="83"/>
                        <a:pt x="166" y="83"/>
                      </a:cubicBezTo>
                      <a:cubicBezTo>
                        <a:pt x="161" y="83"/>
                        <a:pt x="106" y="86"/>
                        <a:pt x="106" y="86"/>
                      </a:cubicBezTo>
                      <a:cubicBezTo>
                        <a:pt x="96" y="108"/>
                        <a:pt x="96" y="108"/>
                        <a:pt x="96" y="108"/>
                      </a:cubicBezTo>
                      <a:cubicBezTo>
                        <a:pt x="98" y="129"/>
                        <a:pt x="98" y="129"/>
                        <a:pt x="98" y="129"/>
                      </a:cubicBezTo>
                      <a:cubicBezTo>
                        <a:pt x="98" y="129"/>
                        <a:pt x="106" y="134"/>
                        <a:pt x="115" y="134"/>
                      </a:cubicBezTo>
                      <a:cubicBezTo>
                        <a:pt x="124" y="134"/>
                        <a:pt x="124" y="119"/>
                        <a:pt x="129" y="119"/>
                      </a:cubicBezTo>
                      <a:cubicBezTo>
                        <a:pt x="134" y="119"/>
                        <a:pt x="146" y="124"/>
                        <a:pt x="149" y="128"/>
                      </a:cubicBezTo>
                      <a:cubicBezTo>
                        <a:pt x="152" y="132"/>
                        <a:pt x="153" y="142"/>
                        <a:pt x="153" y="142"/>
                      </a:cubicBezTo>
                      <a:cubicBezTo>
                        <a:pt x="159" y="146"/>
                        <a:pt x="159" y="146"/>
                        <a:pt x="159" y="146"/>
                      </a:cubicBezTo>
                      <a:cubicBezTo>
                        <a:pt x="159" y="146"/>
                        <a:pt x="159" y="159"/>
                        <a:pt x="153" y="166"/>
                      </a:cubicBezTo>
                      <a:cubicBezTo>
                        <a:pt x="147" y="173"/>
                        <a:pt x="140" y="172"/>
                        <a:pt x="140" y="172"/>
                      </a:cubicBezTo>
                      <a:cubicBezTo>
                        <a:pt x="131" y="188"/>
                        <a:pt x="131" y="188"/>
                        <a:pt x="131" y="188"/>
                      </a:cubicBezTo>
                      <a:cubicBezTo>
                        <a:pt x="130" y="212"/>
                        <a:pt x="130" y="212"/>
                        <a:pt x="130" y="212"/>
                      </a:cubicBezTo>
                      <a:cubicBezTo>
                        <a:pt x="142" y="213"/>
                        <a:pt x="142" y="213"/>
                        <a:pt x="142" y="213"/>
                      </a:cubicBezTo>
                      <a:cubicBezTo>
                        <a:pt x="147" y="225"/>
                        <a:pt x="147" y="225"/>
                        <a:pt x="147" y="225"/>
                      </a:cubicBezTo>
                      <a:cubicBezTo>
                        <a:pt x="147" y="225"/>
                        <a:pt x="163" y="226"/>
                        <a:pt x="165" y="232"/>
                      </a:cubicBezTo>
                      <a:cubicBezTo>
                        <a:pt x="167" y="238"/>
                        <a:pt x="158" y="243"/>
                        <a:pt x="158" y="243"/>
                      </a:cubicBezTo>
                      <a:cubicBezTo>
                        <a:pt x="159" y="273"/>
                        <a:pt x="159" y="273"/>
                        <a:pt x="159" y="273"/>
                      </a:cubicBezTo>
                      <a:cubicBezTo>
                        <a:pt x="155" y="284"/>
                        <a:pt x="155" y="284"/>
                        <a:pt x="155" y="284"/>
                      </a:cubicBezTo>
                      <a:cubicBezTo>
                        <a:pt x="159" y="298"/>
                        <a:pt x="159" y="298"/>
                        <a:pt x="159" y="298"/>
                      </a:cubicBezTo>
                      <a:cubicBezTo>
                        <a:pt x="159" y="298"/>
                        <a:pt x="146" y="302"/>
                        <a:pt x="146" y="316"/>
                      </a:cubicBezTo>
                      <a:cubicBezTo>
                        <a:pt x="146" y="330"/>
                        <a:pt x="144" y="336"/>
                        <a:pt x="134" y="336"/>
                      </a:cubicBezTo>
                      <a:cubicBezTo>
                        <a:pt x="124" y="336"/>
                        <a:pt x="131" y="314"/>
                        <a:pt x="127" y="311"/>
                      </a:cubicBezTo>
                      <a:cubicBezTo>
                        <a:pt x="123" y="308"/>
                        <a:pt x="120" y="324"/>
                        <a:pt x="112" y="326"/>
                      </a:cubicBezTo>
                      <a:cubicBezTo>
                        <a:pt x="104" y="328"/>
                        <a:pt x="90" y="327"/>
                        <a:pt x="90" y="327"/>
                      </a:cubicBezTo>
                      <a:cubicBezTo>
                        <a:pt x="81" y="298"/>
                        <a:pt x="81" y="298"/>
                        <a:pt x="81" y="298"/>
                      </a:cubicBezTo>
                      <a:cubicBezTo>
                        <a:pt x="81" y="298"/>
                        <a:pt x="70" y="296"/>
                        <a:pt x="64" y="297"/>
                      </a:cubicBezTo>
                      <a:cubicBezTo>
                        <a:pt x="58" y="298"/>
                        <a:pt x="71" y="316"/>
                        <a:pt x="71" y="316"/>
                      </a:cubicBezTo>
                      <a:cubicBezTo>
                        <a:pt x="71" y="316"/>
                        <a:pt x="62" y="324"/>
                        <a:pt x="58" y="329"/>
                      </a:cubicBezTo>
                      <a:cubicBezTo>
                        <a:pt x="54" y="334"/>
                        <a:pt x="30" y="325"/>
                        <a:pt x="24" y="323"/>
                      </a:cubicBezTo>
                      <a:cubicBezTo>
                        <a:pt x="18" y="321"/>
                        <a:pt x="25" y="346"/>
                        <a:pt x="25" y="346"/>
                      </a:cubicBezTo>
                      <a:cubicBezTo>
                        <a:pt x="18" y="346"/>
                        <a:pt x="18" y="346"/>
                        <a:pt x="18" y="346"/>
                      </a:cubicBezTo>
                      <a:cubicBezTo>
                        <a:pt x="35" y="359"/>
                        <a:pt x="35" y="359"/>
                        <a:pt x="35" y="359"/>
                      </a:cubicBezTo>
                      <a:cubicBezTo>
                        <a:pt x="26" y="368"/>
                        <a:pt x="26" y="368"/>
                        <a:pt x="26" y="368"/>
                      </a:cubicBezTo>
                      <a:cubicBezTo>
                        <a:pt x="38" y="376"/>
                        <a:pt x="38" y="376"/>
                        <a:pt x="38" y="376"/>
                      </a:cubicBezTo>
                      <a:cubicBezTo>
                        <a:pt x="38" y="376"/>
                        <a:pt x="42" y="389"/>
                        <a:pt x="38" y="398"/>
                      </a:cubicBezTo>
                      <a:cubicBezTo>
                        <a:pt x="34" y="407"/>
                        <a:pt x="19" y="389"/>
                        <a:pt x="19" y="389"/>
                      </a:cubicBezTo>
                      <a:cubicBezTo>
                        <a:pt x="5" y="398"/>
                        <a:pt x="5" y="398"/>
                        <a:pt x="5" y="398"/>
                      </a:cubicBezTo>
                      <a:cubicBezTo>
                        <a:pt x="0" y="411"/>
                        <a:pt x="0" y="411"/>
                        <a:pt x="0" y="411"/>
                      </a:cubicBezTo>
                      <a:cubicBezTo>
                        <a:pt x="36" y="442"/>
                        <a:pt x="36" y="442"/>
                        <a:pt x="36" y="442"/>
                      </a:cubicBezTo>
                      <a:cubicBezTo>
                        <a:pt x="37" y="454"/>
                        <a:pt x="37" y="454"/>
                        <a:pt x="37" y="454"/>
                      </a:cubicBezTo>
                      <a:cubicBezTo>
                        <a:pt x="46" y="466"/>
                        <a:pt x="46" y="466"/>
                        <a:pt x="46" y="466"/>
                      </a:cubicBezTo>
                      <a:cubicBezTo>
                        <a:pt x="50" y="460"/>
                        <a:pt x="50" y="460"/>
                        <a:pt x="50" y="460"/>
                      </a:cubicBezTo>
                      <a:cubicBezTo>
                        <a:pt x="61" y="460"/>
                        <a:pt x="61" y="460"/>
                        <a:pt x="61" y="460"/>
                      </a:cubicBezTo>
                      <a:cubicBezTo>
                        <a:pt x="61" y="446"/>
                        <a:pt x="61" y="446"/>
                        <a:pt x="61" y="446"/>
                      </a:cubicBezTo>
                      <a:cubicBezTo>
                        <a:pt x="61" y="446"/>
                        <a:pt x="75" y="433"/>
                        <a:pt x="82" y="432"/>
                      </a:cubicBezTo>
                      <a:cubicBezTo>
                        <a:pt x="89" y="431"/>
                        <a:pt x="91" y="448"/>
                        <a:pt x="91" y="448"/>
                      </a:cubicBezTo>
                      <a:cubicBezTo>
                        <a:pt x="98" y="445"/>
                        <a:pt x="98" y="445"/>
                        <a:pt x="98" y="445"/>
                      </a:cubicBezTo>
                      <a:cubicBezTo>
                        <a:pt x="98" y="445"/>
                        <a:pt x="102" y="466"/>
                        <a:pt x="114" y="461"/>
                      </a:cubicBezTo>
                      <a:cubicBezTo>
                        <a:pt x="126" y="456"/>
                        <a:pt x="125" y="440"/>
                        <a:pt x="125" y="440"/>
                      </a:cubicBezTo>
                      <a:cubicBezTo>
                        <a:pt x="138" y="441"/>
                        <a:pt x="138" y="441"/>
                        <a:pt x="138" y="441"/>
                      </a:cubicBezTo>
                      <a:cubicBezTo>
                        <a:pt x="138" y="441"/>
                        <a:pt x="148" y="425"/>
                        <a:pt x="155" y="432"/>
                      </a:cubicBezTo>
                      <a:cubicBezTo>
                        <a:pt x="162" y="439"/>
                        <a:pt x="144" y="462"/>
                        <a:pt x="159" y="462"/>
                      </a:cubicBezTo>
                      <a:cubicBezTo>
                        <a:pt x="174" y="462"/>
                        <a:pt x="177" y="457"/>
                        <a:pt x="184" y="448"/>
                      </a:cubicBezTo>
                      <a:cubicBezTo>
                        <a:pt x="191" y="439"/>
                        <a:pt x="203" y="418"/>
                        <a:pt x="209" y="418"/>
                      </a:cubicBezTo>
                      <a:cubicBezTo>
                        <a:pt x="215" y="418"/>
                        <a:pt x="225" y="415"/>
                        <a:pt x="225" y="415"/>
                      </a:cubicBezTo>
                      <a:cubicBezTo>
                        <a:pt x="242" y="385"/>
                        <a:pt x="242" y="385"/>
                        <a:pt x="242" y="385"/>
                      </a:cubicBezTo>
                      <a:cubicBezTo>
                        <a:pt x="241" y="318"/>
                        <a:pt x="241" y="318"/>
                        <a:pt x="241" y="318"/>
                      </a:cubicBezTo>
                      <a:cubicBezTo>
                        <a:pt x="241" y="318"/>
                        <a:pt x="259" y="311"/>
                        <a:pt x="260" y="302"/>
                      </a:cubicBezTo>
                      <a:cubicBezTo>
                        <a:pt x="261" y="293"/>
                        <a:pt x="261" y="270"/>
                        <a:pt x="268" y="267"/>
                      </a:cubicBezTo>
                      <a:cubicBezTo>
                        <a:pt x="275" y="264"/>
                        <a:pt x="288" y="258"/>
                        <a:pt x="298" y="251"/>
                      </a:cubicBezTo>
                      <a:cubicBezTo>
                        <a:pt x="308" y="244"/>
                        <a:pt x="314" y="229"/>
                        <a:pt x="314" y="229"/>
                      </a:cubicBezTo>
                      <a:cubicBezTo>
                        <a:pt x="317" y="197"/>
                        <a:pt x="317" y="197"/>
                        <a:pt x="317" y="197"/>
                      </a:cubicBezTo>
                      <a:cubicBezTo>
                        <a:pt x="317" y="197"/>
                        <a:pt x="327" y="189"/>
                        <a:pt x="327" y="178"/>
                      </a:cubicBezTo>
                      <a:cubicBezTo>
                        <a:pt x="327" y="167"/>
                        <a:pt x="318" y="160"/>
                        <a:pt x="320" y="152"/>
                      </a:cubicBezTo>
                      <a:cubicBezTo>
                        <a:pt x="322" y="144"/>
                        <a:pt x="332" y="136"/>
                        <a:pt x="331" y="125"/>
                      </a:cubicBezTo>
                      <a:cubicBezTo>
                        <a:pt x="330" y="114"/>
                        <a:pt x="323" y="87"/>
                        <a:pt x="332" y="77"/>
                      </a:cubicBezTo>
                      <a:cubicBezTo>
                        <a:pt x="341" y="67"/>
                        <a:pt x="356" y="38"/>
                        <a:pt x="356" y="30"/>
                      </a:cubicBezTo>
                      <a:cubicBezTo>
                        <a:pt x="356" y="22"/>
                        <a:pt x="356" y="11"/>
                        <a:pt x="356" y="11"/>
                      </a:cubicBezTo>
                      <a:cubicBezTo>
                        <a:pt x="347" y="4"/>
                        <a:pt x="347" y="4"/>
                        <a:pt x="347" y="4"/>
                      </a:cubicBezTo>
                      <a:cubicBezTo>
                        <a:pt x="347" y="4"/>
                        <a:pt x="343" y="10"/>
                        <a:pt x="332" y="9"/>
                      </a:cubicBezTo>
                      <a:cubicBezTo>
                        <a:pt x="321" y="8"/>
                        <a:pt x="307" y="0"/>
                        <a:pt x="301" y="0"/>
                      </a:cubicBezTo>
                      <a:cubicBezTo>
                        <a:pt x="295" y="0"/>
                        <a:pt x="282" y="11"/>
                        <a:pt x="282" y="11"/>
                      </a:cubicBezTo>
                      <a:cubicBezTo>
                        <a:pt x="262" y="10"/>
                        <a:pt x="262" y="10"/>
                        <a:pt x="262" y="10"/>
                      </a:cubicBezTo>
                      <a:cubicBezTo>
                        <a:pt x="252" y="31"/>
                        <a:pt x="252" y="31"/>
                        <a:pt x="252" y="31"/>
                      </a:cubicBezTo>
                      <a:cubicBezTo>
                        <a:pt x="252" y="31"/>
                        <a:pt x="262" y="44"/>
                        <a:pt x="260" y="51"/>
                      </a:cubicBezTo>
                      <a:cubicBezTo>
                        <a:pt x="258" y="58"/>
                        <a:pt x="242" y="77"/>
                        <a:pt x="242" y="7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1" name="Freeform 313"/>
                <p:cNvSpPr>
                  <a:spLocks/>
                </p:cNvSpPr>
                <p:nvPr/>
              </p:nvSpPr>
              <p:spPr bwMode="gray">
                <a:xfrm>
                  <a:off x="-4028" y="-12914"/>
                  <a:ext cx="1845" cy="2490"/>
                </a:xfrm>
                <a:custGeom>
                  <a:avLst/>
                  <a:gdLst>
                    <a:gd name="T0" fmla="*/ 569 w 781"/>
                    <a:gd name="T1" fmla="*/ 46 h 1054"/>
                    <a:gd name="T2" fmla="*/ 443 w 781"/>
                    <a:gd name="T3" fmla="*/ 56 h 1054"/>
                    <a:gd name="T4" fmla="*/ 143 w 781"/>
                    <a:gd name="T5" fmla="*/ 56 h 1054"/>
                    <a:gd name="T6" fmla="*/ 101 w 781"/>
                    <a:gd name="T7" fmla="*/ 398 h 1054"/>
                    <a:gd name="T8" fmla="*/ 41 w 781"/>
                    <a:gd name="T9" fmla="*/ 434 h 1054"/>
                    <a:gd name="T10" fmla="*/ 30 w 781"/>
                    <a:gd name="T11" fmla="*/ 468 h 1054"/>
                    <a:gd name="T12" fmla="*/ 15 w 781"/>
                    <a:gd name="T13" fmla="*/ 504 h 1054"/>
                    <a:gd name="T14" fmla="*/ 11 w 781"/>
                    <a:gd name="T15" fmla="*/ 565 h 1054"/>
                    <a:gd name="T16" fmla="*/ 42 w 781"/>
                    <a:gd name="T17" fmla="*/ 598 h 1054"/>
                    <a:gd name="T18" fmla="*/ 56 w 781"/>
                    <a:gd name="T19" fmla="*/ 634 h 1054"/>
                    <a:gd name="T20" fmla="*/ 93 w 781"/>
                    <a:gd name="T21" fmla="*/ 714 h 1054"/>
                    <a:gd name="T22" fmla="*/ 83 w 781"/>
                    <a:gd name="T23" fmla="*/ 771 h 1054"/>
                    <a:gd name="T24" fmla="*/ 116 w 781"/>
                    <a:gd name="T25" fmla="*/ 797 h 1054"/>
                    <a:gd name="T26" fmla="*/ 171 w 781"/>
                    <a:gd name="T27" fmla="*/ 826 h 1054"/>
                    <a:gd name="T28" fmla="*/ 208 w 781"/>
                    <a:gd name="T29" fmla="*/ 878 h 1054"/>
                    <a:gd name="T30" fmla="*/ 225 w 781"/>
                    <a:gd name="T31" fmla="*/ 904 h 1054"/>
                    <a:gd name="T32" fmla="*/ 256 w 781"/>
                    <a:gd name="T33" fmla="*/ 932 h 1054"/>
                    <a:gd name="T34" fmla="*/ 285 w 781"/>
                    <a:gd name="T35" fmla="*/ 981 h 1054"/>
                    <a:gd name="T36" fmla="*/ 333 w 781"/>
                    <a:gd name="T37" fmla="*/ 994 h 1054"/>
                    <a:gd name="T38" fmla="*/ 390 w 781"/>
                    <a:gd name="T39" fmla="*/ 1017 h 1054"/>
                    <a:gd name="T40" fmla="*/ 431 w 781"/>
                    <a:gd name="T41" fmla="*/ 1049 h 1054"/>
                    <a:gd name="T42" fmla="*/ 474 w 781"/>
                    <a:gd name="T43" fmla="*/ 1037 h 1054"/>
                    <a:gd name="T44" fmla="*/ 508 w 781"/>
                    <a:gd name="T45" fmla="*/ 1039 h 1054"/>
                    <a:gd name="T46" fmla="*/ 553 w 781"/>
                    <a:gd name="T47" fmla="*/ 1040 h 1054"/>
                    <a:gd name="T48" fmla="*/ 597 w 781"/>
                    <a:gd name="T49" fmla="*/ 995 h 1054"/>
                    <a:gd name="T50" fmla="*/ 669 w 781"/>
                    <a:gd name="T51" fmla="*/ 976 h 1054"/>
                    <a:gd name="T52" fmla="*/ 628 w 781"/>
                    <a:gd name="T53" fmla="*/ 912 h 1054"/>
                    <a:gd name="T54" fmla="*/ 610 w 781"/>
                    <a:gd name="T55" fmla="*/ 882 h 1054"/>
                    <a:gd name="T56" fmla="*/ 587 w 781"/>
                    <a:gd name="T57" fmla="*/ 846 h 1054"/>
                    <a:gd name="T58" fmla="*/ 542 w 781"/>
                    <a:gd name="T59" fmla="*/ 802 h 1054"/>
                    <a:gd name="T60" fmla="*/ 568 w 781"/>
                    <a:gd name="T61" fmla="*/ 792 h 1054"/>
                    <a:gd name="T62" fmla="*/ 580 w 781"/>
                    <a:gd name="T63" fmla="*/ 719 h 1054"/>
                    <a:gd name="T64" fmla="*/ 603 w 781"/>
                    <a:gd name="T65" fmla="*/ 656 h 1054"/>
                    <a:gd name="T66" fmla="*/ 621 w 781"/>
                    <a:gd name="T67" fmla="*/ 631 h 1054"/>
                    <a:gd name="T68" fmla="*/ 642 w 781"/>
                    <a:gd name="T69" fmla="*/ 596 h 1054"/>
                    <a:gd name="T70" fmla="*/ 677 w 781"/>
                    <a:gd name="T71" fmla="*/ 555 h 1054"/>
                    <a:gd name="T72" fmla="*/ 691 w 781"/>
                    <a:gd name="T73" fmla="*/ 471 h 1054"/>
                    <a:gd name="T74" fmla="*/ 696 w 781"/>
                    <a:gd name="T75" fmla="*/ 414 h 1054"/>
                    <a:gd name="T76" fmla="*/ 703 w 781"/>
                    <a:gd name="T77" fmla="*/ 346 h 1054"/>
                    <a:gd name="T78" fmla="*/ 733 w 781"/>
                    <a:gd name="T79" fmla="*/ 321 h 1054"/>
                    <a:gd name="T80" fmla="*/ 781 w 781"/>
                    <a:gd name="T81" fmla="*/ 271 h 1054"/>
                    <a:gd name="T82" fmla="*/ 722 w 781"/>
                    <a:gd name="T83" fmla="*/ 228 h 1054"/>
                    <a:gd name="T84" fmla="*/ 708 w 781"/>
                    <a:gd name="T85" fmla="*/ 127 h 1054"/>
                    <a:gd name="T86" fmla="*/ 696 w 781"/>
                    <a:gd name="T87" fmla="*/ 84 h 1054"/>
                    <a:gd name="T88" fmla="*/ 661 w 781"/>
                    <a:gd name="T89" fmla="*/ 23 h 1054"/>
                    <a:gd name="T90" fmla="*/ 618 w 781"/>
                    <a:gd name="T91" fmla="*/ 15 h 10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81" h="1054">
                      <a:moveTo>
                        <a:pt x="601" y="16"/>
                      </a:moveTo>
                      <a:cubicBezTo>
                        <a:pt x="601" y="16"/>
                        <a:pt x="601" y="39"/>
                        <a:pt x="591" y="43"/>
                      </a:cubicBezTo>
                      <a:cubicBezTo>
                        <a:pt x="581" y="47"/>
                        <a:pt x="579" y="43"/>
                        <a:pt x="569" y="46"/>
                      </a:cubicBezTo>
                      <a:cubicBezTo>
                        <a:pt x="559" y="49"/>
                        <a:pt x="560" y="70"/>
                        <a:pt x="547" y="77"/>
                      </a:cubicBezTo>
                      <a:cubicBezTo>
                        <a:pt x="534" y="84"/>
                        <a:pt x="522" y="59"/>
                        <a:pt x="522" y="59"/>
                      </a:cubicBezTo>
                      <a:cubicBezTo>
                        <a:pt x="443" y="56"/>
                        <a:pt x="443" y="56"/>
                        <a:pt x="443" y="56"/>
                      </a:cubicBezTo>
                      <a:cubicBezTo>
                        <a:pt x="443" y="56"/>
                        <a:pt x="445" y="46"/>
                        <a:pt x="438" y="48"/>
                      </a:cubicBezTo>
                      <a:cubicBezTo>
                        <a:pt x="431" y="50"/>
                        <a:pt x="429" y="60"/>
                        <a:pt x="429" y="60"/>
                      </a:cubicBezTo>
                      <a:cubicBezTo>
                        <a:pt x="143" y="56"/>
                        <a:pt x="143" y="56"/>
                        <a:pt x="143" y="56"/>
                      </a:cubicBezTo>
                      <a:cubicBezTo>
                        <a:pt x="144" y="164"/>
                        <a:pt x="144" y="164"/>
                        <a:pt x="144" y="164"/>
                      </a:cubicBezTo>
                      <a:cubicBezTo>
                        <a:pt x="96" y="165"/>
                        <a:pt x="96" y="165"/>
                        <a:pt x="96" y="165"/>
                      </a:cubicBezTo>
                      <a:cubicBezTo>
                        <a:pt x="101" y="398"/>
                        <a:pt x="101" y="398"/>
                        <a:pt x="101" y="398"/>
                      </a:cubicBezTo>
                      <a:cubicBezTo>
                        <a:pt x="101" y="398"/>
                        <a:pt x="69" y="393"/>
                        <a:pt x="56" y="397"/>
                      </a:cubicBezTo>
                      <a:cubicBezTo>
                        <a:pt x="43" y="401"/>
                        <a:pt x="52" y="412"/>
                        <a:pt x="54" y="420"/>
                      </a:cubicBezTo>
                      <a:cubicBezTo>
                        <a:pt x="56" y="428"/>
                        <a:pt x="47" y="428"/>
                        <a:pt x="41" y="434"/>
                      </a:cubicBezTo>
                      <a:cubicBezTo>
                        <a:pt x="35" y="440"/>
                        <a:pt x="37" y="452"/>
                        <a:pt x="37" y="452"/>
                      </a:cubicBezTo>
                      <a:cubicBezTo>
                        <a:pt x="27" y="452"/>
                        <a:pt x="27" y="452"/>
                        <a:pt x="27" y="452"/>
                      </a:cubicBezTo>
                      <a:cubicBezTo>
                        <a:pt x="30" y="468"/>
                        <a:pt x="30" y="468"/>
                        <a:pt x="30" y="468"/>
                      </a:cubicBezTo>
                      <a:cubicBezTo>
                        <a:pt x="35" y="479"/>
                        <a:pt x="35" y="479"/>
                        <a:pt x="35" y="479"/>
                      </a:cubicBezTo>
                      <a:cubicBezTo>
                        <a:pt x="24" y="486"/>
                        <a:pt x="24" y="486"/>
                        <a:pt x="24" y="486"/>
                      </a:cubicBezTo>
                      <a:cubicBezTo>
                        <a:pt x="24" y="486"/>
                        <a:pt x="9" y="494"/>
                        <a:pt x="15" y="504"/>
                      </a:cubicBezTo>
                      <a:cubicBezTo>
                        <a:pt x="21" y="514"/>
                        <a:pt x="24" y="518"/>
                        <a:pt x="22" y="527"/>
                      </a:cubicBezTo>
                      <a:cubicBezTo>
                        <a:pt x="20" y="536"/>
                        <a:pt x="6" y="536"/>
                        <a:pt x="3" y="547"/>
                      </a:cubicBezTo>
                      <a:cubicBezTo>
                        <a:pt x="0" y="558"/>
                        <a:pt x="6" y="563"/>
                        <a:pt x="11" y="565"/>
                      </a:cubicBezTo>
                      <a:cubicBezTo>
                        <a:pt x="16" y="567"/>
                        <a:pt x="21" y="557"/>
                        <a:pt x="28" y="560"/>
                      </a:cubicBezTo>
                      <a:cubicBezTo>
                        <a:pt x="35" y="563"/>
                        <a:pt x="33" y="590"/>
                        <a:pt x="33" y="590"/>
                      </a:cubicBezTo>
                      <a:cubicBezTo>
                        <a:pt x="42" y="598"/>
                        <a:pt x="42" y="598"/>
                        <a:pt x="42" y="598"/>
                      </a:cubicBezTo>
                      <a:cubicBezTo>
                        <a:pt x="31" y="603"/>
                        <a:pt x="31" y="603"/>
                        <a:pt x="31" y="603"/>
                      </a:cubicBezTo>
                      <a:cubicBezTo>
                        <a:pt x="35" y="620"/>
                        <a:pt x="35" y="620"/>
                        <a:pt x="35" y="620"/>
                      </a:cubicBezTo>
                      <a:cubicBezTo>
                        <a:pt x="35" y="620"/>
                        <a:pt x="44" y="621"/>
                        <a:pt x="56" y="634"/>
                      </a:cubicBezTo>
                      <a:cubicBezTo>
                        <a:pt x="68" y="647"/>
                        <a:pt x="50" y="643"/>
                        <a:pt x="50" y="643"/>
                      </a:cubicBezTo>
                      <a:cubicBezTo>
                        <a:pt x="52" y="659"/>
                        <a:pt x="52" y="659"/>
                        <a:pt x="52" y="659"/>
                      </a:cubicBezTo>
                      <a:cubicBezTo>
                        <a:pt x="52" y="659"/>
                        <a:pt x="89" y="692"/>
                        <a:pt x="93" y="714"/>
                      </a:cubicBezTo>
                      <a:cubicBezTo>
                        <a:pt x="97" y="736"/>
                        <a:pt x="82" y="743"/>
                        <a:pt x="81" y="753"/>
                      </a:cubicBezTo>
                      <a:cubicBezTo>
                        <a:pt x="80" y="763"/>
                        <a:pt x="89" y="760"/>
                        <a:pt x="89" y="760"/>
                      </a:cubicBezTo>
                      <a:cubicBezTo>
                        <a:pt x="83" y="771"/>
                        <a:pt x="83" y="771"/>
                        <a:pt x="83" y="771"/>
                      </a:cubicBezTo>
                      <a:cubicBezTo>
                        <a:pt x="117" y="774"/>
                        <a:pt x="117" y="774"/>
                        <a:pt x="117" y="774"/>
                      </a:cubicBezTo>
                      <a:cubicBezTo>
                        <a:pt x="117" y="781"/>
                        <a:pt x="117" y="781"/>
                        <a:pt x="117" y="781"/>
                      </a:cubicBezTo>
                      <a:cubicBezTo>
                        <a:pt x="117" y="781"/>
                        <a:pt x="110" y="789"/>
                        <a:pt x="116" y="797"/>
                      </a:cubicBezTo>
                      <a:cubicBezTo>
                        <a:pt x="122" y="805"/>
                        <a:pt x="152" y="803"/>
                        <a:pt x="152" y="803"/>
                      </a:cubicBezTo>
                      <a:cubicBezTo>
                        <a:pt x="152" y="816"/>
                        <a:pt x="152" y="816"/>
                        <a:pt x="152" y="816"/>
                      </a:cubicBezTo>
                      <a:cubicBezTo>
                        <a:pt x="152" y="816"/>
                        <a:pt x="168" y="815"/>
                        <a:pt x="171" y="826"/>
                      </a:cubicBezTo>
                      <a:cubicBezTo>
                        <a:pt x="174" y="837"/>
                        <a:pt x="159" y="831"/>
                        <a:pt x="165" y="841"/>
                      </a:cubicBezTo>
                      <a:cubicBezTo>
                        <a:pt x="171" y="851"/>
                        <a:pt x="185" y="853"/>
                        <a:pt x="192" y="854"/>
                      </a:cubicBezTo>
                      <a:cubicBezTo>
                        <a:pt x="199" y="855"/>
                        <a:pt x="208" y="878"/>
                        <a:pt x="208" y="878"/>
                      </a:cubicBezTo>
                      <a:cubicBezTo>
                        <a:pt x="208" y="878"/>
                        <a:pt x="223" y="879"/>
                        <a:pt x="223" y="887"/>
                      </a:cubicBezTo>
                      <a:cubicBezTo>
                        <a:pt x="223" y="895"/>
                        <a:pt x="216" y="889"/>
                        <a:pt x="217" y="895"/>
                      </a:cubicBezTo>
                      <a:cubicBezTo>
                        <a:pt x="218" y="901"/>
                        <a:pt x="225" y="904"/>
                        <a:pt x="225" y="904"/>
                      </a:cubicBezTo>
                      <a:cubicBezTo>
                        <a:pt x="224" y="917"/>
                        <a:pt x="224" y="917"/>
                        <a:pt x="224" y="917"/>
                      </a:cubicBezTo>
                      <a:cubicBezTo>
                        <a:pt x="239" y="918"/>
                        <a:pt x="239" y="918"/>
                        <a:pt x="239" y="918"/>
                      </a:cubicBezTo>
                      <a:cubicBezTo>
                        <a:pt x="239" y="918"/>
                        <a:pt x="248" y="924"/>
                        <a:pt x="256" y="932"/>
                      </a:cubicBezTo>
                      <a:cubicBezTo>
                        <a:pt x="264" y="940"/>
                        <a:pt x="260" y="954"/>
                        <a:pt x="260" y="954"/>
                      </a:cubicBezTo>
                      <a:cubicBezTo>
                        <a:pt x="264" y="962"/>
                        <a:pt x="264" y="962"/>
                        <a:pt x="264" y="962"/>
                      </a:cubicBezTo>
                      <a:cubicBezTo>
                        <a:pt x="285" y="981"/>
                        <a:pt x="285" y="981"/>
                        <a:pt x="285" y="981"/>
                      </a:cubicBezTo>
                      <a:cubicBezTo>
                        <a:pt x="285" y="995"/>
                        <a:pt x="285" y="995"/>
                        <a:pt x="285" y="995"/>
                      </a:cubicBezTo>
                      <a:cubicBezTo>
                        <a:pt x="316" y="1010"/>
                        <a:pt x="316" y="1010"/>
                        <a:pt x="316" y="1010"/>
                      </a:cubicBezTo>
                      <a:cubicBezTo>
                        <a:pt x="316" y="1010"/>
                        <a:pt x="324" y="994"/>
                        <a:pt x="333" y="994"/>
                      </a:cubicBezTo>
                      <a:cubicBezTo>
                        <a:pt x="342" y="994"/>
                        <a:pt x="343" y="1006"/>
                        <a:pt x="354" y="1006"/>
                      </a:cubicBezTo>
                      <a:cubicBezTo>
                        <a:pt x="365" y="1006"/>
                        <a:pt x="364" y="988"/>
                        <a:pt x="371" y="988"/>
                      </a:cubicBezTo>
                      <a:cubicBezTo>
                        <a:pt x="378" y="988"/>
                        <a:pt x="382" y="1005"/>
                        <a:pt x="390" y="1017"/>
                      </a:cubicBezTo>
                      <a:cubicBezTo>
                        <a:pt x="398" y="1029"/>
                        <a:pt x="417" y="1033"/>
                        <a:pt x="417" y="1033"/>
                      </a:cubicBezTo>
                      <a:cubicBezTo>
                        <a:pt x="420" y="1047"/>
                        <a:pt x="420" y="1047"/>
                        <a:pt x="420" y="1047"/>
                      </a:cubicBezTo>
                      <a:cubicBezTo>
                        <a:pt x="431" y="1049"/>
                        <a:pt x="431" y="1049"/>
                        <a:pt x="431" y="1049"/>
                      </a:cubicBezTo>
                      <a:cubicBezTo>
                        <a:pt x="431" y="1049"/>
                        <a:pt x="442" y="1036"/>
                        <a:pt x="447" y="1036"/>
                      </a:cubicBezTo>
                      <a:cubicBezTo>
                        <a:pt x="452" y="1036"/>
                        <a:pt x="461" y="1043"/>
                        <a:pt x="467" y="1044"/>
                      </a:cubicBezTo>
                      <a:cubicBezTo>
                        <a:pt x="473" y="1045"/>
                        <a:pt x="474" y="1037"/>
                        <a:pt x="474" y="1037"/>
                      </a:cubicBezTo>
                      <a:cubicBezTo>
                        <a:pt x="481" y="1036"/>
                        <a:pt x="481" y="1036"/>
                        <a:pt x="481" y="1036"/>
                      </a:cubicBezTo>
                      <a:cubicBezTo>
                        <a:pt x="495" y="1054"/>
                        <a:pt x="495" y="1054"/>
                        <a:pt x="495" y="1054"/>
                      </a:cubicBezTo>
                      <a:cubicBezTo>
                        <a:pt x="508" y="1039"/>
                        <a:pt x="508" y="1039"/>
                        <a:pt x="508" y="1039"/>
                      </a:cubicBezTo>
                      <a:cubicBezTo>
                        <a:pt x="524" y="1040"/>
                        <a:pt x="524" y="1040"/>
                        <a:pt x="524" y="1040"/>
                      </a:cubicBezTo>
                      <a:cubicBezTo>
                        <a:pt x="524" y="1040"/>
                        <a:pt x="531" y="1032"/>
                        <a:pt x="536" y="1032"/>
                      </a:cubicBezTo>
                      <a:cubicBezTo>
                        <a:pt x="541" y="1032"/>
                        <a:pt x="540" y="1038"/>
                        <a:pt x="553" y="1040"/>
                      </a:cubicBezTo>
                      <a:cubicBezTo>
                        <a:pt x="566" y="1042"/>
                        <a:pt x="575" y="1015"/>
                        <a:pt x="575" y="1015"/>
                      </a:cubicBezTo>
                      <a:cubicBezTo>
                        <a:pt x="583" y="1015"/>
                        <a:pt x="583" y="1015"/>
                        <a:pt x="583" y="1015"/>
                      </a:cubicBezTo>
                      <a:cubicBezTo>
                        <a:pt x="597" y="995"/>
                        <a:pt x="597" y="995"/>
                        <a:pt x="597" y="995"/>
                      </a:cubicBezTo>
                      <a:cubicBezTo>
                        <a:pt x="657" y="994"/>
                        <a:pt x="657" y="994"/>
                        <a:pt x="657" y="994"/>
                      </a:cubicBezTo>
                      <a:cubicBezTo>
                        <a:pt x="670" y="986"/>
                        <a:pt x="670" y="986"/>
                        <a:pt x="670" y="986"/>
                      </a:cubicBezTo>
                      <a:cubicBezTo>
                        <a:pt x="669" y="976"/>
                        <a:pt x="669" y="976"/>
                        <a:pt x="669" y="976"/>
                      </a:cubicBezTo>
                      <a:cubicBezTo>
                        <a:pt x="669" y="976"/>
                        <a:pt x="670" y="962"/>
                        <a:pt x="665" y="954"/>
                      </a:cubicBezTo>
                      <a:cubicBezTo>
                        <a:pt x="660" y="946"/>
                        <a:pt x="650" y="955"/>
                        <a:pt x="640" y="947"/>
                      </a:cubicBezTo>
                      <a:cubicBezTo>
                        <a:pt x="630" y="939"/>
                        <a:pt x="628" y="912"/>
                        <a:pt x="628" y="912"/>
                      </a:cubicBezTo>
                      <a:cubicBezTo>
                        <a:pt x="621" y="908"/>
                        <a:pt x="621" y="908"/>
                        <a:pt x="621" y="908"/>
                      </a:cubicBezTo>
                      <a:cubicBezTo>
                        <a:pt x="619" y="883"/>
                        <a:pt x="619" y="883"/>
                        <a:pt x="619" y="883"/>
                      </a:cubicBezTo>
                      <a:cubicBezTo>
                        <a:pt x="610" y="882"/>
                        <a:pt x="610" y="882"/>
                        <a:pt x="610" y="882"/>
                      </a:cubicBezTo>
                      <a:cubicBezTo>
                        <a:pt x="607" y="869"/>
                        <a:pt x="607" y="869"/>
                        <a:pt x="607" y="869"/>
                      </a:cubicBezTo>
                      <a:cubicBezTo>
                        <a:pt x="607" y="869"/>
                        <a:pt x="596" y="871"/>
                        <a:pt x="592" y="866"/>
                      </a:cubicBezTo>
                      <a:cubicBezTo>
                        <a:pt x="588" y="861"/>
                        <a:pt x="587" y="846"/>
                        <a:pt x="587" y="846"/>
                      </a:cubicBezTo>
                      <a:cubicBezTo>
                        <a:pt x="587" y="846"/>
                        <a:pt x="570" y="831"/>
                        <a:pt x="562" y="827"/>
                      </a:cubicBezTo>
                      <a:cubicBezTo>
                        <a:pt x="554" y="823"/>
                        <a:pt x="538" y="829"/>
                        <a:pt x="535" y="824"/>
                      </a:cubicBezTo>
                      <a:cubicBezTo>
                        <a:pt x="532" y="819"/>
                        <a:pt x="542" y="802"/>
                        <a:pt x="542" y="802"/>
                      </a:cubicBezTo>
                      <a:cubicBezTo>
                        <a:pt x="540" y="786"/>
                        <a:pt x="540" y="786"/>
                        <a:pt x="540" y="786"/>
                      </a:cubicBezTo>
                      <a:cubicBezTo>
                        <a:pt x="563" y="787"/>
                        <a:pt x="563" y="787"/>
                        <a:pt x="563" y="787"/>
                      </a:cubicBezTo>
                      <a:cubicBezTo>
                        <a:pt x="568" y="792"/>
                        <a:pt x="568" y="792"/>
                        <a:pt x="568" y="792"/>
                      </a:cubicBezTo>
                      <a:cubicBezTo>
                        <a:pt x="568" y="792"/>
                        <a:pt x="575" y="787"/>
                        <a:pt x="582" y="782"/>
                      </a:cubicBezTo>
                      <a:cubicBezTo>
                        <a:pt x="589" y="777"/>
                        <a:pt x="586" y="746"/>
                        <a:pt x="586" y="746"/>
                      </a:cubicBezTo>
                      <a:cubicBezTo>
                        <a:pt x="586" y="746"/>
                        <a:pt x="579" y="727"/>
                        <a:pt x="580" y="719"/>
                      </a:cubicBezTo>
                      <a:cubicBezTo>
                        <a:pt x="581" y="711"/>
                        <a:pt x="596" y="700"/>
                        <a:pt x="597" y="697"/>
                      </a:cubicBezTo>
                      <a:cubicBezTo>
                        <a:pt x="598" y="694"/>
                        <a:pt x="592" y="683"/>
                        <a:pt x="592" y="676"/>
                      </a:cubicBezTo>
                      <a:cubicBezTo>
                        <a:pt x="592" y="669"/>
                        <a:pt x="598" y="656"/>
                        <a:pt x="603" y="656"/>
                      </a:cubicBezTo>
                      <a:cubicBezTo>
                        <a:pt x="608" y="656"/>
                        <a:pt x="610" y="667"/>
                        <a:pt x="610" y="667"/>
                      </a:cubicBezTo>
                      <a:cubicBezTo>
                        <a:pt x="610" y="667"/>
                        <a:pt x="616" y="670"/>
                        <a:pt x="622" y="662"/>
                      </a:cubicBezTo>
                      <a:cubicBezTo>
                        <a:pt x="628" y="654"/>
                        <a:pt x="621" y="631"/>
                        <a:pt x="621" y="631"/>
                      </a:cubicBezTo>
                      <a:cubicBezTo>
                        <a:pt x="628" y="620"/>
                        <a:pt x="628" y="620"/>
                        <a:pt x="628" y="620"/>
                      </a:cubicBezTo>
                      <a:cubicBezTo>
                        <a:pt x="626" y="605"/>
                        <a:pt x="626" y="605"/>
                        <a:pt x="626" y="605"/>
                      </a:cubicBezTo>
                      <a:cubicBezTo>
                        <a:pt x="626" y="605"/>
                        <a:pt x="637" y="601"/>
                        <a:pt x="642" y="596"/>
                      </a:cubicBezTo>
                      <a:cubicBezTo>
                        <a:pt x="647" y="591"/>
                        <a:pt x="642" y="581"/>
                        <a:pt x="643" y="576"/>
                      </a:cubicBezTo>
                      <a:cubicBezTo>
                        <a:pt x="644" y="571"/>
                        <a:pt x="655" y="557"/>
                        <a:pt x="655" y="557"/>
                      </a:cubicBezTo>
                      <a:cubicBezTo>
                        <a:pt x="677" y="555"/>
                        <a:pt x="677" y="555"/>
                        <a:pt x="677" y="555"/>
                      </a:cubicBezTo>
                      <a:cubicBezTo>
                        <a:pt x="677" y="555"/>
                        <a:pt x="675" y="537"/>
                        <a:pt x="675" y="529"/>
                      </a:cubicBezTo>
                      <a:cubicBezTo>
                        <a:pt x="675" y="521"/>
                        <a:pt x="691" y="501"/>
                        <a:pt x="691" y="501"/>
                      </a:cubicBezTo>
                      <a:cubicBezTo>
                        <a:pt x="691" y="471"/>
                        <a:pt x="691" y="471"/>
                        <a:pt x="691" y="471"/>
                      </a:cubicBezTo>
                      <a:cubicBezTo>
                        <a:pt x="689" y="438"/>
                        <a:pt x="689" y="438"/>
                        <a:pt x="689" y="438"/>
                      </a:cubicBezTo>
                      <a:cubicBezTo>
                        <a:pt x="689" y="438"/>
                        <a:pt x="683" y="436"/>
                        <a:pt x="684" y="428"/>
                      </a:cubicBezTo>
                      <a:cubicBezTo>
                        <a:pt x="685" y="420"/>
                        <a:pt x="696" y="421"/>
                        <a:pt x="696" y="414"/>
                      </a:cubicBezTo>
                      <a:cubicBezTo>
                        <a:pt x="696" y="407"/>
                        <a:pt x="697" y="397"/>
                        <a:pt x="697" y="397"/>
                      </a:cubicBezTo>
                      <a:cubicBezTo>
                        <a:pt x="697" y="397"/>
                        <a:pt x="709" y="395"/>
                        <a:pt x="709" y="377"/>
                      </a:cubicBezTo>
                      <a:cubicBezTo>
                        <a:pt x="709" y="359"/>
                        <a:pt x="703" y="349"/>
                        <a:pt x="703" y="346"/>
                      </a:cubicBezTo>
                      <a:cubicBezTo>
                        <a:pt x="703" y="343"/>
                        <a:pt x="714" y="338"/>
                        <a:pt x="714" y="338"/>
                      </a:cubicBezTo>
                      <a:cubicBezTo>
                        <a:pt x="714" y="328"/>
                        <a:pt x="714" y="328"/>
                        <a:pt x="714" y="328"/>
                      </a:cubicBezTo>
                      <a:cubicBezTo>
                        <a:pt x="714" y="328"/>
                        <a:pt x="732" y="328"/>
                        <a:pt x="733" y="321"/>
                      </a:cubicBezTo>
                      <a:cubicBezTo>
                        <a:pt x="734" y="314"/>
                        <a:pt x="734" y="306"/>
                        <a:pt x="734" y="306"/>
                      </a:cubicBezTo>
                      <a:cubicBezTo>
                        <a:pt x="734" y="306"/>
                        <a:pt x="761" y="304"/>
                        <a:pt x="770" y="296"/>
                      </a:cubicBezTo>
                      <a:cubicBezTo>
                        <a:pt x="775" y="292"/>
                        <a:pt x="779" y="280"/>
                        <a:pt x="781" y="271"/>
                      </a:cubicBezTo>
                      <a:cubicBezTo>
                        <a:pt x="756" y="256"/>
                        <a:pt x="756" y="256"/>
                        <a:pt x="756" y="256"/>
                      </a:cubicBezTo>
                      <a:cubicBezTo>
                        <a:pt x="756" y="256"/>
                        <a:pt x="753" y="240"/>
                        <a:pt x="747" y="236"/>
                      </a:cubicBezTo>
                      <a:cubicBezTo>
                        <a:pt x="741" y="232"/>
                        <a:pt x="726" y="242"/>
                        <a:pt x="722" y="228"/>
                      </a:cubicBezTo>
                      <a:cubicBezTo>
                        <a:pt x="718" y="214"/>
                        <a:pt x="717" y="176"/>
                        <a:pt x="717" y="176"/>
                      </a:cubicBezTo>
                      <a:cubicBezTo>
                        <a:pt x="710" y="174"/>
                        <a:pt x="710" y="174"/>
                        <a:pt x="710" y="174"/>
                      </a:cubicBezTo>
                      <a:cubicBezTo>
                        <a:pt x="710" y="174"/>
                        <a:pt x="708" y="132"/>
                        <a:pt x="708" y="127"/>
                      </a:cubicBezTo>
                      <a:cubicBezTo>
                        <a:pt x="708" y="122"/>
                        <a:pt x="703" y="111"/>
                        <a:pt x="703" y="111"/>
                      </a:cubicBezTo>
                      <a:cubicBezTo>
                        <a:pt x="715" y="108"/>
                        <a:pt x="715" y="108"/>
                        <a:pt x="715" y="108"/>
                      </a:cubicBezTo>
                      <a:cubicBezTo>
                        <a:pt x="715" y="108"/>
                        <a:pt x="697" y="93"/>
                        <a:pt x="696" y="84"/>
                      </a:cubicBezTo>
                      <a:cubicBezTo>
                        <a:pt x="695" y="75"/>
                        <a:pt x="701" y="59"/>
                        <a:pt x="693" y="53"/>
                      </a:cubicBezTo>
                      <a:cubicBezTo>
                        <a:pt x="685" y="47"/>
                        <a:pt x="674" y="39"/>
                        <a:pt x="674" y="39"/>
                      </a:cubicBezTo>
                      <a:cubicBezTo>
                        <a:pt x="674" y="39"/>
                        <a:pt x="665" y="27"/>
                        <a:pt x="661" y="23"/>
                      </a:cubicBezTo>
                      <a:cubicBezTo>
                        <a:pt x="657" y="19"/>
                        <a:pt x="656" y="26"/>
                        <a:pt x="650" y="22"/>
                      </a:cubicBezTo>
                      <a:cubicBezTo>
                        <a:pt x="646" y="19"/>
                        <a:pt x="639" y="10"/>
                        <a:pt x="634" y="0"/>
                      </a:cubicBezTo>
                      <a:cubicBezTo>
                        <a:pt x="618" y="15"/>
                        <a:pt x="618" y="15"/>
                        <a:pt x="618" y="15"/>
                      </a:cubicBezTo>
                      <a:lnTo>
                        <a:pt x="601" y="16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2" name="Freeform 314"/>
                <p:cNvSpPr>
                  <a:spLocks noEditPoints="1"/>
                </p:cNvSpPr>
                <p:nvPr/>
              </p:nvSpPr>
              <p:spPr bwMode="gray">
                <a:xfrm>
                  <a:off x="8369" y="-17411"/>
                  <a:ext cx="470" cy="1875"/>
                </a:xfrm>
                <a:custGeom>
                  <a:avLst/>
                  <a:gdLst>
                    <a:gd name="T0" fmla="*/ 0 w 199"/>
                    <a:gd name="T1" fmla="*/ 794 h 794"/>
                    <a:gd name="T2" fmla="*/ 9 w 199"/>
                    <a:gd name="T3" fmla="*/ 791 h 794"/>
                    <a:gd name="T4" fmla="*/ 25 w 199"/>
                    <a:gd name="T5" fmla="*/ 764 h 794"/>
                    <a:gd name="T6" fmla="*/ 12 w 199"/>
                    <a:gd name="T7" fmla="*/ 755 h 794"/>
                    <a:gd name="T8" fmla="*/ 0 w 199"/>
                    <a:gd name="T9" fmla="*/ 794 h 794"/>
                    <a:gd name="T10" fmla="*/ 76 w 199"/>
                    <a:gd name="T11" fmla="*/ 712 h 794"/>
                    <a:gd name="T12" fmla="*/ 49 w 199"/>
                    <a:gd name="T13" fmla="*/ 708 h 794"/>
                    <a:gd name="T14" fmla="*/ 36 w 199"/>
                    <a:gd name="T15" fmla="*/ 755 h 794"/>
                    <a:gd name="T16" fmla="*/ 43 w 199"/>
                    <a:gd name="T17" fmla="*/ 757 h 794"/>
                    <a:gd name="T18" fmla="*/ 55 w 199"/>
                    <a:gd name="T19" fmla="*/ 733 h 794"/>
                    <a:gd name="T20" fmla="*/ 88 w 199"/>
                    <a:gd name="T21" fmla="*/ 715 h 794"/>
                    <a:gd name="T22" fmla="*/ 79 w 199"/>
                    <a:gd name="T23" fmla="*/ 699 h 794"/>
                    <a:gd name="T24" fmla="*/ 76 w 199"/>
                    <a:gd name="T25" fmla="*/ 712 h 794"/>
                    <a:gd name="T26" fmla="*/ 128 w 199"/>
                    <a:gd name="T27" fmla="*/ 672 h 794"/>
                    <a:gd name="T28" fmla="*/ 117 w 199"/>
                    <a:gd name="T29" fmla="*/ 697 h 794"/>
                    <a:gd name="T30" fmla="*/ 128 w 199"/>
                    <a:gd name="T31" fmla="*/ 672 h 794"/>
                    <a:gd name="T32" fmla="*/ 189 w 199"/>
                    <a:gd name="T33" fmla="*/ 423 h 794"/>
                    <a:gd name="T34" fmla="*/ 177 w 199"/>
                    <a:gd name="T35" fmla="*/ 434 h 794"/>
                    <a:gd name="T36" fmla="*/ 185 w 199"/>
                    <a:gd name="T37" fmla="*/ 449 h 794"/>
                    <a:gd name="T38" fmla="*/ 173 w 199"/>
                    <a:gd name="T39" fmla="*/ 449 h 794"/>
                    <a:gd name="T40" fmla="*/ 173 w 199"/>
                    <a:gd name="T41" fmla="*/ 469 h 794"/>
                    <a:gd name="T42" fmla="*/ 189 w 199"/>
                    <a:gd name="T43" fmla="*/ 467 h 794"/>
                    <a:gd name="T44" fmla="*/ 198 w 199"/>
                    <a:gd name="T45" fmla="*/ 456 h 794"/>
                    <a:gd name="T46" fmla="*/ 189 w 199"/>
                    <a:gd name="T47" fmla="*/ 437 h 794"/>
                    <a:gd name="T48" fmla="*/ 199 w 199"/>
                    <a:gd name="T49" fmla="*/ 435 h 794"/>
                    <a:gd name="T50" fmla="*/ 189 w 199"/>
                    <a:gd name="T51" fmla="*/ 423 h 794"/>
                    <a:gd name="T52" fmla="*/ 184 w 199"/>
                    <a:gd name="T53" fmla="*/ 513 h 794"/>
                    <a:gd name="T54" fmla="*/ 195 w 199"/>
                    <a:gd name="T55" fmla="*/ 499 h 794"/>
                    <a:gd name="T56" fmla="*/ 178 w 199"/>
                    <a:gd name="T57" fmla="*/ 485 h 794"/>
                    <a:gd name="T58" fmla="*/ 184 w 199"/>
                    <a:gd name="T59" fmla="*/ 513 h 794"/>
                    <a:gd name="T60" fmla="*/ 170 w 199"/>
                    <a:gd name="T61" fmla="*/ 636 h 794"/>
                    <a:gd name="T62" fmla="*/ 171 w 199"/>
                    <a:gd name="T63" fmla="*/ 615 h 794"/>
                    <a:gd name="T64" fmla="*/ 162 w 199"/>
                    <a:gd name="T65" fmla="*/ 632 h 794"/>
                    <a:gd name="T66" fmla="*/ 170 w 199"/>
                    <a:gd name="T67" fmla="*/ 636 h 794"/>
                    <a:gd name="T68" fmla="*/ 169 w 199"/>
                    <a:gd name="T69" fmla="*/ 573 h 794"/>
                    <a:gd name="T70" fmla="*/ 181 w 199"/>
                    <a:gd name="T71" fmla="*/ 571 h 794"/>
                    <a:gd name="T72" fmla="*/ 169 w 199"/>
                    <a:gd name="T73" fmla="*/ 559 h 794"/>
                    <a:gd name="T74" fmla="*/ 169 w 199"/>
                    <a:gd name="T75" fmla="*/ 573 h 794"/>
                    <a:gd name="T76" fmla="*/ 82 w 199"/>
                    <a:gd name="T77" fmla="*/ 14 h 794"/>
                    <a:gd name="T78" fmla="*/ 94 w 199"/>
                    <a:gd name="T79" fmla="*/ 38 h 794"/>
                    <a:gd name="T80" fmla="*/ 114 w 199"/>
                    <a:gd name="T81" fmla="*/ 14 h 794"/>
                    <a:gd name="T82" fmla="*/ 106 w 199"/>
                    <a:gd name="T83" fmla="*/ 0 h 794"/>
                    <a:gd name="T84" fmla="*/ 82 w 199"/>
                    <a:gd name="T85" fmla="*/ 14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99" h="794">
                      <a:moveTo>
                        <a:pt x="0" y="794"/>
                      </a:moveTo>
                      <a:cubicBezTo>
                        <a:pt x="9" y="791"/>
                        <a:pt x="9" y="791"/>
                        <a:pt x="9" y="791"/>
                      </a:cubicBezTo>
                      <a:cubicBezTo>
                        <a:pt x="25" y="764"/>
                        <a:pt x="25" y="764"/>
                        <a:pt x="25" y="764"/>
                      </a:cubicBezTo>
                      <a:cubicBezTo>
                        <a:pt x="12" y="755"/>
                        <a:pt x="12" y="755"/>
                        <a:pt x="12" y="755"/>
                      </a:cubicBezTo>
                      <a:lnTo>
                        <a:pt x="0" y="794"/>
                      </a:lnTo>
                      <a:close/>
                      <a:moveTo>
                        <a:pt x="76" y="712"/>
                      </a:moveTo>
                      <a:cubicBezTo>
                        <a:pt x="49" y="708"/>
                        <a:pt x="49" y="708"/>
                        <a:pt x="49" y="708"/>
                      </a:cubicBezTo>
                      <a:cubicBezTo>
                        <a:pt x="36" y="755"/>
                        <a:pt x="36" y="755"/>
                        <a:pt x="36" y="755"/>
                      </a:cubicBezTo>
                      <a:cubicBezTo>
                        <a:pt x="43" y="757"/>
                        <a:pt x="43" y="757"/>
                        <a:pt x="43" y="757"/>
                      </a:cubicBezTo>
                      <a:cubicBezTo>
                        <a:pt x="55" y="733"/>
                        <a:pt x="55" y="733"/>
                        <a:pt x="55" y="733"/>
                      </a:cubicBezTo>
                      <a:cubicBezTo>
                        <a:pt x="88" y="715"/>
                        <a:pt x="88" y="715"/>
                        <a:pt x="88" y="715"/>
                      </a:cubicBezTo>
                      <a:cubicBezTo>
                        <a:pt x="79" y="699"/>
                        <a:pt x="79" y="699"/>
                        <a:pt x="79" y="699"/>
                      </a:cubicBezTo>
                      <a:lnTo>
                        <a:pt x="76" y="712"/>
                      </a:lnTo>
                      <a:close/>
                      <a:moveTo>
                        <a:pt x="128" y="672"/>
                      </a:moveTo>
                      <a:cubicBezTo>
                        <a:pt x="119" y="670"/>
                        <a:pt x="109" y="694"/>
                        <a:pt x="117" y="697"/>
                      </a:cubicBezTo>
                      <a:cubicBezTo>
                        <a:pt x="128" y="701"/>
                        <a:pt x="138" y="675"/>
                        <a:pt x="128" y="672"/>
                      </a:cubicBezTo>
                      <a:close/>
                      <a:moveTo>
                        <a:pt x="189" y="423"/>
                      </a:moveTo>
                      <a:cubicBezTo>
                        <a:pt x="177" y="434"/>
                        <a:pt x="177" y="434"/>
                        <a:pt x="177" y="434"/>
                      </a:cubicBezTo>
                      <a:cubicBezTo>
                        <a:pt x="185" y="449"/>
                        <a:pt x="185" y="449"/>
                        <a:pt x="185" y="449"/>
                      </a:cubicBezTo>
                      <a:cubicBezTo>
                        <a:pt x="173" y="449"/>
                        <a:pt x="173" y="449"/>
                        <a:pt x="173" y="449"/>
                      </a:cubicBezTo>
                      <a:cubicBezTo>
                        <a:pt x="173" y="469"/>
                        <a:pt x="173" y="469"/>
                        <a:pt x="173" y="469"/>
                      </a:cubicBezTo>
                      <a:cubicBezTo>
                        <a:pt x="189" y="467"/>
                        <a:pt x="189" y="467"/>
                        <a:pt x="189" y="467"/>
                      </a:cubicBezTo>
                      <a:cubicBezTo>
                        <a:pt x="198" y="456"/>
                        <a:pt x="198" y="456"/>
                        <a:pt x="198" y="456"/>
                      </a:cubicBezTo>
                      <a:cubicBezTo>
                        <a:pt x="189" y="437"/>
                        <a:pt x="189" y="437"/>
                        <a:pt x="189" y="437"/>
                      </a:cubicBezTo>
                      <a:cubicBezTo>
                        <a:pt x="199" y="435"/>
                        <a:pt x="199" y="435"/>
                        <a:pt x="199" y="435"/>
                      </a:cubicBezTo>
                      <a:lnTo>
                        <a:pt x="189" y="423"/>
                      </a:lnTo>
                      <a:close/>
                      <a:moveTo>
                        <a:pt x="184" y="513"/>
                      </a:moveTo>
                      <a:cubicBezTo>
                        <a:pt x="195" y="499"/>
                        <a:pt x="195" y="499"/>
                        <a:pt x="195" y="499"/>
                      </a:cubicBezTo>
                      <a:cubicBezTo>
                        <a:pt x="178" y="485"/>
                        <a:pt x="178" y="485"/>
                        <a:pt x="178" y="485"/>
                      </a:cubicBezTo>
                      <a:lnTo>
                        <a:pt x="184" y="513"/>
                      </a:lnTo>
                      <a:close/>
                      <a:moveTo>
                        <a:pt x="170" y="636"/>
                      </a:moveTo>
                      <a:cubicBezTo>
                        <a:pt x="171" y="615"/>
                        <a:pt x="171" y="615"/>
                        <a:pt x="171" y="615"/>
                      </a:cubicBezTo>
                      <a:cubicBezTo>
                        <a:pt x="162" y="632"/>
                        <a:pt x="162" y="632"/>
                        <a:pt x="162" y="632"/>
                      </a:cubicBezTo>
                      <a:lnTo>
                        <a:pt x="170" y="636"/>
                      </a:lnTo>
                      <a:close/>
                      <a:moveTo>
                        <a:pt x="169" y="573"/>
                      </a:moveTo>
                      <a:cubicBezTo>
                        <a:pt x="181" y="571"/>
                        <a:pt x="181" y="571"/>
                        <a:pt x="181" y="571"/>
                      </a:cubicBezTo>
                      <a:cubicBezTo>
                        <a:pt x="169" y="559"/>
                        <a:pt x="169" y="559"/>
                        <a:pt x="169" y="559"/>
                      </a:cubicBezTo>
                      <a:lnTo>
                        <a:pt x="169" y="573"/>
                      </a:lnTo>
                      <a:close/>
                      <a:moveTo>
                        <a:pt x="82" y="14"/>
                      </a:moveTo>
                      <a:cubicBezTo>
                        <a:pt x="94" y="38"/>
                        <a:pt x="94" y="38"/>
                        <a:pt x="94" y="38"/>
                      </a:cubicBezTo>
                      <a:cubicBezTo>
                        <a:pt x="114" y="14"/>
                        <a:pt x="114" y="14"/>
                        <a:pt x="114" y="14"/>
                      </a:cubicBezTo>
                      <a:cubicBezTo>
                        <a:pt x="106" y="0"/>
                        <a:pt x="106" y="0"/>
                        <a:pt x="106" y="0"/>
                      </a:cubicBezTo>
                      <a:lnTo>
                        <a:pt x="82" y="1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3" name="Freeform 315"/>
                <p:cNvSpPr>
                  <a:spLocks noEditPoints="1"/>
                </p:cNvSpPr>
                <p:nvPr/>
              </p:nvSpPr>
              <p:spPr bwMode="gray">
                <a:xfrm>
                  <a:off x="5853" y="-12193"/>
                  <a:ext cx="180" cy="123"/>
                </a:xfrm>
                <a:custGeom>
                  <a:avLst/>
                  <a:gdLst>
                    <a:gd name="T0" fmla="*/ 16 w 76"/>
                    <a:gd name="T1" fmla="*/ 34 h 52"/>
                    <a:gd name="T2" fmla="*/ 11 w 76"/>
                    <a:gd name="T3" fmla="*/ 52 h 52"/>
                    <a:gd name="T4" fmla="*/ 16 w 76"/>
                    <a:gd name="T5" fmla="*/ 34 h 52"/>
                    <a:gd name="T6" fmla="*/ 35 w 76"/>
                    <a:gd name="T7" fmla="*/ 8 h 52"/>
                    <a:gd name="T8" fmla="*/ 47 w 76"/>
                    <a:gd name="T9" fmla="*/ 26 h 52"/>
                    <a:gd name="T10" fmla="*/ 58 w 76"/>
                    <a:gd name="T11" fmla="*/ 21 h 52"/>
                    <a:gd name="T12" fmla="*/ 35 w 76"/>
                    <a:gd name="T13" fmla="*/ 8 h 52"/>
                    <a:gd name="T14" fmla="*/ 71 w 76"/>
                    <a:gd name="T15" fmla="*/ 32 h 52"/>
                    <a:gd name="T16" fmla="*/ 58 w 76"/>
                    <a:gd name="T17" fmla="*/ 42 h 52"/>
                    <a:gd name="T18" fmla="*/ 71 w 76"/>
                    <a:gd name="T19" fmla="*/ 3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6" h="52">
                      <a:moveTo>
                        <a:pt x="16" y="34"/>
                      </a:moveTo>
                      <a:cubicBezTo>
                        <a:pt x="0" y="34"/>
                        <a:pt x="11" y="52"/>
                        <a:pt x="11" y="52"/>
                      </a:cubicBezTo>
                      <a:cubicBezTo>
                        <a:pt x="23" y="52"/>
                        <a:pt x="32" y="34"/>
                        <a:pt x="16" y="34"/>
                      </a:cubicBezTo>
                      <a:close/>
                      <a:moveTo>
                        <a:pt x="35" y="8"/>
                      </a:moveTo>
                      <a:cubicBezTo>
                        <a:pt x="28" y="16"/>
                        <a:pt x="47" y="26"/>
                        <a:pt x="47" y="26"/>
                      </a:cubicBezTo>
                      <a:cubicBezTo>
                        <a:pt x="58" y="21"/>
                        <a:pt x="58" y="21"/>
                        <a:pt x="58" y="21"/>
                      </a:cubicBezTo>
                      <a:cubicBezTo>
                        <a:pt x="58" y="21"/>
                        <a:pt x="41" y="0"/>
                        <a:pt x="35" y="8"/>
                      </a:cubicBezTo>
                      <a:close/>
                      <a:moveTo>
                        <a:pt x="71" y="32"/>
                      </a:moveTo>
                      <a:cubicBezTo>
                        <a:pt x="66" y="26"/>
                        <a:pt x="51" y="38"/>
                        <a:pt x="58" y="42"/>
                      </a:cubicBezTo>
                      <a:cubicBezTo>
                        <a:pt x="68" y="48"/>
                        <a:pt x="76" y="37"/>
                        <a:pt x="71" y="3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4" name="Freeform 316"/>
                <p:cNvSpPr>
                  <a:spLocks noEditPoints="1"/>
                </p:cNvSpPr>
                <p:nvPr/>
              </p:nvSpPr>
              <p:spPr bwMode="gray">
                <a:xfrm>
                  <a:off x="7058" y="-15774"/>
                  <a:ext cx="1396" cy="2723"/>
                </a:xfrm>
                <a:custGeom>
                  <a:avLst/>
                  <a:gdLst>
                    <a:gd name="T0" fmla="*/ 529 w 591"/>
                    <a:gd name="T1" fmla="*/ 401 h 1153"/>
                    <a:gd name="T2" fmla="*/ 547 w 591"/>
                    <a:gd name="T3" fmla="*/ 349 h 1153"/>
                    <a:gd name="T4" fmla="*/ 492 w 591"/>
                    <a:gd name="T5" fmla="*/ 276 h 1153"/>
                    <a:gd name="T6" fmla="*/ 448 w 591"/>
                    <a:gd name="T7" fmla="*/ 241 h 1153"/>
                    <a:gd name="T8" fmla="*/ 441 w 591"/>
                    <a:gd name="T9" fmla="*/ 258 h 1153"/>
                    <a:gd name="T10" fmla="*/ 418 w 591"/>
                    <a:gd name="T11" fmla="*/ 264 h 1153"/>
                    <a:gd name="T12" fmla="*/ 456 w 591"/>
                    <a:gd name="T13" fmla="*/ 373 h 1153"/>
                    <a:gd name="T14" fmla="*/ 443 w 591"/>
                    <a:gd name="T15" fmla="*/ 450 h 1153"/>
                    <a:gd name="T16" fmla="*/ 383 w 591"/>
                    <a:gd name="T17" fmla="*/ 448 h 1153"/>
                    <a:gd name="T18" fmla="*/ 367 w 591"/>
                    <a:gd name="T19" fmla="*/ 514 h 1153"/>
                    <a:gd name="T20" fmla="*/ 259 w 591"/>
                    <a:gd name="T21" fmla="*/ 546 h 1153"/>
                    <a:gd name="T22" fmla="*/ 179 w 591"/>
                    <a:gd name="T23" fmla="*/ 601 h 1153"/>
                    <a:gd name="T24" fmla="*/ 241 w 591"/>
                    <a:gd name="T25" fmla="*/ 607 h 1153"/>
                    <a:gd name="T26" fmla="*/ 331 w 591"/>
                    <a:gd name="T27" fmla="*/ 584 h 1153"/>
                    <a:gd name="T28" fmla="*/ 407 w 591"/>
                    <a:gd name="T29" fmla="*/ 654 h 1153"/>
                    <a:gd name="T30" fmla="*/ 415 w 591"/>
                    <a:gd name="T31" fmla="*/ 583 h 1153"/>
                    <a:gd name="T32" fmla="*/ 464 w 591"/>
                    <a:gd name="T33" fmla="*/ 585 h 1153"/>
                    <a:gd name="T34" fmla="*/ 528 w 591"/>
                    <a:gd name="T35" fmla="*/ 556 h 1153"/>
                    <a:gd name="T36" fmla="*/ 578 w 591"/>
                    <a:gd name="T37" fmla="*/ 538 h 1153"/>
                    <a:gd name="T38" fmla="*/ 299 w 591"/>
                    <a:gd name="T39" fmla="*/ 628 h 1153"/>
                    <a:gd name="T40" fmla="*/ 276 w 591"/>
                    <a:gd name="T41" fmla="*/ 674 h 1153"/>
                    <a:gd name="T42" fmla="*/ 358 w 591"/>
                    <a:gd name="T43" fmla="*/ 638 h 1153"/>
                    <a:gd name="T44" fmla="*/ 256 w 591"/>
                    <a:gd name="T45" fmla="*/ 689 h 1153"/>
                    <a:gd name="T46" fmla="*/ 184 w 591"/>
                    <a:gd name="T47" fmla="*/ 634 h 1153"/>
                    <a:gd name="T48" fmla="*/ 174 w 591"/>
                    <a:gd name="T49" fmla="*/ 687 h 1153"/>
                    <a:gd name="T50" fmla="*/ 182 w 591"/>
                    <a:gd name="T51" fmla="*/ 727 h 1153"/>
                    <a:gd name="T52" fmla="*/ 233 w 591"/>
                    <a:gd name="T53" fmla="*/ 780 h 1153"/>
                    <a:gd name="T54" fmla="*/ 172 w 591"/>
                    <a:gd name="T55" fmla="*/ 718 h 1153"/>
                    <a:gd name="T56" fmla="*/ 432 w 591"/>
                    <a:gd name="T57" fmla="*/ 423 h 1153"/>
                    <a:gd name="T58" fmla="*/ 411 w 591"/>
                    <a:gd name="T59" fmla="*/ 400 h 1153"/>
                    <a:gd name="T60" fmla="*/ 374 w 591"/>
                    <a:gd name="T61" fmla="*/ 72 h 1153"/>
                    <a:gd name="T62" fmla="*/ 354 w 591"/>
                    <a:gd name="T63" fmla="*/ 123 h 1153"/>
                    <a:gd name="T64" fmla="*/ 390 w 591"/>
                    <a:gd name="T65" fmla="*/ 198 h 1153"/>
                    <a:gd name="T66" fmla="*/ 437 w 591"/>
                    <a:gd name="T67" fmla="*/ 205 h 1153"/>
                    <a:gd name="T68" fmla="*/ 409 w 591"/>
                    <a:gd name="T69" fmla="*/ 179 h 1153"/>
                    <a:gd name="T70" fmla="*/ 557 w 591"/>
                    <a:gd name="T71" fmla="*/ 147 h 1153"/>
                    <a:gd name="T72" fmla="*/ 523 w 591"/>
                    <a:gd name="T73" fmla="*/ 96 h 1153"/>
                    <a:gd name="T74" fmla="*/ 194 w 591"/>
                    <a:gd name="T75" fmla="*/ 984 h 1153"/>
                    <a:gd name="T76" fmla="*/ 208 w 591"/>
                    <a:gd name="T77" fmla="*/ 933 h 1153"/>
                    <a:gd name="T78" fmla="*/ 208 w 591"/>
                    <a:gd name="T79" fmla="*/ 933 h 1153"/>
                    <a:gd name="T80" fmla="*/ 230 w 591"/>
                    <a:gd name="T81" fmla="*/ 810 h 1153"/>
                    <a:gd name="T82" fmla="*/ 252 w 591"/>
                    <a:gd name="T83" fmla="*/ 792 h 1153"/>
                    <a:gd name="T84" fmla="*/ 252 w 591"/>
                    <a:gd name="T85" fmla="*/ 792 h 1153"/>
                    <a:gd name="T86" fmla="*/ 32 w 591"/>
                    <a:gd name="T87" fmla="*/ 1144 h 1153"/>
                    <a:gd name="T88" fmla="*/ 90 w 591"/>
                    <a:gd name="T89" fmla="*/ 1125 h 1153"/>
                    <a:gd name="T90" fmla="*/ 16 w 591"/>
                    <a:gd name="T91" fmla="*/ 1134 h 1153"/>
                    <a:gd name="T92" fmla="*/ 184 w 591"/>
                    <a:gd name="T93" fmla="*/ 1008 h 1153"/>
                    <a:gd name="T94" fmla="*/ 198 w 591"/>
                    <a:gd name="T95" fmla="*/ 1014 h 1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91" h="1153">
                      <a:moveTo>
                        <a:pt x="591" y="531"/>
                      </a:moveTo>
                      <a:cubicBezTo>
                        <a:pt x="591" y="531"/>
                        <a:pt x="559" y="513"/>
                        <a:pt x="560" y="499"/>
                      </a:cubicBezTo>
                      <a:cubicBezTo>
                        <a:pt x="561" y="485"/>
                        <a:pt x="562" y="459"/>
                        <a:pt x="556" y="447"/>
                      </a:cubicBezTo>
                      <a:cubicBezTo>
                        <a:pt x="550" y="435"/>
                        <a:pt x="526" y="418"/>
                        <a:pt x="529" y="401"/>
                      </a:cubicBezTo>
                      <a:cubicBezTo>
                        <a:pt x="532" y="384"/>
                        <a:pt x="548" y="389"/>
                        <a:pt x="548" y="389"/>
                      </a:cubicBezTo>
                      <a:cubicBezTo>
                        <a:pt x="545" y="362"/>
                        <a:pt x="545" y="362"/>
                        <a:pt x="545" y="362"/>
                      </a:cubicBezTo>
                      <a:cubicBezTo>
                        <a:pt x="537" y="356"/>
                        <a:pt x="537" y="356"/>
                        <a:pt x="537" y="356"/>
                      </a:cubicBezTo>
                      <a:cubicBezTo>
                        <a:pt x="547" y="349"/>
                        <a:pt x="547" y="349"/>
                        <a:pt x="547" y="349"/>
                      </a:cubicBezTo>
                      <a:cubicBezTo>
                        <a:pt x="547" y="349"/>
                        <a:pt x="542" y="331"/>
                        <a:pt x="538" y="321"/>
                      </a:cubicBezTo>
                      <a:cubicBezTo>
                        <a:pt x="534" y="311"/>
                        <a:pt x="520" y="303"/>
                        <a:pt x="520" y="303"/>
                      </a:cubicBezTo>
                      <a:cubicBezTo>
                        <a:pt x="516" y="290"/>
                        <a:pt x="516" y="290"/>
                        <a:pt x="516" y="290"/>
                      </a:cubicBezTo>
                      <a:cubicBezTo>
                        <a:pt x="516" y="290"/>
                        <a:pt x="501" y="283"/>
                        <a:pt x="492" y="276"/>
                      </a:cubicBezTo>
                      <a:cubicBezTo>
                        <a:pt x="483" y="269"/>
                        <a:pt x="468" y="253"/>
                        <a:pt x="468" y="244"/>
                      </a:cubicBezTo>
                      <a:cubicBezTo>
                        <a:pt x="468" y="235"/>
                        <a:pt x="465" y="231"/>
                        <a:pt x="465" y="231"/>
                      </a:cubicBezTo>
                      <a:cubicBezTo>
                        <a:pt x="465" y="231"/>
                        <a:pt x="442" y="214"/>
                        <a:pt x="439" y="226"/>
                      </a:cubicBezTo>
                      <a:cubicBezTo>
                        <a:pt x="436" y="238"/>
                        <a:pt x="448" y="241"/>
                        <a:pt x="448" y="241"/>
                      </a:cubicBezTo>
                      <a:cubicBezTo>
                        <a:pt x="455" y="237"/>
                        <a:pt x="455" y="237"/>
                        <a:pt x="455" y="237"/>
                      </a:cubicBezTo>
                      <a:cubicBezTo>
                        <a:pt x="455" y="237"/>
                        <a:pt x="463" y="256"/>
                        <a:pt x="459" y="256"/>
                      </a:cubicBezTo>
                      <a:cubicBezTo>
                        <a:pt x="455" y="256"/>
                        <a:pt x="450" y="249"/>
                        <a:pt x="450" y="249"/>
                      </a:cubicBezTo>
                      <a:cubicBezTo>
                        <a:pt x="441" y="258"/>
                        <a:pt x="441" y="258"/>
                        <a:pt x="441" y="258"/>
                      </a:cubicBezTo>
                      <a:cubicBezTo>
                        <a:pt x="428" y="237"/>
                        <a:pt x="428" y="237"/>
                        <a:pt x="428" y="237"/>
                      </a:cubicBezTo>
                      <a:cubicBezTo>
                        <a:pt x="416" y="237"/>
                        <a:pt x="416" y="237"/>
                        <a:pt x="416" y="237"/>
                      </a:cubicBezTo>
                      <a:cubicBezTo>
                        <a:pt x="430" y="261"/>
                        <a:pt x="430" y="261"/>
                        <a:pt x="430" y="261"/>
                      </a:cubicBezTo>
                      <a:cubicBezTo>
                        <a:pt x="418" y="264"/>
                        <a:pt x="418" y="264"/>
                        <a:pt x="418" y="264"/>
                      </a:cubicBezTo>
                      <a:cubicBezTo>
                        <a:pt x="437" y="296"/>
                        <a:pt x="437" y="296"/>
                        <a:pt x="437" y="296"/>
                      </a:cubicBezTo>
                      <a:cubicBezTo>
                        <a:pt x="430" y="304"/>
                        <a:pt x="430" y="304"/>
                        <a:pt x="430" y="304"/>
                      </a:cubicBezTo>
                      <a:cubicBezTo>
                        <a:pt x="430" y="304"/>
                        <a:pt x="466" y="322"/>
                        <a:pt x="464" y="337"/>
                      </a:cubicBezTo>
                      <a:cubicBezTo>
                        <a:pt x="462" y="352"/>
                        <a:pt x="456" y="373"/>
                        <a:pt x="456" y="373"/>
                      </a:cubicBezTo>
                      <a:cubicBezTo>
                        <a:pt x="454" y="391"/>
                        <a:pt x="454" y="391"/>
                        <a:pt x="454" y="391"/>
                      </a:cubicBezTo>
                      <a:cubicBezTo>
                        <a:pt x="454" y="391"/>
                        <a:pt x="475" y="404"/>
                        <a:pt x="465" y="411"/>
                      </a:cubicBezTo>
                      <a:cubicBezTo>
                        <a:pt x="455" y="418"/>
                        <a:pt x="447" y="414"/>
                        <a:pt x="447" y="414"/>
                      </a:cubicBezTo>
                      <a:cubicBezTo>
                        <a:pt x="447" y="414"/>
                        <a:pt x="454" y="444"/>
                        <a:pt x="443" y="450"/>
                      </a:cubicBezTo>
                      <a:cubicBezTo>
                        <a:pt x="432" y="456"/>
                        <a:pt x="409" y="464"/>
                        <a:pt x="409" y="464"/>
                      </a:cubicBezTo>
                      <a:cubicBezTo>
                        <a:pt x="409" y="473"/>
                        <a:pt x="409" y="473"/>
                        <a:pt x="409" y="473"/>
                      </a:cubicBezTo>
                      <a:cubicBezTo>
                        <a:pt x="409" y="473"/>
                        <a:pt x="398" y="477"/>
                        <a:pt x="389" y="467"/>
                      </a:cubicBezTo>
                      <a:cubicBezTo>
                        <a:pt x="380" y="457"/>
                        <a:pt x="383" y="448"/>
                        <a:pt x="383" y="448"/>
                      </a:cubicBezTo>
                      <a:cubicBezTo>
                        <a:pt x="386" y="435"/>
                        <a:pt x="386" y="435"/>
                        <a:pt x="386" y="435"/>
                      </a:cubicBezTo>
                      <a:cubicBezTo>
                        <a:pt x="386" y="435"/>
                        <a:pt x="360" y="440"/>
                        <a:pt x="364" y="450"/>
                      </a:cubicBezTo>
                      <a:cubicBezTo>
                        <a:pt x="368" y="460"/>
                        <a:pt x="381" y="474"/>
                        <a:pt x="379" y="481"/>
                      </a:cubicBezTo>
                      <a:cubicBezTo>
                        <a:pt x="377" y="488"/>
                        <a:pt x="363" y="504"/>
                        <a:pt x="367" y="514"/>
                      </a:cubicBezTo>
                      <a:cubicBezTo>
                        <a:pt x="371" y="524"/>
                        <a:pt x="384" y="539"/>
                        <a:pt x="374" y="540"/>
                      </a:cubicBezTo>
                      <a:cubicBezTo>
                        <a:pt x="364" y="541"/>
                        <a:pt x="338" y="529"/>
                        <a:pt x="329" y="530"/>
                      </a:cubicBezTo>
                      <a:cubicBezTo>
                        <a:pt x="320" y="531"/>
                        <a:pt x="281" y="546"/>
                        <a:pt x="278" y="546"/>
                      </a:cubicBezTo>
                      <a:cubicBezTo>
                        <a:pt x="275" y="546"/>
                        <a:pt x="259" y="546"/>
                        <a:pt x="259" y="546"/>
                      </a:cubicBezTo>
                      <a:cubicBezTo>
                        <a:pt x="251" y="538"/>
                        <a:pt x="251" y="538"/>
                        <a:pt x="251" y="538"/>
                      </a:cubicBezTo>
                      <a:cubicBezTo>
                        <a:pt x="229" y="555"/>
                        <a:pt x="229" y="555"/>
                        <a:pt x="229" y="555"/>
                      </a:cubicBezTo>
                      <a:cubicBezTo>
                        <a:pt x="229" y="555"/>
                        <a:pt x="202" y="600"/>
                        <a:pt x="198" y="600"/>
                      </a:cubicBezTo>
                      <a:cubicBezTo>
                        <a:pt x="194" y="600"/>
                        <a:pt x="179" y="601"/>
                        <a:pt x="179" y="601"/>
                      </a:cubicBezTo>
                      <a:cubicBezTo>
                        <a:pt x="179" y="601"/>
                        <a:pt x="184" y="625"/>
                        <a:pt x="191" y="625"/>
                      </a:cubicBezTo>
                      <a:cubicBezTo>
                        <a:pt x="198" y="625"/>
                        <a:pt x="210" y="621"/>
                        <a:pt x="210" y="621"/>
                      </a:cubicBezTo>
                      <a:cubicBezTo>
                        <a:pt x="210" y="621"/>
                        <a:pt x="229" y="632"/>
                        <a:pt x="234" y="630"/>
                      </a:cubicBezTo>
                      <a:cubicBezTo>
                        <a:pt x="239" y="628"/>
                        <a:pt x="241" y="607"/>
                        <a:pt x="241" y="607"/>
                      </a:cubicBezTo>
                      <a:cubicBezTo>
                        <a:pt x="256" y="615"/>
                        <a:pt x="256" y="615"/>
                        <a:pt x="256" y="615"/>
                      </a:cubicBezTo>
                      <a:cubicBezTo>
                        <a:pt x="256" y="615"/>
                        <a:pt x="290" y="598"/>
                        <a:pt x="295" y="595"/>
                      </a:cubicBezTo>
                      <a:cubicBezTo>
                        <a:pt x="300" y="592"/>
                        <a:pt x="313" y="601"/>
                        <a:pt x="321" y="600"/>
                      </a:cubicBezTo>
                      <a:cubicBezTo>
                        <a:pt x="329" y="599"/>
                        <a:pt x="314" y="584"/>
                        <a:pt x="331" y="584"/>
                      </a:cubicBezTo>
                      <a:cubicBezTo>
                        <a:pt x="348" y="584"/>
                        <a:pt x="352" y="593"/>
                        <a:pt x="352" y="593"/>
                      </a:cubicBezTo>
                      <a:cubicBezTo>
                        <a:pt x="352" y="593"/>
                        <a:pt x="372" y="580"/>
                        <a:pt x="376" y="588"/>
                      </a:cubicBezTo>
                      <a:cubicBezTo>
                        <a:pt x="380" y="596"/>
                        <a:pt x="367" y="615"/>
                        <a:pt x="367" y="615"/>
                      </a:cubicBezTo>
                      <a:cubicBezTo>
                        <a:pt x="367" y="615"/>
                        <a:pt x="387" y="654"/>
                        <a:pt x="407" y="654"/>
                      </a:cubicBezTo>
                      <a:cubicBezTo>
                        <a:pt x="427" y="654"/>
                        <a:pt x="425" y="616"/>
                        <a:pt x="425" y="616"/>
                      </a:cubicBezTo>
                      <a:cubicBezTo>
                        <a:pt x="447" y="612"/>
                        <a:pt x="447" y="612"/>
                        <a:pt x="447" y="612"/>
                      </a:cubicBezTo>
                      <a:cubicBezTo>
                        <a:pt x="447" y="612"/>
                        <a:pt x="430" y="592"/>
                        <a:pt x="427" y="591"/>
                      </a:cubicBezTo>
                      <a:cubicBezTo>
                        <a:pt x="424" y="590"/>
                        <a:pt x="415" y="583"/>
                        <a:pt x="415" y="583"/>
                      </a:cubicBezTo>
                      <a:cubicBezTo>
                        <a:pt x="426" y="568"/>
                        <a:pt x="426" y="568"/>
                        <a:pt x="426" y="568"/>
                      </a:cubicBezTo>
                      <a:cubicBezTo>
                        <a:pt x="435" y="567"/>
                        <a:pt x="429" y="581"/>
                        <a:pt x="439" y="581"/>
                      </a:cubicBezTo>
                      <a:cubicBezTo>
                        <a:pt x="449" y="581"/>
                        <a:pt x="452" y="594"/>
                        <a:pt x="452" y="594"/>
                      </a:cubicBezTo>
                      <a:cubicBezTo>
                        <a:pt x="464" y="585"/>
                        <a:pt x="464" y="585"/>
                        <a:pt x="464" y="585"/>
                      </a:cubicBezTo>
                      <a:cubicBezTo>
                        <a:pt x="464" y="585"/>
                        <a:pt x="479" y="593"/>
                        <a:pt x="494" y="589"/>
                      </a:cubicBezTo>
                      <a:cubicBezTo>
                        <a:pt x="509" y="585"/>
                        <a:pt x="491" y="564"/>
                        <a:pt x="508" y="566"/>
                      </a:cubicBezTo>
                      <a:cubicBezTo>
                        <a:pt x="525" y="568"/>
                        <a:pt x="516" y="596"/>
                        <a:pt x="527" y="590"/>
                      </a:cubicBezTo>
                      <a:cubicBezTo>
                        <a:pt x="538" y="584"/>
                        <a:pt x="520" y="561"/>
                        <a:pt x="528" y="556"/>
                      </a:cubicBezTo>
                      <a:cubicBezTo>
                        <a:pt x="536" y="551"/>
                        <a:pt x="541" y="553"/>
                        <a:pt x="541" y="553"/>
                      </a:cubicBezTo>
                      <a:cubicBezTo>
                        <a:pt x="541" y="553"/>
                        <a:pt x="543" y="522"/>
                        <a:pt x="555" y="534"/>
                      </a:cubicBezTo>
                      <a:cubicBezTo>
                        <a:pt x="567" y="546"/>
                        <a:pt x="548" y="571"/>
                        <a:pt x="568" y="570"/>
                      </a:cubicBezTo>
                      <a:cubicBezTo>
                        <a:pt x="588" y="569"/>
                        <a:pt x="578" y="538"/>
                        <a:pt x="578" y="538"/>
                      </a:cubicBezTo>
                      <a:lnTo>
                        <a:pt x="591" y="531"/>
                      </a:lnTo>
                      <a:close/>
                      <a:moveTo>
                        <a:pt x="338" y="618"/>
                      </a:moveTo>
                      <a:cubicBezTo>
                        <a:pt x="338" y="618"/>
                        <a:pt x="321" y="605"/>
                        <a:pt x="312" y="606"/>
                      </a:cubicBezTo>
                      <a:cubicBezTo>
                        <a:pt x="292" y="608"/>
                        <a:pt x="299" y="628"/>
                        <a:pt x="299" y="628"/>
                      </a:cubicBezTo>
                      <a:cubicBezTo>
                        <a:pt x="299" y="628"/>
                        <a:pt x="282" y="622"/>
                        <a:pt x="272" y="624"/>
                      </a:cubicBezTo>
                      <a:cubicBezTo>
                        <a:pt x="262" y="626"/>
                        <a:pt x="269" y="648"/>
                        <a:pt x="269" y="648"/>
                      </a:cubicBezTo>
                      <a:cubicBezTo>
                        <a:pt x="257" y="659"/>
                        <a:pt x="257" y="659"/>
                        <a:pt x="257" y="659"/>
                      </a:cubicBezTo>
                      <a:cubicBezTo>
                        <a:pt x="257" y="659"/>
                        <a:pt x="270" y="667"/>
                        <a:pt x="276" y="674"/>
                      </a:cubicBezTo>
                      <a:cubicBezTo>
                        <a:pt x="282" y="681"/>
                        <a:pt x="305" y="695"/>
                        <a:pt x="305" y="695"/>
                      </a:cubicBezTo>
                      <a:cubicBezTo>
                        <a:pt x="305" y="695"/>
                        <a:pt x="299" y="664"/>
                        <a:pt x="314" y="654"/>
                      </a:cubicBezTo>
                      <a:cubicBezTo>
                        <a:pt x="329" y="644"/>
                        <a:pt x="351" y="672"/>
                        <a:pt x="351" y="672"/>
                      </a:cubicBezTo>
                      <a:cubicBezTo>
                        <a:pt x="351" y="672"/>
                        <a:pt x="356" y="650"/>
                        <a:pt x="358" y="638"/>
                      </a:cubicBezTo>
                      <a:cubicBezTo>
                        <a:pt x="360" y="626"/>
                        <a:pt x="351" y="615"/>
                        <a:pt x="351" y="615"/>
                      </a:cubicBezTo>
                      <a:lnTo>
                        <a:pt x="338" y="618"/>
                      </a:lnTo>
                      <a:close/>
                      <a:moveTo>
                        <a:pt x="241" y="709"/>
                      </a:moveTo>
                      <a:cubicBezTo>
                        <a:pt x="241" y="698"/>
                        <a:pt x="256" y="689"/>
                        <a:pt x="256" y="689"/>
                      </a:cubicBezTo>
                      <a:cubicBezTo>
                        <a:pt x="255" y="677"/>
                        <a:pt x="232" y="662"/>
                        <a:pt x="232" y="662"/>
                      </a:cubicBezTo>
                      <a:cubicBezTo>
                        <a:pt x="232" y="662"/>
                        <a:pt x="231" y="652"/>
                        <a:pt x="224" y="649"/>
                      </a:cubicBezTo>
                      <a:cubicBezTo>
                        <a:pt x="217" y="646"/>
                        <a:pt x="212" y="648"/>
                        <a:pt x="212" y="648"/>
                      </a:cubicBezTo>
                      <a:cubicBezTo>
                        <a:pt x="212" y="648"/>
                        <a:pt x="191" y="634"/>
                        <a:pt x="184" y="634"/>
                      </a:cubicBezTo>
                      <a:cubicBezTo>
                        <a:pt x="177" y="634"/>
                        <a:pt x="168" y="646"/>
                        <a:pt x="168" y="646"/>
                      </a:cubicBezTo>
                      <a:cubicBezTo>
                        <a:pt x="143" y="660"/>
                        <a:pt x="143" y="660"/>
                        <a:pt x="143" y="660"/>
                      </a:cubicBezTo>
                      <a:cubicBezTo>
                        <a:pt x="162" y="693"/>
                        <a:pt x="162" y="693"/>
                        <a:pt x="162" y="693"/>
                      </a:cubicBezTo>
                      <a:cubicBezTo>
                        <a:pt x="174" y="687"/>
                        <a:pt x="174" y="687"/>
                        <a:pt x="174" y="687"/>
                      </a:cubicBezTo>
                      <a:cubicBezTo>
                        <a:pt x="174" y="687"/>
                        <a:pt x="167" y="668"/>
                        <a:pt x="175" y="672"/>
                      </a:cubicBezTo>
                      <a:cubicBezTo>
                        <a:pt x="183" y="676"/>
                        <a:pt x="195" y="697"/>
                        <a:pt x="195" y="697"/>
                      </a:cubicBezTo>
                      <a:cubicBezTo>
                        <a:pt x="194" y="722"/>
                        <a:pt x="194" y="722"/>
                        <a:pt x="194" y="722"/>
                      </a:cubicBezTo>
                      <a:cubicBezTo>
                        <a:pt x="182" y="727"/>
                        <a:pt x="182" y="727"/>
                        <a:pt x="182" y="727"/>
                      </a:cubicBezTo>
                      <a:cubicBezTo>
                        <a:pt x="182" y="727"/>
                        <a:pt x="193" y="774"/>
                        <a:pt x="203" y="776"/>
                      </a:cubicBezTo>
                      <a:cubicBezTo>
                        <a:pt x="213" y="778"/>
                        <a:pt x="211" y="746"/>
                        <a:pt x="211" y="746"/>
                      </a:cubicBezTo>
                      <a:cubicBezTo>
                        <a:pt x="232" y="753"/>
                        <a:pt x="232" y="753"/>
                        <a:pt x="232" y="753"/>
                      </a:cubicBezTo>
                      <a:cubicBezTo>
                        <a:pt x="232" y="753"/>
                        <a:pt x="229" y="780"/>
                        <a:pt x="233" y="780"/>
                      </a:cubicBezTo>
                      <a:cubicBezTo>
                        <a:pt x="237" y="780"/>
                        <a:pt x="251" y="756"/>
                        <a:pt x="251" y="756"/>
                      </a:cubicBezTo>
                      <a:cubicBezTo>
                        <a:pt x="251" y="756"/>
                        <a:pt x="241" y="720"/>
                        <a:pt x="241" y="709"/>
                      </a:cubicBezTo>
                      <a:close/>
                      <a:moveTo>
                        <a:pt x="183" y="693"/>
                      </a:moveTo>
                      <a:cubicBezTo>
                        <a:pt x="172" y="718"/>
                        <a:pt x="172" y="718"/>
                        <a:pt x="172" y="718"/>
                      </a:cubicBezTo>
                      <a:cubicBezTo>
                        <a:pt x="184" y="715"/>
                        <a:pt x="184" y="715"/>
                        <a:pt x="184" y="715"/>
                      </a:cubicBezTo>
                      <a:lnTo>
                        <a:pt x="183" y="693"/>
                      </a:lnTo>
                      <a:close/>
                      <a:moveTo>
                        <a:pt x="424" y="424"/>
                      </a:moveTo>
                      <a:cubicBezTo>
                        <a:pt x="432" y="423"/>
                        <a:pt x="432" y="423"/>
                        <a:pt x="432" y="423"/>
                      </a:cubicBezTo>
                      <a:cubicBezTo>
                        <a:pt x="431" y="407"/>
                        <a:pt x="431" y="407"/>
                        <a:pt x="431" y="407"/>
                      </a:cubicBezTo>
                      <a:cubicBezTo>
                        <a:pt x="425" y="405"/>
                        <a:pt x="425" y="405"/>
                        <a:pt x="425" y="405"/>
                      </a:cubicBezTo>
                      <a:cubicBezTo>
                        <a:pt x="415" y="392"/>
                        <a:pt x="415" y="392"/>
                        <a:pt x="415" y="392"/>
                      </a:cubicBezTo>
                      <a:cubicBezTo>
                        <a:pt x="411" y="400"/>
                        <a:pt x="411" y="400"/>
                        <a:pt x="411" y="400"/>
                      </a:cubicBezTo>
                      <a:cubicBezTo>
                        <a:pt x="419" y="409"/>
                        <a:pt x="419" y="409"/>
                        <a:pt x="419" y="409"/>
                      </a:cubicBezTo>
                      <a:lnTo>
                        <a:pt x="424" y="424"/>
                      </a:lnTo>
                      <a:close/>
                      <a:moveTo>
                        <a:pt x="372" y="57"/>
                      </a:moveTo>
                      <a:cubicBezTo>
                        <a:pt x="374" y="72"/>
                        <a:pt x="374" y="72"/>
                        <a:pt x="374" y="72"/>
                      </a:cubicBezTo>
                      <a:cubicBezTo>
                        <a:pt x="374" y="72"/>
                        <a:pt x="391" y="83"/>
                        <a:pt x="391" y="90"/>
                      </a:cubicBezTo>
                      <a:cubicBezTo>
                        <a:pt x="391" y="97"/>
                        <a:pt x="384" y="110"/>
                        <a:pt x="384" y="110"/>
                      </a:cubicBezTo>
                      <a:cubicBezTo>
                        <a:pt x="384" y="110"/>
                        <a:pt x="402" y="132"/>
                        <a:pt x="397" y="133"/>
                      </a:cubicBezTo>
                      <a:cubicBezTo>
                        <a:pt x="391" y="134"/>
                        <a:pt x="359" y="125"/>
                        <a:pt x="354" y="123"/>
                      </a:cubicBezTo>
                      <a:cubicBezTo>
                        <a:pt x="348" y="122"/>
                        <a:pt x="369" y="143"/>
                        <a:pt x="369" y="143"/>
                      </a:cubicBezTo>
                      <a:cubicBezTo>
                        <a:pt x="352" y="161"/>
                        <a:pt x="352" y="161"/>
                        <a:pt x="352" y="161"/>
                      </a:cubicBezTo>
                      <a:cubicBezTo>
                        <a:pt x="352" y="161"/>
                        <a:pt x="358" y="173"/>
                        <a:pt x="361" y="179"/>
                      </a:cubicBezTo>
                      <a:cubicBezTo>
                        <a:pt x="363" y="184"/>
                        <a:pt x="390" y="198"/>
                        <a:pt x="390" y="198"/>
                      </a:cubicBezTo>
                      <a:cubicBezTo>
                        <a:pt x="390" y="198"/>
                        <a:pt x="381" y="231"/>
                        <a:pt x="404" y="230"/>
                      </a:cubicBezTo>
                      <a:cubicBezTo>
                        <a:pt x="414" y="229"/>
                        <a:pt x="398" y="211"/>
                        <a:pt x="410" y="211"/>
                      </a:cubicBezTo>
                      <a:cubicBezTo>
                        <a:pt x="423" y="211"/>
                        <a:pt x="433" y="211"/>
                        <a:pt x="433" y="211"/>
                      </a:cubicBezTo>
                      <a:cubicBezTo>
                        <a:pt x="437" y="205"/>
                        <a:pt x="437" y="205"/>
                        <a:pt x="437" y="205"/>
                      </a:cubicBezTo>
                      <a:cubicBezTo>
                        <a:pt x="412" y="189"/>
                        <a:pt x="412" y="189"/>
                        <a:pt x="412" y="189"/>
                      </a:cubicBezTo>
                      <a:cubicBezTo>
                        <a:pt x="399" y="189"/>
                        <a:pt x="399" y="189"/>
                        <a:pt x="399" y="189"/>
                      </a:cubicBezTo>
                      <a:cubicBezTo>
                        <a:pt x="399" y="189"/>
                        <a:pt x="365" y="176"/>
                        <a:pt x="381" y="169"/>
                      </a:cubicBezTo>
                      <a:cubicBezTo>
                        <a:pt x="398" y="162"/>
                        <a:pt x="409" y="179"/>
                        <a:pt x="409" y="179"/>
                      </a:cubicBezTo>
                      <a:cubicBezTo>
                        <a:pt x="409" y="179"/>
                        <a:pt x="423" y="168"/>
                        <a:pt x="433" y="166"/>
                      </a:cubicBezTo>
                      <a:cubicBezTo>
                        <a:pt x="442" y="165"/>
                        <a:pt x="513" y="202"/>
                        <a:pt x="519" y="198"/>
                      </a:cubicBezTo>
                      <a:cubicBezTo>
                        <a:pt x="524" y="194"/>
                        <a:pt x="505" y="155"/>
                        <a:pt x="523" y="148"/>
                      </a:cubicBezTo>
                      <a:cubicBezTo>
                        <a:pt x="541" y="141"/>
                        <a:pt x="539" y="157"/>
                        <a:pt x="557" y="147"/>
                      </a:cubicBezTo>
                      <a:cubicBezTo>
                        <a:pt x="575" y="137"/>
                        <a:pt x="578" y="130"/>
                        <a:pt x="578" y="130"/>
                      </a:cubicBezTo>
                      <a:cubicBezTo>
                        <a:pt x="542" y="107"/>
                        <a:pt x="542" y="107"/>
                        <a:pt x="542" y="107"/>
                      </a:cubicBezTo>
                      <a:cubicBezTo>
                        <a:pt x="542" y="107"/>
                        <a:pt x="542" y="83"/>
                        <a:pt x="535" y="78"/>
                      </a:cubicBezTo>
                      <a:cubicBezTo>
                        <a:pt x="528" y="72"/>
                        <a:pt x="523" y="96"/>
                        <a:pt x="523" y="96"/>
                      </a:cubicBezTo>
                      <a:cubicBezTo>
                        <a:pt x="523" y="96"/>
                        <a:pt x="455" y="80"/>
                        <a:pt x="440" y="69"/>
                      </a:cubicBezTo>
                      <a:cubicBezTo>
                        <a:pt x="424" y="58"/>
                        <a:pt x="350" y="0"/>
                        <a:pt x="340" y="11"/>
                      </a:cubicBezTo>
                      <a:cubicBezTo>
                        <a:pt x="330" y="22"/>
                        <a:pt x="372" y="57"/>
                        <a:pt x="372" y="57"/>
                      </a:cubicBezTo>
                      <a:close/>
                      <a:moveTo>
                        <a:pt x="194" y="984"/>
                      </a:moveTo>
                      <a:cubicBezTo>
                        <a:pt x="209" y="984"/>
                        <a:pt x="209" y="984"/>
                        <a:pt x="209" y="984"/>
                      </a:cubicBezTo>
                      <a:cubicBezTo>
                        <a:pt x="192" y="972"/>
                        <a:pt x="192" y="972"/>
                        <a:pt x="192" y="972"/>
                      </a:cubicBezTo>
                      <a:lnTo>
                        <a:pt x="194" y="984"/>
                      </a:lnTo>
                      <a:close/>
                      <a:moveTo>
                        <a:pt x="208" y="933"/>
                      </a:moveTo>
                      <a:cubicBezTo>
                        <a:pt x="210" y="942"/>
                        <a:pt x="214" y="942"/>
                        <a:pt x="214" y="942"/>
                      </a:cubicBezTo>
                      <a:cubicBezTo>
                        <a:pt x="224" y="944"/>
                        <a:pt x="225" y="934"/>
                        <a:pt x="225" y="934"/>
                      </a:cubicBezTo>
                      <a:cubicBezTo>
                        <a:pt x="225" y="934"/>
                        <a:pt x="240" y="933"/>
                        <a:pt x="233" y="922"/>
                      </a:cubicBezTo>
                      <a:cubicBezTo>
                        <a:pt x="226" y="912"/>
                        <a:pt x="205" y="924"/>
                        <a:pt x="208" y="933"/>
                      </a:cubicBezTo>
                      <a:close/>
                      <a:moveTo>
                        <a:pt x="214" y="956"/>
                      </a:moveTo>
                      <a:cubicBezTo>
                        <a:pt x="204" y="952"/>
                        <a:pt x="205" y="961"/>
                        <a:pt x="205" y="961"/>
                      </a:cubicBezTo>
                      <a:cubicBezTo>
                        <a:pt x="220" y="968"/>
                        <a:pt x="225" y="960"/>
                        <a:pt x="214" y="956"/>
                      </a:cubicBezTo>
                      <a:close/>
                      <a:moveTo>
                        <a:pt x="230" y="810"/>
                      </a:moveTo>
                      <a:cubicBezTo>
                        <a:pt x="230" y="814"/>
                        <a:pt x="217" y="820"/>
                        <a:pt x="217" y="820"/>
                      </a:cubicBezTo>
                      <a:cubicBezTo>
                        <a:pt x="234" y="829"/>
                        <a:pt x="234" y="829"/>
                        <a:pt x="234" y="829"/>
                      </a:cubicBezTo>
                      <a:cubicBezTo>
                        <a:pt x="234" y="829"/>
                        <a:pt x="230" y="806"/>
                        <a:pt x="230" y="810"/>
                      </a:cubicBezTo>
                      <a:close/>
                      <a:moveTo>
                        <a:pt x="252" y="792"/>
                      </a:moveTo>
                      <a:cubicBezTo>
                        <a:pt x="252" y="796"/>
                        <a:pt x="248" y="805"/>
                        <a:pt x="248" y="805"/>
                      </a:cubicBezTo>
                      <a:cubicBezTo>
                        <a:pt x="257" y="825"/>
                        <a:pt x="257" y="825"/>
                        <a:pt x="257" y="825"/>
                      </a:cubicBezTo>
                      <a:cubicBezTo>
                        <a:pt x="258" y="814"/>
                        <a:pt x="258" y="814"/>
                        <a:pt x="258" y="814"/>
                      </a:cubicBezTo>
                      <a:cubicBezTo>
                        <a:pt x="258" y="814"/>
                        <a:pt x="252" y="788"/>
                        <a:pt x="252" y="792"/>
                      </a:cubicBezTo>
                      <a:close/>
                      <a:moveTo>
                        <a:pt x="32" y="1144"/>
                      </a:moveTo>
                      <a:cubicBezTo>
                        <a:pt x="36" y="1144"/>
                        <a:pt x="54" y="1138"/>
                        <a:pt x="54" y="1138"/>
                      </a:cubicBezTo>
                      <a:cubicBezTo>
                        <a:pt x="36" y="1129"/>
                        <a:pt x="36" y="1129"/>
                        <a:pt x="36" y="1129"/>
                      </a:cubicBezTo>
                      <a:cubicBezTo>
                        <a:pt x="36" y="1129"/>
                        <a:pt x="28" y="1144"/>
                        <a:pt x="32" y="1144"/>
                      </a:cubicBezTo>
                      <a:close/>
                      <a:moveTo>
                        <a:pt x="81" y="1117"/>
                      </a:moveTo>
                      <a:cubicBezTo>
                        <a:pt x="72" y="1100"/>
                        <a:pt x="72" y="1100"/>
                        <a:pt x="72" y="1100"/>
                      </a:cubicBezTo>
                      <a:cubicBezTo>
                        <a:pt x="72" y="1110"/>
                        <a:pt x="72" y="1110"/>
                        <a:pt x="72" y="1110"/>
                      </a:cubicBezTo>
                      <a:cubicBezTo>
                        <a:pt x="70" y="1126"/>
                        <a:pt x="85" y="1133"/>
                        <a:pt x="90" y="1125"/>
                      </a:cubicBezTo>
                      <a:cubicBezTo>
                        <a:pt x="96" y="1117"/>
                        <a:pt x="81" y="1117"/>
                        <a:pt x="81" y="1117"/>
                      </a:cubicBezTo>
                      <a:close/>
                      <a:moveTo>
                        <a:pt x="16" y="1134"/>
                      </a:moveTo>
                      <a:cubicBezTo>
                        <a:pt x="0" y="1133"/>
                        <a:pt x="9" y="1150"/>
                        <a:pt x="9" y="1150"/>
                      </a:cubicBezTo>
                      <a:cubicBezTo>
                        <a:pt x="21" y="1153"/>
                        <a:pt x="32" y="1136"/>
                        <a:pt x="16" y="1134"/>
                      </a:cubicBezTo>
                      <a:close/>
                      <a:moveTo>
                        <a:pt x="118" y="1033"/>
                      </a:moveTo>
                      <a:cubicBezTo>
                        <a:pt x="118" y="1041"/>
                        <a:pt x="129" y="1041"/>
                        <a:pt x="129" y="1041"/>
                      </a:cubicBezTo>
                      <a:cubicBezTo>
                        <a:pt x="136" y="1029"/>
                        <a:pt x="118" y="1025"/>
                        <a:pt x="118" y="1033"/>
                      </a:cubicBezTo>
                      <a:close/>
                      <a:moveTo>
                        <a:pt x="184" y="1008"/>
                      </a:moveTo>
                      <a:cubicBezTo>
                        <a:pt x="174" y="1018"/>
                        <a:pt x="165" y="1050"/>
                        <a:pt x="165" y="1050"/>
                      </a:cubicBezTo>
                      <a:cubicBezTo>
                        <a:pt x="178" y="1053"/>
                        <a:pt x="178" y="1053"/>
                        <a:pt x="178" y="1053"/>
                      </a:cubicBezTo>
                      <a:cubicBezTo>
                        <a:pt x="178" y="1053"/>
                        <a:pt x="190" y="1032"/>
                        <a:pt x="186" y="1032"/>
                      </a:cubicBezTo>
                      <a:cubicBezTo>
                        <a:pt x="182" y="1032"/>
                        <a:pt x="198" y="1014"/>
                        <a:pt x="198" y="1014"/>
                      </a:cubicBezTo>
                      <a:cubicBezTo>
                        <a:pt x="198" y="1014"/>
                        <a:pt x="193" y="997"/>
                        <a:pt x="184" y="100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5" name="Freeform 317"/>
                <p:cNvSpPr>
                  <a:spLocks noEditPoints="1"/>
                </p:cNvSpPr>
                <p:nvPr/>
              </p:nvSpPr>
              <p:spPr bwMode="gray">
                <a:xfrm>
                  <a:off x="-4425" y="-19748"/>
                  <a:ext cx="14280" cy="4543"/>
                </a:xfrm>
                <a:custGeom>
                  <a:avLst/>
                  <a:gdLst>
                    <a:gd name="T0" fmla="*/ 1604 w 6045"/>
                    <a:gd name="T1" fmla="*/ 319 h 1923"/>
                    <a:gd name="T2" fmla="*/ 1125 w 6045"/>
                    <a:gd name="T3" fmla="*/ 38 h 1923"/>
                    <a:gd name="T4" fmla="*/ 1119 w 6045"/>
                    <a:gd name="T5" fmla="*/ 335 h 1923"/>
                    <a:gd name="T6" fmla="*/ 1136 w 6045"/>
                    <a:gd name="T7" fmla="*/ 227 h 1923"/>
                    <a:gd name="T8" fmla="*/ 1032 w 6045"/>
                    <a:gd name="T9" fmla="*/ 349 h 1923"/>
                    <a:gd name="T10" fmla="*/ 4026 w 6045"/>
                    <a:gd name="T11" fmla="*/ 259 h 1923"/>
                    <a:gd name="T12" fmla="*/ 2394 w 6045"/>
                    <a:gd name="T13" fmla="*/ 103 h 1923"/>
                    <a:gd name="T14" fmla="*/ 3618 w 6045"/>
                    <a:gd name="T15" fmla="*/ 235 h 1923"/>
                    <a:gd name="T16" fmla="*/ 113 w 6045"/>
                    <a:gd name="T17" fmla="*/ 1236 h 1923"/>
                    <a:gd name="T18" fmla="*/ 755 w 6045"/>
                    <a:gd name="T19" fmla="*/ 45 h 1923"/>
                    <a:gd name="T20" fmla="*/ 5033 w 6045"/>
                    <a:gd name="T21" fmla="*/ 1361 h 1923"/>
                    <a:gd name="T22" fmla="*/ 5193 w 6045"/>
                    <a:gd name="T23" fmla="*/ 1629 h 1923"/>
                    <a:gd name="T24" fmla="*/ 5935 w 6045"/>
                    <a:gd name="T25" fmla="*/ 632 h 1923"/>
                    <a:gd name="T26" fmla="*/ 5061 w 6045"/>
                    <a:gd name="T27" fmla="*/ 515 h 1923"/>
                    <a:gd name="T28" fmla="*/ 4321 w 6045"/>
                    <a:gd name="T29" fmla="*/ 409 h 1923"/>
                    <a:gd name="T30" fmla="*/ 3936 w 6045"/>
                    <a:gd name="T31" fmla="*/ 365 h 1923"/>
                    <a:gd name="T32" fmla="*/ 3577 w 6045"/>
                    <a:gd name="T33" fmla="*/ 386 h 1923"/>
                    <a:gd name="T34" fmla="*/ 3251 w 6045"/>
                    <a:gd name="T35" fmla="*/ 351 h 1923"/>
                    <a:gd name="T36" fmla="*/ 2915 w 6045"/>
                    <a:gd name="T37" fmla="*/ 313 h 1923"/>
                    <a:gd name="T38" fmla="*/ 2906 w 6045"/>
                    <a:gd name="T39" fmla="*/ 254 h 1923"/>
                    <a:gd name="T40" fmla="*/ 2423 w 6045"/>
                    <a:gd name="T41" fmla="*/ 210 h 1923"/>
                    <a:gd name="T42" fmla="*/ 2038 w 6045"/>
                    <a:gd name="T43" fmla="*/ 402 h 1923"/>
                    <a:gd name="T44" fmla="*/ 1740 w 6045"/>
                    <a:gd name="T45" fmla="*/ 389 h 1923"/>
                    <a:gd name="T46" fmla="*/ 1845 w 6045"/>
                    <a:gd name="T47" fmla="*/ 542 h 1923"/>
                    <a:gd name="T48" fmla="*/ 1684 w 6045"/>
                    <a:gd name="T49" fmla="*/ 417 h 1923"/>
                    <a:gd name="T50" fmla="*/ 1499 w 6045"/>
                    <a:gd name="T51" fmla="*/ 522 h 1923"/>
                    <a:gd name="T52" fmla="*/ 1060 w 6045"/>
                    <a:gd name="T53" fmla="*/ 545 h 1923"/>
                    <a:gd name="T54" fmla="*/ 795 w 6045"/>
                    <a:gd name="T55" fmla="*/ 644 h 1923"/>
                    <a:gd name="T56" fmla="*/ 508 w 6045"/>
                    <a:gd name="T57" fmla="*/ 670 h 1923"/>
                    <a:gd name="T58" fmla="*/ 357 w 6045"/>
                    <a:gd name="T59" fmla="*/ 475 h 1923"/>
                    <a:gd name="T60" fmla="*/ 323 w 6045"/>
                    <a:gd name="T61" fmla="*/ 703 h 1923"/>
                    <a:gd name="T62" fmla="*/ 303 w 6045"/>
                    <a:gd name="T63" fmla="*/ 980 h 1923"/>
                    <a:gd name="T64" fmla="*/ 382 w 6045"/>
                    <a:gd name="T65" fmla="*/ 1163 h 1923"/>
                    <a:gd name="T66" fmla="*/ 538 w 6045"/>
                    <a:gd name="T67" fmla="*/ 1342 h 1923"/>
                    <a:gd name="T68" fmla="*/ 827 w 6045"/>
                    <a:gd name="T69" fmla="*/ 1472 h 1923"/>
                    <a:gd name="T70" fmla="*/ 752 w 6045"/>
                    <a:gd name="T71" fmla="*/ 1694 h 1923"/>
                    <a:gd name="T72" fmla="*/ 1214 w 6045"/>
                    <a:gd name="T73" fmla="*/ 1892 h 1923"/>
                    <a:gd name="T74" fmla="*/ 1231 w 6045"/>
                    <a:gd name="T75" fmla="*/ 1631 h 1923"/>
                    <a:gd name="T76" fmla="*/ 1419 w 6045"/>
                    <a:gd name="T77" fmla="*/ 1396 h 1923"/>
                    <a:gd name="T78" fmla="*/ 1765 w 6045"/>
                    <a:gd name="T79" fmla="*/ 1244 h 1923"/>
                    <a:gd name="T80" fmla="*/ 2222 w 6045"/>
                    <a:gd name="T81" fmla="*/ 1256 h 1923"/>
                    <a:gd name="T82" fmla="*/ 2847 w 6045"/>
                    <a:gd name="T83" fmla="*/ 1496 h 1923"/>
                    <a:gd name="T84" fmla="*/ 3152 w 6045"/>
                    <a:gd name="T85" fmla="*/ 1456 h 1923"/>
                    <a:gd name="T86" fmla="*/ 3428 w 6045"/>
                    <a:gd name="T87" fmla="*/ 1441 h 1923"/>
                    <a:gd name="T88" fmla="*/ 3929 w 6045"/>
                    <a:gd name="T89" fmla="*/ 1447 h 1923"/>
                    <a:gd name="T90" fmla="*/ 4174 w 6045"/>
                    <a:gd name="T91" fmla="*/ 1268 h 1923"/>
                    <a:gd name="T92" fmla="*/ 4630 w 6045"/>
                    <a:gd name="T93" fmla="*/ 1533 h 1923"/>
                    <a:gd name="T94" fmla="*/ 4843 w 6045"/>
                    <a:gd name="T95" fmla="*/ 1667 h 1923"/>
                    <a:gd name="T96" fmla="*/ 4985 w 6045"/>
                    <a:gd name="T97" fmla="*/ 1754 h 1923"/>
                    <a:gd name="T98" fmla="*/ 4903 w 6045"/>
                    <a:gd name="T99" fmla="*/ 1298 h 1923"/>
                    <a:gd name="T100" fmla="*/ 4580 w 6045"/>
                    <a:gd name="T101" fmla="*/ 1205 h 1923"/>
                    <a:gd name="T102" fmla="*/ 4885 w 6045"/>
                    <a:gd name="T103" fmla="*/ 977 h 1923"/>
                    <a:gd name="T104" fmla="*/ 5110 w 6045"/>
                    <a:gd name="T105" fmla="*/ 890 h 1923"/>
                    <a:gd name="T106" fmla="*/ 5374 w 6045"/>
                    <a:gd name="T107" fmla="*/ 897 h 1923"/>
                    <a:gd name="T108" fmla="*/ 5630 w 6045"/>
                    <a:gd name="T109" fmla="*/ 1386 h 1923"/>
                    <a:gd name="T110" fmla="*/ 5463 w 6045"/>
                    <a:gd name="T111" fmla="*/ 992 h 1923"/>
                    <a:gd name="T112" fmla="*/ 5791 w 6045"/>
                    <a:gd name="T113" fmla="*/ 813 h 1923"/>
                    <a:gd name="T114" fmla="*/ 5719 w 6045"/>
                    <a:gd name="T115" fmla="*/ 660 h 1923"/>
                    <a:gd name="T116" fmla="*/ 3494 w 6045"/>
                    <a:gd name="T117" fmla="*/ 1368 h 1923"/>
                    <a:gd name="T118" fmla="*/ 3579 w 6045"/>
                    <a:gd name="T119" fmla="*/ 1259 h 1923"/>
                    <a:gd name="T120" fmla="*/ 943 w 6045"/>
                    <a:gd name="T121" fmla="*/ 537 h 1923"/>
                    <a:gd name="T122" fmla="*/ 924 w 6045"/>
                    <a:gd name="T123" fmla="*/ 25 h 1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045" h="1923">
                      <a:moveTo>
                        <a:pt x="1866" y="364"/>
                      </a:moveTo>
                      <a:cubicBezTo>
                        <a:pt x="1845" y="359"/>
                        <a:pt x="1845" y="359"/>
                        <a:pt x="1845" y="359"/>
                      </a:cubicBezTo>
                      <a:cubicBezTo>
                        <a:pt x="1828" y="373"/>
                        <a:pt x="1828" y="373"/>
                        <a:pt x="1828" y="373"/>
                      </a:cubicBezTo>
                      <a:cubicBezTo>
                        <a:pt x="1854" y="380"/>
                        <a:pt x="1854" y="380"/>
                        <a:pt x="1854" y="380"/>
                      </a:cubicBezTo>
                      <a:lnTo>
                        <a:pt x="1866" y="364"/>
                      </a:lnTo>
                      <a:close/>
                      <a:moveTo>
                        <a:pt x="1894" y="346"/>
                      </a:moveTo>
                      <a:cubicBezTo>
                        <a:pt x="1869" y="329"/>
                        <a:pt x="1876" y="352"/>
                        <a:pt x="1876" y="352"/>
                      </a:cubicBezTo>
                      <a:cubicBezTo>
                        <a:pt x="1901" y="362"/>
                        <a:pt x="1919" y="363"/>
                        <a:pt x="1894" y="346"/>
                      </a:cubicBezTo>
                      <a:close/>
                      <a:moveTo>
                        <a:pt x="1138" y="13"/>
                      </a:moveTo>
                      <a:cubicBezTo>
                        <a:pt x="1148" y="11"/>
                        <a:pt x="1162" y="1"/>
                        <a:pt x="1155" y="1"/>
                      </a:cubicBezTo>
                      <a:cubicBezTo>
                        <a:pt x="1148" y="1"/>
                        <a:pt x="1100" y="1"/>
                        <a:pt x="1100" y="1"/>
                      </a:cubicBezTo>
                      <a:cubicBezTo>
                        <a:pt x="1097" y="10"/>
                        <a:pt x="1097" y="10"/>
                        <a:pt x="1097" y="10"/>
                      </a:cubicBezTo>
                      <a:cubicBezTo>
                        <a:pt x="1124" y="7"/>
                        <a:pt x="1124" y="7"/>
                        <a:pt x="1124" y="7"/>
                      </a:cubicBezTo>
                      <a:cubicBezTo>
                        <a:pt x="1124" y="7"/>
                        <a:pt x="1128" y="14"/>
                        <a:pt x="1138" y="13"/>
                      </a:cubicBezTo>
                      <a:close/>
                      <a:moveTo>
                        <a:pt x="1163" y="39"/>
                      </a:moveTo>
                      <a:cubicBezTo>
                        <a:pt x="1168" y="39"/>
                        <a:pt x="1176" y="34"/>
                        <a:pt x="1176" y="34"/>
                      </a:cubicBezTo>
                      <a:cubicBezTo>
                        <a:pt x="1176" y="34"/>
                        <a:pt x="1203" y="42"/>
                        <a:pt x="1210" y="35"/>
                      </a:cubicBezTo>
                      <a:cubicBezTo>
                        <a:pt x="1217" y="28"/>
                        <a:pt x="1211" y="17"/>
                        <a:pt x="1189" y="17"/>
                      </a:cubicBezTo>
                      <a:cubicBezTo>
                        <a:pt x="1166" y="17"/>
                        <a:pt x="1145" y="34"/>
                        <a:pt x="1145" y="34"/>
                      </a:cubicBezTo>
                      <a:cubicBezTo>
                        <a:pt x="1149" y="39"/>
                        <a:pt x="1159" y="39"/>
                        <a:pt x="1163" y="39"/>
                      </a:cubicBezTo>
                      <a:close/>
                      <a:moveTo>
                        <a:pt x="1590" y="341"/>
                      </a:moveTo>
                      <a:cubicBezTo>
                        <a:pt x="1623" y="333"/>
                        <a:pt x="1612" y="323"/>
                        <a:pt x="1604" y="319"/>
                      </a:cubicBezTo>
                      <a:cubicBezTo>
                        <a:pt x="1596" y="315"/>
                        <a:pt x="1566" y="319"/>
                        <a:pt x="1566" y="319"/>
                      </a:cubicBezTo>
                      <a:cubicBezTo>
                        <a:pt x="1566" y="319"/>
                        <a:pt x="1572" y="345"/>
                        <a:pt x="1590" y="341"/>
                      </a:cubicBezTo>
                      <a:close/>
                      <a:moveTo>
                        <a:pt x="1062" y="20"/>
                      </a:moveTo>
                      <a:cubicBezTo>
                        <a:pt x="1034" y="17"/>
                        <a:pt x="1034" y="17"/>
                        <a:pt x="1034" y="17"/>
                      </a:cubicBezTo>
                      <a:cubicBezTo>
                        <a:pt x="1041" y="25"/>
                        <a:pt x="1041" y="25"/>
                        <a:pt x="1041" y="25"/>
                      </a:cubicBezTo>
                      <a:lnTo>
                        <a:pt x="1062" y="20"/>
                      </a:lnTo>
                      <a:close/>
                      <a:moveTo>
                        <a:pt x="1264" y="465"/>
                      </a:moveTo>
                      <a:cubicBezTo>
                        <a:pt x="1259" y="473"/>
                        <a:pt x="1324" y="507"/>
                        <a:pt x="1330" y="491"/>
                      </a:cubicBezTo>
                      <a:cubicBezTo>
                        <a:pt x="1336" y="475"/>
                        <a:pt x="1270" y="455"/>
                        <a:pt x="1264" y="465"/>
                      </a:cubicBezTo>
                      <a:close/>
                      <a:moveTo>
                        <a:pt x="2074" y="83"/>
                      </a:moveTo>
                      <a:cubicBezTo>
                        <a:pt x="2084" y="73"/>
                        <a:pt x="2084" y="73"/>
                        <a:pt x="2084" y="73"/>
                      </a:cubicBezTo>
                      <a:cubicBezTo>
                        <a:pt x="2024" y="73"/>
                        <a:pt x="2024" y="73"/>
                        <a:pt x="2024" y="73"/>
                      </a:cubicBezTo>
                      <a:lnTo>
                        <a:pt x="2074" y="83"/>
                      </a:lnTo>
                      <a:close/>
                      <a:moveTo>
                        <a:pt x="1044" y="68"/>
                      </a:moveTo>
                      <a:cubicBezTo>
                        <a:pt x="1090" y="66"/>
                        <a:pt x="1090" y="66"/>
                        <a:pt x="1090" y="66"/>
                      </a:cubicBezTo>
                      <a:cubicBezTo>
                        <a:pt x="1075" y="56"/>
                        <a:pt x="1075" y="56"/>
                        <a:pt x="1075" y="56"/>
                      </a:cubicBezTo>
                      <a:lnTo>
                        <a:pt x="1044" y="68"/>
                      </a:lnTo>
                      <a:close/>
                      <a:moveTo>
                        <a:pt x="1051" y="39"/>
                      </a:moveTo>
                      <a:cubicBezTo>
                        <a:pt x="1064" y="48"/>
                        <a:pt x="1066" y="52"/>
                        <a:pt x="1066" y="52"/>
                      </a:cubicBezTo>
                      <a:cubicBezTo>
                        <a:pt x="1083" y="44"/>
                        <a:pt x="1083" y="44"/>
                        <a:pt x="1083" y="44"/>
                      </a:cubicBezTo>
                      <a:cubicBezTo>
                        <a:pt x="1083" y="44"/>
                        <a:pt x="1076" y="49"/>
                        <a:pt x="1090" y="49"/>
                      </a:cubicBezTo>
                      <a:cubicBezTo>
                        <a:pt x="1104" y="49"/>
                        <a:pt x="1125" y="38"/>
                        <a:pt x="1125" y="38"/>
                      </a:cubicBezTo>
                      <a:cubicBezTo>
                        <a:pt x="1089" y="32"/>
                        <a:pt x="1089" y="32"/>
                        <a:pt x="1089" y="32"/>
                      </a:cubicBezTo>
                      <a:cubicBezTo>
                        <a:pt x="1079" y="38"/>
                        <a:pt x="1079" y="38"/>
                        <a:pt x="1079" y="38"/>
                      </a:cubicBezTo>
                      <a:cubicBezTo>
                        <a:pt x="1079" y="38"/>
                        <a:pt x="1065" y="32"/>
                        <a:pt x="1061" y="34"/>
                      </a:cubicBezTo>
                      <a:cubicBezTo>
                        <a:pt x="1057" y="35"/>
                        <a:pt x="1051" y="39"/>
                        <a:pt x="1051" y="39"/>
                      </a:cubicBezTo>
                      <a:close/>
                      <a:moveTo>
                        <a:pt x="1113" y="23"/>
                      </a:moveTo>
                      <a:cubicBezTo>
                        <a:pt x="1071" y="23"/>
                        <a:pt x="1071" y="23"/>
                        <a:pt x="1071" y="23"/>
                      </a:cubicBezTo>
                      <a:cubicBezTo>
                        <a:pt x="1106" y="31"/>
                        <a:pt x="1106" y="31"/>
                        <a:pt x="1106" y="31"/>
                      </a:cubicBezTo>
                      <a:lnTo>
                        <a:pt x="1113" y="23"/>
                      </a:lnTo>
                      <a:close/>
                      <a:moveTo>
                        <a:pt x="1032" y="349"/>
                      </a:moveTo>
                      <a:cubicBezTo>
                        <a:pt x="1002" y="354"/>
                        <a:pt x="1002" y="354"/>
                        <a:pt x="1002" y="354"/>
                      </a:cubicBezTo>
                      <a:cubicBezTo>
                        <a:pt x="1011" y="366"/>
                        <a:pt x="1011" y="366"/>
                        <a:pt x="1011" y="366"/>
                      </a:cubicBezTo>
                      <a:cubicBezTo>
                        <a:pt x="1030" y="357"/>
                        <a:pt x="1030" y="357"/>
                        <a:pt x="1030" y="357"/>
                      </a:cubicBezTo>
                      <a:cubicBezTo>
                        <a:pt x="1020" y="373"/>
                        <a:pt x="1020" y="373"/>
                        <a:pt x="1020" y="373"/>
                      </a:cubicBezTo>
                      <a:cubicBezTo>
                        <a:pt x="1020" y="373"/>
                        <a:pt x="992" y="379"/>
                        <a:pt x="994" y="390"/>
                      </a:cubicBezTo>
                      <a:cubicBezTo>
                        <a:pt x="996" y="401"/>
                        <a:pt x="1023" y="405"/>
                        <a:pt x="1035" y="405"/>
                      </a:cubicBezTo>
                      <a:cubicBezTo>
                        <a:pt x="1048" y="405"/>
                        <a:pt x="1065" y="408"/>
                        <a:pt x="1076" y="414"/>
                      </a:cubicBezTo>
                      <a:cubicBezTo>
                        <a:pt x="1086" y="420"/>
                        <a:pt x="1085" y="437"/>
                        <a:pt x="1088" y="438"/>
                      </a:cubicBezTo>
                      <a:cubicBezTo>
                        <a:pt x="1091" y="440"/>
                        <a:pt x="1140" y="447"/>
                        <a:pt x="1140" y="447"/>
                      </a:cubicBezTo>
                      <a:cubicBezTo>
                        <a:pt x="1214" y="443"/>
                        <a:pt x="1214" y="443"/>
                        <a:pt x="1214" y="443"/>
                      </a:cubicBezTo>
                      <a:cubicBezTo>
                        <a:pt x="1214" y="443"/>
                        <a:pt x="1154" y="437"/>
                        <a:pt x="1138" y="411"/>
                      </a:cubicBezTo>
                      <a:cubicBezTo>
                        <a:pt x="1122" y="385"/>
                        <a:pt x="1106" y="385"/>
                        <a:pt x="1122" y="361"/>
                      </a:cubicBezTo>
                      <a:cubicBezTo>
                        <a:pt x="1138" y="337"/>
                        <a:pt x="1119" y="335"/>
                        <a:pt x="1119" y="335"/>
                      </a:cubicBezTo>
                      <a:cubicBezTo>
                        <a:pt x="1146" y="331"/>
                        <a:pt x="1146" y="331"/>
                        <a:pt x="1146" y="331"/>
                      </a:cubicBezTo>
                      <a:cubicBezTo>
                        <a:pt x="1135" y="319"/>
                        <a:pt x="1135" y="319"/>
                        <a:pt x="1135" y="319"/>
                      </a:cubicBezTo>
                      <a:cubicBezTo>
                        <a:pt x="1158" y="322"/>
                        <a:pt x="1158" y="322"/>
                        <a:pt x="1158" y="322"/>
                      </a:cubicBezTo>
                      <a:cubicBezTo>
                        <a:pt x="1145" y="314"/>
                        <a:pt x="1145" y="314"/>
                        <a:pt x="1145" y="314"/>
                      </a:cubicBezTo>
                      <a:cubicBezTo>
                        <a:pt x="1161" y="316"/>
                        <a:pt x="1161" y="316"/>
                        <a:pt x="1161" y="316"/>
                      </a:cubicBezTo>
                      <a:cubicBezTo>
                        <a:pt x="1165" y="306"/>
                        <a:pt x="1165" y="306"/>
                        <a:pt x="1165" y="306"/>
                      </a:cubicBezTo>
                      <a:cubicBezTo>
                        <a:pt x="1151" y="299"/>
                        <a:pt x="1151" y="299"/>
                        <a:pt x="1151" y="299"/>
                      </a:cubicBezTo>
                      <a:cubicBezTo>
                        <a:pt x="1151" y="299"/>
                        <a:pt x="1178" y="303"/>
                        <a:pt x="1182" y="299"/>
                      </a:cubicBezTo>
                      <a:cubicBezTo>
                        <a:pt x="1186" y="295"/>
                        <a:pt x="1171" y="285"/>
                        <a:pt x="1171" y="285"/>
                      </a:cubicBezTo>
                      <a:cubicBezTo>
                        <a:pt x="1193" y="287"/>
                        <a:pt x="1193" y="287"/>
                        <a:pt x="1193" y="287"/>
                      </a:cubicBezTo>
                      <a:cubicBezTo>
                        <a:pt x="1191" y="268"/>
                        <a:pt x="1191" y="268"/>
                        <a:pt x="1191" y="268"/>
                      </a:cubicBezTo>
                      <a:cubicBezTo>
                        <a:pt x="1191" y="268"/>
                        <a:pt x="1205" y="279"/>
                        <a:pt x="1223" y="271"/>
                      </a:cubicBezTo>
                      <a:cubicBezTo>
                        <a:pt x="1242" y="264"/>
                        <a:pt x="1254" y="250"/>
                        <a:pt x="1254" y="250"/>
                      </a:cubicBezTo>
                      <a:cubicBezTo>
                        <a:pt x="1254" y="250"/>
                        <a:pt x="1399" y="229"/>
                        <a:pt x="1420" y="220"/>
                      </a:cubicBezTo>
                      <a:cubicBezTo>
                        <a:pt x="1442" y="210"/>
                        <a:pt x="1463" y="195"/>
                        <a:pt x="1430" y="184"/>
                      </a:cubicBezTo>
                      <a:cubicBezTo>
                        <a:pt x="1397" y="172"/>
                        <a:pt x="1363" y="188"/>
                        <a:pt x="1348" y="194"/>
                      </a:cubicBezTo>
                      <a:cubicBezTo>
                        <a:pt x="1334" y="200"/>
                        <a:pt x="1290" y="215"/>
                        <a:pt x="1270" y="212"/>
                      </a:cubicBezTo>
                      <a:cubicBezTo>
                        <a:pt x="1249" y="210"/>
                        <a:pt x="1218" y="206"/>
                        <a:pt x="1218" y="206"/>
                      </a:cubicBezTo>
                      <a:cubicBezTo>
                        <a:pt x="1207" y="223"/>
                        <a:pt x="1207" y="223"/>
                        <a:pt x="1207" y="223"/>
                      </a:cubicBezTo>
                      <a:cubicBezTo>
                        <a:pt x="1190" y="214"/>
                        <a:pt x="1190" y="214"/>
                        <a:pt x="1190" y="214"/>
                      </a:cubicBezTo>
                      <a:cubicBezTo>
                        <a:pt x="1155" y="228"/>
                        <a:pt x="1155" y="228"/>
                        <a:pt x="1155" y="228"/>
                      </a:cubicBezTo>
                      <a:cubicBezTo>
                        <a:pt x="1136" y="227"/>
                        <a:pt x="1136" y="227"/>
                        <a:pt x="1136" y="227"/>
                      </a:cubicBezTo>
                      <a:cubicBezTo>
                        <a:pt x="1117" y="242"/>
                        <a:pt x="1117" y="242"/>
                        <a:pt x="1117" y="242"/>
                      </a:cubicBezTo>
                      <a:cubicBezTo>
                        <a:pt x="1131" y="247"/>
                        <a:pt x="1131" y="247"/>
                        <a:pt x="1131" y="247"/>
                      </a:cubicBezTo>
                      <a:cubicBezTo>
                        <a:pt x="1098" y="248"/>
                        <a:pt x="1098" y="248"/>
                        <a:pt x="1098" y="248"/>
                      </a:cubicBezTo>
                      <a:cubicBezTo>
                        <a:pt x="1079" y="254"/>
                        <a:pt x="1079" y="254"/>
                        <a:pt x="1079" y="254"/>
                      </a:cubicBezTo>
                      <a:cubicBezTo>
                        <a:pt x="1080" y="263"/>
                        <a:pt x="1080" y="263"/>
                        <a:pt x="1080" y="263"/>
                      </a:cubicBezTo>
                      <a:cubicBezTo>
                        <a:pt x="1097" y="254"/>
                        <a:pt x="1097" y="254"/>
                        <a:pt x="1097" y="254"/>
                      </a:cubicBezTo>
                      <a:cubicBezTo>
                        <a:pt x="1098" y="263"/>
                        <a:pt x="1098" y="263"/>
                        <a:pt x="1098" y="263"/>
                      </a:cubicBezTo>
                      <a:cubicBezTo>
                        <a:pt x="1117" y="265"/>
                        <a:pt x="1117" y="265"/>
                        <a:pt x="1117" y="265"/>
                      </a:cubicBezTo>
                      <a:cubicBezTo>
                        <a:pt x="1111" y="273"/>
                        <a:pt x="1111" y="273"/>
                        <a:pt x="1111" y="273"/>
                      </a:cubicBezTo>
                      <a:cubicBezTo>
                        <a:pt x="1085" y="273"/>
                        <a:pt x="1085" y="273"/>
                        <a:pt x="1085" y="273"/>
                      </a:cubicBezTo>
                      <a:cubicBezTo>
                        <a:pt x="1081" y="282"/>
                        <a:pt x="1081" y="282"/>
                        <a:pt x="1081" y="282"/>
                      </a:cubicBezTo>
                      <a:cubicBezTo>
                        <a:pt x="1099" y="285"/>
                        <a:pt x="1099" y="285"/>
                        <a:pt x="1099" y="285"/>
                      </a:cubicBezTo>
                      <a:cubicBezTo>
                        <a:pt x="1068" y="287"/>
                        <a:pt x="1068" y="287"/>
                        <a:pt x="1068" y="287"/>
                      </a:cubicBezTo>
                      <a:cubicBezTo>
                        <a:pt x="1090" y="293"/>
                        <a:pt x="1090" y="293"/>
                        <a:pt x="1090" y="293"/>
                      </a:cubicBezTo>
                      <a:cubicBezTo>
                        <a:pt x="1061" y="295"/>
                        <a:pt x="1061" y="295"/>
                        <a:pt x="1061" y="295"/>
                      </a:cubicBezTo>
                      <a:cubicBezTo>
                        <a:pt x="1059" y="309"/>
                        <a:pt x="1059" y="309"/>
                        <a:pt x="1059" y="309"/>
                      </a:cubicBezTo>
                      <a:cubicBezTo>
                        <a:pt x="1039" y="316"/>
                        <a:pt x="1039" y="316"/>
                        <a:pt x="1039" y="316"/>
                      </a:cubicBezTo>
                      <a:cubicBezTo>
                        <a:pt x="1046" y="326"/>
                        <a:pt x="1046" y="326"/>
                        <a:pt x="1046" y="326"/>
                      </a:cubicBezTo>
                      <a:cubicBezTo>
                        <a:pt x="1073" y="314"/>
                        <a:pt x="1073" y="314"/>
                        <a:pt x="1073" y="314"/>
                      </a:cubicBezTo>
                      <a:cubicBezTo>
                        <a:pt x="1062" y="332"/>
                        <a:pt x="1062" y="332"/>
                        <a:pt x="1062" y="332"/>
                      </a:cubicBezTo>
                      <a:cubicBezTo>
                        <a:pt x="1062" y="332"/>
                        <a:pt x="1041" y="327"/>
                        <a:pt x="1033" y="334"/>
                      </a:cubicBezTo>
                      <a:cubicBezTo>
                        <a:pt x="1026" y="341"/>
                        <a:pt x="1032" y="349"/>
                        <a:pt x="1032" y="349"/>
                      </a:cubicBezTo>
                      <a:close/>
                      <a:moveTo>
                        <a:pt x="3856" y="331"/>
                      </a:moveTo>
                      <a:cubicBezTo>
                        <a:pt x="3904" y="325"/>
                        <a:pt x="3904" y="325"/>
                        <a:pt x="3904" y="325"/>
                      </a:cubicBezTo>
                      <a:cubicBezTo>
                        <a:pt x="3976" y="335"/>
                        <a:pt x="3976" y="335"/>
                        <a:pt x="3976" y="335"/>
                      </a:cubicBezTo>
                      <a:cubicBezTo>
                        <a:pt x="3976" y="335"/>
                        <a:pt x="3954" y="311"/>
                        <a:pt x="3938" y="307"/>
                      </a:cubicBezTo>
                      <a:cubicBezTo>
                        <a:pt x="3922" y="303"/>
                        <a:pt x="3866" y="311"/>
                        <a:pt x="3866" y="311"/>
                      </a:cubicBezTo>
                      <a:lnTo>
                        <a:pt x="3856" y="331"/>
                      </a:lnTo>
                      <a:close/>
                      <a:moveTo>
                        <a:pt x="3858" y="253"/>
                      </a:moveTo>
                      <a:cubicBezTo>
                        <a:pt x="3896" y="257"/>
                        <a:pt x="3896" y="257"/>
                        <a:pt x="3896" y="257"/>
                      </a:cubicBezTo>
                      <a:cubicBezTo>
                        <a:pt x="3906" y="247"/>
                        <a:pt x="3904" y="235"/>
                        <a:pt x="3886" y="235"/>
                      </a:cubicBezTo>
                      <a:cubicBezTo>
                        <a:pt x="3868" y="235"/>
                        <a:pt x="3808" y="221"/>
                        <a:pt x="3816" y="233"/>
                      </a:cubicBezTo>
                      <a:cubicBezTo>
                        <a:pt x="3824" y="245"/>
                        <a:pt x="3858" y="253"/>
                        <a:pt x="3858" y="253"/>
                      </a:cubicBezTo>
                      <a:close/>
                      <a:moveTo>
                        <a:pt x="3818" y="289"/>
                      </a:moveTo>
                      <a:cubicBezTo>
                        <a:pt x="3792" y="315"/>
                        <a:pt x="3848" y="313"/>
                        <a:pt x="3856" y="303"/>
                      </a:cubicBezTo>
                      <a:cubicBezTo>
                        <a:pt x="3864" y="293"/>
                        <a:pt x="3825" y="282"/>
                        <a:pt x="3818" y="289"/>
                      </a:cubicBezTo>
                      <a:close/>
                      <a:moveTo>
                        <a:pt x="2050" y="65"/>
                      </a:moveTo>
                      <a:cubicBezTo>
                        <a:pt x="2050" y="65"/>
                        <a:pt x="2106" y="69"/>
                        <a:pt x="2118" y="65"/>
                      </a:cubicBezTo>
                      <a:cubicBezTo>
                        <a:pt x="2130" y="61"/>
                        <a:pt x="2172" y="65"/>
                        <a:pt x="2164" y="49"/>
                      </a:cubicBezTo>
                      <a:cubicBezTo>
                        <a:pt x="2156" y="33"/>
                        <a:pt x="2082" y="11"/>
                        <a:pt x="2082" y="11"/>
                      </a:cubicBezTo>
                      <a:cubicBezTo>
                        <a:pt x="2082" y="11"/>
                        <a:pt x="2026" y="1"/>
                        <a:pt x="2024" y="21"/>
                      </a:cubicBezTo>
                      <a:cubicBezTo>
                        <a:pt x="2022" y="41"/>
                        <a:pt x="2050" y="65"/>
                        <a:pt x="2050" y="65"/>
                      </a:cubicBezTo>
                      <a:close/>
                      <a:moveTo>
                        <a:pt x="4094" y="273"/>
                      </a:moveTo>
                      <a:cubicBezTo>
                        <a:pt x="4122" y="259"/>
                        <a:pt x="4026" y="259"/>
                        <a:pt x="4026" y="259"/>
                      </a:cubicBezTo>
                      <a:cubicBezTo>
                        <a:pt x="4026" y="259"/>
                        <a:pt x="4006" y="241"/>
                        <a:pt x="3998" y="241"/>
                      </a:cubicBezTo>
                      <a:cubicBezTo>
                        <a:pt x="3990" y="241"/>
                        <a:pt x="3966" y="245"/>
                        <a:pt x="3966" y="245"/>
                      </a:cubicBezTo>
                      <a:cubicBezTo>
                        <a:pt x="3942" y="243"/>
                        <a:pt x="3942" y="243"/>
                        <a:pt x="3942" y="243"/>
                      </a:cubicBezTo>
                      <a:cubicBezTo>
                        <a:pt x="3966" y="259"/>
                        <a:pt x="3966" y="259"/>
                        <a:pt x="3966" y="259"/>
                      </a:cubicBezTo>
                      <a:cubicBezTo>
                        <a:pt x="3966" y="259"/>
                        <a:pt x="4066" y="287"/>
                        <a:pt x="4094" y="273"/>
                      </a:cubicBezTo>
                      <a:close/>
                      <a:moveTo>
                        <a:pt x="5070" y="495"/>
                      </a:moveTo>
                      <a:cubicBezTo>
                        <a:pt x="5078" y="485"/>
                        <a:pt x="5004" y="475"/>
                        <a:pt x="5004" y="475"/>
                      </a:cubicBezTo>
                      <a:cubicBezTo>
                        <a:pt x="5004" y="483"/>
                        <a:pt x="5062" y="505"/>
                        <a:pt x="5070" y="495"/>
                      </a:cubicBezTo>
                      <a:close/>
                      <a:moveTo>
                        <a:pt x="2112" y="81"/>
                      </a:moveTo>
                      <a:cubicBezTo>
                        <a:pt x="2112" y="89"/>
                        <a:pt x="2178" y="95"/>
                        <a:pt x="2178" y="95"/>
                      </a:cubicBezTo>
                      <a:cubicBezTo>
                        <a:pt x="2212" y="91"/>
                        <a:pt x="2212" y="91"/>
                        <a:pt x="2212" y="91"/>
                      </a:cubicBezTo>
                      <a:cubicBezTo>
                        <a:pt x="2250" y="105"/>
                        <a:pt x="2250" y="105"/>
                        <a:pt x="2250" y="105"/>
                      </a:cubicBezTo>
                      <a:cubicBezTo>
                        <a:pt x="2292" y="103"/>
                        <a:pt x="2292" y="103"/>
                        <a:pt x="2292" y="103"/>
                      </a:cubicBezTo>
                      <a:cubicBezTo>
                        <a:pt x="2286" y="85"/>
                        <a:pt x="2268" y="59"/>
                        <a:pt x="2250" y="61"/>
                      </a:cubicBezTo>
                      <a:cubicBezTo>
                        <a:pt x="2232" y="63"/>
                        <a:pt x="2214" y="75"/>
                        <a:pt x="2214" y="75"/>
                      </a:cubicBezTo>
                      <a:cubicBezTo>
                        <a:pt x="2200" y="59"/>
                        <a:pt x="2200" y="59"/>
                        <a:pt x="2200" y="59"/>
                      </a:cubicBezTo>
                      <a:cubicBezTo>
                        <a:pt x="2200" y="59"/>
                        <a:pt x="2112" y="73"/>
                        <a:pt x="2112" y="81"/>
                      </a:cubicBezTo>
                      <a:close/>
                      <a:moveTo>
                        <a:pt x="2392" y="133"/>
                      </a:moveTo>
                      <a:cubicBezTo>
                        <a:pt x="2498" y="127"/>
                        <a:pt x="2498" y="127"/>
                        <a:pt x="2498" y="127"/>
                      </a:cubicBezTo>
                      <a:cubicBezTo>
                        <a:pt x="2470" y="111"/>
                        <a:pt x="2470" y="111"/>
                        <a:pt x="2470" y="111"/>
                      </a:cubicBezTo>
                      <a:cubicBezTo>
                        <a:pt x="2470" y="111"/>
                        <a:pt x="2432" y="91"/>
                        <a:pt x="2422" y="91"/>
                      </a:cubicBezTo>
                      <a:cubicBezTo>
                        <a:pt x="2412" y="91"/>
                        <a:pt x="2394" y="103"/>
                        <a:pt x="2394" y="103"/>
                      </a:cubicBezTo>
                      <a:cubicBezTo>
                        <a:pt x="2394" y="103"/>
                        <a:pt x="2388" y="75"/>
                        <a:pt x="2366" y="75"/>
                      </a:cubicBezTo>
                      <a:cubicBezTo>
                        <a:pt x="2344" y="75"/>
                        <a:pt x="2332" y="141"/>
                        <a:pt x="2332" y="141"/>
                      </a:cubicBezTo>
                      <a:cubicBezTo>
                        <a:pt x="2348" y="149"/>
                        <a:pt x="2348" y="149"/>
                        <a:pt x="2348" y="149"/>
                      </a:cubicBezTo>
                      <a:cubicBezTo>
                        <a:pt x="2366" y="145"/>
                        <a:pt x="2392" y="133"/>
                        <a:pt x="2392" y="133"/>
                      </a:cubicBezTo>
                      <a:close/>
                      <a:moveTo>
                        <a:pt x="3752" y="279"/>
                      </a:moveTo>
                      <a:cubicBezTo>
                        <a:pt x="3762" y="261"/>
                        <a:pt x="3762" y="261"/>
                        <a:pt x="3762" y="261"/>
                      </a:cubicBezTo>
                      <a:cubicBezTo>
                        <a:pt x="3762" y="261"/>
                        <a:pt x="3788" y="261"/>
                        <a:pt x="3798" y="261"/>
                      </a:cubicBezTo>
                      <a:cubicBezTo>
                        <a:pt x="3808" y="261"/>
                        <a:pt x="3838" y="259"/>
                        <a:pt x="3838" y="259"/>
                      </a:cubicBezTo>
                      <a:cubicBezTo>
                        <a:pt x="3796" y="239"/>
                        <a:pt x="3796" y="239"/>
                        <a:pt x="3796" y="239"/>
                      </a:cubicBezTo>
                      <a:cubicBezTo>
                        <a:pt x="3804" y="225"/>
                        <a:pt x="3804" y="225"/>
                        <a:pt x="3804" y="225"/>
                      </a:cubicBezTo>
                      <a:cubicBezTo>
                        <a:pt x="3744" y="213"/>
                        <a:pt x="3744" y="213"/>
                        <a:pt x="3744" y="213"/>
                      </a:cubicBezTo>
                      <a:cubicBezTo>
                        <a:pt x="3754" y="231"/>
                        <a:pt x="3754" y="231"/>
                        <a:pt x="3754" y="231"/>
                      </a:cubicBezTo>
                      <a:cubicBezTo>
                        <a:pt x="3754" y="231"/>
                        <a:pt x="3632" y="191"/>
                        <a:pt x="3634" y="221"/>
                      </a:cubicBezTo>
                      <a:cubicBezTo>
                        <a:pt x="3636" y="251"/>
                        <a:pt x="3752" y="279"/>
                        <a:pt x="3752" y="279"/>
                      </a:cubicBezTo>
                      <a:close/>
                      <a:moveTo>
                        <a:pt x="2882" y="289"/>
                      </a:moveTo>
                      <a:cubicBezTo>
                        <a:pt x="2914" y="295"/>
                        <a:pt x="2914" y="295"/>
                        <a:pt x="2914" y="295"/>
                      </a:cubicBezTo>
                      <a:cubicBezTo>
                        <a:pt x="2934" y="297"/>
                        <a:pt x="2954" y="285"/>
                        <a:pt x="2924" y="279"/>
                      </a:cubicBezTo>
                      <a:cubicBezTo>
                        <a:pt x="2894" y="273"/>
                        <a:pt x="2882" y="289"/>
                        <a:pt x="2882" y="289"/>
                      </a:cubicBezTo>
                      <a:close/>
                      <a:moveTo>
                        <a:pt x="3618" y="235"/>
                      </a:moveTo>
                      <a:cubicBezTo>
                        <a:pt x="3582" y="223"/>
                        <a:pt x="3582" y="223"/>
                        <a:pt x="3582" y="223"/>
                      </a:cubicBezTo>
                      <a:cubicBezTo>
                        <a:pt x="3598" y="245"/>
                        <a:pt x="3598" y="245"/>
                        <a:pt x="3598" y="245"/>
                      </a:cubicBezTo>
                      <a:lnTo>
                        <a:pt x="3618" y="235"/>
                      </a:lnTo>
                      <a:close/>
                      <a:moveTo>
                        <a:pt x="5328" y="443"/>
                      </a:moveTo>
                      <a:cubicBezTo>
                        <a:pt x="5340" y="439"/>
                        <a:pt x="5358" y="437"/>
                        <a:pt x="5384" y="437"/>
                      </a:cubicBezTo>
                      <a:cubicBezTo>
                        <a:pt x="5410" y="437"/>
                        <a:pt x="5414" y="421"/>
                        <a:pt x="5396" y="419"/>
                      </a:cubicBezTo>
                      <a:cubicBezTo>
                        <a:pt x="5378" y="417"/>
                        <a:pt x="5346" y="405"/>
                        <a:pt x="5334" y="405"/>
                      </a:cubicBezTo>
                      <a:cubicBezTo>
                        <a:pt x="5322" y="405"/>
                        <a:pt x="5294" y="405"/>
                        <a:pt x="5294" y="427"/>
                      </a:cubicBezTo>
                      <a:cubicBezTo>
                        <a:pt x="5294" y="451"/>
                        <a:pt x="5316" y="447"/>
                        <a:pt x="5328" y="443"/>
                      </a:cubicBezTo>
                      <a:close/>
                      <a:moveTo>
                        <a:pt x="111" y="1194"/>
                      </a:moveTo>
                      <a:cubicBezTo>
                        <a:pt x="103" y="1195"/>
                        <a:pt x="79" y="1198"/>
                        <a:pt x="79" y="1198"/>
                      </a:cubicBezTo>
                      <a:cubicBezTo>
                        <a:pt x="77" y="1192"/>
                        <a:pt x="77" y="1192"/>
                        <a:pt x="77" y="1192"/>
                      </a:cubicBezTo>
                      <a:cubicBezTo>
                        <a:pt x="69" y="1193"/>
                        <a:pt x="69" y="1193"/>
                        <a:pt x="69" y="1193"/>
                      </a:cubicBezTo>
                      <a:cubicBezTo>
                        <a:pt x="66" y="1187"/>
                        <a:pt x="66" y="1187"/>
                        <a:pt x="66" y="1187"/>
                      </a:cubicBezTo>
                      <a:cubicBezTo>
                        <a:pt x="61" y="1187"/>
                        <a:pt x="61" y="1187"/>
                        <a:pt x="61" y="1187"/>
                      </a:cubicBezTo>
                      <a:cubicBezTo>
                        <a:pt x="61" y="1192"/>
                        <a:pt x="53" y="1201"/>
                        <a:pt x="53" y="1201"/>
                      </a:cubicBezTo>
                      <a:cubicBezTo>
                        <a:pt x="53" y="1201"/>
                        <a:pt x="12" y="1196"/>
                        <a:pt x="6" y="1203"/>
                      </a:cubicBezTo>
                      <a:cubicBezTo>
                        <a:pt x="0" y="1210"/>
                        <a:pt x="13" y="1219"/>
                        <a:pt x="13" y="1219"/>
                      </a:cubicBezTo>
                      <a:cubicBezTo>
                        <a:pt x="8" y="1228"/>
                        <a:pt x="8" y="1228"/>
                        <a:pt x="8" y="1228"/>
                      </a:cubicBezTo>
                      <a:cubicBezTo>
                        <a:pt x="8" y="1227"/>
                        <a:pt x="8" y="1227"/>
                        <a:pt x="8" y="1227"/>
                      </a:cubicBezTo>
                      <a:cubicBezTo>
                        <a:pt x="13" y="1232"/>
                        <a:pt x="13" y="1232"/>
                        <a:pt x="13" y="1232"/>
                      </a:cubicBezTo>
                      <a:cubicBezTo>
                        <a:pt x="13" y="1232"/>
                        <a:pt x="25" y="1227"/>
                        <a:pt x="34" y="1229"/>
                      </a:cubicBezTo>
                      <a:cubicBezTo>
                        <a:pt x="43" y="1231"/>
                        <a:pt x="51" y="1236"/>
                        <a:pt x="51" y="1236"/>
                      </a:cubicBezTo>
                      <a:cubicBezTo>
                        <a:pt x="51" y="1236"/>
                        <a:pt x="82" y="1234"/>
                        <a:pt x="90" y="1235"/>
                      </a:cubicBezTo>
                      <a:cubicBezTo>
                        <a:pt x="98" y="1236"/>
                        <a:pt x="113" y="1236"/>
                        <a:pt x="113" y="1236"/>
                      </a:cubicBezTo>
                      <a:cubicBezTo>
                        <a:pt x="113" y="1236"/>
                        <a:pt x="109" y="1230"/>
                        <a:pt x="117" y="1231"/>
                      </a:cubicBezTo>
                      <a:cubicBezTo>
                        <a:pt x="112" y="1221"/>
                        <a:pt x="112" y="1221"/>
                        <a:pt x="112" y="1221"/>
                      </a:cubicBezTo>
                      <a:cubicBezTo>
                        <a:pt x="112" y="1221"/>
                        <a:pt x="120" y="1214"/>
                        <a:pt x="121" y="1209"/>
                      </a:cubicBezTo>
                      <a:cubicBezTo>
                        <a:pt x="122" y="1204"/>
                        <a:pt x="119" y="1193"/>
                        <a:pt x="111" y="1194"/>
                      </a:cubicBezTo>
                      <a:close/>
                      <a:moveTo>
                        <a:pt x="698" y="59"/>
                      </a:moveTo>
                      <a:cubicBezTo>
                        <a:pt x="712" y="49"/>
                        <a:pt x="712" y="49"/>
                        <a:pt x="712" y="49"/>
                      </a:cubicBezTo>
                      <a:cubicBezTo>
                        <a:pt x="712" y="49"/>
                        <a:pt x="677" y="42"/>
                        <a:pt x="698" y="59"/>
                      </a:cubicBezTo>
                      <a:close/>
                      <a:moveTo>
                        <a:pt x="664" y="48"/>
                      </a:moveTo>
                      <a:cubicBezTo>
                        <a:pt x="720" y="35"/>
                        <a:pt x="720" y="35"/>
                        <a:pt x="720" y="35"/>
                      </a:cubicBezTo>
                      <a:cubicBezTo>
                        <a:pt x="702" y="30"/>
                        <a:pt x="702" y="30"/>
                        <a:pt x="702" y="30"/>
                      </a:cubicBezTo>
                      <a:cubicBezTo>
                        <a:pt x="668" y="38"/>
                        <a:pt x="668" y="38"/>
                        <a:pt x="668" y="38"/>
                      </a:cubicBezTo>
                      <a:cubicBezTo>
                        <a:pt x="634" y="37"/>
                        <a:pt x="634" y="37"/>
                        <a:pt x="634" y="37"/>
                      </a:cubicBezTo>
                      <a:cubicBezTo>
                        <a:pt x="650" y="44"/>
                        <a:pt x="650" y="44"/>
                        <a:pt x="650" y="44"/>
                      </a:cubicBezTo>
                      <a:lnTo>
                        <a:pt x="664" y="48"/>
                      </a:lnTo>
                      <a:close/>
                      <a:moveTo>
                        <a:pt x="754" y="61"/>
                      </a:moveTo>
                      <a:cubicBezTo>
                        <a:pt x="757" y="51"/>
                        <a:pt x="757" y="51"/>
                        <a:pt x="757" y="51"/>
                      </a:cubicBezTo>
                      <a:cubicBezTo>
                        <a:pt x="774" y="51"/>
                        <a:pt x="774" y="51"/>
                        <a:pt x="774" y="51"/>
                      </a:cubicBezTo>
                      <a:cubicBezTo>
                        <a:pt x="779" y="45"/>
                        <a:pt x="779" y="45"/>
                        <a:pt x="779" y="45"/>
                      </a:cubicBezTo>
                      <a:cubicBezTo>
                        <a:pt x="779" y="45"/>
                        <a:pt x="806" y="48"/>
                        <a:pt x="816" y="42"/>
                      </a:cubicBezTo>
                      <a:cubicBezTo>
                        <a:pt x="826" y="37"/>
                        <a:pt x="791" y="37"/>
                        <a:pt x="791" y="37"/>
                      </a:cubicBezTo>
                      <a:cubicBezTo>
                        <a:pt x="791" y="37"/>
                        <a:pt x="791" y="27"/>
                        <a:pt x="774" y="27"/>
                      </a:cubicBezTo>
                      <a:cubicBezTo>
                        <a:pt x="757" y="27"/>
                        <a:pt x="755" y="45"/>
                        <a:pt x="755" y="45"/>
                      </a:cubicBezTo>
                      <a:cubicBezTo>
                        <a:pt x="755" y="45"/>
                        <a:pt x="719" y="51"/>
                        <a:pt x="722" y="56"/>
                      </a:cubicBezTo>
                      <a:cubicBezTo>
                        <a:pt x="724" y="62"/>
                        <a:pt x="754" y="61"/>
                        <a:pt x="754" y="61"/>
                      </a:cubicBezTo>
                      <a:close/>
                      <a:moveTo>
                        <a:pt x="786" y="53"/>
                      </a:moveTo>
                      <a:cubicBezTo>
                        <a:pt x="776" y="59"/>
                        <a:pt x="776" y="59"/>
                        <a:pt x="776" y="59"/>
                      </a:cubicBezTo>
                      <a:cubicBezTo>
                        <a:pt x="789" y="66"/>
                        <a:pt x="789" y="66"/>
                        <a:pt x="789" y="66"/>
                      </a:cubicBezTo>
                      <a:cubicBezTo>
                        <a:pt x="802" y="72"/>
                        <a:pt x="802" y="72"/>
                        <a:pt x="802" y="72"/>
                      </a:cubicBezTo>
                      <a:cubicBezTo>
                        <a:pt x="834" y="69"/>
                        <a:pt x="834" y="69"/>
                        <a:pt x="834" y="69"/>
                      </a:cubicBezTo>
                      <a:cubicBezTo>
                        <a:pt x="833" y="61"/>
                        <a:pt x="833" y="61"/>
                        <a:pt x="833" y="61"/>
                      </a:cubicBezTo>
                      <a:cubicBezTo>
                        <a:pt x="810" y="61"/>
                        <a:pt x="810" y="61"/>
                        <a:pt x="810" y="61"/>
                      </a:cubicBezTo>
                      <a:lnTo>
                        <a:pt x="786" y="53"/>
                      </a:lnTo>
                      <a:close/>
                      <a:moveTo>
                        <a:pt x="5213" y="1622"/>
                      </a:moveTo>
                      <a:cubicBezTo>
                        <a:pt x="5191" y="1599"/>
                        <a:pt x="5191" y="1599"/>
                        <a:pt x="5191" y="1599"/>
                      </a:cubicBezTo>
                      <a:cubicBezTo>
                        <a:pt x="5191" y="1599"/>
                        <a:pt x="5169" y="1593"/>
                        <a:pt x="5156" y="1575"/>
                      </a:cubicBezTo>
                      <a:cubicBezTo>
                        <a:pt x="5144" y="1557"/>
                        <a:pt x="5136" y="1516"/>
                        <a:pt x="5136" y="1516"/>
                      </a:cubicBezTo>
                      <a:cubicBezTo>
                        <a:pt x="5136" y="1516"/>
                        <a:pt x="5112" y="1502"/>
                        <a:pt x="5125" y="1495"/>
                      </a:cubicBezTo>
                      <a:cubicBezTo>
                        <a:pt x="5137" y="1488"/>
                        <a:pt x="5213" y="1526"/>
                        <a:pt x="5213" y="1526"/>
                      </a:cubicBezTo>
                      <a:cubicBezTo>
                        <a:pt x="5163" y="1489"/>
                        <a:pt x="5163" y="1489"/>
                        <a:pt x="5163" y="1489"/>
                      </a:cubicBezTo>
                      <a:cubicBezTo>
                        <a:pt x="5163" y="1489"/>
                        <a:pt x="5144" y="1459"/>
                        <a:pt x="5134" y="1452"/>
                      </a:cubicBezTo>
                      <a:cubicBezTo>
                        <a:pt x="5125" y="1445"/>
                        <a:pt x="5109" y="1435"/>
                        <a:pt x="5109" y="1435"/>
                      </a:cubicBezTo>
                      <a:cubicBezTo>
                        <a:pt x="5057" y="1379"/>
                        <a:pt x="5057" y="1379"/>
                        <a:pt x="5057" y="1379"/>
                      </a:cubicBezTo>
                      <a:cubicBezTo>
                        <a:pt x="5040" y="1380"/>
                        <a:pt x="5040" y="1380"/>
                        <a:pt x="5040" y="1380"/>
                      </a:cubicBezTo>
                      <a:cubicBezTo>
                        <a:pt x="5033" y="1361"/>
                        <a:pt x="5033" y="1361"/>
                        <a:pt x="5033" y="1361"/>
                      </a:cubicBezTo>
                      <a:cubicBezTo>
                        <a:pt x="5033" y="1361"/>
                        <a:pt x="5023" y="1363"/>
                        <a:pt x="5011" y="1351"/>
                      </a:cubicBezTo>
                      <a:cubicBezTo>
                        <a:pt x="4999" y="1338"/>
                        <a:pt x="5003" y="1322"/>
                        <a:pt x="5003" y="1322"/>
                      </a:cubicBezTo>
                      <a:cubicBezTo>
                        <a:pt x="4983" y="1297"/>
                        <a:pt x="4983" y="1297"/>
                        <a:pt x="4983" y="1297"/>
                      </a:cubicBezTo>
                      <a:cubicBezTo>
                        <a:pt x="4969" y="1298"/>
                        <a:pt x="4969" y="1298"/>
                        <a:pt x="4969" y="1298"/>
                      </a:cubicBezTo>
                      <a:cubicBezTo>
                        <a:pt x="4960" y="1279"/>
                        <a:pt x="4960" y="1279"/>
                        <a:pt x="4960" y="1279"/>
                      </a:cubicBezTo>
                      <a:cubicBezTo>
                        <a:pt x="4933" y="1259"/>
                        <a:pt x="4933" y="1259"/>
                        <a:pt x="4933" y="1259"/>
                      </a:cubicBezTo>
                      <a:cubicBezTo>
                        <a:pt x="4925" y="1243"/>
                        <a:pt x="4925" y="1243"/>
                        <a:pt x="4925" y="1243"/>
                      </a:cubicBezTo>
                      <a:cubicBezTo>
                        <a:pt x="4925" y="1243"/>
                        <a:pt x="4907" y="1230"/>
                        <a:pt x="4900" y="1235"/>
                      </a:cubicBezTo>
                      <a:cubicBezTo>
                        <a:pt x="4893" y="1239"/>
                        <a:pt x="4939" y="1272"/>
                        <a:pt x="4933" y="1275"/>
                      </a:cubicBezTo>
                      <a:cubicBezTo>
                        <a:pt x="4928" y="1277"/>
                        <a:pt x="4915" y="1262"/>
                        <a:pt x="4913" y="1277"/>
                      </a:cubicBezTo>
                      <a:cubicBezTo>
                        <a:pt x="4910" y="1293"/>
                        <a:pt x="4939" y="1322"/>
                        <a:pt x="4939" y="1322"/>
                      </a:cubicBezTo>
                      <a:cubicBezTo>
                        <a:pt x="4939" y="1322"/>
                        <a:pt x="4946" y="1340"/>
                        <a:pt x="4953" y="1347"/>
                      </a:cubicBezTo>
                      <a:cubicBezTo>
                        <a:pt x="4960" y="1354"/>
                        <a:pt x="5007" y="1384"/>
                        <a:pt x="5018" y="1398"/>
                      </a:cubicBezTo>
                      <a:cubicBezTo>
                        <a:pt x="5029" y="1412"/>
                        <a:pt x="5028" y="1434"/>
                        <a:pt x="5041" y="1445"/>
                      </a:cubicBezTo>
                      <a:cubicBezTo>
                        <a:pt x="5055" y="1456"/>
                        <a:pt x="5087" y="1512"/>
                        <a:pt x="5087" y="1512"/>
                      </a:cubicBezTo>
                      <a:cubicBezTo>
                        <a:pt x="5087" y="1512"/>
                        <a:pt x="5093" y="1535"/>
                        <a:pt x="5100" y="1535"/>
                      </a:cubicBezTo>
                      <a:cubicBezTo>
                        <a:pt x="5107" y="1535"/>
                        <a:pt x="5120" y="1545"/>
                        <a:pt x="5127" y="1555"/>
                      </a:cubicBezTo>
                      <a:cubicBezTo>
                        <a:pt x="5134" y="1564"/>
                        <a:pt x="5134" y="1584"/>
                        <a:pt x="5134" y="1584"/>
                      </a:cubicBezTo>
                      <a:cubicBezTo>
                        <a:pt x="5162" y="1607"/>
                        <a:pt x="5162" y="1607"/>
                        <a:pt x="5162" y="1607"/>
                      </a:cubicBezTo>
                      <a:cubicBezTo>
                        <a:pt x="5172" y="1643"/>
                        <a:pt x="5172" y="1643"/>
                        <a:pt x="5172" y="1643"/>
                      </a:cubicBezTo>
                      <a:cubicBezTo>
                        <a:pt x="5198" y="1671"/>
                        <a:pt x="5198" y="1671"/>
                        <a:pt x="5198" y="1671"/>
                      </a:cubicBezTo>
                      <a:cubicBezTo>
                        <a:pt x="5198" y="1671"/>
                        <a:pt x="5184" y="1632"/>
                        <a:pt x="5193" y="1629"/>
                      </a:cubicBezTo>
                      <a:cubicBezTo>
                        <a:pt x="5201" y="1627"/>
                        <a:pt x="5205" y="1636"/>
                        <a:pt x="5205" y="1636"/>
                      </a:cubicBezTo>
                      <a:cubicBezTo>
                        <a:pt x="5226" y="1636"/>
                        <a:pt x="5226" y="1636"/>
                        <a:pt x="5226" y="1636"/>
                      </a:cubicBezTo>
                      <a:cubicBezTo>
                        <a:pt x="5248" y="1663"/>
                        <a:pt x="5248" y="1663"/>
                        <a:pt x="5248" y="1663"/>
                      </a:cubicBezTo>
                      <a:cubicBezTo>
                        <a:pt x="5249" y="1646"/>
                        <a:pt x="5249" y="1646"/>
                        <a:pt x="5249" y="1646"/>
                      </a:cubicBezTo>
                      <a:cubicBezTo>
                        <a:pt x="5229" y="1621"/>
                        <a:pt x="5229" y="1621"/>
                        <a:pt x="5229" y="1621"/>
                      </a:cubicBezTo>
                      <a:lnTo>
                        <a:pt x="5213" y="1622"/>
                      </a:lnTo>
                      <a:close/>
                      <a:moveTo>
                        <a:pt x="899" y="58"/>
                      </a:moveTo>
                      <a:cubicBezTo>
                        <a:pt x="905" y="46"/>
                        <a:pt x="905" y="46"/>
                        <a:pt x="905" y="46"/>
                      </a:cubicBezTo>
                      <a:cubicBezTo>
                        <a:pt x="876" y="42"/>
                        <a:pt x="876" y="42"/>
                        <a:pt x="876" y="42"/>
                      </a:cubicBezTo>
                      <a:cubicBezTo>
                        <a:pt x="861" y="52"/>
                        <a:pt x="861" y="52"/>
                        <a:pt x="861" y="52"/>
                      </a:cubicBezTo>
                      <a:cubicBezTo>
                        <a:pt x="864" y="61"/>
                        <a:pt x="864" y="61"/>
                        <a:pt x="864" y="61"/>
                      </a:cubicBezTo>
                      <a:lnTo>
                        <a:pt x="899" y="58"/>
                      </a:lnTo>
                      <a:close/>
                      <a:moveTo>
                        <a:pt x="771" y="1607"/>
                      </a:moveTo>
                      <a:cubicBezTo>
                        <a:pt x="771" y="1607"/>
                        <a:pt x="773" y="1608"/>
                        <a:pt x="774" y="1608"/>
                      </a:cubicBezTo>
                      <a:cubicBezTo>
                        <a:pt x="773" y="1608"/>
                        <a:pt x="771" y="1607"/>
                        <a:pt x="771" y="1607"/>
                      </a:cubicBezTo>
                      <a:close/>
                      <a:moveTo>
                        <a:pt x="771" y="1607"/>
                      </a:moveTo>
                      <a:cubicBezTo>
                        <a:pt x="770" y="1607"/>
                        <a:pt x="770" y="1607"/>
                        <a:pt x="770" y="1607"/>
                      </a:cubicBezTo>
                      <a:cubicBezTo>
                        <a:pt x="770" y="1607"/>
                        <a:pt x="770" y="1607"/>
                        <a:pt x="771" y="1607"/>
                      </a:cubicBezTo>
                      <a:close/>
                      <a:moveTo>
                        <a:pt x="6034" y="664"/>
                      </a:moveTo>
                      <a:cubicBezTo>
                        <a:pt x="6023" y="650"/>
                        <a:pt x="5993" y="645"/>
                        <a:pt x="5993" y="645"/>
                      </a:cubicBezTo>
                      <a:cubicBezTo>
                        <a:pt x="5962" y="631"/>
                        <a:pt x="5962" y="631"/>
                        <a:pt x="5962" y="631"/>
                      </a:cubicBezTo>
                      <a:cubicBezTo>
                        <a:pt x="5935" y="632"/>
                        <a:pt x="5935" y="632"/>
                        <a:pt x="5935" y="632"/>
                      </a:cubicBezTo>
                      <a:cubicBezTo>
                        <a:pt x="5915" y="619"/>
                        <a:pt x="5915" y="619"/>
                        <a:pt x="5915" y="619"/>
                      </a:cubicBezTo>
                      <a:cubicBezTo>
                        <a:pt x="5854" y="615"/>
                        <a:pt x="5854" y="615"/>
                        <a:pt x="5854" y="615"/>
                      </a:cubicBezTo>
                      <a:cubicBezTo>
                        <a:pt x="5829" y="603"/>
                        <a:pt x="5829" y="603"/>
                        <a:pt x="5829" y="603"/>
                      </a:cubicBezTo>
                      <a:cubicBezTo>
                        <a:pt x="5805" y="605"/>
                        <a:pt x="5805" y="605"/>
                        <a:pt x="5805" y="605"/>
                      </a:cubicBezTo>
                      <a:cubicBezTo>
                        <a:pt x="5838" y="630"/>
                        <a:pt x="5838" y="630"/>
                        <a:pt x="5838" y="630"/>
                      </a:cubicBezTo>
                      <a:cubicBezTo>
                        <a:pt x="5874" y="646"/>
                        <a:pt x="5874" y="646"/>
                        <a:pt x="5874" y="646"/>
                      </a:cubicBezTo>
                      <a:cubicBezTo>
                        <a:pt x="5874" y="646"/>
                        <a:pt x="5834" y="652"/>
                        <a:pt x="5822" y="642"/>
                      </a:cubicBezTo>
                      <a:cubicBezTo>
                        <a:pt x="5810" y="632"/>
                        <a:pt x="5809" y="610"/>
                        <a:pt x="5756" y="592"/>
                      </a:cubicBezTo>
                      <a:cubicBezTo>
                        <a:pt x="5703" y="574"/>
                        <a:pt x="5687" y="567"/>
                        <a:pt x="5633" y="558"/>
                      </a:cubicBezTo>
                      <a:cubicBezTo>
                        <a:pt x="5579" y="549"/>
                        <a:pt x="5466" y="523"/>
                        <a:pt x="5412" y="510"/>
                      </a:cubicBezTo>
                      <a:cubicBezTo>
                        <a:pt x="5358" y="497"/>
                        <a:pt x="5297" y="488"/>
                        <a:pt x="5297" y="488"/>
                      </a:cubicBezTo>
                      <a:cubicBezTo>
                        <a:pt x="5175" y="490"/>
                        <a:pt x="5175" y="490"/>
                        <a:pt x="5175" y="490"/>
                      </a:cubicBezTo>
                      <a:cubicBezTo>
                        <a:pt x="5166" y="478"/>
                        <a:pt x="5166" y="478"/>
                        <a:pt x="5166" y="478"/>
                      </a:cubicBezTo>
                      <a:cubicBezTo>
                        <a:pt x="5135" y="480"/>
                        <a:pt x="5135" y="480"/>
                        <a:pt x="5135" y="480"/>
                      </a:cubicBezTo>
                      <a:cubicBezTo>
                        <a:pt x="5124" y="472"/>
                        <a:pt x="5124" y="472"/>
                        <a:pt x="5124" y="472"/>
                      </a:cubicBezTo>
                      <a:cubicBezTo>
                        <a:pt x="5088" y="471"/>
                        <a:pt x="5088" y="471"/>
                        <a:pt x="5088" y="471"/>
                      </a:cubicBezTo>
                      <a:cubicBezTo>
                        <a:pt x="5105" y="483"/>
                        <a:pt x="5105" y="483"/>
                        <a:pt x="5105" y="483"/>
                      </a:cubicBezTo>
                      <a:cubicBezTo>
                        <a:pt x="5100" y="497"/>
                        <a:pt x="5100" y="497"/>
                        <a:pt x="5100" y="497"/>
                      </a:cubicBezTo>
                      <a:cubicBezTo>
                        <a:pt x="5100" y="497"/>
                        <a:pt x="5199" y="520"/>
                        <a:pt x="5170" y="533"/>
                      </a:cubicBezTo>
                      <a:cubicBezTo>
                        <a:pt x="5141" y="546"/>
                        <a:pt x="5123" y="529"/>
                        <a:pt x="5123" y="529"/>
                      </a:cubicBezTo>
                      <a:cubicBezTo>
                        <a:pt x="5106" y="515"/>
                        <a:pt x="5106" y="515"/>
                        <a:pt x="5106" y="515"/>
                      </a:cubicBezTo>
                      <a:cubicBezTo>
                        <a:pt x="5061" y="515"/>
                        <a:pt x="5061" y="515"/>
                        <a:pt x="5061" y="515"/>
                      </a:cubicBezTo>
                      <a:cubicBezTo>
                        <a:pt x="5024" y="492"/>
                        <a:pt x="5024" y="492"/>
                        <a:pt x="5024" y="492"/>
                      </a:cubicBezTo>
                      <a:cubicBezTo>
                        <a:pt x="5024" y="492"/>
                        <a:pt x="5006" y="496"/>
                        <a:pt x="5002" y="499"/>
                      </a:cubicBezTo>
                      <a:cubicBezTo>
                        <a:pt x="4998" y="502"/>
                        <a:pt x="4966" y="501"/>
                        <a:pt x="4966" y="501"/>
                      </a:cubicBezTo>
                      <a:cubicBezTo>
                        <a:pt x="4962" y="493"/>
                        <a:pt x="4962" y="493"/>
                        <a:pt x="4962" y="493"/>
                      </a:cubicBezTo>
                      <a:cubicBezTo>
                        <a:pt x="4900" y="496"/>
                        <a:pt x="4900" y="496"/>
                        <a:pt x="4900" y="496"/>
                      </a:cubicBezTo>
                      <a:cubicBezTo>
                        <a:pt x="4884" y="484"/>
                        <a:pt x="4884" y="484"/>
                        <a:pt x="4884" y="484"/>
                      </a:cubicBezTo>
                      <a:cubicBezTo>
                        <a:pt x="4879" y="490"/>
                        <a:pt x="4879" y="490"/>
                        <a:pt x="4879" y="490"/>
                      </a:cubicBezTo>
                      <a:cubicBezTo>
                        <a:pt x="4879" y="490"/>
                        <a:pt x="4801" y="483"/>
                        <a:pt x="4806" y="493"/>
                      </a:cubicBezTo>
                      <a:cubicBezTo>
                        <a:pt x="4811" y="503"/>
                        <a:pt x="4840" y="527"/>
                        <a:pt x="4840" y="527"/>
                      </a:cubicBezTo>
                      <a:cubicBezTo>
                        <a:pt x="4840" y="527"/>
                        <a:pt x="4804" y="506"/>
                        <a:pt x="4799" y="501"/>
                      </a:cubicBezTo>
                      <a:cubicBezTo>
                        <a:pt x="4794" y="496"/>
                        <a:pt x="4728" y="488"/>
                        <a:pt x="4728" y="488"/>
                      </a:cubicBezTo>
                      <a:cubicBezTo>
                        <a:pt x="4728" y="488"/>
                        <a:pt x="4718" y="470"/>
                        <a:pt x="4693" y="457"/>
                      </a:cubicBezTo>
                      <a:cubicBezTo>
                        <a:pt x="4668" y="444"/>
                        <a:pt x="4630" y="438"/>
                        <a:pt x="4613" y="437"/>
                      </a:cubicBezTo>
                      <a:cubicBezTo>
                        <a:pt x="4596" y="436"/>
                        <a:pt x="4561" y="432"/>
                        <a:pt x="4561" y="432"/>
                      </a:cubicBezTo>
                      <a:cubicBezTo>
                        <a:pt x="4527" y="425"/>
                        <a:pt x="4527" y="425"/>
                        <a:pt x="4527" y="425"/>
                      </a:cubicBezTo>
                      <a:cubicBezTo>
                        <a:pt x="4518" y="429"/>
                        <a:pt x="4518" y="429"/>
                        <a:pt x="4518" y="429"/>
                      </a:cubicBezTo>
                      <a:cubicBezTo>
                        <a:pt x="4478" y="427"/>
                        <a:pt x="4478" y="427"/>
                        <a:pt x="4478" y="427"/>
                      </a:cubicBezTo>
                      <a:cubicBezTo>
                        <a:pt x="4478" y="427"/>
                        <a:pt x="4473" y="447"/>
                        <a:pt x="4451" y="444"/>
                      </a:cubicBezTo>
                      <a:cubicBezTo>
                        <a:pt x="4429" y="441"/>
                        <a:pt x="4400" y="439"/>
                        <a:pt x="4400" y="439"/>
                      </a:cubicBezTo>
                      <a:cubicBezTo>
                        <a:pt x="4400" y="439"/>
                        <a:pt x="4370" y="419"/>
                        <a:pt x="4353" y="418"/>
                      </a:cubicBezTo>
                      <a:cubicBezTo>
                        <a:pt x="4336" y="417"/>
                        <a:pt x="4327" y="420"/>
                        <a:pt x="4327" y="420"/>
                      </a:cubicBezTo>
                      <a:cubicBezTo>
                        <a:pt x="4321" y="409"/>
                        <a:pt x="4321" y="409"/>
                        <a:pt x="4321" y="409"/>
                      </a:cubicBezTo>
                      <a:cubicBezTo>
                        <a:pt x="4296" y="407"/>
                        <a:pt x="4296" y="407"/>
                        <a:pt x="4296" y="407"/>
                      </a:cubicBezTo>
                      <a:cubicBezTo>
                        <a:pt x="4253" y="403"/>
                        <a:pt x="4253" y="403"/>
                        <a:pt x="4253" y="403"/>
                      </a:cubicBezTo>
                      <a:cubicBezTo>
                        <a:pt x="4277" y="395"/>
                        <a:pt x="4277" y="395"/>
                        <a:pt x="4277" y="395"/>
                      </a:cubicBezTo>
                      <a:cubicBezTo>
                        <a:pt x="4251" y="382"/>
                        <a:pt x="4251" y="382"/>
                        <a:pt x="4251" y="382"/>
                      </a:cubicBezTo>
                      <a:cubicBezTo>
                        <a:pt x="4251" y="382"/>
                        <a:pt x="4158" y="369"/>
                        <a:pt x="4155" y="375"/>
                      </a:cubicBezTo>
                      <a:cubicBezTo>
                        <a:pt x="4152" y="381"/>
                        <a:pt x="4164" y="400"/>
                        <a:pt x="4149" y="401"/>
                      </a:cubicBezTo>
                      <a:cubicBezTo>
                        <a:pt x="4134" y="402"/>
                        <a:pt x="4114" y="398"/>
                        <a:pt x="4114" y="398"/>
                      </a:cubicBezTo>
                      <a:cubicBezTo>
                        <a:pt x="4126" y="390"/>
                        <a:pt x="4126" y="390"/>
                        <a:pt x="4126" y="390"/>
                      </a:cubicBezTo>
                      <a:cubicBezTo>
                        <a:pt x="4116" y="380"/>
                        <a:pt x="4116" y="380"/>
                        <a:pt x="4116" y="380"/>
                      </a:cubicBezTo>
                      <a:cubicBezTo>
                        <a:pt x="4116" y="380"/>
                        <a:pt x="4110" y="380"/>
                        <a:pt x="4096" y="382"/>
                      </a:cubicBezTo>
                      <a:cubicBezTo>
                        <a:pt x="4082" y="384"/>
                        <a:pt x="4068" y="379"/>
                        <a:pt x="4068" y="379"/>
                      </a:cubicBezTo>
                      <a:cubicBezTo>
                        <a:pt x="4079" y="374"/>
                        <a:pt x="4079" y="374"/>
                        <a:pt x="4079" y="374"/>
                      </a:cubicBezTo>
                      <a:cubicBezTo>
                        <a:pt x="4109" y="371"/>
                        <a:pt x="4109" y="371"/>
                        <a:pt x="4109" y="371"/>
                      </a:cubicBezTo>
                      <a:cubicBezTo>
                        <a:pt x="4147" y="394"/>
                        <a:pt x="4147" y="394"/>
                        <a:pt x="4147" y="394"/>
                      </a:cubicBezTo>
                      <a:cubicBezTo>
                        <a:pt x="4149" y="375"/>
                        <a:pt x="4149" y="375"/>
                        <a:pt x="4149" y="375"/>
                      </a:cubicBezTo>
                      <a:cubicBezTo>
                        <a:pt x="4110" y="362"/>
                        <a:pt x="4110" y="362"/>
                        <a:pt x="4110" y="362"/>
                      </a:cubicBezTo>
                      <a:cubicBezTo>
                        <a:pt x="4037" y="366"/>
                        <a:pt x="4037" y="366"/>
                        <a:pt x="4037" y="366"/>
                      </a:cubicBezTo>
                      <a:cubicBezTo>
                        <a:pt x="4036" y="357"/>
                        <a:pt x="4036" y="357"/>
                        <a:pt x="4036" y="357"/>
                      </a:cubicBezTo>
                      <a:cubicBezTo>
                        <a:pt x="3955" y="362"/>
                        <a:pt x="3955" y="362"/>
                        <a:pt x="3955" y="362"/>
                      </a:cubicBezTo>
                      <a:cubicBezTo>
                        <a:pt x="3924" y="349"/>
                        <a:pt x="3924" y="349"/>
                        <a:pt x="3924" y="349"/>
                      </a:cubicBezTo>
                      <a:cubicBezTo>
                        <a:pt x="3911" y="349"/>
                        <a:pt x="3911" y="349"/>
                        <a:pt x="3911" y="349"/>
                      </a:cubicBezTo>
                      <a:cubicBezTo>
                        <a:pt x="3936" y="365"/>
                        <a:pt x="3936" y="365"/>
                        <a:pt x="3936" y="365"/>
                      </a:cubicBezTo>
                      <a:cubicBezTo>
                        <a:pt x="3936" y="365"/>
                        <a:pt x="3884" y="364"/>
                        <a:pt x="3892" y="372"/>
                      </a:cubicBezTo>
                      <a:cubicBezTo>
                        <a:pt x="3900" y="380"/>
                        <a:pt x="3910" y="385"/>
                        <a:pt x="3910" y="385"/>
                      </a:cubicBezTo>
                      <a:cubicBezTo>
                        <a:pt x="3931" y="383"/>
                        <a:pt x="3931" y="383"/>
                        <a:pt x="3931" y="383"/>
                      </a:cubicBezTo>
                      <a:cubicBezTo>
                        <a:pt x="3931" y="388"/>
                        <a:pt x="3931" y="388"/>
                        <a:pt x="3931" y="388"/>
                      </a:cubicBezTo>
                      <a:cubicBezTo>
                        <a:pt x="3970" y="414"/>
                        <a:pt x="3970" y="414"/>
                        <a:pt x="3970" y="414"/>
                      </a:cubicBezTo>
                      <a:cubicBezTo>
                        <a:pt x="3970" y="414"/>
                        <a:pt x="3964" y="415"/>
                        <a:pt x="3949" y="414"/>
                      </a:cubicBezTo>
                      <a:cubicBezTo>
                        <a:pt x="3934" y="413"/>
                        <a:pt x="3914" y="398"/>
                        <a:pt x="3909" y="403"/>
                      </a:cubicBezTo>
                      <a:cubicBezTo>
                        <a:pt x="3904" y="408"/>
                        <a:pt x="3900" y="411"/>
                        <a:pt x="3900" y="411"/>
                      </a:cubicBezTo>
                      <a:cubicBezTo>
                        <a:pt x="3917" y="425"/>
                        <a:pt x="3917" y="425"/>
                        <a:pt x="3917" y="425"/>
                      </a:cubicBezTo>
                      <a:cubicBezTo>
                        <a:pt x="3881" y="420"/>
                        <a:pt x="3881" y="420"/>
                        <a:pt x="3881" y="420"/>
                      </a:cubicBezTo>
                      <a:cubicBezTo>
                        <a:pt x="3881" y="420"/>
                        <a:pt x="3832" y="404"/>
                        <a:pt x="3824" y="405"/>
                      </a:cubicBezTo>
                      <a:cubicBezTo>
                        <a:pt x="3816" y="406"/>
                        <a:pt x="3788" y="418"/>
                        <a:pt x="3788" y="418"/>
                      </a:cubicBezTo>
                      <a:cubicBezTo>
                        <a:pt x="3743" y="414"/>
                        <a:pt x="3743" y="414"/>
                        <a:pt x="3743" y="414"/>
                      </a:cubicBezTo>
                      <a:cubicBezTo>
                        <a:pt x="3743" y="414"/>
                        <a:pt x="3705" y="396"/>
                        <a:pt x="3702" y="392"/>
                      </a:cubicBezTo>
                      <a:cubicBezTo>
                        <a:pt x="3699" y="388"/>
                        <a:pt x="3692" y="398"/>
                        <a:pt x="3695" y="406"/>
                      </a:cubicBezTo>
                      <a:cubicBezTo>
                        <a:pt x="3698" y="414"/>
                        <a:pt x="3725" y="442"/>
                        <a:pt x="3709" y="443"/>
                      </a:cubicBezTo>
                      <a:cubicBezTo>
                        <a:pt x="3693" y="444"/>
                        <a:pt x="3614" y="415"/>
                        <a:pt x="3611" y="413"/>
                      </a:cubicBezTo>
                      <a:cubicBezTo>
                        <a:pt x="3608" y="411"/>
                        <a:pt x="3589" y="394"/>
                        <a:pt x="3589" y="394"/>
                      </a:cubicBezTo>
                      <a:cubicBezTo>
                        <a:pt x="3587" y="404"/>
                        <a:pt x="3587" y="404"/>
                        <a:pt x="3587" y="404"/>
                      </a:cubicBezTo>
                      <a:cubicBezTo>
                        <a:pt x="3550" y="393"/>
                        <a:pt x="3550" y="393"/>
                        <a:pt x="3550" y="393"/>
                      </a:cubicBezTo>
                      <a:cubicBezTo>
                        <a:pt x="3533" y="381"/>
                        <a:pt x="3533" y="381"/>
                        <a:pt x="3533" y="381"/>
                      </a:cubicBezTo>
                      <a:cubicBezTo>
                        <a:pt x="3533" y="381"/>
                        <a:pt x="3571" y="391"/>
                        <a:pt x="3577" y="386"/>
                      </a:cubicBezTo>
                      <a:cubicBezTo>
                        <a:pt x="3583" y="381"/>
                        <a:pt x="3554" y="367"/>
                        <a:pt x="3554" y="367"/>
                      </a:cubicBezTo>
                      <a:cubicBezTo>
                        <a:pt x="3531" y="367"/>
                        <a:pt x="3531" y="367"/>
                        <a:pt x="3531" y="367"/>
                      </a:cubicBezTo>
                      <a:cubicBezTo>
                        <a:pt x="3531" y="367"/>
                        <a:pt x="3542" y="361"/>
                        <a:pt x="3535" y="356"/>
                      </a:cubicBezTo>
                      <a:cubicBezTo>
                        <a:pt x="3528" y="351"/>
                        <a:pt x="3508" y="351"/>
                        <a:pt x="3508" y="351"/>
                      </a:cubicBezTo>
                      <a:cubicBezTo>
                        <a:pt x="3516" y="342"/>
                        <a:pt x="3516" y="342"/>
                        <a:pt x="3516" y="342"/>
                      </a:cubicBezTo>
                      <a:cubicBezTo>
                        <a:pt x="3516" y="342"/>
                        <a:pt x="3484" y="333"/>
                        <a:pt x="3480" y="333"/>
                      </a:cubicBezTo>
                      <a:cubicBezTo>
                        <a:pt x="3476" y="333"/>
                        <a:pt x="3461" y="323"/>
                        <a:pt x="3461" y="323"/>
                      </a:cubicBezTo>
                      <a:cubicBezTo>
                        <a:pt x="3430" y="323"/>
                        <a:pt x="3430" y="323"/>
                        <a:pt x="3430" y="323"/>
                      </a:cubicBezTo>
                      <a:cubicBezTo>
                        <a:pt x="3430" y="323"/>
                        <a:pt x="3439" y="326"/>
                        <a:pt x="3416" y="327"/>
                      </a:cubicBezTo>
                      <a:cubicBezTo>
                        <a:pt x="3393" y="328"/>
                        <a:pt x="3378" y="320"/>
                        <a:pt x="3378" y="320"/>
                      </a:cubicBezTo>
                      <a:cubicBezTo>
                        <a:pt x="3364" y="326"/>
                        <a:pt x="3364" y="326"/>
                        <a:pt x="3364" y="326"/>
                      </a:cubicBezTo>
                      <a:cubicBezTo>
                        <a:pt x="3362" y="317"/>
                        <a:pt x="3362" y="317"/>
                        <a:pt x="3362" y="317"/>
                      </a:cubicBezTo>
                      <a:cubicBezTo>
                        <a:pt x="3330" y="311"/>
                        <a:pt x="3330" y="311"/>
                        <a:pt x="3330" y="311"/>
                      </a:cubicBezTo>
                      <a:cubicBezTo>
                        <a:pt x="3323" y="305"/>
                        <a:pt x="3323" y="305"/>
                        <a:pt x="3323" y="305"/>
                      </a:cubicBezTo>
                      <a:cubicBezTo>
                        <a:pt x="3318" y="318"/>
                        <a:pt x="3318" y="318"/>
                        <a:pt x="3318" y="318"/>
                      </a:cubicBezTo>
                      <a:cubicBezTo>
                        <a:pt x="3309" y="319"/>
                        <a:pt x="3309" y="319"/>
                        <a:pt x="3309" y="319"/>
                      </a:cubicBezTo>
                      <a:cubicBezTo>
                        <a:pt x="3327" y="334"/>
                        <a:pt x="3327" y="334"/>
                        <a:pt x="3327" y="334"/>
                      </a:cubicBezTo>
                      <a:cubicBezTo>
                        <a:pt x="3344" y="354"/>
                        <a:pt x="3344" y="354"/>
                        <a:pt x="3344" y="354"/>
                      </a:cubicBezTo>
                      <a:cubicBezTo>
                        <a:pt x="3310" y="350"/>
                        <a:pt x="3310" y="350"/>
                        <a:pt x="3310" y="350"/>
                      </a:cubicBezTo>
                      <a:cubicBezTo>
                        <a:pt x="3306" y="344"/>
                        <a:pt x="3306" y="344"/>
                        <a:pt x="3306" y="344"/>
                      </a:cubicBezTo>
                      <a:cubicBezTo>
                        <a:pt x="3262" y="347"/>
                        <a:pt x="3262" y="347"/>
                        <a:pt x="3262" y="347"/>
                      </a:cubicBezTo>
                      <a:cubicBezTo>
                        <a:pt x="3251" y="351"/>
                        <a:pt x="3251" y="351"/>
                        <a:pt x="3251" y="351"/>
                      </a:cubicBezTo>
                      <a:cubicBezTo>
                        <a:pt x="3250" y="343"/>
                        <a:pt x="3250" y="343"/>
                        <a:pt x="3250" y="343"/>
                      </a:cubicBezTo>
                      <a:cubicBezTo>
                        <a:pt x="3221" y="349"/>
                        <a:pt x="3221" y="349"/>
                        <a:pt x="3221" y="349"/>
                      </a:cubicBezTo>
                      <a:cubicBezTo>
                        <a:pt x="3216" y="341"/>
                        <a:pt x="3216" y="341"/>
                        <a:pt x="3216" y="341"/>
                      </a:cubicBezTo>
                      <a:cubicBezTo>
                        <a:pt x="3178" y="342"/>
                        <a:pt x="3178" y="342"/>
                        <a:pt x="3178" y="342"/>
                      </a:cubicBezTo>
                      <a:cubicBezTo>
                        <a:pt x="3156" y="335"/>
                        <a:pt x="3156" y="335"/>
                        <a:pt x="3156" y="335"/>
                      </a:cubicBezTo>
                      <a:cubicBezTo>
                        <a:pt x="3167" y="321"/>
                        <a:pt x="3167" y="321"/>
                        <a:pt x="3167" y="321"/>
                      </a:cubicBezTo>
                      <a:cubicBezTo>
                        <a:pt x="3082" y="320"/>
                        <a:pt x="3082" y="320"/>
                        <a:pt x="3082" y="320"/>
                      </a:cubicBezTo>
                      <a:cubicBezTo>
                        <a:pt x="3077" y="314"/>
                        <a:pt x="3077" y="314"/>
                        <a:pt x="3077" y="314"/>
                      </a:cubicBezTo>
                      <a:cubicBezTo>
                        <a:pt x="3071" y="317"/>
                        <a:pt x="3071" y="317"/>
                        <a:pt x="3071" y="317"/>
                      </a:cubicBezTo>
                      <a:cubicBezTo>
                        <a:pt x="3065" y="313"/>
                        <a:pt x="3065" y="313"/>
                        <a:pt x="3065" y="313"/>
                      </a:cubicBezTo>
                      <a:cubicBezTo>
                        <a:pt x="3030" y="315"/>
                        <a:pt x="3030" y="315"/>
                        <a:pt x="3030" y="315"/>
                      </a:cubicBezTo>
                      <a:cubicBezTo>
                        <a:pt x="3034" y="323"/>
                        <a:pt x="3034" y="323"/>
                        <a:pt x="3034" y="323"/>
                      </a:cubicBezTo>
                      <a:cubicBezTo>
                        <a:pt x="2997" y="319"/>
                        <a:pt x="2997" y="319"/>
                        <a:pt x="2997" y="319"/>
                      </a:cubicBezTo>
                      <a:cubicBezTo>
                        <a:pt x="2987" y="324"/>
                        <a:pt x="2987" y="324"/>
                        <a:pt x="2987" y="324"/>
                      </a:cubicBezTo>
                      <a:cubicBezTo>
                        <a:pt x="3008" y="331"/>
                        <a:pt x="3008" y="331"/>
                        <a:pt x="3008" y="331"/>
                      </a:cubicBezTo>
                      <a:cubicBezTo>
                        <a:pt x="2981" y="330"/>
                        <a:pt x="2981" y="330"/>
                        <a:pt x="2981" y="330"/>
                      </a:cubicBezTo>
                      <a:cubicBezTo>
                        <a:pt x="2978" y="318"/>
                        <a:pt x="2978" y="318"/>
                        <a:pt x="2978" y="318"/>
                      </a:cubicBezTo>
                      <a:cubicBezTo>
                        <a:pt x="2961" y="303"/>
                        <a:pt x="2961" y="303"/>
                        <a:pt x="2961" y="303"/>
                      </a:cubicBezTo>
                      <a:cubicBezTo>
                        <a:pt x="2947" y="303"/>
                        <a:pt x="2947" y="303"/>
                        <a:pt x="2947" y="303"/>
                      </a:cubicBezTo>
                      <a:cubicBezTo>
                        <a:pt x="2954" y="318"/>
                        <a:pt x="2954" y="318"/>
                        <a:pt x="2954" y="318"/>
                      </a:cubicBezTo>
                      <a:cubicBezTo>
                        <a:pt x="2919" y="318"/>
                        <a:pt x="2919" y="318"/>
                        <a:pt x="2919" y="318"/>
                      </a:cubicBezTo>
                      <a:cubicBezTo>
                        <a:pt x="2915" y="313"/>
                        <a:pt x="2915" y="313"/>
                        <a:pt x="2915" y="313"/>
                      </a:cubicBezTo>
                      <a:cubicBezTo>
                        <a:pt x="2906" y="313"/>
                        <a:pt x="2906" y="313"/>
                        <a:pt x="2906" y="313"/>
                      </a:cubicBezTo>
                      <a:cubicBezTo>
                        <a:pt x="2902" y="303"/>
                        <a:pt x="2902" y="303"/>
                        <a:pt x="2902" y="303"/>
                      </a:cubicBezTo>
                      <a:cubicBezTo>
                        <a:pt x="2893" y="303"/>
                        <a:pt x="2893" y="303"/>
                        <a:pt x="2893" y="303"/>
                      </a:cubicBezTo>
                      <a:cubicBezTo>
                        <a:pt x="2882" y="306"/>
                        <a:pt x="2882" y="306"/>
                        <a:pt x="2882" y="306"/>
                      </a:cubicBezTo>
                      <a:cubicBezTo>
                        <a:pt x="2866" y="298"/>
                        <a:pt x="2866" y="298"/>
                        <a:pt x="2866" y="298"/>
                      </a:cubicBezTo>
                      <a:cubicBezTo>
                        <a:pt x="2846" y="312"/>
                        <a:pt x="2846" y="312"/>
                        <a:pt x="2846" y="312"/>
                      </a:cubicBezTo>
                      <a:cubicBezTo>
                        <a:pt x="2882" y="316"/>
                        <a:pt x="2882" y="316"/>
                        <a:pt x="2882" y="316"/>
                      </a:cubicBezTo>
                      <a:cubicBezTo>
                        <a:pt x="2890" y="317"/>
                        <a:pt x="2890" y="317"/>
                        <a:pt x="2890" y="317"/>
                      </a:cubicBezTo>
                      <a:cubicBezTo>
                        <a:pt x="2890" y="317"/>
                        <a:pt x="2877" y="328"/>
                        <a:pt x="2870" y="328"/>
                      </a:cubicBezTo>
                      <a:cubicBezTo>
                        <a:pt x="2863" y="328"/>
                        <a:pt x="2858" y="327"/>
                        <a:pt x="2852" y="329"/>
                      </a:cubicBezTo>
                      <a:cubicBezTo>
                        <a:pt x="2846" y="331"/>
                        <a:pt x="2844" y="337"/>
                        <a:pt x="2839" y="337"/>
                      </a:cubicBezTo>
                      <a:cubicBezTo>
                        <a:pt x="2834" y="337"/>
                        <a:pt x="2790" y="338"/>
                        <a:pt x="2790" y="338"/>
                      </a:cubicBezTo>
                      <a:cubicBezTo>
                        <a:pt x="2768" y="341"/>
                        <a:pt x="2768" y="341"/>
                        <a:pt x="2768" y="341"/>
                      </a:cubicBezTo>
                      <a:cubicBezTo>
                        <a:pt x="2758" y="358"/>
                        <a:pt x="2758" y="358"/>
                        <a:pt x="2758" y="358"/>
                      </a:cubicBezTo>
                      <a:cubicBezTo>
                        <a:pt x="2742" y="354"/>
                        <a:pt x="2742" y="354"/>
                        <a:pt x="2742" y="354"/>
                      </a:cubicBezTo>
                      <a:cubicBezTo>
                        <a:pt x="2742" y="354"/>
                        <a:pt x="2745" y="338"/>
                        <a:pt x="2753" y="334"/>
                      </a:cubicBezTo>
                      <a:cubicBezTo>
                        <a:pt x="2761" y="330"/>
                        <a:pt x="2773" y="330"/>
                        <a:pt x="2773" y="330"/>
                      </a:cubicBezTo>
                      <a:cubicBezTo>
                        <a:pt x="2778" y="319"/>
                        <a:pt x="2778" y="319"/>
                        <a:pt x="2778" y="319"/>
                      </a:cubicBezTo>
                      <a:cubicBezTo>
                        <a:pt x="2806" y="316"/>
                        <a:pt x="2806" y="316"/>
                        <a:pt x="2806" y="316"/>
                      </a:cubicBezTo>
                      <a:cubicBezTo>
                        <a:pt x="2836" y="294"/>
                        <a:pt x="2836" y="294"/>
                        <a:pt x="2836" y="294"/>
                      </a:cubicBezTo>
                      <a:cubicBezTo>
                        <a:pt x="2836" y="294"/>
                        <a:pt x="2835" y="281"/>
                        <a:pt x="2847" y="276"/>
                      </a:cubicBezTo>
                      <a:cubicBezTo>
                        <a:pt x="2859" y="271"/>
                        <a:pt x="2908" y="272"/>
                        <a:pt x="2906" y="254"/>
                      </a:cubicBezTo>
                      <a:cubicBezTo>
                        <a:pt x="2904" y="236"/>
                        <a:pt x="2889" y="232"/>
                        <a:pt x="2889" y="232"/>
                      </a:cubicBezTo>
                      <a:cubicBezTo>
                        <a:pt x="2862" y="234"/>
                        <a:pt x="2862" y="234"/>
                        <a:pt x="2862" y="234"/>
                      </a:cubicBezTo>
                      <a:cubicBezTo>
                        <a:pt x="2885" y="224"/>
                        <a:pt x="2885" y="224"/>
                        <a:pt x="2885" y="224"/>
                      </a:cubicBezTo>
                      <a:cubicBezTo>
                        <a:pt x="2885" y="224"/>
                        <a:pt x="2865" y="209"/>
                        <a:pt x="2860" y="210"/>
                      </a:cubicBezTo>
                      <a:cubicBezTo>
                        <a:pt x="2855" y="211"/>
                        <a:pt x="2838" y="212"/>
                        <a:pt x="2838" y="212"/>
                      </a:cubicBezTo>
                      <a:cubicBezTo>
                        <a:pt x="2838" y="212"/>
                        <a:pt x="2832" y="196"/>
                        <a:pt x="2819" y="196"/>
                      </a:cubicBezTo>
                      <a:cubicBezTo>
                        <a:pt x="2806" y="196"/>
                        <a:pt x="2792" y="201"/>
                        <a:pt x="2792" y="201"/>
                      </a:cubicBezTo>
                      <a:cubicBezTo>
                        <a:pt x="2756" y="192"/>
                        <a:pt x="2756" y="192"/>
                        <a:pt x="2756" y="192"/>
                      </a:cubicBezTo>
                      <a:cubicBezTo>
                        <a:pt x="2662" y="189"/>
                        <a:pt x="2662" y="189"/>
                        <a:pt x="2662" y="189"/>
                      </a:cubicBezTo>
                      <a:cubicBezTo>
                        <a:pt x="2665" y="201"/>
                        <a:pt x="2665" y="201"/>
                        <a:pt x="2665" y="201"/>
                      </a:cubicBezTo>
                      <a:cubicBezTo>
                        <a:pt x="2620" y="201"/>
                        <a:pt x="2620" y="201"/>
                        <a:pt x="2620" y="201"/>
                      </a:cubicBezTo>
                      <a:cubicBezTo>
                        <a:pt x="2620" y="201"/>
                        <a:pt x="2639" y="184"/>
                        <a:pt x="2627" y="179"/>
                      </a:cubicBezTo>
                      <a:cubicBezTo>
                        <a:pt x="2615" y="174"/>
                        <a:pt x="2564" y="180"/>
                        <a:pt x="2564" y="180"/>
                      </a:cubicBezTo>
                      <a:cubicBezTo>
                        <a:pt x="2523" y="176"/>
                        <a:pt x="2523" y="176"/>
                        <a:pt x="2523" y="176"/>
                      </a:cubicBezTo>
                      <a:cubicBezTo>
                        <a:pt x="2523" y="176"/>
                        <a:pt x="2570" y="174"/>
                        <a:pt x="2564" y="165"/>
                      </a:cubicBezTo>
                      <a:cubicBezTo>
                        <a:pt x="2558" y="156"/>
                        <a:pt x="2511" y="155"/>
                        <a:pt x="2511" y="155"/>
                      </a:cubicBezTo>
                      <a:cubicBezTo>
                        <a:pt x="2483" y="151"/>
                        <a:pt x="2483" y="151"/>
                        <a:pt x="2483" y="151"/>
                      </a:cubicBezTo>
                      <a:cubicBezTo>
                        <a:pt x="2480" y="161"/>
                        <a:pt x="2480" y="161"/>
                        <a:pt x="2480" y="161"/>
                      </a:cubicBezTo>
                      <a:cubicBezTo>
                        <a:pt x="2480" y="161"/>
                        <a:pt x="2431" y="159"/>
                        <a:pt x="2435" y="173"/>
                      </a:cubicBezTo>
                      <a:cubicBezTo>
                        <a:pt x="2439" y="187"/>
                        <a:pt x="2485" y="202"/>
                        <a:pt x="2485" y="202"/>
                      </a:cubicBezTo>
                      <a:cubicBezTo>
                        <a:pt x="2389" y="196"/>
                        <a:pt x="2389" y="196"/>
                        <a:pt x="2389" y="196"/>
                      </a:cubicBezTo>
                      <a:cubicBezTo>
                        <a:pt x="2423" y="210"/>
                        <a:pt x="2423" y="210"/>
                        <a:pt x="2423" y="210"/>
                      </a:cubicBezTo>
                      <a:cubicBezTo>
                        <a:pt x="2388" y="215"/>
                        <a:pt x="2388" y="215"/>
                        <a:pt x="2388" y="215"/>
                      </a:cubicBezTo>
                      <a:cubicBezTo>
                        <a:pt x="2388" y="215"/>
                        <a:pt x="2331" y="233"/>
                        <a:pt x="2321" y="227"/>
                      </a:cubicBezTo>
                      <a:cubicBezTo>
                        <a:pt x="2311" y="221"/>
                        <a:pt x="2326" y="209"/>
                        <a:pt x="2326" y="209"/>
                      </a:cubicBezTo>
                      <a:cubicBezTo>
                        <a:pt x="2326" y="209"/>
                        <a:pt x="2278" y="209"/>
                        <a:pt x="2269" y="211"/>
                      </a:cubicBezTo>
                      <a:cubicBezTo>
                        <a:pt x="2260" y="213"/>
                        <a:pt x="2246" y="225"/>
                        <a:pt x="2246" y="225"/>
                      </a:cubicBezTo>
                      <a:cubicBezTo>
                        <a:pt x="2246" y="225"/>
                        <a:pt x="2183" y="230"/>
                        <a:pt x="2168" y="233"/>
                      </a:cubicBezTo>
                      <a:cubicBezTo>
                        <a:pt x="2153" y="236"/>
                        <a:pt x="2120" y="243"/>
                        <a:pt x="2120" y="243"/>
                      </a:cubicBezTo>
                      <a:cubicBezTo>
                        <a:pt x="2091" y="266"/>
                        <a:pt x="2091" y="266"/>
                        <a:pt x="2091" y="266"/>
                      </a:cubicBezTo>
                      <a:cubicBezTo>
                        <a:pt x="2091" y="266"/>
                        <a:pt x="2059" y="264"/>
                        <a:pt x="2073" y="278"/>
                      </a:cubicBezTo>
                      <a:cubicBezTo>
                        <a:pt x="2087" y="292"/>
                        <a:pt x="2112" y="302"/>
                        <a:pt x="2112" y="302"/>
                      </a:cubicBezTo>
                      <a:cubicBezTo>
                        <a:pt x="2082" y="308"/>
                        <a:pt x="2082" y="308"/>
                        <a:pt x="2082" y="308"/>
                      </a:cubicBezTo>
                      <a:cubicBezTo>
                        <a:pt x="2068" y="317"/>
                        <a:pt x="2068" y="317"/>
                        <a:pt x="2068" y="317"/>
                      </a:cubicBezTo>
                      <a:cubicBezTo>
                        <a:pt x="2001" y="315"/>
                        <a:pt x="2001" y="315"/>
                        <a:pt x="2001" y="315"/>
                      </a:cubicBezTo>
                      <a:cubicBezTo>
                        <a:pt x="1996" y="320"/>
                        <a:pt x="1996" y="320"/>
                        <a:pt x="1996" y="320"/>
                      </a:cubicBezTo>
                      <a:cubicBezTo>
                        <a:pt x="1971" y="311"/>
                        <a:pt x="1971" y="311"/>
                        <a:pt x="1971" y="311"/>
                      </a:cubicBezTo>
                      <a:cubicBezTo>
                        <a:pt x="1960" y="318"/>
                        <a:pt x="1960" y="318"/>
                        <a:pt x="1960" y="318"/>
                      </a:cubicBezTo>
                      <a:cubicBezTo>
                        <a:pt x="1960" y="318"/>
                        <a:pt x="1922" y="314"/>
                        <a:pt x="1920" y="322"/>
                      </a:cubicBezTo>
                      <a:cubicBezTo>
                        <a:pt x="1918" y="330"/>
                        <a:pt x="1919" y="345"/>
                        <a:pt x="1930" y="347"/>
                      </a:cubicBezTo>
                      <a:cubicBezTo>
                        <a:pt x="1941" y="349"/>
                        <a:pt x="1947" y="365"/>
                        <a:pt x="1947" y="365"/>
                      </a:cubicBezTo>
                      <a:cubicBezTo>
                        <a:pt x="1947" y="365"/>
                        <a:pt x="1982" y="375"/>
                        <a:pt x="1991" y="375"/>
                      </a:cubicBezTo>
                      <a:cubicBezTo>
                        <a:pt x="2000" y="375"/>
                        <a:pt x="2019" y="380"/>
                        <a:pt x="2026" y="383"/>
                      </a:cubicBezTo>
                      <a:cubicBezTo>
                        <a:pt x="2033" y="386"/>
                        <a:pt x="2049" y="402"/>
                        <a:pt x="2038" y="402"/>
                      </a:cubicBezTo>
                      <a:cubicBezTo>
                        <a:pt x="2027" y="402"/>
                        <a:pt x="2003" y="404"/>
                        <a:pt x="2003" y="404"/>
                      </a:cubicBezTo>
                      <a:cubicBezTo>
                        <a:pt x="2003" y="404"/>
                        <a:pt x="1957" y="384"/>
                        <a:pt x="1941" y="380"/>
                      </a:cubicBezTo>
                      <a:cubicBezTo>
                        <a:pt x="1925" y="376"/>
                        <a:pt x="1901" y="373"/>
                        <a:pt x="1893" y="373"/>
                      </a:cubicBezTo>
                      <a:cubicBezTo>
                        <a:pt x="1885" y="373"/>
                        <a:pt x="1864" y="371"/>
                        <a:pt x="1866" y="379"/>
                      </a:cubicBezTo>
                      <a:cubicBezTo>
                        <a:pt x="1868" y="387"/>
                        <a:pt x="1894" y="397"/>
                        <a:pt x="1877" y="398"/>
                      </a:cubicBezTo>
                      <a:cubicBezTo>
                        <a:pt x="1860" y="399"/>
                        <a:pt x="1854" y="387"/>
                        <a:pt x="1844" y="387"/>
                      </a:cubicBezTo>
                      <a:cubicBezTo>
                        <a:pt x="1834" y="387"/>
                        <a:pt x="1820" y="377"/>
                        <a:pt x="1819" y="390"/>
                      </a:cubicBezTo>
                      <a:cubicBezTo>
                        <a:pt x="1818" y="403"/>
                        <a:pt x="1832" y="416"/>
                        <a:pt x="1847" y="415"/>
                      </a:cubicBezTo>
                      <a:cubicBezTo>
                        <a:pt x="1862" y="414"/>
                        <a:pt x="1885" y="421"/>
                        <a:pt x="1895" y="421"/>
                      </a:cubicBezTo>
                      <a:cubicBezTo>
                        <a:pt x="1905" y="421"/>
                        <a:pt x="1921" y="437"/>
                        <a:pt x="1921" y="437"/>
                      </a:cubicBezTo>
                      <a:cubicBezTo>
                        <a:pt x="1900" y="437"/>
                        <a:pt x="1900" y="437"/>
                        <a:pt x="1900" y="437"/>
                      </a:cubicBezTo>
                      <a:cubicBezTo>
                        <a:pt x="1900" y="437"/>
                        <a:pt x="1894" y="427"/>
                        <a:pt x="1880" y="427"/>
                      </a:cubicBezTo>
                      <a:cubicBezTo>
                        <a:pt x="1866" y="427"/>
                        <a:pt x="1823" y="425"/>
                        <a:pt x="1823" y="425"/>
                      </a:cubicBezTo>
                      <a:cubicBezTo>
                        <a:pt x="1820" y="417"/>
                        <a:pt x="1820" y="417"/>
                        <a:pt x="1820" y="417"/>
                      </a:cubicBezTo>
                      <a:cubicBezTo>
                        <a:pt x="1803" y="417"/>
                        <a:pt x="1803" y="417"/>
                        <a:pt x="1803" y="417"/>
                      </a:cubicBezTo>
                      <a:cubicBezTo>
                        <a:pt x="1800" y="406"/>
                        <a:pt x="1800" y="406"/>
                        <a:pt x="1800" y="406"/>
                      </a:cubicBezTo>
                      <a:cubicBezTo>
                        <a:pt x="1778" y="395"/>
                        <a:pt x="1778" y="395"/>
                        <a:pt x="1778" y="395"/>
                      </a:cubicBezTo>
                      <a:cubicBezTo>
                        <a:pt x="1778" y="395"/>
                        <a:pt x="1803" y="383"/>
                        <a:pt x="1793" y="374"/>
                      </a:cubicBezTo>
                      <a:cubicBezTo>
                        <a:pt x="1783" y="365"/>
                        <a:pt x="1769" y="354"/>
                        <a:pt x="1769" y="354"/>
                      </a:cubicBezTo>
                      <a:cubicBezTo>
                        <a:pt x="1748" y="353"/>
                        <a:pt x="1748" y="353"/>
                        <a:pt x="1748" y="353"/>
                      </a:cubicBezTo>
                      <a:cubicBezTo>
                        <a:pt x="1748" y="353"/>
                        <a:pt x="1778" y="370"/>
                        <a:pt x="1769" y="378"/>
                      </a:cubicBezTo>
                      <a:cubicBezTo>
                        <a:pt x="1760" y="386"/>
                        <a:pt x="1740" y="389"/>
                        <a:pt x="1740" y="389"/>
                      </a:cubicBezTo>
                      <a:cubicBezTo>
                        <a:pt x="1727" y="416"/>
                        <a:pt x="1727" y="416"/>
                        <a:pt x="1727" y="416"/>
                      </a:cubicBezTo>
                      <a:cubicBezTo>
                        <a:pt x="1776" y="441"/>
                        <a:pt x="1776" y="441"/>
                        <a:pt x="1776" y="441"/>
                      </a:cubicBezTo>
                      <a:cubicBezTo>
                        <a:pt x="1776" y="441"/>
                        <a:pt x="1789" y="436"/>
                        <a:pt x="1789" y="442"/>
                      </a:cubicBezTo>
                      <a:cubicBezTo>
                        <a:pt x="1789" y="448"/>
                        <a:pt x="1782" y="479"/>
                        <a:pt x="1782" y="479"/>
                      </a:cubicBezTo>
                      <a:cubicBezTo>
                        <a:pt x="1789" y="492"/>
                        <a:pt x="1789" y="492"/>
                        <a:pt x="1789" y="492"/>
                      </a:cubicBezTo>
                      <a:cubicBezTo>
                        <a:pt x="1813" y="496"/>
                        <a:pt x="1813" y="496"/>
                        <a:pt x="1813" y="496"/>
                      </a:cubicBezTo>
                      <a:cubicBezTo>
                        <a:pt x="1812" y="514"/>
                        <a:pt x="1812" y="514"/>
                        <a:pt x="1812" y="514"/>
                      </a:cubicBezTo>
                      <a:cubicBezTo>
                        <a:pt x="1852" y="522"/>
                        <a:pt x="1852" y="522"/>
                        <a:pt x="1852" y="522"/>
                      </a:cubicBezTo>
                      <a:cubicBezTo>
                        <a:pt x="1852" y="522"/>
                        <a:pt x="1882" y="510"/>
                        <a:pt x="1896" y="511"/>
                      </a:cubicBezTo>
                      <a:cubicBezTo>
                        <a:pt x="1910" y="512"/>
                        <a:pt x="1928" y="524"/>
                        <a:pt x="1928" y="524"/>
                      </a:cubicBezTo>
                      <a:cubicBezTo>
                        <a:pt x="1928" y="524"/>
                        <a:pt x="1957" y="528"/>
                        <a:pt x="1970" y="537"/>
                      </a:cubicBezTo>
                      <a:cubicBezTo>
                        <a:pt x="1983" y="546"/>
                        <a:pt x="1986" y="557"/>
                        <a:pt x="1986" y="557"/>
                      </a:cubicBezTo>
                      <a:cubicBezTo>
                        <a:pt x="1986" y="557"/>
                        <a:pt x="1953" y="561"/>
                        <a:pt x="1966" y="569"/>
                      </a:cubicBezTo>
                      <a:cubicBezTo>
                        <a:pt x="1979" y="577"/>
                        <a:pt x="1993" y="584"/>
                        <a:pt x="1993" y="584"/>
                      </a:cubicBezTo>
                      <a:cubicBezTo>
                        <a:pt x="2021" y="583"/>
                        <a:pt x="2021" y="583"/>
                        <a:pt x="2021" y="583"/>
                      </a:cubicBezTo>
                      <a:cubicBezTo>
                        <a:pt x="2021" y="583"/>
                        <a:pt x="2005" y="591"/>
                        <a:pt x="1992" y="591"/>
                      </a:cubicBezTo>
                      <a:cubicBezTo>
                        <a:pt x="1979" y="591"/>
                        <a:pt x="1963" y="582"/>
                        <a:pt x="1963" y="582"/>
                      </a:cubicBezTo>
                      <a:cubicBezTo>
                        <a:pt x="1963" y="582"/>
                        <a:pt x="1964" y="559"/>
                        <a:pt x="1949" y="550"/>
                      </a:cubicBezTo>
                      <a:cubicBezTo>
                        <a:pt x="1934" y="541"/>
                        <a:pt x="1922" y="536"/>
                        <a:pt x="1922" y="536"/>
                      </a:cubicBezTo>
                      <a:cubicBezTo>
                        <a:pt x="1922" y="536"/>
                        <a:pt x="1918" y="521"/>
                        <a:pt x="1906" y="522"/>
                      </a:cubicBezTo>
                      <a:cubicBezTo>
                        <a:pt x="1894" y="523"/>
                        <a:pt x="1862" y="529"/>
                        <a:pt x="1862" y="529"/>
                      </a:cubicBezTo>
                      <a:cubicBezTo>
                        <a:pt x="1862" y="529"/>
                        <a:pt x="1844" y="531"/>
                        <a:pt x="1845" y="542"/>
                      </a:cubicBezTo>
                      <a:cubicBezTo>
                        <a:pt x="1846" y="553"/>
                        <a:pt x="1878" y="571"/>
                        <a:pt x="1878" y="575"/>
                      </a:cubicBezTo>
                      <a:cubicBezTo>
                        <a:pt x="1878" y="579"/>
                        <a:pt x="1859" y="591"/>
                        <a:pt x="1859" y="591"/>
                      </a:cubicBezTo>
                      <a:cubicBezTo>
                        <a:pt x="1857" y="620"/>
                        <a:pt x="1857" y="620"/>
                        <a:pt x="1857" y="620"/>
                      </a:cubicBezTo>
                      <a:cubicBezTo>
                        <a:pt x="1829" y="634"/>
                        <a:pt x="1829" y="634"/>
                        <a:pt x="1829" y="634"/>
                      </a:cubicBezTo>
                      <a:cubicBezTo>
                        <a:pt x="1829" y="634"/>
                        <a:pt x="1823" y="655"/>
                        <a:pt x="1810" y="649"/>
                      </a:cubicBezTo>
                      <a:cubicBezTo>
                        <a:pt x="1797" y="643"/>
                        <a:pt x="1771" y="645"/>
                        <a:pt x="1771" y="645"/>
                      </a:cubicBezTo>
                      <a:cubicBezTo>
                        <a:pt x="1733" y="641"/>
                        <a:pt x="1733" y="641"/>
                        <a:pt x="1733" y="641"/>
                      </a:cubicBezTo>
                      <a:cubicBezTo>
                        <a:pt x="1733" y="641"/>
                        <a:pt x="1690" y="626"/>
                        <a:pt x="1701" y="625"/>
                      </a:cubicBezTo>
                      <a:cubicBezTo>
                        <a:pt x="1712" y="624"/>
                        <a:pt x="1735" y="623"/>
                        <a:pt x="1735" y="623"/>
                      </a:cubicBezTo>
                      <a:cubicBezTo>
                        <a:pt x="1748" y="627"/>
                        <a:pt x="1748" y="627"/>
                        <a:pt x="1748" y="627"/>
                      </a:cubicBezTo>
                      <a:cubicBezTo>
                        <a:pt x="1763" y="616"/>
                        <a:pt x="1763" y="616"/>
                        <a:pt x="1763" y="616"/>
                      </a:cubicBezTo>
                      <a:cubicBezTo>
                        <a:pt x="1763" y="616"/>
                        <a:pt x="1801" y="625"/>
                        <a:pt x="1801" y="614"/>
                      </a:cubicBezTo>
                      <a:cubicBezTo>
                        <a:pt x="1801" y="603"/>
                        <a:pt x="1803" y="588"/>
                        <a:pt x="1803" y="588"/>
                      </a:cubicBezTo>
                      <a:cubicBezTo>
                        <a:pt x="1819" y="583"/>
                        <a:pt x="1819" y="583"/>
                        <a:pt x="1819" y="583"/>
                      </a:cubicBezTo>
                      <a:cubicBezTo>
                        <a:pt x="1821" y="569"/>
                        <a:pt x="1821" y="569"/>
                        <a:pt x="1821" y="569"/>
                      </a:cubicBezTo>
                      <a:cubicBezTo>
                        <a:pt x="1810" y="567"/>
                        <a:pt x="1810" y="567"/>
                        <a:pt x="1810" y="567"/>
                      </a:cubicBezTo>
                      <a:cubicBezTo>
                        <a:pt x="1810" y="567"/>
                        <a:pt x="1826" y="547"/>
                        <a:pt x="1816" y="543"/>
                      </a:cubicBezTo>
                      <a:cubicBezTo>
                        <a:pt x="1806" y="539"/>
                        <a:pt x="1763" y="541"/>
                        <a:pt x="1761" y="525"/>
                      </a:cubicBezTo>
                      <a:cubicBezTo>
                        <a:pt x="1759" y="509"/>
                        <a:pt x="1761" y="490"/>
                        <a:pt x="1752" y="485"/>
                      </a:cubicBezTo>
                      <a:cubicBezTo>
                        <a:pt x="1743" y="480"/>
                        <a:pt x="1730" y="464"/>
                        <a:pt x="1730" y="464"/>
                      </a:cubicBezTo>
                      <a:cubicBezTo>
                        <a:pt x="1726" y="440"/>
                        <a:pt x="1726" y="440"/>
                        <a:pt x="1726" y="440"/>
                      </a:cubicBezTo>
                      <a:cubicBezTo>
                        <a:pt x="1684" y="417"/>
                        <a:pt x="1684" y="417"/>
                        <a:pt x="1684" y="417"/>
                      </a:cubicBezTo>
                      <a:cubicBezTo>
                        <a:pt x="1684" y="417"/>
                        <a:pt x="1711" y="396"/>
                        <a:pt x="1697" y="376"/>
                      </a:cubicBezTo>
                      <a:cubicBezTo>
                        <a:pt x="1683" y="356"/>
                        <a:pt x="1651" y="356"/>
                        <a:pt x="1651" y="356"/>
                      </a:cubicBezTo>
                      <a:cubicBezTo>
                        <a:pt x="1562" y="348"/>
                        <a:pt x="1562" y="348"/>
                        <a:pt x="1562" y="348"/>
                      </a:cubicBezTo>
                      <a:cubicBezTo>
                        <a:pt x="1555" y="368"/>
                        <a:pt x="1555" y="368"/>
                        <a:pt x="1555" y="368"/>
                      </a:cubicBezTo>
                      <a:cubicBezTo>
                        <a:pt x="1566" y="379"/>
                        <a:pt x="1566" y="379"/>
                        <a:pt x="1566" y="379"/>
                      </a:cubicBezTo>
                      <a:cubicBezTo>
                        <a:pt x="1561" y="402"/>
                        <a:pt x="1561" y="402"/>
                        <a:pt x="1561" y="402"/>
                      </a:cubicBezTo>
                      <a:cubicBezTo>
                        <a:pt x="1523" y="418"/>
                        <a:pt x="1523" y="418"/>
                        <a:pt x="1523" y="418"/>
                      </a:cubicBezTo>
                      <a:cubicBezTo>
                        <a:pt x="1517" y="437"/>
                        <a:pt x="1517" y="437"/>
                        <a:pt x="1517" y="437"/>
                      </a:cubicBezTo>
                      <a:cubicBezTo>
                        <a:pt x="1538" y="439"/>
                        <a:pt x="1538" y="439"/>
                        <a:pt x="1538" y="439"/>
                      </a:cubicBezTo>
                      <a:cubicBezTo>
                        <a:pt x="1561" y="474"/>
                        <a:pt x="1561" y="474"/>
                        <a:pt x="1561" y="474"/>
                      </a:cubicBezTo>
                      <a:cubicBezTo>
                        <a:pt x="1552" y="486"/>
                        <a:pt x="1552" y="486"/>
                        <a:pt x="1552" y="486"/>
                      </a:cubicBezTo>
                      <a:cubicBezTo>
                        <a:pt x="1571" y="501"/>
                        <a:pt x="1571" y="501"/>
                        <a:pt x="1571" y="501"/>
                      </a:cubicBezTo>
                      <a:cubicBezTo>
                        <a:pt x="1594" y="495"/>
                        <a:pt x="1594" y="495"/>
                        <a:pt x="1594" y="495"/>
                      </a:cubicBezTo>
                      <a:cubicBezTo>
                        <a:pt x="1594" y="495"/>
                        <a:pt x="1612" y="516"/>
                        <a:pt x="1625" y="519"/>
                      </a:cubicBezTo>
                      <a:cubicBezTo>
                        <a:pt x="1638" y="522"/>
                        <a:pt x="1651" y="522"/>
                        <a:pt x="1651" y="522"/>
                      </a:cubicBezTo>
                      <a:cubicBezTo>
                        <a:pt x="1648" y="559"/>
                        <a:pt x="1648" y="559"/>
                        <a:pt x="1648" y="559"/>
                      </a:cubicBezTo>
                      <a:cubicBezTo>
                        <a:pt x="1635" y="545"/>
                        <a:pt x="1635" y="545"/>
                        <a:pt x="1635" y="545"/>
                      </a:cubicBezTo>
                      <a:cubicBezTo>
                        <a:pt x="1625" y="551"/>
                        <a:pt x="1625" y="551"/>
                        <a:pt x="1625" y="551"/>
                      </a:cubicBezTo>
                      <a:cubicBezTo>
                        <a:pt x="1625" y="551"/>
                        <a:pt x="1572" y="524"/>
                        <a:pt x="1556" y="521"/>
                      </a:cubicBezTo>
                      <a:cubicBezTo>
                        <a:pt x="1540" y="518"/>
                        <a:pt x="1516" y="520"/>
                        <a:pt x="1516" y="520"/>
                      </a:cubicBezTo>
                      <a:cubicBezTo>
                        <a:pt x="1505" y="508"/>
                        <a:pt x="1505" y="508"/>
                        <a:pt x="1505" y="508"/>
                      </a:cubicBezTo>
                      <a:cubicBezTo>
                        <a:pt x="1499" y="522"/>
                        <a:pt x="1499" y="522"/>
                        <a:pt x="1499" y="522"/>
                      </a:cubicBezTo>
                      <a:cubicBezTo>
                        <a:pt x="1483" y="504"/>
                        <a:pt x="1483" y="504"/>
                        <a:pt x="1483" y="504"/>
                      </a:cubicBezTo>
                      <a:cubicBezTo>
                        <a:pt x="1483" y="504"/>
                        <a:pt x="1441" y="490"/>
                        <a:pt x="1434" y="490"/>
                      </a:cubicBezTo>
                      <a:cubicBezTo>
                        <a:pt x="1427" y="490"/>
                        <a:pt x="1406" y="491"/>
                        <a:pt x="1406" y="491"/>
                      </a:cubicBezTo>
                      <a:cubicBezTo>
                        <a:pt x="1406" y="491"/>
                        <a:pt x="1357" y="485"/>
                        <a:pt x="1353" y="488"/>
                      </a:cubicBezTo>
                      <a:cubicBezTo>
                        <a:pt x="1349" y="491"/>
                        <a:pt x="1340" y="491"/>
                        <a:pt x="1340" y="499"/>
                      </a:cubicBezTo>
                      <a:cubicBezTo>
                        <a:pt x="1340" y="507"/>
                        <a:pt x="1366" y="521"/>
                        <a:pt x="1366" y="521"/>
                      </a:cubicBezTo>
                      <a:cubicBezTo>
                        <a:pt x="1353" y="541"/>
                        <a:pt x="1353" y="541"/>
                        <a:pt x="1353" y="541"/>
                      </a:cubicBezTo>
                      <a:cubicBezTo>
                        <a:pt x="1344" y="534"/>
                        <a:pt x="1344" y="534"/>
                        <a:pt x="1344" y="534"/>
                      </a:cubicBezTo>
                      <a:cubicBezTo>
                        <a:pt x="1344" y="551"/>
                        <a:pt x="1344" y="551"/>
                        <a:pt x="1344" y="551"/>
                      </a:cubicBezTo>
                      <a:cubicBezTo>
                        <a:pt x="1344" y="551"/>
                        <a:pt x="1320" y="550"/>
                        <a:pt x="1320" y="545"/>
                      </a:cubicBezTo>
                      <a:cubicBezTo>
                        <a:pt x="1320" y="540"/>
                        <a:pt x="1325" y="518"/>
                        <a:pt x="1311" y="519"/>
                      </a:cubicBezTo>
                      <a:cubicBezTo>
                        <a:pt x="1297" y="520"/>
                        <a:pt x="1261" y="543"/>
                        <a:pt x="1256" y="546"/>
                      </a:cubicBezTo>
                      <a:cubicBezTo>
                        <a:pt x="1251" y="549"/>
                        <a:pt x="1240" y="535"/>
                        <a:pt x="1219" y="537"/>
                      </a:cubicBezTo>
                      <a:cubicBezTo>
                        <a:pt x="1198" y="539"/>
                        <a:pt x="1174" y="550"/>
                        <a:pt x="1172" y="558"/>
                      </a:cubicBezTo>
                      <a:cubicBezTo>
                        <a:pt x="1170" y="566"/>
                        <a:pt x="1123" y="562"/>
                        <a:pt x="1123" y="562"/>
                      </a:cubicBezTo>
                      <a:cubicBezTo>
                        <a:pt x="1131" y="545"/>
                        <a:pt x="1131" y="545"/>
                        <a:pt x="1131" y="545"/>
                      </a:cubicBezTo>
                      <a:cubicBezTo>
                        <a:pt x="1130" y="521"/>
                        <a:pt x="1130" y="521"/>
                        <a:pt x="1130" y="521"/>
                      </a:cubicBezTo>
                      <a:cubicBezTo>
                        <a:pt x="1130" y="521"/>
                        <a:pt x="1086" y="529"/>
                        <a:pt x="1086" y="538"/>
                      </a:cubicBezTo>
                      <a:cubicBezTo>
                        <a:pt x="1086" y="547"/>
                        <a:pt x="1092" y="554"/>
                        <a:pt x="1092" y="554"/>
                      </a:cubicBezTo>
                      <a:cubicBezTo>
                        <a:pt x="1074" y="555"/>
                        <a:pt x="1074" y="555"/>
                        <a:pt x="1074" y="555"/>
                      </a:cubicBezTo>
                      <a:cubicBezTo>
                        <a:pt x="1074" y="540"/>
                        <a:pt x="1074" y="540"/>
                        <a:pt x="1074" y="540"/>
                      </a:cubicBezTo>
                      <a:cubicBezTo>
                        <a:pt x="1060" y="545"/>
                        <a:pt x="1060" y="545"/>
                        <a:pt x="1060" y="545"/>
                      </a:cubicBezTo>
                      <a:cubicBezTo>
                        <a:pt x="1025" y="548"/>
                        <a:pt x="1025" y="548"/>
                        <a:pt x="1025" y="548"/>
                      </a:cubicBezTo>
                      <a:cubicBezTo>
                        <a:pt x="996" y="568"/>
                        <a:pt x="996" y="568"/>
                        <a:pt x="996" y="568"/>
                      </a:cubicBezTo>
                      <a:cubicBezTo>
                        <a:pt x="963" y="571"/>
                        <a:pt x="963" y="571"/>
                        <a:pt x="963" y="571"/>
                      </a:cubicBezTo>
                      <a:cubicBezTo>
                        <a:pt x="970" y="584"/>
                        <a:pt x="970" y="584"/>
                        <a:pt x="970" y="584"/>
                      </a:cubicBezTo>
                      <a:cubicBezTo>
                        <a:pt x="970" y="584"/>
                        <a:pt x="944" y="578"/>
                        <a:pt x="941" y="589"/>
                      </a:cubicBezTo>
                      <a:cubicBezTo>
                        <a:pt x="938" y="600"/>
                        <a:pt x="941" y="615"/>
                        <a:pt x="941" y="615"/>
                      </a:cubicBezTo>
                      <a:cubicBezTo>
                        <a:pt x="890" y="621"/>
                        <a:pt x="890" y="621"/>
                        <a:pt x="890" y="621"/>
                      </a:cubicBezTo>
                      <a:cubicBezTo>
                        <a:pt x="890" y="621"/>
                        <a:pt x="875" y="610"/>
                        <a:pt x="870" y="609"/>
                      </a:cubicBezTo>
                      <a:cubicBezTo>
                        <a:pt x="865" y="608"/>
                        <a:pt x="843" y="614"/>
                        <a:pt x="843" y="600"/>
                      </a:cubicBezTo>
                      <a:cubicBezTo>
                        <a:pt x="843" y="586"/>
                        <a:pt x="843" y="569"/>
                        <a:pt x="860" y="575"/>
                      </a:cubicBezTo>
                      <a:cubicBezTo>
                        <a:pt x="877" y="581"/>
                        <a:pt x="898" y="575"/>
                        <a:pt x="898" y="575"/>
                      </a:cubicBezTo>
                      <a:cubicBezTo>
                        <a:pt x="898" y="575"/>
                        <a:pt x="860" y="544"/>
                        <a:pt x="854" y="541"/>
                      </a:cubicBezTo>
                      <a:cubicBezTo>
                        <a:pt x="848" y="538"/>
                        <a:pt x="773" y="539"/>
                        <a:pt x="773" y="539"/>
                      </a:cubicBezTo>
                      <a:cubicBezTo>
                        <a:pt x="779" y="548"/>
                        <a:pt x="779" y="548"/>
                        <a:pt x="779" y="548"/>
                      </a:cubicBezTo>
                      <a:cubicBezTo>
                        <a:pt x="779" y="548"/>
                        <a:pt x="810" y="543"/>
                        <a:pt x="805" y="563"/>
                      </a:cubicBezTo>
                      <a:cubicBezTo>
                        <a:pt x="800" y="583"/>
                        <a:pt x="790" y="612"/>
                        <a:pt x="797" y="612"/>
                      </a:cubicBezTo>
                      <a:cubicBezTo>
                        <a:pt x="804" y="612"/>
                        <a:pt x="830" y="620"/>
                        <a:pt x="830" y="620"/>
                      </a:cubicBezTo>
                      <a:cubicBezTo>
                        <a:pt x="828" y="645"/>
                        <a:pt x="828" y="645"/>
                        <a:pt x="828" y="645"/>
                      </a:cubicBezTo>
                      <a:cubicBezTo>
                        <a:pt x="834" y="664"/>
                        <a:pt x="834" y="664"/>
                        <a:pt x="834" y="664"/>
                      </a:cubicBezTo>
                      <a:cubicBezTo>
                        <a:pt x="813" y="650"/>
                        <a:pt x="813" y="650"/>
                        <a:pt x="813" y="650"/>
                      </a:cubicBezTo>
                      <a:cubicBezTo>
                        <a:pt x="798" y="666"/>
                        <a:pt x="798" y="666"/>
                        <a:pt x="798" y="666"/>
                      </a:cubicBezTo>
                      <a:cubicBezTo>
                        <a:pt x="795" y="644"/>
                        <a:pt x="795" y="644"/>
                        <a:pt x="795" y="644"/>
                      </a:cubicBezTo>
                      <a:cubicBezTo>
                        <a:pt x="749" y="632"/>
                        <a:pt x="749" y="632"/>
                        <a:pt x="749" y="632"/>
                      </a:cubicBezTo>
                      <a:cubicBezTo>
                        <a:pt x="729" y="657"/>
                        <a:pt x="729" y="657"/>
                        <a:pt x="729" y="657"/>
                      </a:cubicBezTo>
                      <a:cubicBezTo>
                        <a:pt x="711" y="658"/>
                        <a:pt x="711" y="658"/>
                        <a:pt x="711" y="658"/>
                      </a:cubicBezTo>
                      <a:cubicBezTo>
                        <a:pt x="711" y="658"/>
                        <a:pt x="705" y="669"/>
                        <a:pt x="695" y="673"/>
                      </a:cubicBezTo>
                      <a:cubicBezTo>
                        <a:pt x="685" y="677"/>
                        <a:pt x="665" y="681"/>
                        <a:pt x="673" y="688"/>
                      </a:cubicBezTo>
                      <a:cubicBezTo>
                        <a:pt x="681" y="695"/>
                        <a:pt x="713" y="718"/>
                        <a:pt x="713" y="718"/>
                      </a:cubicBezTo>
                      <a:cubicBezTo>
                        <a:pt x="725" y="735"/>
                        <a:pt x="725" y="735"/>
                        <a:pt x="725" y="735"/>
                      </a:cubicBezTo>
                      <a:cubicBezTo>
                        <a:pt x="705" y="726"/>
                        <a:pt x="705" y="726"/>
                        <a:pt x="705" y="726"/>
                      </a:cubicBezTo>
                      <a:cubicBezTo>
                        <a:pt x="705" y="726"/>
                        <a:pt x="687" y="736"/>
                        <a:pt x="674" y="730"/>
                      </a:cubicBezTo>
                      <a:cubicBezTo>
                        <a:pt x="661" y="724"/>
                        <a:pt x="618" y="717"/>
                        <a:pt x="618" y="717"/>
                      </a:cubicBezTo>
                      <a:cubicBezTo>
                        <a:pt x="618" y="717"/>
                        <a:pt x="612" y="693"/>
                        <a:pt x="597" y="699"/>
                      </a:cubicBezTo>
                      <a:cubicBezTo>
                        <a:pt x="582" y="705"/>
                        <a:pt x="574" y="711"/>
                        <a:pt x="574" y="711"/>
                      </a:cubicBezTo>
                      <a:cubicBezTo>
                        <a:pt x="562" y="712"/>
                        <a:pt x="562" y="712"/>
                        <a:pt x="562" y="712"/>
                      </a:cubicBezTo>
                      <a:cubicBezTo>
                        <a:pt x="592" y="738"/>
                        <a:pt x="592" y="738"/>
                        <a:pt x="592" y="738"/>
                      </a:cubicBezTo>
                      <a:cubicBezTo>
                        <a:pt x="592" y="738"/>
                        <a:pt x="632" y="739"/>
                        <a:pt x="632" y="746"/>
                      </a:cubicBezTo>
                      <a:cubicBezTo>
                        <a:pt x="632" y="753"/>
                        <a:pt x="614" y="764"/>
                        <a:pt x="614" y="764"/>
                      </a:cubicBezTo>
                      <a:cubicBezTo>
                        <a:pt x="572" y="754"/>
                        <a:pt x="572" y="754"/>
                        <a:pt x="572" y="754"/>
                      </a:cubicBezTo>
                      <a:cubicBezTo>
                        <a:pt x="572" y="754"/>
                        <a:pt x="557" y="740"/>
                        <a:pt x="547" y="739"/>
                      </a:cubicBezTo>
                      <a:cubicBezTo>
                        <a:pt x="537" y="738"/>
                        <a:pt x="511" y="749"/>
                        <a:pt x="509" y="735"/>
                      </a:cubicBezTo>
                      <a:cubicBezTo>
                        <a:pt x="507" y="721"/>
                        <a:pt x="508" y="705"/>
                        <a:pt x="508" y="705"/>
                      </a:cubicBezTo>
                      <a:cubicBezTo>
                        <a:pt x="495" y="697"/>
                        <a:pt x="495" y="697"/>
                        <a:pt x="495" y="697"/>
                      </a:cubicBezTo>
                      <a:cubicBezTo>
                        <a:pt x="495" y="697"/>
                        <a:pt x="516" y="679"/>
                        <a:pt x="508" y="670"/>
                      </a:cubicBezTo>
                      <a:cubicBezTo>
                        <a:pt x="500" y="661"/>
                        <a:pt x="444" y="646"/>
                        <a:pt x="444" y="646"/>
                      </a:cubicBezTo>
                      <a:cubicBezTo>
                        <a:pt x="424" y="631"/>
                        <a:pt x="424" y="631"/>
                        <a:pt x="424" y="631"/>
                      </a:cubicBezTo>
                      <a:cubicBezTo>
                        <a:pt x="408" y="620"/>
                        <a:pt x="408" y="620"/>
                        <a:pt x="408" y="620"/>
                      </a:cubicBezTo>
                      <a:cubicBezTo>
                        <a:pt x="398" y="610"/>
                        <a:pt x="398" y="610"/>
                        <a:pt x="398" y="610"/>
                      </a:cubicBezTo>
                      <a:cubicBezTo>
                        <a:pt x="424" y="609"/>
                        <a:pt x="424" y="609"/>
                        <a:pt x="424" y="609"/>
                      </a:cubicBezTo>
                      <a:cubicBezTo>
                        <a:pt x="424" y="609"/>
                        <a:pt x="419" y="618"/>
                        <a:pt x="438" y="622"/>
                      </a:cubicBezTo>
                      <a:cubicBezTo>
                        <a:pt x="457" y="626"/>
                        <a:pt x="482" y="623"/>
                        <a:pt x="482" y="623"/>
                      </a:cubicBezTo>
                      <a:cubicBezTo>
                        <a:pt x="482" y="623"/>
                        <a:pt x="498" y="641"/>
                        <a:pt x="510" y="643"/>
                      </a:cubicBezTo>
                      <a:cubicBezTo>
                        <a:pt x="522" y="645"/>
                        <a:pt x="576" y="650"/>
                        <a:pt x="576" y="650"/>
                      </a:cubicBezTo>
                      <a:cubicBezTo>
                        <a:pt x="576" y="650"/>
                        <a:pt x="613" y="666"/>
                        <a:pt x="656" y="655"/>
                      </a:cubicBezTo>
                      <a:cubicBezTo>
                        <a:pt x="699" y="644"/>
                        <a:pt x="741" y="629"/>
                        <a:pt x="719" y="609"/>
                      </a:cubicBezTo>
                      <a:cubicBezTo>
                        <a:pt x="697" y="589"/>
                        <a:pt x="696" y="576"/>
                        <a:pt x="667" y="570"/>
                      </a:cubicBezTo>
                      <a:cubicBezTo>
                        <a:pt x="638" y="564"/>
                        <a:pt x="598" y="549"/>
                        <a:pt x="579" y="542"/>
                      </a:cubicBezTo>
                      <a:cubicBezTo>
                        <a:pt x="560" y="535"/>
                        <a:pt x="526" y="518"/>
                        <a:pt x="506" y="517"/>
                      </a:cubicBezTo>
                      <a:cubicBezTo>
                        <a:pt x="486" y="516"/>
                        <a:pt x="467" y="516"/>
                        <a:pt x="455" y="516"/>
                      </a:cubicBezTo>
                      <a:cubicBezTo>
                        <a:pt x="443" y="516"/>
                        <a:pt x="421" y="516"/>
                        <a:pt x="421" y="516"/>
                      </a:cubicBezTo>
                      <a:cubicBezTo>
                        <a:pt x="413" y="506"/>
                        <a:pt x="413" y="506"/>
                        <a:pt x="413" y="506"/>
                      </a:cubicBezTo>
                      <a:cubicBezTo>
                        <a:pt x="394" y="507"/>
                        <a:pt x="394" y="507"/>
                        <a:pt x="394" y="507"/>
                      </a:cubicBezTo>
                      <a:cubicBezTo>
                        <a:pt x="373" y="498"/>
                        <a:pt x="373" y="498"/>
                        <a:pt x="373" y="498"/>
                      </a:cubicBezTo>
                      <a:cubicBezTo>
                        <a:pt x="394" y="493"/>
                        <a:pt x="394" y="493"/>
                        <a:pt x="394" y="493"/>
                      </a:cubicBezTo>
                      <a:cubicBezTo>
                        <a:pt x="406" y="485"/>
                        <a:pt x="406" y="485"/>
                        <a:pt x="406" y="485"/>
                      </a:cubicBezTo>
                      <a:cubicBezTo>
                        <a:pt x="406" y="485"/>
                        <a:pt x="363" y="469"/>
                        <a:pt x="357" y="475"/>
                      </a:cubicBezTo>
                      <a:cubicBezTo>
                        <a:pt x="351" y="481"/>
                        <a:pt x="348" y="490"/>
                        <a:pt x="348" y="490"/>
                      </a:cubicBezTo>
                      <a:cubicBezTo>
                        <a:pt x="335" y="490"/>
                        <a:pt x="335" y="490"/>
                        <a:pt x="335" y="490"/>
                      </a:cubicBezTo>
                      <a:cubicBezTo>
                        <a:pt x="333" y="493"/>
                        <a:pt x="329" y="497"/>
                        <a:pt x="321" y="498"/>
                      </a:cubicBezTo>
                      <a:cubicBezTo>
                        <a:pt x="303" y="501"/>
                        <a:pt x="304" y="498"/>
                        <a:pt x="304" y="498"/>
                      </a:cubicBezTo>
                      <a:cubicBezTo>
                        <a:pt x="300" y="506"/>
                        <a:pt x="300" y="506"/>
                        <a:pt x="300" y="506"/>
                      </a:cubicBezTo>
                      <a:cubicBezTo>
                        <a:pt x="285" y="507"/>
                        <a:pt x="285" y="507"/>
                        <a:pt x="285" y="507"/>
                      </a:cubicBezTo>
                      <a:cubicBezTo>
                        <a:pt x="285" y="507"/>
                        <a:pt x="284" y="521"/>
                        <a:pt x="275" y="522"/>
                      </a:cubicBezTo>
                      <a:cubicBezTo>
                        <a:pt x="270" y="522"/>
                        <a:pt x="266" y="521"/>
                        <a:pt x="262" y="519"/>
                      </a:cubicBezTo>
                      <a:cubicBezTo>
                        <a:pt x="261" y="528"/>
                        <a:pt x="261" y="528"/>
                        <a:pt x="261" y="528"/>
                      </a:cubicBezTo>
                      <a:cubicBezTo>
                        <a:pt x="261" y="528"/>
                        <a:pt x="265" y="534"/>
                        <a:pt x="266" y="537"/>
                      </a:cubicBezTo>
                      <a:cubicBezTo>
                        <a:pt x="267" y="540"/>
                        <a:pt x="254" y="542"/>
                        <a:pt x="254" y="542"/>
                      </a:cubicBezTo>
                      <a:cubicBezTo>
                        <a:pt x="254" y="542"/>
                        <a:pt x="257" y="545"/>
                        <a:pt x="259" y="557"/>
                      </a:cubicBezTo>
                      <a:cubicBezTo>
                        <a:pt x="261" y="569"/>
                        <a:pt x="275" y="561"/>
                        <a:pt x="281" y="561"/>
                      </a:cubicBezTo>
                      <a:cubicBezTo>
                        <a:pt x="287" y="561"/>
                        <a:pt x="292" y="568"/>
                        <a:pt x="296" y="573"/>
                      </a:cubicBezTo>
                      <a:cubicBezTo>
                        <a:pt x="300" y="578"/>
                        <a:pt x="306" y="581"/>
                        <a:pt x="315" y="591"/>
                      </a:cubicBezTo>
                      <a:cubicBezTo>
                        <a:pt x="324" y="601"/>
                        <a:pt x="300" y="603"/>
                        <a:pt x="300" y="608"/>
                      </a:cubicBezTo>
                      <a:cubicBezTo>
                        <a:pt x="300" y="613"/>
                        <a:pt x="283" y="620"/>
                        <a:pt x="283" y="620"/>
                      </a:cubicBezTo>
                      <a:cubicBezTo>
                        <a:pt x="296" y="631"/>
                        <a:pt x="296" y="631"/>
                        <a:pt x="296" y="631"/>
                      </a:cubicBezTo>
                      <a:cubicBezTo>
                        <a:pt x="296" y="631"/>
                        <a:pt x="337" y="663"/>
                        <a:pt x="343" y="673"/>
                      </a:cubicBezTo>
                      <a:cubicBezTo>
                        <a:pt x="349" y="683"/>
                        <a:pt x="321" y="677"/>
                        <a:pt x="321" y="677"/>
                      </a:cubicBezTo>
                      <a:cubicBezTo>
                        <a:pt x="316" y="697"/>
                        <a:pt x="316" y="697"/>
                        <a:pt x="316" y="697"/>
                      </a:cubicBezTo>
                      <a:cubicBezTo>
                        <a:pt x="323" y="703"/>
                        <a:pt x="323" y="703"/>
                        <a:pt x="323" y="703"/>
                      </a:cubicBezTo>
                      <a:cubicBezTo>
                        <a:pt x="323" y="713"/>
                        <a:pt x="323" y="713"/>
                        <a:pt x="323" y="713"/>
                      </a:cubicBezTo>
                      <a:cubicBezTo>
                        <a:pt x="323" y="713"/>
                        <a:pt x="342" y="718"/>
                        <a:pt x="343" y="722"/>
                      </a:cubicBezTo>
                      <a:cubicBezTo>
                        <a:pt x="344" y="726"/>
                        <a:pt x="337" y="737"/>
                        <a:pt x="337" y="737"/>
                      </a:cubicBezTo>
                      <a:cubicBezTo>
                        <a:pt x="352" y="740"/>
                        <a:pt x="352" y="740"/>
                        <a:pt x="352" y="740"/>
                      </a:cubicBezTo>
                      <a:cubicBezTo>
                        <a:pt x="352" y="740"/>
                        <a:pt x="363" y="748"/>
                        <a:pt x="364" y="752"/>
                      </a:cubicBezTo>
                      <a:cubicBezTo>
                        <a:pt x="365" y="756"/>
                        <a:pt x="344" y="770"/>
                        <a:pt x="344" y="770"/>
                      </a:cubicBezTo>
                      <a:cubicBezTo>
                        <a:pt x="383" y="788"/>
                        <a:pt x="383" y="788"/>
                        <a:pt x="383" y="788"/>
                      </a:cubicBezTo>
                      <a:cubicBezTo>
                        <a:pt x="383" y="788"/>
                        <a:pt x="406" y="807"/>
                        <a:pt x="405" y="815"/>
                      </a:cubicBezTo>
                      <a:cubicBezTo>
                        <a:pt x="404" y="823"/>
                        <a:pt x="395" y="830"/>
                        <a:pt x="391" y="837"/>
                      </a:cubicBezTo>
                      <a:cubicBezTo>
                        <a:pt x="387" y="844"/>
                        <a:pt x="366" y="856"/>
                        <a:pt x="366" y="856"/>
                      </a:cubicBezTo>
                      <a:cubicBezTo>
                        <a:pt x="366" y="856"/>
                        <a:pt x="338" y="882"/>
                        <a:pt x="334" y="887"/>
                      </a:cubicBezTo>
                      <a:cubicBezTo>
                        <a:pt x="330" y="892"/>
                        <a:pt x="289" y="916"/>
                        <a:pt x="289" y="916"/>
                      </a:cubicBezTo>
                      <a:cubicBezTo>
                        <a:pt x="293" y="923"/>
                        <a:pt x="293" y="923"/>
                        <a:pt x="293" y="923"/>
                      </a:cubicBezTo>
                      <a:cubicBezTo>
                        <a:pt x="313" y="912"/>
                        <a:pt x="313" y="912"/>
                        <a:pt x="313" y="912"/>
                      </a:cubicBezTo>
                      <a:cubicBezTo>
                        <a:pt x="315" y="923"/>
                        <a:pt x="315" y="923"/>
                        <a:pt x="315" y="923"/>
                      </a:cubicBezTo>
                      <a:cubicBezTo>
                        <a:pt x="315" y="923"/>
                        <a:pt x="328" y="936"/>
                        <a:pt x="334" y="939"/>
                      </a:cubicBezTo>
                      <a:cubicBezTo>
                        <a:pt x="340" y="942"/>
                        <a:pt x="367" y="942"/>
                        <a:pt x="367" y="942"/>
                      </a:cubicBezTo>
                      <a:cubicBezTo>
                        <a:pt x="376" y="954"/>
                        <a:pt x="376" y="954"/>
                        <a:pt x="376" y="954"/>
                      </a:cubicBezTo>
                      <a:cubicBezTo>
                        <a:pt x="376" y="954"/>
                        <a:pt x="337" y="945"/>
                        <a:pt x="335" y="951"/>
                      </a:cubicBezTo>
                      <a:cubicBezTo>
                        <a:pt x="333" y="957"/>
                        <a:pt x="333" y="961"/>
                        <a:pt x="333" y="961"/>
                      </a:cubicBezTo>
                      <a:cubicBezTo>
                        <a:pt x="307" y="962"/>
                        <a:pt x="307" y="962"/>
                        <a:pt x="307" y="962"/>
                      </a:cubicBezTo>
                      <a:cubicBezTo>
                        <a:pt x="303" y="980"/>
                        <a:pt x="303" y="980"/>
                        <a:pt x="303" y="980"/>
                      </a:cubicBezTo>
                      <a:cubicBezTo>
                        <a:pt x="303" y="980"/>
                        <a:pt x="300" y="979"/>
                        <a:pt x="295" y="978"/>
                      </a:cubicBezTo>
                      <a:cubicBezTo>
                        <a:pt x="292" y="988"/>
                        <a:pt x="292" y="988"/>
                        <a:pt x="292" y="988"/>
                      </a:cubicBezTo>
                      <a:cubicBezTo>
                        <a:pt x="295" y="997"/>
                        <a:pt x="295" y="997"/>
                        <a:pt x="295" y="997"/>
                      </a:cubicBezTo>
                      <a:cubicBezTo>
                        <a:pt x="295" y="997"/>
                        <a:pt x="288" y="1001"/>
                        <a:pt x="284" y="1003"/>
                      </a:cubicBezTo>
                      <a:cubicBezTo>
                        <a:pt x="280" y="1005"/>
                        <a:pt x="281" y="1019"/>
                        <a:pt x="281" y="1019"/>
                      </a:cubicBezTo>
                      <a:cubicBezTo>
                        <a:pt x="290" y="1023"/>
                        <a:pt x="290" y="1023"/>
                        <a:pt x="290" y="1023"/>
                      </a:cubicBezTo>
                      <a:cubicBezTo>
                        <a:pt x="285" y="1041"/>
                        <a:pt x="285" y="1041"/>
                        <a:pt x="285" y="1041"/>
                      </a:cubicBezTo>
                      <a:cubicBezTo>
                        <a:pt x="292" y="1043"/>
                        <a:pt x="292" y="1043"/>
                        <a:pt x="292" y="1043"/>
                      </a:cubicBezTo>
                      <a:cubicBezTo>
                        <a:pt x="301" y="1055"/>
                        <a:pt x="301" y="1055"/>
                        <a:pt x="301" y="1055"/>
                      </a:cubicBezTo>
                      <a:cubicBezTo>
                        <a:pt x="288" y="1064"/>
                        <a:pt x="288" y="1064"/>
                        <a:pt x="288" y="1064"/>
                      </a:cubicBezTo>
                      <a:cubicBezTo>
                        <a:pt x="288" y="1072"/>
                        <a:pt x="288" y="1072"/>
                        <a:pt x="288" y="1072"/>
                      </a:cubicBezTo>
                      <a:cubicBezTo>
                        <a:pt x="288" y="1072"/>
                        <a:pt x="309" y="1082"/>
                        <a:pt x="310" y="1087"/>
                      </a:cubicBezTo>
                      <a:cubicBezTo>
                        <a:pt x="311" y="1092"/>
                        <a:pt x="298" y="1094"/>
                        <a:pt x="298" y="1094"/>
                      </a:cubicBezTo>
                      <a:cubicBezTo>
                        <a:pt x="297" y="1103"/>
                        <a:pt x="297" y="1103"/>
                        <a:pt x="297" y="1103"/>
                      </a:cubicBezTo>
                      <a:cubicBezTo>
                        <a:pt x="310" y="1107"/>
                        <a:pt x="310" y="1107"/>
                        <a:pt x="310" y="1107"/>
                      </a:cubicBezTo>
                      <a:cubicBezTo>
                        <a:pt x="310" y="1107"/>
                        <a:pt x="315" y="1118"/>
                        <a:pt x="322" y="1124"/>
                      </a:cubicBezTo>
                      <a:cubicBezTo>
                        <a:pt x="328" y="1129"/>
                        <a:pt x="328" y="1139"/>
                        <a:pt x="328" y="1143"/>
                      </a:cubicBezTo>
                      <a:cubicBezTo>
                        <a:pt x="332" y="1144"/>
                        <a:pt x="336" y="1144"/>
                        <a:pt x="339" y="1145"/>
                      </a:cubicBezTo>
                      <a:cubicBezTo>
                        <a:pt x="347" y="1146"/>
                        <a:pt x="348" y="1153"/>
                        <a:pt x="348" y="1153"/>
                      </a:cubicBezTo>
                      <a:cubicBezTo>
                        <a:pt x="354" y="1147"/>
                        <a:pt x="354" y="1147"/>
                        <a:pt x="354" y="1147"/>
                      </a:cubicBezTo>
                      <a:cubicBezTo>
                        <a:pt x="380" y="1153"/>
                        <a:pt x="380" y="1153"/>
                        <a:pt x="380" y="1153"/>
                      </a:cubicBezTo>
                      <a:cubicBezTo>
                        <a:pt x="382" y="1163"/>
                        <a:pt x="382" y="1163"/>
                        <a:pt x="382" y="1163"/>
                      </a:cubicBezTo>
                      <a:cubicBezTo>
                        <a:pt x="404" y="1151"/>
                        <a:pt x="404" y="1151"/>
                        <a:pt x="404" y="1151"/>
                      </a:cubicBezTo>
                      <a:cubicBezTo>
                        <a:pt x="404" y="1151"/>
                        <a:pt x="426" y="1162"/>
                        <a:pt x="437" y="1167"/>
                      </a:cubicBezTo>
                      <a:cubicBezTo>
                        <a:pt x="448" y="1172"/>
                        <a:pt x="434" y="1186"/>
                        <a:pt x="434" y="1186"/>
                      </a:cubicBezTo>
                      <a:cubicBezTo>
                        <a:pt x="442" y="1196"/>
                        <a:pt x="442" y="1196"/>
                        <a:pt x="442" y="1196"/>
                      </a:cubicBezTo>
                      <a:cubicBezTo>
                        <a:pt x="438" y="1208"/>
                        <a:pt x="438" y="1208"/>
                        <a:pt x="438" y="1208"/>
                      </a:cubicBezTo>
                      <a:cubicBezTo>
                        <a:pt x="438" y="1208"/>
                        <a:pt x="443" y="1213"/>
                        <a:pt x="451" y="1215"/>
                      </a:cubicBezTo>
                      <a:cubicBezTo>
                        <a:pt x="459" y="1217"/>
                        <a:pt x="462" y="1238"/>
                        <a:pt x="462" y="1238"/>
                      </a:cubicBezTo>
                      <a:cubicBezTo>
                        <a:pt x="482" y="1245"/>
                        <a:pt x="482" y="1245"/>
                        <a:pt x="482" y="1245"/>
                      </a:cubicBezTo>
                      <a:cubicBezTo>
                        <a:pt x="484" y="1260"/>
                        <a:pt x="484" y="1260"/>
                        <a:pt x="484" y="1260"/>
                      </a:cubicBezTo>
                      <a:cubicBezTo>
                        <a:pt x="484" y="1260"/>
                        <a:pt x="494" y="1258"/>
                        <a:pt x="507" y="1261"/>
                      </a:cubicBezTo>
                      <a:cubicBezTo>
                        <a:pt x="520" y="1264"/>
                        <a:pt x="512" y="1273"/>
                        <a:pt x="512" y="1273"/>
                      </a:cubicBezTo>
                      <a:cubicBezTo>
                        <a:pt x="526" y="1281"/>
                        <a:pt x="526" y="1281"/>
                        <a:pt x="526" y="1281"/>
                      </a:cubicBezTo>
                      <a:cubicBezTo>
                        <a:pt x="526" y="1281"/>
                        <a:pt x="517" y="1290"/>
                        <a:pt x="509" y="1297"/>
                      </a:cubicBezTo>
                      <a:cubicBezTo>
                        <a:pt x="501" y="1304"/>
                        <a:pt x="488" y="1296"/>
                        <a:pt x="488" y="1296"/>
                      </a:cubicBezTo>
                      <a:cubicBezTo>
                        <a:pt x="488" y="1296"/>
                        <a:pt x="486" y="1290"/>
                        <a:pt x="472" y="1293"/>
                      </a:cubicBezTo>
                      <a:cubicBezTo>
                        <a:pt x="458" y="1296"/>
                        <a:pt x="485" y="1318"/>
                        <a:pt x="485" y="1318"/>
                      </a:cubicBezTo>
                      <a:cubicBezTo>
                        <a:pt x="485" y="1318"/>
                        <a:pt x="485" y="1332"/>
                        <a:pt x="488" y="1333"/>
                      </a:cubicBezTo>
                      <a:cubicBezTo>
                        <a:pt x="490" y="1333"/>
                        <a:pt x="490" y="1343"/>
                        <a:pt x="491" y="1351"/>
                      </a:cubicBezTo>
                      <a:cubicBezTo>
                        <a:pt x="486" y="1351"/>
                        <a:pt x="481" y="1350"/>
                        <a:pt x="477" y="1349"/>
                      </a:cubicBezTo>
                      <a:cubicBezTo>
                        <a:pt x="490" y="1351"/>
                        <a:pt x="510" y="1355"/>
                        <a:pt x="516" y="1352"/>
                      </a:cubicBezTo>
                      <a:cubicBezTo>
                        <a:pt x="524" y="1348"/>
                        <a:pt x="520" y="1339"/>
                        <a:pt x="520" y="1339"/>
                      </a:cubicBezTo>
                      <a:cubicBezTo>
                        <a:pt x="538" y="1342"/>
                        <a:pt x="538" y="1342"/>
                        <a:pt x="538" y="1342"/>
                      </a:cubicBezTo>
                      <a:cubicBezTo>
                        <a:pt x="549" y="1337"/>
                        <a:pt x="549" y="1337"/>
                        <a:pt x="549" y="1337"/>
                      </a:cubicBezTo>
                      <a:cubicBezTo>
                        <a:pt x="579" y="1336"/>
                        <a:pt x="579" y="1336"/>
                        <a:pt x="579" y="1336"/>
                      </a:cubicBezTo>
                      <a:cubicBezTo>
                        <a:pt x="585" y="1350"/>
                        <a:pt x="585" y="1350"/>
                        <a:pt x="585" y="1350"/>
                      </a:cubicBezTo>
                      <a:cubicBezTo>
                        <a:pt x="585" y="1350"/>
                        <a:pt x="606" y="1356"/>
                        <a:pt x="604" y="1362"/>
                      </a:cubicBezTo>
                      <a:cubicBezTo>
                        <a:pt x="602" y="1368"/>
                        <a:pt x="594" y="1369"/>
                        <a:pt x="594" y="1369"/>
                      </a:cubicBezTo>
                      <a:cubicBezTo>
                        <a:pt x="599" y="1381"/>
                        <a:pt x="599" y="1381"/>
                        <a:pt x="599" y="1381"/>
                      </a:cubicBezTo>
                      <a:cubicBezTo>
                        <a:pt x="600" y="1392"/>
                        <a:pt x="600" y="1392"/>
                        <a:pt x="600" y="1392"/>
                      </a:cubicBezTo>
                      <a:cubicBezTo>
                        <a:pt x="623" y="1394"/>
                        <a:pt x="623" y="1394"/>
                        <a:pt x="623" y="1394"/>
                      </a:cubicBezTo>
                      <a:cubicBezTo>
                        <a:pt x="651" y="1406"/>
                        <a:pt x="651" y="1406"/>
                        <a:pt x="651" y="1406"/>
                      </a:cubicBezTo>
                      <a:cubicBezTo>
                        <a:pt x="658" y="1435"/>
                        <a:pt x="658" y="1435"/>
                        <a:pt x="658" y="1435"/>
                      </a:cubicBezTo>
                      <a:cubicBezTo>
                        <a:pt x="662" y="1438"/>
                        <a:pt x="662" y="1438"/>
                        <a:pt x="662" y="1438"/>
                      </a:cubicBezTo>
                      <a:cubicBezTo>
                        <a:pt x="680" y="1434"/>
                        <a:pt x="680" y="1434"/>
                        <a:pt x="680" y="1434"/>
                      </a:cubicBezTo>
                      <a:cubicBezTo>
                        <a:pt x="680" y="1434"/>
                        <a:pt x="688" y="1438"/>
                        <a:pt x="696" y="1442"/>
                      </a:cubicBezTo>
                      <a:cubicBezTo>
                        <a:pt x="704" y="1446"/>
                        <a:pt x="702" y="1441"/>
                        <a:pt x="713" y="1440"/>
                      </a:cubicBezTo>
                      <a:cubicBezTo>
                        <a:pt x="724" y="1439"/>
                        <a:pt x="733" y="1445"/>
                        <a:pt x="733" y="1445"/>
                      </a:cubicBezTo>
                      <a:cubicBezTo>
                        <a:pt x="733" y="1445"/>
                        <a:pt x="729" y="1435"/>
                        <a:pt x="738" y="1436"/>
                      </a:cubicBezTo>
                      <a:cubicBezTo>
                        <a:pt x="747" y="1437"/>
                        <a:pt x="749" y="1448"/>
                        <a:pt x="755" y="1452"/>
                      </a:cubicBezTo>
                      <a:cubicBezTo>
                        <a:pt x="761" y="1456"/>
                        <a:pt x="764" y="1461"/>
                        <a:pt x="764" y="1461"/>
                      </a:cubicBezTo>
                      <a:cubicBezTo>
                        <a:pt x="764" y="1461"/>
                        <a:pt x="776" y="1455"/>
                        <a:pt x="780" y="1455"/>
                      </a:cubicBezTo>
                      <a:cubicBezTo>
                        <a:pt x="784" y="1455"/>
                        <a:pt x="797" y="1464"/>
                        <a:pt x="797" y="1464"/>
                      </a:cubicBezTo>
                      <a:cubicBezTo>
                        <a:pt x="797" y="1464"/>
                        <a:pt x="811" y="1462"/>
                        <a:pt x="818" y="1464"/>
                      </a:cubicBezTo>
                      <a:cubicBezTo>
                        <a:pt x="825" y="1466"/>
                        <a:pt x="827" y="1472"/>
                        <a:pt x="827" y="1472"/>
                      </a:cubicBezTo>
                      <a:cubicBezTo>
                        <a:pt x="840" y="1481"/>
                        <a:pt x="840" y="1481"/>
                        <a:pt x="840" y="1481"/>
                      </a:cubicBezTo>
                      <a:cubicBezTo>
                        <a:pt x="840" y="1481"/>
                        <a:pt x="857" y="1475"/>
                        <a:pt x="858" y="1485"/>
                      </a:cubicBezTo>
                      <a:cubicBezTo>
                        <a:pt x="859" y="1495"/>
                        <a:pt x="860" y="1502"/>
                        <a:pt x="860" y="1502"/>
                      </a:cubicBezTo>
                      <a:cubicBezTo>
                        <a:pt x="846" y="1509"/>
                        <a:pt x="846" y="1509"/>
                        <a:pt x="846" y="1509"/>
                      </a:cubicBezTo>
                      <a:cubicBezTo>
                        <a:pt x="846" y="1509"/>
                        <a:pt x="863" y="1512"/>
                        <a:pt x="862" y="1518"/>
                      </a:cubicBezTo>
                      <a:cubicBezTo>
                        <a:pt x="861" y="1524"/>
                        <a:pt x="844" y="1522"/>
                        <a:pt x="845" y="1525"/>
                      </a:cubicBezTo>
                      <a:cubicBezTo>
                        <a:pt x="846" y="1528"/>
                        <a:pt x="858" y="1536"/>
                        <a:pt x="859" y="1542"/>
                      </a:cubicBezTo>
                      <a:cubicBezTo>
                        <a:pt x="860" y="1548"/>
                        <a:pt x="868" y="1561"/>
                        <a:pt x="856" y="1565"/>
                      </a:cubicBezTo>
                      <a:cubicBezTo>
                        <a:pt x="844" y="1569"/>
                        <a:pt x="821" y="1567"/>
                        <a:pt x="821" y="1567"/>
                      </a:cubicBezTo>
                      <a:cubicBezTo>
                        <a:pt x="821" y="1567"/>
                        <a:pt x="813" y="1576"/>
                        <a:pt x="810" y="1580"/>
                      </a:cubicBezTo>
                      <a:cubicBezTo>
                        <a:pt x="807" y="1584"/>
                        <a:pt x="794" y="1584"/>
                        <a:pt x="794" y="1584"/>
                      </a:cubicBezTo>
                      <a:cubicBezTo>
                        <a:pt x="797" y="1609"/>
                        <a:pt x="797" y="1609"/>
                        <a:pt x="797" y="1609"/>
                      </a:cubicBezTo>
                      <a:cubicBezTo>
                        <a:pt x="796" y="1610"/>
                        <a:pt x="795" y="1610"/>
                        <a:pt x="795" y="1610"/>
                      </a:cubicBezTo>
                      <a:cubicBezTo>
                        <a:pt x="796" y="1610"/>
                        <a:pt x="797" y="1609"/>
                        <a:pt x="799" y="1609"/>
                      </a:cubicBezTo>
                      <a:cubicBezTo>
                        <a:pt x="810" y="1603"/>
                        <a:pt x="839" y="1594"/>
                        <a:pt x="840" y="1603"/>
                      </a:cubicBezTo>
                      <a:cubicBezTo>
                        <a:pt x="841" y="1611"/>
                        <a:pt x="819" y="1627"/>
                        <a:pt x="819" y="1627"/>
                      </a:cubicBezTo>
                      <a:cubicBezTo>
                        <a:pt x="786" y="1637"/>
                        <a:pt x="786" y="1637"/>
                        <a:pt x="786" y="1637"/>
                      </a:cubicBezTo>
                      <a:cubicBezTo>
                        <a:pt x="816" y="1660"/>
                        <a:pt x="816" y="1660"/>
                        <a:pt x="816" y="1660"/>
                      </a:cubicBezTo>
                      <a:cubicBezTo>
                        <a:pt x="816" y="1660"/>
                        <a:pt x="792" y="1665"/>
                        <a:pt x="791" y="1675"/>
                      </a:cubicBezTo>
                      <a:cubicBezTo>
                        <a:pt x="790" y="1685"/>
                        <a:pt x="790" y="1696"/>
                        <a:pt x="790" y="1696"/>
                      </a:cubicBezTo>
                      <a:cubicBezTo>
                        <a:pt x="790" y="1696"/>
                        <a:pt x="777" y="1705"/>
                        <a:pt x="772" y="1705"/>
                      </a:cubicBezTo>
                      <a:cubicBezTo>
                        <a:pt x="767" y="1705"/>
                        <a:pt x="752" y="1694"/>
                        <a:pt x="752" y="1694"/>
                      </a:cubicBezTo>
                      <a:cubicBezTo>
                        <a:pt x="748" y="1705"/>
                        <a:pt x="748" y="1705"/>
                        <a:pt x="748" y="1705"/>
                      </a:cubicBezTo>
                      <a:cubicBezTo>
                        <a:pt x="748" y="1705"/>
                        <a:pt x="760" y="1718"/>
                        <a:pt x="763" y="1718"/>
                      </a:cubicBezTo>
                      <a:cubicBezTo>
                        <a:pt x="766" y="1718"/>
                        <a:pt x="775" y="1737"/>
                        <a:pt x="775" y="1737"/>
                      </a:cubicBezTo>
                      <a:cubicBezTo>
                        <a:pt x="800" y="1735"/>
                        <a:pt x="800" y="1735"/>
                        <a:pt x="800" y="1735"/>
                      </a:cubicBezTo>
                      <a:cubicBezTo>
                        <a:pt x="800" y="1735"/>
                        <a:pt x="818" y="1754"/>
                        <a:pt x="824" y="1754"/>
                      </a:cubicBezTo>
                      <a:cubicBezTo>
                        <a:pt x="830" y="1754"/>
                        <a:pt x="842" y="1755"/>
                        <a:pt x="842" y="1755"/>
                      </a:cubicBezTo>
                      <a:cubicBezTo>
                        <a:pt x="842" y="1755"/>
                        <a:pt x="873" y="1792"/>
                        <a:pt x="881" y="1795"/>
                      </a:cubicBezTo>
                      <a:cubicBezTo>
                        <a:pt x="889" y="1798"/>
                        <a:pt x="905" y="1805"/>
                        <a:pt x="905" y="1805"/>
                      </a:cubicBezTo>
                      <a:cubicBezTo>
                        <a:pt x="905" y="1805"/>
                        <a:pt x="904" y="1805"/>
                        <a:pt x="901" y="1804"/>
                      </a:cubicBezTo>
                      <a:cubicBezTo>
                        <a:pt x="914" y="1793"/>
                        <a:pt x="914" y="1793"/>
                        <a:pt x="914" y="1793"/>
                      </a:cubicBezTo>
                      <a:cubicBezTo>
                        <a:pt x="914" y="1793"/>
                        <a:pt x="939" y="1796"/>
                        <a:pt x="955" y="1803"/>
                      </a:cubicBezTo>
                      <a:cubicBezTo>
                        <a:pt x="971" y="1810"/>
                        <a:pt x="983" y="1812"/>
                        <a:pt x="996" y="1811"/>
                      </a:cubicBezTo>
                      <a:cubicBezTo>
                        <a:pt x="1009" y="1810"/>
                        <a:pt x="1029" y="1815"/>
                        <a:pt x="1029" y="1815"/>
                      </a:cubicBezTo>
                      <a:cubicBezTo>
                        <a:pt x="1061" y="1835"/>
                        <a:pt x="1061" y="1835"/>
                        <a:pt x="1061" y="1835"/>
                      </a:cubicBezTo>
                      <a:cubicBezTo>
                        <a:pt x="1061" y="1835"/>
                        <a:pt x="1061" y="1846"/>
                        <a:pt x="1080" y="1846"/>
                      </a:cubicBezTo>
                      <a:cubicBezTo>
                        <a:pt x="1099" y="1846"/>
                        <a:pt x="1091" y="1837"/>
                        <a:pt x="1109" y="1835"/>
                      </a:cubicBezTo>
                      <a:cubicBezTo>
                        <a:pt x="1127" y="1833"/>
                        <a:pt x="1137" y="1848"/>
                        <a:pt x="1137" y="1848"/>
                      </a:cubicBezTo>
                      <a:cubicBezTo>
                        <a:pt x="1157" y="1851"/>
                        <a:pt x="1157" y="1851"/>
                        <a:pt x="1157" y="1851"/>
                      </a:cubicBezTo>
                      <a:cubicBezTo>
                        <a:pt x="1157" y="1851"/>
                        <a:pt x="1152" y="1869"/>
                        <a:pt x="1152" y="1868"/>
                      </a:cubicBezTo>
                      <a:cubicBezTo>
                        <a:pt x="1169" y="1869"/>
                        <a:pt x="1180" y="1879"/>
                        <a:pt x="1187" y="1886"/>
                      </a:cubicBezTo>
                      <a:cubicBezTo>
                        <a:pt x="1187" y="1886"/>
                        <a:pt x="1187" y="1886"/>
                        <a:pt x="1187" y="1886"/>
                      </a:cubicBezTo>
                      <a:cubicBezTo>
                        <a:pt x="1194" y="1885"/>
                        <a:pt x="1205" y="1886"/>
                        <a:pt x="1214" y="1892"/>
                      </a:cubicBezTo>
                      <a:cubicBezTo>
                        <a:pt x="1227" y="1901"/>
                        <a:pt x="1236" y="1923"/>
                        <a:pt x="1252" y="1921"/>
                      </a:cubicBezTo>
                      <a:cubicBezTo>
                        <a:pt x="1268" y="1919"/>
                        <a:pt x="1262" y="1907"/>
                        <a:pt x="1262" y="1907"/>
                      </a:cubicBezTo>
                      <a:cubicBezTo>
                        <a:pt x="1262" y="1907"/>
                        <a:pt x="1278" y="1910"/>
                        <a:pt x="1279" y="1903"/>
                      </a:cubicBezTo>
                      <a:cubicBezTo>
                        <a:pt x="1280" y="1896"/>
                        <a:pt x="1281" y="1885"/>
                        <a:pt x="1281" y="1885"/>
                      </a:cubicBezTo>
                      <a:cubicBezTo>
                        <a:pt x="1274" y="1882"/>
                        <a:pt x="1274" y="1882"/>
                        <a:pt x="1274" y="1882"/>
                      </a:cubicBezTo>
                      <a:cubicBezTo>
                        <a:pt x="1274" y="1882"/>
                        <a:pt x="1269" y="1868"/>
                        <a:pt x="1264" y="1860"/>
                      </a:cubicBezTo>
                      <a:cubicBezTo>
                        <a:pt x="1259" y="1852"/>
                        <a:pt x="1240" y="1848"/>
                        <a:pt x="1240" y="1848"/>
                      </a:cubicBezTo>
                      <a:cubicBezTo>
                        <a:pt x="1240" y="1833"/>
                        <a:pt x="1240" y="1833"/>
                        <a:pt x="1240" y="1833"/>
                      </a:cubicBezTo>
                      <a:cubicBezTo>
                        <a:pt x="1240" y="1833"/>
                        <a:pt x="1232" y="1829"/>
                        <a:pt x="1223" y="1818"/>
                      </a:cubicBezTo>
                      <a:cubicBezTo>
                        <a:pt x="1214" y="1807"/>
                        <a:pt x="1226" y="1793"/>
                        <a:pt x="1221" y="1780"/>
                      </a:cubicBezTo>
                      <a:cubicBezTo>
                        <a:pt x="1216" y="1767"/>
                        <a:pt x="1195" y="1753"/>
                        <a:pt x="1195" y="1753"/>
                      </a:cubicBezTo>
                      <a:cubicBezTo>
                        <a:pt x="1195" y="1753"/>
                        <a:pt x="1186" y="1752"/>
                        <a:pt x="1177" y="1747"/>
                      </a:cubicBezTo>
                      <a:cubicBezTo>
                        <a:pt x="1168" y="1742"/>
                        <a:pt x="1190" y="1721"/>
                        <a:pt x="1190" y="1721"/>
                      </a:cubicBezTo>
                      <a:cubicBezTo>
                        <a:pt x="1190" y="1721"/>
                        <a:pt x="1205" y="1708"/>
                        <a:pt x="1208" y="1701"/>
                      </a:cubicBezTo>
                      <a:cubicBezTo>
                        <a:pt x="1211" y="1694"/>
                        <a:pt x="1197" y="1679"/>
                        <a:pt x="1197" y="1679"/>
                      </a:cubicBezTo>
                      <a:cubicBezTo>
                        <a:pt x="1197" y="1679"/>
                        <a:pt x="1211" y="1685"/>
                        <a:pt x="1214" y="1685"/>
                      </a:cubicBezTo>
                      <a:cubicBezTo>
                        <a:pt x="1217" y="1685"/>
                        <a:pt x="1229" y="1684"/>
                        <a:pt x="1232" y="1678"/>
                      </a:cubicBezTo>
                      <a:cubicBezTo>
                        <a:pt x="1235" y="1672"/>
                        <a:pt x="1238" y="1678"/>
                        <a:pt x="1250" y="1676"/>
                      </a:cubicBezTo>
                      <a:cubicBezTo>
                        <a:pt x="1262" y="1674"/>
                        <a:pt x="1245" y="1661"/>
                        <a:pt x="1245" y="1661"/>
                      </a:cubicBezTo>
                      <a:cubicBezTo>
                        <a:pt x="1245" y="1661"/>
                        <a:pt x="1261" y="1662"/>
                        <a:pt x="1264" y="1662"/>
                      </a:cubicBezTo>
                      <a:cubicBezTo>
                        <a:pt x="1266" y="1662"/>
                        <a:pt x="1265" y="1652"/>
                        <a:pt x="1264" y="1649"/>
                      </a:cubicBezTo>
                      <a:cubicBezTo>
                        <a:pt x="1257" y="1647"/>
                        <a:pt x="1231" y="1638"/>
                        <a:pt x="1231" y="1631"/>
                      </a:cubicBezTo>
                      <a:cubicBezTo>
                        <a:pt x="1231" y="1623"/>
                        <a:pt x="1254" y="1632"/>
                        <a:pt x="1254" y="1624"/>
                      </a:cubicBezTo>
                      <a:cubicBezTo>
                        <a:pt x="1254" y="1616"/>
                        <a:pt x="1215" y="1576"/>
                        <a:pt x="1210" y="1574"/>
                      </a:cubicBezTo>
                      <a:cubicBezTo>
                        <a:pt x="1205" y="1571"/>
                        <a:pt x="1181" y="1580"/>
                        <a:pt x="1169" y="1575"/>
                      </a:cubicBezTo>
                      <a:cubicBezTo>
                        <a:pt x="1157" y="1570"/>
                        <a:pt x="1171" y="1555"/>
                        <a:pt x="1159" y="1550"/>
                      </a:cubicBezTo>
                      <a:cubicBezTo>
                        <a:pt x="1147" y="1544"/>
                        <a:pt x="1137" y="1554"/>
                        <a:pt x="1137" y="1538"/>
                      </a:cubicBezTo>
                      <a:cubicBezTo>
                        <a:pt x="1137" y="1522"/>
                        <a:pt x="1145" y="1510"/>
                        <a:pt x="1145" y="1502"/>
                      </a:cubicBezTo>
                      <a:cubicBezTo>
                        <a:pt x="1145" y="1494"/>
                        <a:pt x="1139" y="1488"/>
                        <a:pt x="1139" y="1488"/>
                      </a:cubicBezTo>
                      <a:cubicBezTo>
                        <a:pt x="1137" y="1464"/>
                        <a:pt x="1137" y="1464"/>
                        <a:pt x="1137" y="1464"/>
                      </a:cubicBezTo>
                      <a:cubicBezTo>
                        <a:pt x="1137" y="1464"/>
                        <a:pt x="1150" y="1467"/>
                        <a:pt x="1150" y="1459"/>
                      </a:cubicBezTo>
                      <a:cubicBezTo>
                        <a:pt x="1150" y="1451"/>
                        <a:pt x="1142" y="1432"/>
                        <a:pt x="1154" y="1431"/>
                      </a:cubicBezTo>
                      <a:cubicBezTo>
                        <a:pt x="1166" y="1430"/>
                        <a:pt x="1194" y="1472"/>
                        <a:pt x="1209" y="1458"/>
                      </a:cubicBezTo>
                      <a:cubicBezTo>
                        <a:pt x="1223" y="1443"/>
                        <a:pt x="1205" y="1428"/>
                        <a:pt x="1205" y="1428"/>
                      </a:cubicBezTo>
                      <a:cubicBezTo>
                        <a:pt x="1223" y="1419"/>
                        <a:pt x="1223" y="1419"/>
                        <a:pt x="1223" y="1419"/>
                      </a:cubicBezTo>
                      <a:cubicBezTo>
                        <a:pt x="1223" y="1404"/>
                        <a:pt x="1223" y="1404"/>
                        <a:pt x="1223" y="1404"/>
                      </a:cubicBezTo>
                      <a:cubicBezTo>
                        <a:pt x="1223" y="1404"/>
                        <a:pt x="1251" y="1399"/>
                        <a:pt x="1259" y="1388"/>
                      </a:cubicBezTo>
                      <a:cubicBezTo>
                        <a:pt x="1267" y="1378"/>
                        <a:pt x="1245" y="1370"/>
                        <a:pt x="1267" y="1368"/>
                      </a:cubicBezTo>
                      <a:cubicBezTo>
                        <a:pt x="1290" y="1367"/>
                        <a:pt x="1282" y="1380"/>
                        <a:pt x="1298" y="1380"/>
                      </a:cubicBezTo>
                      <a:cubicBezTo>
                        <a:pt x="1314" y="1380"/>
                        <a:pt x="1327" y="1367"/>
                        <a:pt x="1334" y="1367"/>
                      </a:cubicBezTo>
                      <a:cubicBezTo>
                        <a:pt x="1341" y="1367"/>
                        <a:pt x="1342" y="1380"/>
                        <a:pt x="1351" y="1382"/>
                      </a:cubicBezTo>
                      <a:cubicBezTo>
                        <a:pt x="1361" y="1383"/>
                        <a:pt x="1385" y="1378"/>
                        <a:pt x="1389" y="1382"/>
                      </a:cubicBezTo>
                      <a:cubicBezTo>
                        <a:pt x="1393" y="1386"/>
                        <a:pt x="1395" y="1398"/>
                        <a:pt x="1395" y="1398"/>
                      </a:cubicBezTo>
                      <a:cubicBezTo>
                        <a:pt x="1419" y="1396"/>
                        <a:pt x="1419" y="1396"/>
                        <a:pt x="1419" y="1396"/>
                      </a:cubicBezTo>
                      <a:cubicBezTo>
                        <a:pt x="1426" y="1416"/>
                        <a:pt x="1426" y="1416"/>
                        <a:pt x="1426" y="1416"/>
                      </a:cubicBezTo>
                      <a:cubicBezTo>
                        <a:pt x="1426" y="1416"/>
                        <a:pt x="1434" y="1436"/>
                        <a:pt x="1442" y="1430"/>
                      </a:cubicBezTo>
                      <a:cubicBezTo>
                        <a:pt x="1450" y="1423"/>
                        <a:pt x="1427" y="1406"/>
                        <a:pt x="1438" y="1403"/>
                      </a:cubicBezTo>
                      <a:cubicBezTo>
                        <a:pt x="1449" y="1400"/>
                        <a:pt x="1490" y="1431"/>
                        <a:pt x="1493" y="1427"/>
                      </a:cubicBezTo>
                      <a:cubicBezTo>
                        <a:pt x="1495" y="1423"/>
                        <a:pt x="1513" y="1403"/>
                        <a:pt x="1522" y="1402"/>
                      </a:cubicBezTo>
                      <a:cubicBezTo>
                        <a:pt x="1531" y="1400"/>
                        <a:pt x="1542" y="1416"/>
                        <a:pt x="1558" y="1412"/>
                      </a:cubicBezTo>
                      <a:cubicBezTo>
                        <a:pt x="1574" y="1408"/>
                        <a:pt x="1585" y="1399"/>
                        <a:pt x="1593" y="1400"/>
                      </a:cubicBezTo>
                      <a:cubicBezTo>
                        <a:pt x="1601" y="1402"/>
                        <a:pt x="1613" y="1423"/>
                        <a:pt x="1623" y="1424"/>
                      </a:cubicBezTo>
                      <a:cubicBezTo>
                        <a:pt x="1634" y="1426"/>
                        <a:pt x="1657" y="1430"/>
                        <a:pt x="1657" y="1430"/>
                      </a:cubicBezTo>
                      <a:cubicBezTo>
                        <a:pt x="1663" y="1414"/>
                        <a:pt x="1663" y="1414"/>
                        <a:pt x="1663" y="1414"/>
                      </a:cubicBezTo>
                      <a:cubicBezTo>
                        <a:pt x="1663" y="1414"/>
                        <a:pt x="1723" y="1444"/>
                        <a:pt x="1719" y="1406"/>
                      </a:cubicBezTo>
                      <a:cubicBezTo>
                        <a:pt x="1715" y="1367"/>
                        <a:pt x="1665" y="1370"/>
                        <a:pt x="1665" y="1370"/>
                      </a:cubicBezTo>
                      <a:cubicBezTo>
                        <a:pt x="1642" y="1350"/>
                        <a:pt x="1642" y="1350"/>
                        <a:pt x="1642" y="1350"/>
                      </a:cubicBezTo>
                      <a:cubicBezTo>
                        <a:pt x="1642" y="1350"/>
                        <a:pt x="1675" y="1344"/>
                        <a:pt x="1677" y="1338"/>
                      </a:cubicBezTo>
                      <a:cubicBezTo>
                        <a:pt x="1678" y="1331"/>
                        <a:pt x="1665" y="1314"/>
                        <a:pt x="1665" y="1314"/>
                      </a:cubicBezTo>
                      <a:cubicBezTo>
                        <a:pt x="1671" y="1303"/>
                        <a:pt x="1671" y="1303"/>
                        <a:pt x="1671" y="1303"/>
                      </a:cubicBezTo>
                      <a:cubicBezTo>
                        <a:pt x="1671" y="1303"/>
                        <a:pt x="1709" y="1310"/>
                        <a:pt x="1709" y="1303"/>
                      </a:cubicBezTo>
                      <a:cubicBezTo>
                        <a:pt x="1709" y="1296"/>
                        <a:pt x="1666" y="1288"/>
                        <a:pt x="1666" y="1288"/>
                      </a:cubicBezTo>
                      <a:cubicBezTo>
                        <a:pt x="1677" y="1276"/>
                        <a:pt x="1677" y="1276"/>
                        <a:pt x="1677" y="1276"/>
                      </a:cubicBezTo>
                      <a:cubicBezTo>
                        <a:pt x="1658" y="1275"/>
                        <a:pt x="1658" y="1275"/>
                        <a:pt x="1658" y="1275"/>
                      </a:cubicBezTo>
                      <a:cubicBezTo>
                        <a:pt x="1658" y="1275"/>
                        <a:pt x="1642" y="1256"/>
                        <a:pt x="1687" y="1250"/>
                      </a:cubicBezTo>
                      <a:cubicBezTo>
                        <a:pt x="1733" y="1243"/>
                        <a:pt x="1765" y="1244"/>
                        <a:pt x="1765" y="1244"/>
                      </a:cubicBezTo>
                      <a:cubicBezTo>
                        <a:pt x="1769" y="1232"/>
                        <a:pt x="1769" y="1232"/>
                        <a:pt x="1769" y="1232"/>
                      </a:cubicBezTo>
                      <a:cubicBezTo>
                        <a:pt x="1811" y="1232"/>
                        <a:pt x="1811" y="1232"/>
                        <a:pt x="1811" y="1232"/>
                      </a:cubicBezTo>
                      <a:cubicBezTo>
                        <a:pt x="1811" y="1232"/>
                        <a:pt x="1811" y="1216"/>
                        <a:pt x="1819" y="1216"/>
                      </a:cubicBezTo>
                      <a:cubicBezTo>
                        <a:pt x="1827" y="1216"/>
                        <a:pt x="1855" y="1220"/>
                        <a:pt x="1877" y="1215"/>
                      </a:cubicBezTo>
                      <a:cubicBezTo>
                        <a:pt x="1898" y="1210"/>
                        <a:pt x="1918" y="1203"/>
                        <a:pt x="1918" y="1203"/>
                      </a:cubicBezTo>
                      <a:cubicBezTo>
                        <a:pt x="1918" y="1203"/>
                        <a:pt x="1915" y="1183"/>
                        <a:pt x="1949" y="1182"/>
                      </a:cubicBezTo>
                      <a:cubicBezTo>
                        <a:pt x="1982" y="1180"/>
                        <a:pt x="1995" y="1191"/>
                        <a:pt x="2001" y="1191"/>
                      </a:cubicBezTo>
                      <a:cubicBezTo>
                        <a:pt x="2006" y="1191"/>
                        <a:pt x="2013" y="1182"/>
                        <a:pt x="2021" y="1187"/>
                      </a:cubicBezTo>
                      <a:cubicBezTo>
                        <a:pt x="2029" y="1192"/>
                        <a:pt x="2034" y="1210"/>
                        <a:pt x="2034" y="1210"/>
                      </a:cubicBezTo>
                      <a:cubicBezTo>
                        <a:pt x="2034" y="1210"/>
                        <a:pt x="2046" y="1210"/>
                        <a:pt x="2046" y="1216"/>
                      </a:cubicBezTo>
                      <a:cubicBezTo>
                        <a:pt x="2046" y="1223"/>
                        <a:pt x="2045" y="1244"/>
                        <a:pt x="2050" y="1244"/>
                      </a:cubicBezTo>
                      <a:cubicBezTo>
                        <a:pt x="2055" y="1244"/>
                        <a:pt x="2083" y="1240"/>
                        <a:pt x="2083" y="1240"/>
                      </a:cubicBezTo>
                      <a:cubicBezTo>
                        <a:pt x="2090" y="1230"/>
                        <a:pt x="2090" y="1230"/>
                        <a:pt x="2090" y="1230"/>
                      </a:cubicBezTo>
                      <a:cubicBezTo>
                        <a:pt x="2109" y="1251"/>
                        <a:pt x="2109" y="1251"/>
                        <a:pt x="2109" y="1251"/>
                      </a:cubicBezTo>
                      <a:cubicBezTo>
                        <a:pt x="2122" y="1243"/>
                        <a:pt x="2122" y="1243"/>
                        <a:pt x="2122" y="1243"/>
                      </a:cubicBezTo>
                      <a:cubicBezTo>
                        <a:pt x="2139" y="1254"/>
                        <a:pt x="2139" y="1254"/>
                        <a:pt x="2139" y="1254"/>
                      </a:cubicBezTo>
                      <a:cubicBezTo>
                        <a:pt x="2139" y="1254"/>
                        <a:pt x="2145" y="1242"/>
                        <a:pt x="2154" y="1251"/>
                      </a:cubicBezTo>
                      <a:cubicBezTo>
                        <a:pt x="2163" y="1260"/>
                        <a:pt x="2142" y="1276"/>
                        <a:pt x="2153" y="1278"/>
                      </a:cubicBezTo>
                      <a:cubicBezTo>
                        <a:pt x="2163" y="1279"/>
                        <a:pt x="2165" y="1266"/>
                        <a:pt x="2171" y="1268"/>
                      </a:cubicBezTo>
                      <a:cubicBezTo>
                        <a:pt x="2178" y="1271"/>
                        <a:pt x="2193" y="1287"/>
                        <a:pt x="2201" y="1280"/>
                      </a:cubicBezTo>
                      <a:cubicBezTo>
                        <a:pt x="2209" y="1274"/>
                        <a:pt x="2201" y="1266"/>
                        <a:pt x="2207" y="1262"/>
                      </a:cubicBezTo>
                      <a:cubicBezTo>
                        <a:pt x="2214" y="1258"/>
                        <a:pt x="2222" y="1256"/>
                        <a:pt x="2222" y="1256"/>
                      </a:cubicBezTo>
                      <a:cubicBezTo>
                        <a:pt x="2231" y="1246"/>
                        <a:pt x="2231" y="1246"/>
                        <a:pt x="2231" y="1246"/>
                      </a:cubicBezTo>
                      <a:cubicBezTo>
                        <a:pt x="2255" y="1238"/>
                        <a:pt x="2255" y="1238"/>
                        <a:pt x="2255" y="1238"/>
                      </a:cubicBezTo>
                      <a:cubicBezTo>
                        <a:pt x="2255" y="1238"/>
                        <a:pt x="2267" y="1216"/>
                        <a:pt x="2275" y="1227"/>
                      </a:cubicBezTo>
                      <a:cubicBezTo>
                        <a:pt x="2283" y="1238"/>
                        <a:pt x="2263" y="1250"/>
                        <a:pt x="2263" y="1250"/>
                      </a:cubicBezTo>
                      <a:cubicBezTo>
                        <a:pt x="2263" y="1250"/>
                        <a:pt x="2331" y="1282"/>
                        <a:pt x="2337" y="1284"/>
                      </a:cubicBezTo>
                      <a:cubicBezTo>
                        <a:pt x="2342" y="1287"/>
                        <a:pt x="2414" y="1354"/>
                        <a:pt x="2429" y="1367"/>
                      </a:cubicBezTo>
                      <a:cubicBezTo>
                        <a:pt x="2443" y="1380"/>
                        <a:pt x="2467" y="1419"/>
                        <a:pt x="2485" y="1416"/>
                      </a:cubicBezTo>
                      <a:cubicBezTo>
                        <a:pt x="2502" y="1414"/>
                        <a:pt x="2498" y="1384"/>
                        <a:pt x="2509" y="1387"/>
                      </a:cubicBezTo>
                      <a:cubicBezTo>
                        <a:pt x="2519" y="1390"/>
                        <a:pt x="2515" y="1406"/>
                        <a:pt x="2519" y="1407"/>
                      </a:cubicBezTo>
                      <a:cubicBezTo>
                        <a:pt x="2523" y="1408"/>
                        <a:pt x="2541" y="1410"/>
                        <a:pt x="2541" y="1410"/>
                      </a:cubicBezTo>
                      <a:cubicBezTo>
                        <a:pt x="2541" y="1410"/>
                        <a:pt x="2555" y="1426"/>
                        <a:pt x="2567" y="1424"/>
                      </a:cubicBezTo>
                      <a:cubicBezTo>
                        <a:pt x="2579" y="1423"/>
                        <a:pt x="2595" y="1402"/>
                        <a:pt x="2618" y="1406"/>
                      </a:cubicBezTo>
                      <a:cubicBezTo>
                        <a:pt x="2641" y="1410"/>
                        <a:pt x="2662" y="1439"/>
                        <a:pt x="2662" y="1439"/>
                      </a:cubicBezTo>
                      <a:cubicBezTo>
                        <a:pt x="2662" y="1439"/>
                        <a:pt x="2697" y="1444"/>
                        <a:pt x="2698" y="1448"/>
                      </a:cubicBezTo>
                      <a:cubicBezTo>
                        <a:pt x="2699" y="1452"/>
                        <a:pt x="2715" y="1480"/>
                        <a:pt x="2715" y="1480"/>
                      </a:cubicBezTo>
                      <a:cubicBezTo>
                        <a:pt x="2762" y="1484"/>
                        <a:pt x="2762" y="1484"/>
                        <a:pt x="2762" y="1484"/>
                      </a:cubicBezTo>
                      <a:cubicBezTo>
                        <a:pt x="2773" y="1462"/>
                        <a:pt x="2773" y="1462"/>
                        <a:pt x="2773" y="1462"/>
                      </a:cubicBezTo>
                      <a:cubicBezTo>
                        <a:pt x="2786" y="1478"/>
                        <a:pt x="2786" y="1478"/>
                        <a:pt x="2786" y="1478"/>
                      </a:cubicBezTo>
                      <a:cubicBezTo>
                        <a:pt x="2810" y="1504"/>
                        <a:pt x="2810" y="1504"/>
                        <a:pt x="2810" y="1504"/>
                      </a:cubicBezTo>
                      <a:cubicBezTo>
                        <a:pt x="2815" y="1505"/>
                        <a:pt x="2819" y="1506"/>
                        <a:pt x="2819" y="1506"/>
                      </a:cubicBezTo>
                      <a:cubicBezTo>
                        <a:pt x="2819" y="1506"/>
                        <a:pt x="2832" y="1499"/>
                        <a:pt x="2840" y="1503"/>
                      </a:cubicBezTo>
                      <a:cubicBezTo>
                        <a:pt x="2847" y="1496"/>
                        <a:pt x="2847" y="1496"/>
                        <a:pt x="2847" y="1496"/>
                      </a:cubicBezTo>
                      <a:cubicBezTo>
                        <a:pt x="2846" y="1484"/>
                        <a:pt x="2846" y="1484"/>
                        <a:pt x="2846" y="1484"/>
                      </a:cubicBezTo>
                      <a:cubicBezTo>
                        <a:pt x="2887" y="1484"/>
                        <a:pt x="2887" y="1484"/>
                        <a:pt x="2887" y="1484"/>
                      </a:cubicBezTo>
                      <a:cubicBezTo>
                        <a:pt x="2885" y="1475"/>
                        <a:pt x="2885" y="1475"/>
                        <a:pt x="2885" y="1475"/>
                      </a:cubicBezTo>
                      <a:cubicBezTo>
                        <a:pt x="2901" y="1475"/>
                        <a:pt x="2901" y="1475"/>
                        <a:pt x="2901" y="1475"/>
                      </a:cubicBezTo>
                      <a:cubicBezTo>
                        <a:pt x="2901" y="1475"/>
                        <a:pt x="2892" y="1473"/>
                        <a:pt x="2901" y="1463"/>
                      </a:cubicBezTo>
                      <a:cubicBezTo>
                        <a:pt x="2910" y="1453"/>
                        <a:pt x="2921" y="1445"/>
                        <a:pt x="2921" y="1445"/>
                      </a:cubicBezTo>
                      <a:cubicBezTo>
                        <a:pt x="2930" y="1446"/>
                        <a:pt x="2930" y="1446"/>
                        <a:pt x="2930" y="1446"/>
                      </a:cubicBezTo>
                      <a:cubicBezTo>
                        <a:pt x="2941" y="1433"/>
                        <a:pt x="2941" y="1433"/>
                        <a:pt x="2941" y="1433"/>
                      </a:cubicBezTo>
                      <a:cubicBezTo>
                        <a:pt x="2957" y="1433"/>
                        <a:pt x="2957" y="1433"/>
                        <a:pt x="2957" y="1433"/>
                      </a:cubicBezTo>
                      <a:cubicBezTo>
                        <a:pt x="2957" y="1433"/>
                        <a:pt x="2958" y="1416"/>
                        <a:pt x="2965" y="1416"/>
                      </a:cubicBezTo>
                      <a:cubicBezTo>
                        <a:pt x="2972" y="1416"/>
                        <a:pt x="2981" y="1422"/>
                        <a:pt x="2981" y="1422"/>
                      </a:cubicBezTo>
                      <a:cubicBezTo>
                        <a:pt x="2993" y="1415"/>
                        <a:pt x="2993" y="1415"/>
                        <a:pt x="2993" y="1415"/>
                      </a:cubicBezTo>
                      <a:cubicBezTo>
                        <a:pt x="2993" y="1415"/>
                        <a:pt x="2993" y="1420"/>
                        <a:pt x="2996" y="1420"/>
                      </a:cubicBezTo>
                      <a:cubicBezTo>
                        <a:pt x="2999" y="1420"/>
                        <a:pt x="3015" y="1420"/>
                        <a:pt x="3015" y="1420"/>
                      </a:cubicBezTo>
                      <a:cubicBezTo>
                        <a:pt x="3020" y="1431"/>
                        <a:pt x="3020" y="1431"/>
                        <a:pt x="3020" y="1431"/>
                      </a:cubicBezTo>
                      <a:cubicBezTo>
                        <a:pt x="3020" y="1431"/>
                        <a:pt x="3064" y="1427"/>
                        <a:pt x="3071" y="1427"/>
                      </a:cubicBezTo>
                      <a:cubicBezTo>
                        <a:pt x="3078" y="1427"/>
                        <a:pt x="3076" y="1440"/>
                        <a:pt x="3085" y="1447"/>
                      </a:cubicBezTo>
                      <a:cubicBezTo>
                        <a:pt x="3094" y="1454"/>
                        <a:pt x="3116" y="1452"/>
                        <a:pt x="3116" y="1452"/>
                      </a:cubicBezTo>
                      <a:cubicBezTo>
                        <a:pt x="3118" y="1461"/>
                        <a:pt x="3118" y="1461"/>
                        <a:pt x="3118" y="1461"/>
                      </a:cubicBezTo>
                      <a:cubicBezTo>
                        <a:pt x="3137" y="1458"/>
                        <a:pt x="3137" y="1458"/>
                        <a:pt x="3137" y="1458"/>
                      </a:cubicBezTo>
                      <a:cubicBezTo>
                        <a:pt x="3139" y="1463"/>
                        <a:pt x="3139" y="1463"/>
                        <a:pt x="3139" y="1463"/>
                      </a:cubicBezTo>
                      <a:cubicBezTo>
                        <a:pt x="3139" y="1463"/>
                        <a:pt x="3141" y="1457"/>
                        <a:pt x="3152" y="1456"/>
                      </a:cubicBezTo>
                      <a:cubicBezTo>
                        <a:pt x="3163" y="1455"/>
                        <a:pt x="3172" y="1456"/>
                        <a:pt x="3172" y="1456"/>
                      </a:cubicBezTo>
                      <a:cubicBezTo>
                        <a:pt x="3173" y="1464"/>
                        <a:pt x="3173" y="1464"/>
                        <a:pt x="3173" y="1464"/>
                      </a:cubicBezTo>
                      <a:cubicBezTo>
                        <a:pt x="3203" y="1462"/>
                        <a:pt x="3203" y="1462"/>
                        <a:pt x="3203" y="1462"/>
                      </a:cubicBezTo>
                      <a:cubicBezTo>
                        <a:pt x="3203" y="1462"/>
                        <a:pt x="3197" y="1478"/>
                        <a:pt x="3214" y="1470"/>
                      </a:cubicBezTo>
                      <a:cubicBezTo>
                        <a:pt x="3231" y="1462"/>
                        <a:pt x="3229" y="1455"/>
                        <a:pt x="3229" y="1455"/>
                      </a:cubicBezTo>
                      <a:cubicBezTo>
                        <a:pt x="3229" y="1455"/>
                        <a:pt x="3241" y="1465"/>
                        <a:pt x="3241" y="1447"/>
                      </a:cubicBezTo>
                      <a:cubicBezTo>
                        <a:pt x="3241" y="1429"/>
                        <a:pt x="3226" y="1429"/>
                        <a:pt x="3226" y="1429"/>
                      </a:cubicBezTo>
                      <a:cubicBezTo>
                        <a:pt x="3210" y="1405"/>
                        <a:pt x="3210" y="1405"/>
                        <a:pt x="3210" y="1405"/>
                      </a:cubicBezTo>
                      <a:cubicBezTo>
                        <a:pt x="3206" y="1391"/>
                        <a:pt x="3206" y="1391"/>
                        <a:pt x="3206" y="1391"/>
                      </a:cubicBezTo>
                      <a:cubicBezTo>
                        <a:pt x="3206" y="1391"/>
                        <a:pt x="3200" y="1388"/>
                        <a:pt x="3200" y="1382"/>
                      </a:cubicBezTo>
                      <a:cubicBezTo>
                        <a:pt x="3200" y="1376"/>
                        <a:pt x="3211" y="1378"/>
                        <a:pt x="3211" y="1378"/>
                      </a:cubicBezTo>
                      <a:cubicBezTo>
                        <a:pt x="3209" y="1367"/>
                        <a:pt x="3209" y="1367"/>
                        <a:pt x="3209" y="1367"/>
                      </a:cubicBezTo>
                      <a:cubicBezTo>
                        <a:pt x="3209" y="1367"/>
                        <a:pt x="3213" y="1369"/>
                        <a:pt x="3218" y="1363"/>
                      </a:cubicBezTo>
                      <a:cubicBezTo>
                        <a:pt x="3223" y="1357"/>
                        <a:pt x="3222" y="1345"/>
                        <a:pt x="3222" y="1345"/>
                      </a:cubicBezTo>
                      <a:cubicBezTo>
                        <a:pt x="3231" y="1347"/>
                        <a:pt x="3231" y="1347"/>
                        <a:pt x="3231" y="1347"/>
                      </a:cubicBezTo>
                      <a:cubicBezTo>
                        <a:pt x="3231" y="1347"/>
                        <a:pt x="3254" y="1364"/>
                        <a:pt x="3272" y="1366"/>
                      </a:cubicBezTo>
                      <a:cubicBezTo>
                        <a:pt x="3290" y="1368"/>
                        <a:pt x="3310" y="1367"/>
                        <a:pt x="3310" y="1367"/>
                      </a:cubicBezTo>
                      <a:cubicBezTo>
                        <a:pt x="3310" y="1367"/>
                        <a:pt x="3329" y="1381"/>
                        <a:pt x="3339" y="1383"/>
                      </a:cubicBezTo>
                      <a:cubicBezTo>
                        <a:pt x="3349" y="1385"/>
                        <a:pt x="3361" y="1372"/>
                        <a:pt x="3370" y="1383"/>
                      </a:cubicBezTo>
                      <a:cubicBezTo>
                        <a:pt x="3379" y="1394"/>
                        <a:pt x="3401" y="1428"/>
                        <a:pt x="3401" y="1428"/>
                      </a:cubicBezTo>
                      <a:cubicBezTo>
                        <a:pt x="3416" y="1425"/>
                        <a:pt x="3416" y="1425"/>
                        <a:pt x="3416" y="1425"/>
                      </a:cubicBezTo>
                      <a:cubicBezTo>
                        <a:pt x="3416" y="1425"/>
                        <a:pt x="3418" y="1441"/>
                        <a:pt x="3428" y="1441"/>
                      </a:cubicBezTo>
                      <a:cubicBezTo>
                        <a:pt x="3438" y="1441"/>
                        <a:pt x="3445" y="1440"/>
                        <a:pt x="3445" y="1440"/>
                      </a:cubicBezTo>
                      <a:cubicBezTo>
                        <a:pt x="3445" y="1440"/>
                        <a:pt x="3462" y="1450"/>
                        <a:pt x="3475" y="1449"/>
                      </a:cubicBezTo>
                      <a:cubicBezTo>
                        <a:pt x="3488" y="1448"/>
                        <a:pt x="3506" y="1430"/>
                        <a:pt x="3535" y="1432"/>
                      </a:cubicBezTo>
                      <a:cubicBezTo>
                        <a:pt x="3564" y="1434"/>
                        <a:pt x="3566" y="1442"/>
                        <a:pt x="3566" y="1442"/>
                      </a:cubicBezTo>
                      <a:cubicBezTo>
                        <a:pt x="3593" y="1439"/>
                        <a:pt x="3593" y="1439"/>
                        <a:pt x="3593" y="1439"/>
                      </a:cubicBezTo>
                      <a:cubicBezTo>
                        <a:pt x="3593" y="1439"/>
                        <a:pt x="3604" y="1458"/>
                        <a:pt x="3616" y="1458"/>
                      </a:cubicBezTo>
                      <a:cubicBezTo>
                        <a:pt x="3628" y="1458"/>
                        <a:pt x="3647" y="1458"/>
                        <a:pt x="3650" y="1459"/>
                      </a:cubicBezTo>
                      <a:cubicBezTo>
                        <a:pt x="3653" y="1460"/>
                        <a:pt x="3661" y="1479"/>
                        <a:pt x="3664" y="1478"/>
                      </a:cubicBezTo>
                      <a:cubicBezTo>
                        <a:pt x="3667" y="1477"/>
                        <a:pt x="3678" y="1480"/>
                        <a:pt x="3678" y="1480"/>
                      </a:cubicBezTo>
                      <a:cubicBezTo>
                        <a:pt x="3678" y="1480"/>
                        <a:pt x="3673" y="1491"/>
                        <a:pt x="3693" y="1493"/>
                      </a:cubicBezTo>
                      <a:cubicBezTo>
                        <a:pt x="3713" y="1495"/>
                        <a:pt x="3723" y="1492"/>
                        <a:pt x="3723" y="1492"/>
                      </a:cubicBezTo>
                      <a:cubicBezTo>
                        <a:pt x="3723" y="1492"/>
                        <a:pt x="3730" y="1495"/>
                        <a:pt x="3733" y="1498"/>
                      </a:cubicBezTo>
                      <a:cubicBezTo>
                        <a:pt x="3736" y="1501"/>
                        <a:pt x="3760" y="1501"/>
                        <a:pt x="3760" y="1501"/>
                      </a:cubicBezTo>
                      <a:cubicBezTo>
                        <a:pt x="3760" y="1501"/>
                        <a:pt x="3772" y="1494"/>
                        <a:pt x="3776" y="1496"/>
                      </a:cubicBezTo>
                      <a:cubicBezTo>
                        <a:pt x="3780" y="1498"/>
                        <a:pt x="3788" y="1507"/>
                        <a:pt x="3793" y="1501"/>
                      </a:cubicBezTo>
                      <a:cubicBezTo>
                        <a:pt x="3798" y="1495"/>
                        <a:pt x="3796" y="1490"/>
                        <a:pt x="3805" y="1488"/>
                      </a:cubicBezTo>
                      <a:cubicBezTo>
                        <a:pt x="3814" y="1486"/>
                        <a:pt x="3831" y="1487"/>
                        <a:pt x="3831" y="1487"/>
                      </a:cubicBezTo>
                      <a:cubicBezTo>
                        <a:pt x="3841" y="1482"/>
                        <a:pt x="3841" y="1482"/>
                        <a:pt x="3841" y="1482"/>
                      </a:cubicBezTo>
                      <a:cubicBezTo>
                        <a:pt x="3841" y="1482"/>
                        <a:pt x="3853" y="1485"/>
                        <a:pt x="3863" y="1481"/>
                      </a:cubicBezTo>
                      <a:cubicBezTo>
                        <a:pt x="3873" y="1477"/>
                        <a:pt x="3870" y="1466"/>
                        <a:pt x="3870" y="1466"/>
                      </a:cubicBezTo>
                      <a:cubicBezTo>
                        <a:pt x="3893" y="1443"/>
                        <a:pt x="3893" y="1443"/>
                        <a:pt x="3893" y="1443"/>
                      </a:cubicBezTo>
                      <a:cubicBezTo>
                        <a:pt x="3893" y="1443"/>
                        <a:pt x="3920" y="1447"/>
                        <a:pt x="3929" y="1447"/>
                      </a:cubicBezTo>
                      <a:cubicBezTo>
                        <a:pt x="3938" y="1447"/>
                        <a:pt x="3948" y="1463"/>
                        <a:pt x="3962" y="1463"/>
                      </a:cubicBezTo>
                      <a:cubicBezTo>
                        <a:pt x="3976" y="1463"/>
                        <a:pt x="3982" y="1456"/>
                        <a:pt x="3982" y="1456"/>
                      </a:cubicBezTo>
                      <a:cubicBezTo>
                        <a:pt x="4000" y="1459"/>
                        <a:pt x="4000" y="1459"/>
                        <a:pt x="4000" y="1459"/>
                      </a:cubicBezTo>
                      <a:cubicBezTo>
                        <a:pt x="4011" y="1462"/>
                        <a:pt x="4011" y="1462"/>
                        <a:pt x="4011" y="1462"/>
                      </a:cubicBezTo>
                      <a:cubicBezTo>
                        <a:pt x="4034" y="1476"/>
                        <a:pt x="4034" y="1476"/>
                        <a:pt x="4034" y="1476"/>
                      </a:cubicBezTo>
                      <a:cubicBezTo>
                        <a:pt x="4058" y="1477"/>
                        <a:pt x="4058" y="1477"/>
                        <a:pt x="4058" y="1477"/>
                      </a:cubicBezTo>
                      <a:cubicBezTo>
                        <a:pt x="4058" y="1477"/>
                        <a:pt x="4061" y="1482"/>
                        <a:pt x="4071" y="1482"/>
                      </a:cubicBezTo>
                      <a:cubicBezTo>
                        <a:pt x="4081" y="1482"/>
                        <a:pt x="4085" y="1460"/>
                        <a:pt x="4085" y="1460"/>
                      </a:cubicBezTo>
                      <a:cubicBezTo>
                        <a:pt x="4085" y="1460"/>
                        <a:pt x="4096" y="1465"/>
                        <a:pt x="4109" y="1457"/>
                      </a:cubicBezTo>
                      <a:cubicBezTo>
                        <a:pt x="4122" y="1449"/>
                        <a:pt x="4098" y="1439"/>
                        <a:pt x="4098" y="1439"/>
                      </a:cubicBezTo>
                      <a:cubicBezTo>
                        <a:pt x="4097" y="1414"/>
                        <a:pt x="4097" y="1414"/>
                        <a:pt x="4097" y="1414"/>
                      </a:cubicBezTo>
                      <a:cubicBezTo>
                        <a:pt x="4097" y="1395"/>
                        <a:pt x="4097" y="1395"/>
                        <a:pt x="4097" y="1395"/>
                      </a:cubicBezTo>
                      <a:cubicBezTo>
                        <a:pt x="4097" y="1395"/>
                        <a:pt x="4092" y="1377"/>
                        <a:pt x="4094" y="1368"/>
                      </a:cubicBezTo>
                      <a:cubicBezTo>
                        <a:pt x="4096" y="1359"/>
                        <a:pt x="4108" y="1354"/>
                        <a:pt x="4109" y="1348"/>
                      </a:cubicBezTo>
                      <a:cubicBezTo>
                        <a:pt x="4110" y="1342"/>
                        <a:pt x="4083" y="1327"/>
                        <a:pt x="4083" y="1327"/>
                      </a:cubicBezTo>
                      <a:cubicBezTo>
                        <a:pt x="4083" y="1327"/>
                        <a:pt x="4071" y="1325"/>
                        <a:pt x="4056" y="1322"/>
                      </a:cubicBezTo>
                      <a:cubicBezTo>
                        <a:pt x="4041" y="1319"/>
                        <a:pt x="4063" y="1304"/>
                        <a:pt x="4063" y="1304"/>
                      </a:cubicBezTo>
                      <a:cubicBezTo>
                        <a:pt x="4083" y="1284"/>
                        <a:pt x="4083" y="1284"/>
                        <a:pt x="4083" y="1284"/>
                      </a:cubicBezTo>
                      <a:cubicBezTo>
                        <a:pt x="4107" y="1281"/>
                        <a:pt x="4107" y="1281"/>
                        <a:pt x="4107" y="1281"/>
                      </a:cubicBezTo>
                      <a:cubicBezTo>
                        <a:pt x="4111" y="1273"/>
                        <a:pt x="4111" y="1273"/>
                        <a:pt x="4111" y="1273"/>
                      </a:cubicBezTo>
                      <a:cubicBezTo>
                        <a:pt x="4139" y="1275"/>
                        <a:pt x="4139" y="1275"/>
                        <a:pt x="4139" y="1275"/>
                      </a:cubicBezTo>
                      <a:cubicBezTo>
                        <a:pt x="4174" y="1268"/>
                        <a:pt x="4174" y="1268"/>
                        <a:pt x="4174" y="1268"/>
                      </a:cubicBezTo>
                      <a:cubicBezTo>
                        <a:pt x="4199" y="1281"/>
                        <a:pt x="4199" y="1281"/>
                        <a:pt x="4199" y="1281"/>
                      </a:cubicBezTo>
                      <a:cubicBezTo>
                        <a:pt x="4225" y="1298"/>
                        <a:pt x="4225" y="1298"/>
                        <a:pt x="4225" y="1298"/>
                      </a:cubicBezTo>
                      <a:cubicBezTo>
                        <a:pt x="4240" y="1295"/>
                        <a:pt x="4240" y="1295"/>
                        <a:pt x="4240" y="1295"/>
                      </a:cubicBezTo>
                      <a:cubicBezTo>
                        <a:pt x="4240" y="1295"/>
                        <a:pt x="4259" y="1296"/>
                        <a:pt x="4266" y="1297"/>
                      </a:cubicBezTo>
                      <a:cubicBezTo>
                        <a:pt x="4273" y="1298"/>
                        <a:pt x="4294" y="1312"/>
                        <a:pt x="4294" y="1312"/>
                      </a:cubicBezTo>
                      <a:cubicBezTo>
                        <a:pt x="4296" y="1321"/>
                        <a:pt x="4296" y="1321"/>
                        <a:pt x="4296" y="1321"/>
                      </a:cubicBezTo>
                      <a:cubicBezTo>
                        <a:pt x="4296" y="1321"/>
                        <a:pt x="4314" y="1331"/>
                        <a:pt x="4319" y="1335"/>
                      </a:cubicBezTo>
                      <a:cubicBezTo>
                        <a:pt x="4324" y="1339"/>
                        <a:pt x="4339" y="1344"/>
                        <a:pt x="4339" y="1344"/>
                      </a:cubicBezTo>
                      <a:cubicBezTo>
                        <a:pt x="4342" y="1363"/>
                        <a:pt x="4342" y="1363"/>
                        <a:pt x="4342" y="1363"/>
                      </a:cubicBezTo>
                      <a:cubicBezTo>
                        <a:pt x="4374" y="1380"/>
                        <a:pt x="4374" y="1380"/>
                        <a:pt x="4374" y="1380"/>
                      </a:cubicBezTo>
                      <a:cubicBezTo>
                        <a:pt x="4385" y="1402"/>
                        <a:pt x="4385" y="1402"/>
                        <a:pt x="4385" y="1402"/>
                      </a:cubicBezTo>
                      <a:cubicBezTo>
                        <a:pt x="4385" y="1402"/>
                        <a:pt x="4406" y="1404"/>
                        <a:pt x="4416" y="1413"/>
                      </a:cubicBezTo>
                      <a:cubicBezTo>
                        <a:pt x="4426" y="1422"/>
                        <a:pt x="4444" y="1446"/>
                        <a:pt x="4444" y="1446"/>
                      </a:cubicBezTo>
                      <a:cubicBezTo>
                        <a:pt x="4451" y="1446"/>
                        <a:pt x="4451" y="1446"/>
                        <a:pt x="4451" y="1446"/>
                      </a:cubicBezTo>
                      <a:cubicBezTo>
                        <a:pt x="4455" y="1462"/>
                        <a:pt x="4455" y="1462"/>
                        <a:pt x="4455" y="1462"/>
                      </a:cubicBezTo>
                      <a:cubicBezTo>
                        <a:pt x="4455" y="1462"/>
                        <a:pt x="4474" y="1472"/>
                        <a:pt x="4482" y="1477"/>
                      </a:cubicBezTo>
                      <a:cubicBezTo>
                        <a:pt x="4490" y="1482"/>
                        <a:pt x="4507" y="1481"/>
                        <a:pt x="4517" y="1479"/>
                      </a:cubicBezTo>
                      <a:cubicBezTo>
                        <a:pt x="4527" y="1477"/>
                        <a:pt x="4543" y="1493"/>
                        <a:pt x="4543" y="1493"/>
                      </a:cubicBezTo>
                      <a:cubicBezTo>
                        <a:pt x="4543" y="1493"/>
                        <a:pt x="4551" y="1486"/>
                        <a:pt x="4555" y="1486"/>
                      </a:cubicBezTo>
                      <a:cubicBezTo>
                        <a:pt x="4559" y="1486"/>
                        <a:pt x="4597" y="1514"/>
                        <a:pt x="4597" y="1514"/>
                      </a:cubicBezTo>
                      <a:cubicBezTo>
                        <a:pt x="4621" y="1514"/>
                        <a:pt x="4621" y="1514"/>
                        <a:pt x="4621" y="1514"/>
                      </a:cubicBezTo>
                      <a:cubicBezTo>
                        <a:pt x="4630" y="1533"/>
                        <a:pt x="4630" y="1533"/>
                        <a:pt x="4630" y="1533"/>
                      </a:cubicBezTo>
                      <a:cubicBezTo>
                        <a:pt x="4630" y="1533"/>
                        <a:pt x="4646" y="1534"/>
                        <a:pt x="4649" y="1541"/>
                      </a:cubicBezTo>
                      <a:cubicBezTo>
                        <a:pt x="4652" y="1548"/>
                        <a:pt x="4653" y="1556"/>
                        <a:pt x="4653" y="1556"/>
                      </a:cubicBezTo>
                      <a:cubicBezTo>
                        <a:pt x="4678" y="1576"/>
                        <a:pt x="4678" y="1576"/>
                        <a:pt x="4678" y="1576"/>
                      </a:cubicBezTo>
                      <a:cubicBezTo>
                        <a:pt x="4695" y="1572"/>
                        <a:pt x="4695" y="1572"/>
                        <a:pt x="4695" y="1572"/>
                      </a:cubicBezTo>
                      <a:cubicBezTo>
                        <a:pt x="4703" y="1582"/>
                        <a:pt x="4703" y="1582"/>
                        <a:pt x="4703" y="1582"/>
                      </a:cubicBezTo>
                      <a:cubicBezTo>
                        <a:pt x="4716" y="1581"/>
                        <a:pt x="4716" y="1581"/>
                        <a:pt x="4716" y="1581"/>
                      </a:cubicBezTo>
                      <a:cubicBezTo>
                        <a:pt x="4716" y="1574"/>
                        <a:pt x="4716" y="1574"/>
                        <a:pt x="4716" y="1574"/>
                      </a:cubicBezTo>
                      <a:cubicBezTo>
                        <a:pt x="4735" y="1576"/>
                        <a:pt x="4735" y="1576"/>
                        <a:pt x="4735" y="1576"/>
                      </a:cubicBezTo>
                      <a:cubicBezTo>
                        <a:pt x="4735" y="1576"/>
                        <a:pt x="4736" y="1565"/>
                        <a:pt x="4739" y="1560"/>
                      </a:cubicBezTo>
                      <a:cubicBezTo>
                        <a:pt x="4742" y="1555"/>
                        <a:pt x="4770" y="1556"/>
                        <a:pt x="4770" y="1556"/>
                      </a:cubicBezTo>
                      <a:cubicBezTo>
                        <a:pt x="4775" y="1542"/>
                        <a:pt x="4775" y="1542"/>
                        <a:pt x="4775" y="1542"/>
                      </a:cubicBezTo>
                      <a:cubicBezTo>
                        <a:pt x="4775" y="1542"/>
                        <a:pt x="4800" y="1536"/>
                        <a:pt x="4810" y="1544"/>
                      </a:cubicBezTo>
                      <a:cubicBezTo>
                        <a:pt x="4820" y="1552"/>
                        <a:pt x="4814" y="1565"/>
                        <a:pt x="4814" y="1565"/>
                      </a:cubicBezTo>
                      <a:cubicBezTo>
                        <a:pt x="4832" y="1573"/>
                        <a:pt x="4832" y="1573"/>
                        <a:pt x="4832" y="1573"/>
                      </a:cubicBezTo>
                      <a:cubicBezTo>
                        <a:pt x="4832" y="1593"/>
                        <a:pt x="4832" y="1593"/>
                        <a:pt x="4832" y="1593"/>
                      </a:cubicBezTo>
                      <a:cubicBezTo>
                        <a:pt x="4820" y="1598"/>
                        <a:pt x="4820" y="1598"/>
                        <a:pt x="4820" y="1598"/>
                      </a:cubicBezTo>
                      <a:cubicBezTo>
                        <a:pt x="4828" y="1608"/>
                        <a:pt x="4828" y="1608"/>
                        <a:pt x="4828" y="1608"/>
                      </a:cubicBezTo>
                      <a:cubicBezTo>
                        <a:pt x="4828" y="1620"/>
                        <a:pt x="4828" y="1620"/>
                        <a:pt x="4828" y="1620"/>
                      </a:cubicBezTo>
                      <a:cubicBezTo>
                        <a:pt x="4835" y="1630"/>
                        <a:pt x="4835" y="1630"/>
                        <a:pt x="4835" y="1630"/>
                      </a:cubicBezTo>
                      <a:cubicBezTo>
                        <a:pt x="4835" y="1643"/>
                        <a:pt x="4835" y="1643"/>
                        <a:pt x="4835" y="1643"/>
                      </a:cubicBezTo>
                      <a:cubicBezTo>
                        <a:pt x="4846" y="1650"/>
                        <a:pt x="4846" y="1650"/>
                        <a:pt x="4846" y="1650"/>
                      </a:cubicBezTo>
                      <a:cubicBezTo>
                        <a:pt x="4843" y="1667"/>
                        <a:pt x="4843" y="1667"/>
                        <a:pt x="4843" y="1667"/>
                      </a:cubicBezTo>
                      <a:cubicBezTo>
                        <a:pt x="4846" y="1684"/>
                        <a:pt x="4846" y="1684"/>
                        <a:pt x="4846" y="1684"/>
                      </a:cubicBezTo>
                      <a:cubicBezTo>
                        <a:pt x="4846" y="1684"/>
                        <a:pt x="4834" y="1688"/>
                        <a:pt x="4839" y="1700"/>
                      </a:cubicBezTo>
                      <a:cubicBezTo>
                        <a:pt x="4844" y="1712"/>
                        <a:pt x="4846" y="1713"/>
                        <a:pt x="4839" y="1719"/>
                      </a:cubicBezTo>
                      <a:cubicBezTo>
                        <a:pt x="4832" y="1725"/>
                        <a:pt x="4796" y="1702"/>
                        <a:pt x="4785" y="1707"/>
                      </a:cubicBezTo>
                      <a:cubicBezTo>
                        <a:pt x="4774" y="1712"/>
                        <a:pt x="4786" y="1718"/>
                        <a:pt x="4784" y="1723"/>
                      </a:cubicBezTo>
                      <a:cubicBezTo>
                        <a:pt x="4782" y="1728"/>
                        <a:pt x="4769" y="1719"/>
                        <a:pt x="4766" y="1729"/>
                      </a:cubicBezTo>
                      <a:cubicBezTo>
                        <a:pt x="4763" y="1739"/>
                        <a:pt x="4778" y="1740"/>
                        <a:pt x="4792" y="1753"/>
                      </a:cubicBezTo>
                      <a:cubicBezTo>
                        <a:pt x="4806" y="1766"/>
                        <a:pt x="4810" y="1785"/>
                        <a:pt x="4812" y="1791"/>
                      </a:cubicBezTo>
                      <a:cubicBezTo>
                        <a:pt x="4814" y="1797"/>
                        <a:pt x="4825" y="1808"/>
                        <a:pt x="4825" y="1808"/>
                      </a:cubicBezTo>
                      <a:cubicBezTo>
                        <a:pt x="4826" y="1831"/>
                        <a:pt x="4826" y="1831"/>
                        <a:pt x="4826" y="1831"/>
                      </a:cubicBezTo>
                      <a:cubicBezTo>
                        <a:pt x="4809" y="1827"/>
                        <a:pt x="4809" y="1827"/>
                        <a:pt x="4809" y="1827"/>
                      </a:cubicBezTo>
                      <a:cubicBezTo>
                        <a:pt x="4802" y="1845"/>
                        <a:pt x="4802" y="1845"/>
                        <a:pt x="4802" y="1845"/>
                      </a:cubicBezTo>
                      <a:cubicBezTo>
                        <a:pt x="4821" y="1851"/>
                        <a:pt x="4821" y="1851"/>
                        <a:pt x="4821" y="1851"/>
                      </a:cubicBezTo>
                      <a:cubicBezTo>
                        <a:pt x="4844" y="1852"/>
                        <a:pt x="4844" y="1852"/>
                        <a:pt x="4844" y="1852"/>
                      </a:cubicBezTo>
                      <a:cubicBezTo>
                        <a:pt x="4844" y="1852"/>
                        <a:pt x="4838" y="1811"/>
                        <a:pt x="4847" y="1807"/>
                      </a:cubicBezTo>
                      <a:cubicBezTo>
                        <a:pt x="4856" y="1803"/>
                        <a:pt x="4863" y="1816"/>
                        <a:pt x="4863" y="1816"/>
                      </a:cubicBezTo>
                      <a:cubicBezTo>
                        <a:pt x="4872" y="1808"/>
                        <a:pt x="4872" y="1808"/>
                        <a:pt x="4872" y="1808"/>
                      </a:cubicBezTo>
                      <a:cubicBezTo>
                        <a:pt x="4872" y="1808"/>
                        <a:pt x="4888" y="1840"/>
                        <a:pt x="4896" y="1838"/>
                      </a:cubicBezTo>
                      <a:cubicBezTo>
                        <a:pt x="4904" y="1836"/>
                        <a:pt x="4923" y="1830"/>
                        <a:pt x="4923" y="1830"/>
                      </a:cubicBezTo>
                      <a:cubicBezTo>
                        <a:pt x="4923" y="1842"/>
                        <a:pt x="4923" y="1842"/>
                        <a:pt x="4923" y="1842"/>
                      </a:cubicBezTo>
                      <a:cubicBezTo>
                        <a:pt x="4923" y="1842"/>
                        <a:pt x="4978" y="1822"/>
                        <a:pt x="4980" y="1802"/>
                      </a:cubicBezTo>
                      <a:cubicBezTo>
                        <a:pt x="4982" y="1782"/>
                        <a:pt x="4985" y="1754"/>
                        <a:pt x="4985" y="1754"/>
                      </a:cubicBezTo>
                      <a:cubicBezTo>
                        <a:pt x="4999" y="1747"/>
                        <a:pt x="4999" y="1747"/>
                        <a:pt x="4999" y="1747"/>
                      </a:cubicBezTo>
                      <a:cubicBezTo>
                        <a:pt x="4999" y="1747"/>
                        <a:pt x="4997" y="1704"/>
                        <a:pt x="5006" y="1697"/>
                      </a:cubicBezTo>
                      <a:cubicBezTo>
                        <a:pt x="5015" y="1690"/>
                        <a:pt x="5017" y="1666"/>
                        <a:pt x="5019" y="1650"/>
                      </a:cubicBezTo>
                      <a:cubicBezTo>
                        <a:pt x="5021" y="1634"/>
                        <a:pt x="5010" y="1607"/>
                        <a:pt x="5010" y="1607"/>
                      </a:cubicBezTo>
                      <a:cubicBezTo>
                        <a:pt x="5010" y="1607"/>
                        <a:pt x="5024" y="1585"/>
                        <a:pt x="5024" y="1580"/>
                      </a:cubicBezTo>
                      <a:cubicBezTo>
                        <a:pt x="5024" y="1575"/>
                        <a:pt x="5016" y="1565"/>
                        <a:pt x="5016" y="1565"/>
                      </a:cubicBezTo>
                      <a:cubicBezTo>
                        <a:pt x="5016" y="1565"/>
                        <a:pt x="5033" y="1541"/>
                        <a:pt x="5029" y="1532"/>
                      </a:cubicBezTo>
                      <a:cubicBezTo>
                        <a:pt x="5025" y="1523"/>
                        <a:pt x="5013" y="1496"/>
                        <a:pt x="5013" y="1496"/>
                      </a:cubicBezTo>
                      <a:cubicBezTo>
                        <a:pt x="5013" y="1496"/>
                        <a:pt x="5005" y="1468"/>
                        <a:pt x="4998" y="1465"/>
                      </a:cubicBezTo>
                      <a:cubicBezTo>
                        <a:pt x="4991" y="1462"/>
                        <a:pt x="4986" y="1458"/>
                        <a:pt x="4986" y="1458"/>
                      </a:cubicBezTo>
                      <a:cubicBezTo>
                        <a:pt x="4990" y="1451"/>
                        <a:pt x="4990" y="1451"/>
                        <a:pt x="4990" y="1451"/>
                      </a:cubicBezTo>
                      <a:cubicBezTo>
                        <a:pt x="4990" y="1451"/>
                        <a:pt x="4971" y="1443"/>
                        <a:pt x="4965" y="1428"/>
                      </a:cubicBezTo>
                      <a:cubicBezTo>
                        <a:pt x="4959" y="1413"/>
                        <a:pt x="4957" y="1401"/>
                        <a:pt x="4957" y="1401"/>
                      </a:cubicBezTo>
                      <a:cubicBezTo>
                        <a:pt x="4948" y="1395"/>
                        <a:pt x="4948" y="1395"/>
                        <a:pt x="4948" y="1395"/>
                      </a:cubicBezTo>
                      <a:cubicBezTo>
                        <a:pt x="4948" y="1395"/>
                        <a:pt x="4955" y="1365"/>
                        <a:pt x="4948" y="1356"/>
                      </a:cubicBezTo>
                      <a:cubicBezTo>
                        <a:pt x="4941" y="1347"/>
                        <a:pt x="4936" y="1340"/>
                        <a:pt x="4936" y="1340"/>
                      </a:cubicBezTo>
                      <a:cubicBezTo>
                        <a:pt x="4924" y="1336"/>
                        <a:pt x="4924" y="1336"/>
                        <a:pt x="4924" y="1336"/>
                      </a:cubicBezTo>
                      <a:cubicBezTo>
                        <a:pt x="4924" y="1336"/>
                        <a:pt x="4920" y="1322"/>
                        <a:pt x="4913" y="1317"/>
                      </a:cubicBezTo>
                      <a:cubicBezTo>
                        <a:pt x="4906" y="1312"/>
                        <a:pt x="4889" y="1304"/>
                        <a:pt x="4889" y="1304"/>
                      </a:cubicBezTo>
                      <a:cubicBezTo>
                        <a:pt x="4875" y="1300"/>
                        <a:pt x="4875" y="1300"/>
                        <a:pt x="4875" y="1300"/>
                      </a:cubicBezTo>
                      <a:cubicBezTo>
                        <a:pt x="4872" y="1291"/>
                        <a:pt x="4872" y="1291"/>
                        <a:pt x="4872" y="1291"/>
                      </a:cubicBezTo>
                      <a:cubicBezTo>
                        <a:pt x="4872" y="1291"/>
                        <a:pt x="4900" y="1304"/>
                        <a:pt x="4903" y="1298"/>
                      </a:cubicBezTo>
                      <a:cubicBezTo>
                        <a:pt x="4906" y="1292"/>
                        <a:pt x="4885" y="1286"/>
                        <a:pt x="4885" y="1286"/>
                      </a:cubicBezTo>
                      <a:cubicBezTo>
                        <a:pt x="4830" y="1260"/>
                        <a:pt x="4830" y="1260"/>
                        <a:pt x="4830" y="1260"/>
                      </a:cubicBezTo>
                      <a:cubicBezTo>
                        <a:pt x="4830" y="1260"/>
                        <a:pt x="4802" y="1243"/>
                        <a:pt x="4794" y="1238"/>
                      </a:cubicBezTo>
                      <a:cubicBezTo>
                        <a:pt x="4786" y="1233"/>
                        <a:pt x="4772" y="1243"/>
                        <a:pt x="4772" y="1243"/>
                      </a:cubicBezTo>
                      <a:cubicBezTo>
                        <a:pt x="4746" y="1236"/>
                        <a:pt x="4746" y="1236"/>
                        <a:pt x="4746" y="1236"/>
                      </a:cubicBezTo>
                      <a:cubicBezTo>
                        <a:pt x="4771" y="1264"/>
                        <a:pt x="4771" y="1264"/>
                        <a:pt x="4771" y="1264"/>
                      </a:cubicBezTo>
                      <a:cubicBezTo>
                        <a:pt x="4767" y="1281"/>
                        <a:pt x="4767" y="1281"/>
                        <a:pt x="4767" y="1281"/>
                      </a:cubicBezTo>
                      <a:cubicBezTo>
                        <a:pt x="4759" y="1279"/>
                        <a:pt x="4759" y="1279"/>
                        <a:pt x="4759" y="1279"/>
                      </a:cubicBezTo>
                      <a:cubicBezTo>
                        <a:pt x="4758" y="1259"/>
                        <a:pt x="4758" y="1259"/>
                        <a:pt x="4758" y="1259"/>
                      </a:cubicBezTo>
                      <a:cubicBezTo>
                        <a:pt x="4748" y="1252"/>
                        <a:pt x="4748" y="1252"/>
                        <a:pt x="4748" y="1252"/>
                      </a:cubicBezTo>
                      <a:cubicBezTo>
                        <a:pt x="4746" y="1271"/>
                        <a:pt x="4746" y="1271"/>
                        <a:pt x="4746" y="1271"/>
                      </a:cubicBezTo>
                      <a:cubicBezTo>
                        <a:pt x="4717" y="1273"/>
                        <a:pt x="4717" y="1273"/>
                        <a:pt x="4717" y="1273"/>
                      </a:cubicBezTo>
                      <a:cubicBezTo>
                        <a:pt x="4717" y="1273"/>
                        <a:pt x="4724" y="1263"/>
                        <a:pt x="4719" y="1257"/>
                      </a:cubicBezTo>
                      <a:cubicBezTo>
                        <a:pt x="4714" y="1251"/>
                        <a:pt x="4701" y="1253"/>
                        <a:pt x="4701" y="1253"/>
                      </a:cubicBezTo>
                      <a:cubicBezTo>
                        <a:pt x="4696" y="1260"/>
                        <a:pt x="4696" y="1260"/>
                        <a:pt x="4696" y="1260"/>
                      </a:cubicBezTo>
                      <a:cubicBezTo>
                        <a:pt x="4681" y="1261"/>
                        <a:pt x="4681" y="1261"/>
                        <a:pt x="4681" y="1261"/>
                      </a:cubicBezTo>
                      <a:cubicBezTo>
                        <a:pt x="4672" y="1236"/>
                        <a:pt x="4672" y="1236"/>
                        <a:pt x="4672" y="1236"/>
                      </a:cubicBezTo>
                      <a:cubicBezTo>
                        <a:pt x="4668" y="1235"/>
                        <a:pt x="4668" y="1235"/>
                        <a:pt x="4668" y="1235"/>
                      </a:cubicBezTo>
                      <a:cubicBezTo>
                        <a:pt x="4660" y="1222"/>
                        <a:pt x="4660" y="1222"/>
                        <a:pt x="4660" y="1222"/>
                      </a:cubicBezTo>
                      <a:cubicBezTo>
                        <a:pt x="4612" y="1224"/>
                        <a:pt x="4612" y="1224"/>
                        <a:pt x="4612" y="1224"/>
                      </a:cubicBezTo>
                      <a:cubicBezTo>
                        <a:pt x="4606" y="1218"/>
                        <a:pt x="4606" y="1218"/>
                        <a:pt x="4606" y="1218"/>
                      </a:cubicBezTo>
                      <a:cubicBezTo>
                        <a:pt x="4606" y="1218"/>
                        <a:pt x="4580" y="1222"/>
                        <a:pt x="4580" y="1205"/>
                      </a:cubicBezTo>
                      <a:cubicBezTo>
                        <a:pt x="4580" y="1188"/>
                        <a:pt x="4602" y="1186"/>
                        <a:pt x="4602" y="1186"/>
                      </a:cubicBezTo>
                      <a:cubicBezTo>
                        <a:pt x="4602" y="1170"/>
                        <a:pt x="4602" y="1170"/>
                        <a:pt x="4602" y="1170"/>
                      </a:cubicBezTo>
                      <a:cubicBezTo>
                        <a:pt x="4602" y="1170"/>
                        <a:pt x="4621" y="1169"/>
                        <a:pt x="4622" y="1158"/>
                      </a:cubicBezTo>
                      <a:cubicBezTo>
                        <a:pt x="4623" y="1147"/>
                        <a:pt x="4633" y="1132"/>
                        <a:pt x="4633" y="1132"/>
                      </a:cubicBezTo>
                      <a:cubicBezTo>
                        <a:pt x="4623" y="1123"/>
                        <a:pt x="4623" y="1123"/>
                        <a:pt x="4623" y="1123"/>
                      </a:cubicBezTo>
                      <a:cubicBezTo>
                        <a:pt x="4630" y="1110"/>
                        <a:pt x="4630" y="1110"/>
                        <a:pt x="4630" y="1110"/>
                      </a:cubicBezTo>
                      <a:cubicBezTo>
                        <a:pt x="4623" y="1100"/>
                        <a:pt x="4623" y="1100"/>
                        <a:pt x="4623" y="1100"/>
                      </a:cubicBezTo>
                      <a:cubicBezTo>
                        <a:pt x="4637" y="1089"/>
                        <a:pt x="4637" y="1089"/>
                        <a:pt x="4637" y="1089"/>
                      </a:cubicBezTo>
                      <a:cubicBezTo>
                        <a:pt x="4651" y="1086"/>
                        <a:pt x="4651" y="1086"/>
                        <a:pt x="4651" y="1086"/>
                      </a:cubicBezTo>
                      <a:cubicBezTo>
                        <a:pt x="4645" y="1064"/>
                        <a:pt x="4645" y="1064"/>
                        <a:pt x="4645" y="1064"/>
                      </a:cubicBezTo>
                      <a:cubicBezTo>
                        <a:pt x="4660" y="1059"/>
                        <a:pt x="4660" y="1059"/>
                        <a:pt x="4660" y="1059"/>
                      </a:cubicBezTo>
                      <a:cubicBezTo>
                        <a:pt x="4642" y="1036"/>
                        <a:pt x="4642" y="1036"/>
                        <a:pt x="4642" y="1036"/>
                      </a:cubicBezTo>
                      <a:cubicBezTo>
                        <a:pt x="4664" y="1027"/>
                        <a:pt x="4664" y="1027"/>
                        <a:pt x="4664" y="1027"/>
                      </a:cubicBezTo>
                      <a:cubicBezTo>
                        <a:pt x="4664" y="1027"/>
                        <a:pt x="4657" y="997"/>
                        <a:pt x="4673" y="987"/>
                      </a:cubicBezTo>
                      <a:cubicBezTo>
                        <a:pt x="4689" y="977"/>
                        <a:pt x="4695" y="976"/>
                        <a:pt x="4695" y="976"/>
                      </a:cubicBezTo>
                      <a:cubicBezTo>
                        <a:pt x="4695" y="976"/>
                        <a:pt x="4720" y="980"/>
                        <a:pt x="4732" y="979"/>
                      </a:cubicBezTo>
                      <a:cubicBezTo>
                        <a:pt x="4744" y="978"/>
                        <a:pt x="4796" y="982"/>
                        <a:pt x="4796" y="982"/>
                      </a:cubicBezTo>
                      <a:cubicBezTo>
                        <a:pt x="4807" y="993"/>
                        <a:pt x="4807" y="993"/>
                        <a:pt x="4807" y="993"/>
                      </a:cubicBezTo>
                      <a:cubicBezTo>
                        <a:pt x="4820" y="988"/>
                        <a:pt x="4820" y="988"/>
                        <a:pt x="4820" y="988"/>
                      </a:cubicBezTo>
                      <a:cubicBezTo>
                        <a:pt x="4815" y="976"/>
                        <a:pt x="4815" y="976"/>
                        <a:pt x="4815" y="976"/>
                      </a:cubicBezTo>
                      <a:cubicBezTo>
                        <a:pt x="4865" y="989"/>
                        <a:pt x="4865" y="989"/>
                        <a:pt x="4865" y="989"/>
                      </a:cubicBezTo>
                      <a:cubicBezTo>
                        <a:pt x="4885" y="977"/>
                        <a:pt x="4885" y="977"/>
                        <a:pt x="4885" y="977"/>
                      </a:cubicBezTo>
                      <a:cubicBezTo>
                        <a:pt x="4904" y="992"/>
                        <a:pt x="4904" y="992"/>
                        <a:pt x="4904" y="992"/>
                      </a:cubicBezTo>
                      <a:cubicBezTo>
                        <a:pt x="4909" y="968"/>
                        <a:pt x="4909" y="968"/>
                        <a:pt x="4909" y="968"/>
                      </a:cubicBezTo>
                      <a:cubicBezTo>
                        <a:pt x="4909" y="968"/>
                        <a:pt x="4932" y="966"/>
                        <a:pt x="4948" y="967"/>
                      </a:cubicBezTo>
                      <a:cubicBezTo>
                        <a:pt x="4964" y="968"/>
                        <a:pt x="4970" y="982"/>
                        <a:pt x="4976" y="980"/>
                      </a:cubicBezTo>
                      <a:cubicBezTo>
                        <a:pt x="4982" y="978"/>
                        <a:pt x="5000" y="967"/>
                        <a:pt x="5000" y="967"/>
                      </a:cubicBezTo>
                      <a:cubicBezTo>
                        <a:pt x="5016" y="981"/>
                        <a:pt x="5016" y="981"/>
                        <a:pt x="5016" y="981"/>
                      </a:cubicBezTo>
                      <a:cubicBezTo>
                        <a:pt x="5044" y="986"/>
                        <a:pt x="5044" y="986"/>
                        <a:pt x="5044" y="986"/>
                      </a:cubicBezTo>
                      <a:cubicBezTo>
                        <a:pt x="5008" y="993"/>
                        <a:pt x="5008" y="993"/>
                        <a:pt x="5008" y="993"/>
                      </a:cubicBezTo>
                      <a:cubicBezTo>
                        <a:pt x="5008" y="993"/>
                        <a:pt x="5019" y="1014"/>
                        <a:pt x="5030" y="1009"/>
                      </a:cubicBezTo>
                      <a:cubicBezTo>
                        <a:pt x="5041" y="1004"/>
                        <a:pt x="5061" y="996"/>
                        <a:pt x="5061" y="996"/>
                      </a:cubicBezTo>
                      <a:cubicBezTo>
                        <a:pt x="5079" y="1005"/>
                        <a:pt x="5079" y="1005"/>
                        <a:pt x="5079" y="1005"/>
                      </a:cubicBezTo>
                      <a:cubicBezTo>
                        <a:pt x="5094" y="993"/>
                        <a:pt x="5094" y="993"/>
                        <a:pt x="5094" y="993"/>
                      </a:cubicBezTo>
                      <a:cubicBezTo>
                        <a:pt x="5094" y="993"/>
                        <a:pt x="5121" y="1002"/>
                        <a:pt x="5129" y="998"/>
                      </a:cubicBezTo>
                      <a:cubicBezTo>
                        <a:pt x="5137" y="994"/>
                        <a:pt x="5131" y="986"/>
                        <a:pt x="5131" y="986"/>
                      </a:cubicBezTo>
                      <a:cubicBezTo>
                        <a:pt x="5155" y="988"/>
                        <a:pt x="5155" y="988"/>
                        <a:pt x="5155" y="988"/>
                      </a:cubicBezTo>
                      <a:cubicBezTo>
                        <a:pt x="5122" y="970"/>
                        <a:pt x="5122" y="970"/>
                        <a:pt x="5122" y="970"/>
                      </a:cubicBezTo>
                      <a:cubicBezTo>
                        <a:pt x="5104" y="977"/>
                        <a:pt x="5104" y="977"/>
                        <a:pt x="5104" y="977"/>
                      </a:cubicBezTo>
                      <a:cubicBezTo>
                        <a:pt x="5099" y="965"/>
                        <a:pt x="5099" y="965"/>
                        <a:pt x="5099" y="965"/>
                      </a:cubicBezTo>
                      <a:cubicBezTo>
                        <a:pt x="5099" y="965"/>
                        <a:pt x="5084" y="942"/>
                        <a:pt x="5086" y="937"/>
                      </a:cubicBezTo>
                      <a:cubicBezTo>
                        <a:pt x="5088" y="932"/>
                        <a:pt x="5105" y="918"/>
                        <a:pt x="5105" y="918"/>
                      </a:cubicBezTo>
                      <a:cubicBezTo>
                        <a:pt x="5101" y="898"/>
                        <a:pt x="5101" y="898"/>
                        <a:pt x="5101" y="898"/>
                      </a:cubicBezTo>
                      <a:cubicBezTo>
                        <a:pt x="5110" y="890"/>
                        <a:pt x="5110" y="890"/>
                        <a:pt x="5110" y="890"/>
                      </a:cubicBezTo>
                      <a:cubicBezTo>
                        <a:pt x="5110" y="890"/>
                        <a:pt x="5084" y="877"/>
                        <a:pt x="5101" y="866"/>
                      </a:cubicBezTo>
                      <a:cubicBezTo>
                        <a:pt x="5118" y="855"/>
                        <a:pt x="5154" y="866"/>
                        <a:pt x="5154" y="866"/>
                      </a:cubicBezTo>
                      <a:cubicBezTo>
                        <a:pt x="5168" y="852"/>
                        <a:pt x="5168" y="852"/>
                        <a:pt x="5168" y="852"/>
                      </a:cubicBezTo>
                      <a:cubicBezTo>
                        <a:pt x="5190" y="871"/>
                        <a:pt x="5190" y="871"/>
                        <a:pt x="5190" y="871"/>
                      </a:cubicBezTo>
                      <a:cubicBezTo>
                        <a:pt x="5209" y="860"/>
                        <a:pt x="5209" y="860"/>
                        <a:pt x="5209" y="860"/>
                      </a:cubicBezTo>
                      <a:cubicBezTo>
                        <a:pt x="5209" y="860"/>
                        <a:pt x="5222" y="893"/>
                        <a:pt x="5229" y="896"/>
                      </a:cubicBezTo>
                      <a:cubicBezTo>
                        <a:pt x="5236" y="899"/>
                        <a:pt x="5257" y="895"/>
                        <a:pt x="5257" y="895"/>
                      </a:cubicBezTo>
                      <a:cubicBezTo>
                        <a:pt x="5257" y="895"/>
                        <a:pt x="5257" y="926"/>
                        <a:pt x="5268" y="922"/>
                      </a:cubicBezTo>
                      <a:cubicBezTo>
                        <a:pt x="5279" y="918"/>
                        <a:pt x="5294" y="878"/>
                        <a:pt x="5294" y="878"/>
                      </a:cubicBezTo>
                      <a:cubicBezTo>
                        <a:pt x="5310" y="869"/>
                        <a:pt x="5310" y="869"/>
                        <a:pt x="5310" y="869"/>
                      </a:cubicBezTo>
                      <a:cubicBezTo>
                        <a:pt x="5330" y="876"/>
                        <a:pt x="5330" y="876"/>
                        <a:pt x="5330" y="876"/>
                      </a:cubicBezTo>
                      <a:cubicBezTo>
                        <a:pt x="5329" y="867"/>
                        <a:pt x="5329" y="867"/>
                        <a:pt x="5329" y="867"/>
                      </a:cubicBezTo>
                      <a:cubicBezTo>
                        <a:pt x="5310" y="857"/>
                        <a:pt x="5310" y="857"/>
                        <a:pt x="5310" y="857"/>
                      </a:cubicBezTo>
                      <a:cubicBezTo>
                        <a:pt x="5310" y="857"/>
                        <a:pt x="5263" y="823"/>
                        <a:pt x="5274" y="822"/>
                      </a:cubicBezTo>
                      <a:cubicBezTo>
                        <a:pt x="5285" y="821"/>
                        <a:pt x="5339" y="823"/>
                        <a:pt x="5339" y="823"/>
                      </a:cubicBezTo>
                      <a:cubicBezTo>
                        <a:pt x="5373" y="823"/>
                        <a:pt x="5373" y="823"/>
                        <a:pt x="5373" y="823"/>
                      </a:cubicBezTo>
                      <a:cubicBezTo>
                        <a:pt x="5373" y="823"/>
                        <a:pt x="5376" y="837"/>
                        <a:pt x="5372" y="836"/>
                      </a:cubicBezTo>
                      <a:cubicBezTo>
                        <a:pt x="5368" y="835"/>
                        <a:pt x="5329" y="823"/>
                        <a:pt x="5331" y="837"/>
                      </a:cubicBezTo>
                      <a:cubicBezTo>
                        <a:pt x="5333" y="851"/>
                        <a:pt x="5356" y="864"/>
                        <a:pt x="5356" y="864"/>
                      </a:cubicBezTo>
                      <a:cubicBezTo>
                        <a:pt x="5358" y="881"/>
                        <a:pt x="5358" y="881"/>
                        <a:pt x="5358" y="881"/>
                      </a:cubicBezTo>
                      <a:cubicBezTo>
                        <a:pt x="5378" y="884"/>
                        <a:pt x="5378" y="884"/>
                        <a:pt x="5378" y="884"/>
                      </a:cubicBezTo>
                      <a:cubicBezTo>
                        <a:pt x="5374" y="897"/>
                        <a:pt x="5374" y="897"/>
                        <a:pt x="5374" y="897"/>
                      </a:cubicBezTo>
                      <a:cubicBezTo>
                        <a:pt x="5387" y="908"/>
                        <a:pt x="5387" y="908"/>
                        <a:pt x="5387" y="908"/>
                      </a:cubicBezTo>
                      <a:cubicBezTo>
                        <a:pt x="5369" y="911"/>
                        <a:pt x="5369" y="911"/>
                        <a:pt x="5369" y="911"/>
                      </a:cubicBezTo>
                      <a:cubicBezTo>
                        <a:pt x="5364" y="922"/>
                        <a:pt x="5364" y="922"/>
                        <a:pt x="5364" y="922"/>
                      </a:cubicBezTo>
                      <a:cubicBezTo>
                        <a:pt x="5352" y="926"/>
                        <a:pt x="5352" y="926"/>
                        <a:pt x="5352" y="926"/>
                      </a:cubicBezTo>
                      <a:cubicBezTo>
                        <a:pt x="5352" y="926"/>
                        <a:pt x="5365" y="948"/>
                        <a:pt x="5358" y="960"/>
                      </a:cubicBezTo>
                      <a:cubicBezTo>
                        <a:pt x="5351" y="972"/>
                        <a:pt x="5340" y="992"/>
                        <a:pt x="5340" y="999"/>
                      </a:cubicBezTo>
                      <a:cubicBezTo>
                        <a:pt x="5340" y="1006"/>
                        <a:pt x="5358" y="1012"/>
                        <a:pt x="5345" y="1029"/>
                      </a:cubicBezTo>
                      <a:cubicBezTo>
                        <a:pt x="5332" y="1046"/>
                        <a:pt x="5310" y="1051"/>
                        <a:pt x="5310" y="1051"/>
                      </a:cubicBezTo>
                      <a:cubicBezTo>
                        <a:pt x="5313" y="1063"/>
                        <a:pt x="5313" y="1063"/>
                        <a:pt x="5313" y="1063"/>
                      </a:cubicBezTo>
                      <a:cubicBezTo>
                        <a:pt x="5300" y="1063"/>
                        <a:pt x="5300" y="1063"/>
                        <a:pt x="5300" y="1063"/>
                      </a:cubicBezTo>
                      <a:cubicBezTo>
                        <a:pt x="5300" y="1063"/>
                        <a:pt x="5324" y="1073"/>
                        <a:pt x="5322" y="1090"/>
                      </a:cubicBezTo>
                      <a:cubicBezTo>
                        <a:pt x="5320" y="1107"/>
                        <a:pt x="5313" y="1118"/>
                        <a:pt x="5320" y="1135"/>
                      </a:cubicBezTo>
                      <a:cubicBezTo>
                        <a:pt x="5327" y="1152"/>
                        <a:pt x="5392" y="1206"/>
                        <a:pt x="5392" y="1206"/>
                      </a:cubicBezTo>
                      <a:cubicBezTo>
                        <a:pt x="5432" y="1247"/>
                        <a:pt x="5432" y="1247"/>
                        <a:pt x="5432" y="1247"/>
                      </a:cubicBezTo>
                      <a:cubicBezTo>
                        <a:pt x="5441" y="1244"/>
                        <a:pt x="5441" y="1244"/>
                        <a:pt x="5441" y="1244"/>
                      </a:cubicBezTo>
                      <a:cubicBezTo>
                        <a:pt x="5494" y="1308"/>
                        <a:pt x="5494" y="1308"/>
                        <a:pt x="5494" y="1308"/>
                      </a:cubicBezTo>
                      <a:cubicBezTo>
                        <a:pt x="5529" y="1319"/>
                        <a:pt x="5529" y="1319"/>
                        <a:pt x="5529" y="1319"/>
                      </a:cubicBezTo>
                      <a:cubicBezTo>
                        <a:pt x="5544" y="1337"/>
                        <a:pt x="5544" y="1337"/>
                        <a:pt x="5544" y="1337"/>
                      </a:cubicBezTo>
                      <a:cubicBezTo>
                        <a:pt x="5544" y="1337"/>
                        <a:pt x="5583" y="1385"/>
                        <a:pt x="5590" y="1389"/>
                      </a:cubicBezTo>
                      <a:cubicBezTo>
                        <a:pt x="5597" y="1393"/>
                        <a:pt x="5608" y="1393"/>
                        <a:pt x="5608" y="1393"/>
                      </a:cubicBezTo>
                      <a:cubicBezTo>
                        <a:pt x="5608" y="1393"/>
                        <a:pt x="5602" y="1411"/>
                        <a:pt x="5617" y="1405"/>
                      </a:cubicBezTo>
                      <a:cubicBezTo>
                        <a:pt x="5632" y="1399"/>
                        <a:pt x="5630" y="1386"/>
                        <a:pt x="5630" y="1386"/>
                      </a:cubicBezTo>
                      <a:cubicBezTo>
                        <a:pt x="5623" y="1378"/>
                        <a:pt x="5623" y="1378"/>
                        <a:pt x="5623" y="1378"/>
                      </a:cubicBezTo>
                      <a:cubicBezTo>
                        <a:pt x="5623" y="1378"/>
                        <a:pt x="5638" y="1358"/>
                        <a:pt x="5635" y="1349"/>
                      </a:cubicBezTo>
                      <a:cubicBezTo>
                        <a:pt x="5632" y="1340"/>
                        <a:pt x="5601" y="1323"/>
                        <a:pt x="5608" y="1310"/>
                      </a:cubicBezTo>
                      <a:cubicBezTo>
                        <a:pt x="5615" y="1297"/>
                        <a:pt x="5624" y="1289"/>
                        <a:pt x="5627" y="1288"/>
                      </a:cubicBezTo>
                      <a:cubicBezTo>
                        <a:pt x="5630" y="1287"/>
                        <a:pt x="5650" y="1295"/>
                        <a:pt x="5650" y="1295"/>
                      </a:cubicBezTo>
                      <a:cubicBezTo>
                        <a:pt x="5650" y="1295"/>
                        <a:pt x="5628" y="1269"/>
                        <a:pt x="5622" y="1265"/>
                      </a:cubicBezTo>
                      <a:cubicBezTo>
                        <a:pt x="5616" y="1261"/>
                        <a:pt x="5601" y="1255"/>
                        <a:pt x="5604" y="1240"/>
                      </a:cubicBezTo>
                      <a:cubicBezTo>
                        <a:pt x="5607" y="1225"/>
                        <a:pt x="5625" y="1220"/>
                        <a:pt x="5625" y="1220"/>
                      </a:cubicBezTo>
                      <a:cubicBezTo>
                        <a:pt x="5625" y="1220"/>
                        <a:pt x="5654" y="1232"/>
                        <a:pt x="5652" y="1217"/>
                      </a:cubicBezTo>
                      <a:cubicBezTo>
                        <a:pt x="5650" y="1202"/>
                        <a:pt x="5637" y="1198"/>
                        <a:pt x="5621" y="1190"/>
                      </a:cubicBezTo>
                      <a:cubicBezTo>
                        <a:pt x="5605" y="1182"/>
                        <a:pt x="5591" y="1163"/>
                        <a:pt x="5590" y="1152"/>
                      </a:cubicBezTo>
                      <a:cubicBezTo>
                        <a:pt x="5589" y="1141"/>
                        <a:pt x="5583" y="1129"/>
                        <a:pt x="5583" y="1129"/>
                      </a:cubicBezTo>
                      <a:cubicBezTo>
                        <a:pt x="5590" y="1126"/>
                        <a:pt x="5590" y="1126"/>
                        <a:pt x="5590" y="1126"/>
                      </a:cubicBezTo>
                      <a:cubicBezTo>
                        <a:pt x="5590" y="1126"/>
                        <a:pt x="5616" y="1151"/>
                        <a:pt x="5622" y="1146"/>
                      </a:cubicBezTo>
                      <a:cubicBezTo>
                        <a:pt x="5628" y="1141"/>
                        <a:pt x="5604" y="1114"/>
                        <a:pt x="5604" y="1114"/>
                      </a:cubicBezTo>
                      <a:cubicBezTo>
                        <a:pt x="5581" y="1111"/>
                        <a:pt x="5581" y="1111"/>
                        <a:pt x="5581" y="1111"/>
                      </a:cubicBezTo>
                      <a:cubicBezTo>
                        <a:pt x="5548" y="1083"/>
                        <a:pt x="5548" y="1083"/>
                        <a:pt x="5548" y="1083"/>
                      </a:cubicBezTo>
                      <a:cubicBezTo>
                        <a:pt x="5548" y="1083"/>
                        <a:pt x="5552" y="1062"/>
                        <a:pt x="5536" y="1055"/>
                      </a:cubicBezTo>
                      <a:cubicBezTo>
                        <a:pt x="5520" y="1048"/>
                        <a:pt x="5508" y="1048"/>
                        <a:pt x="5508" y="1048"/>
                      </a:cubicBezTo>
                      <a:cubicBezTo>
                        <a:pt x="5509" y="1060"/>
                        <a:pt x="5509" y="1060"/>
                        <a:pt x="5509" y="1060"/>
                      </a:cubicBezTo>
                      <a:cubicBezTo>
                        <a:pt x="5509" y="1060"/>
                        <a:pt x="5465" y="1050"/>
                        <a:pt x="5464" y="1034"/>
                      </a:cubicBezTo>
                      <a:cubicBezTo>
                        <a:pt x="5463" y="1018"/>
                        <a:pt x="5471" y="1007"/>
                        <a:pt x="5463" y="992"/>
                      </a:cubicBezTo>
                      <a:cubicBezTo>
                        <a:pt x="5455" y="977"/>
                        <a:pt x="5439" y="969"/>
                        <a:pt x="5439" y="969"/>
                      </a:cubicBezTo>
                      <a:cubicBezTo>
                        <a:pt x="5439" y="969"/>
                        <a:pt x="5441" y="953"/>
                        <a:pt x="5445" y="951"/>
                      </a:cubicBezTo>
                      <a:cubicBezTo>
                        <a:pt x="5449" y="949"/>
                        <a:pt x="5458" y="956"/>
                        <a:pt x="5458" y="956"/>
                      </a:cubicBezTo>
                      <a:cubicBezTo>
                        <a:pt x="5467" y="945"/>
                        <a:pt x="5467" y="945"/>
                        <a:pt x="5467" y="945"/>
                      </a:cubicBezTo>
                      <a:cubicBezTo>
                        <a:pt x="5492" y="964"/>
                        <a:pt x="5492" y="964"/>
                        <a:pt x="5492" y="964"/>
                      </a:cubicBezTo>
                      <a:cubicBezTo>
                        <a:pt x="5497" y="959"/>
                        <a:pt x="5497" y="959"/>
                        <a:pt x="5497" y="959"/>
                      </a:cubicBezTo>
                      <a:cubicBezTo>
                        <a:pt x="5489" y="951"/>
                        <a:pt x="5489" y="951"/>
                        <a:pt x="5489" y="951"/>
                      </a:cubicBezTo>
                      <a:cubicBezTo>
                        <a:pt x="5489" y="951"/>
                        <a:pt x="5495" y="919"/>
                        <a:pt x="5506" y="925"/>
                      </a:cubicBezTo>
                      <a:cubicBezTo>
                        <a:pt x="5517" y="931"/>
                        <a:pt x="5544" y="964"/>
                        <a:pt x="5544" y="964"/>
                      </a:cubicBezTo>
                      <a:cubicBezTo>
                        <a:pt x="5551" y="931"/>
                        <a:pt x="5551" y="931"/>
                        <a:pt x="5551" y="931"/>
                      </a:cubicBezTo>
                      <a:cubicBezTo>
                        <a:pt x="5551" y="931"/>
                        <a:pt x="5608" y="924"/>
                        <a:pt x="5617" y="924"/>
                      </a:cubicBezTo>
                      <a:cubicBezTo>
                        <a:pt x="5626" y="924"/>
                        <a:pt x="5663" y="944"/>
                        <a:pt x="5663" y="944"/>
                      </a:cubicBezTo>
                      <a:cubicBezTo>
                        <a:pt x="5691" y="955"/>
                        <a:pt x="5691" y="955"/>
                        <a:pt x="5691" y="955"/>
                      </a:cubicBezTo>
                      <a:cubicBezTo>
                        <a:pt x="5671" y="915"/>
                        <a:pt x="5671" y="915"/>
                        <a:pt x="5671" y="915"/>
                      </a:cubicBezTo>
                      <a:cubicBezTo>
                        <a:pt x="5671" y="915"/>
                        <a:pt x="5703" y="916"/>
                        <a:pt x="5705" y="905"/>
                      </a:cubicBezTo>
                      <a:cubicBezTo>
                        <a:pt x="5707" y="894"/>
                        <a:pt x="5697" y="876"/>
                        <a:pt x="5697" y="876"/>
                      </a:cubicBezTo>
                      <a:cubicBezTo>
                        <a:pt x="5710" y="877"/>
                        <a:pt x="5710" y="877"/>
                        <a:pt x="5710" y="877"/>
                      </a:cubicBezTo>
                      <a:cubicBezTo>
                        <a:pt x="5713" y="861"/>
                        <a:pt x="5713" y="861"/>
                        <a:pt x="5713" y="861"/>
                      </a:cubicBezTo>
                      <a:cubicBezTo>
                        <a:pt x="5713" y="861"/>
                        <a:pt x="5752" y="870"/>
                        <a:pt x="5758" y="855"/>
                      </a:cubicBezTo>
                      <a:cubicBezTo>
                        <a:pt x="5764" y="840"/>
                        <a:pt x="5784" y="828"/>
                        <a:pt x="5784" y="828"/>
                      </a:cubicBezTo>
                      <a:cubicBezTo>
                        <a:pt x="5770" y="811"/>
                        <a:pt x="5770" y="811"/>
                        <a:pt x="5770" y="811"/>
                      </a:cubicBezTo>
                      <a:cubicBezTo>
                        <a:pt x="5791" y="813"/>
                        <a:pt x="5791" y="813"/>
                        <a:pt x="5791" y="813"/>
                      </a:cubicBezTo>
                      <a:cubicBezTo>
                        <a:pt x="5794" y="825"/>
                        <a:pt x="5794" y="825"/>
                        <a:pt x="5794" y="825"/>
                      </a:cubicBezTo>
                      <a:cubicBezTo>
                        <a:pt x="5835" y="828"/>
                        <a:pt x="5835" y="828"/>
                        <a:pt x="5835" y="828"/>
                      </a:cubicBezTo>
                      <a:cubicBezTo>
                        <a:pt x="5835" y="828"/>
                        <a:pt x="5877" y="838"/>
                        <a:pt x="5877" y="832"/>
                      </a:cubicBezTo>
                      <a:cubicBezTo>
                        <a:pt x="5877" y="826"/>
                        <a:pt x="5873" y="814"/>
                        <a:pt x="5873" y="814"/>
                      </a:cubicBezTo>
                      <a:cubicBezTo>
                        <a:pt x="5848" y="811"/>
                        <a:pt x="5848" y="811"/>
                        <a:pt x="5848" y="811"/>
                      </a:cubicBezTo>
                      <a:cubicBezTo>
                        <a:pt x="5844" y="797"/>
                        <a:pt x="5844" y="797"/>
                        <a:pt x="5844" y="797"/>
                      </a:cubicBezTo>
                      <a:cubicBezTo>
                        <a:pt x="5844" y="797"/>
                        <a:pt x="5807" y="784"/>
                        <a:pt x="5795" y="780"/>
                      </a:cubicBezTo>
                      <a:cubicBezTo>
                        <a:pt x="5783" y="776"/>
                        <a:pt x="5774" y="782"/>
                        <a:pt x="5774" y="782"/>
                      </a:cubicBezTo>
                      <a:cubicBezTo>
                        <a:pt x="5778" y="770"/>
                        <a:pt x="5778" y="770"/>
                        <a:pt x="5778" y="770"/>
                      </a:cubicBezTo>
                      <a:cubicBezTo>
                        <a:pt x="5730" y="736"/>
                        <a:pt x="5730" y="736"/>
                        <a:pt x="5730" y="736"/>
                      </a:cubicBezTo>
                      <a:cubicBezTo>
                        <a:pt x="5719" y="747"/>
                        <a:pt x="5719" y="747"/>
                        <a:pt x="5719" y="747"/>
                      </a:cubicBezTo>
                      <a:cubicBezTo>
                        <a:pt x="5719" y="747"/>
                        <a:pt x="5699" y="742"/>
                        <a:pt x="5691" y="739"/>
                      </a:cubicBezTo>
                      <a:cubicBezTo>
                        <a:pt x="5683" y="736"/>
                        <a:pt x="5672" y="727"/>
                        <a:pt x="5672" y="727"/>
                      </a:cubicBezTo>
                      <a:cubicBezTo>
                        <a:pt x="5649" y="732"/>
                        <a:pt x="5649" y="732"/>
                        <a:pt x="5649" y="732"/>
                      </a:cubicBezTo>
                      <a:cubicBezTo>
                        <a:pt x="5630" y="730"/>
                        <a:pt x="5630" y="730"/>
                        <a:pt x="5630" y="730"/>
                      </a:cubicBezTo>
                      <a:cubicBezTo>
                        <a:pt x="5630" y="730"/>
                        <a:pt x="5599" y="712"/>
                        <a:pt x="5611" y="709"/>
                      </a:cubicBezTo>
                      <a:cubicBezTo>
                        <a:pt x="5623" y="706"/>
                        <a:pt x="5635" y="713"/>
                        <a:pt x="5644" y="715"/>
                      </a:cubicBezTo>
                      <a:cubicBezTo>
                        <a:pt x="5653" y="717"/>
                        <a:pt x="5697" y="724"/>
                        <a:pt x="5697" y="724"/>
                      </a:cubicBezTo>
                      <a:cubicBezTo>
                        <a:pt x="5697" y="724"/>
                        <a:pt x="5749" y="709"/>
                        <a:pt x="5749" y="702"/>
                      </a:cubicBezTo>
                      <a:cubicBezTo>
                        <a:pt x="5749" y="695"/>
                        <a:pt x="5719" y="679"/>
                        <a:pt x="5716" y="677"/>
                      </a:cubicBezTo>
                      <a:cubicBezTo>
                        <a:pt x="5713" y="675"/>
                        <a:pt x="5664" y="658"/>
                        <a:pt x="5679" y="649"/>
                      </a:cubicBezTo>
                      <a:cubicBezTo>
                        <a:pt x="5694" y="640"/>
                        <a:pt x="5719" y="660"/>
                        <a:pt x="5719" y="660"/>
                      </a:cubicBezTo>
                      <a:cubicBezTo>
                        <a:pt x="5719" y="660"/>
                        <a:pt x="5766" y="689"/>
                        <a:pt x="5780" y="687"/>
                      </a:cubicBezTo>
                      <a:cubicBezTo>
                        <a:pt x="5794" y="685"/>
                        <a:pt x="5799" y="671"/>
                        <a:pt x="5838" y="684"/>
                      </a:cubicBezTo>
                      <a:cubicBezTo>
                        <a:pt x="5877" y="697"/>
                        <a:pt x="5911" y="711"/>
                        <a:pt x="5922" y="713"/>
                      </a:cubicBezTo>
                      <a:cubicBezTo>
                        <a:pt x="5933" y="715"/>
                        <a:pt x="5976" y="727"/>
                        <a:pt x="5976" y="727"/>
                      </a:cubicBezTo>
                      <a:cubicBezTo>
                        <a:pt x="5976" y="727"/>
                        <a:pt x="6035" y="762"/>
                        <a:pt x="6031" y="744"/>
                      </a:cubicBezTo>
                      <a:cubicBezTo>
                        <a:pt x="6027" y="726"/>
                        <a:pt x="6007" y="715"/>
                        <a:pt x="6007" y="715"/>
                      </a:cubicBezTo>
                      <a:cubicBezTo>
                        <a:pt x="6019" y="706"/>
                        <a:pt x="6019" y="706"/>
                        <a:pt x="6019" y="706"/>
                      </a:cubicBezTo>
                      <a:cubicBezTo>
                        <a:pt x="5989" y="693"/>
                        <a:pt x="5989" y="693"/>
                        <a:pt x="5989" y="693"/>
                      </a:cubicBezTo>
                      <a:cubicBezTo>
                        <a:pt x="5995" y="689"/>
                        <a:pt x="5995" y="689"/>
                        <a:pt x="5995" y="689"/>
                      </a:cubicBezTo>
                      <a:cubicBezTo>
                        <a:pt x="5962" y="672"/>
                        <a:pt x="5962" y="672"/>
                        <a:pt x="5962" y="672"/>
                      </a:cubicBezTo>
                      <a:cubicBezTo>
                        <a:pt x="5998" y="679"/>
                        <a:pt x="5998" y="679"/>
                        <a:pt x="5998" y="679"/>
                      </a:cubicBezTo>
                      <a:cubicBezTo>
                        <a:pt x="5994" y="666"/>
                        <a:pt x="5994" y="666"/>
                        <a:pt x="5994" y="666"/>
                      </a:cubicBezTo>
                      <a:cubicBezTo>
                        <a:pt x="5994" y="666"/>
                        <a:pt x="6045" y="678"/>
                        <a:pt x="6034" y="664"/>
                      </a:cubicBezTo>
                      <a:close/>
                      <a:moveTo>
                        <a:pt x="3574" y="1289"/>
                      </a:moveTo>
                      <a:cubicBezTo>
                        <a:pt x="3574" y="1289"/>
                        <a:pt x="3571" y="1303"/>
                        <a:pt x="3570" y="1306"/>
                      </a:cubicBezTo>
                      <a:cubicBezTo>
                        <a:pt x="3569" y="1309"/>
                        <a:pt x="3556" y="1316"/>
                        <a:pt x="3556" y="1316"/>
                      </a:cubicBezTo>
                      <a:cubicBezTo>
                        <a:pt x="3556" y="1316"/>
                        <a:pt x="3544" y="1322"/>
                        <a:pt x="3540" y="1322"/>
                      </a:cubicBezTo>
                      <a:cubicBezTo>
                        <a:pt x="3535" y="1322"/>
                        <a:pt x="3536" y="1334"/>
                        <a:pt x="3536" y="1334"/>
                      </a:cubicBezTo>
                      <a:cubicBezTo>
                        <a:pt x="3536" y="1334"/>
                        <a:pt x="3534" y="1327"/>
                        <a:pt x="3514" y="1334"/>
                      </a:cubicBezTo>
                      <a:cubicBezTo>
                        <a:pt x="3493" y="1340"/>
                        <a:pt x="3522" y="1350"/>
                        <a:pt x="3522" y="1350"/>
                      </a:cubicBezTo>
                      <a:cubicBezTo>
                        <a:pt x="3522" y="1350"/>
                        <a:pt x="3512" y="1358"/>
                        <a:pt x="3510" y="1367"/>
                      </a:cubicBezTo>
                      <a:cubicBezTo>
                        <a:pt x="3509" y="1377"/>
                        <a:pt x="3494" y="1368"/>
                        <a:pt x="3494" y="1368"/>
                      </a:cubicBezTo>
                      <a:cubicBezTo>
                        <a:pt x="3494" y="1368"/>
                        <a:pt x="3491" y="1382"/>
                        <a:pt x="3471" y="1382"/>
                      </a:cubicBezTo>
                      <a:cubicBezTo>
                        <a:pt x="3450" y="1382"/>
                        <a:pt x="3451" y="1377"/>
                        <a:pt x="3451" y="1377"/>
                      </a:cubicBezTo>
                      <a:cubicBezTo>
                        <a:pt x="3428" y="1371"/>
                        <a:pt x="3428" y="1371"/>
                        <a:pt x="3428" y="1371"/>
                      </a:cubicBezTo>
                      <a:cubicBezTo>
                        <a:pt x="3439" y="1365"/>
                        <a:pt x="3439" y="1365"/>
                        <a:pt x="3439" y="1365"/>
                      </a:cubicBezTo>
                      <a:cubicBezTo>
                        <a:pt x="3461" y="1365"/>
                        <a:pt x="3461" y="1365"/>
                        <a:pt x="3461" y="1365"/>
                      </a:cubicBezTo>
                      <a:cubicBezTo>
                        <a:pt x="3462" y="1360"/>
                        <a:pt x="3462" y="1360"/>
                        <a:pt x="3462" y="1360"/>
                      </a:cubicBezTo>
                      <a:cubicBezTo>
                        <a:pt x="3462" y="1360"/>
                        <a:pt x="3478" y="1360"/>
                        <a:pt x="3485" y="1353"/>
                      </a:cubicBezTo>
                      <a:cubicBezTo>
                        <a:pt x="3491" y="1347"/>
                        <a:pt x="3492" y="1328"/>
                        <a:pt x="3492" y="1328"/>
                      </a:cubicBezTo>
                      <a:cubicBezTo>
                        <a:pt x="3492" y="1328"/>
                        <a:pt x="3496" y="1327"/>
                        <a:pt x="3505" y="1325"/>
                      </a:cubicBezTo>
                      <a:cubicBezTo>
                        <a:pt x="3514" y="1323"/>
                        <a:pt x="3514" y="1307"/>
                        <a:pt x="3514" y="1307"/>
                      </a:cubicBezTo>
                      <a:cubicBezTo>
                        <a:pt x="3514" y="1307"/>
                        <a:pt x="3507" y="1303"/>
                        <a:pt x="3508" y="1297"/>
                      </a:cubicBezTo>
                      <a:cubicBezTo>
                        <a:pt x="3509" y="1292"/>
                        <a:pt x="3528" y="1275"/>
                        <a:pt x="3528" y="1275"/>
                      </a:cubicBezTo>
                      <a:cubicBezTo>
                        <a:pt x="3528" y="1264"/>
                        <a:pt x="3528" y="1264"/>
                        <a:pt x="3528" y="1264"/>
                      </a:cubicBezTo>
                      <a:cubicBezTo>
                        <a:pt x="3542" y="1251"/>
                        <a:pt x="3542" y="1251"/>
                        <a:pt x="3542" y="1251"/>
                      </a:cubicBezTo>
                      <a:cubicBezTo>
                        <a:pt x="3534" y="1240"/>
                        <a:pt x="3534" y="1240"/>
                        <a:pt x="3534" y="1240"/>
                      </a:cubicBezTo>
                      <a:cubicBezTo>
                        <a:pt x="3533" y="1187"/>
                        <a:pt x="3533" y="1187"/>
                        <a:pt x="3533" y="1187"/>
                      </a:cubicBezTo>
                      <a:cubicBezTo>
                        <a:pt x="3533" y="1187"/>
                        <a:pt x="3518" y="1165"/>
                        <a:pt x="3536" y="1160"/>
                      </a:cubicBezTo>
                      <a:cubicBezTo>
                        <a:pt x="3555" y="1156"/>
                        <a:pt x="3551" y="1181"/>
                        <a:pt x="3551" y="1181"/>
                      </a:cubicBezTo>
                      <a:cubicBezTo>
                        <a:pt x="3551" y="1181"/>
                        <a:pt x="3560" y="1188"/>
                        <a:pt x="3564" y="1203"/>
                      </a:cubicBezTo>
                      <a:cubicBezTo>
                        <a:pt x="3569" y="1219"/>
                        <a:pt x="3571" y="1229"/>
                        <a:pt x="3571" y="1229"/>
                      </a:cubicBezTo>
                      <a:cubicBezTo>
                        <a:pt x="3585" y="1248"/>
                        <a:pt x="3585" y="1248"/>
                        <a:pt x="3585" y="1248"/>
                      </a:cubicBezTo>
                      <a:cubicBezTo>
                        <a:pt x="3579" y="1259"/>
                        <a:pt x="3579" y="1259"/>
                        <a:pt x="3579" y="1259"/>
                      </a:cubicBezTo>
                      <a:cubicBezTo>
                        <a:pt x="3579" y="1259"/>
                        <a:pt x="3566" y="1265"/>
                        <a:pt x="3568" y="1272"/>
                      </a:cubicBezTo>
                      <a:cubicBezTo>
                        <a:pt x="3569" y="1280"/>
                        <a:pt x="3585" y="1271"/>
                        <a:pt x="3585" y="1271"/>
                      </a:cubicBezTo>
                      <a:cubicBezTo>
                        <a:pt x="3587" y="1282"/>
                        <a:pt x="3587" y="1282"/>
                        <a:pt x="3587" y="1282"/>
                      </a:cubicBezTo>
                      <a:lnTo>
                        <a:pt x="3574" y="1289"/>
                      </a:lnTo>
                      <a:close/>
                      <a:moveTo>
                        <a:pt x="4656" y="1185"/>
                      </a:moveTo>
                      <a:cubicBezTo>
                        <a:pt x="4650" y="1193"/>
                        <a:pt x="4662" y="1221"/>
                        <a:pt x="4684" y="1223"/>
                      </a:cubicBezTo>
                      <a:cubicBezTo>
                        <a:pt x="4702" y="1225"/>
                        <a:pt x="4662" y="1177"/>
                        <a:pt x="4656" y="1185"/>
                      </a:cubicBezTo>
                      <a:close/>
                      <a:moveTo>
                        <a:pt x="1020" y="0"/>
                      </a:moveTo>
                      <a:cubicBezTo>
                        <a:pt x="986" y="0"/>
                        <a:pt x="986" y="0"/>
                        <a:pt x="986" y="0"/>
                      </a:cubicBezTo>
                      <a:cubicBezTo>
                        <a:pt x="986" y="10"/>
                        <a:pt x="986" y="10"/>
                        <a:pt x="986" y="10"/>
                      </a:cubicBezTo>
                      <a:cubicBezTo>
                        <a:pt x="1007" y="11"/>
                        <a:pt x="1007" y="11"/>
                        <a:pt x="1007" y="11"/>
                      </a:cubicBezTo>
                      <a:cubicBezTo>
                        <a:pt x="1021" y="10"/>
                        <a:pt x="1020" y="0"/>
                        <a:pt x="1020" y="0"/>
                      </a:cubicBezTo>
                      <a:close/>
                      <a:moveTo>
                        <a:pt x="1012" y="37"/>
                      </a:moveTo>
                      <a:cubicBezTo>
                        <a:pt x="1026" y="35"/>
                        <a:pt x="1035" y="23"/>
                        <a:pt x="1017" y="23"/>
                      </a:cubicBezTo>
                      <a:cubicBezTo>
                        <a:pt x="999" y="23"/>
                        <a:pt x="1002" y="38"/>
                        <a:pt x="1012" y="37"/>
                      </a:cubicBezTo>
                      <a:close/>
                      <a:moveTo>
                        <a:pt x="943" y="537"/>
                      </a:moveTo>
                      <a:cubicBezTo>
                        <a:pt x="965" y="542"/>
                        <a:pt x="973" y="535"/>
                        <a:pt x="980" y="531"/>
                      </a:cubicBezTo>
                      <a:cubicBezTo>
                        <a:pt x="987" y="527"/>
                        <a:pt x="993" y="519"/>
                        <a:pt x="993" y="519"/>
                      </a:cubicBezTo>
                      <a:cubicBezTo>
                        <a:pt x="1002" y="518"/>
                        <a:pt x="1002" y="518"/>
                        <a:pt x="1002" y="518"/>
                      </a:cubicBezTo>
                      <a:cubicBezTo>
                        <a:pt x="1002" y="518"/>
                        <a:pt x="994" y="507"/>
                        <a:pt x="968" y="501"/>
                      </a:cubicBezTo>
                      <a:cubicBezTo>
                        <a:pt x="942" y="495"/>
                        <a:pt x="927" y="518"/>
                        <a:pt x="927" y="518"/>
                      </a:cubicBezTo>
                      <a:cubicBezTo>
                        <a:pt x="927" y="521"/>
                        <a:pt x="921" y="533"/>
                        <a:pt x="943" y="537"/>
                      </a:cubicBezTo>
                      <a:close/>
                      <a:moveTo>
                        <a:pt x="996" y="48"/>
                      </a:moveTo>
                      <a:cubicBezTo>
                        <a:pt x="1007" y="61"/>
                        <a:pt x="1000" y="62"/>
                        <a:pt x="1023" y="55"/>
                      </a:cubicBezTo>
                      <a:cubicBezTo>
                        <a:pt x="1045" y="48"/>
                        <a:pt x="1020" y="45"/>
                        <a:pt x="1016" y="45"/>
                      </a:cubicBezTo>
                      <a:cubicBezTo>
                        <a:pt x="1012" y="45"/>
                        <a:pt x="996" y="48"/>
                        <a:pt x="996" y="48"/>
                      </a:cubicBezTo>
                      <a:close/>
                      <a:moveTo>
                        <a:pt x="966" y="65"/>
                      </a:moveTo>
                      <a:cubicBezTo>
                        <a:pt x="976" y="65"/>
                        <a:pt x="1009" y="63"/>
                        <a:pt x="1003" y="62"/>
                      </a:cubicBezTo>
                      <a:cubicBezTo>
                        <a:pt x="997" y="61"/>
                        <a:pt x="985" y="52"/>
                        <a:pt x="985" y="52"/>
                      </a:cubicBezTo>
                      <a:cubicBezTo>
                        <a:pt x="954" y="52"/>
                        <a:pt x="954" y="52"/>
                        <a:pt x="954" y="52"/>
                      </a:cubicBezTo>
                      <a:cubicBezTo>
                        <a:pt x="954" y="52"/>
                        <a:pt x="957" y="65"/>
                        <a:pt x="966" y="65"/>
                      </a:cubicBezTo>
                      <a:close/>
                      <a:moveTo>
                        <a:pt x="893" y="23"/>
                      </a:moveTo>
                      <a:cubicBezTo>
                        <a:pt x="876" y="24"/>
                        <a:pt x="885" y="35"/>
                        <a:pt x="885" y="35"/>
                      </a:cubicBezTo>
                      <a:cubicBezTo>
                        <a:pt x="910" y="30"/>
                        <a:pt x="910" y="21"/>
                        <a:pt x="893" y="23"/>
                      </a:cubicBezTo>
                      <a:close/>
                      <a:moveTo>
                        <a:pt x="940" y="48"/>
                      </a:moveTo>
                      <a:cubicBezTo>
                        <a:pt x="924" y="45"/>
                        <a:pt x="924" y="45"/>
                        <a:pt x="924" y="45"/>
                      </a:cubicBezTo>
                      <a:cubicBezTo>
                        <a:pt x="930" y="61"/>
                        <a:pt x="930" y="61"/>
                        <a:pt x="930" y="61"/>
                      </a:cubicBezTo>
                      <a:lnTo>
                        <a:pt x="940" y="48"/>
                      </a:lnTo>
                      <a:close/>
                      <a:moveTo>
                        <a:pt x="972" y="10"/>
                      </a:moveTo>
                      <a:cubicBezTo>
                        <a:pt x="972" y="27"/>
                        <a:pt x="972" y="27"/>
                        <a:pt x="972" y="27"/>
                      </a:cubicBezTo>
                      <a:cubicBezTo>
                        <a:pt x="995" y="20"/>
                        <a:pt x="995" y="20"/>
                        <a:pt x="995" y="20"/>
                      </a:cubicBezTo>
                      <a:lnTo>
                        <a:pt x="972" y="10"/>
                      </a:lnTo>
                      <a:close/>
                      <a:moveTo>
                        <a:pt x="936" y="31"/>
                      </a:moveTo>
                      <a:cubicBezTo>
                        <a:pt x="936" y="31"/>
                        <a:pt x="931" y="25"/>
                        <a:pt x="924" y="25"/>
                      </a:cubicBezTo>
                      <a:cubicBezTo>
                        <a:pt x="917" y="25"/>
                        <a:pt x="919" y="38"/>
                        <a:pt x="919" y="38"/>
                      </a:cubicBezTo>
                      <a:lnTo>
                        <a:pt x="936" y="31"/>
                      </a:lnTo>
                      <a:close/>
                      <a:moveTo>
                        <a:pt x="957" y="31"/>
                      </a:moveTo>
                      <a:cubicBezTo>
                        <a:pt x="938" y="39"/>
                        <a:pt x="938" y="39"/>
                        <a:pt x="938" y="39"/>
                      </a:cubicBezTo>
                      <a:cubicBezTo>
                        <a:pt x="957" y="39"/>
                        <a:pt x="957" y="39"/>
                        <a:pt x="957" y="39"/>
                      </a:cubicBezTo>
                      <a:lnTo>
                        <a:pt x="957" y="31"/>
                      </a:lnTo>
                      <a:close/>
                      <a:moveTo>
                        <a:pt x="979" y="42"/>
                      </a:moveTo>
                      <a:cubicBezTo>
                        <a:pt x="995" y="47"/>
                        <a:pt x="1009" y="30"/>
                        <a:pt x="990" y="28"/>
                      </a:cubicBezTo>
                      <a:cubicBezTo>
                        <a:pt x="972" y="27"/>
                        <a:pt x="964" y="38"/>
                        <a:pt x="979" y="42"/>
                      </a:cubicBezTo>
                      <a:close/>
                      <a:moveTo>
                        <a:pt x="966" y="23"/>
                      </a:moveTo>
                      <a:cubicBezTo>
                        <a:pt x="965" y="7"/>
                        <a:pt x="965" y="7"/>
                        <a:pt x="965" y="7"/>
                      </a:cubicBezTo>
                      <a:cubicBezTo>
                        <a:pt x="938" y="14"/>
                        <a:pt x="938" y="14"/>
                        <a:pt x="938" y="14"/>
                      </a:cubicBezTo>
                      <a:cubicBezTo>
                        <a:pt x="944" y="24"/>
                        <a:pt x="944" y="24"/>
                        <a:pt x="944" y="24"/>
                      </a:cubicBezTo>
                      <a:lnTo>
                        <a:pt x="966" y="2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6" name="Freeform 318"/>
                <p:cNvSpPr>
                  <a:spLocks noEditPoints="1"/>
                </p:cNvSpPr>
                <p:nvPr/>
              </p:nvSpPr>
              <p:spPr bwMode="gray">
                <a:xfrm>
                  <a:off x="-5221" y="-18515"/>
                  <a:ext cx="1084" cy="1569"/>
                </a:xfrm>
                <a:custGeom>
                  <a:avLst/>
                  <a:gdLst>
                    <a:gd name="T0" fmla="*/ 445 w 459"/>
                    <a:gd name="T1" fmla="*/ 95 h 664"/>
                    <a:gd name="T2" fmla="*/ 424 w 459"/>
                    <a:gd name="T3" fmla="*/ 67 h 664"/>
                    <a:gd name="T4" fmla="*/ 391 w 459"/>
                    <a:gd name="T5" fmla="*/ 26 h 664"/>
                    <a:gd name="T6" fmla="*/ 338 w 459"/>
                    <a:gd name="T7" fmla="*/ 9 h 664"/>
                    <a:gd name="T8" fmla="*/ 305 w 459"/>
                    <a:gd name="T9" fmla="*/ 14 h 664"/>
                    <a:gd name="T10" fmla="*/ 284 w 459"/>
                    <a:gd name="T11" fmla="*/ 25 h 664"/>
                    <a:gd name="T12" fmla="*/ 243 w 459"/>
                    <a:gd name="T13" fmla="*/ 25 h 664"/>
                    <a:gd name="T14" fmla="*/ 216 w 459"/>
                    <a:gd name="T15" fmla="*/ 45 h 664"/>
                    <a:gd name="T16" fmla="*/ 165 w 459"/>
                    <a:gd name="T17" fmla="*/ 71 h 664"/>
                    <a:gd name="T18" fmla="*/ 161 w 459"/>
                    <a:gd name="T19" fmla="*/ 99 h 664"/>
                    <a:gd name="T20" fmla="*/ 146 w 459"/>
                    <a:gd name="T21" fmla="*/ 128 h 664"/>
                    <a:gd name="T22" fmla="*/ 118 w 459"/>
                    <a:gd name="T23" fmla="*/ 144 h 664"/>
                    <a:gd name="T24" fmla="*/ 96 w 459"/>
                    <a:gd name="T25" fmla="*/ 194 h 664"/>
                    <a:gd name="T26" fmla="*/ 68 w 459"/>
                    <a:gd name="T27" fmla="*/ 227 h 664"/>
                    <a:gd name="T28" fmla="*/ 28 w 459"/>
                    <a:gd name="T29" fmla="*/ 260 h 664"/>
                    <a:gd name="T30" fmla="*/ 21 w 459"/>
                    <a:gd name="T31" fmla="*/ 290 h 664"/>
                    <a:gd name="T32" fmla="*/ 33 w 459"/>
                    <a:gd name="T33" fmla="*/ 334 h 664"/>
                    <a:gd name="T34" fmla="*/ 50 w 459"/>
                    <a:gd name="T35" fmla="*/ 374 h 664"/>
                    <a:gd name="T36" fmla="*/ 51 w 459"/>
                    <a:gd name="T37" fmla="*/ 409 h 664"/>
                    <a:gd name="T38" fmla="*/ 36 w 459"/>
                    <a:gd name="T39" fmla="*/ 431 h 664"/>
                    <a:gd name="T40" fmla="*/ 15 w 459"/>
                    <a:gd name="T41" fmla="*/ 452 h 664"/>
                    <a:gd name="T42" fmla="*/ 0 w 459"/>
                    <a:gd name="T43" fmla="*/ 469 h 664"/>
                    <a:gd name="T44" fmla="*/ 19 w 459"/>
                    <a:gd name="T45" fmla="*/ 515 h 664"/>
                    <a:gd name="T46" fmla="*/ 49 w 459"/>
                    <a:gd name="T47" fmla="*/ 586 h 664"/>
                    <a:gd name="T48" fmla="*/ 53 w 459"/>
                    <a:gd name="T49" fmla="*/ 607 h 664"/>
                    <a:gd name="T50" fmla="*/ 69 w 459"/>
                    <a:gd name="T51" fmla="*/ 656 h 664"/>
                    <a:gd name="T52" fmla="*/ 120 w 459"/>
                    <a:gd name="T53" fmla="*/ 631 h 664"/>
                    <a:gd name="T54" fmla="*/ 176 w 459"/>
                    <a:gd name="T55" fmla="*/ 618 h 664"/>
                    <a:gd name="T56" fmla="*/ 206 w 459"/>
                    <a:gd name="T57" fmla="*/ 549 h 664"/>
                    <a:gd name="T58" fmla="*/ 196 w 459"/>
                    <a:gd name="T59" fmla="*/ 507 h 664"/>
                    <a:gd name="T60" fmla="*/ 237 w 459"/>
                    <a:gd name="T61" fmla="*/ 489 h 664"/>
                    <a:gd name="T62" fmla="*/ 270 w 459"/>
                    <a:gd name="T63" fmla="*/ 456 h 664"/>
                    <a:gd name="T64" fmla="*/ 271 w 459"/>
                    <a:gd name="T65" fmla="*/ 409 h 664"/>
                    <a:gd name="T66" fmla="*/ 217 w 459"/>
                    <a:gd name="T67" fmla="*/ 350 h 664"/>
                    <a:gd name="T68" fmla="*/ 237 w 459"/>
                    <a:gd name="T69" fmla="*/ 303 h 664"/>
                    <a:gd name="T70" fmla="*/ 271 w 459"/>
                    <a:gd name="T71" fmla="*/ 270 h 664"/>
                    <a:gd name="T72" fmla="*/ 340 w 459"/>
                    <a:gd name="T73" fmla="*/ 249 h 664"/>
                    <a:gd name="T74" fmla="*/ 372 w 459"/>
                    <a:gd name="T75" fmla="*/ 175 h 664"/>
                    <a:gd name="T76" fmla="*/ 396 w 459"/>
                    <a:gd name="T77" fmla="*/ 144 h 664"/>
                    <a:gd name="T78" fmla="*/ 459 w 459"/>
                    <a:gd name="T79" fmla="*/ 157 h 664"/>
                    <a:gd name="T80" fmla="*/ 271 w 459"/>
                    <a:gd name="T81" fmla="*/ 583 h 664"/>
                    <a:gd name="T82" fmla="*/ 290 w 459"/>
                    <a:gd name="T83" fmla="*/ 543 h 664"/>
                    <a:gd name="T84" fmla="*/ 200 w 459"/>
                    <a:gd name="T85" fmla="*/ 597 h 664"/>
                    <a:gd name="T86" fmla="*/ 230 w 459"/>
                    <a:gd name="T87" fmla="*/ 57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59" h="664">
                      <a:moveTo>
                        <a:pt x="451" y="136"/>
                      </a:moveTo>
                      <a:cubicBezTo>
                        <a:pt x="451" y="136"/>
                        <a:pt x="436" y="126"/>
                        <a:pt x="434" y="118"/>
                      </a:cubicBezTo>
                      <a:cubicBezTo>
                        <a:pt x="432" y="110"/>
                        <a:pt x="445" y="95"/>
                        <a:pt x="445" y="95"/>
                      </a:cubicBezTo>
                      <a:cubicBezTo>
                        <a:pt x="428" y="85"/>
                        <a:pt x="428" y="85"/>
                        <a:pt x="428" y="85"/>
                      </a:cubicBezTo>
                      <a:cubicBezTo>
                        <a:pt x="432" y="72"/>
                        <a:pt x="432" y="72"/>
                        <a:pt x="432" y="72"/>
                      </a:cubicBezTo>
                      <a:cubicBezTo>
                        <a:pt x="424" y="67"/>
                        <a:pt x="424" y="67"/>
                        <a:pt x="424" y="67"/>
                      </a:cubicBezTo>
                      <a:cubicBezTo>
                        <a:pt x="424" y="67"/>
                        <a:pt x="429" y="53"/>
                        <a:pt x="430" y="48"/>
                      </a:cubicBezTo>
                      <a:cubicBezTo>
                        <a:pt x="431" y="43"/>
                        <a:pt x="413" y="38"/>
                        <a:pt x="413" y="38"/>
                      </a:cubicBezTo>
                      <a:cubicBezTo>
                        <a:pt x="391" y="26"/>
                        <a:pt x="391" y="26"/>
                        <a:pt x="391" y="26"/>
                      </a:cubicBezTo>
                      <a:cubicBezTo>
                        <a:pt x="369" y="25"/>
                        <a:pt x="369" y="25"/>
                        <a:pt x="369" y="25"/>
                      </a:cubicBezTo>
                      <a:cubicBezTo>
                        <a:pt x="361" y="17"/>
                        <a:pt x="361" y="17"/>
                        <a:pt x="361" y="17"/>
                      </a:cubicBezTo>
                      <a:cubicBezTo>
                        <a:pt x="361" y="17"/>
                        <a:pt x="348" y="13"/>
                        <a:pt x="338" y="9"/>
                      </a:cubicBezTo>
                      <a:cubicBezTo>
                        <a:pt x="332" y="7"/>
                        <a:pt x="327" y="3"/>
                        <a:pt x="324" y="1"/>
                      </a:cubicBezTo>
                      <a:cubicBezTo>
                        <a:pt x="304" y="0"/>
                        <a:pt x="304" y="0"/>
                        <a:pt x="304" y="0"/>
                      </a:cubicBezTo>
                      <a:cubicBezTo>
                        <a:pt x="305" y="14"/>
                        <a:pt x="305" y="14"/>
                        <a:pt x="305" y="14"/>
                      </a:cubicBezTo>
                      <a:cubicBezTo>
                        <a:pt x="305" y="14"/>
                        <a:pt x="298" y="11"/>
                        <a:pt x="298" y="16"/>
                      </a:cubicBezTo>
                      <a:cubicBezTo>
                        <a:pt x="298" y="21"/>
                        <a:pt x="311" y="27"/>
                        <a:pt x="303" y="29"/>
                      </a:cubicBezTo>
                      <a:cubicBezTo>
                        <a:pt x="295" y="31"/>
                        <a:pt x="284" y="25"/>
                        <a:pt x="284" y="25"/>
                      </a:cubicBezTo>
                      <a:cubicBezTo>
                        <a:pt x="275" y="25"/>
                        <a:pt x="275" y="25"/>
                        <a:pt x="275" y="25"/>
                      </a:cubicBezTo>
                      <a:cubicBezTo>
                        <a:pt x="262" y="21"/>
                        <a:pt x="262" y="21"/>
                        <a:pt x="262" y="21"/>
                      </a:cubicBezTo>
                      <a:cubicBezTo>
                        <a:pt x="243" y="25"/>
                        <a:pt x="243" y="25"/>
                        <a:pt x="243" y="25"/>
                      </a:cubicBezTo>
                      <a:cubicBezTo>
                        <a:pt x="243" y="25"/>
                        <a:pt x="243" y="12"/>
                        <a:pt x="235" y="18"/>
                      </a:cubicBezTo>
                      <a:cubicBezTo>
                        <a:pt x="227" y="24"/>
                        <a:pt x="237" y="35"/>
                        <a:pt x="234" y="40"/>
                      </a:cubicBezTo>
                      <a:cubicBezTo>
                        <a:pt x="231" y="45"/>
                        <a:pt x="216" y="45"/>
                        <a:pt x="216" y="45"/>
                      </a:cubicBezTo>
                      <a:cubicBezTo>
                        <a:pt x="190" y="49"/>
                        <a:pt x="190" y="49"/>
                        <a:pt x="190" y="49"/>
                      </a:cubicBezTo>
                      <a:cubicBezTo>
                        <a:pt x="181" y="59"/>
                        <a:pt x="181" y="59"/>
                        <a:pt x="181" y="59"/>
                      </a:cubicBezTo>
                      <a:cubicBezTo>
                        <a:pt x="181" y="59"/>
                        <a:pt x="164" y="67"/>
                        <a:pt x="165" y="71"/>
                      </a:cubicBezTo>
                      <a:cubicBezTo>
                        <a:pt x="166" y="75"/>
                        <a:pt x="177" y="83"/>
                        <a:pt x="177" y="83"/>
                      </a:cubicBezTo>
                      <a:cubicBezTo>
                        <a:pt x="172" y="93"/>
                        <a:pt x="172" y="93"/>
                        <a:pt x="172" y="93"/>
                      </a:cubicBezTo>
                      <a:cubicBezTo>
                        <a:pt x="172" y="93"/>
                        <a:pt x="167" y="94"/>
                        <a:pt x="161" y="99"/>
                      </a:cubicBezTo>
                      <a:cubicBezTo>
                        <a:pt x="155" y="104"/>
                        <a:pt x="153" y="111"/>
                        <a:pt x="153" y="111"/>
                      </a:cubicBezTo>
                      <a:cubicBezTo>
                        <a:pt x="139" y="112"/>
                        <a:pt x="139" y="112"/>
                        <a:pt x="139" y="112"/>
                      </a:cubicBezTo>
                      <a:cubicBezTo>
                        <a:pt x="139" y="112"/>
                        <a:pt x="153" y="126"/>
                        <a:pt x="146" y="128"/>
                      </a:cubicBezTo>
                      <a:cubicBezTo>
                        <a:pt x="139" y="130"/>
                        <a:pt x="130" y="135"/>
                        <a:pt x="130" y="135"/>
                      </a:cubicBezTo>
                      <a:cubicBezTo>
                        <a:pt x="116" y="128"/>
                        <a:pt x="116" y="128"/>
                        <a:pt x="116" y="128"/>
                      </a:cubicBezTo>
                      <a:cubicBezTo>
                        <a:pt x="118" y="144"/>
                        <a:pt x="118" y="144"/>
                        <a:pt x="118" y="144"/>
                      </a:cubicBezTo>
                      <a:cubicBezTo>
                        <a:pt x="115" y="149"/>
                        <a:pt x="115" y="149"/>
                        <a:pt x="115" y="149"/>
                      </a:cubicBezTo>
                      <a:cubicBezTo>
                        <a:pt x="111" y="178"/>
                        <a:pt x="111" y="178"/>
                        <a:pt x="111" y="178"/>
                      </a:cubicBezTo>
                      <a:cubicBezTo>
                        <a:pt x="111" y="178"/>
                        <a:pt x="101" y="190"/>
                        <a:pt x="96" y="194"/>
                      </a:cubicBezTo>
                      <a:cubicBezTo>
                        <a:pt x="91" y="198"/>
                        <a:pt x="82" y="204"/>
                        <a:pt x="82" y="204"/>
                      </a:cubicBezTo>
                      <a:cubicBezTo>
                        <a:pt x="82" y="204"/>
                        <a:pt x="103" y="214"/>
                        <a:pt x="99" y="223"/>
                      </a:cubicBezTo>
                      <a:cubicBezTo>
                        <a:pt x="95" y="232"/>
                        <a:pt x="68" y="227"/>
                        <a:pt x="68" y="227"/>
                      </a:cubicBezTo>
                      <a:cubicBezTo>
                        <a:pt x="68" y="227"/>
                        <a:pt x="53" y="239"/>
                        <a:pt x="46" y="244"/>
                      </a:cubicBezTo>
                      <a:cubicBezTo>
                        <a:pt x="39" y="249"/>
                        <a:pt x="33" y="254"/>
                        <a:pt x="33" y="254"/>
                      </a:cubicBezTo>
                      <a:cubicBezTo>
                        <a:pt x="28" y="260"/>
                        <a:pt x="28" y="260"/>
                        <a:pt x="28" y="260"/>
                      </a:cubicBezTo>
                      <a:cubicBezTo>
                        <a:pt x="28" y="260"/>
                        <a:pt x="22" y="265"/>
                        <a:pt x="22" y="268"/>
                      </a:cubicBezTo>
                      <a:cubicBezTo>
                        <a:pt x="22" y="271"/>
                        <a:pt x="40" y="271"/>
                        <a:pt x="34" y="277"/>
                      </a:cubicBezTo>
                      <a:cubicBezTo>
                        <a:pt x="28" y="283"/>
                        <a:pt x="19" y="285"/>
                        <a:pt x="21" y="290"/>
                      </a:cubicBezTo>
                      <a:cubicBezTo>
                        <a:pt x="23" y="295"/>
                        <a:pt x="29" y="303"/>
                        <a:pt x="29" y="303"/>
                      </a:cubicBezTo>
                      <a:cubicBezTo>
                        <a:pt x="29" y="303"/>
                        <a:pt x="40" y="310"/>
                        <a:pt x="39" y="315"/>
                      </a:cubicBezTo>
                      <a:cubicBezTo>
                        <a:pt x="38" y="320"/>
                        <a:pt x="32" y="327"/>
                        <a:pt x="33" y="334"/>
                      </a:cubicBezTo>
                      <a:cubicBezTo>
                        <a:pt x="34" y="341"/>
                        <a:pt x="42" y="348"/>
                        <a:pt x="42" y="348"/>
                      </a:cubicBezTo>
                      <a:cubicBezTo>
                        <a:pt x="42" y="348"/>
                        <a:pt x="61" y="354"/>
                        <a:pt x="59" y="361"/>
                      </a:cubicBezTo>
                      <a:cubicBezTo>
                        <a:pt x="57" y="368"/>
                        <a:pt x="50" y="374"/>
                        <a:pt x="50" y="374"/>
                      </a:cubicBezTo>
                      <a:cubicBezTo>
                        <a:pt x="35" y="377"/>
                        <a:pt x="35" y="377"/>
                        <a:pt x="35" y="377"/>
                      </a:cubicBezTo>
                      <a:cubicBezTo>
                        <a:pt x="35" y="377"/>
                        <a:pt x="41" y="394"/>
                        <a:pt x="44" y="397"/>
                      </a:cubicBezTo>
                      <a:cubicBezTo>
                        <a:pt x="47" y="400"/>
                        <a:pt x="51" y="409"/>
                        <a:pt x="51" y="409"/>
                      </a:cubicBezTo>
                      <a:cubicBezTo>
                        <a:pt x="44" y="409"/>
                        <a:pt x="44" y="409"/>
                        <a:pt x="44" y="409"/>
                      </a:cubicBezTo>
                      <a:cubicBezTo>
                        <a:pt x="44" y="426"/>
                        <a:pt x="44" y="426"/>
                        <a:pt x="44" y="426"/>
                      </a:cubicBezTo>
                      <a:cubicBezTo>
                        <a:pt x="44" y="426"/>
                        <a:pt x="41" y="431"/>
                        <a:pt x="36" y="431"/>
                      </a:cubicBezTo>
                      <a:cubicBezTo>
                        <a:pt x="31" y="431"/>
                        <a:pt x="17" y="425"/>
                        <a:pt x="19" y="431"/>
                      </a:cubicBezTo>
                      <a:cubicBezTo>
                        <a:pt x="21" y="437"/>
                        <a:pt x="21" y="441"/>
                        <a:pt x="21" y="441"/>
                      </a:cubicBezTo>
                      <a:cubicBezTo>
                        <a:pt x="21" y="441"/>
                        <a:pt x="12" y="444"/>
                        <a:pt x="15" y="452"/>
                      </a:cubicBezTo>
                      <a:cubicBezTo>
                        <a:pt x="18" y="460"/>
                        <a:pt x="24" y="461"/>
                        <a:pt x="22" y="466"/>
                      </a:cubicBezTo>
                      <a:cubicBezTo>
                        <a:pt x="20" y="471"/>
                        <a:pt x="14" y="482"/>
                        <a:pt x="14" y="482"/>
                      </a:cubicBezTo>
                      <a:cubicBezTo>
                        <a:pt x="0" y="469"/>
                        <a:pt x="0" y="469"/>
                        <a:pt x="0" y="469"/>
                      </a:cubicBezTo>
                      <a:cubicBezTo>
                        <a:pt x="2" y="510"/>
                        <a:pt x="2" y="510"/>
                        <a:pt x="2" y="510"/>
                      </a:cubicBezTo>
                      <a:cubicBezTo>
                        <a:pt x="2" y="510"/>
                        <a:pt x="16" y="499"/>
                        <a:pt x="23" y="511"/>
                      </a:cubicBezTo>
                      <a:cubicBezTo>
                        <a:pt x="30" y="523"/>
                        <a:pt x="19" y="515"/>
                        <a:pt x="19" y="515"/>
                      </a:cubicBezTo>
                      <a:cubicBezTo>
                        <a:pt x="19" y="515"/>
                        <a:pt x="14" y="549"/>
                        <a:pt x="18" y="553"/>
                      </a:cubicBezTo>
                      <a:cubicBezTo>
                        <a:pt x="22" y="557"/>
                        <a:pt x="34" y="562"/>
                        <a:pt x="34" y="562"/>
                      </a:cubicBezTo>
                      <a:cubicBezTo>
                        <a:pt x="34" y="562"/>
                        <a:pt x="43" y="579"/>
                        <a:pt x="49" y="586"/>
                      </a:cubicBezTo>
                      <a:cubicBezTo>
                        <a:pt x="55" y="593"/>
                        <a:pt x="66" y="597"/>
                        <a:pt x="66" y="597"/>
                      </a:cubicBezTo>
                      <a:cubicBezTo>
                        <a:pt x="65" y="605"/>
                        <a:pt x="65" y="605"/>
                        <a:pt x="65" y="605"/>
                      </a:cubicBezTo>
                      <a:cubicBezTo>
                        <a:pt x="53" y="607"/>
                        <a:pt x="53" y="607"/>
                        <a:pt x="53" y="607"/>
                      </a:cubicBezTo>
                      <a:cubicBezTo>
                        <a:pt x="53" y="607"/>
                        <a:pt x="51" y="615"/>
                        <a:pt x="52" y="621"/>
                      </a:cubicBezTo>
                      <a:cubicBezTo>
                        <a:pt x="53" y="627"/>
                        <a:pt x="68" y="640"/>
                        <a:pt x="68" y="640"/>
                      </a:cubicBezTo>
                      <a:cubicBezTo>
                        <a:pt x="68" y="640"/>
                        <a:pt x="64" y="653"/>
                        <a:pt x="69" y="656"/>
                      </a:cubicBezTo>
                      <a:cubicBezTo>
                        <a:pt x="74" y="659"/>
                        <a:pt x="94" y="657"/>
                        <a:pt x="94" y="657"/>
                      </a:cubicBezTo>
                      <a:cubicBezTo>
                        <a:pt x="94" y="657"/>
                        <a:pt x="122" y="664"/>
                        <a:pt x="121" y="655"/>
                      </a:cubicBezTo>
                      <a:cubicBezTo>
                        <a:pt x="120" y="646"/>
                        <a:pt x="120" y="631"/>
                        <a:pt x="120" y="631"/>
                      </a:cubicBezTo>
                      <a:cubicBezTo>
                        <a:pt x="132" y="625"/>
                        <a:pt x="132" y="625"/>
                        <a:pt x="132" y="625"/>
                      </a:cubicBezTo>
                      <a:cubicBezTo>
                        <a:pt x="133" y="615"/>
                        <a:pt x="133" y="615"/>
                        <a:pt x="133" y="615"/>
                      </a:cubicBezTo>
                      <a:cubicBezTo>
                        <a:pt x="176" y="618"/>
                        <a:pt x="176" y="618"/>
                        <a:pt x="176" y="618"/>
                      </a:cubicBezTo>
                      <a:cubicBezTo>
                        <a:pt x="185" y="623"/>
                        <a:pt x="185" y="623"/>
                        <a:pt x="185" y="623"/>
                      </a:cubicBezTo>
                      <a:cubicBezTo>
                        <a:pt x="199" y="581"/>
                        <a:pt x="199" y="581"/>
                        <a:pt x="199" y="581"/>
                      </a:cubicBezTo>
                      <a:cubicBezTo>
                        <a:pt x="199" y="581"/>
                        <a:pt x="208" y="555"/>
                        <a:pt x="206" y="549"/>
                      </a:cubicBezTo>
                      <a:cubicBezTo>
                        <a:pt x="204" y="543"/>
                        <a:pt x="198" y="532"/>
                        <a:pt x="198" y="532"/>
                      </a:cubicBezTo>
                      <a:cubicBezTo>
                        <a:pt x="198" y="532"/>
                        <a:pt x="219" y="529"/>
                        <a:pt x="217" y="518"/>
                      </a:cubicBezTo>
                      <a:cubicBezTo>
                        <a:pt x="215" y="507"/>
                        <a:pt x="196" y="507"/>
                        <a:pt x="196" y="507"/>
                      </a:cubicBezTo>
                      <a:cubicBezTo>
                        <a:pt x="209" y="502"/>
                        <a:pt x="209" y="502"/>
                        <a:pt x="209" y="502"/>
                      </a:cubicBezTo>
                      <a:cubicBezTo>
                        <a:pt x="200" y="498"/>
                        <a:pt x="200" y="498"/>
                        <a:pt x="200" y="498"/>
                      </a:cubicBezTo>
                      <a:cubicBezTo>
                        <a:pt x="200" y="498"/>
                        <a:pt x="234" y="500"/>
                        <a:pt x="237" y="489"/>
                      </a:cubicBezTo>
                      <a:cubicBezTo>
                        <a:pt x="240" y="478"/>
                        <a:pt x="245" y="472"/>
                        <a:pt x="245" y="472"/>
                      </a:cubicBezTo>
                      <a:cubicBezTo>
                        <a:pt x="245" y="472"/>
                        <a:pt x="256" y="490"/>
                        <a:pt x="266" y="478"/>
                      </a:cubicBezTo>
                      <a:cubicBezTo>
                        <a:pt x="276" y="466"/>
                        <a:pt x="270" y="456"/>
                        <a:pt x="270" y="456"/>
                      </a:cubicBezTo>
                      <a:cubicBezTo>
                        <a:pt x="270" y="456"/>
                        <a:pt x="297" y="451"/>
                        <a:pt x="290" y="437"/>
                      </a:cubicBezTo>
                      <a:cubicBezTo>
                        <a:pt x="283" y="423"/>
                        <a:pt x="271" y="420"/>
                        <a:pt x="271" y="420"/>
                      </a:cubicBezTo>
                      <a:cubicBezTo>
                        <a:pt x="271" y="409"/>
                        <a:pt x="271" y="409"/>
                        <a:pt x="271" y="409"/>
                      </a:cubicBezTo>
                      <a:cubicBezTo>
                        <a:pt x="247" y="399"/>
                        <a:pt x="247" y="399"/>
                        <a:pt x="247" y="399"/>
                      </a:cubicBezTo>
                      <a:cubicBezTo>
                        <a:pt x="247" y="399"/>
                        <a:pt x="236" y="406"/>
                        <a:pt x="228" y="399"/>
                      </a:cubicBezTo>
                      <a:cubicBezTo>
                        <a:pt x="220" y="392"/>
                        <a:pt x="217" y="350"/>
                        <a:pt x="217" y="350"/>
                      </a:cubicBezTo>
                      <a:cubicBezTo>
                        <a:pt x="217" y="350"/>
                        <a:pt x="228" y="340"/>
                        <a:pt x="229" y="329"/>
                      </a:cubicBezTo>
                      <a:cubicBezTo>
                        <a:pt x="230" y="318"/>
                        <a:pt x="219" y="308"/>
                        <a:pt x="219" y="308"/>
                      </a:cubicBezTo>
                      <a:cubicBezTo>
                        <a:pt x="219" y="308"/>
                        <a:pt x="233" y="311"/>
                        <a:pt x="237" y="303"/>
                      </a:cubicBezTo>
                      <a:cubicBezTo>
                        <a:pt x="241" y="295"/>
                        <a:pt x="232" y="283"/>
                        <a:pt x="232" y="283"/>
                      </a:cubicBezTo>
                      <a:cubicBezTo>
                        <a:pt x="232" y="283"/>
                        <a:pt x="249" y="292"/>
                        <a:pt x="254" y="287"/>
                      </a:cubicBezTo>
                      <a:cubicBezTo>
                        <a:pt x="259" y="282"/>
                        <a:pt x="271" y="270"/>
                        <a:pt x="271" y="270"/>
                      </a:cubicBezTo>
                      <a:cubicBezTo>
                        <a:pt x="291" y="273"/>
                        <a:pt x="291" y="273"/>
                        <a:pt x="291" y="273"/>
                      </a:cubicBezTo>
                      <a:cubicBezTo>
                        <a:pt x="299" y="258"/>
                        <a:pt x="299" y="258"/>
                        <a:pt x="299" y="258"/>
                      </a:cubicBezTo>
                      <a:cubicBezTo>
                        <a:pt x="299" y="258"/>
                        <a:pt x="330" y="259"/>
                        <a:pt x="340" y="249"/>
                      </a:cubicBezTo>
                      <a:cubicBezTo>
                        <a:pt x="350" y="239"/>
                        <a:pt x="364" y="213"/>
                        <a:pt x="364" y="213"/>
                      </a:cubicBezTo>
                      <a:cubicBezTo>
                        <a:pt x="352" y="198"/>
                        <a:pt x="352" y="198"/>
                        <a:pt x="352" y="198"/>
                      </a:cubicBezTo>
                      <a:cubicBezTo>
                        <a:pt x="372" y="175"/>
                        <a:pt x="372" y="175"/>
                        <a:pt x="372" y="175"/>
                      </a:cubicBezTo>
                      <a:cubicBezTo>
                        <a:pt x="361" y="162"/>
                        <a:pt x="361" y="162"/>
                        <a:pt x="361" y="162"/>
                      </a:cubicBezTo>
                      <a:cubicBezTo>
                        <a:pt x="386" y="156"/>
                        <a:pt x="386" y="156"/>
                        <a:pt x="386" y="156"/>
                      </a:cubicBezTo>
                      <a:cubicBezTo>
                        <a:pt x="396" y="144"/>
                        <a:pt x="396" y="144"/>
                        <a:pt x="396" y="144"/>
                      </a:cubicBezTo>
                      <a:cubicBezTo>
                        <a:pt x="449" y="146"/>
                        <a:pt x="449" y="146"/>
                        <a:pt x="449" y="146"/>
                      </a:cubicBezTo>
                      <a:cubicBezTo>
                        <a:pt x="457" y="159"/>
                        <a:pt x="457" y="159"/>
                        <a:pt x="457" y="159"/>
                      </a:cubicBezTo>
                      <a:cubicBezTo>
                        <a:pt x="459" y="157"/>
                        <a:pt x="459" y="157"/>
                        <a:pt x="459" y="157"/>
                      </a:cubicBezTo>
                      <a:lnTo>
                        <a:pt x="451" y="136"/>
                      </a:lnTo>
                      <a:close/>
                      <a:moveTo>
                        <a:pt x="262" y="549"/>
                      </a:moveTo>
                      <a:cubicBezTo>
                        <a:pt x="259" y="560"/>
                        <a:pt x="271" y="583"/>
                        <a:pt x="271" y="583"/>
                      </a:cubicBezTo>
                      <a:cubicBezTo>
                        <a:pt x="279" y="566"/>
                        <a:pt x="279" y="566"/>
                        <a:pt x="279" y="566"/>
                      </a:cubicBezTo>
                      <a:cubicBezTo>
                        <a:pt x="279" y="566"/>
                        <a:pt x="285" y="569"/>
                        <a:pt x="290" y="560"/>
                      </a:cubicBezTo>
                      <a:cubicBezTo>
                        <a:pt x="296" y="552"/>
                        <a:pt x="290" y="543"/>
                        <a:pt x="290" y="543"/>
                      </a:cubicBezTo>
                      <a:cubicBezTo>
                        <a:pt x="302" y="531"/>
                        <a:pt x="302" y="531"/>
                        <a:pt x="302" y="531"/>
                      </a:cubicBezTo>
                      <a:cubicBezTo>
                        <a:pt x="302" y="531"/>
                        <a:pt x="265" y="538"/>
                        <a:pt x="262" y="549"/>
                      </a:cubicBezTo>
                      <a:close/>
                      <a:moveTo>
                        <a:pt x="200" y="597"/>
                      </a:moveTo>
                      <a:cubicBezTo>
                        <a:pt x="200" y="602"/>
                        <a:pt x="199" y="615"/>
                        <a:pt x="199" y="615"/>
                      </a:cubicBezTo>
                      <a:cubicBezTo>
                        <a:pt x="207" y="615"/>
                        <a:pt x="216" y="584"/>
                        <a:pt x="216" y="584"/>
                      </a:cubicBezTo>
                      <a:cubicBezTo>
                        <a:pt x="230" y="570"/>
                        <a:pt x="230" y="570"/>
                        <a:pt x="230" y="570"/>
                      </a:cubicBezTo>
                      <a:cubicBezTo>
                        <a:pt x="226" y="557"/>
                        <a:pt x="226" y="557"/>
                        <a:pt x="226" y="557"/>
                      </a:cubicBezTo>
                      <a:cubicBezTo>
                        <a:pt x="226" y="557"/>
                        <a:pt x="200" y="591"/>
                        <a:pt x="200" y="5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7" name="Freeform 319"/>
                <p:cNvSpPr>
                  <a:spLocks noEditPoints="1"/>
                </p:cNvSpPr>
                <p:nvPr/>
              </p:nvSpPr>
              <p:spPr bwMode="gray">
                <a:xfrm>
                  <a:off x="-5771" y="-19648"/>
                  <a:ext cx="2137" cy="2385"/>
                </a:xfrm>
                <a:custGeom>
                  <a:avLst/>
                  <a:gdLst>
                    <a:gd name="T0" fmla="*/ 453 w 905"/>
                    <a:gd name="T1" fmla="*/ 40 h 1010"/>
                    <a:gd name="T2" fmla="*/ 653 w 905"/>
                    <a:gd name="T3" fmla="*/ 48 h 1010"/>
                    <a:gd name="T4" fmla="*/ 558 w 905"/>
                    <a:gd name="T5" fmla="*/ 4 h 1010"/>
                    <a:gd name="T6" fmla="*/ 429 w 905"/>
                    <a:gd name="T7" fmla="*/ 28 h 1010"/>
                    <a:gd name="T8" fmla="*/ 281 w 905"/>
                    <a:gd name="T9" fmla="*/ 93 h 1010"/>
                    <a:gd name="T10" fmla="*/ 345 w 905"/>
                    <a:gd name="T11" fmla="*/ 111 h 1010"/>
                    <a:gd name="T12" fmla="*/ 432 w 905"/>
                    <a:gd name="T13" fmla="*/ 100 h 1010"/>
                    <a:gd name="T14" fmla="*/ 515 w 905"/>
                    <a:gd name="T15" fmla="*/ 123 h 1010"/>
                    <a:gd name="T16" fmla="*/ 551 w 905"/>
                    <a:gd name="T17" fmla="*/ 82 h 1010"/>
                    <a:gd name="T18" fmla="*/ 453 w 905"/>
                    <a:gd name="T19" fmla="*/ 54 h 1010"/>
                    <a:gd name="T20" fmla="*/ 328 w 905"/>
                    <a:gd name="T21" fmla="*/ 27 h 1010"/>
                    <a:gd name="T22" fmla="*/ 240 w 905"/>
                    <a:gd name="T23" fmla="*/ 24 h 1010"/>
                    <a:gd name="T24" fmla="*/ 417 w 905"/>
                    <a:gd name="T25" fmla="*/ 467 h 1010"/>
                    <a:gd name="T26" fmla="*/ 363 w 905"/>
                    <a:gd name="T27" fmla="*/ 482 h 1010"/>
                    <a:gd name="T28" fmla="*/ 611 w 905"/>
                    <a:gd name="T29" fmla="*/ 404 h 1010"/>
                    <a:gd name="T30" fmla="*/ 320 w 905"/>
                    <a:gd name="T31" fmla="*/ 509 h 1010"/>
                    <a:gd name="T32" fmla="*/ 902 w 905"/>
                    <a:gd name="T33" fmla="*/ 421 h 1010"/>
                    <a:gd name="T34" fmla="*/ 749 w 905"/>
                    <a:gd name="T35" fmla="*/ 425 h 1010"/>
                    <a:gd name="T36" fmla="*/ 683 w 905"/>
                    <a:gd name="T37" fmla="*/ 393 h 1010"/>
                    <a:gd name="T38" fmla="*/ 593 w 905"/>
                    <a:gd name="T39" fmla="*/ 446 h 1010"/>
                    <a:gd name="T40" fmla="*/ 507 w 905"/>
                    <a:gd name="T41" fmla="*/ 444 h 1010"/>
                    <a:gd name="T42" fmla="*/ 494 w 905"/>
                    <a:gd name="T43" fmla="*/ 437 h 1010"/>
                    <a:gd name="T44" fmla="*/ 446 w 905"/>
                    <a:gd name="T45" fmla="*/ 491 h 1010"/>
                    <a:gd name="T46" fmla="*/ 399 w 905"/>
                    <a:gd name="T47" fmla="*/ 505 h 1010"/>
                    <a:gd name="T48" fmla="*/ 360 w 905"/>
                    <a:gd name="T49" fmla="*/ 526 h 1010"/>
                    <a:gd name="T50" fmla="*/ 365 w 905"/>
                    <a:gd name="T51" fmla="*/ 561 h 1010"/>
                    <a:gd name="T52" fmla="*/ 293 w 905"/>
                    <a:gd name="T53" fmla="*/ 606 h 1010"/>
                    <a:gd name="T54" fmla="*/ 266 w 905"/>
                    <a:gd name="T55" fmla="*/ 642 h 1010"/>
                    <a:gd name="T56" fmla="*/ 237 w 905"/>
                    <a:gd name="T57" fmla="*/ 689 h 1010"/>
                    <a:gd name="T58" fmla="*/ 180 w 905"/>
                    <a:gd name="T59" fmla="*/ 715 h 1010"/>
                    <a:gd name="T60" fmla="*/ 118 w 905"/>
                    <a:gd name="T61" fmla="*/ 741 h 1010"/>
                    <a:gd name="T62" fmla="*/ 111 w 905"/>
                    <a:gd name="T63" fmla="*/ 775 h 1010"/>
                    <a:gd name="T64" fmla="*/ 72 w 905"/>
                    <a:gd name="T65" fmla="*/ 808 h 1010"/>
                    <a:gd name="T66" fmla="*/ 20 w 905"/>
                    <a:gd name="T67" fmla="*/ 804 h 1010"/>
                    <a:gd name="T68" fmla="*/ 21 w 905"/>
                    <a:gd name="T69" fmla="*/ 834 h 1010"/>
                    <a:gd name="T70" fmla="*/ 71 w 905"/>
                    <a:gd name="T71" fmla="*/ 854 h 1010"/>
                    <a:gd name="T72" fmla="*/ 0 w 905"/>
                    <a:gd name="T73" fmla="*/ 858 h 1010"/>
                    <a:gd name="T74" fmla="*/ 65 w 905"/>
                    <a:gd name="T75" fmla="*/ 884 h 1010"/>
                    <a:gd name="T76" fmla="*/ 14 w 905"/>
                    <a:gd name="T77" fmla="*/ 926 h 1010"/>
                    <a:gd name="T78" fmla="*/ 36 w 905"/>
                    <a:gd name="T79" fmla="*/ 967 h 1010"/>
                    <a:gd name="T80" fmla="*/ 103 w 905"/>
                    <a:gd name="T81" fmla="*/ 1004 h 1010"/>
                    <a:gd name="T82" fmla="*/ 207 w 905"/>
                    <a:gd name="T83" fmla="*/ 942 h 1010"/>
                    <a:gd name="T84" fmla="*/ 252 w 905"/>
                    <a:gd name="T85" fmla="*/ 911 h 1010"/>
                    <a:gd name="T86" fmla="*/ 268 w 905"/>
                    <a:gd name="T87" fmla="*/ 857 h 1010"/>
                    <a:gd name="T88" fmla="*/ 262 w 905"/>
                    <a:gd name="T89" fmla="*/ 783 h 1010"/>
                    <a:gd name="T90" fmla="*/ 279 w 905"/>
                    <a:gd name="T91" fmla="*/ 724 h 1010"/>
                    <a:gd name="T92" fmla="*/ 348 w 905"/>
                    <a:gd name="T93" fmla="*/ 629 h 1010"/>
                    <a:gd name="T94" fmla="*/ 386 w 905"/>
                    <a:gd name="T95" fmla="*/ 591 h 1010"/>
                    <a:gd name="T96" fmla="*/ 423 w 905"/>
                    <a:gd name="T97" fmla="*/ 529 h 1010"/>
                    <a:gd name="T98" fmla="*/ 508 w 905"/>
                    <a:gd name="T99" fmla="*/ 505 h 1010"/>
                    <a:gd name="T100" fmla="*/ 557 w 905"/>
                    <a:gd name="T101" fmla="*/ 481 h 1010"/>
                    <a:gd name="T102" fmla="*/ 594 w 905"/>
                    <a:gd name="T103" fmla="*/ 480 h 1010"/>
                    <a:gd name="T104" fmla="*/ 677 w 905"/>
                    <a:gd name="T105" fmla="*/ 489 h 1010"/>
                    <a:gd name="T106" fmla="*/ 752 w 905"/>
                    <a:gd name="T107" fmla="*/ 438 h 1010"/>
                    <a:gd name="T108" fmla="*/ 834 w 905"/>
                    <a:gd name="T109" fmla="*/ 469 h 1010"/>
                    <a:gd name="T110" fmla="*/ 891 w 905"/>
                    <a:gd name="T111" fmla="*/ 456 h 1010"/>
                    <a:gd name="T112" fmla="*/ 380 w 905"/>
                    <a:gd name="T113" fmla="*/ 512 h 1010"/>
                    <a:gd name="T114" fmla="*/ 346 w 905"/>
                    <a:gd name="T115" fmla="*/ 483 h 10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05" h="1010">
                      <a:moveTo>
                        <a:pt x="215" y="87"/>
                      </a:moveTo>
                      <a:cubicBezTo>
                        <a:pt x="229" y="97"/>
                        <a:pt x="250" y="93"/>
                        <a:pt x="250" y="93"/>
                      </a:cubicBezTo>
                      <a:cubicBezTo>
                        <a:pt x="228" y="82"/>
                        <a:pt x="228" y="82"/>
                        <a:pt x="228" y="82"/>
                      </a:cubicBezTo>
                      <a:cubicBezTo>
                        <a:pt x="195" y="65"/>
                        <a:pt x="195" y="65"/>
                        <a:pt x="195" y="65"/>
                      </a:cubicBezTo>
                      <a:cubicBezTo>
                        <a:pt x="191" y="78"/>
                        <a:pt x="201" y="78"/>
                        <a:pt x="215" y="87"/>
                      </a:cubicBezTo>
                      <a:close/>
                      <a:moveTo>
                        <a:pt x="453" y="40"/>
                      </a:moveTo>
                      <a:cubicBezTo>
                        <a:pt x="481" y="40"/>
                        <a:pt x="481" y="40"/>
                        <a:pt x="481" y="40"/>
                      </a:cubicBezTo>
                      <a:cubicBezTo>
                        <a:pt x="481" y="40"/>
                        <a:pt x="512" y="51"/>
                        <a:pt x="516" y="49"/>
                      </a:cubicBezTo>
                      <a:cubicBezTo>
                        <a:pt x="520" y="48"/>
                        <a:pt x="542" y="44"/>
                        <a:pt x="547" y="44"/>
                      </a:cubicBezTo>
                      <a:cubicBezTo>
                        <a:pt x="553" y="44"/>
                        <a:pt x="599" y="62"/>
                        <a:pt x="599" y="62"/>
                      </a:cubicBezTo>
                      <a:cubicBezTo>
                        <a:pt x="613" y="47"/>
                        <a:pt x="613" y="47"/>
                        <a:pt x="613" y="47"/>
                      </a:cubicBezTo>
                      <a:cubicBezTo>
                        <a:pt x="653" y="48"/>
                        <a:pt x="653" y="48"/>
                        <a:pt x="653" y="48"/>
                      </a:cubicBezTo>
                      <a:cubicBezTo>
                        <a:pt x="656" y="35"/>
                        <a:pt x="656" y="35"/>
                        <a:pt x="656" y="35"/>
                      </a:cubicBezTo>
                      <a:cubicBezTo>
                        <a:pt x="656" y="35"/>
                        <a:pt x="677" y="42"/>
                        <a:pt x="688" y="21"/>
                      </a:cubicBezTo>
                      <a:cubicBezTo>
                        <a:pt x="699" y="0"/>
                        <a:pt x="653" y="17"/>
                        <a:pt x="653" y="17"/>
                      </a:cubicBezTo>
                      <a:cubicBezTo>
                        <a:pt x="653" y="17"/>
                        <a:pt x="650" y="7"/>
                        <a:pt x="626" y="7"/>
                      </a:cubicBezTo>
                      <a:cubicBezTo>
                        <a:pt x="602" y="7"/>
                        <a:pt x="585" y="19"/>
                        <a:pt x="578" y="17"/>
                      </a:cubicBezTo>
                      <a:cubicBezTo>
                        <a:pt x="571" y="16"/>
                        <a:pt x="577" y="4"/>
                        <a:pt x="558" y="4"/>
                      </a:cubicBezTo>
                      <a:cubicBezTo>
                        <a:pt x="540" y="4"/>
                        <a:pt x="535" y="20"/>
                        <a:pt x="535" y="20"/>
                      </a:cubicBezTo>
                      <a:cubicBezTo>
                        <a:pt x="491" y="4"/>
                        <a:pt x="491" y="4"/>
                        <a:pt x="491" y="4"/>
                      </a:cubicBezTo>
                      <a:cubicBezTo>
                        <a:pt x="491" y="4"/>
                        <a:pt x="470" y="11"/>
                        <a:pt x="447" y="16"/>
                      </a:cubicBezTo>
                      <a:cubicBezTo>
                        <a:pt x="425" y="20"/>
                        <a:pt x="440" y="4"/>
                        <a:pt x="440" y="4"/>
                      </a:cubicBezTo>
                      <a:cubicBezTo>
                        <a:pt x="419" y="14"/>
                        <a:pt x="419" y="14"/>
                        <a:pt x="419" y="14"/>
                      </a:cubicBezTo>
                      <a:cubicBezTo>
                        <a:pt x="429" y="28"/>
                        <a:pt x="429" y="28"/>
                        <a:pt x="429" y="28"/>
                      </a:cubicBezTo>
                      <a:lnTo>
                        <a:pt x="453" y="40"/>
                      </a:lnTo>
                      <a:close/>
                      <a:moveTo>
                        <a:pt x="214" y="49"/>
                      </a:moveTo>
                      <a:cubicBezTo>
                        <a:pt x="221" y="54"/>
                        <a:pt x="236" y="51"/>
                        <a:pt x="239" y="55"/>
                      </a:cubicBezTo>
                      <a:cubicBezTo>
                        <a:pt x="242" y="59"/>
                        <a:pt x="223" y="69"/>
                        <a:pt x="223" y="69"/>
                      </a:cubicBezTo>
                      <a:cubicBezTo>
                        <a:pt x="252" y="80"/>
                        <a:pt x="252" y="80"/>
                        <a:pt x="252" y="80"/>
                      </a:cubicBezTo>
                      <a:cubicBezTo>
                        <a:pt x="252" y="80"/>
                        <a:pt x="267" y="90"/>
                        <a:pt x="281" y="93"/>
                      </a:cubicBezTo>
                      <a:cubicBezTo>
                        <a:pt x="295" y="96"/>
                        <a:pt x="305" y="76"/>
                        <a:pt x="305" y="76"/>
                      </a:cubicBezTo>
                      <a:cubicBezTo>
                        <a:pt x="333" y="71"/>
                        <a:pt x="333" y="71"/>
                        <a:pt x="333" y="71"/>
                      </a:cubicBezTo>
                      <a:cubicBezTo>
                        <a:pt x="356" y="85"/>
                        <a:pt x="356" y="85"/>
                        <a:pt x="356" y="85"/>
                      </a:cubicBezTo>
                      <a:cubicBezTo>
                        <a:pt x="356" y="85"/>
                        <a:pt x="337" y="90"/>
                        <a:pt x="319" y="94"/>
                      </a:cubicBezTo>
                      <a:cubicBezTo>
                        <a:pt x="301" y="99"/>
                        <a:pt x="302" y="106"/>
                        <a:pt x="302" y="106"/>
                      </a:cubicBezTo>
                      <a:cubicBezTo>
                        <a:pt x="302" y="106"/>
                        <a:pt x="352" y="110"/>
                        <a:pt x="345" y="111"/>
                      </a:cubicBezTo>
                      <a:cubicBezTo>
                        <a:pt x="337" y="113"/>
                        <a:pt x="307" y="125"/>
                        <a:pt x="307" y="125"/>
                      </a:cubicBezTo>
                      <a:cubicBezTo>
                        <a:pt x="340" y="137"/>
                        <a:pt x="340" y="137"/>
                        <a:pt x="340" y="137"/>
                      </a:cubicBezTo>
                      <a:cubicBezTo>
                        <a:pt x="340" y="137"/>
                        <a:pt x="370" y="152"/>
                        <a:pt x="395" y="148"/>
                      </a:cubicBezTo>
                      <a:cubicBezTo>
                        <a:pt x="421" y="144"/>
                        <a:pt x="402" y="128"/>
                        <a:pt x="402" y="121"/>
                      </a:cubicBezTo>
                      <a:cubicBezTo>
                        <a:pt x="402" y="114"/>
                        <a:pt x="432" y="114"/>
                        <a:pt x="432" y="114"/>
                      </a:cubicBezTo>
                      <a:cubicBezTo>
                        <a:pt x="432" y="100"/>
                        <a:pt x="432" y="100"/>
                        <a:pt x="432" y="100"/>
                      </a:cubicBezTo>
                      <a:cubicBezTo>
                        <a:pt x="451" y="96"/>
                        <a:pt x="451" y="96"/>
                        <a:pt x="451" y="96"/>
                      </a:cubicBezTo>
                      <a:cubicBezTo>
                        <a:pt x="460" y="75"/>
                        <a:pt x="460" y="75"/>
                        <a:pt x="460" y="75"/>
                      </a:cubicBezTo>
                      <a:cubicBezTo>
                        <a:pt x="473" y="82"/>
                        <a:pt x="473" y="82"/>
                        <a:pt x="473" y="82"/>
                      </a:cubicBezTo>
                      <a:cubicBezTo>
                        <a:pt x="489" y="73"/>
                        <a:pt x="489" y="73"/>
                        <a:pt x="489" y="73"/>
                      </a:cubicBezTo>
                      <a:cubicBezTo>
                        <a:pt x="489" y="73"/>
                        <a:pt x="498" y="87"/>
                        <a:pt x="518" y="92"/>
                      </a:cubicBezTo>
                      <a:cubicBezTo>
                        <a:pt x="537" y="96"/>
                        <a:pt x="515" y="123"/>
                        <a:pt x="515" y="123"/>
                      </a:cubicBezTo>
                      <a:cubicBezTo>
                        <a:pt x="551" y="121"/>
                        <a:pt x="551" y="121"/>
                        <a:pt x="551" y="121"/>
                      </a:cubicBezTo>
                      <a:cubicBezTo>
                        <a:pt x="551" y="121"/>
                        <a:pt x="570" y="137"/>
                        <a:pt x="571" y="132"/>
                      </a:cubicBezTo>
                      <a:cubicBezTo>
                        <a:pt x="572" y="128"/>
                        <a:pt x="623" y="114"/>
                        <a:pt x="627" y="106"/>
                      </a:cubicBezTo>
                      <a:cubicBezTo>
                        <a:pt x="632" y="97"/>
                        <a:pt x="589" y="99"/>
                        <a:pt x="589" y="99"/>
                      </a:cubicBezTo>
                      <a:cubicBezTo>
                        <a:pt x="587" y="87"/>
                        <a:pt x="587" y="87"/>
                        <a:pt x="587" y="87"/>
                      </a:cubicBezTo>
                      <a:cubicBezTo>
                        <a:pt x="551" y="82"/>
                        <a:pt x="551" y="82"/>
                        <a:pt x="551" y="82"/>
                      </a:cubicBezTo>
                      <a:cubicBezTo>
                        <a:pt x="550" y="71"/>
                        <a:pt x="550" y="71"/>
                        <a:pt x="550" y="71"/>
                      </a:cubicBezTo>
                      <a:cubicBezTo>
                        <a:pt x="529" y="73"/>
                        <a:pt x="529" y="73"/>
                        <a:pt x="529" y="73"/>
                      </a:cubicBezTo>
                      <a:cubicBezTo>
                        <a:pt x="532" y="61"/>
                        <a:pt x="532" y="61"/>
                        <a:pt x="532" y="61"/>
                      </a:cubicBezTo>
                      <a:cubicBezTo>
                        <a:pt x="481" y="62"/>
                        <a:pt x="481" y="62"/>
                        <a:pt x="481" y="62"/>
                      </a:cubicBezTo>
                      <a:cubicBezTo>
                        <a:pt x="477" y="54"/>
                        <a:pt x="477" y="54"/>
                        <a:pt x="477" y="54"/>
                      </a:cubicBezTo>
                      <a:cubicBezTo>
                        <a:pt x="453" y="54"/>
                        <a:pt x="453" y="54"/>
                        <a:pt x="453" y="54"/>
                      </a:cubicBezTo>
                      <a:cubicBezTo>
                        <a:pt x="453" y="54"/>
                        <a:pt x="450" y="41"/>
                        <a:pt x="435" y="37"/>
                      </a:cubicBezTo>
                      <a:cubicBezTo>
                        <a:pt x="419" y="33"/>
                        <a:pt x="412" y="38"/>
                        <a:pt x="412" y="38"/>
                      </a:cubicBezTo>
                      <a:cubicBezTo>
                        <a:pt x="415" y="26"/>
                        <a:pt x="415" y="26"/>
                        <a:pt x="415" y="26"/>
                      </a:cubicBezTo>
                      <a:cubicBezTo>
                        <a:pt x="415" y="26"/>
                        <a:pt x="394" y="20"/>
                        <a:pt x="366" y="21"/>
                      </a:cubicBezTo>
                      <a:cubicBezTo>
                        <a:pt x="337" y="23"/>
                        <a:pt x="374" y="55"/>
                        <a:pt x="374" y="55"/>
                      </a:cubicBezTo>
                      <a:cubicBezTo>
                        <a:pt x="374" y="55"/>
                        <a:pt x="343" y="30"/>
                        <a:pt x="328" y="27"/>
                      </a:cubicBezTo>
                      <a:cubicBezTo>
                        <a:pt x="312" y="24"/>
                        <a:pt x="307" y="44"/>
                        <a:pt x="307" y="44"/>
                      </a:cubicBezTo>
                      <a:cubicBezTo>
                        <a:pt x="307" y="44"/>
                        <a:pt x="284" y="40"/>
                        <a:pt x="278" y="37"/>
                      </a:cubicBezTo>
                      <a:cubicBezTo>
                        <a:pt x="273" y="34"/>
                        <a:pt x="291" y="24"/>
                        <a:pt x="291" y="24"/>
                      </a:cubicBezTo>
                      <a:cubicBezTo>
                        <a:pt x="254" y="27"/>
                        <a:pt x="254" y="27"/>
                        <a:pt x="254" y="27"/>
                      </a:cubicBezTo>
                      <a:cubicBezTo>
                        <a:pt x="245" y="35"/>
                        <a:pt x="245" y="35"/>
                        <a:pt x="245" y="35"/>
                      </a:cubicBezTo>
                      <a:cubicBezTo>
                        <a:pt x="240" y="24"/>
                        <a:pt x="240" y="24"/>
                        <a:pt x="240" y="24"/>
                      </a:cubicBezTo>
                      <a:cubicBezTo>
                        <a:pt x="240" y="24"/>
                        <a:pt x="216" y="31"/>
                        <a:pt x="208" y="38"/>
                      </a:cubicBezTo>
                      <a:cubicBezTo>
                        <a:pt x="208" y="38"/>
                        <a:pt x="207" y="45"/>
                        <a:pt x="214" y="49"/>
                      </a:cubicBezTo>
                      <a:close/>
                      <a:moveTo>
                        <a:pt x="425" y="477"/>
                      </a:moveTo>
                      <a:cubicBezTo>
                        <a:pt x="441" y="474"/>
                        <a:pt x="440" y="464"/>
                        <a:pt x="447" y="464"/>
                      </a:cubicBezTo>
                      <a:cubicBezTo>
                        <a:pt x="453" y="464"/>
                        <a:pt x="447" y="453"/>
                        <a:pt x="447" y="453"/>
                      </a:cubicBezTo>
                      <a:cubicBezTo>
                        <a:pt x="417" y="467"/>
                        <a:pt x="417" y="467"/>
                        <a:pt x="417" y="467"/>
                      </a:cubicBezTo>
                      <a:lnTo>
                        <a:pt x="425" y="477"/>
                      </a:lnTo>
                      <a:close/>
                      <a:moveTo>
                        <a:pt x="513" y="437"/>
                      </a:moveTo>
                      <a:cubicBezTo>
                        <a:pt x="522" y="434"/>
                        <a:pt x="535" y="424"/>
                        <a:pt x="517" y="423"/>
                      </a:cubicBezTo>
                      <a:cubicBezTo>
                        <a:pt x="500" y="422"/>
                        <a:pt x="513" y="437"/>
                        <a:pt x="513" y="437"/>
                      </a:cubicBezTo>
                      <a:close/>
                      <a:moveTo>
                        <a:pt x="392" y="470"/>
                      </a:moveTo>
                      <a:cubicBezTo>
                        <a:pt x="373" y="465"/>
                        <a:pt x="363" y="482"/>
                        <a:pt x="363" y="482"/>
                      </a:cubicBezTo>
                      <a:cubicBezTo>
                        <a:pt x="379" y="486"/>
                        <a:pt x="379" y="486"/>
                        <a:pt x="379" y="486"/>
                      </a:cubicBezTo>
                      <a:cubicBezTo>
                        <a:pt x="385" y="482"/>
                        <a:pt x="411" y="474"/>
                        <a:pt x="392" y="470"/>
                      </a:cubicBezTo>
                      <a:close/>
                      <a:moveTo>
                        <a:pt x="610" y="414"/>
                      </a:moveTo>
                      <a:cubicBezTo>
                        <a:pt x="623" y="417"/>
                        <a:pt x="623" y="417"/>
                        <a:pt x="623" y="417"/>
                      </a:cubicBezTo>
                      <a:cubicBezTo>
                        <a:pt x="631" y="408"/>
                        <a:pt x="631" y="402"/>
                        <a:pt x="631" y="402"/>
                      </a:cubicBezTo>
                      <a:cubicBezTo>
                        <a:pt x="611" y="404"/>
                        <a:pt x="611" y="404"/>
                        <a:pt x="611" y="404"/>
                      </a:cubicBezTo>
                      <a:lnTo>
                        <a:pt x="610" y="414"/>
                      </a:lnTo>
                      <a:close/>
                      <a:moveTo>
                        <a:pt x="320" y="509"/>
                      </a:moveTo>
                      <a:cubicBezTo>
                        <a:pt x="304" y="509"/>
                        <a:pt x="279" y="528"/>
                        <a:pt x="285" y="532"/>
                      </a:cubicBezTo>
                      <a:cubicBezTo>
                        <a:pt x="290" y="535"/>
                        <a:pt x="315" y="520"/>
                        <a:pt x="315" y="520"/>
                      </a:cubicBezTo>
                      <a:cubicBezTo>
                        <a:pt x="338" y="516"/>
                        <a:pt x="338" y="516"/>
                        <a:pt x="338" y="516"/>
                      </a:cubicBezTo>
                      <a:cubicBezTo>
                        <a:pt x="335" y="516"/>
                        <a:pt x="336" y="509"/>
                        <a:pt x="320" y="509"/>
                      </a:cubicBezTo>
                      <a:close/>
                      <a:moveTo>
                        <a:pt x="901" y="448"/>
                      </a:moveTo>
                      <a:cubicBezTo>
                        <a:pt x="884" y="451"/>
                        <a:pt x="884" y="451"/>
                        <a:pt x="884" y="451"/>
                      </a:cubicBezTo>
                      <a:cubicBezTo>
                        <a:pt x="856" y="444"/>
                        <a:pt x="856" y="444"/>
                        <a:pt x="856" y="444"/>
                      </a:cubicBezTo>
                      <a:cubicBezTo>
                        <a:pt x="836" y="433"/>
                        <a:pt x="836" y="433"/>
                        <a:pt x="836" y="433"/>
                      </a:cubicBezTo>
                      <a:cubicBezTo>
                        <a:pt x="836" y="433"/>
                        <a:pt x="862" y="437"/>
                        <a:pt x="873" y="432"/>
                      </a:cubicBezTo>
                      <a:cubicBezTo>
                        <a:pt x="884" y="427"/>
                        <a:pt x="902" y="421"/>
                        <a:pt x="902" y="421"/>
                      </a:cubicBezTo>
                      <a:cubicBezTo>
                        <a:pt x="902" y="421"/>
                        <a:pt x="876" y="406"/>
                        <a:pt x="862" y="406"/>
                      </a:cubicBezTo>
                      <a:cubicBezTo>
                        <a:pt x="848" y="406"/>
                        <a:pt x="827" y="395"/>
                        <a:pt x="827" y="395"/>
                      </a:cubicBezTo>
                      <a:cubicBezTo>
                        <a:pt x="827" y="395"/>
                        <a:pt x="819" y="421"/>
                        <a:pt x="803" y="418"/>
                      </a:cubicBezTo>
                      <a:cubicBezTo>
                        <a:pt x="787" y="415"/>
                        <a:pt x="815" y="397"/>
                        <a:pt x="815" y="397"/>
                      </a:cubicBezTo>
                      <a:cubicBezTo>
                        <a:pt x="771" y="382"/>
                        <a:pt x="771" y="382"/>
                        <a:pt x="771" y="382"/>
                      </a:cubicBezTo>
                      <a:cubicBezTo>
                        <a:pt x="771" y="382"/>
                        <a:pt x="763" y="431"/>
                        <a:pt x="749" y="425"/>
                      </a:cubicBezTo>
                      <a:cubicBezTo>
                        <a:pt x="735" y="419"/>
                        <a:pt x="746" y="393"/>
                        <a:pt x="746" y="393"/>
                      </a:cubicBezTo>
                      <a:cubicBezTo>
                        <a:pt x="746" y="393"/>
                        <a:pt x="708" y="437"/>
                        <a:pt x="698" y="430"/>
                      </a:cubicBezTo>
                      <a:cubicBezTo>
                        <a:pt x="688" y="423"/>
                        <a:pt x="734" y="387"/>
                        <a:pt x="734" y="387"/>
                      </a:cubicBezTo>
                      <a:cubicBezTo>
                        <a:pt x="711" y="385"/>
                        <a:pt x="711" y="385"/>
                        <a:pt x="711" y="385"/>
                      </a:cubicBezTo>
                      <a:cubicBezTo>
                        <a:pt x="699" y="395"/>
                        <a:pt x="699" y="395"/>
                        <a:pt x="699" y="395"/>
                      </a:cubicBezTo>
                      <a:cubicBezTo>
                        <a:pt x="683" y="393"/>
                        <a:pt x="683" y="393"/>
                        <a:pt x="683" y="393"/>
                      </a:cubicBezTo>
                      <a:cubicBezTo>
                        <a:pt x="653" y="411"/>
                        <a:pt x="653" y="411"/>
                        <a:pt x="653" y="411"/>
                      </a:cubicBezTo>
                      <a:cubicBezTo>
                        <a:pt x="637" y="412"/>
                        <a:pt x="637" y="412"/>
                        <a:pt x="637" y="412"/>
                      </a:cubicBezTo>
                      <a:cubicBezTo>
                        <a:pt x="635" y="432"/>
                        <a:pt x="635" y="432"/>
                        <a:pt x="635" y="432"/>
                      </a:cubicBezTo>
                      <a:cubicBezTo>
                        <a:pt x="611" y="423"/>
                        <a:pt x="611" y="423"/>
                        <a:pt x="611" y="423"/>
                      </a:cubicBezTo>
                      <a:cubicBezTo>
                        <a:pt x="585" y="428"/>
                        <a:pt x="585" y="428"/>
                        <a:pt x="585" y="428"/>
                      </a:cubicBezTo>
                      <a:cubicBezTo>
                        <a:pt x="593" y="446"/>
                        <a:pt x="593" y="446"/>
                        <a:pt x="593" y="446"/>
                      </a:cubicBezTo>
                      <a:cubicBezTo>
                        <a:pt x="562" y="437"/>
                        <a:pt x="562" y="437"/>
                        <a:pt x="562" y="437"/>
                      </a:cubicBezTo>
                      <a:cubicBezTo>
                        <a:pt x="551" y="443"/>
                        <a:pt x="551" y="443"/>
                        <a:pt x="551" y="443"/>
                      </a:cubicBezTo>
                      <a:cubicBezTo>
                        <a:pt x="554" y="459"/>
                        <a:pt x="554" y="459"/>
                        <a:pt x="554" y="459"/>
                      </a:cubicBezTo>
                      <a:cubicBezTo>
                        <a:pt x="524" y="465"/>
                        <a:pt x="524" y="465"/>
                        <a:pt x="524" y="465"/>
                      </a:cubicBezTo>
                      <a:cubicBezTo>
                        <a:pt x="527" y="444"/>
                        <a:pt x="527" y="444"/>
                        <a:pt x="527" y="444"/>
                      </a:cubicBezTo>
                      <a:cubicBezTo>
                        <a:pt x="507" y="444"/>
                        <a:pt x="507" y="444"/>
                        <a:pt x="507" y="444"/>
                      </a:cubicBezTo>
                      <a:cubicBezTo>
                        <a:pt x="513" y="457"/>
                        <a:pt x="513" y="457"/>
                        <a:pt x="513" y="457"/>
                      </a:cubicBezTo>
                      <a:cubicBezTo>
                        <a:pt x="497" y="447"/>
                        <a:pt x="497" y="447"/>
                        <a:pt x="497" y="447"/>
                      </a:cubicBezTo>
                      <a:cubicBezTo>
                        <a:pt x="499" y="467"/>
                        <a:pt x="499" y="467"/>
                        <a:pt x="499" y="467"/>
                      </a:cubicBezTo>
                      <a:cubicBezTo>
                        <a:pt x="482" y="466"/>
                        <a:pt x="482" y="466"/>
                        <a:pt x="482" y="466"/>
                      </a:cubicBezTo>
                      <a:cubicBezTo>
                        <a:pt x="482" y="466"/>
                        <a:pt x="479" y="453"/>
                        <a:pt x="481" y="450"/>
                      </a:cubicBezTo>
                      <a:cubicBezTo>
                        <a:pt x="483" y="447"/>
                        <a:pt x="494" y="437"/>
                        <a:pt x="494" y="437"/>
                      </a:cubicBezTo>
                      <a:cubicBezTo>
                        <a:pt x="471" y="434"/>
                        <a:pt x="471" y="434"/>
                        <a:pt x="471" y="434"/>
                      </a:cubicBezTo>
                      <a:cubicBezTo>
                        <a:pt x="468" y="463"/>
                        <a:pt x="468" y="463"/>
                        <a:pt x="468" y="463"/>
                      </a:cubicBezTo>
                      <a:cubicBezTo>
                        <a:pt x="450" y="472"/>
                        <a:pt x="450" y="472"/>
                        <a:pt x="450" y="472"/>
                      </a:cubicBezTo>
                      <a:cubicBezTo>
                        <a:pt x="460" y="480"/>
                        <a:pt x="460" y="480"/>
                        <a:pt x="460" y="480"/>
                      </a:cubicBezTo>
                      <a:cubicBezTo>
                        <a:pt x="438" y="483"/>
                        <a:pt x="438" y="483"/>
                        <a:pt x="438" y="483"/>
                      </a:cubicBezTo>
                      <a:cubicBezTo>
                        <a:pt x="446" y="491"/>
                        <a:pt x="446" y="491"/>
                        <a:pt x="446" y="491"/>
                      </a:cubicBezTo>
                      <a:cubicBezTo>
                        <a:pt x="418" y="492"/>
                        <a:pt x="418" y="492"/>
                        <a:pt x="418" y="492"/>
                      </a:cubicBezTo>
                      <a:cubicBezTo>
                        <a:pt x="418" y="500"/>
                        <a:pt x="418" y="500"/>
                        <a:pt x="418" y="500"/>
                      </a:cubicBezTo>
                      <a:cubicBezTo>
                        <a:pt x="439" y="505"/>
                        <a:pt x="439" y="505"/>
                        <a:pt x="439" y="505"/>
                      </a:cubicBezTo>
                      <a:cubicBezTo>
                        <a:pt x="432" y="514"/>
                        <a:pt x="432" y="514"/>
                        <a:pt x="432" y="514"/>
                      </a:cubicBezTo>
                      <a:cubicBezTo>
                        <a:pt x="408" y="504"/>
                        <a:pt x="408" y="504"/>
                        <a:pt x="408" y="504"/>
                      </a:cubicBezTo>
                      <a:cubicBezTo>
                        <a:pt x="399" y="505"/>
                        <a:pt x="399" y="505"/>
                        <a:pt x="399" y="505"/>
                      </a:cubicBezTo>
                      <a:cubicBezTo>
                        <a:pt x="415" y="516"/>
                        <a:pt x="415" y="516"/>
                        <a:pt x="415" y="516"/>
                      </a:cubicBezTo>
                      <a:cubicBezTo>
                        <a:pt x="400" y="527"/>
                        <a:pt x="400" y="527"/>
                        <a:pt x="400" y="527"/>
                      </a:cubicBezTo>
                      <a:cubicBezTo>
                        <a:pt x="392" y="514"/>
                        <a:pt x="392" y="514"/>
                        <a:pt x="392" y="514"/>
                      </a:cubicBezTo>
                      <a:cubicBezTo>
                        <a:pt x="382" y="520"/>
                        <a:pt x="382" y="520"/>
                        <a:pt x="382" y="520"/>
                      </a:cubicBezTo>
                      <a:cubicBezTo>
                        <a:pt x="383" y="525"/>
                        <a:pt x="383" y="525"/>
                        <a:pt x="383" y="525"/>
                      </a:cubicBezTo>
                      <a:cubicBezTo>
                        <a:pt x="360" y="526"/>
                        <a:pt x="360" y="526"/>
                        <a:pt x="360" y="526"/>
                      </a:cubicBezTo>
                      <a:cubicBezTo>
                        <a:pt x="357" y="535"/>
                        <a:pt x="357" y="535"/>
                        <a:pt x="357" y="535"/>
                      </a:cubicBezTo>
                      <a:cubicBezTo>
                        <a:pt x="374" y="544"/>
                        <a:pt x="374" y="544"/>
                        <a:pt x="374" y="544"/>
                      </a:cubicBezTo>
                      <a:cubicBezTo>
                        <a:pt x="372" y="554"/>
                        <a:pt x="372" y="554"/>
                        <a:pt x="372" y="554"/>
                      </a:cubicBezTo>
                      <a:cubicBezTo>
                        <a:pt x="350" y="546"/>
                        <a:pt x="350" y="546"/>
                        <a:pt x="350" y="546"/>
                      </a:cubicBezTo>
                      <a:cubicBezTo>
                        <a:pt x="347" y="556"/>
                        <a:pt x="347" y="556"/>
                        <a:pt x="347" y="556"/>
                      </a:cubicBezTo>
                      <a:cubicBezTo>
                        <a:pt x="365" y="561"/>
                        <a:pt x="365" y="561"/>
                        <a:pt x="365" y="561"/>
                      </a:cubicBezTo>
                      <a:cubicBezTo>
                        <a:pt x="365" y="561"/>
                        <a:pt x="344" y="562"/>
                        <a:pt x="337" y="563"/>
                      </a:cubicBezTo>
                      <a:cubicBezTo>
                        <a:pt x="330" y="564"/>
                        <a:pt x="334" y="574"/>
                        <a:pt x="334" y="574"/>
                      </a:cubicBezTo>
                      <a:cubicBezTo>
                        <a:pt x="334" y="574"/>
                        <a:pt x="321" y="567"/>
                        <a:pt x="313" y="573"/>
                      </a:cubicBezTo>
                      <a:cubicBezTo>
                        <a:pt x="305" y="579"/>
                        <a:pt x="298" y="584"/>
                        <a:pt x="303" y="587"/>
                      </a:cubicBezTo>
                      <a:cubicBezTo>
                        <a:pt x="308" y="590"/>
                        <a:pt x="297" y="596"/>
                        <a:pt x="297" y="596"/>
                      </a:cubicBezTo>
                      <a:cubicBezTo>
                        <a:pt x="297" y="596"/>
                        <a:pt x="290" y="605"/>
                        <a:pt x="293" y="606"/>
                      </a:cubicBezTo>
                      <a:cubicBezTo>
                        <a:pt x="296" y="607"/>
                        <a:pt x="316" y="608"/>
                        <a:pt x="316" y="608"/>
                      </a:cubicBezTo>
                      <a:cubicBezTo>
                        <a:pt x="309" y="616"/>
                        <a:pt x="309" y="616"/>
                        <a:pt x="309" y="616"/>
                      </a:cubicBezTo>
                      <a:cubicBezTo>
                        <a:pt x="286" y="612"/>
                        <a:pt x="286" y="612"/>
                        <a:pt x="286" y="612"/>
                      </a:cubicBezTo>
                      <a:cubicBezTo>
                        <a:pt x="286" y="612"/>
                        <a:pt x="273" y="614"/>
                        <a:pt x="273" y="622"/>
                      </a:cubicBezTo>
                      <a:cubicBezTo>
                        <a:pt x="273" y="630"/>
                        <a:pt x="283" y="636"/>
                        <a:pt x="279" y="639"/>
                      </a:cubicBezTo>
                      <a:cubicBezTo>
                        <a:pt x="275" y="642"/>
                        <a:pt x="271" y="642"/>
                        <a:pt x="266" y="642"/>
                      </a:cubicBezTo>
                      <a:cubicBezTo>
                        <a:pt x="261" y="642"/>
                        <a:pt x="255" y="643"/>
                        <a:pt x="257" y="650"/>
                      </a:cubicBezTo>
                      <a:cubicBezTo>
                        <a:pt x="259" y="657"/>
                        <a:pt x="267" y="661"/>
                        <a:pt x="267" y="661"/>
                      </a:cubicBezTo>
                      <a:cubicBezTo>
                        <a:pt x="267" y="661"/>
                        <a:pt x="273" y="672"/>
                        <a:pt x="266" y="673"/>
                      </a:cubicBezTo>
                      <a:cubicBezTo>
                        <a:pt x="259" y="674"/>
                        <a:pt x="252" y="673"/>
                        <a:pt x="249" y="673"/>
                      </a:cubicBezTo>
                      <a:cubicBezTo>
                        <a:pt x="246" y="673"/>
                        <a:pt x="243" y="674"/>
                        <a:pt x="240" y="678"/>
                      </a:cubicBezTo>
                      <a:cubicBezTo>
                        <a:pt x="237" y="682"/>
                        <a:pt x="237" y="689"/>
                        <a:pt x="237" y="689"/>
                      </a:cubicBezTo>
                      <a:cubicBezTo>
                        <a:pt x="237" y="689"/>
                        <a:pt x="239" y="696"/>
                        <a:pt x="232" y="696"/>
                      </a:cubicBezTo>
                      <a:cubicBezTo>
                        <a:pt x="225" y="696"/>
                        <a:pt x="222" y="689"/>
                        <a:pt x="216" y="690"/>
                      </a:cubicBezTo>
                      <a:cubicBezTo>
                        <a:pt x="210" y="691"/>
                        <a:pt x="212" y="691"/>
                        <a:pt x="207" y="695"/>
                      </a:cubicBezTo>
                      <a:cubicBezTo>
                        <a:pt x="202" y="699"/>
                        <a:pt x="202" y="700"/>
                        <a:pt x="199" y="704"/>
                      </a:cubicBezTo>
                      <a:cubicBezTo>
                        <a:pt x="196" y="708"/>
                        <a:pt x="187" y="708"/>
                        <a:pt x="187" y="708"/>
                      </a:cubicBezTo>
                      <a:cubicBezTo>
                        <a:pt x="187" y="708"/>
                        <a:pt x="183" y="709"/>
                        <a:pt x="180" y="715"/>
                      </a:cubicBezTo>
                      <a:cubicBezTo>
                        <a:pt x="177" y="721"/>
                        <a:pt x="186" y="725"/>
                        <a:pt x="181" y="728"/>
                      </a:cubicBezTo>
                      <a:cubicBezTo>
                        <a:pt x="176" y="731"/>
                        <a:pt x="175" y="733"/>
                        <a:pt x="170" y="733"/>
                      </a:cubicBezTo>
                      <a:cubicBezTo>
                        <a:pt x="165" y="733"/>
                        <a:pt x="156" y="728"/>
                        <a:pt x="153" y="728"/>
                      </a:cubicBezTo>
                      <a:cubicBezTo>
                        <a:pt x="150" y="728"/>
                        <a:pt x="157" y="720"/>
                        <a:pt x="144" y="727"/>
                      </a:cubicBezTo>
                      <a:cubicBezTo>
                        <a:pt x="131" y="734"/>
                        <a:pt x="130" y="735"/>
                        <a:pt x="126" y="734"/>
                      </a:cubicBezTo>
                      <a:cubicBezTo>
                        <a:pt x="122" y="733"/>
                        <a:pt x="117" y="731"/>
                        <a:pt x="118" y="741"/>
                      </a:cubicBezTo>
                      <a:cubicBezTo>
                        <a:pt x="119" y="751"/>
                        <a:pt x="125" y="750"/>
                        <a:pt x="126" y="753"/>
                      </a:cubicBezTo>
                      <a:cubicBezTo>
                        <a:pt x="127" y="756"/>
                        <a:pt x="130" y="764"/>
                        <a:pt x="122" y="760"/>
                      </a:cubicBezTo>
                      <a:cubicBezTo>
                        <a:pt x="114" y="756"/>
                        <a:pt x="113" y="747"/>
                        <a:pt x="108" y="750"/>
                      </a:cubicBezTo>
                      <a:cubicBezTo>
                        <a:pt x="103" y="753"/>
                        <a:pt x="97" y="760"/>
                        <a:pt x="102" y="763"/>
                      </a:cubicBezTo>
                      <a:cubicBezTo>
                        <a:pt x="107" y="766"/>
                        <a:pt x="122" y="762"/>
                        <a:pt x="119" y="768"/>
                      </a:cubicBezTo>
                      <a:cubicBezTo>
                        <a:pt x="116" y="774"/>
                        <a:pt x="126" y="777"/>
                        <a:pt x="111" y="775"/>
                      </a:cubicBezTo>
                      <a:cubicBezTo>
                        <a:pt x="96" y="773"/>
                        <a:pt x="92" y="773"/>
                        <a:pt x="92" y="773"/>
                      </a:cubicBezTo>
                      <a:cubicBezTo>
                        <a:pt x="92" y="773"/>
                        <a:pt x="94" y="767"/>
                        <a:pt x="88" y="772"/>
                      </a:cubicBezTo>
                      <a:cubicBezTo>
                        <a:pt x="82" y="777"/>
                        <a:pt x="84" y="786"/>
                        <a:pt x="84" y="786"/>
                      </a:cubicBezTo>
                      <a:cubicBezTo>
                        <a:pt x="84" y="786"/>
                        <a:pt x="55" y="773"/>
                        <a:pt x="59" y="781"/>
                      </a:cubicBezTo>
                      <a:cubicBezTo>
                        <a:pt x="63" y="789"/>
                        <a:pt x="85" y="794"/>
                        <a:pt x="85" y="794"/>
                      </a:cubicBezTo>
                      <a:cubicBezTo>
                        <a:pt x="72" y="808"/>
                        <a:pt x="72" y="808"/>
                        <a:pt x="72" y="808"/>
                      </a:cubicBezTo>
                      <a:cubicBezTo>
                        <a:pt x="72" y="808"/>
                        <a:pt x="73" y="798"/>
                        <a:pt x="66" y="797"/>
                      </a:cubicBezTo>
                      <a:cubicBezTo>
                        <a:pt x="59" y="796"/>
                        <a:pt x="53" y="804"/>
                        <a:pt x="53" y="804"/>
                      </a:cubicBezTo>
                      <a:cubicBezTo>
                        <a:pt x="40" y="793"/>
                        <a:pt x="40" y="793"/>
                        <a:pt x="40" y="793"/>
                      </a:cubicBezTo>
                      <a:cubicBezTo>
                        <a:pt x="34" y="802"/>
                        <a:pt x="34" y="802"/>
                        <a:pt x="34" y="802"/>
                      </a:cubicBezTo>
                      <a:cubicBezTo>
                        <a:pt x="43" y="805"/>
                        <a:pt x="43" y="805"/>
                        <a:pt x="43" y="805"/>
                      </a:cubicBezTo>
                      <a:cubicBezTo>
                        <a:pt x="20" y="804"/>
                        <a:pt x="20" y="804"/>
                        <a:pt x="20" y="804"/>
                      </a:cubicBezTo>
                      <a:cubicBezTo>
                        <a:pt x="19" y="813"/>
                        <a:pt x="19" y="813"/>
                        <a:pt x="19" y="813"/>
                      </a:cubicBezTo>
                      <a:cubicBezTo>
                        <a:pt x="52" y="815"/>
                        <a:pt x="52" y="815"/>
                        <a:pt x="52" y="815"/>
                      </a:cubicBezTo>
                      <a:cubicBezTo>
                        <a:pt x="35" y="820"/>
                        <a:pt x="35" y="820"/>
                        <a:pt x="35" y="820"/>
                      </a:cubicBezTo>
                      <a:cubicBezTo>
                        <a:pt x="11" y="814"/>
                        <a:pt x="11" y="814"/>
                        <a:pt x="11" y="814"/>
                      </a:cubicBezTo>
                      <a:cubicBezTo>
                        <a:pt x="11" y="814"/>
                        <a:pt x="3" y="821"/>
                        <a:pt x="3" y="827"/>
                      </a:cubicBezTo>
                      <a:cubicBezTo>
                        <a:pt x="3" y="833"/>
                        <a:pt x="21" y="834"/>
                        <a:pt x="21" y="834"/>
                      </a:cubicBezTo>
                      <a:cubicBezTo>
                        <a:pt x="10" y="839"/>
                        <a:pt x="10" y="839"/>
                        <a:pt x="10" y="839"/>
                      </a:cubicBezTo>
                      <a:cubicBezTo>
                        <a:pt x="10" y="839"/>
                        <a:pt x="1" y="846"/>
                        <a:pt x="10" y="847"/>
                      </a:cubicBezTo>
                      <a:cubicBezTo>
                        <a:pt x="19" y="848"/>
                        <a:pt x="42" y="848"/>
                        <a:pt x="42" y="848"/>
                      </a:cubicBezTo>
                      <a:cubicBezTo>
                        <a:pt x="52" y="854"/>
                        <a:pt x="52" y="854"/>
                        <a:pt x="52" y="854"/>
                      </a:cubicBezTo>
                      <a:cubicBezTo>
                        <a:pt x="63" y="846"/>
                        <a:pt x="63" y="846"/>
                        <a:pt x="63" y="846"/>
                      </a:cubicBezTo>
                      <a:cubicBezTo>
                        <a:pt x="71" y="854"/>
                        <a:pt x="71" y="854"/>
                        <a:pt x="71" y="854"/>
                      </a:cubicBezTo>
                      <a:cubicBezTo>
                        <a:pt x="89" y="845"/>
                        <a:pt x="89" y="845"/>
                        <a:pt x="89" y="845"/>
                      </a:cubicBezTo>
                      <a:cubicBezTo>
                        <a:pt x="89" y="845"/>
                        <a:pt x="86" y="858"/>
                        <a:pt x="80" y="858"/>
                      </a:cubicBezTo>
                      <a:cubicBezTo>
                        <a:pt x="74" y="858"/>
                        <a:pt x="62" y="857"/>
                        <a:pt x="62" y="857"/>
                      </a:cubicBezTo>
                      <a:cubicBezTo>
                        <a:pt x="44" y="858"/>
                        <a:pt x="44" y="858"/>
                        <a:pt x="44" y="858"/>
                      </a:cubicBezTo>
                      <a:cubicBezTo>
                        <a:pt x="44" y="858"/>
                        <a:pt x="28" y="856"/>
                        <a:pt x="25" y="856"/>
                      </a:cubicBezTo>
                      <a:cubicBezTo>
                        <a:pt x="22" y="856"/>
                        <a:pt x="0" y="858"/>
                        <a:pt x="0" y="858"/>
                      </a:cubicBezTo>
                      <a:cubicBezTo>
                        <a:pt x="0" y="858"/>
                        <a:pt x="2" y="870"/>
                        <a:pt x="7" y="872"/>
                      </a:cubicBezTo>
                      <a:cubicBezTo>
                        <a:pt x="12" y="874"/>
                        <a:pt x="20" y="874"/>
                        <a:pt x="20" y="874"/>
                      </a:cubicBezTo>
                      <a:cubicBezTo>
                        <a:pt x="20" y="874"/>
                        <a:pt x="7" y="884"/>
                        <a:pt x="13" y="891"/>
                      </a:cubicBezTo>
                      <a:cubicBezTo>
                        <a:pt x="19" y="898"/>
                        <a:pt x="29" y="899"/>
                        <a:pt x="29" y="899"/>
                      </a:cubicBezTo>
                      <a:cubicBezTo>
                        <a:pt x="47" y="888"/>
                        <a:pt x="47" y="888"/>
                        <a:pt x="47" y="888"/>
                      </a:cubicBezTo>
                      <a:cubicBezTo>
                        <a:pt x="65" y="884"/>
                        <a:pt x="65" y="884"/>
                        <a:pt x="65" y="884"/>
                      </a:cubicBezTo>
                      <a:cubicBezTo>
                        <a:pt x="59" y="898"/>
                        <a:pt x="59" y="898"/>
                        <a:pt x="59" y="898"/>
                      </a:cubicBezTo>
                      <a:cubicBezTo>
                        <a:pt x="49" y="895"/>
                        <a:pt x="49" y="895"/>
                        <a:pt x="49" y="895"/>
                      </a:cubicBezTo>
                      <a:cubicBezTo>
                        <a:pt x="43" y="907"/>
                        <a:pt x="43" y="907"/>
                        <a:pt x="43" y="907"/>
                      </a:cubicBezTo>
                      <a:cubicBezTo>
                        <a:pt x="43" y="907"/>
                        <a:pt x="13" y="901"/>
                        <a:pt x="17" y="908"/>
                      </a:cubicBezTo>
                      <a:cubicBezTo>
                        <a:pt x="21" y="915"/>
                        <a:pt x="30" y="918"/>
                        <a:pt x="30" y="918"/>
                      </a:cubicBezTo>
                      <a:cubicBezTo>
                        <a:pt x="14" y="926"/>
                        <a:pt x="14" y="926"/>
                        <a:pt x="14" y="926"/>
                      </a:cubicBezTo>
                      <a:cubicBezTo>
                        <a:pt x="2" y="926"/>
                        <a:pt x="2" y="926"/>
                        <a:pt x="2" y="926"/>
                      </a:cubicBezTo>
                      <a:cubicBezTo>
                        <a:pt x="2" y="926"/>
                        <a:pt x="4" y="938"/>
                        <a:pt x="7" y="938"/>
                      </a:cubicBezTo>
                      <a:cubicBezTo>
                        <a:pt x="10" y="938"/>
                        <a:pt x="42" y="939"/>
                        <a:pt x="42" y="939"/>
                      </a:cubicBezTo>
                      <a:cubicBezTo>
                        <a:pt x="33" y="953"/>
                        <a:pt x="33" y="953"/>
                        <a:pt x="33" y="953"/>
                      </a:cubicBezTo>
                      <a:cubicBezTo>
                        <a:pt x="41" y="955"/>
                        <a:pt x="41" y="955"/>
                        <a:pt x="41" y="955"/>
                      </a:cubicBezTo>
                      <a:cubicBezTo>
                        <a:pt x="36" y="967"/>
                        <a:pt x="36" y="967"/>
                        <a:pt x="36" y="967"/>
                      </a:cubicBezTo>
                      <a:cubicBezTo>
                        <a:pt x="36" y="967"/>
                        <a:pt x="10" y="954"/>
                        <a:pt x="11" y="962"/>
                      </a:cubicBezTo>
                      <a:cubicBezTo>
                        <a:pt x="12" y="970"/>
                        <a:pt x="23" y="981"/>
                        <a:pt x="23" y="981"/>
                      </a:cubicBezTo>
                      <a:cubicBezTo>
                        <a:pt x="55" y="995"/>
                        <a:pt x="55" y="995"/>
                        <a:pt x="55" y="995"/>
                      </a:cubicBezTo>
                      <a:cubicBezTo>
                        <a:pt x="55" y="995"/>
                        <a:pt x="48" y="1000"/>
                        <a:pt x="55" y="1003"/>
                      </a:cubicBezTo>
                      <a:cubicBezTo>
                        <a:pt x="62" y="1006"/>
                        <a:pt x="83" y="1001"/>
                        <a:pt x="83" y="1001"/>
                      </a:cubicBezTo>
                      <a:cubicBezTo>
                        <a:pt x="83" y="1001"/>
                        <a:pt x="86" y="1010"/>
                        <a:pt x="103" y="1004"/>
                      </a:cubicBezTo>
                      <a:cubicBezTo>
                        <a:pt x="120" y="998"/>
                        <a:pt x="148" y="973"/>
                        <a:pt x="148" y="973"/>
                      </a:cubicBezTo>
                      <a:cubicBezTo>
                        <a:pt x="172" y="954"/>
                        <a:pt x="172" y="954"/>
                        <a:pt x="172" y="954"/>
                      </a:cubicBezTo>
                      <a:cubicBezTo>
                        <a:pt x="172" y="954"/>
                        <a:pt x="183" y="959"/>
                        <a:pt x="193" y="950"/>
                      </a:cubicBezTo>
                      <a:cubicBezTo>
                        <a:pt x="203" y="941"/>
                        <a:pt x="193" y="922"/>
                        <a:pt x="193" y="922"/>
                      </a:cubicBezTo>
                      <a:cubicBezTo>
                        <a:pt x="205" y="920"/>
                        <a:pt x="205" y="920"/>
                        <a:pt x="205" y="920"/>
                      </a:cubicBezTo>
                      <a:cubicBezTo>
                        <a:pt x="205" y="920"/>
                        <a:pt x="192" y="937"/>
                        <a:pt x="207" y="942"/>
                      </a:cubicBezTo>
                      <a:cubicBezTo>
                        <a:pt x="222" y="947"/>
                        <a:pt x="233" y="949"/>
                        <a:pt x="233" y="949"/>
                      </a:cubicBezTo>
                      <a:cubicBezTo>
                        <a:pt x="247" y="962"/>
                        <a:pt x="247" y="962"/>
                        <a:pt x="247" y="962"/>
                      </a:cubicBezTo>
                      <a:cubicBezTo>
                        <a:pt x="247" y="962"/>
                        <a:pt x="253" y="951"/>
                        <a:pt x="255" y="946"/>
                      </a:cubicBezTo>
                      <a:cubicBezTo>
                        <a:pt x="257" y="941"/>
                        <a:pt x="251" y="940"/>
                        <a:pt x="248" y="932"/>
                      </a:cubicBezTo>
                      <a:cubicBezTo>
                        <a:pt x="245" y="924"/>
                        <a:pt x="254" y="921"/>
                        <a:pt x="254" y="921"/>
                      </a:cubicBezTo>
                      <a:cubicBezTo>
                        <a:pt x="254" y="921"/>
                        <a:pt x="254" y="917"/>
                        <a:pt x="252" y="911"/>
                      </a:cubicBezTo>
                      <a:cubicBezTo>
                        <a:pt x="250" y="905"/>
                        <a:pt x="264" y="911"/>
                        <a:pt x="269" y="911"/>
                      </a:cubicBezTo>
                      <a:cubicBezTo>
                        <a:pt x="274" y="911"/>
                        <a:pt x="277" y="906"/>
                        <a:pt x="277" y="906"/>
                      </a:cubicBezTo>
                      <a:cubicBezTo>
                        <a:pt x="277" y="889"/>
                        <a:pt x="277" y="889"/>
                        <a:pt x="277" y="889"/>
                      </a:cubicBezTo>
                      <a:cubicBezTo>
                        <a:pt x="284" y="889"/>
                        <a:pt x="284" y="889"/>
                        <a:pt x="284" y="889"/>
                      </a:cubicBezTo>
                      <a:cubicBezTo>
                        <a:pt x="284" y="889"/>
                        <a:pt x="280" y="880"/>
                        <a:pt x="277" y="877"/>
                      </a:cubicBezTo>
                      <a:cubicBezTo>
                        <a:pt x="274" y="874"/>
                        <a:pt x="268" y="857"/>
                        <a:pt x="268" y="857"/>
                      </a:cubicBezTo>
                      <a:cubicBezTo>
                        <a:pt x="283" y="854"/>
                        <a:pt x="283" y="854"/>
                        <a:pt x="283" y="854"/>
                      </a:cubicBezTo>
                      <a:cubicBezTo>
                        <a:pt x="283" y="854"/>
                        <a:pt x="290" y="848"/>
                        <a:pt x="292" y="841"/>
                      </a:cubicBezTo>
                      <a:cubicBezTo>
                        <a:pt x="294" y="834"/>
                        <a:pt x="275" y="828"/>
                        <a:pt x="275" y="828"/>
                      </a:cubicBezTo>
                      <a:cubicBezTo>
                        <a:pt x="275" y="828"/>
                        <a:pt x="267" y="821"/>
                        <a:pt x="266" y="814"/>
                      </a:cubicBezTo>
                      <a:cubicBezTo>
                        <a:pt x="265" y="807"/>
                        <a:pt x="271" y="800"/>
                        <a:pt x="272" y="795"/>
                      </a:cubicBezTo>
                      <a:cubicBezTo>
                        <a:pt x="273" y="790"/>
                        <a:pt x="262" y="783"/>
                        <a:pt x="262" y="783"/>
                      </a:cubicBezTo>
                      <a:cubicBezTo>
                        <a:pt x="262" y="783"/>
                        <a:pt x="256" y="775"/>
                        <a:pt x="254" y="770"/>
                      </a:cubicBezTo>
                      <a:cubicBezTo>
                        <a:pt x="252" y="765"/>
                        <a:pt x="261" y="763"/>
                        <a:pt x="267" y="757"/>
                      </a:cubicBezTo>
                      <a:cubicBezTo>
                        <a:pt x="273" y="751"/>
                        <a:pt x="255" y="751"/>
                        <a:pt x="255" y="748"/>
                      </a:cubicBezTo>
                      <a:cubicBezTo>
                        <a:pt x="255" y="745"/>
                        <a:pt x="261" y="740"/>
                        <a:pt x="261" y="740"/>
                      </a:cubicBezTo>
                      <a:cubicBezTo>
                        <a:pt x="266" y="734"/>
                        <a:pt x="266" y="734"/>
                        <a:pt x="266" y="734"/>
                      </a:cubicBezTo>
                      <a:cubicBezTo>
                        <a:pt x="266" y="734"/>
                        <a:pt x="272" y="729"/>
                        <a:pt x="279" y="724"/>
                      </a:cubicBezTo>
                      <a:cubicBezTo>
                        <a:pt x="286" y="719"/>
                        <a:pt x="301" y="707"/>
                        <a:pt x="301" y="707"/>
                      </a:cubicBezTo>
                      <a:cubicBezTo>
                        <a:pt x="301" y="707"/>
                        <a:pt x="328" y="712"/>
                        <a:pt x="332" y="703"/>
                      </a:cubicBezTo>
                      <a:cubicBezTo>
                        <a:pt x="336" y="694"/>
                        <a:pt x="315" y="684"/>
                        <a:pt x="315" y="684"/>
                      </a:cubicBezTo>
                      <a:cubicBezTo>
                        <a:pt x="315" y="684"/>
                        <a:pt x="324" y="678"/>
                        <a:pt x="329" y="674"/>
                      </a:cubicBezTo>
                      <a:cubicBezTo>
                        <a:pt x="334" y="670"/>
                        <a:pt x="344" y="658"/>
                        <a:pt x="344" y="658"/>
                      </a:cubicBezTo>
                      <a:cubicBezTo>
                        <a:pt x="348" y="629"/>
                        <a:pt x="348" y="629"/>
                        <a:pt x="348" y="629"/>
                      </a:cubicBezTo>
                      <a:cubicBezTo>
                        <a:pt x="351" y="624"/>
                        <a:pt x="351" y="624"/>
                        <a:pt x="351" y="624"/>
                      </a:cubicBezTo>
                      <a:cubicBezTo>
                        <a:pt x="349" y="608"/>
                        <a:pt x="349" y="608"/>
                        <a:pt x="349" y="608"/>
                      </a:cubicBezTo>
                      <a:cubicBezTo>
                        <a:pt x="363" y="615"/>
                        <a:pt x="363" y="615"/>
                        <a:pt x="363" y="615"/>
                      </a:cubicBezTo>
                      <a:cubicBezTo>
                        <a:pt x="363" y="615"/>
                        <a:pt x="372" y="610"/>
                        <a:pt x="379" y="608"/>
                      </a:cubicBezTo>
                      <a:cubicBezTo>
                        <a:pt x="386" y="606"/>
                        <a:pt x="372" y="592"/>
                        <a:pt x="372" y="592"/>
                      </a:cubicBezTo>
                      <a:cubicBezTo>
                        <a:pt x="386" y="591"/>
                        <a:pt x="386" y="591"/>
                        <a:pt x="386" y="591"/>
                      </a:cubicBezTo>
                      <a:cubicBezTo>
                        <a:pt x="386" y="591"/>
                        <a:pt x="388" y="584"/>
                        <a:pt x="394" y="579"/>
                      </a:cubicBezTo>
                      <a:cubicBezTo>
                        <a:pt x="400" y="574"/>
                        <a:pt x="405" y="573"/>
                        <a:pt x="405" y="573"/>
                      </a:cubicBezTo>
                      <a:cubicBezTo>
                        <a:pt x="410" y="563"/>
                        <a:pt x="410" y="563"/>
                        <a:pt x="410" y="563"/>
                      </a:cubicBezTo>
                      <a:cubicBezTo>
                        <a:pt x="410" y="563"/>
                        <a:pt x="399" y="555"/>
                        <a:pt x="398" y="551"/>
                      </a:cubicBezTo>
                      <a:cubicBezTo>
                        <a:pt x="397" y="547"/>
                        <a:pt x="414" y="539"/>
                        <a:pt x="414" y="539"/>
                      </a:cubicBezTo>
                      <a:cubicBezTo>
                        <a:pt x="423" y="529"/>
                        <a:pt x="423" y="529"/>
                        <a:pt x="423" y="529"/>
                      </a:cubicBezTo>
                      <a:cubicBezTo>
                        <a:pt x="449" y="525"/>
                        <a:pt x="449" y="525"/>
                        <a:pt x="449" y="525"/>
                      </a:cubicBezTo>
                      <a:cubicBezTo>
                        <a:pt x="449" y="525"/>
                        <a:pt x="464" y="525"/>
                        <a:pt x="467" y="520"/>
                      </a:cubicBezTo>
                      <a:cubicBezTo>
                        <a:pt x="470" y="515"/>
                        <a:pt x="460" y="504"/>
                        <a:pt x="468" y="498"/>
                      </a:cubicBezTo>
                      <a:cubicBezTo>
                        <a:pt x="476" y="492"/>
                        <a:pt x="476" y="505"/>
                        <a:pt x="476" y="505"/>
                      </a:cubicBezTo>
                      <a:cubicBezTo>
                        <a:pt x="495" y="501"/>
                        <a:pt x="495" y="501"/>
                        <a:pt x="495" y="501"/>
                      </a:cubicBezTo>
                      <a:cubicBezTo>
                        <a:pt x="508" y="505"/>
                        <a:pt x="508" y="505"/>
                        <a:pt x="508" y="505"/>
                      </a:cubicBezTo>
                      <a:cubicBezTo>
                        <a:pt x="517" y="505"/>
                        <a:pt x="517" y="505"/>
                        <a:pt x="517" y="505"/>
                      </a:cubicBezTo>
                      <a:cubicBezTo>
                        <a:pt x="517" y="505"/>
                        <a:pt x="528" y="511"/>
                        <a:pt x="536" y="509"/>
                      </a:cubicBezTo>
                      <a:cubicBezTo>
                        <a:pt x="544" y="507"/>
                        <a:pt x="531" y="501"/>
                        <a:pt x="531" y="496"/>
                      </a:cubicBezTo>
                      <a:cubicBezTo>
                        <a:pt x="531" y="491"/>
                        <a:pt x="538" y="494"/>
                        <a:pt x="538" y="494"/>
                      </a:cubicBezTo>
                      <a:cubicBezTo>
                        <a:pt x="537" y="480"/>
                        <a:pt x="537" y="480"/>
                        <a:pt x="537" y="480"/>
                      </a:cubicBezTo>
                      <a:cubicBezTo>
                        <a:pt x="557" y="481"/>
                        <a:pt x="557" y="481"/>
                        <a:pt x="557" y="481"/>
                      </a:cubicBezTo>
                      <a:cubicBezTo>
                        <a:pt x="555" y="479"/>
                        <a:pt x="554" y="478"/>
                        <a:pt x="554" y="478"/>
                      </a:cubicBezTo>
                      <a:cubicBezTo>
                        <a:pt x="556" y="473"/>
                        <a:pt x="556" y="473"/>
                        <a:pt x="556" y="473"/>
                      </a:cubicBezTo>
                      <a:cubicBezTo>
                        <a:pt x="568" y="478"/>
                        <a:pt x="568" y="478"/>
                        <a:pt x="568" y="478"/>
                      </a:cubicBezTo>
                      <a:cubicBezTo>
                        <a:pt x="570" y="469"/>
                        <a:pt x="570" y="469"/>
                        <a:pt x="570" y="469"/>
                      </a:cubicBezTo>
                      <a:cubicBezTo>
                        <a:pt x="570" y="469"/>
                        <a:pt x="577" y="466"/>
                        <a:pt x="581" y="466"/>
                      </a:cubicBezTo>
                      <a:cubicBezTo>
                        <a:pt x="585" y="466"/>
                        <a:pt x="594" y="480"/>
                        <a:pt x="594" y="480"/>
                      </a:cubicBezTo>
                      <a:cubicBezTo>
                        <a:pt x="603" y="481"/>
                        <a:pt x="603" y="481"/>
                        <a:pt x="603" y="481"/>
                      </a:cubicBezTo>
                      <a:cubicBezTo>
                        <a:pt x="603" y="481"/>
                        <a:pt x="604" y="491"/>
                        <a:pt x="618" y="492"/>
                      </a:cubicBezTo>
                      <a:cubicBezTo>
                        <a:pt x="632" y="493"/>
                        <a:pt x="632" y="494"/>
                        <a:pt x="632" y="494"/>
                      </a:cubicBezTo>
                      <a:cubicBezTo>
                        <a:pt x="632" y="494"/>
                        <a:pt x="632" y="494"/>
                        <a:pt x="642" y="497"/>
                      </a:cubicBezTo>
                      <a:cubicBezTo>
                        <a:pt x="652" y="500"/>
                        <a:pt x="661" y="492"/>
                        <a:pt x="661" y="492"/>
                      </a:cubicBezTo>
                      <a:cubicBezTo>
                        <a:pt x="661" y="492"/>
                        <a:pt x="672" y="488"/>
                        <a:pt x="677" y="489"/>
                      </a:cubicBezTo>
                      <a:cubicBezTo>
                        <a:pt x="682" y="490"/>
                        <a:pt x="694" y="498"/>
                        <a:pt x="702" y="498"/>
                      </a:cubicBezTo>
                      <a:cubicBezTo>
                        <a:pt x="710" y="498"/>
                        <a:pt x="704" y="488"/>
                        <a:pt x="711" y="483"/>
                      </a:cubicBezTo>
                      <a:cubicBezTo>
                        <a:pt x="718" y="478"/>
                        <a:pt x="727" y="483"/>
                        <a:pt x="727" y="483"/>
                      </a:cubicBezTo>
                      <a:cubicBezTo>
                        <a:pt x="727" y="483"/>
                        <a:pt x="728" y="467"/>
                        <a:pt x="727" y="463"/>
                      </a:cubicBezTo>
                      <a:cubicBezTo>
                        <a:pt x="726" y="459"/>
                        <a:pt x="730" y="446"/>
                        <a:pt x="730" y="446"/>
                      </a:cubicBezTo>
                      <a:cubicBezTo>
                        <a:pt x="730" y="446"/>
                        <a:pt x="747" y="437"/>
                        <a:pt x="752" y="438"/>
                      </a:cubicBezTo>
                      <a:cubicBezTo>
                        <a:pt x="757" y="439"/>
                        <a:pt x="768" y="440"/>
                        <a:pt x="768" y="440"/>
                      </a:cubicBezTo>
                      <a:cubicBezTo>
                        <a:pt x="768" y="440"/>
                        <a:pt x="779" y="433"/>
                        <a:pt x="794" y="434"/>
                      </a:cubicBezTo>
                      <a:cubicBezTo>
                        <a:pt x="809" y="435"/>
                        <a:pt x="802" y="441"/>
                        <a:pt x="802" y="441"/>
                      </a:cubicBezTo>
                      <a:cubicBezTo>
                        <a:pt x="825" y="446"/>
                        <a:pt x="825" y="446"/>
                        <a:pt x="825" y="446"/>
                      </a:cubicBezTo>
                      <a:cubicBezTo>
                        <a:pt x="825" y="446"/>
                        <a:pt x="839" y="447"/>
                        <a:pt x="843" y="464"/>
                      </a:cubicBezTo>
                      <a:cubicBezTo>
                        <a:pt x="847" y="481"/>
                        <a:pt x="834" y="469"/>
                        <a:pt x="834" y="469"/>
                      </a:cubicBezTo>
                      <a:cubicBezTo>
                        <a:pt x="832" y="477"/>
                        <a:pt x="832" y="477"/>
                        <a:pt x="832" y="477"/>
                      </a:cubicBezTo>
                      <a:cubicBezTo>
                        <a:pt x="836" y="479"/>
                        <a:pt x="840" y="480"/>
                        <a:pt x="845" y="480"/>
                      </a:cubicBezTo>
                      <a:cubicBezTo>
                        <a:pt x="854" y="479"/>
                        <a:pt x="855" y="465"/>
                        <a:pt x="855" y="465"/>
                      </a:cubicBezTo>
                      <a:cubicBezTo>
                        <a:pt x="870" y="464"/>
                        <a:pt x="870" y="464"/>
                        <a:pt x="870" y="464"/>
                      </a:cubicBezTo>
                      <a:cubicBezTo>
                        <a:pt x="874" y="456"/>
                        <a:pt x="874" y="456"/>
                        <a:pt x="874" y="456"/>
                      </a:cubicBezTo>
                      <a:cubicBezTo>
                        <a:pt x="874" y="456"/>
                        <a:pt x="873" y="459"/>
                        <a:pt x="891" y="456"/>
                      </a:cubicBezTo>
                      <a:cubicBezTo>
                        <a:pt x="899" y="455"/>
                        <a:pt x="903" y="451"/>
                        <a:pt x="905" y="448"/>
                      </a:cubicBezTo>
                      <a:lnTo>
                        <a:pt x="901" y="448"/>
                      </a:lnTo>
                      <a:close/>
                      <a:moveTo>
                        <a:pt x="372" y="489"/>
                      </a:moveTo>
                      <a:cubicBezTo>
                        <a:pt x="357" y="498"/>
                        <a:pt x="357" y="498"/>
                        <a:pt x="357" y="498"/>
                      </a:cubicBezTo>
                      <a:cubicBezTo>
                        <a:pt x="362" y="511"/>
                        <a:pt x="362" y="511"/>
                        <a:pt x="362" y="511"/>
                      </a:cubicBezTo>
                      <a:cubicBezTo>
                        <a:pt x="380" y="512"/>
                        <a:pt x="380" y="512"/>
                        <a:pt x="380" y="512"/>
                      </a:cubicBezTo>
                      <a:cubicBezTo>
                        <a:pt x="376" y="499"/>
                        <a:pt x="376" y="499"/>
                        <a:pt x="376" y="499"/>
                      </a:cubicBezTo>
                      <a:lnTo>
                        <a:pt x="372" y="489"/>
                      </a:lnTo>
                      <a:close/>
                      <a:moveTo>
                        <a:pt x="346" y="483"/>
                      </a:moveTo>
                      <a:cubicBezTo>
                        <a:pt x="335" y="487"/>
                        <a:pt x="339" y="504"/>
                        <a:pt x="339" y="504"/>
                      </a:cubicBezTo>
                      <a:cubicBezTo>
                        <a:pt x="351" y="516"/>
                        <a:pt x="351" y="516"/>
                        <a:pt x="351" y="516"/>
                      </a:cubicBezTo>
                      <a:cubicBezTo>
                        <a:pt x="351" y="516"/>
                        <a:pt x="357" y="479"/>
                        <a:pt x="346" y="483"/>
                      </a:cubicBezTo>
                      <a:close/>
                      <a:moveTo>
                        <a:pt x="403" y="498"/>
                      </a:moveTo>
                      <a:cubicBezTo>
                        <a:pt x="412" y="493"/>
                        <a:pt x="427" y="490"/>
                        <a:pt x="408" y="486"/>
                      </a:cubicBezTo>
                      <a:cubicBezTo>
                        <a:pt x="389" y="483"/>
                        <a:pt x="380" y="494"/>
                        <a:pt x="380" y="494"/>
                      </a:cubicBezTo>
                      <a:cubicBezTo>
                        <a:pt x="386" y="501"/>
                        <a:pt x="386" y="501"/>
                        <a:pt x="386" y="501"/>
                      </a:cubicBezTo>
                      <a:lnTo>
                        <a:pt x="403" y="49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8" name="Freeform 320"/>
                <p:cNvSpPr>
                  <a:spLocks/>
                </p:cNvSpPr>
                <p:nvPr/>
              </p:nvSpPr>
              <p:spPr bwMode="gray">
                <a:xfrm>
                  <a:off x="-1723" y="-12392"/>
                  <a:ext cx="1151" cy="780"/>
                </a:xfrm>
                <a:custGeom>
                  <a:avLst/>
                  <a:gdLst>
                    <a:gd name="T0" fmla="*/ 311 w 487"/>
                    <a:gd name="T1" fmla="*/ 13 h 330"/>
                    <a:gd name="T2" fmla="*/ 247 w 487"/>
                    <a:gd name="T3" fmla="*/ 45 h 330"/>
                    <a:gd name="T4" fmla="*/ 222 w 487"/>
                    <a:gd name="T5" fmla="*/ 82 h 330"/>
                    <a:gd name="T6" fmla="*/ 222 w 487"/>
                    <a:gd name="T7" fmla="*/ 94 h 330"/>
                    <a:gd name="T8" fmla="*/ 210 w 487"/>
                    <a:gd name="T9" fmla="*/ 106 h 330"/>
                    <a:gd name="T10" fmla="*/ 187 w 487"/>
                    <a:gd name="T11" fmla="*/ 89 h 330"/>
                    <a:gd name="T12" fmla="*/ 143 w 487"/>
                    <a:gd name="T13" fmla="*/ 89 h 330"/>
                    <a:gd name="T14" fmla="*/ 116 w 487"/>
                    <a:gd name="T15" fmla="*/ 81 h 330"/>
                    <a:gd name="T16" fmla="*/ 76 w 487"/>
                    <a:gd name="T17" fmla="*/ 82 h 330"/>
                    <a:gd name="T18" fmla="*/ 64 w 487"/>
                    <a:gd name="T19" fmla="*/ 88 h 330"/>
                    <a:gd name="T20" fmla="*/ 46 w 487"/>
                    <a:gd name="T21" fmla="*/ 89 h 330"/>
                    <a:gd name="T22" fmla="*/ 31 w 487"/>
                    <a:gd name="T23" fmla="*/ 80 h 330"/>
                    <a:gd name="T24" fmla="*/ 22 w 487"/>
                    <a:gd name="T25" fmla="*/ 114 h 330"/>
                    <a:gd name="T26" fmla="*/ 21 w 487"/>
                    <a:gd name="T27" fmla="*/ 127 h 330"/>
                    <a:gd name="T28" fmla="*/ 8 w 487"/>
                    <a:gd name="T29" fmla="*/ 141 h 330"/>
                    <a:gd name="T30" fmla="*/ 2 w 487"/>
                    <a:gd name="T31" fmla="*/ 164 h 330"/>
                    <a:gd name="T32" fmla="*/ 24 w 487"/>
                    <a:gd name="T33" fmla="*/ 193 h 330"/>
                    <a:gd name="T34" fmla="*/ 15 w 487"/>
                    <a:gd name="T35" fmla="*/ 270 h 330"/>
                    <a:gd name="T36" fmla="*/ 36 w 487"/>
                    <a:gd name="T37" fmla="*/ 292 h 330"/>
                    <a:gd name="T38" fmla="*/ 60 w 487"/>
                    <a:gd name="T39" fmla="*/ 325 h 330"/>
                    <a:gd name="T40" fmla="*/ 106 w 487"/>
                    <a:gd name="T41" fmla="*/ 321 h 330"/>
                    <a:gd name="T42" fmla="*/ 133 w 487"/>
                    <a:gd name="T43" fmla="*/ 287 h 330"/>
                    <a:gd name="T44" fmla="*/ 182 w 487"/>
                    <a:gd name="T45" fmla="*/ 290 h 330"/>
                    <a:gd name="T46" fmla="*/ 243 w 487"/>
                    <a:gd name="T47" fmla="*/ 282 h 330"/>
                    <a:gd name="T48" fmla="*/ 292 w 487"/>
                    <a:gd name="T49" fmla="*/ 243 h 330"/>
                    <a:gd name="T50" fmla="*/ 334 w 487"/>
                    <a:gd name="T51" fmla="*/ 213 h 330"/>
                    <a:gd name="T52" fmla="*/ 397 w 487"/>
                    <a:gd name="T53" fmla="*/ 181 h 330"/>
                    <a:gd name="T54" fmla="*/ 446 w 487"/>
                    <a:gd name="T55" fmla="*/ 180 h 330"/>
                    <a:gd name="T56" fmla="*/ 479 w 487"/>
                    <a:gd name="T57" fmla="*/ 125 h 330"/>
                    <a:gd name="T58" fmla="*/ 487 w 487"/>
                    <a:gd name="T59" fmla="*/ 120 h 330"/>
                    <a:gd name="T60" fmla="*/ 433 w 487"/>
                    <a:gd name="T61" fmla="*/ 0 h 330"/>
                    <a:gd name="T62" fmla="*/ 311 w 487"/>
                    <a:gd name="T63" fmla="*/ 13 h 3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87" h="330">
                      <a:moveTo>
                        <a:pt x="311" y="13"/>
                      </a:moveTo>
                      <a:cubicBezTo>
                        <a:pt x="299" y="13"/>
                        <a:pt x="257" y="32"/>
                        <a:pt x="247" y="45"/>
                      </a:cubicBezTo>
                      <a:cubicBezTo>
                        <a:pt x="237" y="58"/>
                        <a:pt x="222" y="82"/>
                        <a:pt x="222" y="82"/>
                      </a:cubicBezTo>
                      <a:cubicBezTo>
                        <a:pt x="222" y="94"/>
                        <a:pt x="222" y="94"/>
                        <a:pt x="222" y="94"/>
                      </a:cubicBezTo>
                      <a:cubicBezTo>
                        <a:pt x="222" y="94"/>
                        <a:pt x="215" y="106"/>
                        <a:pt x="210" y="106"/>
                      </a:cubicBezTo>
                      <a:cubicBezTo>
                        <a:pt x="205" y="106"/>
                        <a:pt x="191" y="91"/>
                        <a:pt x="187" y="89"/>
                      </a:cubicBezTo>
                      <a:cubicBezTo>
                        <a:pt x="183" y="87"/>
                        <a:pt x="143" y="89"/>
                        <a:pt x="143" y="89"/>
                      </a:cubicBezTo>
                      <a:cubicBezTo>
                        <a:pt x="143" y="89"/>
                        <a:pt x="132" y="81"/>
                        <a:pt x="116" y="81"/>
                      </a:cubicBezTo>
                      <a:cubicBezTo>
                        <a:pt x="100" y="81"/>
                        <a:pt x="81" y="82"/>
                        <a:pt x="76" y="82"/>
                      </a:cubicBezTo>
                      <a:cubicBezTo>
                        <a:pt x="71" y="82"/>
                        <a:pt x="64" y="88"/>
                        <a:pt x="64" y="88"/>
                      </a:cubicBezTo>
                      <a:cubicBezTo>
                        <a:pt x="46" y="89"/>
                        <a:pt x="46" y="89"/>
                        <a:pt x="46" y="89"/>
                      </a:cubicBezTo>
                      <a:cubicBezTo>
                        <a:pt x="46" y="89"/>
                        <a:pt x="41" y="75"/>
                        <a:pt x="31" y="80"/>
                      </a:cubicBezTo>
                      <a:cubicBezTo>
                        <a:pt x="21" y="85"/>
                        <a:pt x="22" y="114"/>
                        <a:pt x="22" y="114"/>
                      </a:cubicBezTo>
                      <a:cubicBezTo>
                        <a:pt x="22" y="114"/>
                        <a:pt x="28" y="116"/>
                        <a:pt x="21" y="127"/>
                      </a:cubicBezTo>
                      <a:cubicBezTo>
                        <a:pt x="17" y="134"/>
                        <a:pt x="12" y="138"/>
                        <a:pt x="8" y="141"/>
                      </a:cubicBezTo>
                      <a:cubicBezTo>
                        <a:pt x="6" y="150"/>
                        <a:pt x="3" y="159"/>
                        <a:pt x="2" y="164"/>
                      </a:cubicBezTo>
                      <a:cubicBezTo>
                        <a:pt x="0" y="174"/>
                        <a:pt x="24" y="193"/>
                        <a:pt x="24" y="193"/>
                      </a:cubicBezTo>
                      <a:cubicBezTo>
                        <a:pt x="15" y="270"/>
                        <a:pt x="15" y="270"/>
                        <a:pt x="15" y="270"/>
                      </a:cubicBezTo>
                      <a:cubicBezTo>
                        <a:pt x="36" y="292"/>
                        <a:pt x="36" y="292"/>
                        <a:pt x="36" y="292"/>
                      </a:cubicBezTo>
                      <a:cubicBezTo>
                        <a:pt x="36" y="292"/>
                        <a:pt x="41" y="321"/>
                        <a:pt x="60" y="325"/>
                      </a:cubicBezTo>
                      <a:cubicBezTo>
                        <a:pt x="79" y="330"/>
                        <a:pt x="94" y="329"/>
                        <a:pt x="106" y="321"/>
                      </a:cubicBezTo>
                      <a:cubicBezTo>
                        <a:pt x="118" y="313"/>
                        <a:pt x="122" y="287"/>
                        <a:pt x="133" y="287"/>
                      </a:cubicBezTo>
                      <a:cubicBezTo>
                        <a:pt x="145" y="286"/>
                        <a:pt x="160" y="293"/>
                        <a:pt x="182" y="290"/>
                      </a:cubicBezTo>
                      <a:cubicBezTo>
                        <a:pt x="204" y="287"/>
                        <a:pt x="230" y="282"/>
                        <a:pt x="243" y="282"/>
                      </a:cubicBezTo>
                      <a:cubicBezTo>
                        <a:pt x="256" y="283"/>
                        <a:pt x="277" y="249"/>
                        <a:pt x="292" y="243"/>
                      </a:cubicBezTo>
                      <a:cubicBezTo>
                        <a:pt x="308" y="238"/>
                        <a:pt x="316" y="218"/>
                        <a:pt x="334" y="213"/>
                      </a:cubicBezTo>
                      <a:cubicBezTo>
                        <a:pt x="352" y="207"/>
                        <a:pt x="397" y="181"/>
                        <a:pt x="397" y="181"/>
                      </a:cubicBezTo>
                      <a:cubicBezTo>
                        <a:pt x="446" y="180"/>
                        <a:pt x="446" y="180"/>
                        <a:pt x="446" y="180"/>
                      </a:cubicBezTo>
                      <a:cubicBezTo>
                        <a:pt x="446" y="180"/>
                        <a:pt x="466" y="135"/>
                        <a:pt x="479" y="125"/>
                      </a:cubicBezTo>
                      <a:cubicBezTo>
                        <a:pt x="480" y="123"/>
                        <a:pt x="483" y="122"/>
                        <a:pt x="487" y="120"/>
                      </a:cubicBezTo>
                      <a:cubicBezTo>
                        <a:pt x="433" y="0"/>
                        <a:pt x="433" y="0"/>
                        <a:pt x="433" y="0"/>
                      </a:cubicBezTo>
                      <a:cubicBezTo>
                        <a:pt x="433" y="0"/>
                        <a:pt x="323" y="13"/>
                        <a:pt x="311" y="13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9" name="Freeform 321"/>
                <p:cNvSpPr>
                  <a:spLocks/>
                </p:cNvSpPr>
                <p:nvPr/>
              </p:nvSpPr>
              <p:spPr bwMode="gray">
                <a:xfrm>
                  <a:off x="-5429" y="-10275"/>
                  <a:ext cx="243" cy="168"/>
                </a:xfrm>
                <a:custGeom>
                  <a:avLst/>
                  <a:gdLst>
                    <a:gd name="T0" fmla="*/ 97 w 103"/>
                    <a:gd name="T1" fmla="*/ 29 h 71"/>
                    <a:gd name="T2" fmla="*/ 100 w 103"/>
                    <a:gd name="T3" fmla="*/ 6 h 71"/>
                    <a:gd name="T4" fmla="*/ 36 w 103"/>
                    <a:gd name="T5" fmla="*/ 6 h 71"/>
                    <a:gd name="T6" fmla="*/ 30 w 103"/>
                    <a:gd name="T7" fmla="*/ 0 h 71"/>
                    <a:gd name="T8" fmla="*/ 24 w 103"/>
                    <a:gd name="T9" fmla="*/ 3 h 71"/>
                    <a:gd name="T10" fmla="*/ 23 w 103"/>
                    <a:gd name="T11" fmla="*/ 29 h 71"/>
                    <a:gd name="T12" fmla="*/ 4 w 103"/>
                    <a:gd name="T13" fmla="*/ 57 h 71"/>
                    <a:gd name="T14" fmla="*/ 21 w 103"/>
                    <a:gd name="T15" fmla="*/ 67 h 71"/>
                    <a:gd name="T16" fmla="*/ 29 w 103"/>
                    <a:gd name="T17" fmla="*/ 65 h 71"/>
                    <a:gd name="T18" fmla="*/ 31 w 103"/>
                    <a:gd name="T19" fmla="*/ 71 h 71"/>
                    <a:gd name="T20" fmla="*/ 98 w 103"/>
                    <a:gd name="T21" fmla="*/ 69 h 71"/>
                    <a:gd name="T22" fmla="*/ 103 w 103"/>
                    <a:gd name="T23" fmla="*/ 33 h 71"/>
                    <a:gd name="T24" fmla="*/ 97 w 103"/>
                    <a:gd name="T25" fmla="*/ 29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3" h="71">
                      <a:moveTo>
                        <a:pt x="97" y="29"/>
                      </a:move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8" y="21"/>
                        <a:pt x="23" y="29"/>
                      </a:cubicBezTo>
                      <a:cubicBezTo>
                        <a:pt x="18" y="37"/>
                        <a:pt x="0" y="50"/>
                        <a:pt x="4" y="57"/>
                      </a:cubicBezTo>
                      <a:cubicBezTo>
                        <a:pt x="7" y="63"/>
                        <a:pt x="17" y="66"/>
                        <a:pt x="21" y="67"/>
                      </a:cubicBezTo>
                      <a:cubicBezTo>
                        <a:pt x="29" y="65"/>
                        <a:pt x="29" y="65"/>
                        <a:pt x="29" y="65"/>
                      </a:cubicBezTo>
                      <a:cubicBezTo>
                        <a:pt x="31" y="71"/>
                        <a:pt x="31" y="71"/>
                        <a:pt x="31" y="71"/>
                      </a:cubicBezTo>
                      <a:cubicBezTo>
                        <a:pt x="31" y="71"/>
                        <a:pt x="93" y="70"/>
                        <a:pt x="98" y="69"/>
                      </a:cubicBezTo>
                      <a:cubicBezTo>
                        <a:pt x="103" y="68"/>
                        <a:pt x="103" y="33"/>
                        <a:pt x="103" y="33"/>
                      </a:cubicBezTo>
                      <a:lnTo>
                        <a:pt x="97" y="2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0" name="Freeform 322"/>
                <p:cNvSpPr>
                  <a:spLocks noEditPoints="1"/>
                </p:cNvSpPr>
                <p:nvPr/>
              </p:nvSpPr>
              <p:spPr bwMode="gray">
                <a:xfrm>
                  <a:off x="-7307" y="-15531"/>
                  <a:ext cx="1396" cy="976"/>
                </a:xfrm>
                <a:custGeom>
                  <a:avLst/>
                  <a:gdLst>
                    <a:gd name="T0" fmla="*/ 527 w 591"/>
                    <a:gd name="T1" fmla="*/ 205 h 413"/>
                    <a:gd name="T2" fmla="*/ 511 w 591"/>
                    <a:gd name="T3" fmla="*/ 226 h 413"/>
                    <a:gd name="T4" fmla="*/ 531 w 591"/>
                    <a:gd name="T5" fmla="*/ 237 h 413"/>
                    <a:gd name="T6" fmla="*/ 536 w 591"/>
                    <a:gd name="T7" fmla="*/ 212 h 413"/>
                    <a:gd name="T8" fmla="*/ 461 w 591"/>
                    <a:gd name="T9" fmla="*/ 249 h 413"/>
                    <a:gd name="T10" fmla="*/ 560 w 591"/>
                    <a:gd name="T11" fmla="*/ 198 h 413"/>
                    <a:gd name="T12" fmla="*/ 560 w 591"/>
                    <a:gd name="T13" fmla="*/ 198 h 413"/>
                    <a:gd name="T14" fmla="*/ 534 w 591"/>
                    <a:gd name="T15" fmla="*/ 86 h 413"/>
                    <a:gd name="T16" fmla="*/ 527 w 591"/>
                    <a:gd name="T17" fmla="*/ 67 h 413"/>
                    <a:gd name="T18" fmla="*/ 514 w 591"/>
                    <a:gd name="T19" fmla="*/ 77 h 413"/>
                    <a:gd name="T20" fmla="*/ 496 w 591"/>
                    <a:gd name="T21" fmla="*/ 70 h 413"/>
                    <a:gd name="T22" fmla="*/ 479 w 591"/>
                    <a:gd name="T23" fmla="*/ 68 h 413"/>
                    <a:gd name="T24" fmla="*/ 459 w 591"/>
                    <a:gd name="T25" fmla="*/ 56 h 413"/>
                    <a:gd name="T26" fmla="*/ 437 w 591"/>
                    <a:gd name="T27" fmla="*/ 48 h 413"/>
                    <a:gd name="T28" fmla="*/ 417 w 591"/>
                    <a:gd name="T29" fmla="*/ 63 h 413"/>
                    <a:gd name="T30" fmla="*/ 395 w 591"/>
                    <a:gd name="T31" fmla="*/ 54 h 413"/>
                    <a:gd name="T32" fmla="*/ 376 w 591"/>
                    <a:gd name="T33" fmla="*/ 51 h 413"/>
                    <a:gd name="T34" fmla="*/ 342 w 591"/>
                    <a:gd name="T35" fmla="*/ 38 h 413"/>
                    <a:gd name="T36" fmla="*/ 327 w 591"/>
                    <a:gd name="T37" fmla="*/ 29 h 413"/>
                    <a:gd name="T38" fmla="*/ 320 w 591"/>
                    <a:gd name="T39" fmla="*/ 23 h 413"/>
                    <a:gd name="T40" fmla="*/ 234 w 591"/>
                    <a:gd name="T41" fmla="*/ 22 h 413"/>
                    <a:gd name="T42" fmla="*/ 156 w 591"/>
                    <a:gd name="T43" fmla="*/ 7 h 413"/>
                    <a:gd name="T44" fmla="*/ 91 w 591"/>
                    <a:gd name="T45" fmla="*/ 8 h 413"/>
                    <a:gd name="T46" fmla="*/ 49 w 591"/>
                    <a:gd name="T47" fmla="*/ 18 h 413"/>
                    <a:gd name="T48" fmla="*/ 21 w 591"/>
                    <a:gd name="T49" fmla="*/ 67 h 413"/>
                    <a:gd name="T50" fmla="*/ 15 w 591"/>
                    <a:gd name="T51" fmla="*/ 101 h 413"/>
                    <a:gd name="T52" fmla="*/ 50 w 591"/>
                    <a:gd name="T53" fmla="*/ 94 h 413"/>
                    <a:gd name="T54" fmla="*/ 61 w 591"/>
                    <a:gd name="T55" fmla="*/ 99 h 413"/>
                    <a:gd name="T56" fmla="*/ 85 w 591"/>
                    <a:gd name="T57" fmla="*/ 96 h 413"/>
                    <a:gd name="T58" fmla="*/ 115 w 591"/>
                    <a:gd name="T59" fmla="*/ 108 h 413"/>
                    <a:gd name="T60" fmla="*/ 94 w 591"/>
                    <a:gd name="T61" fmla="*/ 144 h 413"/>
                    <a:gd name="T62" fmla="*/ 96 w 591"/>
                    <a:gd name="T63" fmla="*/ 181 h 413"/>
                    <a:gd name="T64" fmla="*/ 94 w 591"/>
                    <a:gd name="T65" fmla="*/ 205 h 413"/>
                    <a:gd name="T66" fmla="*/ 61 w 591"/>
                    <a:gd name="T67" fmla="*/ 217 h 413"/>
                    <a:gd name="T68" fmla="*/ 77 w 591"/>
                    <a:gd name="T69" fmla="*/ 240 h 413"/>
                    <a:gd name="T70" fmla="*/ 66 w 591"/>
                    <a:gd name="T71" fmla="*/ 276 h 413"/>
                    <a:gd name="T72" fmla="*/ 84 w 591"/>
                    <a:gd name="T73" fmla="*/ 301 h 413"/>
                    <a:gd name="T74" fmla="*/ 60 w 591"/>
                    <a:gd name="T75" fmla="*/ 325 h 413"/>
                    <a:gd name="T76" fmla="*/ 61 w 591"/>
                    <a:gd name="T77" fmla="*/ 351 h 413"/>
                    <a:gd name="T78" fmla="*/ 81 w 591"/>
                    <a:gd name="T79" fmla="*/ 350 h 413"/>
                    <a:gd name="T80" fmla="*/ 109 w 591"/>
                    <a:gd name="T81" fmla="*/ 365 h 413"/>
                    <a:gd name="T82" fmla="*/ 110 w 591"/>
                    <a:gd name="T83" fmla="*/ 383 h 413"/>
                    <a:gd name="T84" fmla="*/ 136 w 591"/>
                    <a:gd name="T85" fmla="*/ 413 h 413"/>
                    <a:gd name="T86" fmla="*/ 177 w 591"/>
                    <a:gd name="T87" fmla="*/ 389 h 413"/>
                    <a:gd name="T88" fmla="*/ 235 w 591"/>
                    <a:gd name="T89" fmla="*/ 377 h 413"/>
                    <a:gd name="T90" fmla="*/ 265 w 591"/>
                    <a:gd name="T91" fmla="*/ 378 h 413"/>
                    <a:gd name="T92" fmla="*/ 297 w 591"/>
                    <a:gd name="T93" fmla="*/ 374 h 413"/>
                    <a:gd name="T94" fmla="*/ 331 w 591"/>
                    <a:gd name="T95" fmla="*/ 329 h 413"/>
                    <a:gd name="T96" fmla="*/ 356 w 591"/>
                    <a:gd name="T97" fmla="*/ 315 h 413"/>
                    <a:gd name="T98" fmla="*/ 401 w 591"/>
                    <a:gd name="T99" fmla="*/ 270 h 413"/>
                    <a:gd name="T100" fmla="*/ 385 w 591"/>
                    <a:gd name="T101" fmla="*/ 215 h 413"/>
                    <a:gd name="T102" fmla="*/ 424 w 591"/>
                    <a:gd name="T103" fmla="*/ 172 h 413"/>
                    <a:gd name="T104" fmla="*/ 438 w 591"/>
                    <a:gd name="T105" fmla="*/ 146 h 413"/>
                    <a:gd name="T106" fmla="*/ 514 w 591"/>
                    <a:gd name="T107" fmla="*/ 113 h 4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591" h="413">
                      <a:moveTo>
                        <a:pt x="536" y="212"/>
                      </a:moveTo>
                      <a:cubicBezTo>
                        <a:pt x="536" y="212"/>
                        <a:pt x="533" y="205"/>
                        <a:pt x="527" y="205"/>
                      </a:cubicBezTo>
                      <a:cubicBezTo>
                        <a:pt x="521" y="205"/>
                        <a:pt x="498" y="218"/>
                        <a:pt x="501" y="223"/>
                      </a:cubicBezTo>
                      <a:cubicBezTo>
                        <a:pt x="504" y="228"/>
                        <a:pt x="511" y="226"/>
                        <a:pt x="511" y="226"/>
                      </a:cubicBezTo>
                      <a:cubicBezTo>
                        <a:pt x="511" y="226"/>
                        <a:pt x="515" y="235"/>
                        <a:pt x="519" y="236"/>
                      </a:cubicBezTo>
                      <a:cubicBezTo>
                        <a:pt x="523" y="237"/>
                        <a:pt x="531" y="237"/>
                        <a:pt x="531" y="237"/>
                      </a:cubicBezTo>
                      <a:cubicBezTo>
                        <a:pt x="537" y="235"/>
                        <a:pt x="547" y="225"/>
                        <a:pt x="546" y="218"/>
                      </a:cubicBezTo>
                      <a:cubicBezTo>
                        <a:pt x="545" y="211"/>
                        <a:pt x="536" y="212"/>
                        <a:pt x="536" y="212"/>
                      </a:cubicBezTo>
                      <a:close/>
                      <a:moveTo>
                        <a:pt x="447" y="261"/>
                      </a:moveTo>
                      <a:cubicBezTo>
                        <a:pt x="456" y="270"/>
                        <a:pt x="466" y="259"/>
                        <a:pt x="461" y="249"/>
                      </a:cubicBezTo>
                      <a:cubicBezTo>
                        <a:pt x="456" y="239"/>
                        <a:pt x="447" y="261"/>
                        <a:pt x="447" y="261"/>
                      </a:cubicBezTo>
                      <a:close/>
                      <a:moveTo>
                        <a:pt x="560" y="198"/>
                      </a:moveTo>
                      <a:cubicBezTo>
                        <a:pt x="560" y="198"/>
                        <a:pt x="573" y="218"/>
                        <a:pt x="582" y="213"/>
                      </a:cubicBezTo>
                      <a:cubicBezTo>
                        <a:pt x="591" y="208"/>
                        <a:pt x="570" y="191"/>
                        <a:pt x="560" y="198"/>
                      </a:cubicBezTo>
                      <a:close/>
                      <a:moveTo>
                        <a:pt x="535" y="101"/>
                      </a:moveTo>
                      <a:cubicBezTo>
                        <a:pt x="536" y="98"/>
                        <a:pt x="534" y="86"/>
                        <a:pt x="534" y="86"/>
                      </a:cubicBezTo>
                      <a:cubicBezTo>
                        <a:pt x="542" y="81"/>
                        <a:pt x="542" y="81"/>
                        <a:pt x="542" y="81"/>
                      </a:cubicBezTo>
                      <a:cubicBezTo>
                        <a:pt x="542" y="81"/>
                        <a:pt x="530" y="75"/>
                        <a:pt x="527" y="67"/>
                      </a:cubicBezTo>
                      <a:cubicBezTo>
                        <a:pt x="521" y="67"/>
                        <a:pt x="521" y="67"/>
                        <a:pt x="521" y="67"/>
                      </a:cubicBezTo>
                      <a:cubicBezTo>
                        <a:pt x="521" y="67"/>
                        <a:pt x="521" y="77"/>
                        <a:pt x="514" y="77"/>
                      </a:cubicBezTo>
                      <a:cubicBezTo>
                        <a:pt x="507" y="77"/>
                        <a:pt x="506" y="77"/>
                        <a:pt x="506" y="77"/>
                      </a:cubicBezTo>
                      <a:cubicBezTo>
                        <a:pt x="506" y="77"/>
                        <a:pt x="499" y="69"/>
                        <a:pt x="496" y="70"/>
                      </a:cubicBezTo>
                      <a:cubicBezTo>
                        <a:pt x="493" y="71"/>
                        <a:pt x="486" y="73"/>
                        <a:pt x="486" y="73"/>
                      </a:cubicBezTo>
                      <a:cubicBezTo>
                        <a:pt x="486" y="73"/>
                        <a:pt x="483" y="67"/>
                        <a:pt x="479" y="68"/>
                      </a:cubicBezTo>
                      <a:cubicBezTo>
                        <a:pt x="475" y="69"/>
                        <a:pt x="466" y="71"/>
                        <a:pt x="466" y="71"/>
                      </a:cubicBezTo>
                      <a:cubicBezTo>
                        <a:pt x="459" y="56"/>
                        <a:pt x="459" y="56"/>
                        <a:pt x="459" y="56"/>
                      </a:cubicBezTo>
                      <a:cubicBezTo>
                        <a:pt x="450" y="55"/>
                        <a:pt x="450" y="55"/>
                        <a:pt x="450" y="55"/>
                      </a:cubicBezTo>
                      <a:cubicBezTo>
                        <a:pt x="450" y="55"/>
                        <a:pt x="450" y="48"/>
                        <a:pt x="437" y="48"/>
                      </a:cubicBezTo>
                      <a:cubicBezTo>
                        <a:pt x="424" y="48"/>
                        <a:pt x="430" y="60"/>
                        <a:pt x="430" y="60"/>
                      </a:cubicBezTo>
                      <a:cubicBezTo>
                        <a:pt x="417" y="63"/>
                        <a:pt x="417" y="63"/>
                        <a:pt x="417" y="63"/>
                      </a:cubicBezTo>
                      <a:cubicBezTo>
                        <a:pt x="415" y="55"/>
                        <a:pt x="415" y="55"/>
                        <a:pt x="415" y="55"/>
                      </a:cubicBezTo>
                      <a:cubicBezTo>
                        <a:pt x="395" y="54"/>
                        <a:pt x="395" y="54"/>
                        <a:pt x="395" y="54"/>
                      </a:cubicBezTo>
                      <a:cubicBezTo>
                        <a:pt x="395" y="54"/>
                        <a:pt x="394" y="51"/>
                        <a:pt x="390" y="49"/>
                      </a:cubicBezTo>
                      <a:cubicBezTo>
                        <a:pt x="386" y="47"/>
                        <a:pt x="376" y="51"/>
                        <a:pt x="376" y="51"/>
                      </a:cubicBezTo>
                      <a:cubicBezTo>
                        <a:pt x="376" y="51"/>
                        <a:pt x="370" y="42"/>
                        <a:pt x="363" y="41"/>
                      </a:cubicBezTo>
                      <a:cubicBezTo>
                        <a:pt x="356" y="40"/>
                        <a:pt x="342" y="38"/>
                        <a:pt x="342" y="38"/>
                      </a:cubicBezTo>
                      <a:cubicBezTo>
                        <a:pt x="342" y="38"/>
                        <a:pt x="348" y="35"/>
                        <a:pt x="342" y="28"/>
                      </a:cubicBezTo>
                      <a:cubicBezTo>
                        <a:pt x="336" y="21"/>
                        <a:pt x="327" y="29"/>
                        <a:pt x="327" y="29"/>
                      </a:cubicBezTo>
                      <a:cubicBezTo>
                        <a:pt x="326" y="23"/>
                        <a:pt x="326" y="23"/>
                        <a:pt x="326" y="23"/>
                      </a:cubicBezTo>
                      <a:cubicBezTo>
                        <a:pt x="324" y="23"/>
                        <a:pt x="322" y="23"/>
                        <a:pt x="320" y="23"/>
                      </a:cubicBezTo>
                      <a:cubicBezTo>
                        <a:pt x="301" y="23"/>
                        <a:pt x="254" y="14"/>
                        <a:pt x="254" y="14"/>
                      </a:cubicBezTo>
                      <a:cubicBezTo>
                        <a:pt x="234" y="22"/>
                        <a:pt x="234" y="22"/>
                        <a:pt x="234" y="22"/>
                      </a:cubicBezTo>
                      <a:cubicBezTo>
                        <a:pt x="196" y="18"/>
                        <a:pt x="196" y="18"/>
                        <a:pt x="196" y="18"/>
                      </a:cubicBezTo>
                      <a:cubicBezTo>
                        <a:pt x="196" y="18"/>
                        <a:pt x="171" y="4"/>
                        <a:pt x="156" y="7"/>
                      </a:cubicBezTo>
                      <a:cubicBezTo>
                        <a:pt x="141" y="10"/>
                        <a:pt x="120" y="11"/>
                        <a:pt x="115" y="11"/>
                      </a:cubicBezTo>
                      <a:cubicBezTo>
                        <a:pt x="110" y="11"/>
                        <a:pt x="91" y="8"/>
                        <a:pt x="91" y="8"/>
                      </a:cubicBezTo>
                      <a:cubicBezTo>
                        <a:pt x="91" y="8"/>
                        <a:pt x="81" y="0"/>
                        <a:pt x="75" y="0"/>
                      </a:cubicBezTo>
                      <a:cubicBezTo>
                        <a:pt x="69" y="0"/>
                        <a:pt x="49" y="18"/>
                        <a:pt x="49" y="18"/>
                      </a:cubicBezTo>
                      <a:cubicBezTo>
                        <a:pt x="49" y="18"/>
                        <a:pt x="4" y="25"/>
                        <a:pt x="2" y="38"/>
                      </a:cubicBezTo>
                      <a:cubicBezTo>
                        <a:pt x="0" y="51"/>
                        <a:pt x="21" y="67"/>
                        <a:pt x="21" y="67"/>
                      </a:cubicBezTo>
                      <a:cubicBezTo>
                        <a:pt x="13" y="90"/>
                        <a:pt x="13" y="90"/>
                        <a:pt x="13" y="90"/>
                      </a:cubicBezTo>
                      <a:cubicBezTo>
                        <a:pt x="13" y="90"/>
                        <a:pt x="14" y="94"/>
                        <a:pt x="15" y="101"/>
                      </a:cubicBezTo>
                      <a:cubicBezTo>
                        <a:pt x="20" y="95"/>
                        <a:pt x="27" y="88"/>
                        <a:pt x="36" y="88"/>
                      </a:cubicBezTo>
                      <a:cubicBezTo>
                        <a:pt x="50" y="88"/>
                        <a:pt x="55" y="89"/>
                        <a:pt x="50" y="94"/>
                      </a:cubicBezTo>
                      <a:cubicBezTo>
                        <a:pt x="45" y="99"/>
                        <a:pt x="38" y="103"/>
                        <a:pt x="44" y="103"/>
                      </a:cubicBezTo>
                      <a:cubicBezTo>
                        <a:pt x="50" y="103"/>
                        <a:pt x="54" y="99"/>
                        <a:pt x="61" y="99"/>
                      </a:cubicBezTo>
                      <a:cubicBezTo>
                        <a:pt x="68" y="99"/>
                        <a:pt x="70" y="108"/>
                        <a:pt x="78" y="104"/>
                      </a:cubicBezTo>
                      <a:cubicBezTo>
                        <a:pt x="86" y="100"/>
                        <a:pt x="76" y="96"/>
                        <a:pt x="85" y="96"/>
                      </a:cubicBezTo>
                      <a:cubicBezTo>
                        <a:pt x="94" y="96"/>
                        <a:pt x="110" y="93"/>
                        <a:pt x="114" y="95"/>
                      </a:cubicBezTo>
                      <a:cubicBezTo>
                        <a:pt x="118" y="97"/>
                        <a:pt x="115" y="108"/>
                        <a:pt x="115" y="108"/>
                      </a:cubicBezTo>
                      <a:cubicBezTo>
                        <a:pt x="115" y="108"/>
                        <a:pt x="129" y="109"/>
                        <a:pt x="128" y="117"/>
                      </a:cubicBezTo>
                      <a:cubicBezTo>
                        <a:pt x="127" y="125"/>
                        <a:pt x="95" y="140"/>
                        <a:pt x="94" y="144"/>
                      </a:cubicBezTo>
                      <a:cubicBezTo>
                        <a:pt x="93" y="148"/>
                        <a:pt x="102" y="153"/>
                        <a:pt x="102" y="153"/>
                      </a:cubicBezTo>
                      <a:cubicBezTo>
                        <a:pt x="102" y="153"/>
                        <a:pt x="97" y="178"/>
                        <a:pt x="96" y="181"/>
                      </a:cubicBezTo>
                      <a:cubicBezTo>
                        <a:pt x="95" y="184"/>
                        <a:pt x="90" y="188"/>
                        <a:pt x="90" y="188"/>
                      </a:cubicBezTo>
                      <a:cubicBezTo>
                        <a:pt x="90" y="188"/>
                        <a:pt x="94" y="202"/>
                        <a:pt x="94" y="205"/>
                      </a:cubicBezTo>
                      <a:cubicBezTo>
                        <a:pt x="94" y="208"/>
                        <a:pt x="86" y="215"/>
                        <a:pt x="82" y="216"/>
                      </a:cubicBezTo>
                      <a:cubicBezTo>
                        <a:pt x="78" y="217"/>
                        <a:pt x="61" y="217"/>
                        <a:pt x="61" y="217"/>
                      </a:cubicBezTo>
                      <a:cubicBezTo>
                        <a:pt x="77" y="231"/>
                        <a:pt x="77" y="231"/>
                        <a:pt x="77" y="231"/>
                      </a:cubicBezTo>
                      <a:cubicBezTo>
                        <a:pt x="77" y="240"/>
                        <a:pt x="77" y="240"/>
                        <a:pt x="77" y="240"/>
                      </a:cubicBezTo>
                      <a:cubicBezTo>
                        <a:pt x="77" y="240"/>
                        <a:pt x="90" y="242"/>
                        <a:pt x="88" y="250"/>
                      </a:cubicBezTo>
                      <a:cubicBezTo>
                        <a:pt x="86" y="258"/>
                        <a:pt x="62" y="272"/>
                        <a:pt x="66" y="276"/>
                      </a:cubicBezTo>
                      <a:cubicBezTo>
                        <a:pt x="70" y="280"/>
                        <a:pt x="75" y="294"/>
                        <a:pt x="75" y="294"/>
                      </a:cubicBezTo>
                      <a:cubicBezTo>
                        <a:pt x="75" y="294"/>
                        <a:pt x="88" y="295"/>
                        <a:pt x="84" y="301"/>
                      </a:cubicBezTo>
                      <a:cubicBezTo>
                        <a:pt x="80" y="307"/>
                        <a:pt x="70" y="308"/>
                        <a:pt x="70" y="308"/>
                      </a:cubicBezTo>
                      <a:cubicBezTo>
                        <a:pt x="70" y="308"/>
                        <a:pt x="62" y="318"/>
                        <a:pt x="60" y="325"/>
                      </a:cubicBezTo>
                      <a:cubicBezTo>
                        <a:pt x="58" y="332"/>
                        <a:pt x="59" y="340"/>
                        <a:pt x="59" y="340"/>
                      </a:cubicBezTo>
                      <a:cubicBezTo>
                        <a:pt x="61" y="351"/>
                        <a:pt x="61" y="351"/>
                        <a:pt x="61" y="351"/>
                      </a:cubicBezTo>
                      <a:cubicBezTo>
                        <a:pt x="62" y="351"/>
                        <a:pt x="62" y="351"/>
                        <a:pt x="62" y="351"/>
                      </a:cubicBezTo>
                      <a:cubicBezTo>
                        <a:pt x="81" y="350"/>
                        <a:pt x="81" y="350"/>
                        <a:pt x="81" y="350"/>
                      </a:cubicBezTo>
                      <a:cubicBezTo>
                        <a:pt x="97" y="365"/>
                        <a:pt x="97" y="365"/>
                        <a:pt x="97" y="365"/>
                      </a:cubicBezTo>
                      <a:cubicBezTo>
                        <a:pt x="109" y="365"/>
                        <a:pt x="109" y="365"/>
                        <a:pt x="109" y="365"/>
                      </a:cubicBezTo>
                      <a:cubicBezTo>
                        <a:pt x="103" y="382"/>
                        <a:pt x="103" y="382"/>
                        <a:pt x="103" y="382"/>
                      </a:cubicBezTo>
                      <a:cubicBezTo>
                        <a:pt x="110" y="383"/>
                        <a:pt x="110" y="383"/>
                        <a:pt x="110" y="383"/>
                      </a:cubicBezTo>
                      <a:cubicBezTo>
                        <a:pt x="110" y="383"/>
                        <a:pt x="110" y="403"/>
                        <a:pt x="117" y="406"/>
                      </a:cubicBezTo>
                      <a:cubicBezTo>
                        <a:pt x="124" y="409"/>
                        <a:pt x="136" y="413"/>
                        <a:pt x="136" y="413"/>
                      </a:cubicBezTo>
                      <a:cubicBezTo>
                        <a:pt x="136" y="413"/>
                        <a:pt x="153" y="401"/>
                        <a:pt x="156" y="395"/>
                      </a:cubicBezTo>
                      <a:cubicBezTo>
                        <a:pt x="159" y="389"/>
                        <a:pt x="177" y="389"/>
                        <a:pt x="177" y="389"/>
                      </a:cubicBezTo>
                      <a:cubicBezTo>
                        <a:pt x="196" y="377"/>
                        <a:pt x="196" y="377"/>
                        <a:pt x="196" y="377"/>
                      </a:cubicBezTo>
                      <a:cubicBezTo>
                        <a:pt x="196" y="377"/>
                        <a:pt x="229" y="379"/>
                        <a:pt x="235" y="377"/>
                      </a:cubicBezTo>
                      <a:cubicBezTo>
                        <a:pt x="241" y="375"/>
                        <a:pt x="251" y="371"/>
                        <a:pt x="251" y="371"/>
                      </a:cubicBezTo>
                      <a:cubicBezTo>
                        <a:pt x="251" y="371"/>
                        <a:pt x="259" y="379"/>
                        <a:pt x="265" y="378"/>
                      </a:cubicBezTo>
                      <a:cubicBezTo>
                        <a:pt x="271" y="377"/>
                        <a:pt x="287" y="370"/>
                        <a:pt x="287" y="370"/>
                      </a:cubicBezTo>
                      <a:cubicBezTo>
                        <a:pt x="287" y="370"/>
                        <a:pt x="286" y="382"/>
                        <a:pt x="297" y="374"/>
                      </a:cubicBezTo>
                      <a:cubicBezTo>
                        <a:pt x="308" y="366"/>
                        <a:pt x="310" y="347"/>
                        <a:pt x="310" y="347"/>
                      </a:cubicBezTo>
                      <a:cubicBezTo>
                        <a:pt x="331" y="329"/>
                        <a:pt x="331" y="329"/>
                        <a:pt x="331" y="329"/>
                      </a:cubicBezTo>
                      <a:cubicBezTo>
                        <a:pt x="354" y="328"/>
                        <a:pt x="354" y="328"/>
                        <a:pt x="354" y="328"/>
                      </a:cubicBezTo>
                      <a:cubicBezTo>
                        <a:pt x="356" y="315"/>
                        <a:pt x="356" y="315"/>
                        <a:pt x="356" y="315"/>
                      </a:cubicBezTo>
                      <a:cubicBezTo>
                        <a:pt x="356" y="315"/>
                        <a:pt x="367" y="286"/>
                        <a:pt x="370" y="284"/>
                      </a:cubicBezTo>
                      <a:cubicBezTo>
                        <a:pt x="373" y="282"/>
                        <a:pt x="400" y="279"/>
                        <a:pt x="401" y="270"/>
                      </a:cubicBezTo>
                      <a:cubicBezTo>
                        <a:pt x="402" y="261"/>
                        <a:pt x="379" y="249"/>
                        <a:pt x="379" y="249"/>
                      </a:cubicBezTo>
                      <a:cubicBezTo>
                        <a:pt x="379" y="249"/>
                        <a:pt x="377" y="226"/>
                        <a:pt x="385" y="215"/>
                      </a:cubicBezTo>
                      <a:cubicBezTo>
                        <a:pt x="393" y="204"/>
                        <a:pt x="404" y="191"/>
                        <a:pt x="404" y="191"/>
                      </a:cubicBezTo>
                      <a:cubicBezTo>
                        <a:pt x="404" y="191"/>
                        <a:pt x="421" y="173"/>
                        <a:pt x="424" y="172"/>
                      </a:cubicBezTo>
                      <a:cubicBezTo>
                        <a:pt x="427" y="171"/>
                        <a:pt x="439" y="163"/>
                        <a:pt x="436" y="161"/>
                      </a:cubicBezTo>
                      <a:cubicBezTo>
                        <a:pt x="433" y="159"/>
                        <a:pt x="428" y="151"/>
                        <a:pt x="438" y="146"/>
                      </a:cubicBezTo>
                      <a:cubicBezTo>
                        <a:pt x="448" y="141"/>
                        <a:pt x="472" y="136"/>
                        <a:pt x="485" y="131"/>
                      </a:cubicBezTo>
                      <a:cubicBezTo>
                        <a:pt x="498" y="126"/>
                        <a:pt x="514" y="113"/>
                        <a:pt x="514" y="113"/>
                      </a:cubicBezTo>
                      <a:cubicBezTo>
                        <a:pt x="514" y="113"/>
                        <a:pt x="534" y="104"/>
                        <a:pt x="535" y="10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1" name="Freeform 323"/>
                <p:cNvSpPr>
                  <a:spLocks/>
                </p:cNvSpPr>
                <p:nvPr/>
              </p:nvSpPr>
              <p:spPr bwMode="gray">
                <a:xfrm>
                  <a:off x="-7368" y="-15323"/>
                  <a:ext cx="366" cy="654"/>
                </a:xfrm>
                <a:custGeom>
                  <a:avLst/>
                  <a:gdLst>
                    <a:gd name="T0" fmla="*/ 141 w 155"/>
                    <a:gd name="T1" fmla="*/ 20 h 277"/>
                    <a:gd name="T2" fmla="*/ 140 w 155"/>
                    <a:gd name="T3" fmla="*/ 7 h 277"/>
                    <a:gd name="T4" fmla="*/ 111 w 155"/>
                    <a:gd name="T5" fmla="*/ 8 h 277"/>
                    <a:gd name="T6" fmla="*/ 104 w 155"/>
                    <a:gd name="T7" fmla="*/ 16 h 277"/>
                    <a:gd name="T8" fmla="*/ 87 w 155"/>
                    <a:gd name="T9" fmla="*/ 11 h 277"/>
                    <a:gd name="T10" fmla="*/ 70 w 155"/>
                    <a:gd name="T11" fmla="*/ 15 h 277"/>
                    <a:gd name="T12" fmla="*/ 76 w 155"/>
                    <a:gd name="T13" fmla="*/ 6 h 277"/>
                    <a:gd name="T14" fmla="*/ 62 w 155"/>
                    <a:gd name="T15" fmla="*/ 0 h 277"/>
                    <a:gd name="T16" fmla="*/ 41 w 155"/>
                    <a:gd name="T17" fmla="*/ 13 h 277"/>
                    <a:gd name="T18" fmla="*/ 46 w 155"/>
                    <a:gd name="T19" fmla="*/ 53 h 277"/>
                    <a:gd name="T20" fmla="*/ 23 w 155"/>
                    <a:gd name="T21" fmla="*/ 114 h 277"/>
                    <a:gd name="T22" fmla="*/ 9 w 155"/>
                    <a:gd name="T23" fmla="*/ 146 h 277"/>
                    <a:gd name="T24" fmla="*/ 6 w 155"/>
                    <a:gd name="T25" fmla="*/ 180 h 277"/>
                    <a:gd name="T26" fmla="*/ 23 w 155"/>
                    <a:gd name="T27" fmla="*/ 191 h 277"/>
                    <a:gd name="T28" fmla="*/ 30 w 155"/>
                    <a:gd name="T29" fmla="*/ 228 h 277"/>
                    <a:gd name="T30" fmla="*/ 20 w 155"/>
                    <a:gd name="T31" fmla="*/ 271 h 277"/>
                    <a:gd name="T32" fmla="*/ 52 w 155"/>
                    <a:gd name="T33" fmla="*/ 268 h 277"/>
                    <a:gd name="T34" fmla="*/ 62 w 155"/>
                    <a:gd name="T35" fmla="*/ 276 h 277"/>
                    <a:gd name="T36" fmla="*/ 87 w 155"/>
                    <a:gd name="T37" fmla="*/ 263 h 277"/>
                    <a:gd name="T38" fmla="*/ 85 w 155"/>
                    <a:gd name="T39" fmla="*/ 252 h 277"/>
                    <a:gd name="T40" fmla="*/ 86 w 155"/>
                    <a:gd name="T41" fmla="*/ 237 h 277"/>
                    <a:gd name="T42" fmla="*/ 96 w 155"/>
                    <a:gd name="T43" fmla="*/ 220 h 277"/>
                    <a:gd name="T44" fmla="*/ 110 w 155"/>
                    <a:gd name="T45" fmla="*/ 213 h 277"/>
                    <a:gd name="T46" fmla="*/ 101 w 155"/>
                    <a:gd name="T47" fmla="*/ 206 h 277"/>
                    <a:gd name="T48" fmla="*/ 92 w 155"/>
                    <a:gd name="T49" fmla="*/ 188 h 277"/>
                    <a:gd name="T50" fmla="*/ 114 w 155"/>
                    <a:gd name="T51" fmla="*/ 162 h 277"/>
                    <a:gd name="T52" fmla="*/ 103 w 155"/>
                    <a:gd name="T53" fmla="*/ 152 h 277"/>
                    <a:gd name="T54" fmla="*/ 103 w 155"/>
                    <a:gd name="T55" fmla="*/ 143 h 277"/>
                    <a:gd name="T56" fmla="*/ 87 w 155"/>
                    <a:gd name="T57" fmla="*/ 129 h 277"/>
                    <a:gd name="T58" fmla="*/ 108 w 155"/>
                    <a:gd name="T59" fmla="*/ 128 h 277"/>
                    <a:gd name="T60" fmla="*/ 120 w 155"/>
                    <a:gd name="T61" fmla="*/ 117 h 277"/>
                    <a:gd name="T62" fmla="*/ 116 w 155"/>
                    <a:gd name="T63" fmla="*/ 100 h 277"/>
                    <a:gd name="T64" fmla="*/ 122 w 155"/>
                    <a:gd name="T65" fmla="*/ 93 h 277"/>
                    <a:gd name="T66" fmla="*/ 128 w 155"/>
                    <a:gd name="T67" fmla="*/ 65 h 277"/>
                    <a:gd name="T68" fmla="*/ 120 w 155"/>
                    <a:gd name="T69" fmla="*/ 56 h 277"/>
                    <a:gd name="T70" fmla="*/ 154 w 155"/>
                    <a:gd name="T71" fmla="*/ 29 h 277"/>
                    <a:gd name="T72" fmla="*/ 141 w 155"/>
                    <a:gd name="T73" fmla="*/ 20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55" h="277">
                      <a:moveTo>
                        <a:pt x="141" y="20"/>
                      </a:moveTo>
                      <a:cubicBezTo>
                        <a:pt x="141" y="20"/>
                        <a:pt x="144" y="9"/>
                        <a:pt x="140" y="7"/>
                      </a:cubicBezTo>
                      <a:cubicBezTo>
                        <a:pt x="136" y="5"/>
                        <a:pt x="120" y="8"/>
                        <a:pt x="111" y="8"/>
                      </a:cubicBezTo>
                      <a:cubicBezTo>
                        <a:pt x="102" y="8"/>
                        <a:pt x="112" y="12"/>
                        <a:pt x="104" y="16"/>
                      </a:cubicBezTo>
                      <a:cubicBezTo>
                        <a:pt x="96" y="20"/>
                        <a:pt x="94" y="11"/>
                        <a:pt x="87" y="11"/>
                      </a:cubicBezTo>
                      <a:cubicBezTo>
                        <a:pt x="80" y="11"/>
                        <a:pt x="76" y="15"/>
                        <a:pt x="70" y="15"/>
                      </a:cubicBezTo>
                      <a:cubicBezTo>
                        <a:pt x="64" y="15"/>
                        <a:pt x="71" y="11"/>
                        <a:pt x="76" y="6"/>
                      </a:cubicBezTo>
                      <a:cubicBezTo>
                        <a:pt x="81" y="1"/>
                        <a:pt x="76" y="0"/>
                        <a:pt x="62" y="0"/>
                      </a:cubicBezTo>
                      <a:cubicBezTo>
                        <a:pt x="53" y="0"/>
                        <a:pt x="46" y="7"/>
                        <a:pt x="41" y="13"/>
                      </a:cubicBezTo>
                      <a:cubicBezTo>
                        <a:pt x="44" y="23"/>
                        <a:pt x="47" y="40"/>
                        <a:pt x="46" y="53"/>
                      </a:cubicBezTo>
                      <a:cubicBezTo>
                        <a:pt x="45" y="74"/>
                        <a:pt x="23" y="114"/>
                        <a:pt x="23" y="114"/>
                      </a:cubicBezTo>
                      <a:cubicBezTo>
                        <a:pt x="9" y="146"/>
                        <a:pt x="9" y="146"/>
                        <a:pt x="9" y="146"/>
                      </a:cubicBezTo>
                      <a:cubicBezTo>
                        <a:pt x="9" y="146"/>
                        <a:pt x="0" y="173"/>
                        <a:pt x="6" y="180"/>
                      </a:cubicBezTo>
                      <a:cubicBezTo>
                        <a:pt x="12" y="187"/>
                        <a:pt x="23" y="191"/>
                        <a:pt x="23" y="191"/>
                      </a:cubicBezTo>
                      <a:cubicBezTo>
                        <a:pt x="30" y="228"/>
                        <a:pt x="30" y="228"/>
                        <a:pt x="30" y="228"/>
                      </a:cubicBezTo>
                      <a:cubicBezTo>
                        <a:pt x="30" y="228"/>
                        <a:pt x="14" y="270"/>
                        <a:pt x="20" y="271"/>
                      </a:cubicBezTo>
                      <a:cubicBezTo>
                        <a:pt x="26" y="272"/>
                        <a:pt x="52" y="268"/>
                        <a:pt x="52" y="268"/>
                      </a:cubicBezTo>
                      <a:cubicBezTo>
                        <a:pt x="52" y="268"/>
                        <a:pt x="56" y="277"/>
                        <a:pt x="62" y="276"/>
                      </a:cubicBezTo>
                      <a:cubicBezTo>
                        <a:pt x="67" y="275"/>
                        <a:pt x="84" y="265"/>
                        <a:pt x="87" y="263"/>
                      </a:cubicBezTo>
                      <a:cubicBezTo>
                        <a:pt x="85" y="252"/>
                        <a:pt x="85" y="252"/>
                        <a:pt x="85" y="252"/>
                      </a:cubicBezTo>
                      <a:cubicBezTo>
                        <a:pt x="85" y="252"/>
                        <a:pt x="84" y="244"/>
                        <a:pt x="86" y="237"/>
                      </a:cubicBezTo>
                      <a:cubicBezTo>
                        <a:pt x="88" y="230"/>
                        <a:pt x="96" y="220"/>
                        <a:pt x="96" y="220"/>
                      </a:cubicBezTo>
                      <a:cubicBezTo>
                        <a:pt x="96" y="220"/>
                        <a:pt x="106" y="219"/>
                        <a:pt x="110" y="213"/>
                      </a:cubicBezTo>
                      <a:cubicBezTo>
                        <a:pt x="114" y="207"/>
                        <a:pt x="101" y="206"/>
                        <a:pt x="101" y="206"/>
                      </a:cubicBezTo>
                      <a:cubicBezTo>
                        <a:pt x="101" y="206"/>
                        <a:pt x="96" y="192"/>
                        <a:pt x="92" y="188"/>
                      </a:cubicBezTo>
                      <a:cubicBezTo>
                        <a:pt x="88" y="184"/>
                        <a:pt x="112" y="170"/>
                        <a:pt x="114" y="162"/>
                      </a:cubicBezTo>
                      <a:cubicBezTo>
                        <a:pt x="116" y="154"/>
                        <a:pt x="103" y="152"/>
                        <a:pt x="103" y="152"/>
                      </a:cubicBezTo>
                      <a:cubicBezTo>
                        <a:pt x="103" y="143"/>
                        <a:pt x="103" y="143"/>
                        <a:pt x="103" y="143"/>
                      </a:cubicBezTo>
                      <a:cubicBezTo>
                        <a:pt x="87" y="129"/>
                        <a:pt x="87" y="129"/>
                        <a:pt x="87" y="129"/>
                      </a:cubicBezTo>
                      <a:cubicBezTo>
                        <a:pt x="87" y="129"/>
                        <a:pt x="104" y="129"/>
                        <a:pt x="108" y="128"/>
                      </a:cubicBezTo>
                      <a:cubicBezTo>
                        <a:pt x="112" y="127"/>
                        <a:pt x="120" y="120"/>
                        <a:pt x="120" y="117"/>
                      </a:cubicBezTo>
                      <a:cubicBezTo>
                        <a:pt x="120" y="114"/>
                        <a:pt x="116" y="100"/>
                        <a:pt x="116" y="100"/>
                      </a:cubicBezTo>
                      <a:cubicBezTo>
                        <a:pt x="116" y="100"/>
                        <a:pt x="121" y="96"/>
                        <a:pt x="122" y="93"/>
                      </a:cubicBezTo>
                      <a:cubicBezTo>
                        <a:pt x="123" y="90"/>
                        <a:pt x="128" y="65"/>
                        <a:pt x="128" y="65"/>
                      </a:cubicBezTo>
                      <a:cubicBezTo>
                        <a:pt x="128" y="65"/>
                        <a:pt x="119" y="60"/>
                        <a:pt x="120" y="56"/>
                      </a:cubicBezTo>
                      <a:cubicBezTo>
                        <a:pt x="121" y="52"/>
                        <a:pt x="153" y="37"/>
                        <a:pt x="154" y="29"/>
                      </a:cubicBezTo>
                      <a:cubicBezTo>
                        <a:pt x="155" y="21"/>
                        <a:pt x="141" y="20"/>
                        <a:pt x="141" y="2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2" name="Freeform 324"/>
                <p:cNvSpPr>
                  <a:spLocks noEditPoints="1"/>
                </p:cNvSpPr>
                <p:nvPr/>
              </p:nvSpPr>
              <p:spPr bwMode="gray">
                <a:xfrm>
                  <a:off x="-14736" y="-10655"/>
                  <a:ext cx="4389" cy="4958"/>
                </a:xfrm>
                <a:custGeom>
                  <a:avLst/>
                  <a:gdLst>
                    <a:gd name="T0" fmla="*/ 1096 w 1858"/>
                    <a:gd name="T1" fmla="*/ 350 h 2099"/>
                    <a:gd name="T2" fmla="*/ 1201 w 1858"/>
                    <a:gd name="T3" fmla="*/ 299 h 2099"/>
                    <a:gd name="T4" fmla="*/ 1144 w 1858"/>
                    <a:gd name="T5" fmla="*/ 291 h 2099"/>
                    <a:gd name="T6" fmla="*/ 1124 w 1858"/>
                    <a:gd name="T7" fmla="*/ 270 h 2099"/>
                    <a:gd name="T8" fmla="*/ 1087 w 1858"/>
                    <a:gd name="T9" fmla="*/ 283 h 2099"/>
                    <a:gd name="T10" fmla="*/ 1837 w 1858"/>
                    <a:gd name="T11" fmla="*/ 583 h 2099"/>
                    <a:gd name="T12" fmla="*/ 1713 w 1858"/>
                    <a:gd name="T13" fmla="*/ 532 h 2099"/>
                    <a:gd name="T14" fmla="*/ 1445 w 1858"/>
                    <a:gd name="T15" fmla="*/ 412 h 2099"/>
                    <a:gd name="T16" fmla="*/ 1377 w 1858"/>
                    <a:gd name="T17" fmla="*/ 411 h 2099"/>
                    <a:gd name="T18" fmla="*/ 1258 w 1858"/>
                    <a:gd name="T19" fmla="*/ 316 h 2099"/>
                    <a:gd name="T20" fmla="*/ 1154 w 1858"/>
                    <a:gd name="T21" fmla="*/ 423 h 2099"/>
                    <a:gd name="T22" fmla="*/ 1062 w 1858"/>
                    <a:gd name="T23" fmla="*/ 356 h 2099"/>
                    <a:gd name="T24" fmla="*/ 1095 w 1858"/>
                    <a:gd name="T25" fmla="*/ 270 h 2099"/>
                    <a:gd name="T26" fmla="*/ 1063 w 1858"/>
                    <a:gd name="T27" fmla="*/ 52 h 2099"/>
                    <a:gd name="T28" fmla="*/ 971 w 1858"/>
                    <a:gd name="T29" fmla="*/ 160 h 2099"/>
                    <a:gd name="T30" fmla="*/ 888 w 1858"/>
                    <a:gd name="T31" fmla="*/ 145 h 2099"/>
                    <a:gd name="T32" fmla="*/ 807 w 1858"/>
                    <a:gd name="T33" fmla="*/ 183 h 2099"/>
                    <a:gd name="T34" fmla="*/ 702 w 1858"/>
                    <a:gd name="T35" fmla="*/ 221 h 2099"/>
                    <a:gd name="T36" fmla="*/ 664 w 1858"/>
                    <a:gd name="T37" fmla="*/ 91 h 2099"/>
                    <a:gd name="T38" fmla="*/ 641 w 1858"/>
                    <a:gd name="T39" fmla="*/ 7 h 2099"/>
                    <a:gd name="T40" fmla="*/ 559 w 1858"/>
                    <a:gd name="T41" fmla="*/ 64 h 2099"/>
                    <a:gd name="T42" fmla="*/ 460 w 1858"/>
                    <a:gd name="T43" fmla="*/ 60 h 2099"/>
                    <a:gd name="T44" fmla="*/ 493 w 1858"/>
                    <a:gd name="T45" fmla="*/ 154 h 2099"/>
                    <a:gd name="T46" fmla="*/ 393 w 1858"/>
                    <a:gd name="T47" fmla="*/ 251 h 2099"/>
                    <a:gd name="T48" fmla="*/ 306 w 1858"/>
                    <a:gd name="T49" fmla="*/ 180 h 2099"/>
                    <a:gd name="T50" fmla="*/ 191 w 1858"/>
                    <a:gd name="T51" fmla="*/ 223 h 2099"/>
                    <a:gd name="T52" fmla="*/ 197 w 1858"/>
                    <a:gd name="T53" fmla="*/ 313 h 2099"/>
                    <a:gd name="T54" fmla="*/ 183 w 1858"/>
                    <a:gd name="T55" fmla="*/ 518 h 2099"/>
                    <a:gd name="T56" fmla="*/ 66 w 1858"/>
                    <a:gd name="T57" fmla="*/ 547 h 2099"/>
                    <a:gd name="T58" fmla="*/ 9 w 1858"/>
                    <a:gd name="T59" fmla="*/ 674 h 2099"/>
                    <a:gd name="T60" fmla="*/ 43 w 1858"/>
                    <a:gd name="T61" fmla="*/ 791 h 2099"/>
                    <a:gd name="T62" fmla="*/ 170 w 1858"/>
                    <a:gd name="T63" fmla="*/ 874 h 2099"/>
                    <a:gd name="T64" fmla="*/ 288 w 1858"/>
                    <a:gd name="T65" fmla="*/ 859 h 2099"/>
                    <a:gd name="T66" fmla="*/ 405 w 1858"/>
                    <a:gd name="T67" fmla="*/ 814 h 2099"/>
                    <a:gd name="T68" fmla="*/ 442 w 1858"/>
                    <a:gd name="T69" fmla="*/ 932 h 2099"/>
                    <a:gd name="T70" fmla="*/ 552 w 1858"/>
                    <a:gd name="T71" fmla="*/ 986 h 2099"/>
                    <a:gd name="T72" fmla="*/ 675 w 1858"/>
                    <a:gd name="T73" fmla="*/ 1092 h 2099"/>
                    <a:gd name="T74" fmla="*/ 816 w 1858"/>
                    <a:gd name="T75" fmla="*/ 1262 h 2099"/>
                    <a:gd name="T76" fmla="*/ 810 w 1858"/>
                    <a:gd name="T77" fmla="*/ 1406 h 2099"/>
                    <a:gd name="T78" fmla="*/ 987 w 1858"/>
                    <a:gd name="T79" fmla="*/ 1564 h 2099"/>
                    <a:gd name="T80" fmla="*/ 1043 w 1858"/>
                    <a:gd name="T81" fmla="*/ 1690 h 2099"/>
                    <a:gd name="T82" fmla="*/ 969 w 1858"/>
                    <a:gd name="T83" fmla="*/ 1810 h 2099"/>
                    <a:gd name="T84" fmla="*/ 915 w 1858"/>
                    <a:gd name="T85" fmla="*/ 1912 h 2099"/>
                    <a:gd name="T86" fmla="*/ 1049 w 1858"/>
                    <a:gd name="T87" fmla="*/ 1978 h 2099"/>
                    <a:gd name="T88" fmla="*/ 1118 w 1858"/>
                    <a:gd name="T89" fmla="*/ 2099 h 2099"/>
                    <a:gd name="T90" fmla="*/ 1165 w 1858"/>
                    <a:gd name="T91" fmla="*/ 1984 h 2099"/>
                    <a:gd name="T92" fmla="*/ 1208 w 1858"/>
                    <a:gd name="T93" fmla="*/ 1956 h 2099"/>
                    <a:gd name="T94" fmla="*/ 1200 w 1858"/>
                    <a:gd name="T95" fmla="*/ 1987 h 2099"/>
                    <a:gd name="T96" fmla="*/ 1294 w 1858"/>
                    <a:gd name="T97" fmla="*/ 1764 h 2099"/>
                    <a:gd name="T98" fmla="*/ 1279 w 1858"/>
                    <a:gd name="T99" fmla="*/ 1678 h 2099"/>
                    <a:gd name="T100" fmla="*/ 1311 w 1858"/>
                    <a:gd name="T101" fmla="*/ 1617 h 2099"/>
                    <a:gd name="T102" fmla="*/ 1412 w 1858"/>
                    <a:gd name="T103" fmla="*/ 1561 h 2099"/>
                    <a:gd name="T104" fmla="*/ 1459 w 1858"/>
                    <a:gd name="T105" fmla="*/ 1519 h 2099"/>
                    <a:gd name="T106" fmla="*/ 1571 w 1858"/>
                    <a:gd name="T107" fmla="*/ 1506 h 2099"/>
                    <a:gd name="T108" fmla="*/ 1629 w 1858"/>
                    <a:gd name="T109" fmla="*/ 1372 h 2099"/>
                    <a:gd name="T110" fmla="*/ 1671 w 1858"/>
                    <a:gd name="T111" fmla="*/ 1213 h 2099"/>
                    <a:gd name="T112" fmla="*/ 1674 w 1858"/>
                    <a:gd name="T113" fmla="*/ 972 h 2099"/>
                    <a:gd name="T114" fmla="*/ 1782 w 1858"/>
                    <a:gd name="T115" fmla="*/ 855 h 20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858" h="2099">
                      <a:moveTo>
                        <a:pt x="1146" y="299"/>
                      </a:moveTo>
                      <a:cubicBezTo>
                        <a:pt x="1140" y="298"/>
                        <a:pt x="1112" y="291"/>
                        <a:pt x="1102" y="293"/>
                      </a:cubicBezTo>
                      <a:cubicBezTo>
                        <a:pt x="1092" y="295"/>
                        <a:pt x="1103" y="318"/>
                        <a:pt x="1103" y="318"/>
                      </a:cubicBezTo>
                      <a:cubicBezTo>
                        <a:pt x="1092" y="320"/>
                        <a:pt x="1092" y="320"/>
                        <a:pt x="1092" y="320"/>
                      </a:cubicBezTo>
                      <a:cubicBezTo>
                        <a:pt x="1092" y="336"/>
                        <a:pt x="1092" y="336"/>
                        <a:pt x="1092" y="336"/>
                      </a:cubicBezTo>
                      <a:cubicBezTo>
                        <a:pt x="1106" y="342"/>
                        <a:pt x="1106" y="342"/>
                        <a:pt x="1106" y="342"/>
                      </a:cubicBezTo>
                      <a:cubicBezTo>
                        <a:pt x="1096" y="350"/>
                        <a:pt x="1096" y="350"/>
                        <a:pt x="1096" y="350"/>
                      </a:cubicBezTo>
                      <a:cubicBezTo>
                        <a:pt x="1096" y="350"/>
                        <a:pt x="1099" y="366"/>
                        <a:pt x="1105" y="376"/>
                      </a:cubicBezTo>
                      <a:cubicBezTo>
                        <a:pt x="1112" y="386"/>
                        <a:pt x="1132" y="380"/>
                        <a:pt x="1139" y="380"/>
                      </a:cubicBezTo>
                      <a:cubicBezTo>
                        <a:pt x="1145" y="380"/>
                        <a:pt x="1144" y="372"/>
                        <a:pt x="1144" y="372"/>
                      </a:cubicBezTo>
                      <a:cubicBezTo>
                        <a:pt x="1144" y="372"/>
                        <a:pt x="1157" y="368"/>
                        <a:pt x="1168" y="368"/>
                      </a:cubicBezTo>
                      <a:cubicBezTo>
                        <a:pt x="1179" y="368"/>
                        <a:pt x="1186" y="355"/>
                        <a:pt x="1186" y="355"/>
                      </a:cubicBezTo>
                      <a:cubicBezTo>
                        <a:pt x="1195" y="326"/>
                        <a:pt x="1195" y="326"/>
                        <a:pt x="1195" y="326"/>
                      </a:cubicBezTo>
                      <a:cubicBezTo>
                        <a:pt x="1195" y="326"/>
                        <a:pt x="1202" y="312"/>
                        <a:pt x="1201" y="299"/>
                      </a:cubicBezTo>
                      <a:cubicBezTo>
                        <a:pt x="1200" y="286"/>
                        <a:pt x="1180" y="291"/>
                        <a:pt x="1169" y="291"/>
                      </a:cubicBezTo>
                      <a:cubicBezTo>
                        <a:pt x="1169" y="291"/>
                        <a:pt x="1153" y="300"/>
                        <a:pt x="1146" y="299"/>
                      </a:cubicBezTo>
                      <a:close/>
                      <a:moveTo>
                        <a:pt x="1144" y="291"/>
                      </a:moveTo>
                      <a:cubicBezTo>
                        <a:pt x="1159" y="286"/>
                        <a:pt x="1159" y="286"/>
                        <a:pt x="1159" y="286"/>
                      </a:cubicBezTo>
                      <a:cubicBezTo>
                        <a:pt x="1147" y="275"/>
                        <a:pt x="1147" y="275"/>
                        <a:pt x="1147" y="275"/>
                      </a:cubicBezTo>
                      <a:cubicBezTo>
                        <a:pt x="1132" y="292"/>
                        <a:pt x="1132" y="292"/>
                        <a:pt x="1132" y="292"/>
                      </a:cubicBezTo>
                      <a:lnTo>
                        <a:pt x="1144" y="291"/>
                      </a:lnTo>
                      <a:close/>
                      <a:moveTo>
                        <a:pt x="1124" y="270"/>
                      </a:moveTo>
                      <a:cubicBezTo>
                        <a:pt x="1110" y="271"/>
                        <a:pt x="1110" y="271"/>
                        <a:pt x="1110" y="271"/>
                      </a:cubicBezTo>
                      <a:cubicBezTo>
                        <a:pt x="1109" y="282"/>
                        <a:pt x="1109" y="282"/>
                        <a:pt x="1109" y="282"/>
                      </a:cubicBezTo>
                      <a:cubicBezTo>
                        <a:pt x="1131" y="283"/>
                        <a:pt x="1131" y="283"/>
                        <a:pt x="1131" y="283"/>
                      </a:cubicBezTo>
                      <a:cubicBezTo>
                        <a:pt x="1143" y="266"/>
                        <a:pt x="1143" y="266"/>
                        <a:pt x="1143" y="266"/>
                      </a:cubicBezTo>
                      <a:cubicBezTo>
                        <a:pt x="1134" y="255"/>
                        <a:pt x="1134" y="255"/>
                        <a:pt x="1134" y="255"/>
                      </a:cubicBezTo>
                      <a:lnTo>
                        <a:pt x="1124" y="270"/>
                      </a:lnTo>
                      <a:close/>
                      <a:moveTo>
                        <a:pt x="1050" y="326"/>
                      </a:moveTo>
                      <a:cubicBezTo>
                        <a:pt x="1047" y="340"/>
                        <a:pt x="1047" y="340"/>
                        <a:pt x="1047" y="340"/>
                      </a:cubicBezTo>
                      <a:cubicBezTo>
                        <a:pt x="1037" y="363"/>
                        <a:pt x="1037" y="363"/>
                        <a:pt x="1037" y="363"/>
                      </a:cubicBezTo>
                      <a:cubicBezTo>
                        <a:pt x="1057" y="351"/>
                        <a:pt x="1057" y="351"/>
                        <a:pt x="1057" y="351"/>
                      </a:cubicBezTo>
                      <a:cubicBezTo>
                        <a:pt x="1057" y="351"/>
                        <a:pt x="1079" y="321"/>
                        <a:pt x="1071" y="316"/>
                      </a:cubicBezTo>
                      <a:cubicBezTo>
                        <a:pt x="1062" y="310"/>
                        <a:pt x="1050" y="326"/>
                        <a:pt x="1050" y="326"/>
                      </a:cubicBezTo>
                      <a:close/>
                      <a:moveTo>
                        <a:pt x="1087" y="283"/>
                      </a:moveTo>
                      <a:cubicBezTo>
                        <a:pt x="1074" y="299"/>
                        <a:pt x="1074" y="299"/>
                        <a:pt x="1074" y="299"/>
                      </a:cubicBezTo>
                      <a:cubicBezTo>
                        <a:pt x="1085" y="304"/>
                        <a:pt x="1085" y="304"/>
                        <a:pt x="1085" y="304"/>
                      </a:cubicBezTo>
                      <a:cubicBezTo>
                        <a:pt x="1096" y="287"/>
                        <a:pt x="1096" y="287"/>
                        <a:pt x="1096" y="287"/>
                      </a:cubicBezTo>
                      <a:lnTo>
                        <a:pt x="1087" y="283"/>
                      </a:lnTo>
                      <a:close/>
                      <a:moveTo>
                        <a:pt x="1855" y="667"/>
                      </a:moveTo>
                      <a:cubicBezTo>
                        <a:pt x="1855" y="650"/>
                        <a:pt x="1839" y="626"/>
                        <a:pt x="1838" y="615"/>
                      </a:cubicBezTo>
                      <a:cubicBezTo>
                        <a:pt x="1837" y="604"/>
                        <a:pt x="1837" y="592"/>
                        <a:pt x="1837" y="583"/>
                      </a:cubicBezTo>
                      <a:cubicBezTo>
                        <a:pt x="1837" y="574"/>
                        <a:pt x="1819" y="558"/>
                        <a:pt x="1819" y="558"/>
                      </a:cubicBezTo>
                      <a:cubicBezTo>
                        <a:pt x="1798" y="554"/>
                        <a:pt x="1798" y="554"/>
                        <a:pt x="1798" y="554"/>
                      </a:cubicBezTo>
                      <a:cubicBezTo>
                        <a:pt x="1764" y="559"/>
                        <a:pt x="1764" y="559"/>
                        <a:pt x="1764" y="559"/>
                      </a:cubicBezTo>
                      <a:cubicBezTo>
                        <a:pt x="1753" y="549"/>
                        <a:pt x="1753" y="549"/>
                        <a:pt x="1753" y="549"/>
                      </a:cubicBezTo>
                      <a:cubicBezTo>
                        <a:pt x="1740" y="548"/>
                        <a:pt x="1740" y="548"/>
                        <a:pt x="1740" y="548"/>
                      </a:cubicBezTo>
                      <a:cubicBezTo>
                        <a:pt x="1728" y="533"/>
                        <a:pt x="1728" y="533"/>
                        <a:pt x="1728" y="533"/>
                      </a:cubicBezTo>
                      <a:cubicBezTo>
                        <a:pt x="1713" y="532"/>
                        <a:pt x="1713" y="532"/>
                        <a:pt x="1713" y="532"/>
                      </a:cubicBezTo>
                      <a:cubicBezTo>
                        <a:pt x="1713" y="532"/>
                        <a:pt x="1695" y="512"/>
                        <a:pt x="1678" y="491"/>
                      </a:cubicBezTo>
                      <a:cubicBezTo>
                        <a:pt x="1661" y="470"/>
                        <a:pt x="1612" y="439"/>
                        <a:pt x="1596" y="438"/>
                      </a:cubicBezTo>
                      <a:cubicBezTo>
                        <a:pt x="1580" y="437"/>
                        <a:pt x="1547" y="439"/>
                        <a:pt x="1547" y="439"/>
                      </a:cubicBezTo>
                      <a:cubicBezTo>
                        <a:pt x="1547" y="449"/>
                        <a:pt x="1547" y="449"/>
                        <a:pt x="1547" y="449"/>
                      </a:cubicBezTo>
                      <a:cubicBezTo>
                        <a:pt x="1547" y="449"/>
                        <a:pt x="1532" y="439"/>
                        <a:pt x="1525" y="436"/>
                      </a:cubicBezTo>
                      <a:cubicBezTo>
                        <a:pt x="1518" y="433"/>
                        <a:pt x="1492" y="432"/>
                        <a:pt x="1492" y="432"/>
                      </a:cubicBezTo>
                      <a:cubicBezTo>
                        <a:pt x="1492" y="432"/>
                        <a:pt x="1464" y="415"/>
                        <a:pt x="1445" y="412"/>
                      </a:cubicBezTo>
                      <a:cubicBezTo>
                        <a:pt x="1426" y="409"/>
                        <a:pt x="1406" y="442"/>
                        <a:pt x="1406" y="442"/>
                      </a:cubicBezTo>
                      <a:cubicBezTo>
                        <a:pt x="1395" y="429"/>
                        <a:pt x="1395" y="429"/>
                        <a:pt x="1395" y="429"/>
                      </a:cubicBezTo>
                      <a:cubicBezTo>
                        <a:pt x="1395" y="451"/>
                        <a:pt x="1395" y="451"/>
                        <a:pt x="1395" y="451"/>
                      </a:cubicBezTo>
                      <a:cubicBezTo>
                        <a:pt x="1375" y="466"/>
                        <a:pt x="1375" y="466"/>
                        <a:pt x="1375" y="466"/>
                      </a:cubicBezTo>
                      <a:cubicBezTo>
                        <a:pt x="1386" y="422"/>
                        <a:pt x="1386" y="422"/>
                        <a:pt x="1386" y="422"/>
                      </a:cubicBezTo>
                      <a:cubicBezTo>
                        <a:pt x="1386" y="422"/>
                        <a:pt x="1404" y="412"/>
                        <a:pt x="1397" y="402"/>
                      </a:cubicBezTo>
                      <a:cubicBezTo>
                        <a:pt x="1390" y="392"/>
                        <a:pt x="1377" y="411"/>
                        <a:pt x="1377" y="411"/>
                      </a:cubicBezTo>
                      <a:cubicBezTo>
                        <a:pt x="1386" y="389"/>
                        <a:pt x="1386" y="389"/>
                        <a:pt x="1386" y="389"/>
                      </a:cubicBezTo>
                      <a:cubicBezTo>
                        <a:pt x="1386" y="389"/>
                        <a:pt x="1377" y="388"/>
                        <a:pt x="1378" y="381"/>
                      </a:cubicBezTo>
                      <a:cubicBezTo>
                        <a:pt x="1379" y="374"/>
                        <a:pt x="1358" y="365"/>
                        <a:pt x="1358" y="365"/>
                      </a:cubicBezTo>
                      <a:cubicBezTo>
                        <a:pt x="1350" y="377"/>
                        <a:pt x="1350" y="377"/>
                        <a:pt x="1350" y="377"/>
                      </a:cubicBezTo>
                      <a:cubicBezTo>
                        <a:pt x="1350" y="377"/>
                        <a:pt x="1337" y="360"/>
                        <a:pt x="1327" y="350"/>
                      </a:cubicBezTo>
                      <a:cubicBezTo>
                        <a:pt x="1317" y="340"/>
                        <a:pt x="1290" y="342"/>
                        <a:pt x="1286" y="338"/>
                      </a:cubicBezTo>
                      <a:cubicBezTo>
                        <a:pt x="1282" y="334"/>
                        <a:pt x="1258" y="316"/>
                        <a:pt x="1258" y="316"/>
                      </a:cubicBezTo>
                      <a:cubicBezTo>
                        <a:pt x="1252" y="324"/>
                        <a:pt x="1252" y="324"/>
                        <a:pt x="1252" y="324"/>
                      </a:cubicBezTo>
                      <a:cubicBezTo>
                        <a:pt x="1252" y="324"/>
                        <a:pt x="1231" y="323"/>
                        <a:pt x="1221" y="322"/>
                      </a:cubicBezTo>
                      <a:cubicBezTo>
                        <a:pt x="1211" y="321"/>
                        <a:pt x="1203" y="356"/>
                        <a:pt x="1203" y="356"/>
                      </a:cubicBezTo>
                      <a:cubicBezTo>
                        <a:pt x="1210" y="368"/>
                        <a:pt x="1210" y="368"/>
                        <a:pt x="1210" y="368"/>
                      </a:cubicBezTo>
                      <a:cubicBezTo>
                        <a:pt x="1210" y="368"/>
                        <a:pt x="1196" y="369"/>
                        <a:pt x="1188" y="369"/>
                      </a:cubicBezTo>
                      <a:cubicBezTo>
                        <a:pt x="1180" y="369"/>
                        <a:pt x="1168" y="391"/>
                        <a:pt x="1168" y="391"/>
                      </a:cubicBezTo>
                      <a:cubicBezTo>
                        <a:pt x="1168" y="391"/>
                        <a:pt x="1161" y="424"/>
                        <a:pt x="1154" y="423"/>
                      </a:cubicBezTo>
                      <a:cubicBezTo>
                        <a:pt x="1147" y="422"/>
                        <a:pt x="1163" y="397"/>
                        <a:pt x="1160" y="386"/>
                      </a:cubicBezTo>
                      <a:cubicBezTo>
                        <a:pt x="1157" y="375"/>
                        <a:pt x="1137" y="396"/>
                        <a:pt x="1137" y="396"/>
                      </a:cubicBezTo>
                      <a:cubicBezTo>
                        <a:pt x="1130" y="390"/>
                        <a:pt x="1130" y="390"/>
                        <a:pt x="1130" y="390"/>
                      </a:cubicBezTo>
                      <a:cubicBezTo>
                        <a:pt x="1130" y="390"/>
                        <a:pt x="1109" y="395"/>
                        <a:pt x="1098" y="388"/>
                      </a:cubicBezTo>
                      <a:cubicBezTo>
                        <a:pt x="1087" y="381"/>
                        <a:pt x="1089" y="371"/>
                        <a:pt x="1089" y="358"/>
                      </a:cubicBezTo>
                      <a:cubicBezTo>
                        <a:pt x="1089" y="345"/>
                        <a:pt x="1084" y="337"/>
                        <a:pt x="1084" y="337"/>
                      </a:cubicBezTo>
                      <a:cubicBezTo>
                        <a:pt x="1077" y="330"/>
                        <a:pt x="1062" y="356"/>
                        <a:pt x="1062" y="356"/>
                      </a:cubicBezTo>
                      <a:cubicBezTo>
                        <a:pt x="1062" y="356"/>
                        <a:pt x="1041" y="371"/>
                        <a:pt x="1029" y="373"/>
                      </a:cubicBezTo>
                      <a:cubicBezTo>
                        <a:pt x="1017" y="375"/>
                        <a:pt x="1003" y="368"/>
                        <a:pt x="1003" y="368"/>
                      </a:cubicBezTo>
                      <a:cubicBezTo>
                        <a:pt x="1029" y="360"/>
                        <a:pt x="1029" y="360"/>
                        <a:pt x="1029" y="360"/>
                      </a:cubicBezTo>
                      <a:cubicBezTo>
                        <a:pt x="1029" y="360"/>
                        <a:pt x="1039" y="348"/>
                        <a:pt x="1042" y="343"/>
                      </a:cubicBezTo>
                      <a:cubicBezTo>
                        <a:pt x="1045" y="338"/>
                        <a:pt x="1044" y="326"/>
                        <a:pt x="1044" y="326"/>
                      </a:cubicBezTo>
                      <a:cubicBezTo>
                        <a:pt x="1044" y="326"/>
                        <a:pt x="1053" y="320"/>
                        <a:pt x="1057" y="308"/>
                      </a:cubicBezTo>
                      <a:cubicBezTo>
                        <a:pt x="1061" y="296"/>
                        <a:pt x="1085" y="277"/>
                        <a:pt x="1095" y="270"/>
                      </a:cubicBezTo>
                      <a:cubicBezTo>
                        <a:pt x="1105" y="263"/>
                        <a:pt x="1107" y="254"/>
                        <a:pt x="1111" y="245"/>
                      </a:cubicBezTo>
                      <a:cubicBezTo>
                        <a:pt x="1115" y="236"/>
                        <a:pt x="1136" y="223"/>
                        <a:pt x="1136" y="223"/>
                      </a:cubicBezTo>
                      <a:cubicBezTo>
                        <a:pt x="1123" y="221"/>
                        <a:pt x="1123" y="221"/>
                        <a:pt x="1123" y="221"/>
                      </a:cubicBezTo>
                      <a:cubicBezTo>
                        <a:pt x="1123" y="221"/>
                        <a:pt x="1135" y="215"/>
                        <a:pt x="1135" y="199"/>
                      </a:cubicBezTo>
                      <a:cubicBezTo>
                        <a:pt x="1135" y="183"/>
                        <a:pt x="1108" y="192"/>
                        <a:pt x="1098" y="181"/>
                      </a:cubicBezTo>
                      <a:cubicBezTo>
                        <a:pt x="1088" y="170"/>
                        <a:pt x="1088" y="147"/>
                        <a:pt x="1084" y="110"/>
                      </a:cubicBezTo>
                      <a:cubicBezTo>
                        <a:pt x="1080" y="73"/>
                        <a:pt x="1072" y="55"/>
                        <a:pt x="1063" y="52"/>
                      </a:cubicBezTo>
                      <a:cubicBezTo>
                        <a:pt x="1054" y="49"/>
                        <a:pt x="1060" y="68"/>
                        <a:pt x="1060" y="72"/>
                      </a:cubicBezTo>
                      <a:cubicBezTo>
                        <a:pt x="1060" y="76"/>
                        <a:pt x="1050" y="71"/>
                        <a:pt x="1048" y="66"/>
                      </a:cubicBezTo>
                      <a:cubicBezTo>
                        <a:pt x="1048" y="66"/>
                        <a:pt x="1043" y="83"/>
                        <a:pt x="1036" y="89"/>
                      </a:cubicBezTo>
                      <a:cubicBezTo>
                        <a:pt x="1029" y="95"/>
                        <a:pt x="1020" y="110"/>
                        <a:pt x="1017" y="120"/>
                      </a:cubicBezTo>
                      <a:cubicBezTo>
                        <a:pt x="1014" y="130"/>
                        <a:pt x="1013" y="149"/>
                        <a:pt x="996" y="163"/>
                      </a:cubicBezTo>
                      <a:cubicBezTo>
                        <a:pt x="996" y="163"/>
                        <a:pt x="981" y="169"/>
                        <a:pt x="975" y="169"/>
                      </a:cubicBezTo>
                      <a:cubicBezTo>
                        <a:pt x="975" y="168"/>
                        <a:pt x="971" y="160"/>
                        <a:pt x="971" y="160"/>
                      </a:cubicBezTo>
                      <a:cubicBezTo>
                        <a:pt x="967" y="165"/>
                        <a:pt x="967" y="165"/>
                        <a:pt x="967" y="165"/>
                      </a:cubicBezTo>
                      <a:cubicBezTo>
                        <a:pt x="957" y="163"/>
                        <a:pt x="957" y="163"/>
                        <a:pt x="957" y="163"/>
                      </a:cubicBezTo>
                      <a:cubicBezTo>
                        <a:pt x="957" y="163"/>
                        <a:pt x="953" y="155"/>
                        <a:pt x="947" y="161"/>
                      </a:cubicBezTo>
                      <a:cubicBezTo>
                        <a:pt x="941" y="167"/>
                        <a:pt x="943" y="173"/>
                        <a:pt x="929" y="172"/>
                      </a:cubicBezTo>
                      <a:cubicBezTo>
                        <a:pt x="915" y="171"/>
                        <a:pt x="913" y="161"/>
                        <a:pt x="913" y="161"/>
                      </a:cubicBezTo>
                      <a:cubicBezTo>
                        <a:pt x="900" y="155"/>
                        <a:pt x="900" y="155"/>
                        <a:pt x="900" y="155"/>
                      </a:cubicBezTo>
                      <a:cubicBezTo>
                        <a:pt x="900" y="155"/>
                        <a:pt x="896" y="144"/>
                        <a:pt x="888" y="145"/>
                      </a:cubicBezTo>
                      <a:cubicBezTo>
                        <a:pt x="880" y="146"/>
                        <a:pt x="871" y="157"/>
                        <a:pt x="871" y="157"/>
                      </a:cubicBezTo>
                      <a:cubicBezTo>
                        <a:pt x="853" y="157"/>
                        <a:pt x="853" y="157"/>
                        <a:pt x="853" y="157"/>
                      </a:cubicBezTo>
                      <a:cubicBezTo>
                        <a:pt x="853" y="157"/>
                        <a:pt x="854" y="148"/>
                        <a:pt x="848" y="149"/>
                      </a:cubicBezTo>
                      <a:cubicBezTo>
                        <a:pt x="842" y="150"/>
                        <a:pt x="838" y="160"/>
                        <a:pt x="841" y="166"/>
                      </a:cubicBezTo>
                      <a:cubicBezTo>
                        <a:pt x="844" y="172"/>
                        <a:pt x="858" y="182"/>
                        <a:pt x="849" y="186"/>
                      </a:cubicBezTo>
                      <a:cubicBezTo>
                        <a:pt x="840" y="190"/>
                        <a:pt x="811" y="174"/>
                        <a:pt x="811" y="174"/>
                      </a:cubicBezTo>
                      <a:cubicBezTo>
                        <a:pt x="811" y="174"/>
                        <a:pt x="815" y="181"/>
                        <a:pt x="807" y="183"/>
                      </a:cubicBezTo>
                      <a:cubicBezTo>
                        <a:pt x="799" y="185"/>
                        <a:pt x="797" y="174"/>
                        <a:pt x="787" y="175"/>
                      </a:cubicBezTo>
                      <a:cubicBezTo>
                        <a:pt x="777" y="176"/>
                        <a:pt x="773" y="192"/>
                        <a:pt x="773" y="192"/>
                      </a:cubicBezTo>
                      <a:cubicBezTo>
                        <a:pt x="752" y="193"/>
                        <a:pt x="752" y="193"/>
                        <a:pt x="752" y="193"/>
                      </a:cubicBezTo>
                      <a:cubicBezTo>
                        <a:pt x="751" y="201"/>
                        <a:pt x="751" y="201"/>
                        <a:pt x="751" y="201"/>
                      </a:cubicBezTo>
                      <a:cubicBezTo>
                        <a:pt x="751" y="201"/>
                        <a:pt x="739" y="198"/>
                        <a:pt x="733" y="202"/>
                      </a:cubicBezTo>
                      <a:cubicBezTo>
                        <a:pt x="727" y="206"/>
                        <a:pt x="732" y="219"/>
                        <a:pt x="722" y="220"/>
                      </a:cubicBezTo>
                      <a:cubicBezTo>
                        <a:pt x="712" y="221"/>
                        <a:pt x="702" y="221"/>
                        <a:pt x="702" y="221"/>
                      </a:cubicBezTo>
                      <a:cubicBezTo>
                        <a:pt x="698" y="210"/>
                        <a:pt x="698" y="210"/>
                        <a:pt x="698" y="210"/>
                      </a:cubicBezTo>
                      <a:cubicBezTo>
                        <a:pt x="689" y="210"/>
                        <a:pt x="689" y="210"/>
                        <a:pt x="689" y="210"/>
                      </a:cubicBezTo>
                      <a:cubicBezTo>
                        <a:pt x="668" y="186"/>
                        <a:pt x="668" y="186"/>
                        <a:pt x="668" y="186"/>
                      </a:cubicBezTo>
                      <a:cubicBezTo>
                        <a:pt x="668" y="186"/>
                        <a:pt x="668" y="174"/>
                        <a:pt x="668" y="166"/>
                      </a:cubicBezTo>
                      <a:cubicBezTo>
                        <a:pt x="668" y="158"/>
                        <a:pt x="651" y="155"/>
                        <a:pt x="651" y="145"/>
                      </a:cubicBezTo>
                      <a:cubicBezTo>
                        <a:pt x="651" y="135"/>
                        <a:pt x="659" y="119"/>
                        <a:pt x="659" y="119"/>
                      </a:cubicBezTo>
                      <a:cubicBezTo>
                        <a:pt x="664" y="91"/>
                        <a:pt x="664" y="91"/>
                        <a:pt x="664" y="91"/>
                      </a:cubicBezTo>
                      <a:cubicBezTo>
                        <a:pt x="664" y="91"/>
                        <a:pt x="677" y="79"/>
                        <a:pt x="678" y="73"/>
                      </a:cubicBezTo>
                      <a:cubicBezTo>
                        <a:pt x="679" y="67"/>
                        <a:pt x="670" y="63"/>
                        <a:pt x="670" y="63"/>
                      </a:cubicBezTo>
                      <a:cubicBezTo>
                        <a:pt x="671" y="44"/>
                        <a:pt x="671" y="44"/>
                        <a:pt x="671" y="44"/>
                      </a:cubicBezTo>
                      <a:cubicBezTo>
                        <a:pt x="671" y="44"/>
                        <a:pt x="649" y="50"/>
                        <a:pt x="649" y="41"/>
                      </a:cubicBezTo>
                      <a:cubicBezTo>
                        <a:pt x="649" y="41"/>
                        <a:pt x="661" y="29"/>
                        <a:pt x="658" y="15"/>
                      </a:cubicBezTo>
                      <a:cubicBezTo>
                        <a:pt x="655" y="1"/>
                        <a:pt x="646" y="0"/>
                        <a:pt x="646" y="0"/>
                      </a:cubicBezTo>
                      <a:cubicBezTo>
                        <a:pt x="641" y="7"/>
                        <a:pt x="641" y="7"/>
                        <a:pt x="641" y="7"/>
                      </a:cubicBezTo>
                      <a:cubicBezTo>
                        <a:pt x="625" y="5"/>
                        <a:pt x="625" y="5"/>
                        <a:pt x="625" y="5"/>
                      </a:cubicBezTo>
                      <a:cubicBezTo>
                        <a:pt x="625" y="5"/>
                        <a:pt x="631" y="19"/>
                        <a:pt x="627" y="26"/>
                      </a:cubicBezTo>
                      <a:cubicBezTo>
                        <a:pt x="623" y="33"/>
                        <a:pt x="612" y="31"/>
                        <a:pt x="612" y="31"/>
                      </a:cubicBezTo>
                      <a:cubicBezTo>
                        <a:pt x="614" y="41"/>
                        <a:pt x="614" y="41"/>
                        <a:pt x="614" y="41"/>
                      </a:cubicBezTo>
                      <a:cubicBezTo>
                        <a:pt x="596" y="40"/>
                        <a:pt x="596" y="40"/>
                        <a:pt x="596" y="40"/>
                      </a:cubicBezTo>
                      <a:cubicBezTo>
                        <a:pt x="596" y="40"/>
                        <a:pt x="584" y="45"/>
                        <a:pt x="582" y="51"/>
                      </a:cubicBezTo>
                      <a:cubicBezTo>
                        <a:pt x="580" y="57"/>
                        <a:pt x="566" y="64"/>
                        <a:pt x="559" y="64"/>
                      </a:cubicBezTo>
                      <a:cubicBezTo>
                        <a:pt x="552" y="64"/>
                        <a:pt x="546" y="56"/>
                        <a:pt x="538" y="59"/>
                      </a:cubicBezTo>
                      <a:cubicBezTo>
                        <a:pt x="530" y="62"/>
                        <a:pt x="533" y="96"/>
                        <a:pt x="524" y="96"/>
                      </a:cubicBezTo>
                      <a:cubicBezTo>
                        <a:pt x="515" y="96"/>
                        <a:pt x="504" y="77"/>
                        <a:pt x="500" y="73"/>
                      </a:cubicBezTo>
                      <a:cubicBezTo>
                        <a:pt x="496" y="69"/>
                        <a:pt x="491" y="77"/>
                        <a:pt x="491" y="77"/>
                      </a:cubicBezTo>
                      <a:cubicBezTo>
                        <a:pt x="481" y="71"/>
                        <a:pt x="481" y="71"/>
                        <a:pt x="481" y="71"/>
                      </a:cubicBezTo>
                      <a:cubicBezTo>
                        <a:pt x="481" y="71"/>
                        <a:pt x="469" y="79"/>
                        <a:pt x="467" y="76"/>
                      </a:cubicBezTo>
                      <a:cubicBezTo>
                        <a:pt x="465" y="73"/>
                        <a:pt x="471" y="64"/>
                        <a:pt x="460" y="60"/>
                      </a:cubicBezTo>
                      <a:cubicBezTo>
                        <a:pt x="449" y="56"/>
                        <a:pt x="440" y="64"/>
                        <a:pt x="437" y="61"/>
                      </a:cubicBezTo>
                      <a:cubicBezTo>
                        <a:pt x="434" y="58"/>
                        <a:pt x="431" y="52"/>
                        <a:pt x="431" y="52"/>
                      </a:cubicBezTo>
                      <a:cubicBezTo>
                        <a:pt x="431" y="52"/>
                        <a:pt x="421" y="71"/>
                        <a:pt x="443" y="82"/>
                      </a:cubicBezTo>
                      <a:cubicBezTo>
                        <a:pt x="465" y="93"/>
                        <a:pt x="450" y="117"/>
                        <a:pt x="450" y="117"/>
                      </a:cubicBezTo>
                      <a:cubicBezTo>
                        <a:pt x="450" y="117"/>
                        <a:pt x="463" y="128"/>
                        <a:pt x="463" y="135"/>
                      </a:cubicBezTo>
                      <a:cubicBezTo>
                        <a:pt x="463" y="142"/>
                        <a:pt x="463" y="151"/>
                        <a:pt x="463" y="151"/>
                      </a:cubicBezTo>
                      <a:cubicBezTo>
                        <a:pt x="493" y="154"/>
                        <a:pt x="493" y="154"/>
                        <a:pt x="493" y="154"/>
                      </a:cubicBezTo>
                      <a:cubicBezTo>
                        <a:pt x="493" y="154"/>
                        <a:pt x="500" y="168"/>
                        <a:pt x="488" y="174"/>
                      </a:cubicBezTo>
                      <a:cubicBezTo>
                        <a:pt x="476" y="180"/>
                        <a:pt x="463" y="177"/>
                        <a:pt x="463" y="177"/>
                      </a:cubicBezTo>
                      <a:cubicBezTo>
                        <a:pt x="463" y="177"/>
                        <a:pt x="464" y="202"/>
                        <a:pt x="451" y="206"/>
                      </a:cubicBezTo>
                      <a:cubicBezTo>
                        <a:pt x="438" y="210"/>
                        <a:pt x="433" y="214"/>
                        <a:pt x="433" y="214"/>
                      </a:cubicBezTo>
                      <a:cubicBezTo>
                        <a:pt x="431" y="220"/>
                        <a:pt x="431" y="220"/>
                        <a:pt x="431" y="220"/>
                      </a:cubicBezTo>
                      <a:cubicBezTo>
                        <a:pt x="431" y="220"/>
                        <a:pt x="419" y="218"/>
                        <a:pt x="413" y="222"/>
                      </a:cubicBezTo>
                      <a:cubicBezTo>
                        <a:pt x="407" y="226"/>
                        <a:pt x="401" y="251"/>
                        <a:pt x="393" y="251"/>
                      </a:cubicBezTo>
                      <a:cubicBezTo>
                        <a:pt x="385" y="251"/>
                        <a:pt x="396" y="234"/>
                        <a:pt x="387" y="232"/>
                      </a:cubicBezTo>
                      <a:cubicBezTo>
                        <a:pt x="378" y="230"/>
                        <a:pt x="367" y="252"/>
                        <a:pt x="357" y="246"/>
                      </a:cubicBezTo>
                      <a:cubicBezTo>
                        <a:pt x="357" y="246"/>
                        <a:pt x="345" y="244"/>
                        <a:pt x="341" y="239"/>
                      </a:cubicBezTo>
                      <a:cubicBezTo>
                        <a:pt x="337" y="234"/>
                        <a:pt x="330" y="221"/>
                        <a:pt x="330" y="221"/>
                      </a:cubicBezTo>
                      <a:cubicBezTo>
                        <a:pt x="313" y="221"/>
                        <a:pt x="313" y="221"/>
                        <a:pt x="313" y="221"/>
                      </a:cubicBezTo>
                      <a:cubicBezTo>
                        <a:pt x="313" y="221"/>
                        <a:pt x="313" y="193"/>
                        <a:pt x="311" y="187"/>
                      </a:cubicBezTo>
                      <a:cubicBezTo>
                        <a:pt x="309" y="181"/>
                        <a:pt x="306" y="180"/>
                        <a:pt x="306" y="180"/>
                      </a:cubicBezTo>
                      <a:cubicBezTo>
                        <a:pt x="306" y="180"/>
                        <a:pt x="311" y="173"/>
                        <a:pt x="304" y="170"/>
                      </a:cubicBezTo>
                      <a:cubicBezTo>
                        <a:pt x="297" y="167"/>
                        <a:pt x="288" y="190"/>
                        <a:pt x="282" y="191"/>
                      </a:cubicBezTo>
                      <a:cubicBezTo>
                        <a:pt x="276" y="192"/>
                        <a:pt x="271" y="176"/>
                        <a:pt x="265" y="176"/>
                      </a:cubicBezTo>
                      <a:cubicBezTo>
                        <a:pt x="259" y="176"/>
                        <a:pt x="259" y="193"/>
                        <a:pt x="259" y="193"/>
                      </a:cubicBezTo>
                      <a:cubicBezTo>
                        <a:pt x="215" y="197"/>
                        <a:pt x="215" y="197"/>
                        <a:pt x="215" y="197"/>
                      </a:cubicBezTo>
                      <a:cubicBezTo>
                        <a:pt x="215" y="197"/>
                        <a:pt x="201" y="184"/>
                        <a:pt x="192" y="189"/>
                      </a:cubicBezTo>
                      <a:cubicBezTo>
                        <a:pt x="183" y="194"/>
                        <a:pt x="191" y="223"/>
                        <a:pt x="191" y="223"/>
                      </a:cubicBezTo>
                      <a:cubicBezTo>
                        <a:pt x="207" y="230"/>
                        <a:pt x="207" y="230"/>
                        <a:pt x="207" y="230"/>
                      </a:cubicBezTo>
                      <a:cubicBezTo>
                        <a:pt x="214" y="228"/>
                        <a:pt x="214" y="228"/>
                        <a:pt x="214" y="228"/>
                      </a:cubicBezTo>
                      <a:cubicBezTo>
                        <a:pt x="214" y="228"/>
                        <a:pt x="233" y="248"/>
                        <a:pt x="220" y="250"/>
                      </a:cubicBezTo>
                      <a:cubicBezTo>
                        <a:pt x="207" y="252"/>
                        <a:pt x="198" y="248"/>
                        <a:pt x="198" y="248"/>
                      </a:cubicBezTo>
                      <a:cubicBezTo>
                        <a:pt x="176" y="253"/>
                        <a:pt x="176" y="253"/>
                        <a:pt x="176" y="253"/>
                      </a:cubicBezTo>
                      <a:cubicBezTo>
                        <a:pt x="174" y="295"/>
                        <a:pt x="174" y="295"/>
                        <a:pt x="174" y="295"/>
                      </a:cubicBezTo>
                      <a:cubicBezTo>
                        <a:pt x="174" y="295"/>
                        <a:pt x="195" y="304"/>
                        <a:pt x="197" y="313"/>
                      </a:cubicBezTo>
                      <a:cubicBezTo>
                        <a:pt x="199" y="322"/>
                        <a:pt x="200" y="334"/>
                        <a:pt x="200" y="334"/>
                      </a:cubicBezTo>
                      <a:cubicBezTo>
                        <a:pt x="200" y="334"/>
                        <a:pt x="214" y="349"/>
                        <a:pt x="213" y="356"/>
                      </a:cubicBezTo>
                      <a:cubicBezTo>
                        <a:pt x="212" y="363"/>
                        <a:pt x="202" y="374"/>
                        <a:pt x="202" y="374"/>
                      </a:cubicBezTo>
                      <a:cubicBezTo>
                        <a:pt x="204" y="408"/>
                        <a:pt x="204" y="408"/>
                        <a:pt x="204" y="408"/>
                      </a:cubicBezTo>
                      <a:cubicBezTo>
                        <a:pt x="193" y="438"/>
                        <a:pt x="193" y="438"/>
                        <a:pt x="193" y="438"/>
                      </a:cubicBezTo>
                      <a:cubicBezTo>
                        <a:pt x="191" y="488"/>
                        <a:pt x="191" y="488"/>
                        <a:pt x="191" y="488"/>
                      </a:cubicBezTo>
                      <a:cubicBezTo>
                        <a:pt x="191" y="488"/>
                        <a:pt x="188" y="515"/>
                        <a:pt x="183" y="518"/>
                      </a:cubicBezTo>
                      <a:cubicBezTo>
                        <a:pt x="178" y="521"/>
                        <a:pt x="171" y="518"/>
                        <a:pt x="171" y="518"/>
                      </a:cubicBezTo>
                      <a:cubicBezTo>
                        <a:pt x="171" y="518"/>
                        <a:pt x="167" y="505"/>
                        <a:pt x="157" y="506"/>
                      </a:cubicBezTo>
                      <a:cubicBezTo>
                        <a:pt x="147" y="507"/>
                        <a:pt x="136" y="522"/>
                        <a:pt x="136" y="522"/>
                      </a:cubicBezTo>
                      <a:cubicBezTo>
                        <a:pt x="117" y="519"/>
                        <a:pt x="117" y="519"/>
                        <a:pt x="117" y="519"/>
                      </a:cubicBezTo>
                      <a:cubicBezTo>
                        <a:pt x="115" y="526"/>
                        <a:pt x="115" y="526"/>
                        <a:pt x="115" y="526"/>
                      </a:cubicBezTo>
                      <a:cubicBezTo>
                        <a:pt x="94" y="526"/>
                        <a:pt x="94" y="526"/>
                        <a:pt x="94" y="526"/>
                      </a:cubicBezTo>
                      <a:cubicBezTo>
                        <a:pt x="94" y="526"/>
                        <a:pt x="68" y="543"/>
                        <a:pt x="66" y="547"/>
                      </a:cubicBezTo>
                      <a:cubicBezTo>
                        <a:pt x="64" y="551"/>
                        <a:pt x="63" y="559"/>
                        <a:pt x="63" y="559"/>
                      </a:cubicBezTo>
                      <a:cubicBezTo>
                        <a:pt x="47" y="559"/>
                        <a:pt x="47" y="559"/>
                        <a:pt x="47" y="559"/>
                      </a:cubicBezTo>
                      <a:cubicBezTo>
                        <a:pt x="46" y="597"/>
                        <a:pt x="46" y="597"/>
                        <a:pt x="46" y="597"/>
                      </a:cubicBezTo>
                      <a:cubicBezTo>
                        <a:pt x="46" y="597"/>
                        <a:pt x="31" y="606"/>
                        <a:pt x="33" y="613"/>
                      </a:cubicBezTo>
                      <a:cubicBezTo>
                        <a:pt x="35" y="620"/>
                        <a:pt x="45" y="645"/>
                        <a:pt x="39" y="636"/>
                      </a:cubicBezTo>
                      <a:cubicBezTo>
                        <a:pt x="33" y="627"/>
                        <a:pt x="20" y="644"/>
                        <a:pt x="12" y="652"/>
                      </a:cubicBezTo>
                      <a:cubicBezTo>
                        <a:pt x="4" y="660"/>
                        <a:pt x="9" y="674"/>
                        <a:pt x="9" y="674"/>
                      </a:cubicBezTo>
                      <a:cubicBezTo>
                        <a:pt x="15" y="678"/>
                        <a:pt x="15" y="678"/>
                        <a:pt x="15" y="678"/>
                      </a:cubicBezTo>
                      <a:cubicBezTo>
                        <a:pt x="15" y="678"/>
                        <a:pt x="0" y="686"/>
                        <a:pt x="0" y="691"/>
                      </a:cubicBezTo>
                      <a:cubicBezTo>
                        <a:pt x="0" y="696"/>
                        <a:pt x="15" y="702"/>
                        <a:pt x="15" y="702"/>
                      </a:cubicBezTo>
                      <a:cubicBezTo>
                        <a:pt x="17" y="720"/>
                        <a:pt x="17" y="720"/>
                        <a:pt x="17" y="720"/>
                      </a:cubicBezTo>
                      <a:cubicBezTo>
                        <a:pt x="17" y="720"/>
                        <a:pt x="30" y="741"/>
                        <a:pt x="35" y="747"/>
                      </a:cubicBezTo>
                      <a:cubicBezTo>
                        <a:pt x="40" y="753"/>
                        <a:pt x="62" y="768"/>
                        <a:pt x="60" y="773"/>
                      </a:cubicBezTo>
                      <a:cubicBezTo>
                        <a:pt x="58" y="778"/>
                        <a:pt x="43" y="791"/>
                        <a:pt x="43" y="791"/>
                      </a:cubicBezTo>
                      <a:cubicBezTo>
                        <a:pt x="43" y="791"/>
                        <a:pt x="79" y="790"/>
                        <a:pt x="82" y="797"/>
                      </a:cubicBezTo>
                      <a:cubicBezTo>
                        <a:pt x="85" y="804"/>
                        <a:pt x="93" y="823"/>
                        <a:pt x="93" y="823"/>
                      </a:cubicBezTo>
                      <a:cubicBezTo>
                        <a:pt x="135" y="819"/>
                        <a:pt x="135" y="819"/>
                        <a:pt x="135" y="819"/>
                      </a:cubicBezTo>
                      <a:cubicBezTo>
                        <a:pt x="169" y="789"/>
                        <a:pt x="169" y="789"/>
                        <a:pt x="169" y="789"/>
                      </a:cubicBezTo>
                      <a:cubicBezTo>
                        <a:pt x="169" y="789"/>
                        <a:pt x="174" y="812"/>
                        <a:pt x="172" y="816"/>
                      </a:cubicBezTo>
                      <a:cubicBezTo>
                        <a:pt x="170" y="820"/>
                        <a:pt x="165" y="834"/>
                        <a:pt x="167" y="844"/>
                      </a:cubicBezTo>
                      <a:cubicBezTo>
                        <a:pt x="169" y="854"/>
                        <a:pt x="170" y="874"/>
                        <a:pt x="170" y="874"/>
                      </a:cubicBezTo>
                      <a:cubicBezTo>
                        <a:pt x="177" y="873"/>
                        <a:pt x="177" y="873"/>
                        <a:pt x="177" y="873"/>
                      </a:cubicBezTo>
                      <a:cubicBezTo>
                        <a:pt x="177" y="873"/>
                        <a:pt x="177" y="881"/>
                        <a:pt x="185" y="881"/>
                      </a:cubicBezTo>
                      <a:cubicBezTo>
                        <a:pt x="193" y="881"/>
                        <a:pt x="189" y="872"/>
                        <a:pt x="200" y="872"/>
                      </a:cubicBezTo>
                      <a:cubicBezTo>
                        <a:pt x="211" y="872"/>
                        <a:pt x="246" y="875"/>
                        <a:pt x="246" y="875"/>
                      </a:cubicBezTo>
                      <a:cubicBezTo>
                        <a:pt x="246" y="875"/>
                        <a:pt x="249" y="886"/>
                        <a:pt x="262" y="883"/>
                      </a:cubicBezTo>
                      <a:cubicBezTo>
                        <a:pt x="275" y="880"/>
                        <a:pt x="283" y="871"/>
                        <a:pt x="283" y="871"/>
                      </a:cubicBezTo>
                      <a:cubicBezTo>
                        <a:pt x="288" y="859"/>
                        <a:pt x="288" y="859"/>
                        <a:pt x="288" y="859"/>
                      </a:cubicBezTo>
                      <a:cubicBezTo>
                        <a:pt x="312" y="858"/>
                        <a:pt x="312" y="858"/>
                        <a:pt x="312" y="858"/>
                      </a:cubicBezTo>
                      <a:cubicBezTo>
                        <a:pt x="316" y="840"/>
                        <a:pt x="316" y="840"/>
                        <a:pt x="316" y="840"/>
                      </a:cubicBezTo>
                      <a:cubicBezTo>
                        <a:pt x="340" y="841"/>
                        <a:pt x="340" y="841"/>
                        <a:pt x="340" y="841"/>
                      </a:cubicBezTo>
                      <a:cubicBezTo>
                        <a:pt x="340" y="841"/>
                        <a:pt x="350" y="815"/>
                        <a:pt x="363" y="815"/>
                      </a:cubicBezTo>
                      <a:cubicBezTo>
                        <a:pt x="376" y="815"/>
                        <a:pt x="386" y="816"/>
                        <a:pt x="386" y="816"/>
                      </a:cubicBezTo>
                      <a:cubicBezTo>
                        <a:pt x="395" y="808"/>
                        <a:pt x="395" y="808"/>
                        <a:pt x="395" y="808"/>
                      </a:cubicBezTo>
                      <a:cubicBezTo>
                        <a:pt x="395" y="808"/>
                        <a:pt x="404" y="818"/>
                        <a:pt x="405" y="814"/>
                      </a:cubicBezTo>
                      <a:cubicBezTo>
                        <a:pt x="406" y="810"/>
                        <a:pt x="419" y="802"/>
                        <a:pt x="423" y="806"/>
                      </a:cubicBezTo>
                      <a:cubicBezTo>
                        <a:pt x="427" y="810"/>
                        <a:pt x="419" y="837"/>
                        <a:pt x="419" y="837"/>
                      </a:cubicBezTo>
                      <a:cubicBezTo>
                        <a:pt x="419" y="837"/>
                        <a:pt x="411" y="850"/>
                        <a:pt x="412" y="854"/>
                      </a:cubicBezTo>
                      <a:cubicBezTo>
                        <a:pt x="413" y="858"/>
                        <a:pt x="422" y="866"/>
                        <a:pt x="422" y="875"/>
                      </a:cubicBezTo>
                      <a:cubicBezTo>
                        <a:pt x="422" y="884"/>
                        <a:pt x="415" y="890"/>
                        <a:pt x="422" y="899"/>
                      </a:cubicBezTo>
                      <a:cubicBezTo>
                        <a:pt x="429" y="908"/>
                        <a:pt x="436" y="912"/>
                        <a:pt x="436" y="912"/>
                      </a:cubicBezTo>
                      <a:cubicBezTo>
                        <a:pt x="442" y="932"/>
                        <a:pt x="442" y="932"/>
                        <a:pt x="442" y="932"/>
                      </a:cubicBezTo>
                      <a:cubicBezTo>
                        <a:pt x="442" y="932"/>
                        <a:pt x="458" y="930"/>
                        <a:pt x="461" y="935"/>
                      </a:cubicBezTo>
                      <a:cubicBezTo>
                        <a:pt x="464" y="940"/>
                        <a:pt x="460" y="951"/>
                        <a:pt x="470" y="955"/>
                      </a:cubicBezTo>
                      <a:cubicBezTo>
                        <a:pt x="480" y="959"/>
                        <a:pt x="484" y="959"/>
                        <a:pt x="488" y="960"/>
                      </a:cubicBezTo>
                      <a:cubicBezTo>
                        <a:pt x="492" y="961"/>
                        <a:pt x="502" y="954"/>
                        <a:pt x="502" y="954"/>
                      </a:cubicBezTo>
                      <a:cubicBezTo>
                        <a:pt x="502" y="954"/>
                        <a:pt x="508" y="968"/>
                        <a:pt x="516" y="968"/>
                      </a:cubicBezTo>
                      <a:cubicBezTo>
                        <a:pt x="524" y="968"/>
                        <a:pt x="531" y="961"/>
                        <a:pt x="532" y="965"/>
                      </a:cubicBezTo>
                      <a:cubicBezTo>
                        <a:pt x="533" y="969"/>
                        <a:pt x="541" y="981"/>
                        <a:pt x="552" y="986"/>
                      </a:cubicBezTo>
                      <a:cubicBezTo>
                        <a:pt x="563" y="991"/>
                        <a:pt x="579" y="992"/>
                        <a:pt x="579" y="992"/>
                      </a:cubicBezTo>
                      <a:cubicBezTo>
                        <a:pt x="579" y="992"/>
                        <a:pt x="588" y="1012"/>
                        <a:pt x="598" y="1013"/>
                      </a:cubicBezTo>
                      <a:cubicBezTo>
                        <a:pt x="608" y="1014"/>
                        <a:pt x="619" y="1009"/>
                        <a:pt x="630" y="1011"/>
                      </a:cubicBezTo>
                      <a:cubicBezTo>
                        <a:pt x="641" y="1013"/>
                        <a:pt x="661" y="1022"/>
                        <a:pt x="662" y="1032"/>
                      </a:cubicBezTo>
                      <a:cubicBezTo>
                        <a:pt x="663" y="1042"/>
                        <a:pt x="658" y="1045"/>
                        <a:pt x="662" y="1052"/>
                      </a:cubicBezTo>
                      <a:cubicBezTo>
                        <a:pt x="666" y="1059"/>
                        <a:pt x="673" y="1071"/>
                        <a:pt x="673" y="1071"/>
                      </a:cubicBezTo>
                      <a:cubicBezTo>
                        <a:pt x="675" y="1092"/>
                        <a:pt x="675" y="1092"/>
                        <a:pt x="675" y="1092"/>
                      </a:cubicBezTo>
                      <a:cubicBezTo>
                        <a:pt x="675" y="1092"/>
                        <a:pt x="660" y="1090"/>
                        <a:pt x="662" y="1096"/>
                      </a:cubicBezTo>
                      <a:cubicBezTo>
                        <a:pt x="664" y="1102"/>
                        <a:pt x="680" y="1116"/>
                        <a:pt x="680" y="1116"/>
                      </a:cubicBezTo>
                      <a:cubicBezTo>
                        <a:pt x="680" y="1116"/>
                        <a:pt x="670" y="1147"/>
                        <a:pt x="683" y="1156"/>
                      </a:cubicBezTo>
                      <a:cubicBezTo>
                        <a:pt x="696" y="1165"/>
                        <a:pt x="773" y="1163"/>
                        <a:pt x="773" y="1163"/>
                      </a:cubicBezTo>
                      <a:cubicBezTo>
                        <a:pt x="773" y="1163"/>
                        <a:pt x="762" y="1197"/>
                        <a:pt x="769" y="1206"/>
                      </a:cubicBezTo>
                      <a:cubicBezTo>
                        <a:pt x="776" y="1215"/>
                        <a:pt x="785" y="1216"/>
                        <a:pt x="796" y="1223"/>
                      </a:cubicBezTo>
                      <a:cubicBezTo>
                        <a:pt x="807" y="1230"/>
                        <a:pt x="816" y="1248"/>
                        <a:pt x="816" y="1262"/>
                      </a:cubicBezTo>
                      <a:cubicBezTo>
                        <a:pt x="816" y="1276"/>
                        <a:pt x="811" y="1302"/>
                        <a:pt x="811" y="1302"/>
                      </a:cubicBezTo>
                      <a:cubicBezTo>
                        <a:pt x="815" y="1310"/>
                        <a:pt x="815" y="1310"/>
                        <a:pt x="815" y="1310"/>
                      </a:cubicBezTo>
                      <a:cubicBezTo>
                        <a:pt x="815" y="1310"/>
                        <a:pt x="798" y="1337"/>
                        <a:pt x="800" y="1342"/>
                      </a:cubicBezTo>
                      <a:cubicBezTo>
                        <a:pt x="802" y="1347"/>
                        <a:pt x="814" y="1357"/>
                        <a:pt x="814" y="1357"/>
                      </a:cubicBezTo>
                      <a:cubicBezTo>
                        <a:pt x="814" y="1357"/>
                        <a:pt x="799" y="1365"/>
                        <a:pt x="799" y="1371"/>
                      </a:cubicBezTo>
                      <a:cubicBezTo>
                        <a:pt x="799" y="1377"/>
                        <a:pt x="808" y="1379"/>
                        <a:pt x="810" y="1386"/>
                      </a:cubicBezTo>
                      <a:cubicBezTo>
                        <a:pt x="812" y="1393"/>
                        <a:pt x="806" y="1402"/>
                        <a:pt x="810" y="1406"/>
                      </a:cubicBezTo>
                      <a:cubicBezTo>
                        <a:pt x="814" y="1410"/>
                        <a:pt x="819" y="1405"/>
                        <a:pt x="819" y="1414"/>
                      </a:cubicBezTo>
                      <a:cubicBezTo>
                        <a:pt x="819" y="1423"/>
                        <a:pt x="804" y="1459"/>
                        <a:pt x="820" y="1468"/>
                      </a:cubicBezTo>
                      <a:cubicBezTo>
                        <a:pt x="836" y="1477"/>
                        <a:pt x="880" y="1484"/>
                        <a:pt x="895" y="1481"/>
                      </a:cubicBezTo>
                      <a:cubicBezTo>
                        <a:pt x="910" y="1478"/>
                        <a:pt x="928" y="1478"/>
                        <a:pt x="932" y="1486"/>
                      </a:cubicBezTo>
                      <a:cubicBezTo>
                        <a:pt x="936" y="1494"/>
                        <a:pt x="932" y="1511"/>
                        <a:pt x="937" y="1531"/>
                      </a:cubicBezTo>
                      <a:cubicBezTo>
                        <a:pt x="942" y="1551"/>
                        <a:pt x="946" y="1572"/>
                        <a:pt x="957" y="1574"/>
                      </a:cubicBezTo>
                      <a:cubicBezTo>
                        <a:pt x="968" y="1576"/>
                        <a:pt x="972" y="1560"/>
                        <a:pt x="987" y="1564"/>
                      </a:cubicBezTo>
                      <a:cubicBezTo>
                        <a:pt x="1002" y="1568"/>
                        <a:pt x="1006" y="1576"/>
                        <a:pt x="1004" y="1596"/>
                      </a:cubicBezTo>
                      <a:cubicBezTo>
                        <a:pt x="1002" y="1616"/>
                        <a:pt x="1000" y="1626"/>
                        <a:pt x="998" y="1631"/>
                      </a:cubicBezTo>
                      <a:cubicBezTo>
                        <a:pt x="996" y="1636"/>
                        <a:pt x="995" y="1651"/>
                        <a:pt x="995" y="1651"/>
                      </a:cubicBezTo>
                      <a:cubicBezTo>
                        <a:pt x="998" y="1664"/>
                        <a:pt x="998" y="1664"/>
                        <a:pt x="998" y="1664"/>
                      </a:cubicBezTo>
                      <a:cubicBezTo>
                        <a:pt x="998" y="1664"/>
                        <a:pt x="1014" y="1653"/>
                        <a:pt x="1021" y="1657"/>
                      </a:cubicBezTo>
                      <a:cubicBezTo>
                        <a:pt x="1028" y="1661"/>
                        <a:pt x="1032" y="1682"/>
                        <a:pt x="1032" y="1682"/>
                      </a:cubicBezTo>
                      <a:cubicBezTo>
                        <a:pt x="1032" y="1682"/>
                        <a:pt x="1043" y="1681"/>
                        <a:pt x="1043" y="1690"/>
                      </a:cubicBezTo>
                      <a:cubicBezTo>
                        <a:pt x="1043" y="1699"/>
                        <a:pt x="1051" y="1737"/>
                        <a:pt x="1045" y="1743"/>
                      </a:cubicBezTo>
                      <a:cubicBezTo>
                        <a:pt x="1039" y="1749"/>
                        <a:pt x="1022" y="1751"/>
                        <a:pt x="1011" y="1756"/>
                      </a:cubicBezTo>
                      <a:cubicBezTo>
                        <a:pt x="1000" y="1761"/>
                        <a:pt x="1000" y="1779"/>
                        <a:pt x="1000" y="1779"/>
                      </a:cubicBezTo>
                      <a:cubicBezTo>
                        <a:pt x="979" y="1781"/>
                        <a:pt x="979" y="1781"/>
                        <a:pt x="979" y="1781"/>
                      </a:cubicBezTo>
                      <a:cubicBezTo>
                        <a:pt x="978" y="1792"/>
                        <a:pt x="978" y="1792"/>
                        <a:pt x="978" y="1792"/>
                      </a:cubicBezTo>
                      <a:cubicBezTo>
                        <a:pt x="972" y="1794"/>
                        <a:pt x="972" y="1794"/>
                        <a:pt x="972" y="1794"/>
                      </a:cubicBezTo>
                      <a:cubicBezTo>
                        <a:pt x="969" y="1810"/>
                        <a:pt x="969" y="1810"/>
                        <a:pt x="969" y="1810"/>
                      </a:cubicBezTo>
                      <a:cubicBezTo>
                        <a:pt x="953" y="1814"/>
                        <a:pt x="953" y="1814"/>
                        <a:pt x="953" y="1814"/>
                      </a:cubicBezTo>
                      <a:cubicBezTo>
                        <a:pt x="953" y="1814"/>
                        <a:pt x="950" y="1837"/>
                        <a:pt x="945" y="1842"/>
                      </a:cubicBezTo>
                      <a:cubicBezTo>
                        <a:pt x="940" y="1847"/>
                        <a:pt x="931" y="1852"/>
                        <a:pt x="931" y="1855"/>
                      </a:cubicBezTo>
                      <a:cubicBezTo>
                        <a:pt x="931" y="1858"/>
                        <a:pt x="928" y="1873"/>
                        <a:pt x="923" y="1878"/>
                      </a:cubicBezTo>
                      <a:cubicBezTo>
                        <a:pt x="918" y="1883"/>
                        <a:pt x="903" y="1882"/>
                        <a:pt x="903" y="1888"/>
                      </a:cubicBezTo>
                      <a:cubicBezTo>
                        <a:pt x="903" y="1894"/>
                        <a:pt x="899" y="1911"/>
                        <a:pt x="899" y="1911"/>
                      </a:cubicBezTo>
                      <a:cubicBezTo>
                        <a:pt x="915" y="1912"/>
                        <a:pt x="915" y="1912"/>
                        <a:pt x="915" y="1912"/>
                      </a:cubicBezTo>
                      <a:cubicBezTo>
                        <a:pt x="915" y="1912"/>
                        <a:pt x="921" y="1902"/>
                        <a:pt x="933" y="1904"/>
                      </a:cubicBezTo>
                      <a:cubicBezTo>
                        <a:pt x="945" y="1906"/>
                        <a:pt x="970" y="1933"/>
                        <a:pt x="970" y="1933"/>
                      </a:cubicBezTo>
                      <a:cubicBezTo>
                        <a:pt x="970" y="1933"/>
                        <a:pt x="980" y="1956"/>
                        <a:pt x="986" y="1956"/>
                      </a:cubicBezTo>
                      <a:cubicBezTo>
                        <a:pt x="992" y="1956"/>
                        <a:pt x="991" y="1942"/>
                        <a:pt x="1001" y="1945"/>
                      </a:cubicBezTo>
                      <a:cubicBezTo>
                        <a:pt x="1011" y="1948"/>
                        <a:pt x="1020" y="1964"/>
                        <a:pt x="1025" y="1967"/>
                      </a:cubicBezTo>
                      <a:cubicBezTo>
                        <a:pt x="1030" y="1970"/>
                        <a:pt x="1037" y="1969"/>
                        <a:pt x="1037" y="1969"/>
                      </a:cubicBezTo>
                      <a:cubicBezTo>
                        <a:pt x="1037" y="1969"/>
                        <a:pt x="1045" y="1976"/>
                        <a:pt x="1049" y="1978"/>
                      </a:cubicBezTo>
                      <a:cubicBezTo>
                        <a:pt x="1053" y="1980"/>
                        <a:pt x="1055" y="1993"/>
                        <a:pt x="1067" y="1997"/>
                      </a:cubicBezTo>
                      <a:cubicBezTo>
                        <a:pt x="1079" y="2001"/>
                        <a:pt x="1086" y="2000"/>
                        <a:pt x="1086" y="2000"/>
                      </a:cubicBezTo>
                      <a:cubicBezTo>
                        <a:pt x="1086" y="2000"/>
                        <a:pt x="1096" y="2024"/>
                        <a:pt x="1104" y="2029"/>
                      </a:cubicBezTo>
                      <a:cubicBezTo>
                        <a:pt x="1112" y="2034"/>
                        <a:pt x="1131" y="2033"/>
                        <a:pt x="1126" y="2042"/>
                      </a:cubicBezTo>
                      <a:cubicBezTo>
                        <a:pt x="1121" y="2051"/>
                        <a:pt x="1111" y="2064"/>
                        <a:pt x="1112" y="2071"/>
                      </a:cubicBezTo>
                      <a:cubicBezTo>
                        <a:pt x="1113" y="2078"/>
                        <a:pt x="1119" y="2078"/>
                        <a:pt x="1119" y="2078"/>
                      </a:cubicBezTo>
                      <a:cubicBezTo>
                        <a:pt x="1118" y="2099"/>
                        <a:pt x="1118" y="2099"/>
                        <a:pt x="1118" y="2099"/>
                      </a:cubicBezTo>
                      <a:cubicBezTo>
                        <a:pt x="1128" y="2098"/>
                        <a:pt x="1128" y="2098"/>
                        <a:pt x="1128" y="2098"/>
                      </a:cubicBezTo>
                      <a:cubicBezTo>
                        <a:pt x="1128" y="2096"/>
                        <a:pt x="1128" y="2096"/>
                        <a:pt x="1128" y="2096"/>
                      </a:cubicBezTo>
                      <a:cubicBezTo>
                        <a:pt x="1128" y="2096"/>
                        <a:pt x="1151" y="2070"/>
                        <a:pt x="1156" y="2061"/>
                      </a:cubicBezTo>
                      <a:cubicBezTo>
                        <a:pt x="1161" y="2052"/>
                        <a:pt x="1153" y="2031"/>
                        <a:pt x="1153" y="2031"/>
                      </a:cubicBezTo>
                      <a:cubicBezTo>
                        <a:pt x="1165" y="2013"/>
                        <a:pt x="1165" y="2013"/>
                        <a:pt x="1165" y="2013"/>
                      </a:cubicBezTo>
                      <a:cubicBezTo>
                        <a:pt x="1165" y="2013"/>
                        <a:pt x="1155" y="2005"/>
                        <a:pt x="1155" y="1995"/>
                      </a:cubicBezTo>
                      <a:cubicBezTo>
                        <a:pt x="1155" y="1985"/>
                        <a:pt x="1165" y="1984"/>
                        <a:pt x="1165" y="1984"/>
                      </a:cubicBezTo>
                      <a:cubicBezTo>
                        <a:pt x="1167" y="1968"/>
                        <a:pt x="1167" y="1968"/>
                        <a:pt x="1167" y="1968"/>
                      </a:cubicBezTo>
                      <a:cubicBezTo>
                        <a:pt x="1167" y="1968"/>
                        <a:pt x="1179" y="1966"/>
                        <a:pt x="1183" y="1962"/>
                      </a:cubicBezTo>
                      <a:cubicBezTo>
                        <a:pt x="1187" y="1958"/>
                        <a:pt x="1186" y="1944"/>
                        <a:pt x="1186" y="1936"/>
                      </a:cubicBezTo>
                      <a:cubicBezTo>
                        <a:pt x="1186" y="1928"/>
                        <a:pt x="1204" y="1911"/>
                        <a:pt x="1213" y="1909"/>
                      </a:cubicBezTo>
                      <a:cubicBezTo>
                        <a:pt x="1222" y="1907"/>
                        <a:pt x="1219" y="1931"/>
                        <a:pt x="1219" y="1931"/>
                      </a:cubicBezTo>
                      <a:cubicBezTo>
                        <a:pt x="1219" y="1931"/>
                        <a:pt x="1213" y="1941"/>
                        <a:pt x="1210" y="1943"/>
                      </a:cubicBezTo>
                      <a:cubicBezTo>
                        <a:pt x="1207" y="1945"/>
                        <a:pt x="1208" y="1956"/>
                        <a:pt x="1208" y="1956"/>
                      </a:cubicBezTo>
                      <a:cubicBezTo>
                        <a:pt x="1201" y="1960"/>
                        <a:pt x="1201" y="1960"/>
                        <a:pt x="1201" y="1960"/>
                      </a:cubicBezTo>
                      <a:cubicBezTo>
                        <a:pt x="1201" y="1969"/>
                        <a:pt x="1201" y="1969"/>
                        <a:pt x="1201" y="1969"/>
                      </a:cubicBezTo>
                      <a:cubicBezTo>
                        <a:pt x="1184" y="1987"/>
                        <a:pt x="1184" y="1987"/>
                        <a:pt x="1184" y="1987"/>
                      </a:cubicBezTo>
                      <a:cubicBezTo>
                        <a:pt x="1163" y="2002"/>
                        <a:pt x="1163" y="2002"/>
                        <a:pt x="1163" y="2002"/>
                      </a:cubicBezTo>
                      <a:cubicBezTo>
                        <a:pt x="1163" y="2002"/>
                        <a:pt x="1170" y="2008"/>
                        <a:pt x="1177" y="2006"/>
                      </a:cubicBezTo>
                      <a:cubicBezTo>
                        <a:pt x="1182" y="2005"/>
                        <a:pt x="1182" y="1993"/>
                        <a:pt x="1187" y="1990"/>
                      </a:cubicBezTo>
                      <a:cubicBezTo>
                        <a:pt x="1191" y="1986"/>
                        <a:pt x="1198" y="1989"/>
                        <a:pt x="1200" y="1987"/>
                      </a:cubicBezTo>
                      <a:cubicBezTo>
                        <a:pt x="1206" y="1978"/>
                        <a:pt x="1228" y="1944"/>
                        <a:pt x="1233" y="1920"/>
                      </a:cubicBezTo>
                      <a:cubicBezTo>
                        <a:pt x="1238" y="1896"/>
                        <a:pt x="1248" y="1874"/>
                        <a:pt x="1252" y="1860"/>
                      </a:cubicBezTo>
                      <a:cubicBezTo>
                        <a:pt x="1256" y="1846"/>
                        <a:pt x="1284" y="1829"/>
                        <a:pt x="1286" y="1825"/>
                      </a:cubicBezTo>
                      <a:cubicBezTo>
                        <a:pt x="1288" y="1821"/>
                        <a:pt x="1281" y="1811"/>
                        <a:pt x="1281" y="1811"/>
                      </a:cubicBezTo>
                      <a:cubicBezTo>
                        <a:pt x="1294" y="1802"/>
                        <a:pt x="1294" y="1802"/>
                        <a:pt x="1294" y="1802"/>
                      </a:cubicBezTo>
                      <a:cubicBezTo>
                        <a:pt x="1290" y="1778"/>
                        <a:pt x="1290" y="1778"/>
                        <a:pt x="1290" y="1778"/>
                      </a:cubicBezTo>
                      <a:cubicBezTo>
                        <a:pt x="1294" y="1764"/>
                        <a:pt x="1294" y="1764"/>
                        <a:pt x="1294" y="1764"/>
                      </a:cubicBezTo>
                      <a:cubicBezTo>
                        <a:pt x="1285" y="1759"/>
                        <a:pt x="1285" y="1759"/>
                        <a:pt x="1285" y="1759"/>
                      </a:cubicBezTo>
                      <a:cubicBezTo>
                        <a:pt x="1285" y="1759"/>
                        <a:pt x="1292" y="1750"/>
                        <a:pt x="1292" y="1742"/>
                      </a:cubicBezTo>
                      <a:cubicBezTo>
                        <a:pt x="1292" y="1734"/>
                        <a:pt x="1277" y="1728"/>
                        <a:pt x="1277" y="1728"/>
                      </a:cubicBezTo>
                      <a:cubicBezTo>
                        <a:pt x="1276" y="1705"/>
                        <a:pt x="1276" y="1705"/>
                        <a:pt x="1276" y="1705"/>
                      </a:cubicBezTo>
                      <a:cubicBezTo>
                        <a:pt x="1266" y="1694"/>
                        <a:pt x="1266" y="1694"/>
                        <a:pt x="1266" y="1694"/>
                      </a:cubicBezTo>
                      <a:cubicBezTo>
                        <a:pt x="1280" y="1695"/>
                        <a:pt x="1280" y="1695"/>
                        <a:pt x="1280" y="1695"/>
                      </a:cubicBezTo>
                      <a:cubicBezTo>
                        <a:pt x="1279" y="1678"/>
                        <a:pt x="1279" y="1678"/>
                        <a:pt x="1279" y="1678"/>
                      </a:cubicBezTo>
                      <a:cubicBezTo>
                        <a:pt x="1270" y="1673"/>
                        <a:pt x="1270" y="1673"/>
                        <a:pt x="1270" y="1673"/>
                      </a:cubicBezTo>
                      <a:cubicBezTo>
                        <a:pt x="1270" y="1673"/>
                        <a:pt x="1282" y="1670"/>
                        <a:pt x="1282" y="1665"/>
                      </a:cubicBezTo>
                      <a:cubicBezTo>
                        <a:pt x="1282" y="1660"/>
                        <a:pt x="1266" y="1650"/>
                        <a:pt x="1266" y="1650"/>
                      </a:cubicBezTo>
                      <a:cubicBezTo>
                        <a:pt x="1282" y="1639"/>
                        <a:pt x="1282" y="1639"/>
                        <a:pt x="1282" y="1639"/>
                      </a:cubicBezTo>
                      <a:cubicBezTo>
                        <a:pt x="1282" y="1639"/>
                        <a:pt x="1295" y="1653"/>
                        <a:pt x="1301" y="1652"/>
                      </a:cubicBezTo>
                      <a:cubicBezTo>
                        <a:pt x="1307" y="1651"/>
                        <a:pt x="1303" y="1639"/>
                        <a:pt x="1303" y="1639"/>
                      </a:cubicBezTo>
                      <a:cubicBezTo>
                        <a:pt x="1303" y="1639"/>
                        <a:pt x="1303" y="1627"/>
                        <a:pt x="1311" y="1617"/>
                      </a:cubicBezTo>
                      <a:cubicBezTo>
                        <a:pt x="1319" y="1607"/>
                        <a:pt x="1331" y="1610"/>
                        <a:pt x="1337" y="1605"/>
                      </a:cubicBezTo>
                      <a:cubicBezTo>
                        <a:pt x="1343" y="1600"/>
                        <a:pt x="1340" y="1596"/>
                        <a:pt x="1343" y="1589"/>
                      </a:cubicBezTo>
                      <a:cubicBezTo>
                        <a:pt x="1346" y="1582"/>
                        <a:pt x="1364" y="1579"/>
                        <a:pt x="1364" y="1579"/>
                      </a:cubicBezTo>
                      <a:cubicBezTo>
                        <a:pt x="1366" y="1571"/>
                        <a:pt x="1366" y="1571"/>
                        <a:pt x="1366" y="1571"/>
                      </a:cubicBezTo>
                      <a:cubicBezTo>
                        <a:pt x="1366" y="1571"/>
                        <a:pt x="1372" y="1574"/>
                        <a:pt x="1377" y="1573"/>
                      </a:cubicBezTo>
                      <a:cubicBezTo>
                        <a:pt x="1382" y="1572"/>
                        <a:pt x="1381" y="1560"/>
                        <a:pt x="1387" y="1559"/>
                      </a:cubicBezTo>
                      <a:cubicBezTo>
                        <a:pt x="1393" y="1558"/>
                        <a:pt x="1412" y="1561"/>
                        <a:pt x="1412" y="1561"/>
                      </a:cubicBezTo>
                      <a:cubicBezTo>
                        <a:pt x="1416" y="1571"/>
                        <a:pt x="1416" y="1571"/>
                        <a:pt x="1416" y="1571"/>
                      </a:cubicBezTo>
                      <a:cubicBezTo>
                        <a:pt x="1427" y="1569"/>
                        <a:pt x="1427" y="1569"/>
                        <a:pt x="1427" y="1569"/>
                      </a:cubicBezTo>
                      <a:cubicBezTo>
                        <a:pt x="1414" y="1554"/>
                        <a:pt x="1414" y="1554"/>
                        <a:pt x="1414" y="1554"/>
                      </a:cubicBezTo>
                      <a:cubicBezTo>
                        <a:pt x="1414" y="1554"/>
                        <a:pt x="1423" y="1550"/>
                        <a:pt x="1427" y="1545"/>
                      </a:cubicBezTo>
                      <a:cubicBezTo>
                        <a:pt x="1431" y="1540"/>
                        <a:pt x="1453" y="1539"/>
                        <a:pt x="1453" y="1539"/>
                      </a:cubicBezTo>
                      <a:cubicBezTo>
                        <a:pt x="1442" y="1529"/>
                        <a:pt x="1442" y="1529"/>
                        <a:pt x="1442" y="1529"/>
                      </a:cubicBezTo>
                      <a:cubicBezTo>
                        <a:pt x="1442" y="1529"/>
                        <a:pt x="1454" y="1519"/>
                        <a:pt x="1459" y="1519"/>
                      </a:cubicBezTo>
                      <a:cubicBezTo>
                        <a:pt x="1464" y="1519"/>
                        <a:pt x="1460" y="1535"/>
                        <a:pt x="1463" y="1535"/>
                      </a:cubicBezTo>
                      <a:cubicBezTo>
                        <a:pt x="1466" y="1535"/>
                        <a:pt x="1472" y="1518"/>
                        <a:pt x="1472" y="1518"/>
                      </a:cubicBezTo>
                      <a:cubicBezTo>
                        <a:pt x="1497" y="1523"/>
                        <a:pt x="1497" y="1523"/>
                        <a:pt x="1497" y="1523"/>
                      </a:cubicBezTo>
                      <a:cubicBezTo>
                        <a:pt x="1497" y="1523"/>
                        <a:pt x="1502" y="1503"/>
                        <a:pt x="1513" y="1502"/>
                      </a:cubicBezTo>
                      <a:cubicBezTo>
                        <a:pt x="1524" y="1501"/>
                        <a:pt x="1521" y="1523"/>
                        <a:pt x="1521" y="1523"/>
                      </a:cubicBezTo>
                      <a:cubicBezTo>
                        <a:pt x="1566" y="1518"/>
                        <a:pt x="1566" y="1518"/>
                        <a:pt x="1566" y="1518"/>
                      </a:cubicBezTo>
                      <a:cubicBezTo>
                        <a:pt x="1571" y="1506"/>
                        <a:pt x="1571" y="1506"/>
                        <a:pt x="1571" y="1506"/>
                      </a:cubicBezTo>
                      <a:cubicBezTo>
                        <a:pt x="1565" y="1499"/>
                        <a:pt x="1565" y="1499"/>
                        <a:pt x="1565" y="1499"/>
                      </a:cubicBezTo>
                      <a:cubicBezTo>
                        <a:pt x="1565" y="1499"/>
                        <a:pt x="1571" y="1491"/>
                        <a:pt x="1577" y="1482"/>
                      </a:cubicBezTo>
                      <a:cubicBezTo>
                        <a:pt x="1583" y="1473"/>
                        <a:pt x="1613" y="1468"/>
                        <a:pt x="1613" y="1468"/>
                      </a:cubicBezTo>
                      <a:cubicBezTo>
                        <a:pt x="1613" y="1468"/>
                        <a:pt x="1610" y="1455"/>
                        <a:pt x="1610" y="1452"/>
                      </a:cubicBezTo>
                      <a:cubicBezTo>
                        <a:pt x="1610" y="1449"/>
                        <a:pt x="1611" y="1408"/>
                        <a:pt x="1611" y="1408"/>
                      </a:cubicBezTo>
                      <a:cubicBezTo>
                        <a:pt x="1629" y="1388"/>
                        <a:pt x="1629" y="1388"/>
                        <a:pt x="1629" y="1388"/>
                      </a:cubicBezTo>
                      <a:cubicBezTo>
                        <a:pt x="1629" y="1372"/>
                        <a:pt x="1629" y="1372"/>
                        <a:pt x="1629" y="1372"/>
                      </a:cubicBezTo>
                      <a:cubicBezTo>
                        <a:pt x="1642" y="1369"/>
                        <a:pt x="1642" y="1369"/>
                        <a:pt x="1642" y="1369"/>
                      </a:cubicBezTo>
                      <a:cubicBezTo>
                        <a:pt x="1642" y="1347"/>
                        <a:pt x="1642" y="1347"/>
                        <a:pt x="1642" y="1347"/>
                      </a:cubicBezTo>
                      <a:cubicBezTo>
                        <a:pt x="1642" y="1347"/>
                        <a:pt x="1651" y="1342"/>
                        <a:pt x="1655" y="1342"/>
                      </a:cubicBezTo>
                      <a:cubicBezTo>
                        <a:pt x="1659" y="1342"/>
                        <a:pt x="1659" y="1317"/>
                        <a:pt x="1659" y="1317"/>
                      </a:cubicBezTo>
                      <a:cubicBezTo>
                        <a:pt x="1659" y="1317"/>
                        <a:pt x="1653" y="1288"/>
                        <a:pt x="1651" y="1273"/>
                      </a:cubicBezTo>
                      <a:cubicBezTo>
                        <a:pt x="1649" y="1258"/>
                        <a:pt x="1667" y="1246"/>
                        <a:pt x="1674" y="1240"/>
                      </a:cubicBezTo>
                      <a:cubicBezTo>
                        <a:pt x="1681" y="1234"/>
                        <a:pt x="1671" y="1213"/>
                        <a:pt x="1671" y="1213"/>
                      </a:cubicBezTo>
                      <a:cubicBezTo>
                        <a:pt x="1675" y="1175"/>
                        <a:pt x="1675" y="1175"/>
                        <a:pt x="1675" y="1175"/>
                      </a:cubicBezTo>
                      <a:cubicBezTo>
                        <a:pt x="1675" y="1175"/>
                        <a:pt x="1683" y="1145"/>
                        <a:pt x="1682" y="1134"/>
                      </a:cubicBezTo>
                      <a:cubicBezTo>
                        <a:pt x="1681" y="1123"/>
                        <a:pt x="1669" y="1065"/>
                        <a:pt x="1669" y="1065"/>
                      </a:cubicBezTo>
                      <a:cubicBezTo>
                        <a:pt x="1674" y="1041"/>
                        <a:pt x="1674" y="1041"/>
                        <a:pt x="1674" y="1041"/>
                      </a:cubicBezTo>
                      <a:cubicBezTo>
                        <a:pt x="1674" y="1041"/>
                        <a:pt x="1665" y="1010"/>
                        <a:pt x="1668" y="1002"/>
                      </a:cubicBezTo>
                      <a:cubicBezTo>
                        <a:pt x="1671" y="994"/>
                        <a:pt x="1682" y="984"/>
                        <a:pt x="1682" y="984"/>
                      </a:cubicBezTo>
                      <a:cubicBezTo>
                        <a:pt x="1674" y="972"/>
                        <a:pt x="1674" y="972"/>
                        <a:pt x="1674" y="972"/>
                      </a:cubicBezTo>
                      <a:cubicBezTo>
                        <a:pt x="1674" y="972"/>
                        <a:pt x="1681" y="962"/>
                        <a:pt x="1685" y="962"/>
                      </a:cubicBezTo>
                      <a:cubicBezTo>
                        <a:pt x="1689" y="962"/>
                        <a:pt x="1698" y="981"/>
                        <a:pt x="1698" y="981"/>
                      </a:cubicBezTo>
                      <a:cubicBezTo>
                        <a:pt x="1698" y="981"/>
                        <a:pt x="1720" y="961"/>
                        <a:pt x="1727" y="951"/>
                      </a:cubicBezTo>
                      <a:cubicBezTo>
                        <a:pt x="1734" y="941"/>
                        <a:pt x="1739" y="897"/>
                        <a:pt x="1739" y="897"/>
                      </a:cubicBezTo>
                      <a:cubicBezTo>
                        <a:pt x="1739" y="897"/>
                        <a:pt x="1745" y="893"/>
                        <a:pt x="1751" y="889"/>
                      </a:cubicBezTo>
                      <a:cubicBezTo>
                        <a:pt x="1757" y="885"/>
                        <a:pt x="1762" y="863"/>
                        <a:pt x="1762" y="863"/>
                      </a:cubicBezTo>
                      <a:cubicBezTo>
                        <a:pt x="1762" y="863"/>
                        <a:pt x="1775" y="856"/>
                        <a:pt x="1782" y="855"/>
                      </a:cubicBezTo>
                      <a:cubicBezTo>
                        <a:pt x="1789" y="854"/>
                        <a:pt x="1789" y="834"/>
                        <a:pt x="1789" y="834"/>
                      </a:cubicBezTo>
                      <a:cubicBezTo>
                        <a:pt x="1789" y="834"/>
                        <a:pt x="1803" y="829"/>
                        <a:pt x="1816" y="811"/>
                      </a:cubicBezTo>
                      <a:cubicBezTo>
                        <a:pt x="1829" y="793"/>
                        <a:pt x="1844" y="746"/>
                        <a:pt x="1844" y="746"/>
                      </a:cubicBezTo>
                      <a:cubicBezTo>
                        <a:pt x="1844" y="746"/>
                        <a:pt x="1856" y="733"/>
                        <a:pt x="1857" y="727"/>
                      </a:cubicBezTo>
                      <a:cubicBezTo>
                        <a:pt x="1858" y="721"/>
                        <a:pt x="1852" y="705"/>
                        <a:pt x="1852" y="705"/>
                      </a:cubicBezTo>
                      <a:cubicBezTo>
                        <a:pt x="1852" y="705"/>
                        <a:pt x="1855" y="684"/>
                        <a:pt x="1855" y="667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3175" cap="flat" cmpd="sng">
                  <a:solidFill>
                    <a:schemeClr val="accent1">
                      <a:lumMod val="40000"/>
                      <a:lumOff val="6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3" name="Freeform 325"/>
                <p:cNvSpPr>
                  <a:spLocks noEditPoints="1"/>
                </p:cNvSpPr>
                <p:nvPr/>
              </p:nvSpPr>
              <p:spPr bwMode="gray">
                <a:xfrm>
                  <a:off x="-14223" y="-7752"/>
                  <a:ext cx="1821" cy="4776"/>
                </a:xfrm>
                <a:custGeom>
                  <a:avLst/>
                  <a:gdLst>
                    <a:gd name="T0" fmla="*/ 550 w 771"/>
                    <a:gd name="T1" fmla="*/ 1864 h 2022"/>
                    <a:gd name="T2" fmla="*/ 572 w 771"/>
                    <a:gd name="T3" fmla="*/ 1906 h 2022"/>
                    <a:gd name="T4" fmla="*/ 567 w 771"/>
                    <a:gd name="T5" fmla="*/ 1954 h 2022"/>
                    <a:gd name="T6" fmla="*/ 690 w 771"/>
                    <a:gd name="T7" fmla="*/ 1981 h 2022"/>
                    <a:gd name="T8" fmla="*/ 658 w 771"/>
                    <a:gd name="T9" fmla="*/ 1993 h 2022"/>
                    <a:gd name="T10" fmla="*/ 617 w 771"/>
                    <a:gd name="T11" fmla="*/ 1988 h 2022"/>
                    <a:gd name="T12" fmla="*/ 663 w 771"/>
                    <a:gd name="T13" fmla="*/ 2010 h 2022"/>
                    <a:gd name="T14" fmla="*/ 500 w 771"/>
                    <a:gd name="T15" fmla="*/ 1974 h 2022"/>
                    <a:gd name="T16" fmla="*/ 526 w 771"/>
                    <a:gd name="T17" fmla="*/ 1935 h 2022"/>
                    <a:gd name="T18" fmla="*/ 471 w 771"/>
                    <a:gd name="T19" fmla="*/ 1945 h 2022"/>
                    <a:gd name="T20" fmla="*/ 397 w 771"/>
                    <a:gd name="T21" fmla="*/ 1867 h 2022"/>
                    <a:gd name="T22" fmla="*/ 345 w 771"/>
                    <a:gd name="T23" fmla="*/ 1873 h 2022"/>
                    <a:gd name="T24" fmla="*/ 355 w 771"/>
                    <a:gd name="T25" fmla="*/ 1822 h 2022"/>
                    <a:gd name="T26" fmla="*/ 326 w 771"/>
                    <a:gd name="T27" fmla="*/ 1841 h 2022"/>
                    <a:gd name="T28" fmla="*/ 342 w 771"/>
                    <a:gd name="T29" fmla="*/ 1820 h 2022"/>
                    <a:gd name="T30" fmla="*/ 287 w 771"/>
                    <a:gd name="T31" fmla="*/ 1789 h 2022"/>
                    <a:gd name="T32" fmla="*/ 267 w 771"/>
                    <a:gd name="T33" fmla="*/ 1739 h 2022"/>
                    <a:gd name="T34" fmla="*/ 257 w 771"/>
                    <a:gd name="T35" fmla="*/ 1697 h 2022"/>
                    <a:gd name="T36" fmla="*/ 208 w 771"/>
                    <a:gd name="T37" fmla="*/ 1688 h 2022"/>
                    <a:gd name="T38" fmla="*/ 144 w 771"/>
                    <a:gd name="T39" fmla="*/ 1339 h 2022"/>
                    <a:gd name="T40" fmla="*/ 163 w 771"/>
                    <a:gd name="T41" fmla="*/ 1391 h 2022"/>
                    <a:gd name="T42" fmla="*/ 186 w 771"/>
                    <a:gd name="T43" fmla="*/ 1483 h 2022"/>
                    <a:gd name="T44" fmla="*/ 212 w 771"/>
                    <a:gd name="T45" fmla="*/ 1463 h 2022"/>
                    <a:gd name="T46" fmla="*/ 143 w 771"/>
                    <a:gd name="T47" fmla="*/ 1440 h 2022"/>
                    <a:gd name="T48" fmla="*/ 498 w 771"/>
                    <a:gd name="T49" fmla="*/ 1874 h 2022"/>
                    <a:gd name="T50" fmla="*/ 449 w 771"/>
                    <a:gd name="T51" fmla="*/ 1842 h 2022"/>
                    <a:gd name="T52" fmla="*/ 338 w 771"/>
                    <a:gd name="T53" fmla="*/ 1747 h 2022"/>
                    <a:gd name="T54" fmla="*/ 317 w 771"/>
                    <a:gd name="T55" fmla="*/ 1650 h 2022"/>
                    <a:gd name="T56" fmla="*/ 304 w 771"/>
                    <a:gd name="T57" fmla="*/ 1533 h 2022"/>
                    <a:gd name="T58" fmla="*/ 272 w 771"/>
                    <a:gd name="T59" fmla="*/ 1443 h 2022"/>
                    <a:gd name="T60" fmla="*/ 215 w 771"/>
                    <a:gd name="T61" fmla="*/ 1320 h 2022"/>
                    <a:gd name="T62" fmla="*/ 187 w 771"/>
                    <a:gd name="T63" fmla="*/ 1196 h 2022"/>
                    <a:gd name="T64" fmla="*/ 165 w 771"/>
                    <a:gd name="T65" fmla="*/ 1085 h 2022"/>
                    <a:gd name="T66" fmla="*/ 166 w 771"/>
                    <a:gd name="T67" fmla="*/ 954 h 2022"/>
                    <a:gd name="T68" fmla="*/ 142 w 771"/>
                    <a:gd name="T69" fmla="*/ 815 h 2022"/>
                    <a:gd name="T70" fmla="*/ 109 w 771"/>
                    <a:gd name="T71" fmla="*/ 685 h 2022"/>
                    <a:gd name="T72" fmla="*/ 162 w 771"/>
                    <a:gd name="T73" fmla="*/ 498 h 2022"/>
                    <a:gd name="T74" fmla="*/ 184 w 771"/>
                    <a:gd name="T75" fmla="*/ 293 h 2022"/>
                    <a:gd name="T76" fmla="*/ 97 w 771"/>
                    <a:gd name="T77" fmla="*/ 161 h 2022"/>
                    <a:gd name="T78" fmla="*/ 45 w 771"/>
                    <a:gd name="T79" fmla="*/ 22 h 2022"/>
                    <a:gd name="T80" fmla="*/ 24 w 771"/>
                    <a:gd name="T81" fmla="*/ 182 h 2022"/>
                    <a:gd name="T82" fmla="*/ 47 w 771"/>
                    <a:gd name="T83" fmla="*/ 417 h 2022"/>
                    <a:gd name="T84" fmla="*/ 34 w 771"/>
                    <a:gd name="T85" fmla="*/ 559 h 2022"/>
                    <a:gd name="T86" fmla="*/ 47 w 771"/>
                    <a:gd name="T87" fmla="*/ 720 h 2022"/>
                    <a:gd name="T88" fmla="*/ 82 w 771"/>
                    <a:gd name="T89" fmla="*/ 947 h 2022"/>
                    <a:gd name="T90" fmla="*/ 72 w 771"/>
                    <a:gd name="T91" fmla="*/ 1102 h 2022"/>
                    <a:gd name="T92" fmla="*/ 129 w 771"/>
                    <a:gd name="T93" fmla="*/ 1299 h 2022"/>
                    <a:gd name="T94" fmla="*/ 193 w 771"/>
                    <a:gd name="T95" fmla="*/ 1313 h 2022"/>
                    <a:gd name="T96" fmla="*/ 212 w 771"/>
                    <a:gd name="T97" fmla="*/ 1403 h 2022"/>
                    <a:gd name="T98" fmla="*/ 252 w 771"/>
                    <a:gd name="T99" fmla="*/ 1497 h 2022"/>
                    <a:gd name="T100" fmla="*/ 214 w 771"/>
                    <a:gd name="T101" fmla="*/ 1535 h 2022"/>
                    <a:gd name="T102" fmla="*/ 176 w 771"/>
                    <a:gd name="T103" fmla="*/ 1528 h 2022"/>
                    <a:gd name="T104" fmla="*/ 214 w 771"/>
                    <a:gd name="T105" fmla="*/ 1567 h 2022"/>
                    <a:gd name="T106" fmla="*/ 257 w 771"/>
                    <a:gd name="T107" fmla="*/ 1604 h 2022"/>
                    <a:gd name="T108" fmla="*/ 265 w 771"/>
                    <a:gd name="T109" fmla="*/ 1686 h 2022"/>
                    <a:gd name="T110" fmla="*/ 298 w 771"/>
                    <a:gd name="T111" fmla="*/ 1731 h 2022"/>
                    <a:gd name="T112" fmla="*/ 331 w 771"/>
                    <a:gd name="T113" fmla="*/ 1762 h 2022"/>
                    <a:gd name="T114" fmla="*/ 407 w 771"/>
                    <a:gd name="T115" fmla="*/ 1821 h 2022"/>
                    <a:gd name="T116" fmla="*/ 434 w 771"/>
                    <a:gd name="T117" fmla="*/ 1876 h 2022"/>
                    <a:gd name="T118" fmla="*/ 459 w 771"/>
                    <a:gd name="T119" fmla="*/ 1893 h 2022"/>
                    <a:gd name="T120" fmla="*/ 428 w 771"/>
                    <a:gd name="T121" fmla="*/ 1927 h 20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71" h="2022">
                      <a:moveTo>
                        <a:pt x="677" y="1942"/>
                      </a:moveTo>
                      <a:cubicBezTo>
                        <a:pt x="625" y="1916"/>
                        <a:pt x="625" y="1903"/>
                        <a:pt x="625" y="1903"/>
                      </a:cubicBezTo>
                      <a:cubicBezTo>
                        <a:pt x="602" y="1903"/>
                        <a:pt x="602" y="1903"/>
                        <a:pt x="602" y="1903"/>
                      </a:cubicBezTo>
                      <a:cubicBezTo>
                        <a:pt x="606" y="1892"/>
                        <a:pt x="606" y="1892"/>
                        <a:pt x="606" y="1892"/>
                      </a:cubicBezTo>
                      <a:cubicBezTo>
                        <a:pt x="580" y="1866"/>
                        <a:pt x="580" y="1866"/>
                        <a:pt x="580" y="1866"/>
                      </a:cubicBezTo>
                      <a:cubicBezTo>
                        <a:pt x="559" y="1872"/>
                        <a:pt x="559" y="1872"/>
                        <a:pt x="559" y="1872"/>
                      </a:cubicBezTo>
                      <a:cubicBezTo>
                        <a:pt x="550" y="1864"/>
                        <a:pt x="550" y="1864"/>
                        <a:pt x="550" y="1864"/>
                      </a:cubicBezTo>
                      <a:cubicBezTo>
                        <a:pt x="543" y="1876"/>
                        <a:pt x="543" y="1876"/>
                        <a:pt x="543" y="1876"/>
                      </a:cubicBezTo>
                      <a:cubicBezTo>
                        <a:pt x="530" y="1879"/>
                        <a:pt x="530" y="1879"/>
                        <a:pt x="530" y="1879"/>
                      </a:cubicBezTo>
                      <a:cubicBezTo>
                        <a:pt x="531" y="1890"/>
                        <a:pt x="531" y="1890"/>
                        <a:pt x="531" y="1890"/>
                      </a:cubicBezTo>
                      <a:cubicBezTo>
                        <a:pt x="520" y="1892"/>
                        <a:pt x="520" y="1892"/>
                        <a:pt x="520" y="1892"/>
                      </a:cubicBezTo>
                      <a:cubicBezTo>
                        <a:pt x="521" y="1910"/>
                        <a:pt x="521" y="1910"/>
                        <a:pt x="521" y="1910"/>
                      </a:cubicBezTo>
                      <a:cubicBezTo>
                        <a:pt x="534" y="1923"/>
                        <a:pt x="557" y="1900"/>
                        <a:pt x="557" y="1900"/>
                      </a:cubicBezTo>
                      <a:cubicBezTo>
                        <a:pt x="572" y="1906"/>
                        <a:pt x="572" y="1906"/>
                        <a:pt x="572" y="1906"/>
                      </a:cubicBezTo>
                      <a:cubicBezTo>
                        <a:pt x="572" y="1919"/>
                        <a:pt x="572" y="1919"/>
                        <a:pt x="572" y="1919"/>
                      </a:cubicBezTo>
                      <a:cubicBezTo>
                        <a:pt x="572" y="1919"/>
                        <a:pt x="541" y="1934"/>
                        <a:pt x="552" y="1938"/>
                      </a:cubicBezTo>
                      <a:cubicBezTo>
                        <a:pt x="562" y="1942"/>
                        <a:pt x="615" y="1960"/>
                        <a:pt x="615" y="1960"/>
                      </a:cubicBezTo>
                      <a:cubicBezTo>
                        <a:pt x="605" y="1974"/>
                        <a:pt x="605" y="1974"/>
                        <a:pt x="605" y="1974"/>
                      </a:cubicBezTo>
                      <a:cubicBezTo>
                        <a:pt x="605" y="1974"/>
                        <a:pt x="602" y="1961"/>
                        <a:pt x="592" y="1961"/>
                      </a:cubicBezTo>
                      <a:cubicBezTo>
                        <a:pt x="582" y="1961"/>
                        <a:pt x="579" y="1968"/>
                        <a:pt x="579" y="1968"/>
                      </a:cubicBezTo>
                      <a:cubicBezTo>
                        <a:pt x="567" y="1954"/>
                        <a:pt x="567" y="1954"/>
                        <a:pt x="567" y="1954"/>
                      </a:cubicBezTo>
                      <a:cubicBezTo>
                        <a:pt x="556" y="1958"/>
                        <a:pt x="556" y="1958"/>
                        <a:pt x="556" y="1958"/>
                      </a:cubicBezTo>
                      <a:cubicBezTo>
                        <a:pt x="565" y="1965"/>
                        <a:pt x="565" y="1965"/>
                        <a:pt x="565" y="1965"/>
                      </a:cubicBezTo>
                      <a:cubicBezTo>
                        <a:pt x="544" y="1962"/>
                        <a:pt x="544" y="1962"/>
                        <a:pt x="544" y="1962"/>
                      </a:cubicBezTo>
                      <a:cubicBezTo>
                        <a:pt x="544" y="1962"/>
                        <a:pt x="550" y="1978"/>
                        <a:pt x="566" y="1978"/>
                      </a:cubicBezTo>
                      <a:cubicBezTo>
                        <a:pt x="582" y="1978"/>
                        <a:pt x="595" y="1978"/>
                        <a:pt x="595" y="1978"/>
                      </a:cubicBezTo>
                      <a:cubicBezTo>
                        <a:pt x="595" y="1978"/>
                        <a:pt x="611" y="1984"/>
                        <a:pt x="621" y="1983"/>
                      </a:cubicBezTo>
                      <a:cubicBezTo>
                        <a:pt x="631" y="1981"/>
                        <a:pt x="676" y="1981"/>
                        <a:pt x="690" y="1981"/>
                      </a:cubicBezTo>
                      <a:cubicBezTo>
                        <a:pt x="705" y="1981"/>
                        <a:pt x="725" y="1994"/>
                        <a:pt x="725" y="1994"/>
                      </a:cubicBezTo>
                      <a:cubicBezTo>
                        <a:pt x="746" y="1983"/>
                        <a:pt x="746" y="1983"/>
                        <a:pt x="746" y="1983"/>
                      </a:cubicBezTo>
                      <a:cubicBezTo>
                        <a:pt x="758" y="1987"/>
                        <a:pt x="758" y="1987"/>
                        <a:pt x="758" y="1987"/>
                      </a:cubicBezTo>
                      <a:cubicBezTo>
                        <a:pt x="770" y="1986"/>
                        <a:pt x="770" y="1986"/>
                        <a:pt x="770" y="1986"/>
                      </a:cubicBezTo>
                      <a:cubicBezTo>
                        <a:pt x="771" y="1970"/>
                        <a:pt x="771" y="1970"/>
                        <a:pt x="771" y="1970"/>
                      </a:cubicBezTo>
                      <a:cubicBezTo>
                        <a:pt x="771" y="1970"/>
                        <a:pt x="729" y="1968"/>
                        <a:pt x="677" y="1942"/>
                      </a:cubicBezTo>
                      <a:close/>
                      <a:moveTo>
                        <a:pt x="658" y="1993"/>
                      </a:moveTo>
                      <a:cubicBezTo>
                        <a:pt x="676" y="2003"/>
                        <a:pt x="676" y="2003"/>
                        <a:pt x="676" y="2003"/>
                      </a:cubicBezTo>
                      <a:cubicBezTo>
                        <a:pt x="712" y="2006"/>
                        <a:pt x="712" y="2006"/>
                        <a:pt x="712" y="2006"/>
                      </a:cubicBezTo>
                      <a:cubicBezTo>
                        <a:pt x="693" y="1988"/>
                        <a:pt x="693" y="1988"/>
                        <a:pt x="693" y="1988"/>
                      </a:cubicBezTo>
                      <a:lnTo>
                        <a:pt x="658" y="1993"/>
                      </a:lnTo>
                      <a:close/>
                      <a:moveTo>
                        <a:pt x="638" y="1997"/>
                      </a:moveTo>
                      <a:cubicBezTo>
                        <a:pt x="644" y="1991"/>
                        <a:pt x="644" y="1991"/>
                        <a:pt x="644" y="1991"/>
                      </a:cubicBezTo>
                      <a:cubicBezTo>
                        <a:pt x="617" y="1988"/>
                        <a:pt x="617" y="1988"/>
                        <a:pt x="617" y="1988"/>
                      </a:cubicBezTo>
                      <a:cubicBezTo>
                        <a:pt x="593" y="1988"/>
                        <a:pt x="593" y="1988"/>
                        <a:pt x="593" y="1988"/>
                      </a:cubicBezTo>
                      <a:cubicBezTo>
                        <a:pt x="602" y="2012"/>
                        <a:pt x="602" y="2012"/>
                        <a:pt x="602" y="2012"/>
                      </a:cubicBezTo>
                      <a:cubicBezTo>
                        <a:pt x="625" y="2014"/>
                        <a:pt x="625" y="2014"/>
                        <a:pt x="625" y="2014"/>
                      </a:cubicBezTo>
                      <a:cubicBezTo>
                        <a:pt x="619" y="2004"/>
                        <a:pt x="619" y="2004"/>
                        <a:pt x="619" y="2004"/>
                      </a:cubicBezTo>
                      <a:cubicBezTo>
                        <a:pt x="625" y="2000"/>
                        <a:pt x="625" y="2000"/>
                        <a:pt x="625" y="2000"/>
                      </a:cubicBezTo>
                      <a:cubicBezTo>
                        <a:pt x="632" y="2010"/>
                        <a:pt x="632" y="2010"/>
                        <a:pt x="632" y="2010"/>
                      </a:cubicBezTo>
                      <a:cubicBezTo>
                        <a:pt x="663" y="2010"/>
                        <a:pt x="663" y="2010"/>
                        <a:pt x="663" y="2010"/>
                      </a:cubicBezTo>
                      <a:cubicBezTo>
                        <a:pt x="673" y="2022"/>
                        <a:pt x="673" y="2022"/>
                        <a:pt x="673" y="2022"/>
                      </a:cubicBezTo>
                      <a:cubicBezTo>
                        <a:pt x="686" y="2022"/>
                        <a:pt x="686" y="2022"/>
                        <a:pt x="686" y="2022"/>
                      </a:cubicBezTo>
                      <a:cubicBezTo>
                        <a:pt x="666" y="2001"/>
                        <a:pt x="666" y="2001"/>
                        <a:pt x="666" y="2001"/>
                      </a:cubicBezTo>
                      <a:lnTo>
                        <a:pt x="638" y="1997"/>
                      </a:lnTo>
                      <a:close/>
                      <a:moveTo>
                        <a:pt x="537" y="1967"/>
                      </a:moveTo>
                      <a:cubicBezTo>
                        <a:pt x="495" y="1962"/>
                        <a:pt x="495" y="1962"/>
                        <a:pt x="495" y="1962"/>
                      </a:cubicBezTo>
                      <a:cubicBezTo>
                        <a:pt x="500" y="1974"/>
                        <a:pt x="500" y="1974"/>
                        <a:pt x="500" y="1974"/>
                      </a:cubicBezTo>
                      <a:cubicBezTo>
                        <a:pt x="527" y="1973"/>
                        <a:pt x="527" y="1973"/>
                        <a:pt x="527" y="1973"/>
                      </a:cubicBezTo>
                      <a:cubicBezTo>
                        <a:pt x="537" y="1987"/>
                        <a:pt x="537" y="1987"/>
                        <a:pt x="537" y="1987"/>
                      </a:cubicBezTo>
                      <a:cubicBezTo>
                        <a:pt x="575" y="2003"/>
                        <a:pt x="575" y="2003"/>
                        <a:pt x="575" y="2003"/>
                      </a:cubicBezTo>
                      <a:cubicBezTo>
                        <a:pt x="552" y="1983"/>
                        <a:pt x="552" y="1983"/>
                        <a:pt x="552" y="1983"/>
                      </a:cubicBezTo>
                      <a:lnTo>
                        <a:pt x="537" y="1967"/>
                      </a:lnTo>
                      <a:close/>
                      <a:moveTo>
                        <a:pt x="534" y="1924"/>
                      </a:moveTo>
                      <a:cubicBezTo>
                        <a:pt x="526" y="1935"/>
                        <a:pt x="526" y="1935"/>
                        <a:pt x="526" y="1935"/>
                      </a:cubicBezTo>
                      <a:cubicBezTo>
                        <a:pt x="530" y="1955"/>
                        <a:pt x="530" y="1955"/>
                        <a:pt x="530" y="1955"/>
                      </a:cubicBezTo>
                      <a:cubicBezTo>
                        <a:pt x="546" y="1949"/>
                        <a:pt x="546" y="1949"/>
                        <a:pt x="546" y="1949"/>
                      </a:cubicBezTo>
                      <a:lnTo>
                        <a:pt x="534" y="1924"/>
                      </a:lnTo>
                      <a:close/>
                      <a:moveTo>
                        <a:pt x="515" y="1954"/>
                      </a:moveTo>
                      <a:cubicBezTo>
                        <a:pt x="513" y="1942"/>
                        <a:pt x="513" y="1942"/>
                        <a:pt x="513" y="1942"/>
                      </a:cubicBezTo>
                      <a:cubicBezTo>
                        <a:pt x="479" y="1934"/>
                        <a:pt x="479" y="1934"/>
                        <a:pt x="479" y="1934"/>
                      </a:cubicBezTo>
                      <a:cubicBezTo>
                        <a:pt x="471" y="1945"/>
                        <a:pt x="471" y="1945"/>
                        <a:pt x="471" y="1945"/>
                      </a:cubicBezTo>
                      <a:cubicBezTo>
                        <a:pt x="472" y="1958"/>
                        <a:pt x="472" y="1958"/>
                        <a:pt x="472" y="1958"/>
                      </a:cubicBezTo>
                      <a:cubicBezTo>
                        <a:pt x="495" y="1949"/>
                        <a:pt x="495" y="1949"/>
                        <a:pt x="495" y="1949"/>
                      </a:cubicBezTo>
                      <a:lnTo>
                        <a:pt x="515" y="1954"/>
                      </a:lnTo>
                      <a:close/>
                      <a:moveTo>
                        <a:pt x="407" y="1848"/>
                      </a:moveTo>
                      <a:cubicBezTo>
                        <a:pt x="407" y="1848"/>
                        <a:pt x="381" y="1835"/>
                        <a:pt x="378" y="1847"/>
                      </a:cubicBezTo>
                      <a:cubicBezTo>
                        <a:pt x="375" y="1859"/>
                        <a:pt x="371" y="1874"/>
                        <a:pt x="375" y="1874"/>
                      </a:cubicBezTo>
                      <a:cubicBezTo>
                        <a:pt x="380" y="1874"/>
                        <a:pt x="397" y="1867"/>
                        <a:pt x="397" y="1867"/>
                      </a:cubicBezTo>
                      <a:cubicBezTo>
                        <a:pt x="399" y="1883"/>
                        <a:pt x="399" y="1883"/>
                        <a:pt x="399" y="1883"/>
                      </a:cubicBezTo>
                      <a:cubicBezTo>
                        <a:pt x="420" y="1873"/>
                        <a:pt x="420" y="1873"/>
                        <a:pt x="420" y="1873"/>
                      </a:cubicBezTo>
                      <a:cubicBezTo>
                        <a:pt x="409" y="1863"/>
                        <a:pt x="409" y="1863"/>
                        <a:pt x="409" y="1863"/>
                      </a:cubicBezTo>
                      <a:cubicBezTo>
                        <a:pt x="413" y="1851"/>
                        <a:pt x="413" y="1851"/>
                        <a:pt x="413" y="1851"/>
                      </a:cubicBezTo>
                      <a:lnTo>
                        <a:pt x="407" y="1848"/>
                      </a:lnTo>
                      <a:close/>
                      <a:moveTo>
                        <a:pt x="368" y="1886"/>
                      </a:moveTo>
                      <a:cubicBezTo>
                        <a:pt x="345" y="1873"/>
                        <a:pt x="345" y="1873"/>
                        <a:pt x="345" y="1873"/>
                      </a:cubicBezTo>
                      <a:cubicBezTo>
                        <a:pt x="362" y="1892"/>
                        <a:pt x="362" y="1892"/>
                        <a:pt x="362" y="1892"/>
                      </a:cubicBezTo>
                      <a:cubicBezTo>
                        <a:pt x="393" y="1896"/>
                        <a:pt x="393" y="1896"/>
                        <a:pt x="393" y="1896"/>
                      </a:cubicBezTo>
                      <a:cubicBezTo>
                        <a:pt x="404" y="1903"/>
                        <a:pt x="404" y="1903"/>
                        <a:pt x="404" y="1903"/>
                      </a:cubicBezTo>
                      <a:cubicBezTo>
                        <a:pt x="393" y="1889"/>
                        <a:pt x="393" y="1889"/>
                        <a:pt x="393" y="1889"/>
                      </a:cubicBezTo>
                      <a:lnTo>
                        <a:pt x="368" y="1886"/>
                      </a:lnTo>
                      <a:close/>
                      <a:moveTo>
                        <a:pt x="368" y="1835"/>
                      </a:moveTo>
                      <a:cubicBezTo>
                        <a:pt x="355" y="1822"/>
                        <a:pt x="355" y="1822"/>
                        <a:pt x="355" y="1822"/>
                      </a:cubicBezTo>
                      <a:cubicBezTo>
                        <a:pt x="351" y="1844"/>
                        <a:pt x="351" y="1844"/>
                        <a:pt x="351" y="1844"/>
                      </a:cubicBezTo>
                      <a:cubicBezTo>
                        <a:pt x="336" y="1848"/>
                        <a:pt x="336" y="1848"/>
                        <a:pt x="336" y="1848"/>
                      </a:cubicBezTo>
                      <a:cubicBezTo>
                        <a:pt x="365" y="1860"/>
                        <a:pt x="365" y="1860"/>
                        <a:pt x="365" y="1860"/>
                      </a:cubicBezTo>
                      <a:lnTo>
                        <a:pt x="368" y="1835"/>
                      </a:lnTo>
                      <a:close/>
                      <a:moveTo>
                        <a:pt x="296" y="1827"/>
                      </a:moveTo>
                      <a:cubicBezTo>
                        <a:pt x="319" y="1848"/>
                        <a:pt x="319" y="1848"/>
                        <a:pt x="319" y="1848"/>
                      </a:cubicBezTo>
                      <a:cubicBezTo>
                        <a:pt x="326" y="1841"/>
                        <a:pt x="326" y="1841"/>
                        <a:pt x="326" y="1841"/>
                      </a:cubicBezTo>
                      <a:cubicBezTo>
                        <a:pt x="306" y="1818"/>
                        <a:pt x="306" y="1818"/>
                        <a:pt x="306" y="1818"/>
                      </a:cubicBezTo>
                      <a:lnTo>
                        <a:pt x="296" y="1827"/>
                      </a:lnTo>
                      <a:close/>
                      <a:moveTo>
                        <a:pt x="342" y="1820"/>
                      </a:moveTo>
                      <a:cubicBezTo>
                        <a:pt x="335" y="1814"/>
                        <a:pt x="335" y="1814"/>
                        <a:pt x="335" y="1814"/>
                      </a:cubicBezTo>
                      <a:cubicBezTo>
                        <a:pt x="329" y="1824"/>
                        <a:pt x="329" y="1824"/>
                        <a:pt x="329" y="1824"/>
                      </a:cubicBezTo>
                      <a:cubicBezTo>
                        <a:pt x="336" y="1833"/>
                        <a:pt x="336" y="1833"/>
                        <a:pt x="336" y="1833"/>
                      </a:cubicBezTo>
                      <a:lnTo>
                        <a:pt x="342" y="1820"/>
                      </a:lnTo>
                      <a:close/>
                      <a:moveTo>
                        <a:pt x="303" y="1805"/>
                      </a:moveTo>
                      <a:cubicBezTo>
                        <a:pt x="306" y="1788"/>
                        <a:pt x="306" y="1788"/>
                        <a:pt x="306" y="1788"/>
                      </a:cubicBezTo>
                      <a:cubicBezTo>
                        <a:pt x="303" y="1763"/>
                        <a:pt x="303" y="1763"/>
                        <a:pt x="303" y="1763"/>
                      </a:cubicBezTo>
                      <a:cubicBezTo>
                        <a:pt x="292" y="1759"/>
                        <a:pt x="292" y="1759"/>
                        <a:pt x="292" y="1759"/>
                      </a:cubicBezTo>
                      <a:cubicBezTo>
                        <a:pt x="292" y="1770"/>
                        <a:pt x="292" y="1770"/>
                        <a:pt x="292" y="1770"/>
                      </a:cubicBezTo>
                      <a:cubicBezTo>
                        <a:pt x="270" y="1766"/>
                        <a:pt x="270" y="1766"/>
                        <a:pt x="270" y="1766"/>
                      </a:cubicBezTo>
                      <a:cubicBezTo>
                        <a:pt x="287" y="1789"/>
                        <a:pt x="287" y="1789"/>
                        <a:pt x="287" y="1789"/>
                      </a:cubicBezTo>
                      <a:cubicBezTo>
                        <a:pt x="283" y="1818"/>
                        <a:pt x="283" y="1818"/>
                        <a:pt x="283" y="1818"/>
                      </a:cubicBezTo>
                      <a:lnTo>
                        <a:pt x="303" y="1805"/>
                      </a:lnTo>
                      <a:close/>
                      <a:moveTo>
                        <a:pt x="243" y="1752"/>
                      </a:moveTo>
                      <a:cubicBezTo>
                        <a:pt x="254" y="1753"/>
                        <a:pt x="254" y="1753"/>
                        <a:pt x="254" y="1753"/>
                      </a:cubicBezTo>
                      <a:cubicBezTo>
                        <a:pt x="261" y="1775"/>
                        <a:pt x="261" y="1775"/>
                        <a:pt x="261" y="1775"/>
                      </a:cubicBezTo>
                      <a:cubicBezTo>
                        <a:pt x="266" y="1755"/>
                        <a:pt x="266" y="1755"/>
                        <a:pt x="266" y="1755"/>
                      </a:cubicBezTo>
                      <a:cubicBezTo>
                        <a:pt x="267" y="1739"/>
                        <a:pt x="267" y="1739"/>
                        <a:pt x="267" y="1739"/>
                      </a:cubicBezTo>
                      <a:cubicBezTo>
                        <a:pt x="250" y="1734"/>
                        <a:pt x="250" y="1734"/>
                        <a:pt x="250" y="1734"/>
                      </a:cubicBezTo>
                      <a:lnTo>
                        <a:pt x="243" y="1752"/>
                      </a:lnTo>
                      <a:close/>
                      <a:moveTo>
                        <a:pt x="248" y="1727"/>
                      </a:moveTo>
                      <a:cubicBezTo>
                        <a:pt x="253" y="1726"/>
                        <a:pt x="256" y="1717"/>
                        <a:pt x="256" y="1717"/>
                      </a:cubicBezTo>
                      <a:cubicBezTo>
                        <a:pt x="276" y="1734"/>
                        <a:pt x="276" y="1734"/>
                        <a:pt x="276" y="1734"/>
                      </a:cubicBezTo>
                      <a:cubicBezTo>
                        <a:pt x="277" y="1718"/>
                        <a:pt x="277" y="1718"/>
                        <a:pt x="277" y="1718"/>
                      </a:cubicBezTo>
                      <a:cubicBezTo>
                        <a:pt x="257" y="1697"/>
                        <a:pt x="257" y="1697"/>
                        <a:pt x="257" y="1697"/>
                      </a:cubicBezTo>
                      <a:cubicBezTo>
                        <a:pt x="257" y="1697"/>
                        <a:pt x="241" y="1674"/>
                        <a:pt x="241" y="1662"/>
                      </a:cubicBezTo>
                      <a:cubicBezTo>
                        <a:pt x="241" y="1651"/>
                        <a:pt x="230" y="1639"/>
                        <a:pt x="219" y="1633"/>
                      </a:cubicBezTo>
                      <a:cubicBezTo>
                        <a:pt x="209" y="1628"/>
                        <a:pt x="209" y="1639"/>
                        <a:pt x="209" y="1639"/>
                      </a:cubicBezTo>
                      <a:cubicBezTo>
                        <a:pt x="195" y="1635"/>
                        <a:pt x="195" y="1635"/>
                        <a:pt x="195" y="1635"/>
                      </a:cubicBezTo>
                      <a:cubicBezTo>
                        <a:pt x="195" y="1635"/>
                        <a:pt x="180" y="1662"/>
                        <a:pt x="191" y="1662"/>
                      </a:cubicBezTo>
                      <a:cubicBezTo>
                        <a:pt x="201" y="1662"/>
                        <a:pt x="221" y="1662"/>
                        <a:pt x="221" y="1662"/>
                      </a:cubicBezTo>
                      <a:cubicBezTo>
                        <a:pt x="208" y="1688"/>
                        <a:pt x="208" y="1688"/>
                        <a:pt x="208" y="1688"/>
                      </a:cubicBezTo>
                      <a:cubicBezTo>
                        <a:pt x="217" y="1688"/>
                        <a:pt x="217" y="1688"/>
                        <a:pt x="217" y="1688"/>
                      </a:cubicBezTo>
                      <a:cubicBezTo>
                        <a:pt x="231" y="1675"/>
                        <a:pt x="231" y="1675"/>
                        <a:pt x="231" y="1675"/>
                      </a:cubicBezTo>
                      <a:cubicBezTo>
                        <a:pt x="230" y="1691"/>
                        <a:pt x="230" y="1691"/>
                        <a:pt x="230" y="1691"/>
                      </a:cubicBezTo>
                      <a:cubicBezTo>
                        <a:pt x="230" y="1691"/>
                        <a:pt x="244" y="1729"/>
                        <a:pt x="248" y="1727"/>
                      </a:cubicBezTo>
                      <a:close/>
                      <a:moveTo>
                        <a:pt x="163" y="1391"/>
                      </a:moveTo>
                      <a:cubicBezTo>
                        <a:pt x="165" y="1359"/>
                        <a:pt x="165" y="1359"/>
                        <a:pt x="165" y="1359"/>
                      </a:cubicBezTo>
                      <a:cubicBezTo>
                        <a:pt x="144" y="1339"/>
                        <a:pt x="144" y="1339"/>
                        <a:pt x="144" y="1339"/>
                      </a:cubicBezTo>
                      <a:cubicBezTo>
                        <a:pt x="154" y="1329"/>
                        <a:pt x="154" y="1329"/>
                        <a:pt x="154" y="1329"/>
                      </a:cubicBezTo>
                      <a:cubicBezTo>
                        <a:pt x="140" y="1313"/>
                        <a:pt x="140" y="1313"/>
                        <a:pt x="140" y="1313"/>
                      </a:cubicBezTo>
                      <a:cubicBezTo>
                        <a:pt x="117" y="1304"/>
                        <a:pt x="117" y="1304"/>
                        <a:pt x="117" y="1304"/>
                      </a:cubicBezTo>
                      <a:cubicBezTo>
                        <a:pt x="117" y="1304"/>
                        <a:pt x="114" y="1340"/>
                        <a:pt x="123" y="1343"/>
                      </a:cubicBezTo>
                      <a:cubicBezTo>
                        <a:pt x="131" y="1346"/>
                        <a:pt x="137" y="1366"/>
                        <a:pt x="137" y="1366"/>
                      </a:cubicBezTo>
                      <a:cubicBezTo>
                        <a:pt x="133" y="1379"/>
                        <a:pt x="133" y="1379"/>
                        <a:pt x="133" y="1379"/>
                      </a:cubicBezTo>
                      <a:lnTo>
                        <a:pt x="163" y="1391"/>
                      </a:lnTo>
                      <a:close/>
                      <a:moveTo>
                        <a:pt x="163" y="1453"/>
                      </a:moveTo>
                      <a:cubicBezTo>
                        <a:pt x="170" y="1461"/>
                        <a:pt x="170" y="1461"/>
                        <a:pt x="170" y="1461"/>
                      </a:cubicBezTo>
                      <a:cubicBezTo>
                        <a:pt x="188" y="1461"/>
                        <a:pt x="188" y="1461"/>
                        <a:pt x="188" y="1461"/>
                      </a:cubicBezTo>
                      <a:cubicBezTo>
                        <a:pt x="195" y="1448"/>
                        <a:pt x="195" y="1448"/>
                        <a:pt x="195" y="1448"/>
                      </a:cubicBezTo>
                      <a:cubicBezTo>
                        <a:pt x="176" y="1453"/>
                        <a:pt x="176" y="1453"/>
                        <a:pt x="176" y="1453"/>
                      </a:cubicBezTo>
                      <a:lnTo>
                        <a:pt x="163" y="1453"/>
                      </a:lnTo>
                      <a:close/>
                      <a:moveTo>
                        <a:pt x="186" y="1483"/>
                      </a:moveTo>
                      <a:cubicBezTo>
                        <a:pt x="188" y="1495"/>
                        <a:pt x="188" y="1495"/>
                        <a:pt x="188" y="1495"/>
                      </a:cubicBezTo>
                      <a:cubicBezTo>
                        <a:pt x="204" y="1505"/>
                        <a:pt x="204" y="1505"/>
                        <a:pt x="204" y="1505"/>
                      </a:cubicBezTo>
                      <a:cubicBezTo>
                        <a:pt x="204" y="1489"/>
                        <a:pt x="204" y="1489"/>
                        <a:pt x="204" y="1489"/>
                      </a:cubicBezTo>
                      <a:cubicBezTo>
                        <a:pt x="195" y="1473"/>
                        <a:pt x="195" y="1473"/>
                        <a:pt x="195" y="1473"/>
                      </a:cubicBezTo>
                      <a:cubicBezTo>
                        <a:pt x="173" y="1474"/>
                        <a:pt x="173" y="1474"/>
                        <a:pt x="173" y="1474"/>
                      </a:cubicBezTo>
                      <a:lnTo>
                        <a:pt x="186" y="1483"/>
                      </a:lnTo>
                      <a:close/>
                      <a:moveTo>
                        <a:pt x="212" y="1463"/>
                      </a:moveTo>
                      <a:cubicBezTo>
                        <a:pt x="212" y="1463"/>
                        <a:pt x="244" y="1444"/>
                        <a:pt x="222" y="1440"/>
                      </a:cubicBezTo>
                      <a:cubicBezTo>
                        <a:pt x="201" y="1435"/>
                        <a:pt x="199" y="1463"/>
                        <a:pt x="212" y="1463"/>
                      </a:cubicBezTo>
                      <a:close/>
                      <a:moveTo>
                        <a:pt x="166" y="1409"/>
                      </a:moveTo>
                      <a:cubicBezTo>
                        <a:pt x="152" y="1420"/>
                        <a:pt x="159" y="1430"/>
                        <a:pt x="169" y="1427"/>
                      </a:cubicBezTo>
                      <a:cubicBezTo>
                        <a:pt x="181" y="1423"/>
                        <a:pt x="180" y="1399"/>
                        <a:pt x="166" y="1409"/>
                      </a:cubicBezTo>
                      <a:close/>
                      <a:moveTo>
                        <a:pt x="156" y="1437"/>
                      </a:moveTo>
                      <a:cubicBezTo>
                        <a:pt x="143" y="1440"/>
                        <a:pt x="143" y="1440"/>
                        <a:pt x="143" y="1440"/>
                      </a:cubicBezTo>
                      <a:cubicBezTo>
                        <a:pt x="150" y="1453"/>
                        <a:pt x="150" y="1453"/>
                        <a:pt x="150" y="1453"/>
                      </a:cubicBezTo>
                      <a:lnTo>
                        <a:pt x="156" y="1437"/>
                      </a:lnTo>
                      <a:close/>
                      <a:moveTo>
                        <a:pt x="476" y="1919"/>
                      </a:moveTo>
                      <a:cubicBezTo>
                        <a:pt x="485" y="1915"/>
                        <a:pt x="484" y="1925"/>
                        <a:pt x="484" y="1925"/>
                      </a:cubicBezTo>
                      <a:cubicBezTo>
                        <a:pt x="484" y="1925"/>
                        <a:pt x="499" y="1928"/>
                        <a:pt x="514" y="1925"/>
                      </a:cubicBezTo>
                      <a:cubicBezTo>
                        <a:pt x="528" y="1921"/>
                        <a:pt x="498" y="1899"/>
                        <a:pt x="498" y="1899"/>
                      </a:cubicBezTo>
                      <a:cubicBezTo>
                        <a:pt x="498" y="1874"/>
                        <a:pt x="498" y="1874"/>
                        <a:pt x="498" y="1874"/>
                      </a:cubicBezTo>
                      <a:cubicBezTo>
                        <a:pt x="523" y="1872"/>
                        <a:pt x="523" y="1872"/>
                        <a:pt x="523" y="1872"/>
                      </a:cubicBezTo>
                      <a:cubicBezTo>
                        <a:pt x="521" y="1860"/>
                        <a:pt x="521" y="1860"/>
                        <a:pt x="521" y="1860"/>
                      </a:cubicBezTo>
                      <a:cubicBezTo>
                        <a:pt x="537" y="1862"/>
                        <a:pt x="537" y="1862"/>
                        <a:pt x="537" y="1862"/>
                      </a:cubicBezTo>
                      <a:cubicBezTo>
                        <a:pt x="542" y="1850"/>
                        <a:pt x="542" y="1850"/>
                        <a:pt x="542" y="1850"/>
                      </a:cubicBezTo>
                      <a:cubicBezTo>
                        <a:pt x="527" y="1838"/>
                        <a:pt x="527" y="1838"/>
                        <a:pt x="527" y="1838"/>
                      </a:cubicBezTo>
                      <a:cubicBezTo>
                        <a:pt x="527" y="1838"/>
                        <a:pt x="507" y="1839"/>
                        <a:pt x="491" y="1837"/>
                      </a:cubicBezTo>
                      <a:cubicBezTo>
                        <a:pt x="475" y="1835"/>
                        <a:pt x="449" y="1842"/>
                        <a:pt x="449" y="1842"/>
                      </a:cubicBezTo>
                      <a:cubicBezTo>
                        <a:pt x="437" y="1830"/>
                        <a:pt x="437" y="1830"/>
                        <a:pt x="437" y="1830"/>
                      </a:cubicBezTo>
                      <a:cubicBezTo>
                        <a:pt x="413" y="1819"/>
                        <a:pt x="413" y="1819"/>
                        <a:pt x="413" y="1819"/>
                      </a:cubicBezTo>
                      <a:cubicBezTo>
                        <a:pt x="406" y="1808"/>
                        <a:pt x="406" y="1808"/>
                        <a:pt x="406" y="1808"/>
                      </a:cubicBezTo>
                      <a:cubicBezTo>
                        <a:pt x="392" y="1792"/>
                        <a:pt x="392" y="1792"/>
                        <a:pt x="392" y="1792"/>
                      </a:cubicBezTo>
                      <a:cubicBezTo>
                        <a:pt x="392" y="1792"/>
                        <a:pt x="398" y="1780"/>
                        <a:pt x="383" y="1767"/>
                      </a:cubicBezTo>
                      <a:cubicBezTo>
                        <a:pt x="368" y="1754"/>
                        <a:pt x="362" y="1772"/>
                        <a:pt x="352" y="1772"/>
                      </a:cubicBezTo>
                      <a:cubicBezTo>
                        <a:pt x="342" y="1772"/>
                        <a:pt x="338" y="1747"/>
                        <a:pt x="338" y="1747"/>
                      </a:cubicBezTo>
                      <a:cubicBezTo>
                        <a:pt x="318" y="1743"/>
                        <a:pt x="318" y="1743"/>
                        <a:pt x="318" y="1743"/>
                      </a:cubicBezTo>
                      <a:cubicBezTo>
                        <a:pt x="318" y="1743"/>
                        <a:pt x="320" y="1723"/>
                        <a:pt x="315" y="1718"/>
                      </a:cubicBezTo>
                      <a:cubicBezTo>
                        <a:pt x="310" y="1713"/>
                        <a:pt x="308" y="1697"/>
                        <a:pt x="308" y="1697"/>
                      </a:cubicBezTo>
                      <a:cubicBezTo>
                        <a:pt x="315" y="1693"/>
                        <a:pt x="315" y="1693"/>
                        <a:pt x="315" y="1693"/>
                      </a:cubicBezTo>
                      <a:cubicBezTo>
                        <a:pt x="316" y="1680"/>
                        <a:pt x="316" y="1680"/>
                        <a:pt x="316" y="1680"/>
                      </a:cubicBezTo>
                      <a:cubicBezTo>
                        <a:pt x="316" y="1680"/>
                        <a:pt x="331" y="1675"/>
                        <a:pt x="334" y="1670"/>
                      </a:cubicBezTo>
                      <a:cubicBezTo>
                        <a:pt x="337" y="1665"/>
                        <a:pt x="317" y="1650"/>
                        <a:pt x="317" y="1650"/>
                      </a:cubicBezTo>
                      <a:cubicBezTo>
                        <a:pt x="317" y="1650"/>
                        <a:pt x="333" y="1641"/>
                        <a:pt x="332" y="1638"/>
                      </a:cubicBezTo>
                      <a:cubicBezTo>
                        <a:pt x="331" y="1635"/>
                        <a:pt x="312" y="1624"/>
                        <a:pt x="312" y="1624"/>
                      </a:cubicBezTo>
                      <a:cubicBezTo>
                        <a:pt x="315" y="1594"/>
                        <a:pt x="315" y="1594"/>
                        <a:pt x="315" y="1594"/>
                      </a:cubicBezTo>
                      <a:cubicBezTo>
                        <a:pt x="326" y="1590"/>
                        <a:pt x="326" y="1590"/>
                        <a:pt x="326" y="1590"/>
                      </a:cubicBezTo>
                      <a:cubicBezTo>
                        <a:pt x="316" y="1573"/>
                        <a:pt x="316" y="1573"/>
                        <a:pt x="316" y="1573"/>
                      </a:cubicBezTo>
                      <a:cubicBezTo>
                        <a:pt x="319" y="1551"/>
                        <a:pt x="319" y="1551"/>
                        <a:pt x="319" y="1551"/>
                      </a:cubicBezTo>
                      <a:cubicBezTo>
                        <a:pt x="304" y="1533"/>
                        <a:pt x="304" y="1533"/>
                        <a:pt x="304" y="1533"/>
                      </a:cubicBezTo>
                      <a:cubicBezTo>
                        <a:pt x="307" y="1518"/>
                        <a:pt x="307" y="1518"/>
                        <a:pt x="307" y="1518"/>
                      </a:cubicBezTo>
                      <a:cubicBezTo>
                        <a:pt x="291" y="1506"/>
                        <a:pt x="291" y="1506"/>
                        <a:pt x="291" y="1506"/>
                      </a:cubicBezTo>
                      <a:cubicBezTo>
                        <a:pt x="291" y="1506"/>
                        <a:pt x="304" y="1495"/>
                        <a:pt x="307" y="1487"/>
                      </a:cubicBezTo>
                      <a:cubicBezTo>
                        <a:pt x="310" y="1479"/>
                        <a:pt x="287" y="1470"/>
                        <a:pt x="287" y="1470"/>
                      </a:cubicBezTo>
                      <a:cubicBezTo>
                        <a:pt x="287" y="1470"/>
                        <a:pt x="264" y="1463"/>
                        <a:pt x="263" y="1460"/>
                      </a:cubicBezTo>
                      <a:cubicBezTo>
                        <a:pt x="262" y="1457"/>
                        <a:pt x="294" y="1460"/>
                        <a:pt x="296" y="1449"/>
                      </a:cubicBezTo>
                      <a:cubicBezTo>
                        <a:pt x="298" y="1438"/>
                        <a:pt x="279" y="1443"/>
                        <a:pt x="272" y="1443"/>
                      </a:cubicBezTo>
                      <a:cubicBezTo>
                        <a:pt x="265" y="1443"/>
                        <a:pt x="260" y="1433"/>
                        <a:pt x="260" y="1433"/>
                      </a:cubicBezTo>
                      <a:cubicBezTo>
                        <a:pt x="260" y="1433"/>
                        <a:pt x="259" y="1416"/>
                        <a:pt x="258" y="1405"/>
                      </a:cubicBezTo>
                      <a:cubicBezTo>
                        <a:pt x="257" y="1394"/>
                        <a:pt x="241" y="1393"/>
                        <a:pt x="241" y="1393"/>
                      </a:cubicBezTo>
                      <a:cubicBezTo>
                        <a:pt x="245" y="1375"/>
                        <a:pt x="245" y="1375"/>
                        <a:pt x="245" y="1375"/>
                      </a:cubicBezTo>
                      <a:cubicBezTo>
                        <a:pt x="235" y="1370"/>
                        <a:pt x="235" y="1370"/>
                        <a:pt x="235" y="1370"/>
                      </a:cubicBezTo>
                      <a:cubicBezTo>
                        <a:pt x="235" y="1370"/>
                        <a:pt x="226" y="1366"/>
                        <a:pt x="223" y="1358"/>
                      </a:cubicBezTo>
                      <a:cubicBezTo>
                        <a:pt x="220" y="1350"/>
                        <a:pt x="215" y="1320"/>
                        <a:pt x="215" y="1320"/>
                      </a:cubicBezTo>
                      <a:cubicBezTo>
                        <a:pt x="215" y="1320"/>
                        <a:pt x="226" y="1311"/>
                        <a:pt x="231" y="1312"/>
                      </a:cubicBezTo>
                      <a:cubicBezTo>
                        <a:pt x="236" y="1313"/>
                        <a:pt x="207" y="1292"/>
                        <a:pt x="204" y="1286"/>
                      </a:cubicBezTo>
                      <a:cubicBezTo>
                        <a:pt x="201" y="1280"/>
                        <a:pt x="201" y="1261"/>
                        <a:pt x="201" y="1261"/>
                      </a:cubicBezTo>
                      <a:cubicBezTo>
                        <a:pt x="201" y="1261"/>
                        <a:pt x="194" y="1250"/>
                        <a:pt x="193" y="1244"/>
                      </a:cubicBezTo>
                      <a:cubicBezTo>
                        <a:pt x="192" y="1238"/>
                        <a:pt x="197" y="1220"/>
                        <a:pt x="197" y="1220"/>
                      </a:cubicBezTo>
                      <a:cubicBezTo>
                        <a:pt x="183" y="1212"/>
                        <a:pt x="183" y="1212"/>
                        <a:pt x="183" y="1212"/>
                      </a:cubicBezTo>
                      <a:cubicBezTo>
                        <a:pt x="183" y="1212"/>
                        <a:pt x="188" y="1204"/>
                        <a:pt x="187" y="1196"/>
                      </a:cubicBezTo>
                      <a:cubicBezTo>
                        <a:pt x="186" y="1188"/>
                        <a:pt x="176" y="1183"/>
                        <a:pt x="176" y="1183"/>
                      </a:cubicBezTo>
                      <a:cubicBezTo>
                        <a:pt x="189" y="1174"/>
                        <a:pt x="189" y="1174"/>
                        <a:pt x="189" y="1174"/>
                      </a:cubicBezTo>
                      <a:cubicBezTo>
                        <a:pt x="181" y="1146"/>
                        <a:pt x="181" y="1146"/>
                        <a:pt x="181" y="1146"/>
                      </a:cubicBezTo>
                      <a:cubicBezTo>
                        <a:pt x="181" y="1146"/>
                        <a:pt x="195" y="1141"/>
                        <a:pt x="200" y="1132"/>
                      </a:cubicBezTo>
                      <a:cubicBezTo>
                        <a:pt x="205" y="1123"/>
                        <a:pt x="186" y="1114"/>
                        <a:pt x="186" y="1114"/>
                      </a:cubicBezTo>
                      <a:cubicBezTo>
                        <a:pt x="185" y="1102"/>
                        <a:pt x="185" y="1102"/>
                        <a:pt x="185" y="1102"/>
                      </a:cubicBezTo>
                      <a:cubicBezTo>
                        <a:pt x="165" y="1085"/>
                        <a:pt x="165" y="1085"/>
                        <a:pt x="165" y="1085"/>
                      </a:cubicBezTo>
                      <a:cubicBezTo>
                        <a:pt x="165" y="1085"/>
                        <a:pt x="165" y="1064"/>
                        <a:pt x="165" y="1057"/>
                      </a:cubicBezTo>
                      <a:cubicBezTo>
                        <a:pt x="165" y="1050"/>
                        <a:pt x="153" y="1017"/>
                        <a:pt x="153" y="1017"/>
                      </a:cubicBezTo>
                      <a:cubicBezTo>
                        <a:pt x="170" y="1016"/>
                        <a:pt x="170" y="1016"/>
                        <a:pt x="170" y="1016"/>
                      </a:cubicBezTo>
                      <a:cubicBezTo>
                        <a:pt x="172" y="1004"/>
                        <a:pt x="172" y="1004"/>
                        <a:pt x="172" y="1004"/>
                      </a:cubicBezTo>
                      <a:cubicBezTo>
                        <a:pt x="172" y="1004"/>
                        <a:pt x="176" y="993"/>
                        <a:pt x="175" y="983"/>
                      </a:cubicBezTo>
                      <a:cubicBezTo>
                        <a:pt x="174" y="973"/>
                        <a:pt x="157" y="955"/>
                        <a:pt x="157" y="955"/>
                      </a:cubicBezTo>
                      <a:cubicBezTo>
                        <a:pt x="166" y="954"/>
                        <a:pt x="166" y="954"/>
                        <a:pt x="166" y="954"/>
                      </a:cubicBezTo>
                      <a:cubicBezTo>
                        <a:pt x="166" y="954"/>
                        <a:pt x="167" y="915"/>
                        <a:pt x="167" y="911"/>
                      </a:cubicBezTo>
                      <a:cubicBezTo>
                        <a:pt x="167" y="907"/>
                        <a:pt x="176" y="900"/>
                        <a:pt x="179" y="894"/>
                      </a:cubicBezTo>
                      <a:cubicBezTo>
                        <a:pt x="182" y="888"/>
                        <a:pt x="167" y="869"/>
                        <a:pt x="167" y="869"/>
                      </a:cubicBezTo>
                      <a:cubicBezTo>
                        <a:pt x="165" y="844"/>
                        <a:pt x="165" y="844"/>
                        <a:pt x="165" y="844"/>
                      </a:cubicBezTo>
                      <a:cubicBezTo>
                        <a:pt x="165" y="844"/>
                        <a:pt x="161" y="846"/>
                        <a:pt x="149" y="843"/>
                      </a:cubicBezTo>
                      <a:cubicBezTo>
                        <a:pt x="137" y="840"/>
                        <a:pt x="145" y="821"/>
                        <a:pt x="145" y="821"/>
                      </a:cubicBezTo>
                      <a:cubicBezTo>
                        <a:pt x="142" y="815"/>
                        <a:pt x="142" y="815"/>
                        <a:pt x="142" y="815"/>
                      </a:cubicBezTo>
                      <a:cubicBezTo>
                        <a:pt x="134" y="794"/>
                        <a:pt x="134" y="794"/>
                        <a:pt x="134" y="794"/>
                      </a:cubicBezTo>
                      <a:cubicBezTo>
                        <a:pt x="121" y="784"/>
                        <a:pt x="121" y="784"/>
                        <a:pt x="121" y="784"/>
                      </a:cubicBezTo>
                      <a:cubicBezTo>
                        <a:pt x="121" y="784"/>
                        <a:pt x="123" y="775"/>
                        <a:pt x="125" y="771"/>
                      </a:cubicBezTo>
                      <a:cubicBezTo>
                        <a:pt x="127" y="767"/>
                        <a:pt x="104" y="752"/>
                        <a:pt x="104" y="752"/>
                      </a:cubicBezTo>
                      <a:cubicBezTo>
                        <a:pt x="104" y="752"/>
                        <a:pt x="102" y="735"/>
                        <a:pt x="102" y="730"/>
                      </a:cubicBezTo>
                      <a:cubicBezTo>
                        <a:pt x="102" y="725"/>
                        <a:pt x="112" y="724"/>
                        <a:pt x="112" y="724"/>
                      </a:cubicBezTo>
                      <a:cubicBezTo>
                        <a:pt x="109" y="685"/>
                        <a:pt x="109" y="685"/>
                        <a:pt x="109" y="685"/>
                      </a:cubicBezTo>
                      <a:cubicBezTo>
                        <a:pt x="109" y="685"/>
                        <a:pt x="118" y="690"/>
                        <a:pt x="123" y="685"/>
                      </a:cubicBezTo>
                      <a:cubicBezTo>
                        <a:pt x="128" y="680"/>
                        <a:pt x="105" y="635"/>
                        <a:pt x="104" y="631"/>
                      </a:cubicBezTo>
                      <a:cubicBezTo>
                        <a:pt x="103" y="627"/>
                        <a:pt x="112" y="619"/>
                        <a:pt x="114" y="615"/>
                      </a:cubicBezTo>
                      <a:cubicBezTo>
                        <a:pt x="116" y="611"/>
                        <a:pt x="111" y="586"/>
                        <a:pt x="111" y="576"/>
                      </a:cubicBezTo>
                      <a:cubicBezTo>
                        <a:pt x="111" y="566"/>
                        <a:pt x="129" y="558"/>
                        <a:pt x="130" y="553"/>
                      </a:cubicBezTo>
                      <a:cubicBezTo>
                        <a:pt x="131" y="548"/>
                        <a:pt x="137" y="510"/>
                        <a:pt x="137" y="510"/>
                      </a:cubicBezTo>
                      <a:cubicBezTo>
                        <a:pt x="137" y="510"/>
                        <a:pt x="159" y="509"/>
                        <a:pt x="162" y="498"/>
                      </a:cubicBezTo>
                      <a:cubicBezTo>
                        <a:pt x="165" y="487"/>
                        <a:pt x="134" y="476"/>
                        <a:pt x="134" y="476"/>
                      </a:cubicBezTo>
                      <a:cubicBezTo>
                        <a:pt x="134" y="476"/>
                        <a:pt x="151" y="464"/>
                        <a:pt x="152" y="454"/>
                      </a:cubicBezTo>
                      <a:cubicBezTo>
                        <a:pt x="153" y="444"/>
                        <a:pt x="134" y="436"/>
                        <a:pt x="129" y="429"/>
                      </a:cubicBezTo>
                      <a:cubicBezTo>
                        <a:pt x="124" y="422"/>
                        <a:pt x="134" y="413"/>
                        <a:pt x="143" y="404"/>
                      </a:cubicBezTo>
                      <a:cubicBezTo>
                        <a:pt x="152" y="395"/>
                        <a:pt x="125" y="401"/>
                        <a:pt x="124" y="387"/>
                      </a:cubicBezTo>
                      <a:cubicBezTo>
                        <a:pt x="123" y="373"/>
                        <a:pt x="178" y="349"/>
                        <a:pt x="178" y="349"/>
                      </a:cubicBezTo>
                      <a:cubicBezTo>
                        <a:pt x="184" y="293"/>
                        <a:pt x="184" y="293"/>
                        <a:pt x="184" y="293"/>
                      </a:cubicBezTo>
                      <a:cubicBezTo>
                        <a:pt x="177" y="282"/>
                        <a:pt x="177" y="282"/>
                        <a:pt x="177" y="282"/>
                      </a:cubicBezTo>
                      <a:cubicBezTo>
                        <a:pt x="170" y="284"/>
                        <a:pt x="161" y="285"/>
                        <a:pt x="153" y="284"/>
                      </a:cubicBezTo>
                      <a:cubicBezTo>
                        <a:pt x="141" y="283"/>
                        <a:pt x="142" y="257"/>
                        <a:pt x="142" y="257"/>
                      </a:cubicBezTo>
                      <a:cubicBezTo>
                        <a:pt x="129" y="241"/>
                        <a:pt x="129" y="241"/>
                        <a:pt x="129" y="241"/>
                      </a:cubicBezTo>
                      <a:cubicBezTo>
                        <a:pt x="129" y="241"/>
                        <a:pt x="131" y="211"/>
                        <a:pt x="129" y="200"/>
                      </a:cubicBezTo>
                      <a:cubicBezTo>
                        <a:pt x="126" y="189"/>
                        <a:pt x="97" y="178"/>
                        <a:pt x="97" y="178"/>
                      </a:cubicBezTo>
                      <a:cubicBezTo>
                        <a:pt x="97" y="161"/>
                        <a:pt x="97" y="161"/>
                        <a:pt x="97" y="161"/>
                      </a:cubicBezTo>
                      <a:cubicBezTo>
                        <a:pt x="97" y="161"/>
                        <a:pt x="92" y="158"/>
                        <a:pt x="88" y="148"/>
                      </a:cubicBezTo>
                      <a:cubicBezTo>
                        <a:pt x="84" y="139"/>
                        <a:pt x="99" y="127"/>
                        <a:pt x="99" y="127"/>
                      </a:cubicBezTo>
                      <a:cubicBezTo>
                        <a:pt x="88" y="116"/>
                        <a:pt x="88" y="116"/>
                        <a:pt x="88" y="116"/>
                      </a:cubicBezTo>
                      <a:cubicBezTo>
                        <a:pt x="88" y="116"/>
                        <a:pt x="96" y="110"/>
                        <a:pt x="100" y="98"/>
                      </a:cubicBezTo>
                      <a:cubicBezTo>
                        <a:pt x="104" y="86"/>
                        <a:pt x="68" y="74"/>
                        <a:pt x="68" y="74"/>
                      </a:cubicBezTo>
                      <a:cubicBezTo>
                        <a:pt x="59" y="22"/>
                        <a:pt x="59" y="22"/>
                        <a:pt x="59" y="22"/>
                      </a:cubicBezTo>
                      <a:cubicBezTo>
                        <a:pt x="45" y="22"/>
                        <a:pt x="45" y="22"/>
                        <a:pt x="45" y="22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35" y="21"/>
                        <a:pt x="23" y="30"/>
                      </a:cubicBezTo>
                      <a:cubicBezTo>
                        <a:pt x="16" y="36"/>
                        <a:pt x="7" y="42"/>
                        <a:pt x="1" y="46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0" y="72"/>
                        <a:pt x="13" y="99"/>
                        <a:pt x="19" y="119"/>
                      </a:cubicBezTo>
                      <a:cubicBezTo>
                        <a:pt x="25" y="139"/>
                        <a:pt x="24" y="169"/>
                        <a:pt x="24" y="182"/>
                      </a:cubicBezTo>
                      <a:cubicBezTo>
                        <a:pt x="24" y="195"/>
                        <a:pt x="32" y="206"/>
                        <a:pt x="33" y="229"/>
                      </a:cubicBezTo>
                      <a:cubicBezTo>
                        <a:pt x="34" y="253"/>
                        <a:pt x="34" y="290"/>
                        <a:pt x="34" y="290"/>
                      </a:cubicBezTo>
                      <a:cubicBezTo>
                        <a:pt x="20" y="298"/>
                        <a:pt x="20" y="298"/>
                        <a:pt x="20" y="298"/>
                      </a:cubicBezTo>
                      <a:cubicBezTo>
                        <a:pt x="23" y="318"/>
                        <a:pt x="23" y="318"/>
                        <a:pt x="23" y="318"/>
                      </a:cubicBezTo>
                      <a:cubicBezTo>
                        <a:pt x="38" y="327"/>
                        <a:pt x="38" y="327"/>
                        <a:pt x="38" y="327"/>
                      </a:cubicBezTo>
                      <a:cubicBezTo>
                        <a:pt x="32" y="389"/>
                        <a:pt x="32" y="389"/>
                        <a:pt x="32" y="389"/>
                      </a:cubicBezTo>
                      <a:cubicBezTo>
                        <a:pt x="47" y="417"/>
                        <a:pt x="47" y="417"/>
                        <a:pt x="47" y="417"/>
                      </a:cubicBezTo>
                      <a:cubicBezTo>
                        <a:pt x="36" y="430"/>
                        <a:pt x="36" y="430"/>
                        <a:pt x="36" y="430"/>
                      </a:cubicBezTo>
                      <a:cubicBezTo>
                        <a:pt x="42" y="472"/>
                        <a:pt x="42" y="472"/>
                        <a:pt x="42" y="472"/>
                      </a:cubicBezTo>
                      <a:cubicBezTo>
                        <a:pt x="42" y="472"/>
                        <a:pt x="49" y="475"/>
                        <a:pt x="51" y="492"/>
                      </a:cubicBezTo>
                      <a:cubicBezTo>
                        <a:pt x="53" y="508"/>
                        <a:pt x="42" y="509"/>
                        <a:pt x="42" y="509"/>
                      </a:cubicBezTo>
                      <a:cubicBezTo>
                        <a:pt x="40" y="531"/>
                        <a:pt x="40" y="531"/>
                        <a:pt x="40" y="531"/>
                      </a:cubicBezTo>
                      <a:cubicBezTo>
                        <a:pt x="47" y="540"/>
                        <a:pt x="47" y="540"/>
                        <a:pt x="47" y="540"/>
                      </a:cubicBezTo>
                      <a:cubicBezTo>
                        <a:pt x="47" y="540"/>
                        <a:pt x="40" y="545"/>
                        <a:pt x="34" y="559"/>
                      </a:cubicBezTo>
                      <a:cubicBezTo>
                        <a:pt x="28" y="573"/>
                        <a:pt x="40" y="571"/>
                        <a:pt x="40" y="571"/>
                      </a:cubicBezTo>
                      <a:cubicBezTo>
                        <a:pt x="40" y="571"/>
                        <a:pt x="44" y="580"/>
                        <a:pt x="44" y="591"/>
                      </a:cubicBezTo>
                      <a:cubicBezTo>
                        <a:pt x="44" y="602"/>
                        <a:pt x="33" y="599"/>
                        <a:pt x="33" y="619"/>
                      </a:cubicBezTo>
                      <a:cubicBezTo>
                        <a:pt x="33" y="640"/>
                        <a:pt x="49" y="638"/>
                        <a:pt x="52" y="648"/>
                      </a:cubicBezTo>
                      <a:cubicBezTo>
                        <a:pt x="56" y="657"/>
                        <a:pt x="52" y="681"/>
                        <a:pt x="52" y="681"/>
                      </a:cubicBezTo>
                      <a:cubicBezTo>
                        <a:pt x="52" y="681"/>
                        <a:pt x="45" y="679"/>
                        <a:pt x="40" y="681"/>
                      </a:cubicBezTo>
                      <a:cubicBezTo>
                        <a:pt x="36" y="683"/>
                        <a:pt x="40" y="700"/>
                        <a:pt x="47" y="720"/>
                      </a:cubicBezTo>
                      <a:cubicBezTo>
                        <a:pt x="55" y="740"/>
                        <a:pt x="66" y="770"/>
                        <a:pt x="66" y="770"/>
                      </a:cubicBezTo>
                      <a:cubicBezTo>
                        <a:pt x="66" y="770"/>
                        <a:pt x="69" y="784"/>
                        <a:pt x="76" y="790"/>
                      </a:cubicBezTo>
                      <a:cubicBezTo>
                        <a:pt x="83" y="796"/>
                        <a:pt x="79" y="826"/>
                        <a:pt x="79" y="826"/>
                      </a:cubicBezTo>
                      <a:cubicBezTo>
                        <a:pt x="76" y="845"/>
                        <a:pt x="76" y="845"/>
                        <a:pt x="76" y="845"/>
                      </a:cubicBezTo>
                      <a:cubicBezTo>
                        <a:pt x="92" y="862"/>
                        <a:pt x="92" y="862"/>
                        <a:pt x="92" y="862"/>
                      </a:cubicBezTo>
                      <a:cubicBezTo>
                        <a:pt x="92" y="862"/>
                        <a:pt x="82" y="889"/>
                        <a:pt x="82" y="903"/>
                      </a:cubicBezTo>
                      <a:cubicBezTo>
                        <a:pt x="82" y="917"/>
                        <a:pt x="82" y="947"/>
                        <a:pt x="82" y="947"/>
                      </a:cubicBezTo>
                      <a:cubicBezTo>
                        <a:pt x="66" y="972"/>
                        <a:pt x="66" y="972"/>
                        <a:pt x="66" y="972"/>
                      </a:cubicBezTo>
                      <a:cubicBezTo>
                        <a:pt x="76" y="979"/>
                        <a:pt x="76" y="979"/>
                        <a:pt x="76" y="979"/>
                      </a:cubicBezTo>
                      <a:cubicBezTo>
                        <a:pt x="76" y="979"/>
                        <a:pt x="72" y="995"/>
                        <a:pt x="72" y="1004"/>
                      </a:cubicBezTo>
                      <a:cubicBezTo>
                        <a:pt x="72" y="1012"/>
                        <a:pt x="66" y="1056"/>
                        <a:pt x="66" y="1056"/>
                      </a:cubicBezTo>
                      <a:cubicBezTo>
                        <a:pt x="56" y="1058"/>
                        <a:pt x="56" y="1058"/>
                        <a:pt x="56" y="1058"/>
                      </a:cubicBezTo>
                      <a:cubicBezTo>
                        <a:pt x="56" y="1072"/>
                        <a:pt x="56" y="1072"/>
                        <a:pt x="56" y="1072"/>
                      </a:cubicBezTo>
                      <a:cubicBezTo>
                        <a:pt x="72" y="1102"/>
                        <a:pt x="72" y="1102"/>
                        <a:pt x="72" y="1102"/>
                      </a:cubicBezTo>
                      <a:cubicBezTo>
                        <a:pt x="72" y="1102"/>
                        <a:pt x="72" y="1121"/>
                        <a:pt x="72" y="1131"/>
                      </a:cubicBezTo>
                      <a:cubicBezTo>
                        <a:pt x="72" y="1142"/>
                        <a:pt x="95" y="1149"/>
                        <a:pt x="101" y="1165"/>
                      </a:cubicBezTo>
                      <a:cubicBezTo>
                        <a:pt x="107" y="1180"/>
                        <a:pt x="98" y="1218"/>
                        <a:pt x="98" y="1218"/>
                      </a:cubicBezTo>
                      <a:cubicBezTo>
                        <a:pt x="107" y="1225"/>
                        <a:pt x="107" y="1225"/>
                        <a:pt x="107" y="1225"/>
                      </a:cubicBezTo>
                      <a:cubicBezTo>
                        <a:pt x="107" y="1225"/>
                        <a:pt x="107" y="1254"/>
                        <a:pt x="107" y="1266"/>
                      </a:cubicBezTo>
                      <a:cubicBezTo>
                        <a:pt x="107" y="1278"/>
                        <a:pt x="134" y="1286"/>
                        <a:pt x="134" y="1286"/>
                      </a:cubicBezTo>
                      <a:cubicBezTo>
                        <a:pt x="129" y="1299"/>
                        <a:pt x="129" y="1299"/>
                        <a:pt x="129" y="1299"/>
                      </a:cubicBezTo>
                      <a:cubicBezTo>
                        <a:pt x="156" y="1299"/>
                        <a:pt x="156" y="1299"/>
                        <a:pt x="156" y="1299"/>
                      </a:cubicBezTo>
                      <a:cubicBezTo>
                        <a:pt x="156" y="1279"/>
                        <a:pt x="156" y="1279"/>
                        <a:pt x="156" y="1279"/>
                      </a:cubicBezTo>
                      <a:cubicBezTo>
                        <a:pt x="156" y="1279"/>
                        <a:pt x="169" y="1289"/>
                        <a:pt x="177" y="1290"/>
                      </a:cubicBezTo>
                      <a:cubicBezTo>
                        <a:pt x="186" y="1291"/>
                        <a:pt x="186" y="1277"/>
                        <a:pt x="186" y="1277"/>
                      </a:cubicBezTo>
                      <a:cubicBezTo>
                        <a:pt x="192" y="1290"/>
                        <a:pt x="192" y="1290"/>
                        <a:pt x="192" y="1290"/>
                      </a:cubicBezTo>
                      <a:cubicBezTo>
                        <a:pt x="192" y="1290"/>
                        <a:pt x="175" y="1300"/>
                        <a:pt x="173" y="1311"/>
                      </a:cubicBezTo>
                      <a:cubicBezTo>
                        <a:pt x="170" y="1322"/>
                        <a:pt x="186" y="1310"/>
                        <a:pt x="193" y="1313"/>
                      </a:cubicBezTo>
                      <a:cubicBezTo>
                        <a:pt x="200" y="1317"/>
                        <a:pt x="198" y="1330"/>
                        <a:pt x="198" y="1330"/>
                      </a:cubicBezTo>
                      <a:cubicBezTo>
                        <a:pt x="179" y="1328"/>
                        <a:pt x="179" y="1328"/>
                        <a:pt x="179" y="1328"/>
                      </a:cubicBezTo>
                      <a:cubicBezTo>
                        <a:pt x="190" y="1341"/>
                        <a:pt x="190" y="1341"/>
                        <a:pt x="190" y="1341"/>
                      </a:cubicBezTo>
                      <a:cubicBezTo>
                        <a:pt x="183" y="1349"/>
                        <a:pt x="183" y="1349"/>
                        <a:pt x="183" y="1349"/>
                      </a:cubicBezTo>
                      <a:cubicBezTo>
                        <a:pt x="195" y="1367"/>
                        <a:pt x="195" y="1367"/>
                        <a:pt x="195" y="1367"/>
                      </a:cubicBezTo>
                      <a:cubicBezTo>
                        <a:pt x="195" y="1367"/>
                        <a:pt x="188" y="1375"/>
                        <a:pt x="181" y="1384"/>
                      </a:cubicBezTo>
                      <a:cubicBezTo>
                        <a:pt x="174" y="1394"/>
                        <a:pt x="212" y="1403"/>
                        <a:pt x="212" y="1403"/>
                      </a:cubicBezTo>
                      <a:cubicBezTo>
                        <a:pt x="212" y="1403"/>
                        <a:pt x="205" y="1409"/>
                        <a:pt x="200" y="1413"/>
                      </a:cubicBezTo>
                      <a:cubicBezTo>
                        <a:pt x="195" y="1416"/>
                        <a:pt x="202" y="1427"/>
                        <a:pt x="212" y="1432"/>
                      </a:cubicBezTo>
                      <a:cubicBezTo>
                        <a:pt x="221" y="1436"/>
                        <a:pt x="234" y="1433"/>
                        <a:pt x="234" y="1433"/>
                      </a:cubicBezTo>
                      <a:cubicBezTo>
                        <a:pt x="239" y="1457"/>
                        <a:pt x="239" y="1457"/>
                        <a:pt x="239" y="1457"/>
                      </a:cubicBezTo>
                      <a:cubicBezTo>
                        <a:pt x="239" y="1457"/>
                        <a:pt x="219" y="1470"/>
                        <a:pt x="214" y="1477"/>
                      </a:cubicBezTo>
                      <a:cubicBezTo>
                        <a:pt x="209" y="1484"/>
                        <a:pt x="228" y="1485"/>
                        <a:pt x="228" y="1485"/>
                      </a:cubicBezTo>
                      <a:cubicBezTo>
                        <a:pt x="228" y="1485"/>
                        <a:pt x="252" y="1490"/>
                        <a:pt x="252" y="1497"/>
                      </a:cubicBezTo>
                      <a:cubicBezTo>
                        <a:pt x="252" y="1504"/>
                        <a:pt x="237" y="1498"/>
                        <a:pt x="227" y="1493"/>
                      </a:cubicBezTo>
                      <a:cubicBezTo>
                        <a:pt x="218" y="1488"/>
                        <a:pt x="216" y="1503"/>
                        <a:pt x="216" y="1503"/>
                      </a:cubicBezTo>
                      <a:cubicBezTo>
                        <a:pt x="235" y="1507"/>
                        <a:pt x="235" y="1507"/>
                        <a:pt x="235" y="1507"/>
                      </a:cubicBezTo>
                      <a:cubicBezTo>
                        <a:pt x="221" y="1514"/>
                        <a:pt x="221" y="1514"/>
                        <a:pt x="221" y="1514"/>
                      </a:cubicBezTo>
                      <a:cubicBezTo>
                        <a:pt x="222" y="1531"/>
                        <a:pt x="222" y="1531"/>
                        <a:pt x="222" y="1531"/>
                      </a:cubicBezTo>
                      <a:cubicBezTo>
                        <a:pt x="222" y="1531"/>
                        <a:pt x="238" y="1523"/>
                        <a:pt x="231" y="1544"/>
                      </a:cubicBezTo>
                      <a:cubicBezTo>
                        <a:pt x="224" y="1565"/>
                        <a:pt x="214" y="1535"/>
                        <a:pt x="214" y="1535"/>
                      </a:cubicBezTo>
                      <a:cubicBezTo>
                        <a:pt x="190" y="1536"/>
                        <a:pt x="190" y="1536"/>
                        <a:pt x="190" y="1536"/>
                      </a:cubicBezTo>
                      <a:cubicBezTo>
                        <a:pt x="206" y="1529"/>
                        <a:pt x="206" y="1529"/>
                        <a:pt x="206" y="1529"/>
                      </a:cubicBezTo>
                      <a:cubicBezTo>
                        <a:pt x="206" y="1529"/>
                        <a:pt x="189" y="1511"/>
                        <a:pt x="186" y="1512"/>
                      </a:cubicBezTo>
                      <a:cubicBezTo>
                        <a:pt x="182" y="1513"/>
                        <a:pt x="185" y="1522"/>
                        <a:pt x="185" y="1522"/>
                      </a:cubicBezTo>
                      <a:cubicBezTo>
                        <a:pt x="179" y="1516"/>
                        <a:pt x="179" y="1516"/>
                        <a:pt x="179" y="1516"/>
                      </a:cubicBezTo>
                      <a:cubicBezTo>
                        <a:pt x="154" y="1523"/>
                        <a:pt x="154" y="1523"/>
                        <a:pt x="154" y="1523"/>
                      </a:cubicBezTo>
                      <a:cubicBezTo>
                        <a:pt x="176" y="1528"/>
                        <a:pt x="176" y="1528"/>
                        <a:pt x="176" y="1528"/>
                      </a:cubicBezTo>
                      <a:cubicBezTo>
                        <a:pt x="176" y="1528"/>
                        <a:pt x="172" y="1531"/>
                        <a:pt x="168" y="1537"/>
                      </a:cubicBezTo>
                      <a:cubicBezTo>
                        <a:pt x="164" y="1543"/>
                        <a:pt x="148" y="1549"/>
                        <a:pt x="147" y="1558"/>
                      </a:cubicBezTo>
                      <a:cubicBezTo>
                        <a:pt x="146" y="1568"/>
                        <a:pt x="166" y="1572"/>
                        <a:pt x="169" y="1570"/>
                      </a:cubicBezTo>
                      <a:cubicBezTo>
                        <a:pt x="173" y="1568"/>
                        <a:pt x="161" y="1559"/>
                        <a:pt x="161" y="1559"/>
                      </a:cubicBezTo>
                      <a:cubicBezTo>
                        <a:pt x="176" y="1556"/>
                        <a:pt x="176" y="1556"/>
                        <a:pt x="176" y="1556"/>
                      </a:cubicBezTo>
                      <a:cubicBezTo>
                        <a:pt x="176" y="1556"/>
                        <a:pt x="183" y="1561"/>
                        <a:pt x="187" y="1565"/>
                      </a:cubicBezTo>
                      <a:cubicBezTo>
                        <a:pt x="190" y="1570"/>
                        <a:pt x="214" y="1567"/>
                        <a:pt x="214" y="1567"/>
                      </a:cubicBezTo>
                      <a:cubicBezTo>
                        <a:pt x="214" y="1567"/>
                        <a:pt x="229" y="1574"/>
                        <a:pt x="235" y="1582"/>
                      </a:cubicBezTo>
                      <a:cubicBezTo>
                        <a:pt x="241" y="1590"/>
                        <a:pt x="222" y="1598"/>
                        <a:pt x="222" y="1598"/>
                      </a:cubicBezTo>
                      <a:cubicBezTo>
                        <a:pt x="228" y="1608"/>
                        <a:pt x="228" y="1608"/>
                        <a:pt x="228" y="1608"/>
                      </a:cubicBezTo>
                      <a:cubicBezTo>
                        <a:pt x="240" y="1604"/>
                        <a:pt x="240" y="1604"/>
                        <a:pt x="240" y="1604"/>
                      </a:cubicBezTo>
                      <a:cubicBezTo>
                        <a:pt x="240" y="1615"/>
                        <a:pt x="240" y="1615"/>
                        <a:pt x="240" y="1615"/>
                      </a:cubicBezTo>
                      <a:cubicBezTo>
                        <a:pt x="252" y="1620"/>
                        <a:pt x="252" y="1620"/>
                        <a:pt x="252" y="1620"/>
                      </a:cubicBezTo>
                      <a:cubicBezTo>
                        <a:pt x="257" y="1604"/>
                        <a:pt x="257" y="1604"/>
                        <a:pt x="257" y="1604"/>
                      </a:cubicBezTo>
                      <a:cubicBezTo>
                        <a:pt x="266" y="1620"/>
                        <a:pt x="266" y="1620"/>
                        <a:pt x="266" y="1620"/>
                      </a:cubicBezTo>
                      <a:cubicBezTo>
                        <a:pt x="266" y="1620"/>
                        <a:pt x="285" y="1620"/>
                        <a:pt x="283" y="1634"/>
                      </a:cubicBezTo>
                      <a:cubicBezTo>
                        <a:pt x="280" y="1648"/>
                        <a:pt x="258" y="1632"/>
                        <a:pt x="250" y="1630"/>
                      </a:cubicBezTo>
                      <a:cubicBezTo>
                        <a:pt x="241" y="1629"/>
                        <a:pt x="248" y="1643"/>
                        <a:pt x="248" y="1643"/>
                      </a:cubicBezTo>
                      <a:cubicBezTo>
                        <a:pt x="248" y="1643"/>
                        <a:pt x="269" y="1650"/>
                        <a:pt x="270" y="1665"/>
                      </a:cubicBezTo>
                      <a:cubicBezTo>
                        <a:pt x="271" y="1679"/>
                        <a:pt x="256" y="1674"/>
                        <a:pt x="256" y="1674"/>
                      </a:cubicBezTo>
                      <a:cubicBezTo>
                        <a:pt x="265" y="1686"/>
                        <a:pt x="265" y="1686"/>
                        <a:pt x="265" y="1686"/>
                      </a:cubicBezTo>
                      <a:cubicBezTo>
                        <a:pt x="274" y="1710"/>
                        <a:pt x="274" y="1710"/>
                        <a:pt x="274" y="1710"/>
                      </a:cubicBezTo>
                      <a:cubicBezTo>
                        <a:pt x="283" y="1681"/>
                        <a:pt x="283" y="1681"/>
                        <a:pt x="283" y="1681"/>
                      </a:cubicBezTo>
                      <a:cubicBezTo>
                        <a:pt x="283" y="1701"/>
                        <a:pt x="283" y="1701"/>
                        <a:pt x="283" y="1701"/>
                      </a:cubicBezTo>
                      <a:cubicBezTo>
                        <a:pt x="296" y="1717"/>
                        <a:pt x="296" y="1717"/>
                        <a:pt x="296" y="1717"/>
                      </a:cubicBezTo>
                      <a:cubicBezTo>
                        <a:pt x="280" y="1717"/>
                        <a:pt x="280" y="1717"/>
                        <a:pt x="280" y="1717"/>
                      </a:cubicBezTo>
                      <a:cubicBezTo>
                        <a:pt x="283" y="1730"/>
                        <a:pt x="283" y="1730"/>
                        <a:pt x="283" y="1730"/>
                      </a:cubicBezTo>
                      <a:cubicBezTo>
                        <a:pt x="298" y="1731"/>
                        <a:pt x="298" y="1731"/>
                        <a:pt x="298" y="1731"/>
                      </a:cubicBezTo>
                      <a:cubicBezTo>
                        <a:pt x="289" y="1739"/>
                        <a:pt x="289" y="1739"/>
                        <a:pt x="289" y="1739"/>
                      </a:cubicBezTo>
                      <a:cubicBezTo>
                        <a:pt x="309" y="1745"/>
                        <a:pt x="309" y="1745"/>
                        <a:pt x="309" y="1745"/>
                      </a:cubicBezTo>
                      <a:cubicBezTo>
                        <a:pt x="296" y="1753"/>
                        <a:pt x="296" y="1753"/>
                        <a:pt x="296" y="1753"/>
                      </a:cubicBezTo>
                      <a:cubicBezTo>
                        <a:pt x="315" y="1760"/>
                        <a:pt x="315" y="1760"/>
                        <a:pt x="315" y="1760"/>
                      </a:cubicBezTo>
                      <a:cubicBezTo>
                        <a:pt x="310" y="1770"/>
                        <a:pt x="310" y="1770"/>
                        <a:pt x="310" y="1770"/>
                      </a:cubicBezTo>
                      <a:cubicBezTo>
                        <a:pt x="322" y="1773"/>
                        <a:pt x="322" y="1773"/>
                        <a:pt x="322" y="1773"/>
                      </a:cubicBezTo>
                      <a:cubicBezTo>
                        <a:pt x="322" y="1773"/>
                        <a:pt x="324" y="1750"/>
                        <a:pt x="331" y="1762"/>
                      </a:cubicBezTo>
                      <a:cubicBezTo>
                        <a:pt x="338" y="1773"/>
                        <a:pt x="329" y="1779"/>
                        <a:pt x="323" y="1783"/>
                      </a:cubicBezTo>
                      <a:cubicBezTo>
                        <a:pt x="317" y="1786"/>
                        <a:pt x="323" y="1794"/>
                        <a:pt x="323" y="1794"/>
                      </a:cubicBezTo>
                      <a:cubicBezTo>
                        <a:pt x="343" y="1795"/>
                        <a:pt x="343" y="1795"/>
                        <a:pt x="343" y="1795"/>
                      </a:cubicBezTo>
                      <a:cubicBezTo>
                        <a:pt x="343" y="1795"/>
                        <a:pt x="344" y="1805"/>
                        <a:pt x="350" y="1810"/>
                      </a:cubicBezTo>
                      <a:cubicBezTo>
                        <a:pt x="356" y="1815"/>
                        <a:pt x="373" y="1824"/>
                        <a:pt x="373" y="1824"/>
                      </a:cubicBezTo>
                      <a:cubicBezTo>
                        <a:pt x="370" y="1802"/>
                        <a:pt x="370" y="1802"/>
                        <a:pt x="370" y="1802"/>
                      </a:cubicBezTo>
                      <a:cubicBezTo>
                        <a:pt x="370" y="1802"/>
                        <a:pt x="391" y="1810"/>
                        <a:pt x="407" y="1821"/>
                      </a:cubicBezTo>
                      <a:cubicBezTo>
                        <a:pt x="422" y="1831"/>
                        <a:pt x="409" y="1841"/>
                        <a:pt x="409" y="1841"/>
                      </a:cubicBezTo>
                      <a:cubicBezTo>
                        <a:pt x="420" y="1848"/>
                        <a:pt x="420" y="1848"/>
                        <a:pt x="420" y="1848"/>
                      </a:cubicBezTo>
                      <a:cubicBezTo>
                        <a:pt x="419" y="1861"/>
                        <a:pt x="419" y="1861"/>
                        <a:pt x="419" y="1861"/>
                      </a:cubicBezTo>
                      <a:cubicBezTo>
                        <a:pt x="458" y="1861"/>
                        <a:pt x="458" y="1861"/>
                        <a:pt x="458" y="1861"/>
                      </a:cubicBezTo>
                      <a:cubicBezTo>
                        <a:pt x="462" y="1868"/>
                        <a:pt x="462" y="1868"/>
                        <a:pt x="462" y="1868"/>
                      </a:cubicBezTo>
                      <a:cubicBezTo>
                        <a:pt x="442" y="1868"/>
                        <a:pt x="442" y="1868"/>
                        <a:pt x="442" y="1868"/>
                      </a:cubicBezTo>
                      <a:cubicBezTo>
                        <a:pt x="434" y="1876"/>
                        <a:pt x="434" y="1876"/>
                        <a:pt x="434" y="1876"/>
                      </a:cubicBezTo>
                      <a:cubicBezTo>
                        <a:pt x="421" y="1877"/>
                        <a:pt x="421" y="1877"/>
                        <a:pt x="421" y="1877"/>
                      </a:cubicBezTo>
                      <a:cubicBezTo>
                        <a:pt x="410" y="1889"/>
                        <a:pt x="410" y="1889"/>
                        <a:pt x="410" y="1889"/>
                      </a:cubicBezTo>
                      <a:cubicBezTo>
                        <a:pt x="430" y="1892"/>
                        <a:pt x="430" y="1892"/>
                        <a:pt x="430" y="1892"/>
                      </a:cubicBezTo>
                      <a:cubicBezTo>
                        <a:pt x="426" y="1902"/>
                        <a:pt x="426" y="1902"/>
                        <a:pt x="426" y="1902"/>
                      </a:cubicBezTo>
                      <a:cubicBezTo>
                        <a:pt x="442" y="1900"/>
                        <a:pt x="442" y="1900"/>
                        <a:pt x="442" y="1900"/>
                      </a:cubicBezTo>
                      <a:cubicBezTo>
                        <a:pt x="444" y="1887"/>
                        <a:pt x="444" y="1887"/>
                        <a:pt x="444" y="1887"/>
                      </a:cubicBezTo>
                      <a:cubicBezTo>
                        <a:pt x="459" y="1893"/>
                        <a:pt x="459" y="1893"/>
                        <a:pt x="459" y="1893"/>
                      </a:cubicBezTo>
                      <a:cubicBezTo>
                        <a:pt x="459" y="1893"/>
                        <a:pt x="477" y="1868"/>
                        <a:pt x="486" y="1875"/>
                      </a:cubicBezTo>
                      <a:cubicBezTo>
                        <a:pt x="496" y="1882"/>
                        <a:pt x="467" y="1907"/>
                        <a:pt x="467" y="1907"/>
                      </a:cubicBezTo>
                      <a:cubicBezTo>
                        <a:pt x="467" y="1907"/>
                        <a:pt x="464" y="1900"/>
                        <a:pt x="455" y="1901"/>
                      </a:cubicBezTo>
                      <a:cubicBezTo>
                        <a:pt x="447" y="1902"/>
                        <a:pt x="452" y="1913"/>
                        <a:pt x="452" y="1913"/>
                      </a:cubicBezTo>
                      <a:cubicBezTo>
                        <a:pt x="440" y="1913"/>
                        <a:pt x="440" y="1913"/>
                        <a:pt x="440" y="1913"/>
                      </a:cubicBezTo>
                      <a:cubicBezTo>
                        <a:pt x="431" y="1910"/>
                        <a:pt x="419" y="1921"/>
                        <a:pt x="419" y="1921"/>
                      </a:cubicBezTo>
                      <a:cubicBezTo>
                        <a:pt x="428" y="1927"/>
                        <a:pt x="428" y="1927"/>
                        <a:pt x="428" y="1927"/>
                      </a:cubicBezTo>
                      <a:cubicBezTo>
                        <a:pt x="430" y="1945"/>
                        <a:pt x="430" y="1945"/>
                        <a:pt x="430" y="1945"/>
                      </a:cubicBezTo>
                      <a:cubicBezTo>
                        <a:pt x="450" y="1935"/>
                        <a:pt x="450" y="1935"/>
                        <a:pt x="450" y="1935"/>
                      </a:cubicBezTo>
                      <a:cubicBezTo>
                        <a:pt x="450" y="1935"/>
                        <a:pt x="455" y="1946"/>
                        <a:pt x="461" y="1945"/>
                      </a:cubicBezTo>
                      <a:cubicBezTo>
                        <a:pt x="466" y="1944"/>
                        <a:pt x="467" y="1924"/>
                        <a:pt x="476" y="191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4" name="Freeform 326"/>
                <p:cNvSpPr>
                  <a:spLocks/>
                </p:cNvSpPr>
                <p:nvPr/>
              </p:nvSpPr>
              <p:spPr bwMode="gray">
                <a:xfrm>
                  <a:off x="-14398" y="-12507"/>
                  <a:ext cx="406" cy="262"/>
                </a:xfrm>
                <a:custGeom>
                  <a:avLst/>
                  <a:gdLst>
                    <a:gd name="T0" fmla="*/ 165 w 172"/>
                    <a:gd name="T1" fmla="*/ 68 h 111"/>
                    <a:gd name="T2" fmla="*/ 128 w 172"/>
                    <a:gd name="T3" fmla="*/ 43 h 111"/>
                    <a:gd name="T4" fmla="*/ 97 w 172"/>
                    <a:gd name="T5" fmla="*/ 32 h 111"/>
                    <a:gd name="T6" fmla="*/ 75 w 172"/>
                    <a:gd name="T7" fmla="*/ 5 h 111"/>
                    <a:gd name="T8" fmla="*/ 29 w 172"/>
                    <a:gd name="T9" fmla="*/ 0 h 111"/>
                    <a:gd name="T10" fmla="*/ 15 w 172"/>
                    <a:gd name="T11" fmla="*/ 4 h 111"/>
                    <a:gd name="T12" fmla="*/ 21 w 172"/>
                    <a:gd name="T13" fmla="*/ 26 h 111"/>
                    <a:gd name="T14" fmla="*/ 14 w 172"/>
                    <a:gd name="T15" fmla="*/ 48 h 111"/>
                    <a:gd name="T16" fmla="*/ 3 w 172"/>
                    <a:gd name="T17" fmla="*/ 73 h 111"/>
                    <a:gd name="T18" fmla="*/ 10 w 172"/>
                    <a:gd name="T19" fmla="*/ 97 h 111"/>
                    <a:gd name="T20" fmla="*/ 0 w 172"/>
                    <a:gd name="T21" fmla="*/ 84 h 111"/>
                    <a:gd name="T22" fmla="*/ 23 w 172"/>
                    <a:gd name="T23" fmla="*/ 111 h 111"/>
                    <a:gd name="T24" fmla="*/ 56 w 172"/>
                    <a:gd name="T25" fmla="*/ 87 h 111"/>
                    <a:gd name="T26" fmla="*/ 118 w 172"/>
                    <a:gd name="T27" fmla="*/ 89 h 111"/>
                    <a:gd name="T28" fmla="*/ 161 w 172"/>
                    <a:gd name="T29" fmla="*/ 89 h 111"/>
                    <a:gd name="T30" fmla="*/ 165 w 172"/>
                    <a:gd name="T31" fmla="*/ 68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72" h="111">
                      <a:moveTo>
                        <a:pt x="165" y="68"/>
                      </a:moveTo>
                      <a:cubicBezTo>
                        <a:pt x="165" y="68"/>
                        <a:pt x="143" y="49"/>
                        <a:pt x="128" y="43"/>
                      </a:cubicBezTo>
                      <a:cubicBezTo>
                        <a:pt x="114" y="38"/>
                        <a:pt x="108" y="36"/>
                        <a:pt x="97" y="32"/>
                      </a:cubicBezTo>
                      <a:cubicBezTo>
                        <a:pt x="87" y="28"/>
                        <a:pt x="81" y="9"/>
                        <a:pt x="75" y="5"/>
                      </a:cubicBezTo>
                      <a:cubicBezTo>
                        <a:pt x="69" y="2"/>
                        <a:pt x="46" y="0"/>
                        <a:pt x="29" y="0"/>
                      </a:cubicBezTo>
                      <a:cubicBezTo>
                        <a:pt x="22" y="0"/>
                        <a:pt x="18" y="2"/>
                        <a:pt x="15" y="4"/>
                      </a:cubicBezTo>
                      <a:cubicBezTo>
                        <a:pt x="17" y="10"/>
                        <a:pt x="21" y="20"/>
                        <a:pt x="21" y="26"/>
                      </a:cubicBezTo>
                      <a:cubicBezTo>
                        <a:pt x="20" y="36"/>
                        <a:pt x="16" y="39"/>
                        <a:pt x="14" y="48"/>
                      </a:cubicBezTo>
                      <a:cubicBezTo>
                        <a:pt x="11" y="57"/>
                        <a:pt x="3" y="73"/>
                        <a:pt x="3" y="73"/>
                      </a:cubicBezTo>
                      <a:cubicBezTo>
                        <a:pt x="10" y="97"/>
                        <a:pt x="10" y="97"/>
                        <a:pt x="10" y="97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23" y="111"/>
                        <a:pt x="23" y="111"/>
                        <a:pt x="23" y="111"/>
                      </a:cubicBezTo>
                      <a:cubicBezTo>
                        <a:pt x="56" y="87"/>
                        <a:pt x="56" y="87"/>
                        <a:pt x="56" y="87"/>
                      </a:cubicBezTo>
                      <a:cubicBezTo>
                        <a:pt x="56" y="87"/>
                        <a:pt x="85" y="87"/>
                        <a:pt x="118" y="89"/>
                      </a:cubicBezTo>
                      <a:cubicBezTo>
                        <a:pt x="131" y="90"/>
                        <a:pt x="153" y="93"/>
                        <a:pt x="161" y="89"/>
                      </a:cubicBezTo>
                      <a:cubicBezTo>
                        <a:pt x="172" y="83"/>
                        <a:pt x="165" y="68"/>
                        <a:pt x="165" y="6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5" name="Freeform 327"/>
                <p:cNvSpPr>
                  <a:spLocks/>
                </p:cNvSpPr>
                <p:nvPr/>
              </p:nvSpPr>
              <p:spPr bwMode="gray">
                <a:xfrm>
                  <a:off x="-14660" y="-12510"/>
                  <a:ext cx="311" cy="251"/>
                </a:xfrm>
                <a:custGeom>
                  <a:avLst/>
                  <a:gdLst>
                    <a:gd name="T0" fmla="*/ 114 w 132"/>
                    <a:gd name="T1" fmla="*/ 74 h 106"/>
                    <a:gd name="T2" fmla="*/ 125 w 132"/>
                    <a:gd name="T3" fmla="*/ 49 h 106"/>
                    <a:gd name="T4" fmla="*/ 132 w 132"/>
                    <a:gd name="T5" fmla="*/ 27 h 106"/>
                    <a:gd name="T6" fmla="*/ 126 w 132"/>
                    <a:gd name="T7" fmla="*/ 5 h 106"/>
                    <a:gd name="T8" fmla="*/ 120 w 132"/>
                    <a:gd name="T9" fmla="*/ 12 h 106"/>
                    <a:gd name="T10" fmla="*/ 70 w 132"/>
                    <a:gd name="T11" fmla="*/ 0 h 106"/>
                    <a:gd name="T12" fmla="*/ 43 w 132"/>
                    <a:gd name="T13" fmla="*/ 10 h 106"/>
                    <a:gd name="T14" fmla="*/ 68 w 132"/>
                    <a:gd name="T15" fmla="*/ 17 h 106"/>
                    <a:gd name="T16" fmla="*/ 87 w 132"/>
                    <a:gd name="T17" fmla="*/ 31 h 106"/>
                    <a:gd name="T18" fmla="*/ 74 w 132"/>
                    <a:gd name="T19" fmla="*/ 49 h 106"/>
                    <a:gd name="T20" fmla="*/ 72 w 132"/>
                    <a:gd name="T21" fmla="*/ 70 h 106"/>
                    <a:gd name="T22" fmla="*/ 31 w 132"/>
                    <a:gd name="T23" fmla="*/ 64 h 106"/>
                    <a:gd name="T24" fmla="*/ 0 w 132"/>
                    <a:gd name="T25" fmla="*/ 72 h 106"/>
                    <a:gd name="T26" fmla="*/ 26 w 132"/>
                    <a:gd name="T27" fmla="*/ 102 h 106"/>
                    <a:gd name="T28" fmla="*/ 43 w 132"/>
                    <a:gd name="T29" fmla="*/ 87 h 106"/>
                    <a:gd name="T30" fmla="*/ 74 w 132"/>
                    <a:gd name="T31" fmla="*/ 89 h 106"/>
                    <a:gd name="T32" fmla="*/ 111 w 132"/>
                    <a:gd name="T33" fmla="*/ 85 h 106"/>
                    <a:gd name="T34" fmla="*/ 121 w 132"/>
                    <a:gd name="T35" fmla="*/ 98 h 106"/>
                    <a:gd name="T36" fmla="*/ 114 w 132"/>
                    <a:gd name="T37" fmla="*/ 7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2" h="106">
                      <a:moveTo>
                        <a:pt x="114" y="74"/>
                      </a:moveTo>
                      <a:cubicBezTo>
                        <a:pt x="114" y="74"/>
                        <a:pt x="122" y="58"/>
                        <a:pt x="125" y="49"/>
                      </a:cubicBezTo>
                      <a:cubicBezTo>
                        <a:pt x="127" y="40"/>
                        <a:pt x="131" y="37"/>
                        <a:pt x="132" y="27"/>
                      </a:cubicBezTo>
                      <a:cubicBezTo>
                        <a:pt x="132" y="21"/>
                        <a:pt x="128" y="11"/>
                        <a:pt x="126" y="5"/>
                      </a:cubicBezTo>
                      <a:cubicBezTo>
                        <a:pt x="121" y="8"/>
                        <a:pt x="120" y="12"/>
                        <a:pt x="120" y="12"/>
                      </a:cubicBezTo>
                      <a:cubicBezTo>
                        <a:pt x="120" y="12"/>
                        <a:pt x="85" y="0"/>
                        <a:pt x="70" y="0"/>
                      </a:cubicBezTo>
                      <a:cubicBezTo>
                        <a:pt x="56" y="0"/>
                        <a:pt x="49" y="2"/>
                        <a:pt x="43" y="10"/>
                      </a:cubicBezTo>
                      <a:cubicBezTo>
                        <a:pt x="37" y="17"/>
                        <a:pt x="62" y="17"/>
                        <a:pt x="68" y="17"/>
                      </a:cubicBezTo>
                      <a:cubicBezTo>
                        <a:pt x="74" y="17"/>
                        <a:pt x="87" y="31"/>
                        <a:pt x="87" y="31"/>
                      </a:cubicBezTo>
                      <a:cubicBezTo>
                        <a:pt x="87" y="31"/>
                        <a:pt x="72" y="34"/>
                        <a:pt x="74" y="49"/>
                      </a:cubicBezTo>
                      <a:cubicBezTo>
                        <a:pt x="76" y="65"/>
                        <a:pt x="84" y="70"/>
                        <a:pt x="72" y="70"/>
                      </a:cubicBezTo>
                      <a:cubicBezTo>
                        <a:pt x="59" y="70"/>
                        <a:pt x="39" y="63"/>
                        <a:pt x="31" y="64"/>
                      </a:cubicBezTo>
                      <a:cubicBezTo>
                        <a:pt x="22" y="66"/>
                        <a:pt x="6" y="62"/>
                        <a:pt x="0" y="72"/>
                      </a:cubicBezTo>
                      <a:cubicBezTo>
                        <a:pt x="0" y="72"/>
                        <a:pt x="18" y="98"/>
                        <a:pt x="26" y="102"/>
                      </a:cubicBezTo>
                      <a:cubicBezTo>
                        <a:pt x="35" y="106"/>
                        <a:pt x="43" y="87"/>
                        <a:pt x="43" y="87"/>
                      </a:cubicBezTo>
                      <a:cubicBezTo>
                        <a:pt x="43" y="87"/>
                        <a:pt x="57" y="89"/>
                        <a:pt x="74" y="89"/>
                      </a:cubicBezTo>
                      <a:cubicBezTo>
                        <a:pt x="90" y="89"/>
                        <a:pt x="111" y="85"/>
                        <a:pt x="111" y="85"/>
                      </a:cubicBezTo>
                      <a:cubicBezTo>
                        <a:pt x="121" y="98"/>
                        <a:pt x="121" y="98"/>
                        <a:pt x="121" y="98"/>
                      </a:cubicBezTo>
                      <a:lnTo>
                        <a:pt x="114" y="7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6" name="Freeform 328"/>
                <p:cNvSpPr>
                  <a:spLocks noEditPoints="1"/>
                </p:cNvSpPr>
                <p:nvPr/>
              </p:nvSpPr>
              <p:spPr bwMode="gray">
                <a:xfrm>
                  <a:off x="-12589" y="-16443"/>
                  <a:ext cx="7205" cy="6196"/>
                </a:xfrm>
                <a:custGeom>
                  <a:avLst/>
                  <a:gdLst>
                    <a:gd name="T0" fmla="*/ 3045 w 3050"/>
                    <a:gd name="T1" fmla="*/ 429 h 2623"/>
                    <a:gd name="T2" fmla="*/ 3017 w 3050"/>
                    <a:gd name="T3" fmla="*/ 487 h 2623"/>
                    <a:gd name="T4" fmla="*/ 3043 w 3050"/>
                    <a:gd name="T5" fmla="*/ 495 h 2623"/>
                    <a:gd name="T6" fmla="*/ 3048 w 3050"/>
                    <a:gd name="T7" fmla="*/ 446 h 2623"/>
                    <a:gd name="T8" fmla="*/ 2944 w 3050"/>
                    <a:gd name="T9" fmla="*/ 106 h 2623"/>
                    <a:gd name="T10" fmla="*/ 2924 w 3050"/>
                    <a:gd name="T11" fmla="*/ 87 h 2623"/>
                    <a:gd name="T12" fmla="*/ 2899 w 3050"/>
                    <a:gd name="T13" fmla="*/ 85 h 2623"/>
                    <a:gd name="T14" fmla="*/ 2877 w 3050"/>
                    <a:gd name="T15" fmla="*/ 77 h 2623"/>
                    <a:gd name="T16" fmla="*/ 2843 w 3050"/>
                    <a:gd name="T17" fmla="*/ 61 h 2623"/>
                    <a:gd name="T18" fmla="*/ 2800 w 3050"/>
                    <a:gd name="T19" fmla="*/ 37 h 2623"/>
                    <a:gd name="T20" fmla="*/ 2771 w 3050"/>
                    <a:gd name="T21" fmla="*/ 12 h 2623"/>
                    <a:gd name="T22" fmla="*/ 2715 w 3050"/>
                    <a:gd name="T23" fmla="*/ 12 h 2623"/>
                    <a:gd name="T24" fmla="*/ 2686 w 3050"/>
                    <a:gd name="T25" fmla="*/ 60 h 2623"/>
                    <a:gd name="T26" fmla="*/ 2635 w 3050"/>
                    <a:gd name="T27" fmla="*/ 97 h 2623"/>
                    <a:gd name="T28" fmla="*/ 2580 w 3050"/>
                    <a:gd name="T29" fmla="*/ 75 h 2623"/>
                    <a:gd name="T30" fmla="*/ 2550 w 3050"/>
                    <a:gd name="T31" fmla="*/ 125 h 2623"/>
                    <a:gd name="T32" fmla="*/ 2495 w 3050"/>
                    <a:gd name="T33" fmla="*/ 124 h 2623"/>
                    <a:gd name="T34" fmla="*/ 2450 w 3050"/>
                    <a:gd name="T35" fmla="*/ 161 h 2623"/>
                    <a:gd name="T36" fmla="*/ 2514 w 3050"/>
                    <a:gd name="T37" fmla="*/ 184 h 2623"/>
                    <a:gd name="T38" fmla="*/ 2572 w 3050"/>
                    <a:gd name="T39" fmla="*/ 199 h 2623"/>
                    <a:gd name="T40" fmla="*/ 2597 w 3050"/>
                    <a:gd name="T41" fmla="*/ 248 h 2623"/>
                    <a:gd name="T42" fmla="*/ 2617 w 3050"/>
                    <a:gd name="T43" fmla="*/ 320 h 2623"/>
                    <a:gd name="T44" fmla="*/ 2576 w 3050"/>
                    <a:gd name="T45" fmla="*/ 391 h 2623"/>
                    <a:gd name="T46" fmla="*/ 2578 w 3050"/>
                    <a:gd name="T47" fmla="*/ 414 h 2623"/>
                    <a:gd name="T48" fmla="*/ 2612 w 3050"/>
                    <a:gd name="T49" fmla="*/ 437 h 2623"/>
                    <a:gd name="T50" fmla="*/ 2651 w 3050"/>
                    <a:gd name="T51" fmla="*/ 441 h 2623"/>
                    <a:gd name="T52" fmla="*/ 2673 w 3050"/>
                    <a:gd name="T53" fmla="*/ 434 h 2623"/>
                    <a:gd name="T54" fmla="*/ 2697 w 3050"/>
                    <a:gd name="T55" fmla="*/ 446 h 2623"/>
                    <a:gd name="T56" fmla="*/ 2717 w 3050"/>
                    <a:gd name="T57" fmla="*/ 454 h 2623"/>
                    <a:gd name="T58" fmla="*/ 2742 w 3050"/>
                    <a:gd name="T59" fmla="*/ 463 h 2623"/>
                    <a:gd name="T60" fmla="*/ 2763 w 3050"/>
                    <a:gd name="T61" fmla="*/ 453 h 2623"/>
                    <a:gd name="T62" fmla="*/ 2822 w 3050"/>
                    <a:gd name="T63" fmla="*/ 397 h 2623"/>
                    <a:gd name="T64" fmla="*/ 2882 w 3050"/>
                    <a:gd name="T65" fmla="*/ 421 h 2623"/>
                    <a:gd name="T66" fmla="*/ 2957 w 3050"/>
                    <a:gd name="T67" fmla="*/ 388 h 2623"/>
                    <a:gd name="T68" fmla="*/ 2950 w 3050"/>
                    <a:gd name="T69" fmla="*/ 367 h 2623"/>
                    <a:gd name="T70" fmla="*/ 2940 w 3050"/>
                    <a:gd name="T71" fmla="*/ 335 h 2623"/>
                    <a:gd name="T72" fmla="*/ 2922 w 3050"/>
                    <a:gd name="T73" fmla="*/ 314 h 2623"/>
                    <a:gd name="T74" fmla="*/ 2939 w 3050"/>
                    <a:gd name="T75" fmla="*/ 289 h 2623"/>
                    <a:gd name="T76" fmla="*/ 2934 w 3050"/>
                    <a:gd name="T77" fmla="*/ 263 h 2623"/>
                    <a:gd name="T78" fmla="*/ 2902 w 3050"/>
                    <a:gd name="T79" fmla="*/ 259 h 2623"/>
                    <a:gd name="T80" fmla="*/ 2918 w 3050"/>
                    <a:gd name="T81" fmla="*/ 226 h 2623"/>
                    <a:gd name="T82" fmla="*/ 2943 w 3050"/>
                    <a:gd name="T83" fmla="*/ 198 h 2623"/>
                    <a:gd name="T84" fmla="*/ 2966 w 3050"/>
                    <a:gd name="T85" fmla="*/ 186 h 2623"/>
                    <a:gd name="T86" fmla="*/ 2976 w 3050"/>
                    <a:gd name="T87" fmla="*/ 128 h 2623"/>
                    <a:gd name="T88" fmla="*/ 2982 w 3050"/>
                    <a:gd name="T89" fmla="*/ 106 h 2623"/>
                    <a:gd name="T90" fmla="*/ 90 w 3050"/>
                    <a:gd name="T91" fmla="*/ 2439 h 2623"/>
                    <a:gd name="T92" fmla="*/ 32 w 3050"/>
                    <a:gd name="T93" fmla="*/ 2444 h 2623"/>
                    <a:gd name="T94" fmla="*/ 32 w 3050"/>
                    <a:gd name="T95" fmla="*/ 2544 h 2623"/>
                    <a:gd name="T96" fmla="*/ 11 w 3050"/>
                    <a:gd name="T97" fmla="*/ 2594 h 2623"/>
                    <a:gd name="T98" fmla="*/ 38 w 3050"/>
                    <a:gd name="T99" fmla="*/ 2611 h 2623"/>
                    <a:gd name="T100" fmla="*/ 62 w 3050"/>
                    <a:gd name="T101" fmla="*/ 2610 h 2623"/>
                    <a:gd name="T102" fmla="*/ 108 w 3050"/>
                    <a:gd name="T103" fmla="*/ 2570 h 2623"/>
                    <a:gd name="T104" fmla="*/ 125 w 3050"/>
                    <a:gd name="T105" fmla="*/ 2479 h 26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050" h="2623">
                      <a:moveTo>
                        <a:pt x="3048" y="446"/>
                      </a:moveTo>
                      <a:cubicBezTo>
                        <a:pt x="3043" y="444"/>
                        <a:pt x="3043" y="444"/>
                        <a:pt x="3043" y="444"/>
                      </a:cubicBezTo>
                      <a:cubicBezTo>
                        <a:pt x="3043" y="444"/>
                        <a:pt x="3049" y="436"/>
                        <a:pt x="3045" y="429"/>
                      </a:cubicBezTo>
                      <a:cubicBezTo>
                        <a:pt x="3041" y="422"/>
                        <a:pt x="3033" y="440"/>
                        <a:pt x="3033" y="440"/>
                      </a:cubicBezTo>
                      <a:cubicBezTo>
                        <a:pt x="3033" y="440"/>
                        <a:pt x="3004" y="453"/>
                        <a:pt x="3007" y="467"/>
                      </a:cubicBezTo>
                      <a:cubicBezTo>
                        <a:pt x="3010" y="481"/>
                        <a:pt x="3017" y="487"/>
                        <a:pt x="3017" y="487"/>
                      </a:cubicBezTo>
                      <a:cubicBezTo>
                        <a:pt x="3017" y="487"/>
                        <a:pt x="3008" y="498"/>
                        <a:pt x="3016" y="505"/>
                      </a:cubicBezTo>
                      <a:cubicBezTo>
                        <a:pt x="3024" y="512"/>
                        <a:pt x="3033" y="513"/>
                        <a:pt x="3033" y="513"/>
                      </a:cubicBezTo>
                      <a:cubicBezTo>
                        <a:pt x="3033" y="513"/>
                        <a:pt x="3043" y="506"/>
                        <a:pt x="3043" y="495"/>
                      </a:cubicBezTo>
                      <a:cubicBezTo>
                        <a:pt x="3043" y="484"/>
                        <a:pt x="3042" y="481"/>
                        <a:pt x="3042" y="481"/>
                      </a:cubicBezTo>
                      <a:cubicBezTo>
                        <a:pt x="3050" y="477"/>
                        <a:pt x="3050" y="477"/>
                        <a:pt x="3050" y="477"/>
                      </a:cubicBezTo>
                      <a:lnTo>
                        <a:pt x="3048" y="446"/>
                      </a:lnTo>
                      <a:close/>
                      <a:moveTo>
                        <a:pt x="2964" y="107"/>
                      </a:moveTo>
                      <a:cubicBezTo>
                        <a:pt x="2964" y="103"/>
                        <a:pt x="2964" y="103"/>
                        <a:pt x="2964" y="103"/>
                      </a:cubicBezTo>
                      <a:cubicBezTo>
                        <a:pt x="2964" y="103"/>
                        <a:pt x="2950" y="107"/>
                        <a:pt x="2944" y="106"/>
                      </a:cubicBezTo>
                      <a:cubicBezTo>
                        <a:pt x="2938" y="105"/>
                        <a:pt x="2940" y="100"/>
                        <a:pt x="2940" y="100"/>
                      </a:cubicBezTo>
                      <a:cubicBezTo>
                        <a:pt x="2923" y="100"/>
                        <a:pt x="2923" y="100"/>
                        <a:pt x="2923" y="100"/>
                      </a:cubicBezTo>
                      <a:cubicBezTo>
                        <a:pt x="2923" y="100"/>
                        <a:pt x="2927" y="90"/>
                        <a:pt x="2924" y="87"/>
                      </a:cubicBezTo>
                      <a:cubicBezTo>
                        <a:pt x="2921" y="84"/>
                        <a:pt x="2919" y="80"/>
                        <a:pt x="2919" y="80"/>
                      </a:cubicBezTo>
                      <a:cubicBezTo>
                        <a:pt x="2908" y="78"/>
                        <a:pt x="2908" y="78"/>
                        <a:pt x="2908" y="78"/>
                      </a:cubicBezTo>
                      <a:cubicBezTo>
                        <a:pt x="2899" y="85"/>
                        <a:pt x="2899" y="85"/>
                        <a:pt x="2899" y="85"/>
                      </a:cubicBezTo>
                      <a:cubicBezTo>
                        <a:pt x="2894" y="81"/>
                        <a:pt x="2894" y="81"/>
                        <a:pt x="2894" y="81"/>
                      </a:cubicBezTo>
                      <a:cubicBezTo>
                        <a:pt x="2880" y="81"/>
                        <a:pt x="2880" y="81"/>
                        <a:pt x="2880" y="81"/>
                      </a:cubicBezTo>
                      <a:cubicBezTo>
                        <a:pt x="2880" y="81"/>
                        <a:pt x="2879" y="80"/>
                        <a:pt x="2877" y="77"/>
                      </a:cubicBezTo>
                      <a:cubicBezTo>
                        <a:pt x="2875" y="74"/>
                        <a:pt x="2853" y="70"/>
                        <a:pt x="2853" y="70"/>
                      </a:cubicBezTo>
                      <a:cubicBezTo>
                        <a:pt x="2853" y="54"/>
                        <a:pt x="2853" y="54"/>
                        <a:pt x="2853" y="54"/>
                      </a:cubicBezTo>
                      <a:cubicBezTo>
                        <a:pt x="2843" y="61"/>
                        <a:pt x="2843" y="61"/>
                        <a:pt x="2843" y="61"/>
                      </a:cubicBezTo>
                      <a:cubicBezTo>
                        <a:pt x="2828" y="61"/>
                        <a:pt x="2828" y="61"/>
                        <a:pt x="2828" y="61"/>
                      </a:cubicBezTo>
                      <a:cubicBezTo>
                        <a:pt x="2828" y="61"/>
                        <a:pt x="2828" y="45"/>
                        <a:pt x="2823" y="42"/>
                      </a:cubicBezTo>
                      <a:cubicBezTo>
                        <a:pt x="2818" y="39"/>
                        <a:pt x="2800" y="37"/>
                        <a:pt x="2800" y="37"/>
                      </a:cubicBezTo>
                      <a:cubicBezTo>
                        <a:pt x="2793" y="30"/>
                        <a:pt x="2793" y="30"/>
                        <a:pt x="2793" y="30"/>
                      </a:cubicBezTo>
                      <a:cubicBezTo>
                        <a:pt x="2777" y="26"/>
                        <a:pt x="2777" y="26"/>
                        <a:pt x="2777" y="26"/>
                      </a:cubicBezTo>
                      <a:cubicBezTo>
                        <a:pt x="2771" y="12"/>
                        <a:pt x="2771" y="12"/>
                        <a:pt x="2771" y="12"/>
                      </a:cubicBezTo>
                      <a:cubicBezTo>
                        <a:pt x="2772" y="3"/>
                        <a:pt x="2772" y="3"/>
                        <a:pt x="2772" y="3"/>
                      </a:cubicBezTo>
                      <a:cubicBezTo>
                        <a:pt x="2772" y="3"/>
                        <a:pt x="2756" y="0"/>
                        <a:pt x="2746" y="4"/>
                      </a:cubicBezTo>
                      <a:cubicBezTo>
                        <a:pt x="2736" y="8"/>
                        <a:pt x="2711" y="4"/>
                        <a:pt x="2715" y="12"/>
                      </a:cubicBezTo>
                      <a:cubicBezTo>
                        <a:pt x="2719" y="20"/>
                        <a:pt x="2722" y="27"/>
                        <a:pt x="2722" y="27"/>
                      </a:cubicBezTo>
                      <a:cubicBezTo>
                        <a:pt x="2722" y="27"/>
                        <a:pt x="2730" y="44"/>
                        <a:pt x="2719" y="52"/>
                      </a:cubicBezTo>
                      <a:cubicBezTo>
                        <a:pt x="2708" y="60"/>
                        <a:pt x="2686" y="60"/>
                        <a:pt x="2686" y="60"/>
                      </a:cubicBezTo>
                      <a:cubicBezTo>
                        <a:pt x="2661" y="80"/>
                        <a:pt x="2661" y="80"/>
                        <a:pt x="2661" y="80"/>
                      </a:cubicBezTo>
                      <a:cubicBezTo>
                        <a:pt x="2670" y="86"/>
                        <a:pt x="2670" y="86"/>
                        <a:pt x="2670" y="86"/>
                      </a:cubicBezTo>
                      <a:cubicBezTo>
                        <a:pt x="2670" y="86"/>
                        <a:pt x="2650" y="98"/>
                        <a:pt x="2635" y="97"/>
                      </a:cubicBezTo>
                      <a:cubicBezTo>
                        <a:pt x="2620" y="96"/>
                        <a:pt x="2611" y="91"/>
                        <a:pt x="2611" y="91"/>
                      </a:cubicBezTo>
                      <a:cubicBezTo>
                        <a:pt x="2600" y="76"/>
                        <a:pt x="2600" y="76"/>
                        <a:pt x="2600" y="76"/>
                      </a:cubicBezTo>
                      <a:cubicBezTo>
                        <a:pt x="2600" y="76"/>
                        <a:pt x="2579" y="68"/>
                        <a:pt x="2580" y="75"/>
                      </a:cubicBezTo>
                      <a:cubicBezTo>
                        <a:pt x="2581" y="82"/>
                        <a:pt x="2592" y="96"/>
                        <a:pt x="2592" y="96"/>
                      </a:cubicBezTo>
                      <a:cubicBezTo>
                        <a:pt x="2592" y="96"/>
                        <a:pt x="2605" y="120"/>
                        <a:pt x="2587" y="123"/>
                      </a:cubicBezTo>
                      <a:cubicBezTo>
                        <a:pt x="2569" y="126"/>
                        <a:pt x="2550" y="125"/>
                        <a:pt x="2550" y="125"/>
                      </a:cubicBezTo>
                      <a:cubicBezTo>
                        <a:pt x="2543" y="136"/>
                        <a:pt x="2543" y="136"/>
                        <a:pt x="2543" y="136"/>
                      </a:cubicBezTo>
                      <a:cubicBezTo>
                        <a:pt x="2543" y="136"/>
                        <a:pt x="2527" y="116"/>
                        <a:pt x="2521" y="117"/>
                      </a:cubicBezTo>
                      <a:cubicBezTo>
                        <a:pt x="2515" y="118"/>
                        <a:pt x="2495" y="124"/>
                        <a:pt x="2495" y="124"/>
                      </a:cubicBezTo>
                      <a:cubicBezTo>
                        <a:pt x="2495" y="124"/>
                        <a:pt x="2459" y="129"/>
                        <a:pt x="2456" y="136"/>
                      </a:cubicBezTo>
                      <a:cubicBezTo>
                        <a:pt x="2453" y="143"/>
                        <a:pt x="2475" y="149"/>
                        <a:pt x="2474" y="152"/>
                      </a:cubicBezTo>
                      <a:cubicBezTo>
                        <a:pt x="2473" y="155"/>
                        <a:pt x="2444" y="153"/>
                        <a:pt x="2450" y="161"/>
                      </a:cubicBezTo>
                      <a:cubicBezTo>
                        <a:pt x="2456" y="169"/>
                        <a:pt x="2475" y="170"/>
                        <a:pt x="2475" y="170"/>
                      </a:cubicBezTo>
                      <a:cubicBezTo>
                        <a:pt x="2482" y="166"/>
                        <a:pt x="2482" y="166"/>
                        <a:pt x="2482" y="166"/>
                      </a:cubicBezTo>
                      <a:cubicBezTo>
                        <a:pt x="2514" y="184"/>
                        <a:pt x="2514" y="184"/>
                        <a:pt x="2514" y="184"/>
                      </a:cubicBezTo>
                      <a:cubicBezTo>
                        <a:pt x="2534" y="184"/>
                        <a:pt x="2534" y="184"/>
                        <a:pt x="2534" y="184"/>
                      </a:cubicBezTo>
                      <a:cubicBezTo>
                        <a:pt x="2546" y="196"/>
                        <a:pt x="2546" y="196"/>
                        <a:pt x="2546" y="196"/>
                      </a:cubicBezTo>
                      <a:cubicBezTo>
                        <a:pt x="2572" y="199"/>
                        <a:pt x="2572" y="199"/>
                        <a:pt x="2572" y="199"/>
                      </a:cubicBezTo>
                      <a:cubicBezTo>
                        <a:pt x="2553" y="209"/>
                        <a:pt x="2553" y="209"/>
                        <a:pt x="2553" y="209"/>
                      </a:cubicBezTo>
                      <a:cubicBezTo>
                        <a:pt x="2553" y="209"/>
                        <a:pt x="2572" y="240"/>
                        <a:pt x="2576" y="244"/>
                      </a:cubicBezTo>
                      <a:cubicBezTo>
                        <a:pt x="2580" y="248"/>
                        <a:pt x="2597" y="248"/>
                        <a:pt x="2597" y="248"/>
                      </a:cubicBezTo>
                      <a:cubicBezTo>
                        <a:pt x="2595" y="277"/>
                        <a:pt x="2595" y="277"/>
                        <a:pt x="2595" y="277"/>
                      </a:cubicBezTo>
                      <a:cubicBezTo>
                        <a:pt x="2608" y="297"/>
                        <a:pt x="2608" y="297"/>
                        <a:pt x="2608" y="297"/>
                      </a:cubicBezTo>
                      <a:cubicBezTo>
                        <a:pt x="2617" y="320"/>
                        <a:pt x="2617" y="320"/>
                        <a:pt x="2617" y="320"/>
                      </a:cubicBezTo>
                      <a:cubicBezTo>
                        <a:pt x="2596" y="294"/>
                        <a:pt x="2596" y="294"/>
                        <a:pt x="2596" y="294"/>
                      </a:cubicBezTo>
                      <a:cubicBezTo>
                        <a:pt x="2596" y="294"/>
                        <a:pt x="2594" y="323"/>
                        <a:pt x="2593" y="333"/>
                      </a:cubicBezTo>
                      <a:cubicBezTo>
                        <a:pt x="2592" y="343"/>
                        <a:pt x="2581" y="383"/>
                        <a:pt x="2576" y="391"/>
                      </a:cubicBezTo>
                      <a:cubicBezTo>
                        <a:pt x="2572" y="398"/>
                        <a:pt x="2574" y="407"/>
                        <a:pt x="2562" y="409"/>
                      </a:cubicBezTo>
                      <a:cubicBezTo>
                        <a:pt x="2563" y="415"/>
                        <a:pt x="2563" y="415"/>
                        <a:pt x="2563" y="415"/>
                      </a:cubicBezTo>
                      <a:cubicBezTo>
                        <a:pt x="2563" y="415"/>
                        <a:pt x="2572" y="407"/>
                        <a:pt x="2578" y="414"/>
                      </a:cubicBezTo>
                      <a:cubicBezTo>
                        <a:pt x="2584" y="421"/>
                        <a:pt x="2578" y="424"/>
                        <a:pt x="2578" y="424"/>
                      </a:cubicBezTo>
                      <a:cubicBezTo>
                        <a:pt x="2578" y="424"/>
                        <a:pt x="2592" y="426"/>
                        <a:pt x="2599" y="427"/>
                      </a:cubicBezTo>
                      <a:cubicBezTo>
                        <a:pt x="2606" y="428"/>
                        <a:pt x="2612" y="437"/>
                        <a:pt x="2612" y="437"/>
                      </a:cubicBezTo>
                      <a:cubicBezTo>
                        <a:pt x="2612" y="437"/>
                        <a:pt x="2622" y="433"/>
                        <a:pt x="2626" y="435"/>
                      </a:cubicBezTo>
                      <a:cubicBezTo>
                        <a:pt x="2630" y="437"/>
                        <a:pt x="2631" y="440"/>
                        <a:pt x="2631" y="440"/>
                      </a:cubicBezTo>
                      <a:cubicBezTo>
                        <a:pt x="2651" y="441"/>
                        <a:pt x="2651" y="441"/>
                        <a:pt x="2651" y="441"/>
                      </a:cubicBezTo>
                      <a:cubicBezTo>
                        <a:pt x="2653" y="449"/>
                        <a:pt x="2653" y="449"/>
                        <a:pt x="2653" y="449"/>
                      </a:cubicBezTo>
                      <a:cubicBezTo>
                        <a:pt x="2666" y="446"/>
                        <a:pt x="2666" y="446"/>
                        <a:pt x="2666" y="446"/>
                      </a:cubicBezTo>
                      <a:cubicBezTo>
                        <a:pt x="2666" y="446"/>
                        <a:pt x="2660" y="434"/>
                        <a:pt x="2673" y="434"/>
                      </a:cubicBezTo>
                      <a:cubicBezTo>
                        <a:pt x="2686" y="434"/>
                        <a:pt x="2686" y="441"/>
                        <a:pt x="2686" y="441"/>
                      </a:cubicBezTo>
                      <a:cubicBezTo>
                        <a:pt x="2695" y="442"/>
                        <a:pt x="2695" y="442"/>
                        <a:pt x="2695" y="442"/>
                      </a:cubicBezTo>
                      <a:cubicBezTo>
                        <a:pt x="2697" y="446"/>
                        <a:pt x="2697" y="446"/>
                        <a:pt x="2697" y="446"/>
                      </a:cubicBezTo>
                      <a:cubicBezTo>
                        <a:pt x="2698" y="445"/>
                        <a:pt x="2700" y="445"/>
                        <a:pt x="2702" y="445"/>
                      </a:cubicBezTo>
                      <a:cubicBezTo>
                        <a:pt x="2712" y="444"/>
                        <a:pt x="2716" y="445"/>
                        <a:pt x="2716" y="445"/>
                      </a:cubicBezTo>
                      <a:cubicBezTo>
                        <a:pt x="2717" y="454"/>
                        <a:pt x="2717" y="454"/>
                        <a:pt x="2717" y="454"/>
                      </a:cubicBezTo>
                      <a:cubicBezTo>
                        <a:pt x="2720" y="455"/>
                        <a:pt x="2722" y="459"/>
                        <a:pt x="2722" y="459"/>
                      </a:cubicBezTo>
                      <a:cubicBezTo>
                        <a:pt x="2722" y="459"/>
                        <a:pt x="2729" y="457"/>
                        <a:pt x="2732" y="456"/>
                      </a:cubicBezTo>
                      <a:cubicBezTo>
                        <a:pt x="2735" y="455"/>
                        <a:pt x="2742" y="463"/>
                        <a:pt x="2742" y="463"/>
                      </a:cubicBezTo>
                      <a:cubicBezTo>
                        <a:pt x="2742" y="463"/>
                        <a:pt x="2743" y="463"/>
                        <a:pt x="2750" y="463"/>
                      </a:cubicBezTo>
                      <a:cubicBezTo>
                        <a:pt x="2757" y="463"/>
                        <a:pt x="2757" y="453"/>
                        <a:pt x="2757" y="453"/>
                      </a:cubicBezTo>
                      <a:cubicBezTo>
                        <a:pt x="2763" y="453"/>
                        <a:pt x="2763" y="453"/>
                        <a:pt x="2763" y="453"/>
                      </a:cubicBezTo>
                      <a:cubicBezTo>
                        <a:pt x="2763" y="452"/>
                        <a:pt x="2763" y="451"/>
                        <a:pt x="2763" y="450"/>
                      </a:cubicBezTo>
                      <a:cubicBezTo>
                        <a:pt x="2763" y="440"/>
                        <a:pt x="2778" y="417"/>
                        <a:pt x="2785" y="413"/>
                      </a:cubicBezTo>
                      <a:cubicBezTo>
                        <a:pt x="2792" y="409"/>
                        <a:pt x="2813" y="392"/>
                        <a:pt x="2822" y="397"/>
                      </a:cubicBezTo>
                      <a:cubicBezTo>
                        <a:pt x="2831" y="402"/>
                        <a:pt x="2839" y="407"/>
                        <a:pt x="2839" y="407"/>
                      </a:cubicBezTo>
                      <a:cubicBezTo>
                        <a:pt x="2839" y="407"/>
                        <a:pt x="2862" y="401"/>
                        <a:pt x="2867" y="406"/>
                      </a:cubicBezTo>
                      <a:cubicBezTo>
                        <a:pt x="2872" y="411"/>
                        <a:pt x="2879" y="419"/>
                        <a:pt x="2882" y="421"/>
                      </a:cubicBezTo>
                      <a:cubicBezTo>
                        <a:pt x="2882" y="421"/>
                        <a:pt x="2907" y="431"/>
                        <a:pt x="2920" y="421"/>
                      </a:cubicBezTo>
                      <a:cubicBezTo>
                        <a:pt x="2933" y="411"/>
                        <a:pt x="2937" y="392"/>
                        <a:pt x="2943" y="390"/>
                      </a:cubicBezTo>
                      <a:cubicBezTo>
                        <a:pt x="2945" y="389"/>
                        <a:pt x="2951" y="389"/>
                        <a:pt x="2957" y="388"/>
                      </a:cubicBezTo>
                      <a:cubicBezTo>
                        <a:pt x="2957" y="385"/>
                        <a:pt x="2958" y="383"/>
                        <a:pt x="2960" y="383"/>
                      </a:cubicBezTo>
                      <a:cubicBezTo>
                        <a:pt x="2964" y="383"/>
                        <a:pt x="2970" y="373"/>
                        <a:pt x="2967" y="369"/>
                      </a:cubicBezTo>
                      <a:cubicBezTo>
                        <a:pt x="2964" y="365"/>
                        <a:pt x="2950" y="367"/>
                        <a:pt x="2950" y="367"/>
                      </a:cubicBezTo>
                      <a:cubicBezTo>
                        <a:pt x="2947" y="361"/>
                        <a:pt x="2947" y="361"/>
                        <a:pt x="2947" y="361"/>
                      </a:cubicBezTo>
                      <a:cubicBezTo>
                        <a:pt x="2947" y="361"/>
                        <a:pt x="2933" y="360"/>
                        <a:pt x="2934" y="350"/>
                      </a:cubicBezTo>
                      <a:cubicBezTo>
                        <a:pt x="2935" y="340"/>
                        <a:pt x="2941" y="340"/>
                        <a:pt x="2940" y="335"/>
                      </a:cubicBezTo>
                      <a:cubicBezTo>
                        <a:pt x="2939" y="330"/>
                        <a:pt x="2935" y="327"/>
                        <a:pt x="2935" y="327"/>
                      </a:cubicBezTo>
                      <a:cubicBezTo>
                        <a:pt x="2928" y="327"/>
                        <a:pt x="2928" y="327"/>
                        <a:pt x="2928" y="327"/>
                      </a:cubicBezTo>
                      <a:cubicBezTo>
                        <a:pt x="2922" y="314"/>
                        <a:pt x="2922" y="314"/>
                        <a:pt x="2922" y="314"/>
                      </a:cubicBezTo>
                      <a:cubicBezTo>
                        <a:pt x="2931" y="312"/>
                        <a:pt x="2931" y="312"/>
                        <a:pt x="2931" y="312"/>
                      </a:cubicBezTo>
                      <a:cubicBezTo>
                        <a:pt x="2931" y="312"/>
                        <a:pt x="2950" y="311"/>
                        <a:pt x="2950" y="302"/>
                      </a:cubicBezTo>
                      <a:cubicBezTo>
                        <a:pt x="2950" y="293"/>
                        <a:pt x="2939" y="289"/>
                        <a:pt x="2939" y="289"/>
                      </a:cubicBezTo>
                      <a:cubicBezTo>
                        <a:pt x="2931" y="281"/>
                        <a:pt x="2931" y="281"/>
                        <a:pt x="2931" y="281"/>
                      </a:cubicBezTo>
                      <a:cubicBezTo>
                        <a:pt x="2931" y="281"/>
                        <a:pt x="2941" y="277"/>
                        <a:pt x="2941" y="273"/>
                      </a:cubicBezTo>
                      <a:cubicBezTo>
                        <a:pt x="2941" y="269"/>
                        <a:pt x="2934" y="263"/>
                        <a:pt x="2934" y="263"/>
                      </a:cubicBezTo>
                      <a:cubicBezTo>
                        <a:pt x="2935" y="245"/>
                        <a:pt x="2935" y="245"/>
                        <a:pt x="2935" y="245"/>
                      </a:cubicBezTo>
                      <a:cubicBezTo>
                        <a:pt x="2935" y="245"/>
                        <a:pt x="2927" y="239"/>
                        <a:pt x="2920" y="243"/>
                      </a:cubicBezTo>
                      <a:cubicBezTo>
                        <a:pt x="2913" y="247"/>
                        <a:pt x="2908" y="260"/>
                        <a:pt x="2902" y="259"/>
                      </a:cubicBezTo>
                      <a:cubicBezTo>
                        <a:pt x="2896" y="258"/>
                        <a:pt x="2906" y="250"/>
                        <a:pt x="2906" y="250"/>
                      </a:cubicBezTo>
                      <a:cubicBezTo>
                        <a:pt x="2900" y="242"/>
                        <a:pt x="2900" y="242"/>
                        <a:pt x="2900" y="242"/>
                      </a:cubicBezTo>
                      <a:cubicBezTo>
                        <a:pt x="2900" y="242"/>
                        <a:pt x="2912" y="233"/>
                        <a:pt x="2918" y="226"/>
                      </a:cubicBezTo>
                      <a:cubicBezTo>
                        <a:pt x="2924" y="219"/>
                        <a:pt x="2921" y="213"/>
                        <a:pt x="2921" y="213"/>
                      </a:cubicBezTo>
                      <a:cubicBezTo>
                        <a:pt x="2921" y="213"/>
                        <a:pt x="2927" y="219"/>
                        <a:pt x="2932" y="213"/>
                      </a:cubicBezTo>
                      <a:cubicBezTo>
                        <a:pt x="2937" y="207"/>
                        <a:pt x="2943" y="198"/>
                        <a:pt x="2943" y="198"/>
                      </a:cubicBezTo>
                      <a:cubicBezTo>
                        <a:pt x="2948" y="189"/>
                        <a:pt x="2948" y="189"/>
                        <a:pt x="2948" y="189"/>
                      </a:cubicBezTo>
                      <a:cubicBezTo>
                        <a:pt x="2961" y="196"/>
                        <a:pt x="2961" y="196"/>
                        <a:pt x="2961" y="196"/>
                      </a:cubicBezTo>
                      <a:cubicBezTo>
                        <a:pt x="2966" y="186"/>
                        <a:pt x="2966" y="186"/>
                        <a:pt x="2966" y="186"/>
                      </a:cubicBezTo>
                      <a:cubicBezTo>
                        <a:pt x="2966" y="186"/>
                        <a:pt x="2962" y="177"/>
                        <a:pt x="2964" y="166"/>
                      </a:cubicBezTo>
                      <a:cubicBezTo>
                        <a:pt x="2966" y="155"/>
                        <a:pt x="2976" y="136"/>
                        <a:pt x="2976" y="136"/>
                      </a:cubicBezTo>
                      <a:cubicBezTo>
                        <a:pt x="2976" y="128"/>
                        <a:pt x="2976" y="128"/>
                        <a:pt x="2976" y="128"/>
                      </a:cubicBezTo>
                      <a:cubicBezTo>
                        <a:pt x="2990" y="117"/>
                        <a:pt x="2990" y="117"/>
                        <a:pt x="2990" y="117"/>
                      </a:cubicBezTo>
                      <a:cubicBezTo>
                        <a:pt x="2992" y="111"/>
                        <a:pt x="2992" y="111"/>
                        <a:pt x="2992" y="111"/>
                      </a:cubicBezTo>
                      <a:cubicBezTo>
                        <a:pt x="2982" y="106"/>
                        <a:pt x="2982" y="106"/>
                        <a:pt x="2982" y="106"/>
                      </a:cubicBezTo>
                      <a:lnTo>
                        <a:pt x="2964" y="107"/>
                      </a:lnTo>
                      <a:close/>
                      <a:moveTo>
                        <a:pt x="106" y="2472"/>
                      </a:moveTo>
                      <a:cubicBezTo>
                        <a:pt x="90" y="2439"/>
                        <a:pt x="90" y="2439"/>
                        <a:pt x="90" y="2439"/>
                      </a:cubicBezTo>
                      <a:cubicBezTo>
                        <a:pt x="67" y="2439"/>
                        <a:pt x="67" y="2439"/>
                        <a:pt x="67" y="2439"/>
                      </a:cubicBezTo>
                      <a:cubicBezTo>
                        <a:pt x="67" y="2439"/>
                        <a:pt x="44" y="2431"/>
                        <a:pt x="36" y="2423"/>
                      </a:cubicBezTo>
                      <a:cubicBezTo>
                        <a:pt x="32" y="2430"/>
                        <a:pt x="32" y="2439"/>
                        <a:pt x="32" y="2444"/>
                      </a:cubicBezTo>
                      <a:cubicBezTo>
                        <a:pt x="32" y="2451"/>
                        <a:pt x="21" y="2450"/>
                        <a:pt x="10" y="2467"/>
                      </a:cubicBezTo>
                      <a:cubicBezTo>
                        <a:pt x="0" y="2483"/>
                        <a:pt x="10" y="2504"/>
                        <a:pt x="11" y="2517"/>
                      </a:cubicBezTo>
                      <a:cubicBezTo>
                        <a:pt x="12" y="2529"/>
                        <a:pt x="31" y="2534"/>
                        <a:pt x="32" y="2544"/>
                      </a:cubicBezTo>
                      <a:cubicBezTo>
                        <a:pt x="33" y="2554"/>
                        <a:pt x="21" y="2559"/>
                        <a:pt x="21" y="2559"/>
                      </a:cubicBezTo>
                      <a:cubicBezTo>
                        <a:pt x="23" y="2587"/>
                        <a:pt x="23" y="2587"/>
                        <a:pt x="23" y="2587"/>
                      </a:cubicBezTo>
                      <a:cubicBezTo>
                        <a:pt x="23" y="2587"/>
                        <a:pt x="12" y="2591"/>
                        <a:pt x="11" y="2594"/>
                      </a:cubicBezTo>
                      <a:cubicBezTo>
                        <a:pt x="10" y="2597"/>
                        <a:pt x="4" y="2611"/>
                        <a:pt x="4" y="2611"/>
                      </a:cubicBezTo>
                      <a:cubicBezTo>
                        <a:pt x="4" y="2611"/>
                        <a:pt x="6" y="2621"/>
                        <a:pt x="20" y="2622"/>
                      </a:cubicBezTo>
                      <a:cubicBezTo>
                        <a:pt x="34" y="2623"/>
                        <a:pt x="32" y="2617"/>
                        <a:pt x="38" y="2611"/>
                      </a:cubicBezTo>
                      <a:cubicBezTo>
                        <a:pt x="44" y="2605"/>
                        <a:pt x="48" y="2613"/>
                        <a:pt x="48" y="2613"/>
                      </a:cubicBezTo>
                      <a:cubicBezTo>
                        <a:pt x="58" y="2615"/>
                        <a:pt x="58" y="2615"/>
                        <a:pt x="58" y="2615"/>
                      </a:cubicBezTo>
                      <a:cubicBezTo>
                        <a:pt x="62" y="2610"/>
                        <a:pt x="62" y="2610"/>
                        <a:pt x="62" y="2610"/>
                      </a:cubicBezTo>
                      <a:cubicBezTo>
                        <a:pt x="62" y="2610"/>
                        <a:pt x="66" y="2618"/>
                        <a:pt x="66" y="2619"/>
                      </a:cubicBezTo>
                      <a:cubicBezTo>
                        <a:pt x="72" y="2619"/>
                        <a:pt x="87" y="2613"/>
                        <a:pt x="87" y="2613"/>
                      </a:cubicBezTo>
                      <a:cubicBezTo>
                        <a:pt x="104" y="2599"/>
                        <a:pt x="105" y="2580"/>
                        <a:pt x="108" y="2570"/>
                      </a:cubicBezTo>
                      <a:cubicBezTo>
                        <a:pt x="111" y="2560"/>
                        <a:pt x="120" y="2545"/>
                        <a:pt x="127" y="2539"/>
                      </a:cubicBezTo>
                      <a:cubicBezTo>
                        <a:pt x="134" y="2533"/>
                        <a:pt x="139" y="2516"/>
                        <a:pt x="139" y="2516"/>
                      </a:cubicBezTo>
                      <a:cubicBezTo>
                        <a:pt x="137" y="2511"/>
                        <a:pt x="125" y="2479"/>
                        <a:pt x="125" y="2479"/>
                      </a:cubicBezTo>
                      <a:lnTo>
                        <a:pt x="106" y="2472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7" name="Freeform 329"/>
                <p:cNvSpPr>
                  <a:spLocks noEditPoints="1"/>
                </p:cNvSpPr>
                <p:nvPr/>
              </p:nvSpPr>
              <p:spPr bwMode="gray">
                <a:xfrm>
                  <a:off x="-4647" y="-7171"/>
                  <a:ext cx="1793" cy="1611"/>
                </a:xfrm>
                <a:custGeom>
                  <a:avLst/>
                  <a:gdLst>
                    <a:gd name="T0" fmla="*/ 725 w 759"/>
                    <a:gd name="T1" fmla="*/ 254 h 682"/>
                    <a:gd name="T2" fmla="*/ 696 w 759"/>
                    <a:gd name="T3" fmla="*/ 278 h 682"/>
                    <a:gd name="T4" fmla="*/ 673 w 759"/>
                    <a:gd name="T5" fmla="*/ 221 h 682"/>
                    <a:gd name="T6" fmla="*/ 708 w 759"/>
                    <a:gd name="T7" fmla="*/ 206 h 682"/>
                    <a:gd name="T8" fmla="*/ 727 w 759"/>
                    <a:gd name="T9" fmla="*/ 125 h 682"/>
                    <a:gd name="T10" fmla="*/ 696 w 759"/>
                    <a:gd name="T11" fmla="*/ 15 h 682"/>
                    <a:gd name="T12" fmla="*/ 649 w 759"/>
                    <a:gd name="T13" fmla="*/ 8 h 682"/>
                    <a:gd name="T14" fmla="*/ 586 w 759"/>
                    <a:gd name="T15" fmla="*/ 2 h 682"/>
                    <a:gd name="T16" fmla="*/ 549 w 759"/>
                    <a:gd name="T17" fmla="*/ 25 h 682"/>
                    <a:gd name="T18" fmla="*/ 495 w 759"/>
                    <a:gd name="T19" fmla="*/ 77 h 682"/>
                    <a:gd name="T20" fmla="*/ 461 w 759"/>
                    <a:gd name="T21" fmla="*/ 137 h 682"/>
                    <a:gd name="T22" fmla="*/ 436 w 759"/>
                    <a:gd name="T23" fmla="*/ 152 h 682"/>
                    <a:gd name="T24" fmla="*/ 402 w 759"/>
                    <a:gd name="T25" fmla="*/ 192 h 682"/>
                    <a:gd name="T26" fmla="*/ 364 w 759"/>
                    <a:gd name="T27" fmla="*/ 190 h 682"/>
                    <a:gd name="T28" fmla="*/ 337 w 759"/>
                    <a:gd name="T29" fmla="*/ 179 h 682"/>
                    <a:gd name="T30" fmla="*/ 290 w 759"/>
                    <a:gd name="T31" fmla="*/ 212 h 682"/>
                    <a:gd name="T32" fmla="*/ 263 w 759"/>
                    <a:gd name="T33" fmla="*/ 240 h 682"/>
                    <a:gd name="T34" fmla="*/ 244 w 759"/>
                    <a:gd name="T35" fmla="*/ 251 h 682"/>
                    <a:gd name="T36" fmla="*/ 193 w 759"/>
                    <a:gd name="T37" fmla="*/ 231 h 682"/>
                    <a:gd name="T38" fmla="*/ 196 w 759"/>
                    <a:gd name="T39" fmla="*/ 189 h 682"/>
                    <a:gd name="T40" fmla="*/ 166 w 759"/>
                    <a:gd name="T41" fmla="*/ 143 h 682"/>
                    <a:gd name="T42" fmla="*/ 142 w 759"/>
                    <a:gd name="T43" fmla="*/ 343 h 682"/>
                    <a:gd name="T44" fmla="*/ 129 w 759"/>
                    <a:gd name="T45" fmla="*/ 353 h 682"/>
                    <a:gd name="T46" fmla="*/ 114 w 759"/>
                    <a:gd name="T47" fmla="*/ 367 h 682"/>
                    <a:gd name="T48" fmla="*/ 88 w 759"/>
                    <a:gd name="T49" fmla="*/ 369 h 682"/>
                    <a:gd name="T50" fmla="*/ 65 w 759"/>
                    <a:gd name="T51" fmla="*/ 357 h 682"/>
                    <a:gd name="T52" fmla="*/ 41 w 759"/>
                    <a:gd name="T53" fmla="*/ 330 h 682"/>
                    <a:gd name="T54" fmla="*/ 12 w 759"/>
                    <a:gd name="T55" fmla="*/ 340 h 682"/>
                    <a:gd name="T56" fmla="*/ 0 w 759"/>
                    <a:gd name="T57" fmla="*/ 345 h 682"/>
                    <a:gd name="T58" fmla="*/ 31 w 759"/>
                    <a:gd name="T59" fmla="*/ 407 h 682"/>
                    <a:gd name="T60" fmla="*/ 83 w 759"/>
                    <a:gd name="T61" fmla="*/ 523 h 682"/>
                    <a:gd name="T62" fmla="*/ 61 w 759"/>
                    <a:gd name="T63" fmla="*/ 572 h 682"/>
                    <a:gd name="T64" fmla="*/ 81 w 759"/>
                    <a:gd name="T65" fmla="*/ 649 h 682"/>
                    <a:gd name="T66" fmla="*/ 103 w 759"/>
                    <a:gd name="T67" fmla="*/ 650 h 682"/>
                    <a:gd name="T68" fmla="*/ 145 w 759"/>
                    <a:gd name="T69" fmla="*/ 679 h 682"/>
                    <a:gd name="T70" fmla="*/ 233 w 759"/>
                    <a:gd name="T71" fmla="*/ 662 h 682"/>
                    <a:gd name="T72" fmla="*/ 292 w 759"/>
                    <a:gd name="T73" fmla="*/ 646 h 682"/>
                    <a:gd name="T74" fmla="*/ 366 w 759"/>
                    <a:gd name="T75" fmla="*/ 646 h 682"/>
                    <a:gd name="T76" fmla="*/ 406 w 759"/>
                    <a:gd name="T77" fmla="*/ 637 h 682"/>
                    <a:gd name="T78" fmla="*/ 473 w 759"/>
                    <a:gd name="T79" fmla="*/ 617 h 682"/>
                    <a:gd name="T80" fmla="*/ 538 w 759"/>
                    <a:gd name="T81" fmla="*/ 565 h 682"/>
                    <a:gd name="T82" fmla="*/ 615 w 759"/>
                    <a:gd name="T83" fmla="*/ 500 h 682"/>
                    <a:gd name="T84" fmla="*/ 686 w 759"/>
                    <a:gd name="T85" fmla="*/ 379 h 682"/>
                    <a:gd name="T86" fmla="*/ 748 w 759"/>
                    <a:gd name="T87" fmla="*/ 297 h 682"/>
                    <a:gd name="T88" fmla="*/ 746 w 759"/>
                    <a:gd name="T89" fmla="*/ 250 h 682"/>
                    <a:gd name="T90" fmla="*/ 563 w 759"/>
                    <a:gd name="T91" fmla="*/ 428 h 682"/>
                    <a:gd name="T92" fmla="*/ 531 w 759"/>
                    <a:gd name="T93" fmla="*/ 456 h 682"/>
                    <a:gd name="T94" fmla="*/ 498 w 759"/>
                    <a:gd name="T95" fmla="*/ 437 h 682"/>
                    <a:gd name="T96" fmla="*/ 481 w 759"/>
                    <a:gd name="T97" fmla="*/ 401 h 682"/>
                    <a:gd name="T98" fmla="*/ 500 w 759"/>
                    <a:gd name="T99" fmla="*/ 389 h 682"/>
                    <a:gd name="T100" fmla="*/ 519 w 759"/>
                    <a:gd name="T101" fmla="*/ 362 h 682"/>
                    <a:gd name="T102" fmla="*/ 535 w 759"/>
                    <a:gd name="T103" fmla="*/ 351 h 682"/>
                    <a:gd name="T104" fmla="*/ 564 w 759"/>
                    <a:gd name="T105" fmla="*/ 349 h 682"/>
                    <a:gd name="T106" fmla="*/ 591 w 759"/>
                    <a:gd name="T107" fmla="*/ 377 h 682"/>
                    <a:gd name="T108" fmla="*/ 577 w 759"/>
                    <a:gd name="T109" fmla="*/ 406 h 6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59" h="682">
                      <a:moveTo>
                        <a:pt x="746" y="250"/>
                      </a:moveTo>
                      <a:cubicBezTo>
                        <a:pt x="738" y="246"/>
                        <a:pt x="725" y="254"/>
                        <a:pt x="725" y="254"/>
                      </a:cubicBezTo>
                      <a:cubicBezTo>
                        <a:pt x="718" y="279"/>
                        <a:pt x="718" y="279"/>
                        <a:pt x="718" y="279"/>
                      </a:cubicBezTo>
                      <a:cubicBezTo>
                        <a:pt x="718" y="279"/>
                        <a:pt x="703" y="278"/>
                        <a:pt x="696" y="278"/>
                      </a:cubicBezTo>
                      <a:cubicBezTo>
                        <a:pt x="689" y="278"/>
                        <a:pt x="666" y="262"/>
                        <a:pt x="664" y="250"/>
                      </a:cubicBezTo>
                      <a:cubicBezTo>
                        <a:pt x="662" y="238"/>
                        <a:pt x="670" y="225"/>
                        <a:pt x="673" y="221"/>
                      </a:cubicBezTo>
                      <a:cubicBezTo>
                        <a:pt x="676" y="217"/>
                        <a:pt x="682" y="192"/>
                        <a:pt x="689" y="192"/>
                      </a:cubicBezTo>
                      <a:cubicBezTo>
                        <a:pt x="696" y="192"/>
                        <a:pt x="708" y="206"/>
                        <a:pt x="708" y="206"/>
                      </a:cubicBezTo>
                      <a:cubicBezTo>
                        <a:pt x="726" y="182"/>
                        <a:pt x="726" y="182"/>
                        <a:pt x="726" y="182"/>
                      </a:cubicBezTo>
                      <a:cubicBezTo>
                        <a:pt x="726" y="182"/>
                        <a:pt x="726" y="134"/>
                        <a:pt x="727" y="125"/>
                      </a:cubicBezTo>
                      <a:cubicBezTo>
                        <a:pt x="728" y="116"/>
                        <a:pt x="707" y="84"/>
                        <a:pt x="705" y="75"/>
                      </a:cubicBezTo>
                      <a:cubicBezTo>
                        <a:pt x="703" y="66"/>
                        <a:pt x="696" y="15"/>
                        <a:pt x="696" y="15"/>
                      </a:cubicBezTo>
                      <a:cubicBezTo>
                        <a:pt x="684" y="8"/>
                        <a:pt x="684" y="8"/>
                        <a:pt x="684" y="8"/>
                      </a:cubicBezTo>
                      <a:cubicBezTo>
                        <a:pt x="684" y="8"/>
                        <a:pt x="657" y="9"/>
                        <a:pt x="649" y="8"/>
                      </a:cubicBezTo>
                      <a:cubicBezTo>
                        <a:pt x="641" y="7"/>
                        <a:pt x="625" y="0"/>
                        <a:pt x="625" y="0"/>
                      </a:cubicBezTo>
                      <a:cubicBezTo>
                        <a:pt x="586" y="2"/>
                        <a:pt x="586" y="2"/>
                        <a:pt x="586" y="2"/>
                      </a:cubicBezTo>
                      <a:cubicBezTo>
                        <a:pt x="578" y="18"/>
                        <a:pt x="578" y="18"/>
                        <a:pt x="578" y="18"/>
                      </a:cubicBezTo>
                      <a:cubicBezTo>
                        <a:pt x="578" y="18"/>
                        <a:pt x="554" y="19"/>
                        <a:pt x="549" y="25"/>
                      </a:cubicBezTo>
                      <a:cubicBezTo>
                        <a:pt x="544" y="31"/>
                        <a:pt x="530" y="57"/>
                        <a:pt x="519" y="64"/>
                      </a:cubicBezTo>
                      <a:cubicBezTo>
                        <a:pt x="508" y="71"/>
                        <a:pt x="505" y="70"/>
                        <a:pt x="495" y="77"/>
                      </a:cubicBezTo>
                      <a:cubicBezTo>
                        <a:pt x="485" y="84"/>
                        <a:pt x="484" y="107"/>
                        <a:pt x="484" y="113"/>
                      </a:cubicBezTo>
                      <a:cubicBezTo>
                        <a:pt x="484" y="119"/>
                        <a:pt x="461" y="137"/>
                        <a:pt x="461" y="137"/>
                      </a:cubicBezTo>
                      <a:cubicBezTo>
                        <a:pt x="450" y="140"/>
                        <a:pt x="450" y="140"/>
                        <a:pt x="450" y="140"/>
                      </a:cubicBezTo>
                      <a:cubicBezTo>
                        <a:pt x="436" y="152"/>
                        <a:pt x="436" y="152"/>
                        <a:pt x="436" y="152"/>
                      </a:cubicBezTo>
                      <a:cubicBezTo>
                        <a:pt x="436" y="152"/>
                        <a:pt x="432" y="185"/>
                        <a:pt x="421" y="192"/>
                      </a:cubicBezTo>
                      <a:cubicBezTo>
                        <a:pt x="410" y="199"/>
                        <a:pt x="402" y="192"/>
                        <a:pt x="402" y="192"/>
                      </a:cubicBezTo>
                      <a:cubicBezTo>
                        <a:pt x="402" y="192"/>
                        <a:pt x="399" y="197"/>
                        <a:pt x="389" y="199"/>
                      </a:cubicBezTo>
                      <a:cubicBezTo>
                        <a:pt x="379" y="201"/>
                        <a:pt x="364" y="190"/>
                        <a:pt x="364" y="190"/>
                      </a:cubicBezTo>
                      <a:cubicBezTo>
                        <a:pt x="347" y="189"/>
                        <a:pt x="347" y="189"/>
                        <a:pt x="347" y="189"/>
                      </a:cubicBezTo>
                      <a:cubicBezTo>
                        <a:pt x="337" y="179"/>
                        <a:pt x="337" y="179"/>
                        <a:pt x="337" y="179"/>
                      </a:cubicBezTo>
                      <a:cubicBezTo>
                        <a:pt x="337" y="179"/>
                        <a:pt x="321" y="167"/>
                        <a:pt x="308" y="167"/>
                      </a:cubicBezTo>
                      <a:cubicBezTo>
                        <a:pt x="295" y="167"/>
                        <a:pt x="290" y="205"/>
                        <a:pt x="290" y="212"/>
                      </a:cubicBezTo>
                      <a:cubicBezTo>
                        <a:pt x="290" y="219"/>
                        <a:pt x="279" y="217"/>
                        <a:pt x="272" y="220"/>
                      </a:cubicBezTo>
                      <a:cubicBezTo>
                        <a:pt x="265" y="223"/>
                        <a:pt x="263" y="240"/>
                        <a:pt x="263" y="240"/>
                      </a:cubicBezTo>
                      <a:cubicBezTo>
                        <a:pt x="263" y="240"/>
                        <a:pt x="253" y="238"/>
                        <a:pt x="249" y="239"/>
                      </a:cubicBezTo>
                      <a:cubicBezTo>
                        <a:pt x="245" y="240"/>
                        <a:pt x="244" y="251"/>
                        <a:pt x="244" y="251"/>
                      </a:cubicBezTo>
                      <a:cubicBezTo>
                        <a:pt x="244" y="251"/>
                        <a:pt x="198" y="256"/>
                        <a:pt x="193" y="253"/>
                      </a:cubicBezTo>
                      <a:cubicBezTo>
                        <a:pt x="188" y="250"/>
                        <a:pt x="193" y="231"/>
                        <a:pt x="193" y="231"/>
                      </a:cubicBezTo>
                      <a:cubicBezTo>
                        <a:pt x="193" y="231"/>
                        <a:pt x="201" y="218"/>
                        <a:pt x="203" y="209"/>
                      </a:cubicBezTo>
                      <a:cubicBezTo>
                        <a:pt x="205" y="200"/>
                        <a:pt x="196" y="189"/>
                        <a:pt x="196" y="189"/>
                      </a:cubicBezTo>
                      <a:cubicBezTo>
                        <a:pt x="196" y="189"/>
                        <a:pt x="197" y="179"/>
                        <a:pt x="188" y="160"/>
                      </a:cubicBezTo>
                      <a:cubicBezTo>
                        <a:pt x="184" y="152"/>
                        <a:pt x="175" y="147"/>
                        <a:pt x="166" y="143"/>
                      </a:cubicBezTo>
                      <a:cubicBezTo>
                        <a:pt x="163" y="339"/>
                        <a:pt x="163" y="339"/>
                        <a:pt x="163" y="339"/>
                      </a:cubicBezTo>
                      <a:cubicBezTo>
                        <a:pt x="163" y="339"/>
                        <a:pt x="149" y="340"/>
                        <a:pt x="142" y="343"/>
                      </a:cubicBezTo>
                      <a:cubicBezTo>
                        <a:pt x="135" y="346"/>
                        <a:pt x="137" y="351"/>
                        <a:pt x="137" y="351"/>
                      </a:cubicBezTo>
                      <a:cubicBezTo>
                        <a:pt x="129" y="353"/>
                        <a:pt x="129" y="353"/>
                        <a:pt x="129" y="353"/>
                      </a:cubicBezTo>
                      <a:cubicBezTo>
                        <a:pt x="129" y="353"/>
                        <a:pt x="132" y="367"/>
                        <a:pt x="126" y="367"/>
                      </a:cubicBezTo>
                      <a:cubicBezTo>
                        <a:pt x="121" y="367"/>
                        <a:pt x="114" y="367"/>
                        <a:pt x="114" y="367"/>
                      </a:cubicBezTo>
                      <a:cubicBezTo>
                        <a:pt x="114" y="367"/>
                        <a:pt x="110" y="361"/>
                        <a:pt x="102" y="361"/>
                      </a:cubicBezTo>
                      <a:cubicBezTo>
                        <a:pt x="94" y="361"/>
                        <a:pt x="88" y="369"/>
                        <a:pt x="88" y="369"/>
                      </a:cubicBezTo>
                      <a:cubicBezTo>
                        <a:pt x="76" y="369"/>
                        <a:pt x="76" y="369"/>
                        <a:pt x="76" y="369"/>
                      </a:cubicBezTo>
                      <a:cubicBezTo>
                        <a:pt x="76" y="369"/>
                        <a:pt x="72" y="361"/>
                        <a:pt x="65" y="357"/>
                      </a:cubicBezTo>
                      <a:cubicBezTo>
                        <a:pt x="58" y="353"/>
                        <a:pt x="49" y="359"/>
                        <a:pt x="45" y="352"/>
                      </a:cubicBezTo>
                      <a:cubicBezTo>
                        <a:pt x="40" y="345"/>
                        <a:pt x="41" y="330"/>
                        <a:pt x="41" y="330"/>
                      </a:cubicBezTo>
                      <a:cubicBezTo>
                        <a:pt x="41" y="330"/>
                        <a:pt x="31" y="318"/>
                        <a:pt x="27" y="317"/>
                      </a:cubicBezTo>
                      <a:cubicBezTo>
                        <a:pt x="23" y="316"/>
                        <a:pt x="12" y="340"/>
                        <a:pt x="12" y="340"/>
                      </a:cubicBezTo>
                      <a:cubicBezTo>
                        <a:pt x="0" y="346"/>
                        <a:pt x="0" y="346"/>
                        <a:pt x="0" y="346"/>
                      </a:cubicBezTo>
                      <a:cubicBezTo>
                        <a:pt x="0" y="345"/>
                        <a:pt x="0" y="345"/>
                        <a:pt x="0" y="345"/>
                      </a:cubicBezTo>
                      <a:cubicBezTo>
                        <a:pt x="0" y="345"/>
                        <a:pt x="7" y="368"/>
                        <a:pt x="11" y="372"/>
                      </a:cubicBezTo>
                      <a:cubicBezTo>
                        <a:pt x="15" y="376"/>
                        <a:pt x="31" y="394"/>
                        <a:pt x="31" y="407"/>
                      </a:cubicBezTo>
                      <a:cubicBezTo>
                        <a:pt x="31" y="420"/>
                        <a:pt x="28" y="446"/>
                        <a:pt x="38" y="461"/>
                      </a:cubicBezTo>
                      <a:cubicBezTo>
                        <a:pt x="48" y="476"/>
                        <a:pt x="83" y="509"/>
                        <a:pt x="83" y="523"/>
                      </a:cubicBezTo>
                      <a:cubicBezTo>
                        <a:pt x="83" y="537"/>
                        <a:pt x="82" y="564"/>
                        <a:pt x="78" y="568"/>
                      </a:cubicBezTo>
                      <a:cubicBezTo>
                        <a:pt x="74" y="572"/>
                        <a:pt x="62" y="564"/>
                        <a:pt x="61" y="572"/>
                      </a:cubicBezTo>
                      <a:cubicBezTo>
                        <a:pt x="60" y="580"/>
                        <a:pt x="63" y="588"/>
                        <a:pt x="73" y="605"/>
                      </a:cubicBezTo>
                      <a:cubicBezTo>
                        <a:pt x="83" y="622"/>
                        <a:pt x="75" y="641"/>
                        <a:pt x="81" y="649"/>
                      </a:cubicBezTo>
                      <a:cubicBezTo>
                        <a:pt x="87" y="657"/>
                        <a:pt x="84" y="646"/>
                        <a:pt x="90" y="643"/>
                      </a:cubicBezTo>
                      <a:cubicBezTo>
                        <a:pt x="96" y="640"/>
                        <a:pt x="103" y="650"/>
                        <a:pt x="103" y="650"/>
                      </a:cubicBezTo>
                      <a:cubicBezTo>
                        <a:pt x="121" y="656"/>
                        <a:pt x="121" y="656"/>
                        <a:pt x="121" y="656"/>
                      </a:cubicBezTo>
                      <a:cubicBezTo>
                        <a:pt x="121" y="656"/>
                        <a:pt x="126" y="682"/>
                        <a:pt x="145" y="679"/>
                      </a:cubicBezTo>
                      <a:cubicBezTo>
                        <a:pt x="164" y="676"/>
                        <a:pt x="165" y="662"/>
                        <a:pt x="177" y="658"/>
                      </a:cubicBezTo>
                      <a:cubicBezTo>
                        <a:pt x="189" y="654"/>
                        <a:pt x="224" y="665"/>
                        <a:pt x="233" y="662"/>
                      </a:cubicBezTo>
                      <a:cubicBezTo>
                        <a:pt x="242" y="659"/>
                        <a:pt x="238" y="638"/>
                        <a:pt x="261" y="638"/>
                      </a:cubicBezTo>
                      <a:cubicBezTo>
                        <a:pt x="284" y="638"/>
                        <a:pt x="292" y="646"/>
                        <a:pt x="292" y="646"/>
                      </a:cubicBezTo>
                      <a:cubicBezTo>
                        <a:pt x="292" y="646"/>
                        <a:pt x="303" y="635"/>
                        <a:pt x="326" y="636"/>
                      </a:cubicBezTo>
                      <a:cubicBezTo>
                        <a:pt x="349" y="637"/>
                        <a:pt x="361" y="647"/>
                        <a:pt x="366" y="646"/>
                      </a:cubicBezTo>
                      <a:cubicBezTo>
                        <a:pt x="371" y="645"/>
                        <a:pt x="383" y="635"/>
                        <a:pt x="383" y="635"/>
                      </a:cubicBezTo>
                      <a:cubicBezTo>
                        <a:pt x="383" y="635"/>
                        <a:pt x="397" y="642"/>
                        <a:pt x="406" y="637"/>
                      </a:cubicBezTo>
                      <a:cubicBezTo>
                        <a:pt x="415" y="632"/>
                        <a:pt x="427" y="624"/>
                        <a:pt x="427" y="624"/>
                      </a:cubicBezTo>
                      <a:cubicBezTo>
                        <a:pt x="427" y="624"/>
                        <a:pt x="451" y="632"/>
                        <a:pt x="473" y="617"/>
                      </a:cubicBezTo>
                      <a:cubicBezTo>
                        <a:pt x="495" y="602"/>
                        <a:pt x="525" y="573"/>
                        <a:pt x="525" y="573"/>
                      </a:cubicBezTo>
                      <a:cubicBezTo>
                        <a:pt x="538" y="565"/>
                        <a:pt x="538" y="565"/>
                        <a:pt x="538" y="565"/>
                      </a:cubicBezTo>
                      <a:cubicBezTo>
                        <a:pt x="600" y="499"/>
                        <a:pt x="600" y="499"/>
                        <a:pt x="600" y="499"/>
                      </a:cubicBezTo>
                      <a:cubicBezTo>
                        <a:pt x="615" y="500"/>
                        <a:pt x="615" y="500"/>
                        <a:pt x="615" y="500"/>
                      </a:cubicBezTo>
                      <a:cubicBezTo>
                        <a:pt x="615" y="500"/>
                        <a:pt x="652" y="449"/>
                        <a:pt x="656" y="435"/>
                      </a:cubicBezTo>
                      <a:cubicBezTo>
                        <a:pt x="660" y="421"/>
                        <a:pt x="677" y="385"/>
                        <a:pt x="686" y="379"/>
                      </a:cubicBezTo>
                      <a:cubicBezTo>
                        <a:pt x="695" y="373"/>
                        <a:pt x="726" y="360"/>
                        <a:pt x="729" y="349"/>
                      </a:cubicBezTo>
                      <a:cubicBezTo>
                        <a:pt x="732" y="338"/>
                        <a:pt x="748" y="297"/>
                        <a:pt x="748" y="297"/>
                      </a:cubicBezTo>
                      <a:cubicBezTo>
                        <a:pt x="748" y="297"/>
                        <a:pt x="754" y="280"/>
                        <a:pt x="759" y="264"/>
                      </a:cubicBezTo>
                      <a:cubicBezTo>
                        <a:pt x="755" y="258"/>
                        <a:pt x="750" y="252"/>
                        <a:pt x="746" y="250"/>
                      </a:cubicBezTo>
                      <a:close/>
                      <a:moveTo>
                        <a:pt x="580" y="418"/>
                      </a:moveTo>
                      <a:cubicBezTo>
                        <a:pt x="580" y="418"/>
                        <a:pt x="571" y="426"/>
                        <a:pt x="563" y="428"/>
                      </a:cubicBezTo>
                      <a:cubicBezTo>
                        <a:pt x="555" y="430"/>
                        <a:pt x="552" y="428"/>
                        <a:pt x="542" y="432"/>
                      </a:cubicBezTo>
                      <a:cubicBezTo>
                        <a:pt x="532" y="436"/>
                        <a:pt x="531" y="456"/>
                        <a:pt x="531" y="456"/>
                      </a:cubicBezTo>
                      <a:cubicBezTo>
                        <a:pt x="516" y="457"/>
                        <a:pt x="516" y="457"/>
                        <a:pt x="516" y="457"/>
                      </a:cubicBezTo>
                      <a:cubicBezTo>
                        <a:pt x="498" y="437"/>
                        <a:pt x="498" y="437"/>
                        <a:pt x="498" y="437"/>
                      </a:cubicBezTo>
                      <a:cubicBezTo>
                        <a:pt x="498" y="426"/>
                        <a:pt x="498" y="426"/>
                        <a:pt x="498" y="426"/>
                      </a:cubicBezTo>
                      <a:cubicBezTo>
                        <a:pt x="481" y="401"/>
                        <a:pt x="481" y="401"/>
                        <a:pt x="481" y="401"/>
                      </a:cubicBezTo>
                      <a:cubicBezTo>
                        <a:pt x="498" y="399"/>
                        <a:pt x="498" y="399"/>
                        <a:pt x="498" y="399"/>
                      </a:cubicBezTo>
                      <a:cubicBezTo>
                        <a:pt x="500" y="389"/>
                        <a:pt x="500" y="389"/>
                        <a:pt x="500" y="389"/>
                      </a:cubicBezTo>
                      <a:cubicBezTo>
                        <a:pt x="512" y="376"/>
                        <a:pt x="512" y="376"/>
                        <a:pt x="512" y="376"/>
                      </a:cubicBezTo>
                      <a:cubicBezTo>
                        <a:pt x="512" y="376"/>
                        <a:pt x="514" y="366"/>
                        <a:pt x="519" y="362"/>
                      </a:cubicBezTo>
                      <a:cubicBezTo>
                        <a:pt x="524" y="358"/>
                        <a:pt x="534" y="361"/>
                        <a:pt x="534" y="361"/>
                      </a:cubicBezTo>
                      <a:cubicBezTo>
                        <a:pt x="535" y="351"/>
                        <a:pt x="535" y="351"/>
                        <a:pt x="535" y="351"/>
                      </a:cubicBezTo>
                      <a:cubicBezTo>
                        <a:pt x="543" y="348"/>
                        <a:pt x="543" y="348"/>
                        <a:pt x="543" y="348"/>
                      </a:cubicBezTo>
                      <a:cubicBezTo>
                        <a:pt x="543" y="348"/>
                        <a:pt x="559" y="343"/>
                        <a:pt x="564" y="349"/>
                      </a:cubicBezTo>
                      <a:cubicBezTo>
                        <a:pt x="569" y="355"/>
                        <a:pt x="581" y="374"/>
                        <a:pt x="581" y="374"/>
                      </a:cubicBezTo>
                      <a:cubicBezTo>
                        <a:pt x="591" y="377"/>
                        <a:pt x="591" y="377"/>
                        <a:pt x="591" y="377"/>
                      </a:cubicBezTo>
                      <a:cubicBezTo>
                        <a:pt x="592" y="393"/>
                        <a:pt x="592" y="393"/>
                        <a:pt x="592" y="393"/>
                      </a:cubicBezTo>
                      <a:cubicBezTo>
                        <a:pt x="577" y="406"/>
                        <a:pt x="577" y="406"/>
                        <a:pt x="577" y="406"/>
                      </a:cubicBezTo>
                      <a:lnTo>
                        <a:pt x="580" y="41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8" name="Freeform 330"/>
                <p:cNvSpPr>
                  <a:spLocks noEditPoints="1"/>
                </p:cNvSpPr>
                <p:nvPr/>
              </p:nvSpPr>
              <p:spPr bwMode="gray">
                <a:xfrm>
                  <a:off x="-7066" y="-17600"/>
                  <a:ext cx="933" cy="1297"/>
                </a:xfrm>
                <a:custGeom>
                  <a:avLst/>
                  <a:gdLst>
                    <a:gd name="T0" fmla="*/ 118 w 395"/>
                    <a:gd name="T1" fmla="*/ 256 h 549"/>
                    <a:gd name="T2" fmla="*/ 111 w 395"/>
                    <a:gd name="T3" fmla="*/ 221 h 549"/>
                    <a:gd name="T4" fmla="*/ 98 w 395"/>
                    <a:gd name="T5" fmla="*/ 248 h 549"/>
                    <a:gd name="T6" fmla="*/ 222 w 395"/>
                    <a:gd name="T7" fmla="*/ 93 h 549"/>
                    <a:gd name="T8" fmla="*/ 97 w 395"/>
                    <a:gd name="T9" fmla="*/ 159 h 549"/>
                    <a:gd name="T10" fmla="*/ 93 w 395"/>
                    <a:gd name="T11" fmla="*/ 183 h 549"/>
                    <a:gd name="T12" fmla="*/ 325 w 395"/>
                    <a:gd name="T13" fmla="*/ 1 h 549"/>
                    <a:gd name="T14" fmla="*/ 296 w 395"/>
                    <a:gd name="T15" fmla="*/ 36 h 549"/>
                    <a:gd name="T16" fmla="*/ 301 w 395"/>
                    <a:gd name="T17" fmla="*/ 12 h 549"/>
                    <a:gd name="T18" fmla="*/ 296 w 395"/>
                    <a:gd name="T19" fmla="*/ 36 h 549"/>
                    <a:gd name="T20" fmla="*/ 246 w 395"/>
                    <a:gd name="T21" fmla="*/ 96 h 549"/>
                    <a:gd name="T22" fmla="*/ 128 w 395"/>
                    <a:gd name="T23" fmla="*/ 258 h 549"/>
                    <a:gd name="T24" fmla="*/ 331 w 395"/>
                    <a:gd name="T25" fmla="*/ 402 h 549"/>
                    <a:gd name="T26" fmla="*/ 330 w 395"/>
                    <a:gd name="T27" fmla="*/ 357 h 549"/>
                    <a:gd name="T28" fmla="*/ 291 w 395"/>
                    <a:gd name="T29" fmla="*/ 314 h 549"/>
                    <a:gd name="T30" fmla="*/ 265 w 395"/>
                    <a:gd name="T31" fmla="*/ 261 h 549"/>
                    <a:gd name="T32" fmla="*/ 191 w 395"/>
                    <a:gd name="T33" fmla="*/ 235 h 549"/>
                    <a:gd name="T34" fmla="*/ 214 w 395"/>
                    <a:gd name="T35" fmla="*/ 222 h 549"/>
                    <a:gd name="T36" fmla="*/ 261 w 395"/>
                    <a:gd name="T37" fmla="*/ 177 h 549"/>
                    <a:gd name="T38" fmla="*/ 211 w 395"/>
                    <a:gd name="T39" fmla="*/ 154 h 549"/>
                    <a:gd name="T40" fmla="*/ 179 w 395"/>
                    <a:gd name="T41" fmla="*/ 147 h 549"/>
                    <a:gd name="T42" fmla="*/ 224 w 395"/>
                    <a:gd name="T43" fmla="*/ 112 h 549"/>
                    <a:gd name="T44" fmla="*/ 153 w 395"/>
                    <a:gd name="T45" fmla="*/ 110 h 549"/>
                    <a:gd name="T46" fmla="*/ 144 w 395"/>
                    <a:gd name="T47" fmla="*/ 148 h 549"/>
                    <a:gd name="T48" fmla="*/ 121 w 395"/>
                    <a:gd name="T49" fmla="*/ 162 h 549"/>
                    <a:gd name="T50" fmla="*/ 116 w 395"/>
                    <a:gd name="T51" fmla="*/ 198 h 549"/>
                    <a:gd name="T52" fmla="*/ 134 w 395"/>
                    <a:gd name="T53" fmla="*/ 202 h 549"/>
                    <a:gd name="T54" fmla="*/ 116 w 395"/>
                    <a:gd name="T55" fmla="*/ 250 h 549"/>
                    <a:gd name="T56" fmla="*/ 144 w 395"/>
                    <a:gd name="T57" fmla="*/ 251 h 549"/>
                    <a:gd name="T58" fmla="*/ 146 w 395"/>
                    <a:gd name="T59" fmla="*/ 306 h 549"/>
                    <a:gd name="T60" fmla="*/ 211 w 395"/>
                    <a:gd name="T61" fmla="*/ 295 h 549"/>
                    <a:gd name="T62" fmla="*/ 216 w 395"/>
                    <a:gd name="T63" fmla="*/ 349 h 549"/>
                    <a:gd name="T64" fmla="*/ 162 w 395"/>
                    <a:gd name="T65" fmla="*/ 377 h 549"/>
                    <a:gd name="T66" fmla="*/ 135 w 395"/>
                    <a:gd name="T67" fmla="*/ 402 h 549"/>
                    <a:gd name="T68" fmla="*/ 117 w 395"/>
                    <a:gd name="T69" fmla="*/ 448 h 549"/>
                    <a:gd name="T70" fmla="*/ 151 w 395"/>
                    <a:gd name="T71" fmla="*/ 466 h 549"/>
                    <a:gd name="T72" fmla="*/ 202 w 395"/>
                    <a:gd name="T73" fmla="*/ 467 h 549"/>
                    <a:gd name="T74" fmla="*/ 156 w 395"/>
                    <a:gd name="T75" fmla="*/ 485 h 549"/>
                    <a:gd name="T76" fmla="*/ 129 w 395"/>
                    <a:gd name="T77" fmla="*/ 516 h 549"/>
                    <a:gd name="T78" fmla="*/ 83 w 395"/>
                    <a:gd name="T79" fmla="*/ 545 h 549"/>
                    <a:gd name="T80" fmla="*/ 147 w 395"/>
                    <a:gd name="T81" fmla="*/ 530 h 549"/>
                    <a:gd name="T82" fmla="*/ 211 w 395"/>
                    <a:gd name="T83" fmla="*/ 519 h 549"/>
                    <a:gd name="T84" fmla="*/ 273 w 395"/>
                    <a:gd name="T85" fmla="*/ 520 h 549"/>
                    <a:gd name="T86" fmla="*/ 293 w 395"/>
                    <a:gd name="T87" fmla="*/ 508 h 549"/>
                    <a:gd name="T88" fmla="*/ 340 w 395"/>
                    <a:gd name="T89" fmla="*/ 474 h 549"/>
                    <a:gd name="T90" fmla="*/ 375 w 395"/>
                    <a:gd name="T91" fmla="*/ 447 h 549"/>
                    <a:gd name="T92" fmla="*/ 157 w 395"/>
                    <a:gd name="T93" fmla="*/ 325 h 549"/>
                    <a:gd name="T94" fmla="*/ 94 w 395"/>
                    <a:gd name="T95" fmla="*/ 338 h 549"/>
                    <a:gd name="T96" fmla="*/ 110 w 395"/>
                    <a:gd name="T97" fmla="*/ 308 h 549"/>
                    <a:gd name="T98" fmla="*/ 86 w 395"/>
                    <a:gd name="T99" fmla="*/ 281 h 549"/>
                    <a:gd name="T100" fmla="*/ 58 w 395"/>
                    <a:gd name="T101" fmla="*/ 288 h 549"/>
                    <a:gd name="T102" fmla="*/ 13 w 395"/>
                    <a:gd name="T103" fmla="*/ 325 h 549"/>
                    <a:gd name="T104" fmla="*/ 67 w 395"/>
                    <a:gd name="T105" fmla="*/ 335 h 549"/>
                    <a:gd name="T106" fmla="*/ 63 w 395"/>
                    <a:gd name="T107" fmla="*/ 155 h 549"/>
                    <a:gd name="T108" fmla="*/ 63 w 395"/>
                    <a:gd name="T109" fmla="*/ 155 h 549"/>
                    <a:gd name="T110" fmla="*/ 108 w 395"/>
                    <a:gd name="T111" fmla="*/ 115 h 549"/>
                    <a:gd name="T112" fmla="*/ 72 w 395"/>
                    <a:gd name="T113" fmla="*/ 128 h 549"/>
                    <a:gd name="T114" fmla="*/ 57 w 395"/>
                    <a:gd name="T115" fmla="*/ 169 h 549"/>
                    <a:gd name="T116" fmla="*/ 57 w 395"/>
                    <a:gd name="T117" fmla="*/ 169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95" h="549">
                      <a:moveTo>
                        <a:pt x="118" y="256"/>
                      </a:moveTo>
                      <a:cubicBezTo>
                        <a:pt x="110" y="256"/>
                        <a:pt x="109" y="262"/>
                        <a:pt x="106" y="277"/>
                      </a:cubicBezTo>
                      <a:cubicBezTo>
                        <a:pt x="104" y="289"/>
                        <a:pt x="126" y="256"/>
                        <a:pt x="118" y="256"/>
                      </a:cubicBezTo>
                      <a:close/>
                      <a:moveTo>
                        <a:pt x="100" y="210"/>
                      </a:moveTo>
                      <a:cubicBezTo>
                        <a:pt x="96" y="210"/>
                        <a:pt x="90" y="222"/>
                        <a:pt x="94" y="225"/>
                      </a:cubicBezTo>
                      <a:cubicBezTo>
                        <a:pt x="98" y="228"/>
                        <a:pt x="111" y="221"/>
                        <a:pt x="111" y="221"/>
                      </a:cubicBezTo>
                      <a:cubicBezTo>
                        <a:pt x="111" y="221"/>
                        <a:pt x="104" y="210"/>
                        <a:pt x="100" y="210"/>
                      </a:cubicBezTo>
                      <a:close/>
                      <a:moveTo>
                        <a:pt x="87" y="261"/>
                      </a:moveTo>
                      <a:cubicBezTo>
                        <a:pt x="102" y="261"/>
                        <a:pt x="109" y="250"/>
                        <a:pt x="98" y="248"/>
                      </a:cubicBezTo>
                      <a:cubicBezTo>
                        <a:pt x="87" y="246"/>
                        <a:pt x="78" y="261"/>
                        <a:pt x="87" y="261"/>
                      </a:cubicBezTo>
                      <a:close/>
                      <a:moveTo>
                        <a:pt x="231" y="85"/>
                      </a:moveTo>
                      <a:cubicBezTo>
                        <a:pt x="223" y="78"/>
                        <a:pt x="222" y="93"/>
                        <a:pt x="222" y="93"/>
                      </a:cubicBezTo>
                      <a:cubicBezTo>
                        <a:pt x="229" y="99"/>
                        <a:pt x="239" y="92"/>
                        <a:pt x="231" y="85"/>
                      </a:cubicBezTo>
                      <a:close/>
                      <a:moveTo>
                        <a:pt x="103" y="176"/>
                      </a:moveTo>
                      <a:cubicBezTo>
                        <a:pt x="103" y="176"/>
                        <a:pt x="107" y="159"/>
                        <a:pt x="97" y="159"/>
                      </a:cubicBezTo>
                      <a:cubicBezTo>
                        <a:pt x="87" y="159"/>
                        <a:pt x="93" y="169"/>
                        <a:pt x="93" y="169"/>
                      </a:cubicBezTo>
                      <a:cubicBezTo>
                        <a:pt x="93" y="169"/>
                        <a:pt x="85" y="166"/>
                        <a:pt x="82" y="169"/>
                      </a:cubicBezTo>
                      <a:cubicBezTo>
                        <a:pt x="79" y="172"/>
                        <a:pt x="91" y="179"/>
                        <a:pt x="93" y="183"/>
                      </a:cubicBezTo>
                      <a:cubicBezTo>
                        <a:pt x="95" y="187"/>
                        <a:pt x="110" y="184"/>
                        <a:pt x="110" y="184"/>
                      </a:cubicBezTo>
                      <a:lnTo>
                        <a:pt x="103" y="176"/>
                      </a:lnTo>
                      <a:close/>
                      <a:moveTo>
                        <a:pt x="325" y="1"/>
                      </a:moveTo>
                      <a:cubicBezTo>
                        <a:pt x="318" y="2"/>
                        <a:pt x="316" y="11"/>
                        <a:pt x="316" y="11"/>
                      </a:cubicBezTo>
                      <a:cubicBezTo>
                        <a:pt x="327" y="16"/>
                        <a:pt x="332" y="0"/>
                        <a:pt x="325" y="1"/>
                      </a:cubicBezTo>
                      <a:close/>
                      <a:moveTo>
                        <a:pt x="296" y="36"/>
                      </a:moveTo>
                      <a:cubicBezTo>
                        <a:pt x="300" y="45"/>
                        <a:pt x="300" y="45"/>
                        <a:pt x="300" y="45"/>
                      </a:cubicBezTo>
                      <a:cubicBezTo>
                        <a:pt x="305" y="49"/>
                        <a:pt x="312" y="28"/>
                        <a:pt x="311" y="24"/>
                      </a:cubicBezTo>
                      <a:cubicBezTo>
                        <a:pt x="310" y="20"/>
                        <a:pt x="301" y="12"/>
                        <a:pt x="301" y="12"/>
                      </a:cubicBezTo>
                      <a:cubicBezTo>
                        <a:pt x="300" y="21"/>
                        <a:pt x="300" y="21"/>
                        <a:pt x="300" y="21"/>
                      </a:cubicBezTo>
                      <a:cubicBezTo>
                        <a:pt x="300" y="21"/>
                        <a:pt x="287" y="25"/>
                        <a:pt x="288" y="29"/>
                      </a:cubicBezTo>
                      <a:cubicBezTo>
                        <a:pt x="289" y="33"/>
                        <a:pt x="296" y="36"/>
                        <a:pt x="296" y="36"/>
                      </a:cubicBezTo>
                      <a:close/>
                      <a:moveTo>
                        <a:pt x="239" y="94"/>
                      </a:moveTo>
                      <a:cubicBezTo>
                        <a:pt x="237" y="104"/>
                        <a:pt x="237" y="104"/>
                        <a:pt x="237" y="104"/>
                      </a:cubicBezTo>
                      <a:cubicBezTo>
                        <a:pt x="246" y="96"/>
                        <a:pt x="246" y="96"/>
                        <a:pt x="246" y="96"/>
                      </a:cubicBezTo>
                      <a:lnTo>
                        <a:pt x="239" y="94"/>
                      </a:lnTo>
                      <a:close/>
                      <a:moveTo>
                        <a:pt x="137" y="269"/>
                      </a:moveTo>
                      <a:cubicBezTo>
                        <a:pt x="143" y="265"/>
                        <a:pt x="134" y="252"/>
                        <a:pt x="128" y="258"/>
                      </a:cubicBezTo>
                      <a:cubicBezTo>
                        <a:pt x="122" y="264"/>
                        <a:pt x="130" y="273"/>
                        <a:pt x="137" y="269"/>
                      </a:cubicBezTo>
                      <a:close/>
                      <a:moveTo>
                        <a:pt x="346" y="395"/>
                      </a:moveTo>
                      <a:cubicBezTo>
                        <a:pt x="346" y="395"/>
                        <a:pt x="341" y="409"/>
                        <a:pt x="331" y="402"/>
                      </a:cubicBezTo>
                      <a:cubicBezTo>
                        <a:pt x="321" y="394"/>
                        <a:pt x="341" y="387"/>
                        <a:pt x="340" y="378"/>
                      </a:cubicBezTo>
                      <a:cubicBezTo>
                        <a:pt x="339" y="369"/>
                        <a:pt x="308" y="364"/>
                        <a:pt x="308" y="359"/>
                      </a:cubicBezTo>
                      <a:cubicBezTo>
                        <a:pt x="308" y="354"/>
                        <a:pt x="330" y="357"/>
                        <a:pt x="330" y="357"/>
                      </a:cubicBezTo>
                      <a:cubicBezTo>
                        <a:pt x="321" y="349"/>
                        <a:pt x="321" y="349"/>
                        <a:pt x="321" y="349"/>
                      </a:cubicBezTo>
                      <a:cubicBezTo>
                        <a:pt x="321" y="349"/>
                        <a:pt x="312" y="328"/>
                        <a:pt x="308" y="321"/>
                      </a:cubicBezTo>
                      <a:cubicBezTo>
                        <a:pt x="304" y="314"/>
                        <a:pt x="291" y="314"/>
                        <a:pt x="291" y="314"/>
                      </a:cubicBezTo>
                      <a:cubicBezTo>
                        <a:pt x="291" y="314"/>
                        <a:pt x="283" y="305"/>
                        <a:pt x="275" y="299"/>
                      </a:cubicBezTo>
                      <a:cubicBezTo>
                        <a:pt x="267" y="293"/>
                        <a:pt x="273" y="261"/>
                        <a:pt x="273" y="261"/>
                      </a:cubicBezTo>
                      <a:cubicBezTo>
                        <a:pt x="265" y="261"/>
                        <a:pt x="265" y="261"/>
                        <a:pt x="265" y="261"/>
                      </a:cubicBezTo>
                      <a:cubicBezTo>
                        <a:pt x="265" y="261"/>
                        <a:pt x="264" y="255"/>
                        <a:pt x="250" y="245"/>
                      </a:cubicBezTo>
                      <a:cubicBezTo>
                        <a:pt x="235" y="235"/>
                        <a:pt x="216" y="245"/>
                        <a:pt x="208" y="246"/>
                      </a:cubicBezTo>
                      <a:cubicBezTo>
                        <a:pt x="200" y="247"/>
                        <a:pt x="191" y="235"/>
                        <a:pt x="191" y="235"/>
                      </a:cubicBezTo>
                      <a:cubicBezTo>
                        <a:pt x="191" y="235"/>
                        <a:pt x="205" y="240"/>
                        <a:pt x="209" y="239"/>
                      </a:cubicBezTo>
                      <a:cubicBezTo>
                        <a:pt x="213" y="238"/>
                        <a:pt x="231" y="234"/>
                        <a:pt x="232" y="228"/>
                      </a:cubicBezTo>
                      <a:cubicBezTo>
                        <a:pt x="233" y="223"/>
                        <a:pt x="214" y="222"/>
                        <a:pt x="214" y="222"/>
                      </a:cubicBezTo>
                      <a:cubicBezTo>
                        <a:pt x="230" y="218"/>
                        <a:pt x="230" y="218"/>
                        <a:pt x="230" y="218"/>
                      </a:cubicBezTo>
                      <a:cubicBezTo>
                        <a:pt x="230" y="218"/>
                        <a:pt x="239" y="211"/>
                        <a:pt x="245" y="206"/>
                      </a:cubicBezTo>
                      <a:cubicBezTo>
                        <a:pt x="250" y="201"/>
                        <a:pt x="261" y="177"/>
                        <a:pt x="261" y="177"/>
                      </a:cubicBezTo>
                      <a:cubicBezTo>
                        <a:pt x="261" y="177"/>
                        <a:pt x="276" y="168"/>
                        <a:pt x="276" y="161"/>
                      </a:cubicBezTo>
                      <a:cubicBezTo>
                        <a:pt x="276" y="154"/>
                        <a:pt x="222" y="159"/>
                        <a:pt x="222" y="159"/>
                      </a:cubicBezTo>
                      <a:cubicBezTo>
                        <a:pt x="222" y="159"/>
                        <a:pt x="223" y="154"/>
                        <a:pt x="211" y="154"/>
                      </a:cubicBezTo>
                      <a:cubicBezTo>
                        <a:pt x="199" y="154"/>
                        <a:pt x="177" y="162"/>
                        <a:pt x="177" y="162"/>
                      </a:cubicBezTo>
                      <a:cubicBezTo>
                        <a:pt x="185" y="155"/>
                        <a:pt x="185" y="155"/>
                        <a:pt x="185" y="155"/>
                      </a:cubicBezTo>
                      <a:cubicBezTo>
                        <a:pt x="179" y="147"/>
                        <a:pt x="179" y="147"/>
                        <a:pt x="179" y="147"/>
                      </a:cubicBezTo>
                      <a:cubicBezTo>
                        <a:pt x="191" y="145"/>
                        <a:pt x="191" y="145"/>
                        <a:pt x="191" y="145"/>
                      </a:cubicBezTo>
                      <a:cubicBezTo>
                        <a:pt x="212" y="132"/>
                        <a:pt x="212" y="132"/>
                        <a:pt x="212" y="132"/>
                      </a:cubicBezTo>
                      <a:cubicBezTo>
                        <a:pt x="212" y="132"/>
                        <a:pt x="223" y="123"/>
                        <a:pt x="224" y="112"/>
                      </a:cubicBezTo>
                      <a:cubicBezTo>
                        <a:pt x="225" y="105"/>
                        <a:pt x="211" y="107"/>
                        <a:pt x="203" y="108"/>
                      </a:cubicBezTo>
                      <a:cubicBezTo>
                        <a:pt x="195" y="109"/>
                        <a:pt x="183" y="115"/>
                        <a:pt x="175" y="115"/>
                      </a:cubicBezTo>
                      <a:cubicBezTo>
                        <a:pt x="167" y="115"/>
                        <a:pt x="160" y="106"/>
                        <a:pt x="153" y="110"/>
                      </a:cubicBezTo>
                      <a:cubicBezTo>
                        <a:pt x="146" y="114"/>
                        <a:pt x="153" y="124"/>
                        <a:pt x="153" y="124"/>
                      </a:cubicBezTo>
                      <a:cubicBezTo>
                        <a:pt x="153" y="124"/>
                        <a:pt x="146" y="125"/>
                        <a:pt x="141" y="129"/>
                      </a:cubicBezTo>
                      <a:cubicBezTo>
                        <a:pt x="136" y="133"/>
                        <a:pt x="144" y="148"/>
                        <a:pt x="144" y="148"/>
                      </a:cubicBezTo>
                      <a:cubicBezTo>
                        <a:pt x="115" y="151"/>
                        <a:pt x="115" y="151"/>
                        <a:pt x="115" y="151"/>
                      </a:cubicBezTo>
                      <a:cubicBezTo>
                        <a:pt x="115" y="157"/>
                        <a:pt x="115" y="157"/>
                        <a:pt x="115" y="157"/>
                      </a:cubicBezTo>
                      <a:cubicBezTo>
                        <a:pt x="121" y="162"/>
                        <a:pt x="121" y="162"/>
                        <a:pt x="121" y="162"/>
                      </a:cubicBezTo>
                      <a:cubicBezTo>
                        <a:pt x="130" y="180"/>
                        <a:pt x="130" y="180"/>
                        <a:pt x="130" y="180"/>
                      </a:cubicBezTo>
                      <a:cubicBezTo>
                        <a:pt x="130" y="180"/>
                        <a:pt x="124" y="185"/>
                        <a:pt x="121" y="188"/>
                      </a:cubicBezTo>
                      <a:cubicBezTo>
                        <a:pt x="118" y="191"/>
                        <a:pt x="116" y="198"/>
                        <a:pt x="116" y="198"/>
                      </a:cubicBezTo>
                      <a:cubicBezTo>
                        <a:pt x="105" y="203"/>
                        <a:pt x="105" y="203"/>
                        <a:pt x="105" y="203"/>
                      </a:cubicBezTo>
                      <a:cubicBezTo>
                        <a:pt x="105" y="203"/>
                        <a:pt x="111" y="212"/>
                        <a:pt x="119" y="211"/>
                      </a:cubicBezTo>
                      <a:cubicBezTo>
                        <a:pt x="127" y="210"/>
                        <a:pt x="134" y="202"/>
                        <a:pt x="134" y="202"/>
                      </a:cubicBezTo>
                      <a:cubicBezTo>
                        <a:pt x="133" y="214"/>
                        <a:pt x="133" y="214"/>
                        <a:pt x="133" y="214"/>
                      </a:cubicBezTo>
                      <a:cubicBezTo>
                        <a:pt x="133" y="214"/>
                        <a:pt x="120" y="220"/>
                        <a:pt x="115" y="228"/>
                      </a:cubicBezTo>
                      <a:cubicBezTo>
                        <a:pt x="110" y="237"/>
                        <a:pt x="116" y="250"/>
                        <a:pt x="116" y="250"/>
                      </a:cubicBezTo>
                      <a:cubicBezTo>
                        <a:pt x="116" y="250"/>
                        <a:pt x="127" y="242"/>
                        <a:pt x="134" y="247"/>
                      </a:cubicBezTo>
                      <a:cubicBezTo>
                        <a:pt x="140" y="252"/>
                        <a:pt x="153" y="241"/>
                        <a:pt x="153" y="241"/>
                      </a:cubicBezTo>
                      <a:cubicBezTo>
                        <a:pt x="144" y="251"/>
                        <a:pt x="144" y="251"/>
                        <a:pt x="144" y="251"/>
                      </a:cubicBezTo>
                      <a:cubicBezTo>
                        <a:pt x="149" y="269"/>
                        <a:pt x="149" y="269"/>
                        <a:pt x="149" y="269"/>
                      </a:cubicBezTo>
                      <a:cubicBezTo>
                        <a:pt x="149" y="269"/>
                        <a:pt x="138" y="282"/>
                        <a:pt x="130" y="296"/>
                      </a:cubicBezTo>
                      <a:cubicBezTo>
                        <a:pt x="123" y="309"/>
                        <a:pt x="146" y="306"/>
                        <a:pt x="146" y="306"/>
                      </a:cubicBezTo>
                      <a:cubicBezTo>
                        <a:pt x="146" y="306"/>
                        <a:pt x="159" y="300"/>
                        <a:pt x="166" y="303"/>
                      </a:cubicBezTo>
                      <a:cubicBezTo>
                        <a:pt x="173" y="306"/>
                        <a:pt x="189" y="293"/>
                        <a:pt x="189" y="293"/>
                      </a:cubicBezTo>
                      <a:cubicBezTo>
                        <a:pt x="211" y="295"/>
                        <a:pt x="211" y="295"/>
                        <a:pt x="211" y="295"/>
                      </a:cubicBezTo>
                      <a:cubicBezTo>
                        <a:pt x="211" y="295"/>
                        <a:pt x="188" y="308"/>
                        <a:pt x="186" y="318"/>
                      </a:cubicBezTo>
                      <a:cubicBezTo>
                        <a:pt x="185" y="328"/>
                        <a:pt x="215" y="335"/>
                        <a:pt x="215" y="335"/>
                      </a:cubicBezTo>
                      <a:cubicBezTo>
                        <a:pt x="216" y="349"/>
                        <a:pt x="216" y="349"/>
                        <a:pt x="216" y="349"/>
                      </a:cubicBezTo>
                      <a:cubicBezTo>
                        <a:pt x="208" y="361"/>
                        <a:pt x="208" y="361"/>
                        <a:pt x="208" y="361"/>
                      </a:cubicBezTo>
                      <a:cubicBezTo>
                        <a:pt x="208" y="361"/>
                        <a:pt x="210" y="375"/>
                        <a:pt x="207" y="379"/>
                      </a:cubicBezTo>
                      <a:cubicBezTo>
                        <a:pt x="204" y="383"/>
                        <a:pt x="162" y="377"/>
                        <a:pt x="162" y="377"/>
                      </a:cubicBezTo>
                      <a:cubicBezTo>
                        <a:pt x="162" y="377"/>
                        <a:pt x="152" y="374"/>
                        <a:pt x="143" y="376"/>
                      </a:cubicBezTo>
                      <a:cubicBezTo>
                        <a:pt x="134" y="378"/>
                        <a:pt x="149" y="389"/>
                        <a:pt x="149" y="389"/>
                      </a:cubicBezTo>
                      <a:cubicBezTo>
                        <a:pt x="135" y="402"/>
                        <a:pt x="135" y="402"/>
                        <a:pt x="135" y="402"/>
                      </a:cubicBezTo>
                      <a:cubicBezTo>
                        <a:pt x="163" y="400"/>
                        <a:pt x="163" y="400"/>
                        <a:pt x="163" y="400"/>
                      </a:cubicBezTo>
                      <a:cubicBezTo>
                        <a:pt x="163" y="400"/>
                        <a:pt x="163" y="423"/>
                        <a:pt x="156" y="430"/>
                      </a:cubicBezTo>
                      <a:cubicBezTo>
                        <a:pt x="149" y="437"/>
                        <a:pt x="121" y="445"/>
                        <a:pt x="117" y="448"/>
                      </a:cubicBezTo>
                      <a:cubicBezTo>
                        <a:pt x="113" y="451"/>
                        <a:pt x="118" y="466"/>
                        <a:pt x="122" y="468"/>
                      </a:cubicBezTo>
                      <a:cubicBezTo>
                        <a:pt x="126" y="470"/>
                        <a:pt x="144" y="456"/>
                        <a:pt x="144" y="456"/>
                      </a:cubicBezTo>
                      <a:cubicBezTo>
                        <a:pt x="144" y="456"/>
                        <a:pt x="147" y="462"/>
                        <a:pt x="151" y="466"/>
                      </a:cubicBezTo>
                      <a:cubicBezTo>
                        <a:pt x="155" y="470"/>
                        <a:pt x="165" y="466"/>
                        <a:pt x="165" y="466"/>
                      </a:cubicBezTo>
                      <a:cubicBezTo>
                        <a:pt x="165" y="466"/>
                        <a:pt x="173" y="475"/>
                        <a:pt x="181" y="476"/>
                      </a:cubicBezTo>
                      <a:cubicBezTo>
                        <a:pt x="190" y="477"/>
                        <a:pt x="197" y="472"/>
                        <a:pt x="202" y="467"/>
                      </a:cubicBezTo>
                      <a:cubicBezTo>
                        <a:pt x="207" y="462"/>
                        <a:pt x="220" y="463"/>
                        <a:pt x="220" y="463"/>
                      </a:cubicBezTo>
                      <a:cubicBezTo>
                        <a:pt x="220" y="463"/>
                        <a:pt x="204" y="478"/>
                        <a:pt x="194" y="485"/>
                      </a:cubicBezTo>
                      <a:cubicBezTo>
                        <a:pt x="183" y="492"/>
                        <a:pt x="163" y="485"/>
                        <a:pt x="156" y="485"/>
                      </a:cubicBezTo>
                      <a:cubicBezTo>
                        <a:pt x="149" y="485"/>
                        <a:pt x="151" y="495"/>
                        <a:pt x="151" y="495"/>
                      </a:cubicBezTo>
                      <a:cubicBezTo>
                        <a:pt x="151" y="495"/>
                        <a:pt x="142" y="495"/>
                        <a:pt x="135" y="498"/>
                      </a:cubicBezTo>
                      <a:cubicBezTo>
                        <a:pt x="127" y="501"/>
                        <a:pt x="135" y="507"/>
                        <a:pt x="129" y="516"/>
                      </a:cubicBezTo>
                      <a:cubicBezTo>
                        <a:pt x="124" y="524"/>
                        <a:pt x="117" y="520"/>
                        <a:pt x="110" y="520"/>
                      </a:cubicBezTo>
                      <a:cubicBezTo>
                        <a:pt x="103" y="520"/>
                        <a:pt x="106" y="530"/>
                        <a:pt x="99" y="536"/>
                      </a:cubicBezTo>
                      <a:cubicBezTo>
                        <a:pt x="92" y="542"/>
                        <a:pt x="83" y="541"/>
                        <a:pt x="83" y="545"/>
                      </a:cubicBezTo>
                      <a:cubicBezTo>
                        <a:pt x="83" y="549"/>
                        <a:pt x="102" y="549"/>
                        <a:pt x="105" y="549"/>
                      </a:cubicBezTo>
                      <a:cubicBezTo>
                        <a:pt x="108" y="549"/>
                        <a:pt x="116" y="539"/>
                        <a:pt x="122" y="534"/>
                      </a:cubicBezTo>
                      <a:cubicBezTo>
                        <a:pt x="128" y="529"/>
                        <a:pt x="138" y="530"/>
                        <a:pt x="147" y="530"/>
                      </a:cubicBezTo>
                      <a:cubicBezTo>
                        <a:pt x="156" y="530"/>
                        <a:pt x="159" y="540"/>
                        <a:pt x="165" y="540"/>
                      </a:cubicBezTo>
                      <a:cubicBezTo>
                        <a:pt x="171" y="540"/>
                        <a:pt x="184" y="515"/>
                        <a:pt x="191" y="512"/>
                      </a:cubicBezTo>
                      <a:cubicBezTo>
                        <a:pt x="197" y="508"/>
                        <a:pt x="211" y="519"/>
                        <a:pt x="211" y="519"/>
                      </a:cubicBezTo>
                      <a:cubicBezTo>
                        <a:pt x="228" y="520"/>
                        <a:pt x="228" y="520"/>
                        <a:pt x="228" y="520"/>
                      </a:cubicBezTo>
                      <a:cubicBezTo>
                        <a:pt x="248" y="512"/>
                        <a:pt x="248" y="512"/>
                        <a:pt x="248" y="512"/>
                      </a:cubicBezTo>
                      <a:cubicBezTo>
                        <a:pt x="248" y="512"/>
                        <a:pt x="267" y="521"/>
                        <a:pt x="273" y="520"/>
                      </a:cubicBezTo>
                      <a:cubicBezTo>
                        <a:pt x="279" y="519"/>
                        <a:pt x="265" y="508"/>
                        <a:pt x="271" y="503"/>
                      </a:cubicBezTo>
                      <a:cubicBezTo>
                        <a:pt x="277" y="498"/>
                        <a:pt x="286" y="513"/>
                        <a:pt x="286" y="513"/>
                      </a:cubicBezTo>
                      <a:cubicBezTo>
                        <a:pt x="293" y="508"/>
                        <a:pt x="293" y="508"/>
                        <a:pt x="293" y="508"/>
                      </a:cubicBezTo>
                      <a:cubicBezTo>
                        <a:pt x="293" y="508"/>
                        <a:pt x="346" y="508"/>
                        <a:pt x="359" y="501"/>
                      </a:cubicBezTo>
                      <a:cubicBezTo>
                        <a:pt x="371" y="494"/>
                        <a:pt x="379" y="479"/>
                        <a:pt x="379" y="479"/>
                      </a:cubicBezTo>
                      <a:cubicBezTo>
                        <a:pt x="340" y="474"/>
                        <a:pt x="340" y="474"/>
                        <a:pt x="340" y="474"/>
                      </a:cubicBezTo>
                      <a:cubicBezTo>
                        <a:pt x="358" y="471"/>
                        <a:pt x="358" y="471"/>
                        <a:pt x="358" y="471"/>
                      </a:cubicBezTo>
                      <a:cubicBezTo>
                        <a:pt x="354" y="461"/>
                        <a:pt x="354" y="461"/>
                        <a:pt x="354" y="461"/>
                      </a:cubicBezTo>
                      <a:cubicBezTo>
                        <a:pt x="354" y="461"/>
                        <a:pt x="368" y="448"/>
                        <a:pt x="375" y="447"/>
                      </a:cubicBezTo>
                      <a:cubicBezTo>
                        <a:pt x="382" y="446"/>
                        <a:pt x="393" y="435"/>
                        <a:pt x="394" y="415"/>
                      </a:cubicBezTo>
                      <a:cubicBezTo>
                        <a:pt x="395" y="394"/>
                        <a:pt x="346" y="395"/>
                        <a:pt x="346" y="395"/>
                      </a:cubicBezTo>
                      <a:close/>
                      <a:moveTo>
                        <a:pt x="157" y="325"/>
                      </a:moveTo>
                      <a:cubicBezTo>
                        <a:pt x="152" y="310"/>
                        <a:pt x="147" y="330"/>
                        <a:pt x="138" y="338"/>
                      </a:cubicBezTo>
                      <a:cubicBezTo>
                        <a:pt x="138" y="338"/>
                        <a:pt x="162" y="340"/>
                        <a:pt x="157" y="325"/>
                      </a:cubicBezTo>
                      <a:close/>
                      <a:moveTo>
                        <a:pt x="94" y="338"/>
                      </a:moveTo>
                      <a:cubicBezTo>
                        <a:pt x="97" y="335"/>
                        <a:pt x="99" y="329"/>
                        <a:pt x="99" y="329"/>
                      </a:cubicBezTo>
                      <a:cubicBezTo>
                        <a:pt x="99" y="329"/>
                        <a:pt x="104" y="336"/>
                        <a:pt x="107" y="330"/>
                      </a:cubicBezTo>
                      <a:cubicBezTo>
                        <a:pt x="110" y="324"/>
                        <a:pt x="117" y="314"/>
                        <a:pt x="110" y="308"/>
                      </a:cubicBezTo>
                      <a:cubicBezTo>
                        <a:pt x="103" y="302"/>
                        <a:pt x="103" y="293"/>
                        <a:pt x="103" y="293"/>
                      </a:cubicBezTo>
                      <a:cubicBezTo>
                        <a:pt x="98" y="295"/>
                        <a:pt x="98" y="295"/>
                        <a:pt x="98" y="295"/>
                      </a:cubicBezTo>
                      <a:cubicBezTo>
                        <a:pt x="98" y="295"/>
                        <a:pt x="93" y="283"/>
                        <a:pt x="86" y="281"/>
                      </a:cubicBezTo>
                      <a:cubicBezTo>
                        <a:pt x="79" y="279"/>
                        <a:pt x="61" y="282"/>
                        <a:pt x="61" y="282"/>
                      </a:cubicBezTo>
                      <a:cubicBezTo>
                        <a:pt x="61" y="282"/>
                        <a:pt x="61" y="282"/>
                        <a:pt x="61" y="281"/>
                      </a:cubicBezTo>
                      <a:cubicBezTo>
                        <a:pt x="58" y="288"/>
                        <a:pt x="58" y="288"/>
                        <a:pt x="58" y="288"/>
                      </a:cubicBezTo>
                      <a:cubicBezTo>
                        <a:pt x="28" y="302"/>
                        <a:pt x="28" y="302"/>
                        <a:pt x="28" y="302"/>
                      </a:cubicBezTo>
                      <a:cubicBezTo>
                        <a:pt x="29" y="312"/>
                        <a:pt x="29" y="312"/>
                        <a:pt x="29" y="312"/>
                      </a:cubicBezTo>
                      <a:cubicBezTo>
                        <a:pt x="29" y="312"/>
                        <a:pt x="0" y="318"/>
                        <a:pt x="13" y="325"/>
                      </a:cubicBezTo>
                      <a:cubicBezTo>
                        <a:pt x="26" y="333"/>
                        <a:pt x="38" y="335"/>
                        <a:pt x="38" y="335"/>
                      </a:cubicBezTo>
                      <a:cubicBezTo>
                        <a:pt x="55" y="319"/>
                        <a:pt x="55" y="319"/>
                        <a:pt x="55" y="319"/>
                      </a:cubicBezTo>
                      <a:cubicBezTo>
                        <a:pt x="67" y="335"/>
                        <a:pt x="67" y="335"/>
                        <a:pt x="67" y="335"/>
                      </a:cubicBezTo>
                      <a:cubicBezTo>
                        <a:pt x="89" y="340"/>
                        <a:pt x="89" y="340"/>
                        <a:pt x="89" y="340"/>
                      </a:cubicBezTo>
                      <a:cubicBezTo>
                        <a:pt x="91" y="340"/>
                        <a:pt x="93" y="339"/>
                        <a:pt x="94" y="338"/>
                      </a:cubicBezTo>
                      <a:close/>
                      <a:moveTo>
                        <a:pt x="63" y="155"/>
                      </a:moveTo>
                      <a:cubicBezTo>
                        <a:pt x="57" y="155"/>
                        <a:pt x="54" y="155"/>
                        <a:pt x="52" y="163"/>
                      </a:cubicBezTo>
                      <a:cubicBezTo>
                        <a:pt x="66" y="163"/>
                        <a:pt x="66" y="163"/>
                        <a:pt x="66" y="163"/>
                      </a:cubicBezTo>
                      <a:cubicBezTo>
                        <a:pt x="66" y="163"/>
                        <a:pt x="69" y="155"/>
                        <a:pt x="63" y="155"/>
                      </a:cubicBezTo>
                      <a:close/>
                      <a:moveTo>
                        <a:pt x="82" y="144"/>
                      </a:moveTo>
                      <a:cubicBezTo>
                        <a:pt x="82" y="144"/>
                        <a:pt x="88" y="146"/>
                        <a:pt x="94" y="145"/>
                      </a:cubicBezTo>
                      <a:cubicBezTo>
                        <a:pt x="100" y="144"/>
                        <a:pt x="108" y="115"/>
                        <a:pt x="108" y="115"/>
                      </a:cubicBezTo>
                      <a:cubicBezTo>
                        <a:pt x="108" y="115"/>
                        <a:pt x="100" y="117"/>
                        <a:pt x="94" y="122"/>
                      </a:cubicBezTo>
                      <a:cubicBezTo>
                        <a:pt x="88" y="126"/>
                        <a:pt x="86" y="133"/>
                        <a:pt x="86" y="133"/>
                      </a:cubicBezTo>
                      <a:cubicBezTo>
                        <a:pt x="86" y="133"/>
                        <a:pt x="78" y="125"/>
                        <a:pt x="72" y="128"/>
                      </a:cubicBezTo>
                      <a:cubicBezTo>
                        <a:pt x="67" y="131"/>
                        <a:pt x="73" y="153"/>
                        <a:pt x="73" y="153"/>
                      </a:cubicBezTo>
                      <a:lnTo>
                        <a:pt x="82" y="144"/>
                      </a:lnTo>
                      <a:close/>
                      <a:moveTo>
                        <a:pt x="57" y="169"/>
                      </a:moveTo>
                      <a:cubicBezTo>
                        <a:pt x="51" y="191"/>
                        <a:pt x="51" y="191"/>
                        <a:pt x="51" y="191"/>
                      </a:cubicBezTo>
                      <a:cubicBezTo>
                        <a:pt x="62" y="177"/>
                        <a:pt x="62" y="177"/>
                        <a:pt x="62" y="177"/>
                      </a:cubicBezTo>
                      <a:lnTo>
                        <a:pt x="57" y="16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9" name="Freeform 331"/>
                <p:cNvSpPr>
                  <a:spLocks/>
                </p:cNvSpPr>
                <p:nvPr/>
              </p:nvSpPr>
              <p:spPr bwMode="gray">
                <a:xfrm>
                  <a:off x="-7302" y="-16953"/>
                  <a:ext cx="446" cy="477"/>
                </a:xfrm>
                <a:custGeom>
                  <a:avLst/>
                  <a:gdLst>
                    <a:gd name="T0" fmla="*/ 186 w 189"/>
                    <a:gd name="T1" fmla="*/ 104 h 202"/>
                    <a:gd name="T2" fmla="*/ 177 w 189"/>
                    <a:gd name="T3" fmla="*/ 87 h 202"/>
                    <a:gd name="T4" fmla="*/ 175 w 189"/>
                    <a:gd name="T5" fmla="*/ 73 h 202"/>
                    <a:gd name="T6" fmla="*/ 189 w 189"/>
                    <a:gd name="T7" fmla="*/ 66 h 202"/>
                    <a:gd name="T8" fmla="*/ 167 w 189"/>
                    <a:gd name="T9" fmla="*/ 61 h 202"/>
                    <a:gd name="T10" fmla="*/ 155 w 189"/>
                    <a:gd name="T11" fmla="*/ 45 h 202"/>
                    <a:gd name="T12" fmla="*/ 138 w 189"/>
                    <a:gd name="T13" fmla="*/ 61 h 202"/>
                    <a:gd name="T14" fmla="*/ 113 w 189"/>
                    <a:gd name="T15" fmla="*/ 51 h 202"/>
                    <a:gd name="T16" fmla="*/ 129 w 189"/>
                    <a:gd name="T17" fmla="*/ 38 h 202"/>
                    <a:gd name="T18" fmla="*/ 128 w 189"/>
                    <a:gd name="T19" fmla="*/ 28 h 202"/>
                    <a:gd name="T20" fmla="*/ 158 w 189"/>
                    <a:gd name="T21" fmla="*/ 14 h 202"/>
                    <a:gd name="T22" fmla="*/ 161 w 189"/>
                    <a:gd name="T23" fmla="*/ 7 h 202"/>
                    <a:gd name="T24" fmla="*/ 153 w 189"/>
                    <a:gd name="T25" fmla="*/ 2 h 202"/>
                    <a:gd name="T26" fmla="*/ 138 w 189"/>
                    <a:gd name="T27" fmla="*/ 14 h 202"/>
                    <a:gd name="T28" fmla="*/ 134 w 189"/>
                    <a:gd name="T29" fmla="*/ 4 h 202"/>
                    <a:gd name="T30" fmla="*/ 107 w 189"/>
                    <a:gd name="T31" fmla="*/ 9 h 202"/>
                    <a:gd name="T32" fmla="*/ 99 w 189"/>
                    <a:gd name="T33" fmla="*/ 30 h 202"/>
                    <a:gd name="T34" fmla="*/ 84 w 189"/>
                    <a:gd name="T35" fmla="*/ 35 h 202"/>
                    <a:gd name="T36" fmla="*/ 102 w 189"/>
                    <a:gd name="T37" fmla="*/ 44 h 202"/>
                    <a:gd name="T38" fmla="*/ 92 w 189"/>
                    <a:gd name="T39" fmla="*/ 50 h 202"/>
                    <a:gd name="T40" fmla="*/ 87 w 189"/>
                    <a:gd name="T41" fmla="*/ 57 h 202"/>
                    <a:gd name="T42" fmla="*/ 69 w 189"/>
                    <a:gd name="T43" fmla="*/ 56 h 202"/>
                    <a:gd name="T44" fmla="*/ 69 w 189"/>
                    <a:gd name="T45" fmla="*/ 61 h 202"/>
                    <a:gd name="T46" fmla="*/ 48 w 189"/>
                    <a:gd name="T47" fmla="*/ 51 h 202"/>
                    <a:gd name="T48" fmla="*/ 30 w 189"/>
                    <a:gd name="T49" fmla="*/ 54 h 202"/>
                    <a:gd name="T50" fmla="*/ 33 w 189"/>
                    <a:gd name="T51" fmla="*/ 71 h 202"/>
                    <a:gd name="T52" fmla="*/ 42 w 189"/>
                    <a:gd name="T53" fmla="*/ 79 h 202"/>
                    <a:gd name="T54" fmla="*/ 31 w 189"/>
                    <a:gd name="T55" fmla="*/ 86 h 202"/>
                    <a:gd name="T56" fmla="*/ 25 w 189"/>
                    <a:gd name="T57" fmla="*/ 98 h 202"/>
                    <a:gd name="T58" fmla="*/ 48 w 189"/>
                    <a:gd name="T59" fmla="*/ 107 h 202"/>
                    <a:gd name="T60" fmla="*/ 66 w 189"/>
                    <a:gd name="T61" fmla="*/ 107 h 202"/>
                    <a:gd name="T62" fmla="*/ 50 w 189"/>
                    <a:gd name="T63" fmla="*/ 116 h 202"/>
                    <a:gd name="T64" fmla="*/ 50 w 189"/>
                    <a:gd name="T65" fmla="*/ 130 h 202"/>
                    <a:gd name="T66" fmla="*/ 35 w 189"/>
                    <a:gd name="T67" fmla="*/ 134 h 202"/>
                    <a:gd name="T68" fmla="*/ 30 w 189"/>
                    <a:gd name="T69" fmla="*/ 156 h 202"/>
                    <a:gd name="T70" fmla="*/ 4 w 189"/>
                    <a:gd name="T71" fmla="*/ 161 h 202"/>
                    <a:gd name="T72" fmla="*/ 15 w 189"/>
                    <a:gd name="T73" fmla="*/ 167 h 202"/>
                    <a:gd name="T74" fmla="*/ 0 w 189"/>
                    <a:gd name="T75" fmla="*/ 176 h 202"/>
                    <a:gd name="T76" fmla="*/ 7 w 189"/>
                    <a:gd name="T77" fmla="*/ 183 h 202"/>
                    <a:gd name="T78" fmla="*/ 30 w 189"/>
                    <a:gd name="T79" fmla="*/ 180 h 202"/>
                    <a:gd name="T80" fmla="*/ 19 w 189"/>
                    <a:gd name="T81" fmla="*/ 192 h 202"/>
                    <a:gd name="T82" fmla="*/ 35 w 189"/>
                    <a:gd name="T83" fmla="*/ 190 h 202"/>
                    <a:gd name="T84" fmla="*/ 29 w 189"/>
                    <a:gd name="T85" fmla="*/ 202 h 202"/>
                    <a:gd name="T86" fmla="*/ 74 w 189"/>
                    <a:gd name="T87" fmla="*/ 191 h 202"/>
                    <a:gd name="T88" fmla="*/ 83 w 189"/>
                    <a:gd name="T89" fmla="*/ 178 h 202"/>
                    <a:gd name="T90" fmla="*/ 102 w 189"/>
                    <a:gd name="T91" fmla="*/ 178 h 202"/>
                    <a:gd name="T92" fmla="*/ 124 w 189"/>
                    <a:gd name="T93" fmla="*/ 166 h 202"/>
                    <a:gd name="T94" fmla="*/ 140 w 189"/>
                    <a:gd name="T95" fmla="*/ 165 h 202"/>
                    <a:gd name="T96" fmla="*/ 143 w 189"/>
                    <a:gd name="T97" fmla="*/ 159 h 202"/>
                    <a:gd name="T98" fmla="*/ 168 w 189"/>
                    <a:gd name="T99" fmla="*/ 160 h 202"/>
                    <a:gd name="T100" fmla="*/ 167 w 189"/>
                    <a:gd name="T101" fmla="*/ 148 h 202"/>
                    <a:gd name="T102" fmla="*/ 179 w 189"/>
                    <a:gd name="T103" fmla="*/ 146 h 202"/>
                    <a:gd name="T104" fmla="*/ 178 w 189"/>
                    <a:gd name="T105" fmla="*/ 133 h 202"/>
                    <a:gd name="T106" fmla="*/ 186 w 189"/>
                    <a:gd name="T107" fmla="*/ 104 h 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89" h="202">
                      <a:moveTo>
                        <a:pt x="186" y="104"/>
                      </a:moveTo>
                      <a:cubicBezTo>
                        <a:pt x="186" y="94"/>
                        <a:pt x="177" y="87"/>
                        <a:pt x="177" y="87"/>
                      </a:cubicBezTo>
                      <a:cubicBezTo>
                        <a:pt x="177" y="87"/>
                        <a:pt x="177" y="78"/>
                        <a:pt x="175" y="73"/>
                      </a:cubicBezTo>
                      <a:cubicBezTo>
                        <a:pt x="175" y="69"/>
                        <a:pt x="184" y="68"/>
                        <a:pt x="189" y="66"/>
                      </a:cubicBezTo>
                      <a:cubicBezTo>
                        <a:pt x="167" y="61"/>
                        <a:pt x="167" y="61"/>
                        <a:pt x="167" y="61"/>
                      </a:cubicBezTo>
                      <a:cubicBezTo>
                        <a:pt x="155" y="45"/>
                        <a:pt x="155" y="45"/>
                        <a:pt x="155" y="45"/>
                      </a:cubicBezTo>
                      <a:cubicBezTo>
                        <a:pt x="138" y="61"/>
                        <a:pt x="138" y="61"/>
                        <a:pt x="138" y="61"/>
                      </a:cubicBezTo>
                      <a:cubicBezTo>
                        <a:pt x="138" y="61"/>
                        <a:pt x="126" y="59"/>
                        <a:pt x="113" y="51"/>
                      </a:cubicBezTo>
                      <a:cubicBezTo>
                        <a:pt x="100" y="44"/>
                        <a:pt x="129" y="38"/>
                        <a:pt x="129" y="38"/>
                      </a:cubicBezTo>
                      <a:cubicBezTo>
                        <a:pt x="128" y="28"/>
                        <a:pt x="128" y="28"/>
                        <a:pt x="128" y="28"/>
                      </a:cubicBezTo>
                      <a:cubicBezTo>
                        <a:pt x="158" y="14"/>
                        <a:pt x="158" y="14"/>
                        <a:pt x="158" y="14"/>
                      </a:cubicBezTo>
                      <a:cubicBezTo>
                        <a:pt x="161" y="7"/>
                        <a:pt x="161" y="7"/>
                        <a:pt x="161" y="7"/>
                      </a:cubicBezTo>
                      <a:cubicBezTo>
                        <a:pt x="160" y="6"/>
                        <a:pt x="158" y="4"/>
                        <a:pt x="153" y="2"/>
                      </a:cubicBezTo>
                      <a:cubicBezTo>
                        <a:pt x="146" y="0"/>
                        <a:pt x="138" y="14"/>
                        <a:pt x="138" y="14"/>
                      </a:cubicBezTo>
                      <a:cubicBezTo>
                        <a:pt x="134" y="4"/>
                        <a:pt x="134" y="4"/>
                        <a:pt x="134" y="4"/>
                      </a:cubicBezTo>
                      <a:cubicBezTo>
                        <a:pt x="134" y="4"/>
                        <a:pt x="111" y="4"/>
                        <a:pt x="107" y="9"/>
                      </a:cubicBezTo>
                      <a:cubicBezTo>
                        <a:pt x="103" y="15"/>
                        <a:pt x="99" y="30"/>
                        <a:pt x="99" y="30"/>
                      </a:cubicBezTo>
                      <a:cubicBezTo>
                        <a:pt x="99" y="30"/>
                        <a:pt x="84" y="29"/>
                        <a:pt x="84" y="35"/>
                      </a:cubicBezTo>
                      <a:cubicBezTo>
                        <a:pt x="84" y="41"/>
                        <a:pt x="106" y="37"/>
                        <a:pt x="102" y="44"/>
                      </a:cubicBezTo>
                      <a:cubicBezTo>
                        <a:pt x="98" y="51"/>
                        <a:pt x="94" y="47"/>
                        <a:pt x="92" y="50"/>
                      </a:cubicBezTo>
                      <a:cubicBezTo>
                        <a:pt x="90" y="53"/>
                        <a:pt x="87" y="57"/>
                        <a:pt x="87" y="57"/>
                      </a:cubicBezTo>
                      <a:cubicBezTo>
                        <a:pt x="69" y="56"/>
                        <a:pt x="69" y="56"/>
                        <a:pt x="69" y="56"/>
                      </a:cubicBezTo>
                      <a:cubicBezTo>
                        <a:pt x="69" y="61"/>
                        <a:pt x="69" y="61"/>
                        <a:pt x="69" y="61"/>
                      </a:cubicBezTo>
                      <a:cubicBezTo>
                        <a:pt x="69" y="61"/>
                        <a:pt x="56" y="47"/>
                        <a:pt x="48" y="51"/>
                      </a:cubicBezTo>
                      <a:cubicBezTo>
                        <a:pt x="40" y="55"/>
                        <a:pt x="30" y="54"/>
                        <a:pt x="30" y="54"/>
                      </a:cubicBezTo>
                      <a:cubicBezTo>
                        <a:pt x="30" y="54"/>
                        <a:pt x="28" y="71"/>
                        <a:pt x="33" y="71"/>
                      </a:cubicBezTo>
                      <a:cubicBezTo>
                        <a:pt x="38" y="71"/>
                        <a:pt x="42" y="79"/>
                        <a:pt x="42" y="79"/>
                      </a:cubicBezTo>
                      <a:cubicBezTo>
                        <a:pt x="31" y="86"/>
                        <a:pt x="31" y="86"/>
                        <a:pt x="31" y="86"/>
                      </a:cubicBezTo>
                      <a:cubicBezTo>
                        <a:pt x="31" y="86"/>
                        <a:pt x="20" y="90"/>
                        <a:pt x="25" y="98"/>
                      </a:cubicBezTo>
                      <a:cubicBezTo>
                        <a:pt x="30" y="106"/>
                        <a:pt x="48" y="107"/>
                        <a:pt x="48" y="107"/>
                      </a:cubicBezTo>
                      <a:cubicBezTo>
                        <a:pt x="48" y="107"/>
                        <a:pt x="67" y="99"/>
                        <a:pt x="66" y="107"/>
                      </a:cubicBezTo>
                      <a:cubicBezTo>
                        <a:pt x="65" y="115"/>
                        <a:pt x="50" y="116"/>
                        <a:pt x="50" y="116"/>
                      </a:cubicBezTo>
                      <a:cubicBezTo>
                        <a:pt x="50" y="130"/>
                        <a:pt x="50" y="130"/>
                        <a:pt x="50" y="130"/>
                      </a:cubicBezTo>
                      <a:cubicBezTo>
                        <a:pt x="50" y="130"/>
                        <a:pt x="37" y="125"/>
                        <a:pt x="35" y="134"/>
                      </a:cubicBezTo>
                      <a:cubicBezTo>
                        <a:pt x="33" y="143"/>
                        <a:pt x="30" y="156"/>
                        <a:pt x="30" y="156"/>
                      </a:cubicBezTo>
                      <a:cubicBezTo>
                        <a:pt x="30" y="156"/>
                        <a:pt x="5" y="156"/>
                        <a:pt x="4" y="161"/>
                      </a:cubicBezTo>
                      <a:cubicBezTo>
                        <a:pt x="3" y="166"/>
                        <a:pt x="15" y="167"/>
                        <a:pt x="15" y="167"/>
                      </a:cubicBezTo>
                      <a:cubicBezTo>
                        <a:pt x="15" y="167"/>
                        <a:pt x="0" y="169"/>
                        <a:pt x="0" y="176"/>
                      </a:cubicBezTo>
                      <a:cubicBezTo>
                        <a:pt x="0" y="184"/>
                        <a:pt x="7" y="183"/>
                        <a:pt x="7" y="183"/>
                      </a:cubicBezTo>
                      <a:cubicBezTo>
                        <a:pt x="30" y="180"/>
                        <a:pt x="30" y="180"/>
                        <a:pt x="30" y="180"/>
                      </a:cubicBezTo>
                      <a:cubicBezTo>
                        <a:pt x="19" y="192"/>
                        <a:pt x="19" y="192"/>
                        <a:pt x="19" y="192"/>
                      </a:cubicBezTo>
                      <a:cubicBezTo>
                        <a:pt x="19" y="192"/>
                        <a:pt x="36" y="187"/>
                        <a:pt x="35" y="190"/>
                      </a:cubicBezTo>
                      <a:cubicBezTo>
                        <a:pt x="34" y="193"/>
                        <a:pt x="14" y="202"/>
                        <a:pt x="29" y="202"/>
                      </a:cubicBezTo>
                      <a:cubicBezTo>
                        <a:pt x="44" y="202"/>
                        <a:pt x="65" y="196"/>
                        <a:pt x="74" y="191"/>
                      </a:cubicBezTo>
                      <a:cubicBezTo>
                        <a:pt x="83" y="186"/>
                        <a:pt x="83" y="178"/>
                        <a:pt x="83" y="178"/>
                      </a:cubicBezTo>
                      <a:cubicBezTo>
                        <a:pt x="83" y="178"/>
                        <a:pt x="93" y="184"/>
                        <a:pt x="102" y="178"/>
                      </a:cubicBezTo>
                      <a:cubicBezTo>
                        <a:pt x="111" y="173"/>
                        <a:pt x="112" y="167"/>
                        <a:pt x="124" y="166"/>
                      </a:cubicBezTo>
                      <a:cubicBezTo>
                        <a:pt x="135" y="165"/>
                        <a:pt x="140" y="165"/>
                        <a:pt x="140" y="165"/>
                      </a:cubicBezTo>
                      <a:cubicBezTo>
                        <a:pt x="143" y="159"/>
                        <a:pt x="143" y="159"/>
                        <a:pt x="143" y="159"/>
                      </a:cubicBezTo>
                      <a:cubicBezTo>
                        <a:pt x="168" y="160"/>
                        <a:pt x="168" y="160"/>
                        <a:pt x="168" y="160"/>
                      </a:cubicBezTo>
                      <a:cubicBezTo>
                        <a:pt x="167" y="148"/>
                        <a:pt x="167" y="148"/>
                        <a:pt x="167" y="148"/>
                      </a:cubicBezTo>
                      <a:cubicBezTo>
                        <a:pt x="167" y="148"/>
                        <a:pt x="179" y="150"/>
                        <a:pt x="179" y="146"/>
                      </a:cubicBezTo>
                      <a:cubicBezTo>
                        <a:pt x="179" y="142"/>
                        <a:pt x="174" y="138"/>
                        <a:pt x="178" y="133"/>
                      </a:cubicBezTo>
                      <a:cubicBezTo>
                        <a:pt x="181" y="128"/>
                        <a:pt x="186" y="114"/>
                        <a:pt x="186" y="10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0" name="Freeform 332"/>
                <p:cNvSpPr>
                  <a:spLocks noEditPoints="1"/>
                </p:cNvSpPr>
                <p:nvPr/>
              </p:nvSpPr>
              <p:spPr bwMode="gray">
                <a:xfrm>
                  <a:off x="-11311" y="-19887"/>
                  <a:ext cx="6246" cy="3028"/>
                </a:xfrm>
                <a:custGeom>
                  <a:avLst/>
                  <a:gdLst>
                    <a:gd name="T0" fmla="*/ 1565 w 2644"/>
                    <a:gd name="T1" fmla="*/ 52 h 1282"/>
                    <a:gd name="T2" fmla="*/ 1392 w 2644"/>
                    <a:gd name="T3" fmla="*/ 47 h 1282"/>
                    <a:gd name="T4" fmla="*/ 1490 w 2644"/>
                    <a:gd name="T5" fmla="*/ 10 h 1282"/>
                    <a:gd name="T6" fmla="*/ 1129 w 2644"/>
                    <a:gd name="T7" fmla="*/ 20 h 1282"/>
                    <a:gd name="T8" fmla="*/ 1006 w 2644"/>
                    <a:gd name="T9" fmla="*/ 38 h 1282"/>
                    <a:gd name="T10" fmla="*/ 728 w 2644"/>
                    <a:gd name="T11" fmla="*/ 51 h 1282"/>
                    <a:gd name="T12" fmla="*/ 452 w 2644"/>
                    <a:gd name="T13" fmla="*/ 80 h 1282"/>
                    <a:gd name="T14" fmla="*/ 236 w 2644"/>
                    <a:gd name="T15" fmla="*/ 157 h 1282"/>
                    <a:gd name="T16" fmla="*/ 83 w 2644"/>
                    <a:gd name="T17" fmla="*/ 219 h 1282"/>
                    <a:gd name="T18" fmla="*/ 96 w 2644"/>
                    <a:gd name="T19" fmla="*/ 231 h 1282"/>
                    <a:gd name="T20" fmla="*/ 106 w 2644"/>
                    <a:gd name="T21" fmla="*/ 266 h 1282"/>
                    <a:gd name="T22" fmla="*/ 313 w 2644"/>
                    <a:gd name="T23" fmla="*/ 274 h 1282"/>
                    <a:gd name="T24" fmla="*/ 399 w 2644"/>
                    <a:gd name="T25" fmla="*/ 369 h 1282"/>
                    <a:gd name="T26" fmla="*/ 370 w 2644"/>
                    <a:gd name="T27" fmla="*/ 445 h 1282"/>
                    <a:gd name="T28" fmla="*/ 438 w 2644"/>
                    <a:gd name="T29" fmla="*/ 447 h 1282"/>
                    <a:gd name="T30" fmla="*/ 432 w 2644"/>
                    <a:gd name="T31" fmla="*/ 517 h 1282"/>
                    <a:gd name="T32" fmla="*/ 456 w 2644"/>
                    <a:gd name="T33" fmla="*/ 542 h 1282"/>
                    <a:gd name="T34" fmla="*/ 421 w 2644"/>
                    <a:gd name="T35" fmla="*/ 578 h 1282"/>
                    <a:gd name="T36" fmla="*/ 408 w 2644"/>
                    <a:gd name="T37" fmla="*/ 639 h 1282"/>
                    <a:gd name="T38" fmla="*/ 354 w 2644"/>
                    <a:gd name="T39" fmla="*/ 640 h 1282"/>
                    <a:gd name="T40" fmla="*/ 276 w 2644"/>
                    <a:gd name="T41" fmla="*/ 668 h 1282"/>
                    <a:gd name="T42" fmla="*/ 273 w 2644"/>
                    <a:gd name="T43" fmla="*/ 727 h 1282"/>
                    <a:gd name="T44" fmla="*/ 270 w 2644"/>
                    <a:gd name="T45" fmla="*/ 802 h 1282"/>
                    <a:gd name="T46" fmla="*/ 328 w 2644"/>
                    <a:gd name="T47" fmla="*/ 798 h 1282"/>
                    <a:gd name="T48" fmla="*/ 286 w 2644"/>
                    <a:gd name="T49" fmla="*/ 851 h 1282"/>
                    <a:gd name="T50" fmla="*/ 322 w 2644"/>
                    <a:gd name="T51" fmla="*/ 925 h 1282"/>
                    <a:gd name="T52" fmla="*/ 398 w 2644"/>
                    <a:gd name="T53" fmla="*/ 969 h 1282"/>
                    <a:gd name="T54" fmla="*/ 443 w 2644"/>
                    <a:gd name="T55" fmla="*/ 1000 h 1282"/>
                    <a:gd name="T56" fmla="*/ 540 w 2644"/>
                    <a:gd name="T57" fmla="*/ 948 h 1282"/>
                    <a:gd name="T58" fmla="*/ 585 w 2644"/>
                    <a:gd name="T59" fmla="*/ 903 h 1282"/>
                    <a:gd name="T60" fmla="*/ 625 w 2644"/>
                    <a:gd name="T61" fmla="*/ 858 h 1282"/>
                    <a:gd name="T62" fmla="*/ 673 w 2644"/>
                    <a:gd name="T63" fmla="*/ 802 h 1282"/>
                    <a:gd name="T64" fmla="*/ 752 w 2644"/>
                    <a:gd name="T65" fmla="*/ 741 h 1282"/>
                    <a:gd name="T66" fmla="*/ 841 w 2644"/>
                    <a:gd name="T67" fmla="*/ 727 h 1282"/>
                    <a:gd name="T68" fmla="*/ 1053 w 2644"/>
                    <a:gd name="T69" fmla="*/ 599 h 1282"/>
                    <a:gd name="T70" fmla="*/ 1317 w 2644"/>
                    <a:gd name="T71" fmla="*/ 578 h 1282"/>
                    <a:gd name="T72" fmla="*/ 1303 w 2644"/>
                    <a:gd name="T73" fmla="*/ 524 h 1282"/>
                    <a:gd name="T74" fmla="*/ 1217 w 2644"/>
                    <a:gd name="T75" fmla="*/ 512 h 1282"/>
                    <a:gd name="T76" fmla="*/ 1271 w 2644"/>
                    <a:gd name="T77" fmla="*/ 465 h 1282"/>
                    <a:gd name="T78" fmla="*/ 1427 w 2644"/>
                    <a:gd name="T79" fmla="*/ 502 h 1282"/>
                    <a:gd name="T80" fmla="*/ 1425 w 2644"/>
                    <a:gd name="T81" fmla="*/ 459 h 1282"/>
                    <a:gd name="T82" fmla="*/ 1303 w 2644"/>
                    <a:gd name="T83" fmla="*/ 412 h 1282"/>
                    <a:gd name="T84" fmla="*/ 1471 w 2644"/>
                    <a:gd name="T85" fmla="*/ 404 h 1282"/>
                    <a:gd name="T86" fmla="*/ 1535 w 2644"/>
                    <a:gd name="T87" fmla="*/ 368 h 1282"/>
                    <a:gd name="T88" fmla="*/ 1546 w 2644"/>
                    <a:gd name="T89" fmla="*/ 334 h 1282"/>
                    <a:gd name="T90" fmla="*/ 1594 w 2644"/>
                    <a:gd name="T91" fmla="*/ 289 h 1282"/>
                    <a:gd name="T92" fmla="*/ 1590 w 2644"/>
                    <a:gd name="T93" fmla="*/ 221 h 1282"/>
                    <a:gd name="T94" fmla="*/ 1627 w 2644"/>
                    <a:gd name="T95" fmla="*/ 165 h 1282"/>
                    <a:gd name="T96" fmla="*/ 1659 w 2644"/>
                    <a:gd name="T97" fmla="*/ 111 h 1282"/>
                    <a:gd name="T98" fmla="*/ 1807 w 2644"/>
                    <a:gd name="T99" fmla="*/ 79 h 1282"/>
                    <a:gd name="T100" fmla="*/ 371 w 2644"/>
                    <a:gd name="T101" fmla="*/ 534 h 1282"/>
                    <a:gd name="T102" fmla="*/ 2531 w 2644"/>
                    <a:gd name="T103" fmla="*/ 1160 h 1282"/>
                    <a:gd name="T104" fmla="*/ 2458 w 2644"/>
                    <a:gd name="T105" fmla="*/ 1164 h 1282"/>
                    <a:gd name="T106" fmla="*/ 2471 w 2644"/>
                    <a:gd name="T107" fmla="*/ 1249 h 1282"/>
                    <a:gd name="T108" fmla="*/ 2517 w 2644"/>
                    <a:gd name="T109" fmla="*/ 1268 h 1282"/>
                    <a:gd name="T110" fmla="*/ 2531 w 2644"/>
                    <a:gd name="T111" fmla="*/ 1179 h 1282"/>
                    <a:gd name="T112" fmla="*/ 2577 w 2644"/>
                    <a:gd name="T113" fmla="*/ 1240 h 1282"/>
                    <a:gd name="T114" fmla="*/ 2624 w 2644"/>
                    <a:gd name="T115" fmla="*/ 1211 h 1282"/>
                    <a:gd name="T116" fmla="*/ 2629 w 2644"/>
                    <a:gd name="T117" fmla="*/ 1260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644" h="1282">
                      <a:moveTo>
                        <a:pt x="1845" y="57"/>
                      </a:moveTo>
                      <a:cubicBezTo>
                        <a:pt x="1825" y="57"/>
                        <a:pt x="1757" y="51"/>
                        <a:pt x="1752" y="57"/>
                      </a:cubicBezTo>
                      <a:cubicBezTo>
                        <a:pt x="1747" y="63"/>
                        <a:pt x="1722" y="69"/>
                        <a:pt x="1711" y="69"/>
                      </a:cubicBezTo>
                      <a:cubicBezTo>
                        <a:pt x="1700" y="69"/>
                        <a:pt x="1655" y="60"/>
                        <a:pt x="1647" y="64"/>
                      </a:cubicBezTo>
                      <a:cubicBezTo>
                        <a:pt x="1639" y="68"/>
                        <a:pt x="1587" y="83"/>
                        <a:pt x="1581" y="86"/>
                      </a:cubicBezTo>
                      <a:cubicBezTo>
                        <a:pt x="1575" y="89"/>
                        <a:pt x="1523" y="101"/>
                        <a:pt x="1532" y="94"/>
                      </a:cubicBezTo>
                      <a:cubicBezTo>
                        <a:pt x="1541" y="87"/>
                        <a:pt x="1615" y="71"/>
                        <a:pt x="1610" y="61"/>
                      </a:cubicBezTo>
                      <a:cubicBezTo>
                        <a:pt x="1605" y="51"/>
                        <a:pt x="1576" y="48"/>
                        <a:pt x="1565" y="52"/>
                      </a:cubicBezTo>
                      <a:cubicBezTo>
                        <a:pt x="1554" y="56"/>
                        <a:pt x="1536" y="63"/>
                        <a:pt x="1536" y="63"/>
                      </a:cubicBezTo>
                      <a:cubicBezTo>
                        <a:pt x="1457" y="73"/>
                        <a:pt x="1457" y="73"/>
                        <a:pt x="1457" y="73"/>
                      </a:cubicBezTo>
                      <a:cubicBezTo>
                        <a:pt x="1457" y="73"/>
                        <a:pt x="1531" y="55"/>
                        <a:pt x="1513" y="54"/>
                      </a:cubicBezTo>
                      <a:cubicBezTo>
                        <a:pt x="1495" y="53"/>
                        <a:pt x="1427" y="52"/>
                        <a:pt x="1427" y="52"/>
                      </a:cubicBezTo>
                      <a:cubicBezTo>
                        <a:pt x="1403" y="57"/>
                        <a:pt x="1403" y="57"/>
                        <a:pt x="1403" y="57"/>
                      </a:cubicBezTo>
                      <a:cubicBezTo>
                        <a:pt x="1358" y="53"/>
                        <a:pt x="1358" y="53"/>
                        <a:pt x="1358" y="53"/>
                      </a:cubicBezTo>
                      <a:cubicBezTo>
                        <a:pt x="1358" y="53"/>
                        <a:pt x="1307" y="68"/>
                        <a:pt x="1309" y="61"/>
                      </a:cubicBezTo>
                      <a:cubicBezTo>
                        <a:pt x="1311" y="54"/>
                        <a:pt x="1371" y="47"/>
                        <a:pt x="1392" y="47"/>
                      </a:cubicBezTo>
                      <a:cubicBezTo>
                        <a:pt x="1413" y="47"/>
                        <a:pt x="1548" y="45"/>
                        <a:pt x="1557" y="45"/>
                      </a:cubicBezTo>
                      <a:cubicBezTo>
                        <a:pt x="1566" y="45"/>
                        <a:pt x="1645" y="43"/>
                        <a:pt x="1636" y="35"/>
                      </a:cubicBezTo>
                      <a:cubicBezTo>
                        <a:pt x="1627" y="27"/>
                        <a:pt x="1577" y="24"/>
                        <a:pt x="1558" y="27"/>
                      </a:cubicBezTo>
                      <a:cubicBezTo>
                        <a:pt x="1539" y="30"/>
                        <a:pt x="1526" y="29"/>
                        <a:pt x="1526" y="29"/>
                      </a:cubicBezTo>
                      <a:cubicBezTo>
                        <a:pt x="1526" y="29"/>
                        <a:pt x="1551" y="18"/>
                        <a:pt x="1535" y="17"/>
                      </a:cubicBezTo>
                      <a:cubicBezTo>
                        <a:pt x="1519" y="16"/>
                        <a:pt x="1492" y="19"/>
                        <a:pt x="1492" y="19"/>
                      </a:cubicBezTo>
                      <a:cubicBezTo>
                        <a:pt x="1492" y="19"/>
                        <a:pt x="1462" y="18"/>
                        <a:pt x="1455" y="16"/>
                      </a:cubicBezTo>
                      <a:cubicBezTo>
                        <a:pt x="1448" y="14"/>
                        <a:pt x="1483" y="17"/>
                        <a:pt x="1490" y="10"/>
                      </a:cubicBezTo>
                      <a:cubicBezTo>
                        <a:pt x="1497" y="3"/>
                        <a:pt x="1454" y="5"/>
                        <a:pt x="1432" y="5"/>
                      </a:cubicBezTo>
                      <a:cubicBezTo>
                        <a:pt x="1410" y="5"/>
                        <a:pt x="1355" y="8"/>
                        <a:pt x="1355" y="8"/>
                      </a:cubicBezTo>
                      <a:cubicBezTo>
                        <a:pt x="1355" y="8"/>
                        <a:pt x="1315" y="4"/>
                        <a:pt x="1292" y="2"/>
                      </a:cubicBezTo>
                      <a:cubicBezTo>
                        <a:pt x="1269" y="0"/>
                        <a:pt x="1246" y="5"/>
                        <a:pt x="1237" y="6"/>
                      </a:cubicBezTo>
                      <a:cubicBezTo>
                        <a:pt x="1228" y="7"/>
                        <a:pt x="1210" y="7"/>
                        <a:pt x="1188" y="6"/>
                      </a:cubicBezTo>
                      <a:cubicBezTo>
                        <a:pt x="1166" y="5"/>
                        <a:pt x="1144" y="5"/>
                        <a:pt x="1146" y="10"/>
                      </a:cubicBezTo>
                      <a:cubicBezTo>
                        <a:pt x="1148" y="15"/>
                        <a:pt x="1177" y="16"/>
                        <a:pt x="1177" y="16"/>
                      </a:cubicBezTo>
                      <a:cubicBezTo>
                        <a:pt x="1177" y="16"/>
                        <a:pt x="1142" y="21"/>
                        <a:pt x="1129" y="20"/>
                      </a:cubicBezTo>
                      <a:cubicBezTo>
                        <a:pt x="1116" y="19"/>
                        <a:pt x="1061" y="13"/>
                        <a:pt x="1047" y="11"/>
                      </a:cubicBezTo>
                      <a:cubicBezTo>
                        <a:pt x="1033" y="9"/>
                        <a:pt x="995" y="13"/>
                        <a:pt x="990" y="13"/>
                      </a:cubicBezTo>
                      <a:cubicBezTo>
                        <a:pt x="985" y="13"/>
                        <a:pt x="935" y="19"/>
                        <a:pt x="956" y="24"/>
                      </a:cubicBezTo>
                      <a:cubicBezTo>
                        <a:pt x="977" y="29"/>
                        <a:pt x="1046" y="31"/>
                        <a:pt x="1046" y="31"/>
                      </a:cubicBezTo>
                      <a:cubicBezTo>
                        <a:pt x="1103" y="38"/>
                        <a:pt x="1103" y="38"/>
                        <a:pt x="1103" y="38"/>
                      </a:cubicBezTo>
                      <a:cubicBezTo>
                        <a:pt x="1103" y="38"/>
                        <a:pt x="1048" y="40"/>
                        <a:pt x="1040" y="40"/>
                      </a:cubicBezTo>
                      <a:cubicBezTo>
                        <a:pt x="1032" y="40"/>
                        <a:pt x="984" y="27"/>
                        <a:pt x="985" y="31"/>
                      </a:cubicBezTo>
                      <a:cubicBezTo>
                        <a:pt x="986" y="35"/>
                        <a:pt x="1006" y="38"/>
                        <a:pt x="1006" y="38"/>
                      </a:cubicBezTo>
                      <a:cubicBezTo>
                        <a:pt x="975" y="41"/>
                        <a:pt x="975" y="41"/>
                        <a:pt x="975" y="41"/>
                      </a:cubicBezTo>
                      <a:cubicBezTo>
                        <a:pt x="975" y="41"/>
                        <a:pt x="958" y="55"/>
                        <a:pt x="962" y="59"/>
                      </a:cubicBezTo>
                      <a:cubicBezTo>
                        <a:pt x="966" y="63"/>
                        <a:pt x="938" y="64"/>
                        <a:pt x="925" y="56"/>
                      </a:cubicBezTo>
                      <a:cubicBezTo>
                        <a:pt x="912" y="48"/>
                        <a:pt x="885" y="42"/>
                        <a:pt x="859" y="40"/>
                      </a:cubicBezTo>
                      <a:cubicBezTo>
                        <a:pt x="833" y="38"/>
                        <a:pt x="804" y="38"/>
                        <a:pt x="804" y="38"/>
                      </a:cubicBezTo>
                      <a:cubicBezTo>
                        <a:pt x="806" y="58"/>
                        <a:pt x="806" y="58"/>
                        <a:pt x="806" y="58"/>
                      </a:cubicBezTo>
                      <a:cubicBezTo>
                        <a:pt x="806" y="58"/>
                        <a:pt x="786" y="61"/>
                        <a:pt x="773" y="59"/>
                      </a:cubicBezTo>
                      <a:cubicBezTo>
                        <a:pt x="760" y="57"/>
                        <a:pt x="736" y="49"/>
                        <a:pt x="728" y="51"/>
                      </a:cubicBezTo>
                      <a:cubicBezTo>
                        <a:pt x="720" y="53"/>
                        <a:pt x="702" y="62"/>
                        <a:pt x="702" y="62"/>
                      </a:cubicBezTo>
                      <a:cubicBezTo>
                        <a:pt x="702" y="62"/>
                        <a:pt x="713" y="44"/>
                        <a:pt x="700" y="44"/>
                      </a:cubicBezTo>
                      <a:cubicBezTo>
                        <a:pt x="687" y="44"/>
                        <a:pt x="616" y="45"/>
                        <a:pt x="597" y="48"/>
                      </a:cubicBezTo>
                      <a:cubicBezTo>
                        <a:pt x="578" y="51"/>
                        <a:pt x="545" y="44"/>
                        <a:pt x="550" y="49"/>
                      </a:cubicBezTo>
                      <a:cubicBezTo>
                        <a:pt x="555" y="54"/>
                        <a:pt x="590" y="71"/>
                        <a:pt x="590" y="71"/>
                      </a:cubicBezTo>
                      <a:cubicBezTo>
                        <a:pt x="590" y="71"/>
                        <a:pt x="536" y="54"/>
                        <a:pt x="527" y="54"/>
                      </a:cubicBezTo>
                      <a:cubicBezTo>
                        <a:pt x="518" y="54"/>
                        <a:pt x="491" y="49"/>
                        <a:pt x="487" y="59"/>
                      </a:cubicBezTo>
                      <a:cubicBezTo>
                        <a:pt x="483" y="69"/>
                        <a:pt x="465" y="80"/>
                        <a:pt x="452" y="80"/>
                      </a:cubicBezTo>
                      <a:cubicBezTo>
                        <a:pt x="439" y="80"/>
                        <a:pt x="402" y="80"/>
                        <a:pt x="402" y="80"/>
                      </a:cubicBezTo>
                      <a:cubicBezTo>
                        <a:pt x="402" y="80"/>
                        <a:pt x="328" y="94"/>
                        <a:pt x="324" y="95"/>
                      </a:cubicBezTo>
                      <a:cubicBezTo>
                        <a:pt x="320" y="96"/>
                        <a:pt x="248" y="106"/>
                        <a:pt x="259" y="113"/>
                      </a:cubicBezTo>
                      <a:cubicBezTo>
                        <a:pt x="270" y="120"/>
                        <a:pt x="310" y="122"/>
                        <a:pt x="315" y="121"/>
                      </a:cubicBezTo>
                      <a:cubicBezTo>
                        <a:pt x="320" y="120"/>
                        <a:pt x="335" y="118"/>
                        <a:pt x="335" y="118"/>
                      </a:cubicBezTo>
                      <a:cubicBezTo>
                        <a:pt x="311" y="128"/>
                        <a:pt x="311" y="128"/>
                        <a:pt x="311" y="128"/>
                      </a:cubicBezTo>
                      <a:cubicBezTo>
                        <a:pt x="300" y="139"/>
                        <a:pt x="300" y="139"/>
                        <a:pt x="300" y="139"/>
                      </a:cubicBezTo>
                      <a:cubicBezTo>
                        <a:pt x="300" y="139"/>
                        <a:pt x="253" y="157"/>
                        <a:pt x="236" y="157"/>
                      </a:cubicBezTo>
                      <a:cubicBezTo>
                        <a:pt x="219" y="157"/>
                        <a:pt x="151" y="157"/>
                        <a:pt x="137" y="169"/>
                      </a:cubicBezTo>
                      <a:cubicBezTo>
                        <a:pt x="123" y="181"/>
                        <a:pt x="112" y="167"/>
                        <a:pt x="112" y="167"/>
                      </a:cubicBezTo>
                      <a:cubicBezTo>
                        <a:pt x="90" y="176"/>
                        <a:pt x="90" y="176"/>
                        <a:pt x="90" y="176"/>
                      </a:cubicBezTo>
                      <a:cubicBezTo>
                        <a:pt x="57" y="175"/>
                        <a:pt x="57" y="175"/>
                        <a:pt x="57" y="175"/>
                      </a:cubicBezTo>
                      <a:cubicBezTo>
                        <a:pt x="57" y="175"/>
                        <a:pt x="0" y="181"/>
                        <a:pt x="14" y="191"/>
                      </a:cubicBezTo>
                      <a:cubicBezTo>
                        <a:pt x="28" y="201"/>
                        <a:pt x="51" y="212"/>
                        <a:pt x="51" y="212"/>
                      </a:cubicBezTo>
                      <a:cubicBezTo>
                        <a:pt x="71" y="204"/>
                        <a:pt x="71" y="204"/>
                        <a:pt x="71" y="204"/>
                      </a:cubicBezTo>
                      <a:cubicBezTo>
                        <a:pt x="71" y="204"/>
                        <a:pt x="73" y="216"/>
                        <a:pt x="83" y="219"/>
                      </a:cubicBezTo>
                      <a:cubicBezTo>
                        <a:pt x="93" y="222"/>
                        <a:pt x="116" y="209"/>
                        <a:pt x="116" y="209"/>
                      </a:cubicBezTo>
                      <a:cubicBezTo>
                        <a:pt x="116" y="209"/>
                        <a:pt x="112" y="220"/>
                        <a:pt x="122" y="220"/>
                      </a:cubicBezTo>
                      <a:cubicBezTo>
                        <a:pt x="132" y="220"/>
                        <a:pt x="169" y="204"/>
                        <a:pt x="176" y="209"/>
                      </a:cubicBezTo>
                      <a:cubicBezTo>
                        <a:pt x="183" y="214"/>
                        <a:pt x="181" y="220"/>
                        <a:pt x="181" y="220"/>
                      </a:cubicBezTo>
                      <a:cubicBezTo>
                        <a:pt x="170" y="221"/>
                        <a:pt x="170" y="221"/>
                        <a:pt x="170" y="221"/>
                      </a:cubicBezTo>
                      <a:cubicBezTo>
                        <a:pt x="170" y="221"/>
                        <a:pt x="162" y="232"/>
                        <a:pt x="155" y="232"/>
                      </a:cubicBezTo>
                      <a:cubicBezTo>
                        <a:pt x="148" y="232"/>
                        <a:pt x="152" y="226"/>
                        <a:pt x="141" y="226"/>
                      </a:cubicBezTo>
                      <a:cubicBezTo>
                        <a:pt x="130" y="226"/>
                        <a:pt x="96" y="231"/>
                        <a:pt x="96" y="231"/>
                      </a:cubicBezTo>
                      <a:cubicBezTo>
                        <a:pt x="69" y="228"/>
                        <a:pt x="69" y="228"/>
                        <a:pt x="69" y="228"/>
                      </a:cubicBezTo>
                      <a:cubicBezTo>
                        <a:pt x="69" y="228"/>
                        <a:pt x="31" y="208"/>
                        <a:pt x="20" y="227"/>
                      </a:cubicBezTo>
                      <a:cubicBezTo>
                        <a:pt x="9" y="246"/>
                        <a:pt x="36" y="252"/>
                        <a:pt x="44" y="251"/>
                      </a:cubicBezTo>
                      <a:cubicBezTo>
                        <a:pt x="52" y="250"/>
                        <a:pt x="79" y="251"/>
                        <a:pt x="79" y="251"/>
                      </a:cubicBezTo>
                      <a:cubicBezTo>
                        <a:pt x="79" y="251"/>
                        <a:pt x="36" y="254"/>
                        <a:pt x="41" y="261"/>
                      </a:cubicBezTo>
                      <a:cubicBezTo>
                        <a:pt x="46" y="268"/>
                        <a:pt x="74" y="274"/>
                        <a:pt x="74" y="274"/>
                      </a:cubicBezTo>
                      <a:cubicBezTo>
                        <a:pt x="98" y="277"/>
                        <a:pt x="98" y="277"/>
                        <a:pt x="98" y="277"/>
                      </a:cubicBezTo>
                      <a:cubicBezTo>
                        <a:pt x="98" y="277"/>
                        <a:pt x="99" y="267"/>
                        <a:pt x="106" y="266"/>
                      </a:cubicBezTo>
                      <a:cubicBezTo>
                        <a:pt x="113" y="265"/>
                        <a:pt x="121" y="276"/>
                        <a:pt x="121" y="276"/>
                      </a:cubicBezTo>
                      <a:cubicBezTo>
                        <a:pt x="144" y="267"/>
                        <a:pt x="144" y="267"/>
                        <a:pt x="144" y="267"/>
                      </a:cubicBezTo>
                      <a:cubicBezTo>
                        <a:pt x="144" y="267"/>
                        <a:pt x="148" y="277"/>
                        <a:pt x="151" y="277"/>
                      </a:cubicBezTo>
                      <a:cubicBezTo>
                        <a:pt x="154" y="277"/>
                        <a:pt x="184" y="263"/>
                        <a:pt x="193" y="265"/>
                      </a:cubicBezTo>
                      <a:cubicBezTo>
                        <a:pt x="202" y="267"/>
                        <a:pt x="209" y="271"/>
                        <a:pt x="214" y="271"/>
                      </a:cubicBezTo>
                      <a:cubicBezTo>
                        <a:pt x="219" y="271"/>
                        <a:pt x="230" y="262"/>
                        <a:pt x="236" y="262"/>
                      </a:cubicBezTo>
                      <a:cubicBezTo>
                        <a:pt x="242" y="262"/>
                        <a:pt x="259" y="273"/>
                        <a:pt x="259" y="273"/>
                      </a:cubicBezTo>
                      <a:cubicBezTo>
                        <a:pt x="259" y="273"/>
                        <a:pt x="291" y="268"/>
                        <a:pt x="313" y="274"/>
                      </a:cubicBezTo>
                      <a:cubicBezTo>
                        <a:pt x="335" y="280"/>
                        <a:pt x="339" y="291"/>
                        <a:pt x="339" y="291"/>
                      </a:cubicBezTo>
                      <a:cubicBezTo>
                        <a:pt x="339" y="291"/>
                        <a:pt x="361" y="286"/>
                        <a:pt x="361" y="291"/>
                      </a:cubicBezTo>
                      <a:cubicBezTo>
                        <a:pt x="361" y="296"/>
                        <a:pt x="351" y="306"/>
                        <a:pt x="351" y="306"/>
                      </a:cubicBezTo>
                      <a:cubicBezTo>
                        <a:pt x="357" y="315"/>
                        <a:pt x="357" y="315"/>
                        <a:pt x="357" y="315"/>
                      </a:cubicBezTo>
                      <a:cubicBezTo>
                        <a:pt x="357" y="315"/>
                        <a:pt x="390" y="321"/>
                        <a:pt x="390" y="330"/>
                      </a:cubicBezTo>
                      <a:cubicBezTo>
                        <a:pt x="390" y="339"/>
                        <a:pt x="374" y="343"/>
                        <a:pt x="374" y="343"/>
                      </a:cubicBezTo>
                      <a:cubicBezTo>
                        <a:pt x="383" y="359"/>
                        <a:pt x="383" y="359"/>
                        <a:pt x="383" y="359"/>
                      </a:cubicBezTo>
                      <a:cubicBezTo>
                        <a:pt x="399" y="369"/>
                        <a:pt x="399" y="369"/>
                        <a:pt x="399" y="369"/>
                      </a:cubicBezTo>
                      <a:cubicBezTo>
                        <a:pt x="385" y="374"/>
                        <a:pt x="385" y="374"/>
                        <a:pt x="385" y="374"/>
                      </a:cubicBezTo>
                      <a:cubicBezTo>
                        <a:pt x="395" y="387"/>
                        <a:pt x="395" y="387"/>
                        <a:pt x="395" y="387"/>
                      </a:cubicBezTo>
                      <a:cubicBezTo>
                        <a:pt x="395" y="387"/>
                        <a:pt x="383" y="386"/>
                        <a:pt x="383" y="395"/>
                      </a:cubicBezTo>
                      <a:cubicBezTo>
                        <a:pt x="383" y="404"/>
                        <a:pt x="405" y="407"/>
                        <a:pt x="402" y="412"/>
                      </a:cubicBezTo>
                      <a:cubicBezTo>
                        <a:pt x="399" y="417"/>
                        <a:pt x="380" y="426"/>
                        <a:pt x="380" y="426"/>
                      </a:cubicBezTo>
                      <a:cubicBezTo>
                        <a:pt x="388" y="433"/>
                        <a:pt x="388" y="433"/>
                        <a:pt x="388" y="433"/>
                      </a:cubicBezTo>
                      <a:cubicBezTo>
                        <a:pt x="388" y="433"/>
                        <a:pt x="347" y="438"/>
                        <a:pt x="348" y="441"/>
                      </a:cubicBezTo>
                      <a:cubicBezTo>
                        <a:pt x="349" y="444"/>
                        <a:pt x="357" y="446"/>
                        <a:pt x="370" y="445"/>
                      </a:cubicBezTo>
                      <a:cubicBezTo>
                        <a:pt x="383" y="444"/>
                        <a:pt x="367" y="455"/>
                        <a:pt x="367" y="455"/>
                      </a:cubicBezTo>
                      <a:cubicBezTo>
                        <a:pt x="367" y="455"/>
                        <a:pt x="316" y="456"/>
                        <a:pt x="328" y="465"/>
                      </a:cubicBezTo>
                      <a:cubicBezTo>
                        <a:pt x="340" y="474"/>
                        <a:pt x="353" y="479"/>
                        <a:pt x="369" y="478"/>
                      </a:cubicBezTo>
                      <a:cubicBezTo>
                        <a:pt x="385" y="477"/>
                        <a:pt x="389" y="467"/>
                        <a:pt x="389" y="467"/>
                      </a:cubicBezTo>
                      <a:cubicBezTo>
                        <a:pt x="389" y="467"/>
                        <a:pt x="416" y="469"/>
                        <a:pt x="414" y="460"/>
                      </a:cubicBezTo>
                      <a:cubicBezTo>
                        <a:pt x="412" y="451"/>
                        <a:pt x="419" y="439"/>
                        <a:pt x="419" y="439"/>
                      </a:cubicBezTo>
                      <a:cubicBezTo>
                        <a:pt x="421" y="458"/>
                        <a:pt x="421" y="458"/>
                        <a:pt x="421" y="458"/>
                      </a:cubicBezTo>
                      <a:cubicBezTo>
                        <a:pt x="438" y="447"/>
                        <a:pt x="438" y="447"/>
                        <a:pt x="438" y="447"/>
                      </a:cubicBezTo>
                      <a:cubicBezTo>
                        <a:pt x="438" y="447"/>
                        <a:pt x="430" y="453"/>
                        <a:pt x="434" y="458"/>
                      </a:cubicBezTo>
                      <a:cubicBezTo>
                        <a:pt x="438" y="463"/>
                        <a:pt x="463" y="465"/>
                        <a:pt x="463" y="465"/>
                      </a:cubicBezTo>
                      <a:cubicBezTo>
                        <a:pt x="454" y="471"/>
                        <a:pt x="454" y="471"/>
                        <a:pt x="454" y="471"/>
                      </a:cubicBezTo>
                      <a:cubicBezTo>
                        <a:pt x="454" y="471"/>
                        <a:pt x="448" y="484"/>
                        <a:pt x="457" y="487"/>
                      </a:cubicBezTo>
                      <a:cubicBezTo>
                        <a:pt x="466" y="490"/>
                        <a:pt x="479" y="504"/>
                        <a:pt x="473" y="510"/>
                      </a:cubicBezTo>
                      <a:cubicBezTo>
                        <a:pt x="467" y="516"/>
                        <a:pt x="456" y="513"/>
                        <a:pt x="456" y="513"/>
                      </a:cubicBezTo>
                      <a:cubicBezTo>
                        <a:pt x="456" y="519"/>
                        <a:pt x="456" y="519"/>
                        <a:pt x="456" y="519"/>
                      </a:cubicBezTo>
                      <a:cubicBezTo>
                        <a:pt x="456" y="519"/>
                        <a:pt x="441" y="518"/>
                        <a:pt x="432" y="517"/>
                      </a:cubicBezTo>
                      <a:cubicBezTo>
                        <a:pt x="423" y="516"/>
                        <a:pt x="415" y="506"/>
                        <a:pt x="415" y="506"/>
                      </a:cubicBezTo>
                      <a:cubicBezTo>
                        <a:pt x="375" y="505"/>
                        <a:pt x="375" y="505"/>
                        <a:pt x="375" y="505"/>
                      </a:cubicBezTo>
                      <a:cubicBezTo>
                        <a:pt x="375" y="505"/>
                        <a:pt x="351" y="483"/>
                        <a:pt x="345" y="505"/>
                      </a:cubicBezTo>
                      <a:cubicBezTo>
                        <a:pt x="343" y="514"/>
                        <a:pt x="355" y="520"/>
                        <a:pt x="362" y="521"/>
                      </a:cubicBezTo>
                      <a:cubicBezTo>
                        <a:pt x="369" y="522"/>
                        <a:pt x="374" y="518"/>
                        <a:pt x="383" y="522"/>
                      </a:cubicBezTo>
                      <a:cubicBezTo>
                        <a:pt x="392" y="526"/>
                        <a:pt x="400" y="540"/>
                        <a:pt x="415" y="540"/>
                      </a:cubicBezTo>
                      <a:cubicBezTo>
                        <a:pt x="430" y="540"/>
                        <a:pt x="441" y="534"/>
                        <a:pt x="441" y="534"/>
                      </a:cubicBezTo>
                      <a:cubicBezTo>
                        <a:pt x="456" y="542"/>
                        <a:pt x="456" y="542"/>
                        <a:pt x="456" y="542"/>
                      </a:cubicBezTo>
                      <a:cubicBezTo>
                        <a:pt x="470" y="533"/>
                        <a:pt x="470" y="533"/>
                        <a:pt x="470" y="533"/>
                      </a:cubicBezTo>
                      <a:cubicBezTo>
                        <a:pt x="467" y="547"/>
                        <a:pt x="467" y="547"/>
                        <a:pt x="467" y="547"/>
                      </a:cubicBezTo>
                      <a:cubicBezTo>
                        <a:pt x="467" y="547"/>
                        <a:pt x="452" y="540"/>
                        <a:pt x="450" y="547"/>
                      </a:cubicBezTo>
                      <a:cubicBezTo>
                        <a:pt x="448" y="554"/>
                        <a:pt x="459" y="561"/>
                        <a:pt x="459" y="561"/>
                      </a:cubicBezTo>
                      <a:cubicBezTo>
                        <a:pt x="459" y="561"/>
                        <a:pt x="432" y="561"/>
                        <a:pt x="433" y="566"/>
                      </a:cubicBezTo>
                      <a:cubicBezTo>
                        <a:pt x="434" y="571"/>
                        <a:pt x="454" y="572"/>
                        <a:pt x="454" y="572"/>
                      </a:cubicBezTo>
                      <a:cubicBezTo>
                        <a:pt x="454" y="572"/>
                        <a:pt x="451" y="581"/>
                        <a:pt x="446" y="583"/>
                      </a:cubicBezTo>
                      <a:cubicBezTo>
                        <a:pt x="441" y="585"/>
                        <a:pt x="425" y="572"/>
                        <a:pt x="421" y="578"/>
                      </a:cubicBezTo>
                      <a:cubicBezTo>
                        <a:pt x="417" y="584"/>
                        <a:pt x="427" y="592"/>
                        <a:pt x="427" y="592"/>
                      </a:cubicBezTo>
                      <a:cubicBezTo>
                        <a:pt x="411" y="591"/>
                        <a:pt x="411" y="591"/>
                        <a:pt x="411" y="591"/>
                      </a:cubicBezTo>
                      <a:cubicBezTo>
                        <a:pt x="416" y="605"/>
                        <a:pt x="416" y="605"/>
                        <a:pt x="416" y="605"/>
                      </a:cubicBezTo>
                      <a:cubicBezTo>
                        <a:pt x="416" y="605"/>
                        <a:pt x="395" y="606"/>
                        <a:pt x="398" y="616"/>
                      </a:cubicBezTo>
                      <a:cubicBezTo>
                        <a:pt x="401" y="626"/>
                        <a:pt x="420" y="628"/>
                        <a:pt x="420" y="628"/>
                      </a:cubicBezTo>
                      <a:cubicBezTo>
                        <a:pt x="420" y="628"/>
                        <a:pt x="422" y="639"/>
                        <a:pt x="415" y="639"/>
                      </a:cubicBezTo>
                      <a:cubicBezTo>
                        <a:pt x="408" y="639"/>
                        <a:pt x="413" y="647"/>
                        <a:pt x="413" y="647"/>
                      </a:cubicBezTo>
                      <a:cubicBezTo>
                        <a:pt x="413" y="647"/>
                        <a:pt x="411" y="649"/>
                        <a:pt x="408" y="639"/>
                      </a:cubicBezTo>
                      <a:cubicBezTo>
                        <a:pt x="405" y="629"/>
                        <a:pt x="394" y="624"/>
                        <a:pt x="394" y="624"/>
                      </a:cubicBezTo>
                      <a:cubicBezTo>
                        <a:pt x="394" y="624"/>
                        <a:pt x="377" y="593"/>
                        <a:pt x="367" y="595"/>
                      </a:cubicBezTo>
                      <a:cubicBezTo>
                        <a:pt x="357" y="597"/>
                        <a:pt x="331" y="609"/>
                        <a:pt x="345" y="617"/>
                      </a:cubicBezTo>
                      <a:cubicBezTo>
                        <a:pt x="359" y="625"/>
                        <a:pt x="381" y="628"/>
                        <a:pt x="381" y="628"/>
                      </a:cubicBezTo>
                      <a:cubicBezTo>
                        <a:pt x="381" y="628"/>
                        <a:pt x="364" y="630"/>
                        <a:pt x="353" y="630"/>
                      </a:cubicBezTo>
                      <a:cubicBezTo>
                        <a:pt x="342" y="630"/>
                        <a:pt x="328" y="625"/>
                        <a:pt x="320" y="630"/>
                      </a:cubicBezTo>
                      <a:cubicBezTo>
                        <a:pt x="312" y="635"/>
                        <a:pt x="289" y="640"/>
                        <a:pt x="296" y="643"/>
                      </a:cubicBezTo>
                      <a:cubicBezTo>
                        <a:pt x="303" y="646"/>
                        <a:pt x="344" y="639"/>
                        <a:pt x="354" y="640"/>
                      </a:cubicBezTo>
                      <a:cubicBezTo>
                        <a:pt x="364" y="641"/>
                        <a:pt x="388" y="643"/>
                        <a:pt x="388" y="643"/>
                      </a:cubicBezTo>
                      <a:cubicBezTo>
                        <a:pt x="388" y="643"/>
                        <a:pt x="368" y="644"/>
                        <a:pt x="362" y="644"/>
                      </a:cubicBezTo>
                      <a:cubicBezTo>
                        <a:pt x="356" y="644"/>
                        <a:pt x="290" y="649"/>
                        <a:pt x="284" y="654"/>
                      </a:cubicBezTo>
                      <a:cubicBezTo>
                        <a:pt x="278" y="659"/>
                        <a:pt x="278" y="663"/>
                        <a:pt x="294" y="662"/>
                      </a:cubicBezTo>
                      <a:cubicBezTo>
                        <a:pt x="310" y="661"/>
                        <a:pt x="348" y="657"/>
                        <a:pt x="348" y="657"/>
                      </a:cubicBezTo>
                      <a:cubicBezTo>
                        <a:pt x="348" y="657"/>
                        <a:pt x="375" y="656"/>
                        <a:pt x="376" y="659"/>
                      </a:cubicBezTo>
                      <a:cubicBezTo>
                        <a:pt x="377" y="662"/>
                        <a:pt x="330" y="664"/>
                        <a:pt x="330" y="664"/>
                      </a:cubicBezTo>
                      <a:cubicBezTo>
                        <a:pt x="330" y="664"/>
                        <a:pt x="275" y="666"/>
                        <a:pt x="276" y="668"/>
                      </a:cubicBezTo>
                      <a:cubicBezTo>
                        <a:pt x="277" y="670"/>
                        <a:pt x="286" y="675"/>
                        <a:pt x="295" y="675"/>
                      </a:cubicBezTo>
                      <a:cubicBezTo>
                        <a:pt x="304" y="675"/>
                        <a:pt x="318" y="682"/>
                        <a:pt x="318" y="682"/>
                      </a:cubicBezTo>
                      <a:cubicBezTo>
                        <a:pt x="318" y="682"/>
                        <a:pt x="294" y="676"/>
                        <a:pt x="289" y="682"/>
                      </a:cubicBezTo>
                      <a:cubicBezTo>
                        <a:pt x="284" y="688"/>
                        <a:pt x="289" y="690"/>
                        <a:pt x="289" y="690"/>
                      </a:cubicBezTo>
                      <a:cubicBezTo>
                        <a:pt x="289" y="690"/>
                        <a:pt x="258" y="699"/>
                        <a:pt x="262" y="705"/>
                      </a:cubicBezTo>
                      <a:cubicBezTo>
                        <a:pt x="287" y="706"/>
                        <a:pt x="287" y="706"/>
                        <a:pt x="287" y="706"/>
                      </a:cubicBezTo>
                      <a:cubicBezTo>
                        <a:pt x="264" y="716"/>
                        <a:pt x="264" y="716"/>
                        <a:pt x="264" y="716"/>
                      </a:cubicBezTo>
                      <a:cubicBezTo>
                        <a:pt x="264" y="716"/>
                        <a:pt x="263" y="729"/>
                        <a:pt x="273" y="727"/>
                      </a:cubicBezTo>
                      <a:cubicBezTo>
                        <a:pt x="283" y="725"/>
                        <a:pt x="306" y="725"/>
                        <a:pt x="306" y="725"/>
                      </a:cubicBezTo>
                      <a:cubicBezTo>
                        <a:pt x="306" y="725"/>
                        <a:pt x="267" y="736"/>
                        <a:pt x="274" y="744"/>
                      </a:cubicBezTo>
                      <a:cubicBezTo>
                        <a:pt x="281" y="752"/>
                        <a:pt x="304" y="740"/>
                        <a:pt x="304" y="740"/>
                      </a:cubicBezTo>
                      <a:cubicBezTo>
                        <a:pt x="304" y="740"/>
                        <a:pt x="287" y="755"/>
                        <a:pt x="285" y="762"/>
                      </a:cubicBezTo>
                      <a:cubicBezTo>
                        <a:pt x="283" y="769"/>
                        <a:pt x="280" y="775"/>
                        <a:pt x="286" y="775"/>
                      </a:cubicBezTo>
                      <a:cubicBezTo>
                        <a:pt x="292" y="775"/>
                        <a:pt x="303" y="767"/>
                        <a:pt x="303" y="767"/>
                      </a:cubicBezTo>
                      <a:cubicBezTo>
                        <a:pt x="303" y="767"/>
                        <a:pt x="298" y="783"/>
                        <a:pt x="291" y="783"/>
                      </a:cubicBezTo>
                      <a:cubicBezTo>
                        <a:pt x="284" y="783"/>
                        <a:pt x="269" y="792"/>
                        <a:pt x="270" y="802"/>
                      </a:cubicBezTo>
                      <a:cubicBezTo>
                        <a:pt x="271" y="812"/>
                        <a:pt x="294" y="793"/>
                        <a:pt x="294" y="793"/>
                      </a:cubicBezTo>
                      <a:cubicBezTo>
                        <a:pt x="294" y="793"/>
                        <a:pt x="309" y="776"/>
                        <a:pt x="313" y="780"/>
                      </a:cubicBezTo>
                      <a:cubicBezTo>
                        <a:pt x="317" y="784"/>
                        <a:pt x="341" y="774"/>
                        <a:pt x="341" y="774"/>
                      </a:cubicBezTo>
                      <a:cubicBezTo>
                        <a:pt x="338" y="784"/>
                        <a:pt x="338" y="784"/>
                        <a:pt x="338" y="784"/>
                      </a:cubicBezTo>
                      <a:cubicBezTo>
                        <a:pt x="352" y="774"/>
                        <a:pt x="352" y="774"/>
                        <a:pt x="352" y="774"/>
                      </a:cubicBezTo>
                      <a:cubicBezTo>
                        <a:pt x="338" y="791"/>
                        <a:pt x="338" y="791"/>
                        <a:pt x="338" y="791"/>
                      </a:cubicBezTo>
                      <a:cubicBezTo>
                        <a:pt x="360" y="794"/>
                        <a:pt x="360" y="794"/>
                        <a:pt x="360" y="794"/>
                      </a:cubicBezTo>
                      <a:cubicBezTo>
                        <a:pt x="360" y="794"/>
                        <a:pt x="330" y="794"/>
                        <a:pt x="328" y="798"/>
                      </a:cubicBezTo>
                      <a:cubicBezTo>
                        <a:pt x="326" y="802"/>
                        <a:pt x="335" y="804"/>
                        <a:pt x="335" y="804"/>
                      </a:cubicBezTo>
                      <a:cubicBezTo>
                        <a:pt x="335" y="804"/>
                        <a:pt x="312" y="809"/>
                        <a:pt x="306" y="810"/>
                      </a:cubicBezTo>
                      <a:cubicBezTo>
                        <a:pt x="300" y="811"/>
                        <a:pt x="307" y="816"/>
                        <a:pt x="307" y="816"/>
                      </a:cubicBezTo>
                      <a:cubicBezTo>
                        <a:pt x="307" y="816"/>
                        <a:pt x="283" y="821"/>
                        <a:pt x="281" y="826"/>
                      </a:cubicBezTo>
                      <a:cubicBezTo>
                        <a:pt x="279" y="831"/>
                        <a:pt x="305" y="829"/>
                        <a:pt x="305" y="829"/>
                      </a:cubicBezTo>
                      <a:cubicBezTo>
                        <a:pt x="305" y="829"/>
                        <a:pt x="284" y="833"/>
                        <a:pt x="284" y="836"/>
                      </a:cubicBezTo>
                      <a:cubicBezTo>
                        <a:pt x="284" y="839"/>
                        <a:pt x="304" y="844"/>
                        <a:pt x="304" y="844"/>
                      </a:cubicBezTo>
                      <a:cubicBezTo>
                        <a:pt x="304" y="844"/>
                        <a:pt x="287" y="844"/>
                        <a:pt x="286" y="851"/>
                      </a:cubicBezTo>
                      <a:cubicBezTo>
                        <a:pt x="285" y="858"/>
                        <a:pt x="310" y="855"/>
                        <a:pt x="310" y="855"/>
                      </a:cubicBezTo>
                      <a:cubicBezTo>
                        <a:pt x="298" y="870"/>
                        <a:pt x="298" y="870"/>
                        <a:pt x="298" y="870"/>
                      </a:cubicBezTo>
                      <a:cubicBezTo>
                        <a:pt x="317" y="867"/>
                        <a:pt x="317" y="867"/>
                        <a:pt x="317" y="867"/>
                      </a:cubicBezTo>
                      <a:cubicBezTo>
                        <a:pt x="317" y="867"/>
                        <a:pt x="295" y="880"/>
                        <a:pt x="298" y="891"/>
                      </a:cubicBezTo>
                      <a:cubicBezTo>
                        <a:pt x="301" y="902"/>
                        <a:pt x="324" y="900"/>
                        <a:pt x="324" y="900"/>
                      </a:cubicBezTo>
                      <a:cubicBezTo>
                        <a:pt x="313" y="915"/>
                        <a:pt x="313" y="915"/>
                        <a:pt x="313" y="915"/>
                      </a:cubicBezTo>
                      <a:cubicBezTo>
                        <a:pt x="334" y="908"/>
                        <a:pt x="334" y="908"/>
                        <a:pt x="334" y="908"/>
                      </a:cubicBezTo>
                      <a:cubicBezTo>
                        <a:pt x="334" y="908"/>
                        <a:pt x="319" y="920"/>
                        <a:pt x="322" y="925"/>
                      </a:cubicBezTo>
                      <a:cubicBezTo>
                        <a:pt x="325" y="930"/>
                        <a:pt x="344" y="931"/>
                        <a:pt x="344" y="931"/>
                      </a:cubicBezTo>
                      <a:cubicBezTo>
                        <a:pt x="344" y="931"/>
                        <a:pt x="334" y="934"/>
                        <a:pt x="337" y="940"/>
                      </a:cubicBezTo>
                      <a:cubicBezTo>
                        <a:pt x="340" y="946"/>
                        <a:pt x="351" y="943"/>
                        <a:pt x="351" y="943"/>
                      </a:cubicBezTo>
                      <a:cubicBezTo>
                        <a:pt x="351" y="943"/>
                        <a:pt x="336" y="955"/>
                        <a:pt x="339" y="959"/>
                      </a:cubicBezTo>
                      <a:cubicBezTo>
                        <a:pt x="342" y="963"/>
                        <a:pt x="358" y="961"/>
                        <a:pt x="358" y="961"/>
                      </a:cubicBezTo>
                      <a:cubicBezTo>
                        <a:pt x="356" y="969"/>
                        <a:pt x="356" y="969"/>
                        <a:pt x="356" y="969"/>
                      </a:cubicBezTo>
                      <a:cubicBezTo>
                        <a:pt x="382" y="963"/>
                        <a:pt x="382" y="963"/>
                        <a:pt x="382" y="963"/>
                      </a:cubicBezTo>
                      <a:cubicBezTo>
                        <a:pt x="382" y="963"/>
                        <a:pt x="390" y="976"/>
                        <a:pt x="398" y="969"/>
                      </a:cubicBezTo>
                      <a:cubicBezTo>
                        <a:pt x="406" y="962"/>
                        <a:pt x="431" y="946"/>
                        <a:pt x="435" y="948"/>
                      </a:cubicBezTo>
                      <a:cubicBezTo>
                        <a:pt x="439" y="950"/>
                        <a:pt x="428" y="958"/>
                        <a:pt x="428" y="958"/>
                      </a:cubicBezTo>
                      <a:cubicBezTo>
                        <a:pt x="443" y="962"/>
                        <a:pt x="443" y="962"/>
                        <a:pt x="443" y="962"/>
                      </a:cubicBezTo>
                      <a:cubicBezTo>
                        <a:pt x="457" y="955"/>
                        <a:pt x="457" y="955"/>
                        <a:pt x="457" y="955"/>
                      </a:cubicBezTo>
                      <a:cubicBezTo>
                        <a:pt x="457" y="955"/>
                        <a:pt x="436" y="968"/>
                        <a:pt x="431" y="973"/>
                      </a:cubicBezTo>
                      <a:cubicBezTo>
                        <a:pt x="426" y="978"/>
                        <a:pt x="422" y="983"/>
                        <a:pt x="430" y="983"/>
                      </a:cubicBezTo>
                      <a:cubicBezTo>
                        <a:pt x="438" y="983"/>
                        <a:pt x="465" y="978"/>
                        <a:pt x="465" y="978"/>
                      </a:cubicBezTo>
                      <a:cubicBezTo>
                        <a:pt x="465" y="978"/>
                        <a:pt x="434" y="994"/>
                        <a:pt x="443" y="1000"/>
                      </a:cubicBezTo>
                      <a:cubicBezTo>
                        <a:pt x="452" y="1006"/>
                        <a:pt x="471" y="1000"/>
                        <a:pt x="471" y="1000"/>
                      </a:cubicBezTo>
                      <a:cubicBezTo>
                        <a:pt x="471" y="1000"/>
                        <a:pt x="481" y="1019"/>
                        <a:pt x="493" y="1012"/>
                      </a:cubicBezTo>
                      <a:cubicBezTo>
                        <a:pt x="505" y="1005"/>
                        <a:pt x="511" y="998"/>
                        <a:pt x="511" y="998"/>
                      </a:cubicBezTo>
                      <a:cubicBezTo>
                        <a:pt x="511" y="998"/>
                        <a:pt x="506" y="995"/>
                        <a:pt x="502" y="989"/>
                      </a:cubicBezTo>
                      <a:cubicBezTo>
                        <a:pt x="498" y="983"/>
                        <a:pt x="515" y="990"/>
                        <a:pt x="520" y="985"/>
                      </a:cubicBezTo>
                      <a:cubicBezTo>
                        <a:pt x="525" y="980"/>
                        <a:pt x="524" y="964"/>
                        <a:pt x="524" y="964"/>
                      </a:cubicBezTo>
                      <a:cubicBezTo>
                        <a:pt x="524" y="964"/>
                        <a:pt x="546" y="974"/>
                        <a:pt x="545" y="964"/>
                      </a:cubicBezTo>
                      <a:cubicBezTo>
                        <a:pt x="544" y="954"/>
                        <a:pt x="540" y="948"/>
                        <a:pt x="540" y="948"/>
                      </a:cubicBezTo>
                      <a:cubicBezTo>
                        <a:pt x="540" y="948"/>
                        <a:pt x="546" y="957"/>
                        <a:pt x="552" y="958"/>
                      </a:cubicBezTo>
                      <a:cubicBezTo>
                        <a:pt x="557" y="958"/>
                        <a:pt x="562" y="949"/>
                        <a:pt x="559" y="944"/>
                      </a:cubicBezTo>
                      <a:cubicBezTo>
                        <a:pt x="553" y="934"/>
                        <a:pt x="547" y="931"/>
                        <a:pt x="547" y="931"/>
                      </a:cubicBezTo>
                      <a:cubicBezTo>
                        <a:pt x="547" y="931"/>
                        <a:pt x="569" y="937"/>
                        <a:pt x="569" y="933"/>
                      </a:cubicBezTo>
                      <a:cubicBezTo>
                        <a:pt x="569" y="929"/>
                        <a:pt x="564" y="923"/>
                        <a:pt x="564" y="923"/>
                      </a:cubicBezTo>
                      <a:cubicBezTo>
                        <a:pt x="582" y="922"/>
                        <a:pt x="582" y="922"/>
                        <a:pt x="582" y="922"/>
                      </a:cubicBezTo>
                      <a:cubicBezTo>
                        <a:pt x="574" y="908"/>
                        <a:pt x="574" y="908"/>
                        <a:pt x="574" y="908"/>
                      </a:cubicBezTo>
                      <a:cubicBezTo>
                        <a:pt x="585" y="903"/>
                        <a:pt x="585" y="903"/>
                        <a:pt x="585" y="903"/>
                      </a:cubicBezTo>
                      <a:cubicBezTo>
                        <a:pt x="585" y="903"/>
                        <a:pt x="572" y="894"/>
                        <a:pt x="569" y="893"/>
                      </a:cubicBezTo>
                      <a:cubicBezTo>
                        <a:pt x="566" y="892"/>
                        <a:pt x="580" y="887"/>
                        <a:pt x="580" y="887"/>
                      </a:cubicBezTo>
                      <a:cubicBezTo>
                        <a:pt x="566" y="873"/>
                        <a:pt x="566" y="873"/>
                        <a:pt x="566" y="873"/>
                      </a:cubicBezTo>
                      <a:cubicBezTo>
                        <a:pt x="566" y="873"/>
                        <a:pt x="580" y="885"/>
                        <a:pt x="584" y="882"/>
                      </a:cubicBezTo>
                      <a:cubicBezTo>
                        <a:pt x="588" y="879"/>
                        <a:pt x="596" y="873"/>
                        <a:pt x="596" y="873"/>
                      </a:cubicBezTo>
                      <a:cubicBezTo>
                        <a:pt x="596" y="873"/>
                        <a:pt x="612" y="875"/>
                        <a:pt x="615" y="872"/>
                      </a:cubicBezTo>
                      <a:cubicBezTo>
                        <a:pt x="618" y="869"/>
                        <a:pt x="611" y="859"/>
                        <a:pt x="611" y="859"/>
                      </a:cubicBezTo>
                      <a:cubicBezTo>
                        <a:pt x="625" y="858"/>
                        <a:pt x="625" y="858"/>
                        <a:pt x="625" y="858"/>
                      </a:cubicBezTo>
                      <a:cubicBezTo>
                        <a:pt x="630" y="841"/>
                        <a:pt x="630" y="841"/>
                        <a:pt x="630" y="841"/>
                      </a:cubicBezTo>
                      <a:cubicBezTo>
                        <a:pt x="630" y="841"/>
                        <a:pt x="650" y="848"/>
                        <a:pt x="656" y="843"/>
                      </a:cubicBezTo>
                      <a:cubicBezTo>
                        <a:pt x="662" y="838"/>
                        <a:pt x="657" y="829"/>
                        <a:pt x="657" y="829"/>
                      </a:cubicBezTo>
                      <a:cubicBezTo>
                        <a:pt x="657" y="829"/>
                        <a:pt x="664" y="839"/>
                        <a:pt x="671" y="839"/>
                      </a:cubicBezTo>
                      <a:cubicBezTo>
                        <a:pt x="675" y="839"/>
                        <a:pt x="678" y="830"/>
                        <a:pt x="680" y="828"/>
                      </a:cubicBezTo>
                      <a:cubicBezTo>
                        <a:pt x="685" y="821"/>
                        <a:pt x="680" y="811"/>
                        <a:pt x="680" y="811"/>
                      </a:cubicBezTo>
                      <a:cubicBezTo>
                        <a:pt x="655" y="807"/>
                        <a:pt x="655" y="807"/>
                        <a:pt x="655" y="807"/>
                      </a:cubicBezTo>
                      <a:cubicBezTo>
                        <a:pt x="673" y="802"/>
                        <a:pt x="673" y="802"/>
                        <a:pt x="673" y="802"/>
                      </a:cubicBezTo>
                      <a:cubicBezTo>
                        <a:pt x="693" y="794"/>
                        <a:pt x="693" y="794"/>
                        <a:pt x="693" y="794"/>
                      </a:cubicBezTo>
                      <a:cubicBezTo>
                        <a:pt x="694" y="780"/>
                        <a:pt x="694" y="780"/>
                        <a:pt x="694" y="780"/>
                      </a:cubicBezTo>
                      <a:cubicBezTo>
                        <a:pt x="681" y="777"/>
                        <a:pt x="681" y="777"/>
                        <a:pt x="681" y="777"/>
                      </a:cubicBezTo>
                      <a:cubicBezTo>
                        <a:pt x="686" y="765"/>
                        <a:pt x="686" y="765"/>
                        <a:pt x="686" y="765"/>
                      </a:cubicBezTo>
                      <a:cubicBezTo>
                        <a:pt x="707" y="765"/>
                        <a:pt x="707" y="765"/>
                        <a:pt x="707" y="765"/>
                      </a:cubicBezTo>
                      <a:cubicBezTo>
                        <a:pt x="707" y="765"/>
                        <a:pt x="721" y="769"/>
                        <a:pt x="728" y="763"/>
                      </a:cubicBezTo>
                      <a:cubicBezTo>
                        <a:pt x="735" y="757"/>
                        <a:pt x="730" y="745"/>
                        <a:pt x="730" y="745"/>
                      </a:cubicBezTo>
                      <a:cubicBezTo>
                        <a:pt x="752" y="741"/>
                        <a:pt x="752" y="741"/>
                        <a:pt x="752" y="741"/>
                      </a:cubicBezTo>
                      <a:cubicBezTo>
                        <a:pt x="752" y="741"/>
                        <a:pt x="783" y="747"/>
                        <a:pt x="791" y="740"/>
                      </a:cubicBezTo>
                      <a:cubicBezTo>
                        <a:pt x="799" y="733"/>
                        <a:pt x="802" y="726"/>
                        <a:pt x="802" y="726"/>
                      </a:cubicBezTo>
                      <a:cubicBezTo>
                        <a:pt x="811" y="721"/>
                        <a:pt x="811" y="721"/>
                        <a:pt x="811" y="721"/>
                      </a:cubicBezTo>
                      <a:cubicBezTo>
                        <a:pt x="811" y="721"/>
                        <a:pt x="813" y="710"/>
                        <a:pt x="824" y="708"/>
                      </a:cubicBezTo>
                      <a:cubicBezTo>
                        <a:pt x="835" y="706"/>
                        <a:pt x="804" y="740"/>
                        <a:pt x="812" y="740"/>
                      </a:cubicBezTo>
                      <a:cubicBezTo>
                        <a:pt x="820" y="740"/>
                        <a:pt x="828" y="738"/>
                        <a:pt x="828" y="738"/>
                      </a:cubicBezTo>
                      <a:cubicBezTo>
                        <a:pt x="832" y="725"/>
                        <a:pt x="832" y="725"/>
                        <a:pt x="832" y="725"/>
                      </a:cubicBezTo>
                      <a:cubicBezTo>
                        <a:pt x="841" y="727"/>
                        <a:pt x="841" y="727"/>
                        <a:pt x="841" y="727"/>
                      </a:cubicBezTo>
                      <a:cubicBezTo>
                        <a:pt x="849" y="718"/>
                        <a:pt x="849" y="718"/>
                        <a:pt x="849" y="718"/>
                      </a:cubicBezTo>
                      <a:cubicBezTo>
                        <a:pt x="849" y="718"/>
                        <a:pt x="866" y="733"/>
                        <a:pt x="878" y="725"/>
                      </a:cubicBezTo>
                      <a:cubicBezTo>
                        <a:pt x="890" y="717"/>
                        <a:pt x="907" y="704"/>
                        <a:pt x="907" y="704"/>
                      </a:cubicBezTo>
                      <a:cubicBezTo>
                        <a:pt x="907" y="704"/>
                        <a:pt x="923" y="709"/>
                        <a:pt x="950" y="698"/>
                      </a:cubicBezTo>
                      <a:cubicBezTo>
                        <a:pt x="977" y="687"/>
                        <a:pt x="974" y="670"/>
                        <a:pt x="992" y="658"/>
                      </a:cubicBezTo>
                      <a:cubicBezTo>
                        <a:pt x="1010" y="646"/>
                        <a:pt x="1052" y="634"/>
                        <a:pt x="1052" y="634"/>
                      </a:cubicBezTo>
                      <a:cubicBezTo>
                        <a:pt x="1052" y="634"/>
                        <a:pt x="1055" y="625"/>
                        <a:pt x="1054" y="619"/>
                      </a:cubicBezTo>
                      <a:cubicBezTo>
                        <a:pt x="1053" y="613"/>
                        <a:pt x="1046" y="601"/>
                        <a:pt x="1053" y="599"/>
                      </a:cubicBezTo>
                      <a:cubicBezTo>
                        <a:pt x="1060" y="597"/>
                        <a:pt x="1071" y="625"/>
                        <a:pt x="1082" y="625"/>
                      </a:cubicBezTo>
                      <a:cubicBezTo>
                        <a:pt x="1082" y="625"/>
                        <a:pt x="1124" y="624"/>
                        <a:pt x="1135" y="622"/>
                      </a:cubicBezTo>
                      <a:cubicBezTo>
                        <a:pt x="1146" y="620"/>
                        <a:pt x="1167" y="609"/>
                        <a:pt x="1190" y="606"/>
                      </a:cubicBezTo>
                      <a:cubicBezTo>
                        <a:pt x="1213" y="603"/>
                        <a:pt x="1253" y="600"/>
                        <a:pt x="1260" y="598"/>
                      </a:cubicBezTo>
                      <a:cubicBezTo>
                        <a:pt x="1267" y="596"/>
                        <a:pt x="1273" y="589"/>
                        <a:pt x="1273" y="589"/>
                      </a:cubicBezTo>
                      <a:cubicBezTo>
                        <a:pt x="1291" y="589"/>
                        <a:pt x="1291" y="589"/>
                        <a:pt x="1291" y="589"/>
                      </a:cubicBezTo>
                      <a:cubicBezTo>
                        <a:pt x="1300" y="578"/>
                        <a:pt x="1300" y="578"/>
                        <a:pt x="1300" y="578"/>
                      </a:cubicBezTo>
                      <a:cubicBezTo>
                        <a:pt x="1317" y="578"/>
                        <a:pt x="1317" y="578"/>
                        <a:pt x="1317" y="578"/>
                      </a:cubicBezTo>
                      <a:cubicBezTo>
                        <a:pt x="1317" y="578"/>
                        <a:pt x="1335" y="561"/>
                        <a:pt x="1339" y="558"/>
                      </a:cubicBezTo>
                      <a:cubicBezTo>
                        <a:pt x="1343" y="555"/>
                        <a:pt x="1369" y="553"/>
                        <a:pt x="1369" y="553"/>
                      </a:cubicBezTo>
                      <a:cubicBezTo>
                        <a:pt x="1401" y="542"/>
                        <a:pt x="1401" y="542"/>
                        <a:pt x="1401" y="542"/>
                      </a:cubicBezTo>
                      <a:cubicBezTo>
                        <a:pt x="1422" y="537"/>
                        <a:pt x="1422" y="537"/>
                        <a:pt x="1422" y="537"/>
                      </a:cubicBezTo>
                      <a:cubicBezTo>
                        <a:pt x="1427" y="529"/>
                        <a:pt x="1427" y="529"/>
                        <a:pt x="1427" y="529"/>
                      </a:cubicBezTo>
                      <a:cubicBezTo>
                        <a:pt x="1427" y="529"/>
                        <a:pt x="1407" y="531"/>
                        <a:pt x="1395" y="531"/>
                      </a:cubicBezTo>
                      <a:cubicBezTo>
                        <a:pt x="1383" y="531"/>
                        <a:pt x="1375" y="524"/>
                        <a:pt x="1360" y="522"/>
                      </a:cubicBezTo>
                      <a:cubicBezTo>
                        <a:pt x="1345" y="520"/>
                        <a:pt x="1317" y="520"/>
                        <a:pt x="1303" y="524"/>
                      </a:cubicBezTo>
                      <a:cubicBezTo>
                        <a:pt x="1289" y="528"/>
                        <a:pt x="1269" y="528"/>
                        <a:pt x="1269" y="528"/>
                      </a:cubicBezTo>
                      <a:cubicBezTo>
                        <a:pt x="1259" y="537"/>
                        <a:pt x="1259" y="537"/>
                        <a:pt x="1259" y="537"/>
                      </a:cubicBezTo>
                      <a:cubicBezTo>
                        <a:pt x="1259" y="537"/>
                        <a:pt x="1214" y="541"/>
                        <a:pt x="1221" y="535"/>
                      </a:cubicBezTo>
                      <a:cubicBezTo>
                        <a:pt x="1228" y="529"/>
                        <a:pt x="1288" y="520"/>
                        <a:pt x="1288" y="520"/>
                      </a:cubicBezTo>
                      <a:cubicBezTo>
                        <a:pt x="1288" y="520"/>
                        <a:pt x="1348" y="508"/>
                        <a:pt x="1333" y="499"/>
                      </a:cubicBezTo>
                      <a:cubicBezTo>
                        <a:pt x="1318" y="490"/>
                        <a:pt x="1310" y="490"/>
                        <a:pt x="1310" y="490"/>
                      </a:cubicBezTo>
                      <a:cubicBezTo>
                        <a:pt x="1310" y="490"/>
                        <a:pt x="1255" y="508"/>
                        <a:pt x="1249" y="511"/>
                      </a:cubicBezTo>
                      <a:cubicBezTo>
                        <a:pt x="1243" y="514"/>
                        <a:pt x="1217" y="512"/>
                        <a:pt x="1217" y="512"/>
                      </a:cubicBezTo>
                      <a:cubicBezTo>
                        <a:pt x="1241" y="500"/>
                        <a:pt x="1241" y="500"/>
                        <a:pt x="1241" y="500"/>
                      </a:cubicBezTo>
                      <a:cubicBezTo>
                        <a:pt x="1255" y="489"/>
                        <a:pt x="1255" y="489"/>
                        <a:pt x="1255" y="489"/>
                      </a:cubicBezTo>
                      <a:cubicBezTo>
                        <a:pt x="1255" y="489"/>
                        <a:pt x="1279" y="493"/>
                        <a:pt x="1286" y="491"/>
                      </a:cubicBezTo>
                      <a:cubicBezTo>
                        <a:pt x="1293" y="489"/>
                        <a:pt x="1311" y="485"/>
                        <a:pt x="1319" y="485"/>
                      </a:cubicBezTo>
                      <a:cubicBezTo>
                        <a:pt x="1327" y="485"/>
                        <a:pt x="1349" y="483"/>
                        <a:pt x="1337" y="477"/>
                      </a:cubicBezTo>
                      <a:cubicBezTo>
                        <a:pt x="1325" y="471"/>
                        <a:pt x="1287" y="470"/>
                        <a:pt x="1287" y="470"/>
                      </a:cubicBezTo>
                      <a:cubicBezTo>
                        <a:pt x="1255" y="472"/>
                        <a:pt x="1255" y="472"/>
                        <a:pt x="1255" y="472"/>
                      </a:cubicBezTo>
                      <a:cubicBezTo>
                        <a:pt x="1271" y="465"/>
                        <a:pt x="1271" y="465"/>
                        <a:pt x="1271" y="465"/>
                      </a:cubicBezTo>
                      <a:cubicBezTo>
                        <a:pt x="1255" y="455"/>
                        <a:pt x="1255" y="455"/>
                        <a:pt x="1255" y="455"/>
                      </a:cubicBezTo>
                      <a:cubicBezTo>
                        <a:pt x="1255" y="455"/>
                        <a:pt x="1253" y="446"/>
                        <a:pt x="1257" y="446"/>
                      </a:cubicBezTo>
                      <a:cubicBezTo>
                        <a:pt x="1261" y="446"/>
                        <a:pt x="1281" y="463"/>
                        <a:pt x="1294" y="464"/>
                      </a:cubicBezTo>
                      <a:cubicBezTo>
                        <a:pt x="1307" y="465"/>
                        <a:pt x="1348" y="477"/>
                        <a:pt x="1348" y="477"/>
                      </a:cubicBezTo>
                      <a:cubicBezTo>
                        <a:pt x="1348" y="477"/>
                        <a:pt x="1366" y="469"/>
                        <a:pt x="1367" y="478"/>
                      </a:cubicBezTo>
                      <a:cubicBezTo>
                        <a:pt x="1368" y="487"/>
                        <a:pt x="1356" y="501"/>
                        <a:pt x="1377" y="507"/>
                      </a:cubicBezTo>
                      <a:cubicBezTo>
                        <a:pt x="1398" y="513"/>
                        <a:pt x="1421" y="514"/>
                        <a:pt x="1421" y="514"/>
                      </a:cubicBezTo>
                      <a:cubicBezTo>
                        <a:pt x="1421" y="514"/>
                        <a:pt x="1423" y="499"/>
                        <a:pt x="1427" y="502"/>
                      </a:cubicBezTo>
                      <a:cubicBezTo>
                        <a:pt x="1431" y="505"/>
                        <a:pt x="1427" y="520"/>
                        <a:pt x="1436" y="520"/>
                      </a:cubicBezTo>
                      <a:cubicBezTo>
                        <a:pt x="1445" y="520"/>
                        <a:pt x="1457" y="510"/>
                        <a:pt x="1457" y="510"/>
                      </a:cubicBezTo>
                      <a:cubicBezTo>
                        <a:pt x="1457" y="494"/>
                        <a:pt x="1457" y="494"/>
                        <a:pt x="1457" y="494"/>
                      </a:cubicBezTo>
                      <a:cubicBezTo>
                        <a:pt x="1451" y="492"/>
                        <a:pt x="1451" y="492"/>
                        <a:pt x="1451" y="492"/>
                      </a:cubicBezTo>
                      <a:cubicBezTo>
                        <a:pt x="1451" y="492"/>
                        <a:pt x="1465" y="481"/>
                        <a:pt x="1459" y="476"/>
                      </a:cubicBezTo>
                      <a:cubicBezTo>
                        <a:pt x="1453" y="471"/>
                        <a:pt x="1442" y="477"/>
                        <a:pt x="1442" y="477"/>
                      </a:cubicBezTo>
                      <a:cubicBezTo>
                        <a:pt x="1436" y="462"/>
                        <a:pt x="1436" y="462"/>
                        <a:pt x="1436" y="462"/>
                      </a:cubicBezTo>
                      <a:cubicBezTo>
                        <a:pt x="1425" y="459"/>
                        <a:pt x="1425" y="459"/>
                        <a:pt x="1425" y="459"/>
                      </a:cubicBezTo>
                      <a:cubicBezTo>
                        <a:pt x="1428" y="449"/>
                        <a:pt x="1428" y="449"/>
                        <a:pt x="1428" y="449"/>
                      </a:cubicBezTo>
                      <a:cubicBezTo>
                        <a:pt x="1380" y="430"/>
                        <a:pt x="1380" y="430"/>
                        <a:pt x="1380" y="430"/>
                      </a:cubicBezTo>
                      <a:cubicBezTo>
                        <a:pt x="1353" y="437"/>
                        <a:pt x="1353" y="437"/>
                        <a:pt x="1353" y="437"/>
                      </a:cubicBezTo>
                      <a:cubicBezTo>
                        <a:pt x="1347" y="434"/>
                        <a:pt x="1347" y="434"/>
                        <a:pt x="1347" y="434"/>
                      </a:cubicBezTo>
                      <a:cubicBezTo>
                        <a:pt x="1369" y="427"/>
                        <a:pt x="1369" y="427"/>
                        <a:pt x="1369" y="427"/>
                      </a:cubicBezTo>
                      <a:cubicBezTo>
                        <a:pt x="1371" y="424"/>
                        <a:pt x="1371" y="424"/>
                        <a:pt x="1371" y="424"/>
                      </a:cubicBezTo>
                      <a:cubicBezTo>
                        <a:pt x="1371" y="424"/>
                        <a:pt x="1370" y="415"/>
                        <a:pt x="1353" y="415"/>
                      </a:cubicBezTo>
                      <a:cubicBezTo>
                        <a:pt x="1336" y="415"/>
                        <a:pt x="1303" y="412"/>
                        <a:pt x="1303" y="412"/>
                      </a:cubicBezTo>
                      <a:cubicBezTo>
                        <a:pt x="1314" y="398"/>
                        <a:pt x="1314" y="398"/>
                        <a:pt x="1314" y="398"/>
                      </a:cubicBezTo>
                      <a:cubicBezTo>
                        <a:pt x="1314" y="398"/>
                        <a:pt x="1327" y="396"/>
                        <a:pt x="1337" y="400"/>
                      </a:cubicBezTo>
                      <a:cubicBezTo>
                        <a:pt x="1347" y="404"/>
                        <a:pt x="1363" y="393"/>
                        <a:pt x="1363" y="393"/>
                      </a:cubicBezTo>
                      <a:cubicBezTo>
                        <a:pt x="1381" y="390"/>
                        <a:pt x="1381" y="390"/>
                        <a:pt x="1381" y="390"/>
                      </a:cubicBezTo>
                      <a:cubicBezTo>
                        <a:pt x="1413" y="400"/>
                        <a:pt x="1413" y="400"/>
                        <a:pt x="1413" y="400"/>
                      </a:cubicBezTo>
                      <a:cubicBezTo>
                        <a:pt x="1427" y="397"/>
                        <a:pt x="1427" y="397"/>
                        <a:pt x="1427" y="397"/>
                      </a:cubicBezTo>
                      <a:cubicBezTo>
                        <a:pt x="1427" y="397"/>
                        <a:pt x="1453" y="418"/>
                        <a:pt x="1464" y="418"/>
                      </a:cubicBezTo>
                      <a:cubicBezTo>
                        <a:pt x="1475" y="418"/>
                        <a:pt x="1471" y="404"/>
                        <a:pt x="1471" y="404"/>
                      </a:cubicBezTo>
                      <a:cubicBezTo>
                        <a:pt x="1445" y="400"/>
                        <a:pt x="1445" y="400"/>
                        <a:pt x="1445" y="400"/>
                      </a:cubicBezTo>
                      <a:cubicBezTo>
                        <a:pt x="1425" y="390"/>
                        <a:pt x="1425" y="390"/>
                        <a:pt x="1425" y="390"/>
                      </a:cubicBezTo>
                      <a:cubicBezTo>
                        <a:pt x="1394" y="387"/>
                        <a:pt x="1394" y="387"/>
                        <a:pt x="1394" y="387"/>
                      </a:cubicBezTo>
                      <a:cubicBezTo>
                        <a:pt x="1394" y="387"/>
                        <a:pt x="1401" y="378"/>
                        <a:pt x="1408" y="375"/>
                      </a:cubicBezTo>
                      <a:cubicBezTo>
                        <a:pt x="1415" y="372"/>
                        <a:pt x="1432" y="390"/>
                        <a:pt x="1448" y="390"/>
                      </a:cubicBezTo>
                      <a:cubicBezTo>
                        <a:pt x="1464" y="390"/>
                        <a:pt x="1492" y="391"/>
                        <a:pt x="1492" y="391"/>
                      </a:cubicBezTo>
                      <a:cubicBezTo>
                        <a:pt x="1534" y="386"/>
                        <a:pt x="1534" y="386"/>
                        <a:pt x="1534" y="386"/>
                      </a:cubicBezTo>
                      <a:cubicBezTo>
                        <a:pt x="1535" y="368"/>
                        <a:pt x="1535" y="368"/>
                        <a:pt x="1535" y="368"/>
                      </a:cubicBezTo>
                      <a:cubicBezTo>
                        <a:pt x="1506" y="361"/>
                        <a:pt x="1506" y="361"/>
                        <a:pt x="1506" y="361"/>
                      </a:cubicBezTo>
                      <a:cubicBezTo>
                        <a:pt x="1491" y="371"/>
                        <a:pt x="1491" y="371"/>
                        <a:pt x="1491" y="371"/>
                      </a:cubicBezTo>
                      <a:cubicBezTo>
                        <a:pt x="1491" y="371"/>
                        <a:pt x="1477" y="359"/>
                        <a:pt x="1481" y="355"/>
                      </a:cubicBezTo>
                      <a:cubicBezTo>
                        <a:pt x="1485" y="351"/>
                        <a:pt x="1517" y="354"/>
                        <a:pt x="1517" y="354"/>
                      </a:cubicBezTo>
                      <a:cubicBezTo>
                        <a:pt x="1546" y="346"/>
                        <a:pt x="1546" y="346"/>
                        <a:pt x="1546" y="346"/>
                      </a:cubicBezTo>
                      <a:cubicBezTo>
                        <a:pt x="1546" y="346"/>
                        <a:pt x="1563" y="356"/>
                        <a:pt x="1576" y="352"/>
                      </a:cubicBezTo>
                      <a:cubicBezTo>
                        <a:pt x="1589" y="348"/>
                        <a:pt x="1602" y="339"/>
                        <a:pt x="1597" y="337"/>
                      </a:cubicBezTo>
                      <a:cubicBezTo>
                        <a:pt x="1592" y="335"/>
                        <a:pt x="1550" y="334"/>
                        <a:pt x="1546" y="334"/>
                      </a:cubicBezTo>
                      <a:cubicBezTo>
                        <a:pt x="1542" y="334"/>
                        <a:pt x="1550" y="326"/>
                        <a:pt x="1538" y="323"/>
                      </a:cubicBezTo>
                      <a:cubicBezTo>
                        <a:pt x="1526" y="320"/>
                        <a:pt x="1498" y="321"/>
                        <a:pt x="1498" y="321"/>
                      </a:cubicBezTo>
                      <a:cubicBezTo>
                        <a:pt x="1498" y="321"/>
                        <a:pt x="1532" y="320"/>
                        <a:pt x="1535" y="314"/>
                      </a:cubicBezTo>
                      <a:cubicBezTo>
                        <a:pt x="1538" y="308"/>
                        <a:pt x="1499" y="301"/>
                        <a:pt x="1499" y="301"/>
                      </a:cubicBezTo>
                      <a:cubicBezTo>
                        <a:pt x="1499" y="301"/>
                        <a:pt x="1521" y="296"/>
                        <a:pt x="1528" y="299"/>
                      </a:cubicBezTo>
                      <a:cubicBezTo>
                        <a:pt x="1535" y="302"/>
                        <a:pt x="1559" y="310"/>
                        <a:pt x="1565" y="308"/>
                      </a:cubicBezTo>
                      <a:cubicBezTo>
                        <a:pt x="1571" y="306"/>
                        <a:pt x="1573" y="320"/>
                        <a:pt x="1583" y="316"/>
                      </a:cubicBezTo>
                      <a:cubicBezTo>
                        <a:pt x="1593" y="312"/>
                        <a:pt x="1601" y="294"/>
                        <a:pt x="1594" y="289"/>
                      </a:cubicBezTo>
                      <a:cubicBezTo>
                        <a:pt x="1587" y="284"/>
                        <a:pt x="1570" y="272"/>
                        <a:pt x="1570" y="272"/>
                      </a:cubicBezTo>
                      <a:cubicBezTo>
                        <a:pt x="1531" y="264"/>
                        <a:pt x="1531" y="264"/>
                        <a:pt x="1531" y="264"/>
                      </a:cubicBezTo>
                      <a:cubicBezTo>
                        <a:pt x="1531" y="264"/>
                        <a:pt x="1513" y="256"/>
                        <a:pt x="1520" y="250"/>
                      </a:cubicBezTo>
                      <a:cubicBezTo>
                        <a:pt x="1527" y="244"/>
                        <a:pt x="1549" y="249"/>
                        <a:pt x="1549" y="249"/>
                      </a:cubicBezTo>
                      <a:cubicBezTo>
                        <a:pt x="1580" y="242"/>
                        <a:pt x="1580" y="242"/>
                        <a:pt x="1580" y="242"/>
                      </a:cubicBezTo>
                      <a:cubicBezTo>
                        <a:pt x="1580" y="242"/>
                        <a:pt x="1591" y="244"/>
                        <a:pt x="1623" y="246"/>
                      </a:cubicBezTo>
                      <a:cubicBezTo>
                        <a:pt x="1655" y="248"/>
                        <a:pt x="1670" y="225"/>
                        <a:pt x="1647" y="223"/>
                      </a:cubicBezTo>
                      <a:cubicBezTo>
                        <a:pt x="1624" y="221"/>
                        <a:pt x="1590" y="221"/>
                        <a:pt x="1590" y="221"/>
                      </a:cubicBezTo>
                      <a:cubicBezTo>
                        <a:pt x="1589" y="211"/>
                        <a:pt x="1589" y="211"/>
                        <a:pt x="1589" y="211"/>
                      </a:cubicBezTo>
                      <a:cubicBezTo>
                        <a:pt x="1609" y="210"/>
                        <a:pt x="1609" y="210"/>
                        <a:pt x="1609" y="210"/>
                      </a:cubicBezTo>
                      <a:cubicBezTo>
                        <a:pt x="1609" y="210"/>
                        <a:pt x="1603" y="195"/>
                        <a:pt x="1587" y="197"/>
                      </a:cubicBezTo>
                      <a:cubicBezTo>
                        <a:pt x="1571" y="199"/>
                        <a:pt x="1583" y="215"/>
                        <a:pt x="1574" y="216"/>
                      </a:cubicBezTo>
                      <a:cubicBezTo>
                        <a:pt x="1565" y="217"/>
                        <a:pt x="1540" y="204"/>
                        <a:pt x="1549" y="201"/>
                      </a:cubicBezTo>
                      <a:cubicBezTo>
                        <a:pt x="1558" y="198"/>
                        <a:pt x="1582" y="193"/>
                        <a:pt x="1585" y="185"/>
                      </a:cubicBezTo>
                      <a:cubicBezTo>
                        <a:pt x="1588" y="177"/>
                        <a:pt x="1598" y="165"/>
                        <a:pt x="1601" y="164"/>
                      </a:cubicBezTo>
                      <a:cubicBezTo>
                        <a:pt x="1604" y="163"/>
                        <a:pt x="1618" y="170"/>
                        <a:pt x="1627" y="165"/>
                      </a:cubicBezTo>
                      <a:cubicBezTo>
                        <a:pt x="1636" y="160"/>
                        <a:pt x="1649" y="151"/>
                        <a:pt x="1649" y="151"/>
                      </a:cubicBezTo>
                      <a:cubicBezTo>
                        <a:pt x="1639" y="141"/>
                        <a:pt x="1639" y="141"/>
                        <a:pt x="1639" y="141"/>
                      </a:cubicBezTo>
                      <a:cubicBezTo>
                        <a:pt x="1639" y="141"/>
                        <a:pt x="1665" y="128"/>
                        <a:pt x="1671" y="128"/>
                      </a:cubicBezTo>
                      <a:cubicBezTo>
                        <a:pt x="1677" y="128"/>
                        <a:pt x="1687" y="138"/>
                        <a:pt x="1695" y="132"/>
                      </a:cubicBezTo>
                      <a:cubicBezTo>
                        <a:pt x="1703" y="126"/>
                        <a:pt x="1723" y="122"/>
                        <a:pt x="1711" y="119"/>
                      </a:cubicBezTo>
                      <a:cubicBezTo>
                        <a:pt x="1699" y="116"/>
                        <a:pt x="1670" y="119"/>
                        <a:pt x="1670" y="119"/>
                      </a:cubicBezTo>
                      <a:cubicBezTo>
                        <a:pt x="1670" y="119"/>
                        <a:pt x="1615" y="134"/>
                        <a:pt x="1626" y="123"/>
                      </a:cubicBezTo>
                      <a:cubicBezTo>
                        <a:pt x="1637" y="112"/>
                        <a:pt x="1659" y="111"/>
                        <a:pt x="1659" y="111"/>
                      </a:cubicBezTo>
                      <a:cubicBezTo>
                        <a:pt x="1659" y="111"/>
                        <a:pt x="1700" y="113"/>
                        <a:pt x="1721" y="112"/>
                      </a:cubicBezTo>
                      <a:cubicBezTo>
                        <a:pt x="1742" y="111"/>
                        <a:pt x="1758" y="104"/>
                        <a:pt x="1758" y="104"/>
                      </a:cubicBezTo>
                      <a:cubicBezTo>
                        <a:pt x="1758" y="104"/>
                        <a:pt x="1723" y="95"/>
                        <a:pt x="1717" y="98"/>
                      </a:cubicBezTo>
                      <a:cubicBezTo>
                        <a:pt x="1711" y="101"/>
                        <a:pt x="1672" y="102"/>
                        <a:pt x="1672" y="102"/>
                      </a:cubicBezTo>
                      <a:cubicBezTo>
                        <a:pt x="1672" y="102"/>
                        <a:pt x="1625" y="105"/>
                        <a:pt x="1642" y="100"/>
                      </a:cubicBezTo>
                      <a:cubicBezTo>
                        <a:pt x="1659" y="95"/>
                        <a:pt x="1710" y="94"/>
                        <a:pt x="1710" y="94"/>
                      </a:cubicBezTo>
                      <a:cubicBezTo>
                        <a:pt x="1710" y="94"/>
                        <a:pt x="1776" y="95"/>
                        <a:pt x="1787" y="92"/>
                      </a:cubicBezTo>
                      <a:cubicBezTo>
                        <a:pt x="1798" y="89"/>
                        <a:pt x="1807" y="79"/>
                        <a:pt x="1807" y="79"/>
                      </a:cubicBezTo>
                      <a:cubicBezTo>
                        <a:pt x="1807" y="79"/>
                        <a:pt x="1834" y="80"/>
                        <a:pt x="1851" y="78"/>
                      </a:cubicBezTo>
                      <a:cubicBezTo>
                        <a:pt x="1868" y="76"/>
                        <a:pt x="1891" y="67"/>
                        <a:pt x="1891" y="67"/>
                      </a:cubicBezTo>
                      <a:cubicBezTo>
                        <a:pt x="1891" y="67"/>
                        <a:pt x="1865" y="57"/>
                        <a:pt x="1845" y="57"/>
                      </a:cubicBezTo>
                      <a:close/>
                      <a:moveTo>
                        <a:pt x="345" y="566"/>
                      </a:moveTo>
                      <a:cubicBezTo>
                        <a:pt x="353" y="568"/>
                        <a:pt x="353" y="568"/>
                        <a:pt x="353" y="568"/>
                      </a:cubicBezTo>
                      <a:cubicBezTo>
                        <a:pt x="353" y="568"/>
                        <a:pt x="371" y="564"/>
                        <a:pt x="377" y="564"/>
                      </a:cubicBezTo>
                      <a:cubicBezTo>
                        <a:pt x="383" y="564"/>
                        <a:pt x="397" y="554"/>
                        <a:pt x="395" y="546"/>
                      </a:cubicBezTo>
                      <a:cubicBezTo>
                        <a:pt x="393" y="538"/>
                        <a:pt x="371" y="534"/>
                        <a:pt x="371" y="534"/>
                      </a:cubicBezTo>
                      <a:cubicBezTo>
                        <a:pt x="371" y="534"/>
                        <a:pt x="361" y="526"/>
                        <a:pt x="351" y="526"/>
                      </a:cubicBezTo>
                      <a:cubicBezTo>
                        <a:pt x="341" y="526"/>
                        <a:pt x="337" y="532"/>
                        <a:pt x="321" y="526"/>
                      </a:cubicBezTo>
                      <a:cubicBezTo>
                        <a:pt x="317" y="542"/>
                        <a:pt x="317" y="542"/>
                        <a:pt x="317" y="542"/>
                      </a:cubicBezTo>
                      <a:cubicBezTo>
                        <a:pt x="317" y="542"/>
                        <a:pt x="309" y="546"/>
                        <a:pt x="309" y="552"/>
                      </a:cubicBezTo>
                      <a:cubicBezTo>
                        <a:pt x="309" y="558"/>
                        <a:pt x="321" y="564"/>
                        <a:pt x="321" y="564"/>
                      </a:cubicBezTo>
                      <a:cubicBezTo>
                        <a:pt x="317" y="572"/>
                        <a:pt x="317" y="572"/>
                        <a:pt x="317" y="572"/>
                      </a:cubicBezTo>
                      <a:lnTo>
                        <a:pt x="345" y="566"/>
                      </a:lnTo>
                      <a:close/>
                      <a:moveTo>
                        <a:pt x="2531" y="1160"/>
                      </a:moveTo>
                      <a:cubicBezTo>
                        <a:pt x="2535" y="1157"/>
                        <a:pt x="2548" y="1143"/>
                        <a:pt x="2545" y="1138"/>
                      </a:cubicBezTo>
                      <a:cubicBezTo>
                        <a:pt x="2542" y="1133"/>
                        <a:pt x="2538" y="1126"/>
                        <a:pt x="2538" y="1126"/>
                      </a:cubicBezTo>
                      <a:cubicBezTo>
                        <a:pt x="2538" y="1126"/>
                        <a:pt x="2520" y="1124"/>
                        <a:pt x="2519" y="1127"/>
                      </a:cubicBezTo>
                      <a:cubicBezTo>
                        <a:pt x="2518" y="1130"/>
                        <a:pt x="2498" y="1155"/>
                        <a:pt x="2498" y="1160"/>
                      </a:cubicBezTo>
                      <a:cubicBezTo>
                        <a:pt x="2498" y="1165"/>
                        <a:pt x="2501" y="1177"/>
                        <a:pt x="2501" y="1177"/>
                      </a:cubicBezTo>
                      <a:cubicBezTo>
                        <a:pt x="2488" y="1166"/>
                        <a:pt x="2488" y="1166"/>
                        <a:pt x="2488" y="1166"/>
                      </a:cubicBezTo>
                      <a:cubicBezTo>
                        <a:pt x="2482" y="1145"/>
                        <a:pt x="2482" y="1145"/>
                        <a:pt x="2482" y="1145"/>
                      </a:cubicBezTo>
                      <a:cubicBezTo>
                        <a:pt x="2482" y="1145"/>
                        <a:pt x="2457" y="1161"/>
                        <a:pt x="2458" y="1164"/>
                      </a:cubicBezTo>
                      <a:cubicBezTo>
                        <a:pt x="2459" y="1167"/>
                        <a:pt x="2472" y="1165"/>
                        <a:pt x="2473" y="1168"/>
                      </a:cubicBezTo>
                      <a:cubicBezTo>
                        <a:pt x="2474" y="1171"/>
                        <a:pt x="2483" y="1185"/>
                        <a:pt x="2483" y="1185"/>
                      </a:cubicBezTo>
                      <a:cubicBezTo>
                        <a:pt x="2460" y="1181"/>
                        <a:pt x="2460" y="1181"/>
                        <a:pt x="2460" y="1181"/>
                      </a:cubicBezTo>
                      <a:cubicBezTo>
                        <a:pt x="2460" y="1181"/>
                        <a:pt x="2448" y="1196"/>
                        <a:pt x="2449" y="1204"/>
                      </a:cubicBezTo>
                      <a:cubicBezTo>
                        <a:pt x="2450" y="1212"/>
                        <a:pt x="2466" y="1214"/>
                        <a:pt x="2466" y="1214"/>
                      </a:cubicBezTo>
                      <a:cubicBezTo>
                        <a:pt x="2466" y="1214"/>
                        <a:pt x="2452" y="1230"/>
                        <a:pt x="2455" y="1232"/>
                      </a:cubicBezTo>
                      <a:cubicBezTo>
                        <a:pt x="2458" y="1234"/>
                        <a:pt x="2472" y="1234"/>
                        <a:pt x="2472" y="1234"/>
                      </a:cubicBezTo>
                      <a:cubicBezTo>
                        <a:pt x="2471" y="1249"/>
                        <a:pt x="2471" y="1249"/>
                        <a:pt x="2471" y="1249"/>
                      </a:cubicBezTo>
                      <a:cubicBezTo>
                        <a:pt x="2463" y="1259"/>
                        <a:pt x="2463" y="1259"/>
                        <a:pt x="2463" y="1259"/>
                      </a:cubicBezTo>
                      <a:cubicBezTo>
                        <a:pt x="2473" y="1264"/>
                        <a:pt x="2473" y="1264"/>
                        <a:pt x="2473" y="1264"/>
                      </a:cubicBezTo>
                      <a:cubicBezTo>
                        <a:pt x="2473" y="1264"/>
                        <a:pt x="2480" y="1264"/>
                        <a:pt x="2484" y="1264"/>
                      </a:cubicBezTo>
                      <a:cubicBezTo>
                        <a:pt x="2488" y="1264"/>
                        <a:pt x="2496" y="1269"/>
                        <a:pt x="2496" y="1269"/>
                      </a:cubicBezTo>
                      <a:cubicBezTo>
                        <a:pt x="2496" y="1269"/>
                        <a:pt x="2498" y="1267"/>
                        <a:pt x="2506" y="1267"/>
                      </a:cubicBezTo>
                      <a:cubicBezTo>
                        <a:pt x="2513" y="1266"/>
                        <a:pt x="2514" y="1270"/>
                        <a:pt x="2514" y="1270"/>
                      </a:cubicBezTo>
                      <a:cubicBezTo>
                        <a:pt x="2514" y="1270"/>
                        <a:pt x="2515" y="1269"/>
                        <a:pt x="2517" y="1268"/>
                      </a:cubicBezTo>
                      <a:cubicBezTo>
                        <a:pt x="2517" y="1268"/>
                        <a:pt x="2517" y="1268"/>
                        <a:pt x="2517" y="1268"/>
                      </a:cubicBezTo>
                      <a:cubicBezTo>
                        <a:pt x="2513" y="1258"/>
                        <a:pt x="2510" y="1252"/>
                        <a:pt x="2510" y="1252"/>
                      </a:cubicBezTo>
                      <a:cubicBezTo>
                        <a:pt x="2521" y="1239"/>
                        <a:pt x="2521" y="1239"/>
                        <a:pt x="2521" y="1239"/>
                      </a:cubicBezTo>
                      <a:cubicBezTo>
                        <a:pt x="2521" y="1239"/>
                        <a:pt x="2503" y="1224"/>
                        <a:pt x="2513" y="1222"/>
                      </a:cubicBezTo>
                      <a:cubicBezTo>
                        <a:pt x="2523" y="1220"/>
                        <a:pt x="2531" y="1213"/>
                        <a:pt x="2531" y="1213"/>
                      </a:cubicBezTo>
                      <a:cubicBezTo>
                        <a:pt x="2535" y="1194"/>
                        <a:pt x="2535" y="1194"/>
                        <a:pt x="2535" y="1194"/>
                      </a:cubicBezTo>
                      <a:cubicBezTo>
                        <a:pt x="2549" y="1194"/>
                        <a:pt x="2549" y="1194"/>
                        <a:pt x="2549" y="1194"/>
                      </a:cubicBezTo>
                      <a:cubicBezTo>
                        <a:pt x="2554" y="1179"/>
                        <a:pt x="2554" y="1179"/>
                        <a:pt x="2554" y="1179"/>
                      </a:cubicBezTo>
                      <a:cubicBezTo>
                        <a:pt x="2531" y="1179"/>
                        <a:pt x="2531" y="1179"/>
                        <a:pt x="2531" y="1179"/>
                      </a:cubicBezTo>
                      <a:cubicBezTo>
                        <a:pt x="2531" y="1179"/>
                        <a:pt x="2527" y="1163"/>
                        <a:pt x="2531" y="1160"/>
                      </a:cubicBezTo>
                      <a:close/>
                      <a:moveTo>
                        <a:pt x="2525" y="1228"/>
                      </a:moveTo>
                      <a:cubicBezTo>
                        <a:pt x="2527" y="1252"/>
                        <a:pt x="2527" y="1252"/>
                        <a:pt x="2527" y="1252"/>
                      </a:cubicBezTo>
                      <a:cubicBezTo>
                        <a:pt x="2533" y="1252"/>
                        <a:pt x="2543" y="1262"/>
                        <a:pt x="2543" y="1262"/>
                      </a:cubicBezTo>
                      <a:cubicBezTo>
                        <a:pt x="2549" y="1244"/>
                        <a:pt x="2549" y="1244"/>
                        <a:pt x="2549" y="1244"/>
                      </a:cubicBezTo>
                      <a:cubicBezTo>
                        <a:pt x="2537" y="1230"/>
                        <a:pt x="2537" y="1230"/>
                        <a:pt x="2537" y="1230"/>
                      </a:cubicBezTo>
                      <a:lnTo>
                        <a:pt x="2525" y="1228"/>
                      </a:lnTo>
                      <a:close/>
                      <a:moveTo>
                        <a:pt x="2577" y="1240"/>
                      </a:moveTo>
                      <a:cubicBezTo>
                        <a:pt x="2576" y="1251"/>
                        <a:pt x="2567" y="1253"/>
                        <a:pt x="2579" y="1254"/>
                      </a:cubicBezTo>
                      <a:cubicBezTo>
                        <a:pt x="2591" y="1255"/>
                        <a:pt x="2596" y="1253"/>
                        <a:pt x="2596" y="1253"/>
                      </a:cubicBezTo>
                      <a:cubicBezTo>
                        <a:pt x="2596" y="1253"/>
                        <a:pt x="2604" y="1272"/>
                        <a:pt x="2605" y="1265"/>
                      </a:cubicBezTo>
                      <a:cubicBezTo>
                        <a:pt x="2607" y="1259"/>
                        <a:pt x="2617" y="1245"/>
                        <a:pt x="2619" y="1244"/>
                      </a:cubicBezTo>
                      <a:cubicBezTo>
                        <a:pt x="2621" y="1244"/>
                        <a:pt x="2630" y="1244"/>
                        <a:pt x="2622" y="1239"/>
                      </a:cubicBezTo>
                      <a:cubicBezTo>
                        <a:pt x="2614" y="1234"/>
                        <a:pt x="2607" y="1227"/>
                        <a:pt x="2610" y="1227"/>
                      </a:cubicBezTo>
                      <a:cubicBezTo>
                        <a:pt x="2613" y="1226"/>
                        <a:pt x="2620" y="1227"/>
                        <a:pt x="2615" y="1224"/>
                      </a:cubicBezTo>
                      <a:cubicBezTo>
                        <a:pt x="2610" y="1220"/>
                        <a:pt x="2624" y="1211"/>
                        <a:pt x="2624" y="1211"/>
                      </a:cubicBezTo>
                      <a:cubicBezTo>
                        <a:pt x="2624" y="1211"/>
                        <a:pt x="2616" y="1199"/>
                        <a:pt x="2615" y="1200"/>
                      </a:cubicBezTo>
                      <a:cubicBezTo>
                        <a:pt x="2614" y="1200"/>
                        <a:pt x="2601" y="1205"/>
                        <a:pt x="2601" y="1210"/>
                      </a:cubicBezTo>
                      <a:cubicBezTo>
                        <a:pt x="2601" y="1215"/>
                        <a:pt x="2601" y="1219"/>
                        <a:pt x="2601" y="1219"/>
                      </a:cubicBezTo>
                      <a:cubicBezTo>
                        <a:pt x="2601" y="1219"/>
                        <a:pt x="2592" y="1207"/>
                        <a:pt x="2590" y="1208"/>
                      </a:cubicBezTo>
                      <a:cubicBezTo>
                        <a:pt x="2588" y="1209"/>
                        <a:pt x="2585" y="1213"/>
                        <a:pt x="2585" y="1213"/>
                      </a:cubicBezTo>
                      <a:cubicBezTo>
                        <a:pt x="2569" y="1224"/>
                        <a:pt x="2569" y="1224"/>
                        <a:pt x="2569" y="1224"/>
                      </a:cubicBezTo>
                      <a:cubicBezTo>
                        <a:pt x="2569" y="1224"/>
                        <a:pt x="2578" y="1229"/>
                        <a:pt x="2577" y="1240"/>
                      </a:cubicBezTo>
                      <a:close/>
                      <a:moveTo>
                        <a:pt x="2629" y="1260"/>
                      </a:moveTo>
                      <a:cubicBezTo>
                        <a:pt x="2612" y="1266"/>
                        <a:pt x="2612" y="1266"/>
                        <a:pt x="2612" y="1266"/>
                      </a:cubicBezTo>
                      <a:cubicBezTo>
                        <a:pt x="2612" y="1266"/>
                        <a:pt x="2602" y="1270"/>
                        <a:pt x="2598" y="1269"/>
                      </a:cubicBezTo>
                      <a:cubicBezTo>
                        <a:pt x="2594" y="1269"/>
                        <a:pt x="2578" y="1262"/>
                        <a:pt x="2573" y="1262"/>
                      </a:cubicBezTo>
                      <a:cubicBezTo>
                        <a:pt x="2563" y="1262"/>
                        <a:pt x="2565" y="1273"/>
                        <a:pt x="2573" y="1272"/>
                      </a:cubicBezTo>
                      <a:cubicBezTo>
                        <a:pt x="2581" y="1270"/>
                        <a:pt x="2592" y="1282"/>
                        <a:pt x="2592" y="1282"/>
                      </a:cubicBezTo>
                      <a:cubicBezTo>
                        <a:pt x="2592" y="1282"/>
                        <a:pt x="2609" y="1279"/>
                        <a:pt x="2626" y="1275"/>
                      </a:cubicBezTo>
                      <a:cubicBezTo>
                        <a:pt x="2644" y="1272"/>
                        <a:pt x="2629" y="1260"/>
                        <a:pt x="2629" y="1260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1" name="Freeform 333"/>
                <p:cNvSpPr>
                  <a:spLocks noEditPoints="1"/>
                </p:cNvSpPr>
                <p:nvPr/>
              </p:nvSpPr>
              <p:spPr bwMode="gray">
                <a:xfrm>
                  <a:off x="-4274" y="-17463"/>
                  <a:ext cx="560" cy="252"/>
                </a:xfrm>
                <a:custGeom>
                  <a:avLst/>
                  <a:gdLst>
                    <a:gd name="T0" fmla="*/ 228 w 237"/>
                    <a:gd name="T1" fmla="*/ 76 h 107"/>
                    <a:gd name="T2" fmla="*/ 221 w 237"/>
                    <a:gd name="T3" fmla="*/ 74 h 107"/>
                    <a:gd name="T4" fmla="*/ 226 w 237"/>
                    <a:gd name="T5" fmla="*/ 56 h 107"/>
                    <a:gd name="T6" fmla="*/ 217 w 237"/>
                    <a:gd name="T7" fmla="*/ 52 h 107"/>
                    <a:gd name="T8" fmla="*/ 220 w 237"/>
                    <a:gd name="T9" fmla="*/ 36 h 107"/>
                    <a:gd name="T10" fmla="*/ 231 w 237"/>
                    <a:gd name="T11" fmla="*/ 30 h 107"/>
                    <a:gd name="T12" fmla="*/ 228 w 237"/>
                    <a:gd name="T13" fmla="*/ 21 h 107"/>
                    <a:gd name="T14" fmla="*/ 231 w 237"/>
                    <a:gd name="T15" fmla="*/ 11 h 107"/>
                    <a:gd name="T16" fmla="*/ 170 w 237"/>
                    <a:gd name="T17" fmla="*/ 1 h 107"/>
                    <a:gd name="T18" fmla="*/ 110 w 237"/>
                    <a:gd name="T19" fmla="*/ 6 h 107"/>
                    <a:gd name="T20" fmla="*/ 60 w 237"/>
                    <a:gd name="T21" fmla="*/ 31 h 107"/>
                    <a:gd name="T22" fmla="*/ 66 w 237"/>
                    <a:gd name="T23" fmla="*/ 56 h 107"/>
                    <a:gd name="T24" fmla="*/ 105 w 237"/>
                    <a:gd name="T25" fmla="*/ 61 h 107"/>
                    <a:gd name="T26" fmla="*/ 98 w 237"/>
                    <a:gd name="T27" fmla="*/ 85 h 107"/>
                    <a:gd name="T28" fmla="*/ 102 w 237"/>
                    <a:gd name="T29" fmla="*/ 85 h 107"/>
                    <a:gd name="T30" fmla="*/ 123 w 237"/>
                    <a:gd name="T31" fmla="*/ 79 h 107"/>
                    <a:gd name="T32" fmla="*/ 144 w 237"/>
                    <a:gd name="T33" fmla="*/ 78 h 107"/>
                    <a:gd name="T34" fmla="*/ 172 w 237"/>
                    <a:gd name="T35" fmla="*/ 95 h 107"/>
                    <a:gd name="T36" fmla="*/ 192 w 237"/>
                    <a:gd name="T37" fmla="*/ 107 h 107"/>
                    <a:gd name="T38" fmla="*/ 203 w 237"/>
                    <a:gd name="T39" fmla="*/ 101 h 107"/>
                    <a:gd name="T40" fmla="*/ 216 w 237"/>
                    <a:gd name="T41" fmla="*/ 106 h 107"/>
                    <a:gd name="T42" fmla="*/ 224 w 237"/>
                    <a:gd name="T43" fmla="*/ 105 h 107"/>
                    <a:gd name="T44" fmla="*/ 224 w 237"/>
                    <a:gd name="T45" fmla="*/ 97 h 107"/>
                    <a:gd name="T46" fmla="*/ 237 w 237"/>
                    <a:gd name="T47" fmla="*/ 88 h 107"/>
                    <a:gd name="T48" fmla="*/ 228 w 237"/>
                    <a:gd name="T49" fmla="*/ 76 h 107"/>
                    <a:gd name="T50" fmla="*/ 27 w 237"/>
                    <a:gd name="T51" fmla="*/ 53 h 107"/>
                    <a:gd name="T52" fmla="*/ 7 w 237"/>
                    <a:gd name="T53" fmla="*/ 55 h 107"/>
                    <a:gd name="T54" fmla="*/ 9 w 237"/>
                    <a:gd name="T55" fmla="*/ 74 h 107"/>
                    <a:gd name="T56" fmla="*/ 14 w 237"/>
                    <a:gd name="T57" fmla="*/ 87 h 107"/>
                    <a:gd name="T58" fmla="*/ 34 w 237"/>
                    <a:gd name="T59" fmla="*/ 74 h 107"/>
                    <a:gd name="T60" fmla="*/ 55 w 237"/>
                    <a:gd name="T61" fmla="*/ 60 h 107"/>
                    <a:gd name="T62" fmla="*/ 51 w 237"/>
                    <a:gd name="T63" fmla="*/ 49 h 107"/>
                    <a:gd name="T64" fmla="*/ 27 w 237"/>
                    <a:gd name="T65" fmla="*/ 53 h 107"/>
                    <a:gd name="T66" fmla="*/ 29 w 237"/>
                    <a:gd name="T67" fmla="*/ 45 h 107"/>
                    <a:gd name="T68" fmla="*/ 35 w 237"/>
                    <a:gd name="T69" fmla="*/ 25 h 107"/>
                    <a:gd name="T70" fmla="*/ 29 w 237"/>
                    <a:gd name="T71" fmla="*/ 45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7" h="107">
                      <a:moveTo>
                        <a:pt x="228" y="76"/>
                      </a:moveTo>
                      <a:cubicBezTo>
                        <a:pt x="221" y="74"/>
                        <a:pt x="221" y="74"/>
                        <a:pt x="221" y="74"/>
                      </a:cubicBezTo>
                      <a:cubicBezTo>
                        <a:pt x="226" y="56"/>
                        <a:pt x="226" y="56"/>
                        <a:pt x="226" y="56"/>
                      </a:cubicBezTo>
                      <a:cubicBezTo>
                        <a:pt x="217" y="52"/>
                        <a:pt x="217" y="52"/>
                        <a:pt x="217" y="52"/>
                      </a:cubicBezTo>
                      <a:cubicBezTo>
                        <a:pt x="217" y="52"/>
                        <a:pt x="216" y="38"/>
                        <a:pt x="220" y="36"/>
                      </a:cubicBezTo>
                      <a:cubicBezTo>
                        <a:pt x="224" y="34"/>
                        <a:pt x="231" y="30"/>
                        <a:pt x="231" y="30"/>
                      </a:cubicBezTo>
                      <a:cubicBezTo>
                        <a:pt x="228" y="21"/>
                        <a:pt x="228" y="21"/>
                        <a:pt x="228" y="21"/>
                      </a:cubicBezTo>
                      <a:cubicBezTo>
                        <a:pt x="231" y="11"/>
                        <a:pt x="231" y="11"/>
                        <a:pt x="231" y="11"/>
                      </a:cubicBezTo>
                      <a:cubicBezTo>
                        <a:pt x="215" y="8"/>
                        <a:pt x="180" y="2"/>
                        <a:pt x="170" y="1"/>
                      </a:cubicBezTo>
                      <a:cubicBezTo>
                        <a:pt x="157" y="0"/>
                        <a:pt x="110" y="6"/>
                        <a:pt x="110" y="6"/>
                      </a:cubicBezTo>
                      <a:cubicBezTo>
                        <a:pt x="110" y="6"/>
                        <a:pt x="60" y="24"/>
                        <a:pt x="60" y="31"/>
                      </a:cubicBezTo>
                      <a:cubicBezTo>
                        <a:pt x="60" y="38"/>
                        <a:pt x="66" y="56"/>
                        <a:pt x="66" y="56"/>
                      </a:cubicBezTo>
                      <a:cubicBezTo>
                        <a:pt x="105" y="61"/>
                        <a:pt x="105" y="61"/>
                        <a:pt x="105" y="61"/>
                      </a:cubicBezTo>
                      <a:cubicBezTo>
                        <a:pt x="98" y="85"/>
                        <a:pt x="98" y="85"/>
                        <a:pt x="98" y="85"/>
                      </a:cubicBezTo>
                      <a:cubicBezTo>
                        <a:pt x="102" y="85"/>
                        <a:pt x="102" y="85"/>
                        <a:pt x="102" y="85"/>
                      </a:cubicBezTo>
                      <a:cubicBezTo>
                        <a:pt x="123" y="79"/>
                        <a:pt x="123" y="79"/>
                        <a:pt x="123" y="79"/>
                      </a:cubicBezTo>
                      <a:cubicBezTo>
                        <a:pt x="123" y="79"/>
                        <a:pt x="129" y="75"/>
                        <a:pt x="144" y="78"/>
                      </a:cubicBezTo>
                      <a:cubicBezTo>
                        <a:pt x="159" y="81"/>
                        <a:pt x="161" y="86"/>
                        <a:pt x="172" y="95"/>
                      </a:cubicBezTo>
                      <a:cubicBezTo>
                        <a:pt x="183" y="104"/>
                        <a:pt x="186" y="107"/>
                        <a:pt x="192" y="107"/>
                      </a:cubicBezTo>
                      <a:cubicBezTo>
                        <a:pt x="198" y="107"/>
                        <a:pt x="200" y="100"/>
                        <a:pt x="203" y="101"/>
                      </a:cubicBezTo>
                      <a:cubicBezTo>
                        <a:pt x="206" y="102"/>
                        <a:pt x="216" y="106"/>
                        <a:pt x="216" y="106"/>
                      </a:cubicBezTo>
                      <a:cubicBezTo>
                        <a:pt x="224" y="105"/>
                        <a:pt x="224" y="105"/>
                        <a:pt x="224" y="105"/>
                      </a:cubicBezTo>
                      <a:cubicBezTo>
                        <a:pt x="224" y="97"/>
                        <a:pt x="224" y="97"/>
                        <a:pt x="224" y="97"/>
                      </a:cubicBezTo>
                      <a:cubicBezTo>
                        <a:pt x="237" y="88"/>
                        <a:pt x="237" y="88"/>
                        <a:pt x="237" y="88"/>
                      </a:cubicBezTo>
                      <a:lnTo>
                        <a:pt x="228" y="76"/>
                      </a:lnTo>
                      <a:close/>
                      <a:moveTo>
                        <a:pt x="27" y="53"/>
                      </a:moveTo>
                      <a:cubicBezTo>
                        <a:pt x="27" y="53"/>
                        <a:pt x="14" y="52"/>
                        <a:pt x="7" y="55"/>
                      </a:cubicBezTo>
                      <a:cubicBezTo>
                        <a:pt x="0" y="57"/>
                        <a:pt x="9" y="74"/>
                        <a:pt x="9" y="74"/>
                      </a:cubicBezTo>
                      <a:cubicBezTo>
                        <a:pt x="14" y="87"/>
                        <a:pt x="14" y="87"/>
                        <a:pt x="14" y="87"/>
                      </a:cubicBezTo>
                      <a:cubicBezTo>
                        <a:pt x="14" y="87"/>
                        <a:pt x="30" y="74"/>
                        <a:pt x="34" y="74"/>
                      </a:cubicBezTo>
                      <a:cubicBezTo>
                        <a:pt x="38" y="74"/>
                        <a:pt x="55" y="60"/>
                        <a:pt x="55" y="60"/>
                      </a:cubicBezTo>
                      <a:cubicBezTo>
                        <a:pt x="51" y="49"/>
                        <a:pt x="51" y="49"/>
                        <a:pt x="51" y="49"/>
                      </a:cubicBezTo>
                      <a:lnTo>
                        <a:pt x="27" y="53"/>
                      </a:lnTo>
                      <a:close/>
                      <a:moveTo>
                        <a:pt x="29" y="45"/>
                      </a:moveTo>
                      <a:cubicBezTo>
                        <a:pt x="44" y="45"/>
                        <a:pt x="48" y="23"/>
                        <a:pt x="35" y="25"/>
                      </a:cubicBezTo>
                      <a:cubicBezTo>
                        <a:pt x="22" y="28"/>
                        <a:pt x="15" y="45"/>
                        <a:pt x="29" y="4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2" name="Freeform 334"/>
                <p:cNvSpPr>
                  <a:spLocks noEditPoints="1"/>
                </p:cNvSpPr>
                <p:nvPr/>
              </p:nvSpPr>
              <p:spPr bwMode="gray">
                <a:xfrm>
                  <a:off x="7393" y="-8936"/>
                  <a:ext cx="397" cy="182"/>
                </a:xfrm>
                <a:custGeom>
                  <a:avLst/>
                  <a:gdLst>
                    <a:gd name="T0" fmla="*/ 53 w 168"/>
                    <a:gd name="T1" fmla="*/ 33 h 77"/>
                    <a:gd name="T2" fmla="*/ 53 w 168"/>
                    <a:gd name="T3" fmla="*/ 33 h 77"/>
                    <a:gd name="T4" fmla="*/ 53 w 168"/>
                    <a:gd name="T5" fmla="*/ 33 h 77"/>
                    <a:gd name="T6" fmla="*/ 53 w 168"/>
                    <a:gd name="T7" fmla="*/ 33 h 77"/>
                    <a:gd name="T8" fmla="*/ 152 w 168"/>
                    <a:gd name="T9" fmla="*/ 0 h 77"/>
                    <a:gd name="T10" fmla="*/ 139 w 168"/>
                    <a:gd name="T11" fmla="*/ 14 h 77"/>
                    <a:gd name="T12" fmla="*/ 84 w 168"/>
                    <a:gd name="T13" fmla="*/ 15 h 77"/>
                    <a:gd name="T14" fmla="*/ 67 w 168"/>
                    <a:gd name="T15" fmla="*/ 33 h 77"/>
                    <a:gd name="T16" fmla="*/ 53 w 168"/>
                    <a:gd name="T17" fmla="*/ 33 h 77"/>
                    <a:gd name="T18" fmla="*/ 60 w 168"/>
                    <a:gd name="T19" fmla="*/ 47 h 77"/>
                    <a:gd name="T20" fmla="*/ 50 w 168"/>
                    <a:gd name="T21" fmla="*/ 66 h 77"/>
                    <a:gd name="T22" fmla="*/ 52 w 168"/>
                    <a:gd name="T23" fmla="*/ 77 h 77"/>
                    <a:gd name="T24" fmla="*/ 57 w 168"/>
                    <a:gd name="T25" fmla="*/ 72 h 77"/>
                    <a:gd name="T26" fmla="*/ 67 w 168"/>
                    <a:gd name="T27" fmla="*/ 69 h 77"/>
                    <a:gd name="T28" fmla="*/ 89 w 168"/>
                    <a:gd name="T29" fmla="*/ 53 h 77"/>
                    <a:gd name="T30" fmla="*/ 111 w 168"/>
                    <a:gd name="T31" fmla="*/ 59 h 77"/>
                    <a:gd name="T32" fmla="*/ 168 w 168"/>
                    <a:gd name="T33" fmla="*/ 9 h 77"/>
                    <a:gd name="T34" fmla="*/ 152 w 168"/>
                    <a:gd name="T35" fmla="*/ 0 h 77"/>
                    <a:gd name="T36" fmla="*/ 0 w 168"/>
                    <a:gd name="T37" fmla="*/ 58 h 77"/>
                    <a:gd name="T38" fmla="*/ 4 w 168"/>
                    <a:gd name="T39" fmla="*/ 67 h 77"/>
                    <a:gd name="T40" fmla="*/ 24 w 168"/>
                    <a:gd name="T41" fmla="*/ 61 h 77"/>
                    <a:gd name="T42" fmla="*/ 28 w 168"/>
                    <a:gd name="T43" fmla="*/ 48 h 77"/>
                    <a:gd name="T44" fmla="*/ 11 w 168"/>
                    <a:gd name="T45" fmla="*/ 47 h 77"/>
                    <a:gd name="T46" fmla="*/ 0 w 168"/>
                    <a:gd name="T47" fmla="*/ 5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68" h="77">
                      <a:moveTo>
                        <a:pt x="53" y="33"/>
                      </a:move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lose/>
                      <a:moveTo>
                        <a:pt x="152" y="0"/>
                      </a:moveTo>
                      <a:cubicBezTo>
                        <a:pt x="139" y="14"/>
                        <a:pt x="139" y="14"/>
                        <a:pt x="139" y="14"/>
                      </a:cubicBezTo>
                      <a:cubicBezTo>
                        <a:pt x="139" y="14"/>
                        <a:pt x="96" y="15"/>
                        <a:pt x="84" y="15"/>
                      </a:cubicBezTo>
                      <a:cubicBezTo>
                        <a:pt x="73" y="15"/>
                        <a:pt x="67" y="33"/>
                        <a:pt x="67" y="33"/>
                      </a:cubicBezTo>
                      <a:cubicBezTo>
                        <a:pt x="67" y="33"/>
                        <a:pt x="61" y="32"/>
                        <a:pt x="53" y="33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60" y="47"/>
                        <a:pt x="56" y="54"/>
                        <a:pt x="50" y="66"/>
                      </a:cubicBezTo>
                      <a:cubicBezTo>
                        <a:pt x="46" y="72"/>
                        <a:pt x="49" y="76"/>
                        <a:pt x="52" y="77"/>
                      </a:cubicBezTo>
                      <a:cubicBezTo>
                        <a:pt x="55" y="74"/>
                        <a:pt x="57" y="72"/>
                        <a:pt x="57" y="72"/>
                      </a:cubicBezTo>
                      <a:cubicBezTo>
                        <a:pt x="67" y="69"/>
                        <a:pt x="67" y="69"/>
                        <a:pt x="67" y="69"/>
                      </a:cubicBezTo>
                      <a:cubicBezTo>
                        <a:pt x="89" y="53"/>
                        <a:pt x="89" y="53"/>
                        <a:pt x="89" y="53"/>
                      </a:cubicBezTo>
                      <a:cubicBezTo>
                        <a:pt x="89" y="53"/>
                        <a:pt x="98" y="62"/>
                        <a:pt x="111" y="59"/>
                      </a:cubicBezTo>
                      <a:cubicBezTo>
                        <a:pt x="124" y="56"/>
                        <a:pt x="168" y="9"/>
                        <a:pt x="168" y="9"/>
                      </a:cubicBezTo>
                      <a:lnTo>
                        <a:pt x="152" y="0"/>
                      </a:lnTo>
                      <a:close/>
                      <a:moveTo>
                        <a:pt x="0" y="58"/>
                      </a:move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15" y="58"/>
                        <a:pt x="24" y="61"/>
                        <a:pt x="24" y="61"/>
                      </a:cubicBezTo>
                      <a:cubicBezTo>
                        <a:pt x="24" y="61"/>
                        <a:pt x="24" y="54"/>
                        <a:pt x="28" y="48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lnTo>
                        <a:pt x="0" y="5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3" name="Freeform 335"/>
                <p:cNvSpPr>
                  <a:spLocks noEditPoints="1"/>
                </p:cNvSpPr>
                <p:nvPr/>
              </p:nvSpPr>
              <p:spPr bwMode="gray">
                <a:xfrm>
                  <a:off x="9262" y="-9767"/>
                  <a:ext cx="1724" cy="1160"/>
                </a:xfrm>
                <a:custGeom>
                  <a:avLst/>
                  <a:gdLst>
                    <a:gd name="T0" fmla="*/ 296 w 730"/>
                    <a:gd name="T1" fmla="*/ 19 h 491"/>
                    <a:gd name="T2" fmla="*/ 331 w 730"/>
                    <a:gd name="T3" fmla="*/ 7 h 491"/>
                    <a:gd name="T4" fmla="*/ 521 w 730"/>
                    <a:gd name="T5" fmla="*/ 171 h 491"/>
                    <a:gd name="T6" fmla="*/ 476 w 730"/>
                    <a:gd name="T7" fmla="*/ 209 h 491"/>
                    <a:gd name="T8" fmla="*/ 404 w 730"/>
                    <a:gd name="T9" fmla="*/ 228 h 491"/>
                    <a:gd name="T10" fmla="*/ 398 w 730"/>
                    <a:gd name="T11" fmla="*/ 257 h 491"/>
                    <a:gd name="T12" fmla="*/ 474 w 730"/>
                    <a:gd name="T13" fmla="*/ 251 h 491"/>
                    <a:gd name="T14" fmla="*/ 523 w 730"/>
                    <a:gd name="T15" fmla="*/ 228 h 491"/>
                    <a:gd name="T16" fmla="*/ 536 w 730"/>
                    <a:gd name="T17" fmla="*/ 206 h 491"/>
                    <a:gd name="T18" fmla="*/ 555 w 730"/>
                    <a:gd name="T19" fmla="*/ 140 h 491"/>
                    <a:gd name="T20" fmla="*/ 564 w 730"/>
                    <a:gd name="T21" fmla="*/ 94 h 491"/>
                    <a:gd name="T22" fmla="*/ 520 w 730"/>
                    <a:gd name="T23" fmla="*/ 58 h 491"/>
                    <a:gd name="T24" fmla="*/ 494 w 730"/>
                    <a:gd name="T25" fmla="*/ 31 h 491"/>
                    <a:gd name="T26" fmla="*/ 516 w 730"/>
                    <a:gd name="T27" fmla="*/ 69 h 491"/>
                    <a:gd name="T28" fmla="*/ 576 w 730"/>
                    <a:gd name="T29" fmla="*/ 122 h 491"/>
                    <a:gd name="T30" fmla="*/ 599 w 730"/>
                    <a:gd name="T31" fmla="*/ 131 h 491"/>
                    <a:gd name="T32" fmla="*/ 728 w 730"/>
                    <a:gd name="T33" fmla="*/ 249 h 491"/>
                    <a:gd name="T34" fmla="*/ 664 w 730"/>
                    <a:gd name="T35" fmla="*/ 185 h 491"/>
                    <a:gd name="T36" fmla="*/ 670 w 730"/>
                    <a:gd name="T37" fmla="*/ 225 h 491"/>
                    <a:gd name="T38" fmla="*/ 730 w 730"/>
                    <a:gd name="T39" fmla="*/ 300 h 491"/>
                    <a:gd name="T40" fmla="*/ 17 w 730"/>
                    <a:gd name="T41" fmla="*/ 401 h 491"/>
                    <a:gd name="T42" fmla="*/ 17 w 730"/>
                    <a:gd name="T43" fmla="*/ 401 h 491"/>
                    <a:gd name="T44" fmla="*/ 452 w 730"/>
                    <a:gd name="T45" fmla="*/ 453 h 491"/>
                    <a:gd name="T46" fmla="*/ 437 w 730"/>
                    <a:gd name="T47" fmla="*/ 426 h 491"/>
                    <a:gd name="T48" fmla="*/ 408 w 730"/>
                    <a:gd name="T49" fmla="*/ 388 h 491"/>
                    <a:gd name="T50" fmla="*/ 374 w 730"/>
                    <a:gd name="T51" fmla="*/ 375 h 491"/>
                    <a:gd name="T52" fmla="*/ 357 w 730"/>
                    <a:gd name="T53" fmla="*/ 337 h 491"/>
                    <a:gd name="T54" fmla="*/ 304 w 730"/>
                    <a:gd name="T55" fmla="*/ 274 h 491"/>
                    <a:gd name="T56" fmla="*/ 308 w 730"/>
                    <a:gd name="T57" fmla="*/ 220 h 491"/>
                    <a:gd name="T58" fmla="*/ 256 w 730"/>
                    <a:gd name="T59" fmla="*/ 169 h 491"/>
                    <a:gd name="T60" fmla="*/ 200 w 730"/>
                    <a:gd name="T61" fmla="*/ 113 h 491"/>
                    <a:gd name="T62" fmla="*/ 151 w 730"/>
                    <a:gd name="T63" fmla="*/ 91 h 491"/>
                    <a:gd name="T64" fmla="*/ 49 w 730"/>
                    <a:gd name="T65" fmla="*/ 49 h 491"/>
                    <a:gd name="T66" fmla="*/ 6 w 730"/>
                    <a:gd name="T67" fmla="*/ 36 h 491"/>
                    <a:gd name="T68" fmla="*/ 30 w 730"/>
                    <a:gd name="T69" fmla="*/ 155 h 491"/>
                    <a:gd name="T70" fmla="*/ 27 w 730"/>
                    <a:gd name="T71" fmla="*/ 253 h 491"/>
                    <a:gd name="T72" fmla="*/ 26 w 730"/>
                    <a:gd name="T73" fmla="*/ 282 h 491"/>
                    <a:gd name="T74" fmla="*/ 15 w 730"/>
                    <a:gd name="T75" fmla="*/ 353 h 491"/>
                    <a:gd name="T76" fmla="*/ 17 w 730"/>
                    <a:gd name="T77" fmla="*/ 401 h 491"/>
                    <a:gd name="T78" fmla="*/ 88 w 730"/>
                    <a:gd name="T79" fmla="*/ 408 h 491"/>
                    <a:gd name="T80" fmla="*/ 71 w 730"/>
                    <a:gd name="T81" fmla="*/ 347 h 491"/>
                    <a:gd name="T82" fmla="*/ 130 w 730"/>
                    <a:gd name="T83" fmla="*/ 329 h 491"/>
                    <a:gd name="T84" fmla="*/ 146 w 730"/>
                    <a:gd name="T85" fmla="*/ 313 h 491"/>
                    <a:gd name="T86" fmla="*/ 185 w 730"/>
                    <a:gd name="T87" fmla="*/ 311 h 491"/>
                    <a:gd name="T88" fmla="*/ 258 w 730"/>
                    <a:gd name="T89" fmla="*/ 342 h 491"/>
                    <a:gd name="T90" fmla="*/ 302 w 730"/>
                    <a:gd name="T91" fmla="*/ 398 h 491"/>
                    <a:gd name="T92" fmla="*/ 418 w 730"/>
                    <a:gd name="T93" fmla="*/ 464 h 491"/>
                    <a:gd name="T94" fmla="*/ 450 w 730"/>
                    <a:gd name="T95" fmla="*/ 464 h 4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30" h="491">
                      <a:moveTo>
                        <a:pt x="331" y="7"/>
                      </a:moveTo>
                      <a:cubicBezTo>
                        <a:pt x="318" y="0"/>
                        <a:pt x="296" y="19"/>
                        <a:pt x="296" y="19"/>
                      </a:cubicBezTo>
                      <a:cubicBezTo>
                        <a:pt x="315" y="31"/>
                        <a:pt x="315" y="31"/>
                        <a:pt x="315" y="31"/>
                      </a:cubicBezTo>
                      <a:cubicBezTo>
                        <a:pt x="333" y="35"/>
                        <a:pt x="344" y="14"/>
                        <a:pt x="331" y="7"/>
                      </a:cubicBezTo>
                      <a:close/>
                      <a:moveTo>
                        <a:pt x="508" y="150"/>
                      </a:moveTo>
                      <a:cubicBezTo>
                        <a:pt x="499" y="159"/>
                        <a:pt x="521" y="171"/>
                        <a:pt x="521" y="171"/>
                      </a:cubicBezTo>
                      <a:cubicBezTo>
                        <a:pt x="523" y="184"/>
                        <a:pt x="523" y="184"/>
                        <a:pt x="523" y="184"/>
                      </a:cubicBezTo>
                      <a:cubicBezTo>
                        <a:pt x="476" y="209"/>
                        <a:pt x="476" y="209"/>
                        <a:pt x="476" y="209"/>
                      </a:cubicBezTo>
                      <a:cubicBezTo>
                        <a:pt x="476" y="209"/>
                        <a:pt x="452" y="207"/>
                        <a:pt x="436" y="210"/>
                      </a:cubicBezTo>
                      <a:cubicBezTo>
                        <a:pt x="420" y="213"/>
                        <a:pt x="414" y="222"/>
                        <a:pt x="404" y="228"/>
                      </a:cubicBezTo>
                      <a:cubicBezTo>
                        <a:pt x="394" y="234"/>
                        <a:pt x="388" y="222"/>
                        <a:pt x="382" y="234"/>
                      </a:cubicBezTo>
                      <a:cubicBezTo>
                        <a:pt x="398" y="257"/>
                        <a:pt x="398" y="257"/>
                        <a:pt x="398" y="257"/>
                      </a:cubicBezTo>
                      <a:cubicBezTo>
                        <a:pt x="463" y="260"/>
                        <a:pt x="463" y="260"/>
                        <a:pt x="463" y="260"/>
                      </a:cubicBezTo>
                      <a:cubicBezTo>
                        <a:pt x="474" y="251"/>
                        <a:pt x="474" y="251"/>
                        <a:pt x="474" y="251"/>
                      </a:cubicBezTo>
                      <a:cubicBezTo>
                        <a:pt x="474" y="251"/>
                        <a:pt x="486" y="251"/>
                        <a:pt x="499" y="250"/>
                      </a:cubicBezTo>
                      <a:cubicBezTo>
                        <a:pt x="513" y="248"/>
                        <a:pt x="523" y="228"/>
                        <a:pt x="523" y="228"/>
                      </a:cubicBezTo>
                      <a:cubicBezTo>
                        <a:pt x="542" y="223"/>
                        <a:pt x="542" y="223"/>
                        <a:pt x="542" y="223"/>
                      </a:cubicBezTo>
                      <a:cubicBezTo>
                        <a:pt x="536" y="206"/>
                        <a:pt x="536" y="206"/>
                        <a:pt x="536" y="206"/>
                      </a:cubicBezTo>
                      <a:cubicBezTo>
                        <a:pt x="554" y="209"/>
                        <a:pt x="554" y="209"/>
                        <a:pt x="554" y="209"/>
                      </a:cubicBezTo>
                      <a:cubicBezTo>
                        <a:pt x="554" y="209"/>
                        <a:pt x="562" y="157"/>
                        <a:pt x="555" y="140"/>
                      </a:cubicBezTo>
                      <a:cubicBezTo>
                        <a:pt x="548" y="122"/>
                        <a:pt x="517" y="141"/>
                        <a:pt x="508" y="150"/>
                      </a:cubicBezTo>
                      <a:close/>
                      <a:moveTo>
                        <a:pt x="564" y="94"/>
                      </a:moveTo>
                      <a:cubicBezTo>
                        <a:pt x="555" y="94"/>
                        <a:pt x="555" y="94"/>
                        <a:pt x="555" y="94"/>
                      </a:cubicBezTo>
                      <a:cubicBezTo>
                        <a:pt x="555" y="94"/>
                        <a:pt x="524" y="60"/>
                        <a:pt x="520" y="58"/>
                      </a:cubicBezTo>
                      <a:cubicBezTo>
                        <a:pt x="516" y="55"/>
                        <a:pt x="508" y="55"/>
                        <a:pt x="508" y="55"/>
                      </a:cubicBezTo>
                      <a:cubicBezTo>
                        <a:pt x="494" y="31"/>
                        <a:pt x="494" y="31"/>
                        <a:pt x="494" y="31"/>
                      </a:cubicBezTo>
                      <a:cubicBezTo>
                        <a:pt x="486" y="63"/>
                        <a:pt x="486" y="63"/>
                        <a:pt x="486" y="63"/>
                      </a:cubicBezTo>
                      <a:cubicBezTo>
                        <a:pt x="516" y="69"/>
                        <a:pt x="516" y="69"/>
                        <a:pt x="516" y="69"/>
                      </a:cubicBezTo>
                      <a:cubicBezTo>
                        <a:pt x="516" y="69"/>
                        <a:pt x="539" y="96"/>
                        <a:pt x="545" y="102"/>
                      </a:cubicBezTo>
                      <a:cubicBezTo>
                        <a:pt x="551" y="107"/>
                        <a:pt x="571" y="109"/>
                        <a:pt x="576" y="122"/>
                      </a:cubicBezTo>
                      <a:cubicBezTo>
                        <a:pt x="580" y="135"/>
                        <a:pt x="562" y="179"/>
                        <a:pt x="589" y="181"/>
                      </a:cubicBezTo>
                      <a:cubicBezTo>
                        <a:pt x="604" y="182"/>
                        <a:pt x="612" y="150"/>
                        <a:pt x="599" y="131"/>
                      </a:cubicBezTo>
                      <a:cubicBezTo>
                        <a:pt x="586" y="112"/>
                        <a:pt x="564" y="94"/>
                        <a:pt x="564" y="94"/>
                      </a:cubicBezTo>
                      <a:close/>
                      <a:moveTo>
                        <a:pt x="728" y="249"/>
                      </a:moveTo>
                      <a:cubicBezTo>
                        <a:pt x="687" y="202"/>
                        <a:pt x="687" y="202"/>
                        <a:pt x="687" y="202"/>
                      </a:cubicBezTo>
                      <a:cubicBezTo>
                        <a:pt x="687" y="202"/>
                        <a:pt x="683" y="177"/>
                        <a:pt x="664" y="185"/>
                      </a:cubicBezTo>
                      <a:cubicBezTo>
                        <a:pt x="653" y="190"/>
                        <a:pt x="659" y="206"/>
                        <a:pt x="659" y="206"/>
                      </a:cubicBezTo>
                      <a:cubicBezTo>
                        <a:pt x="670" y="225"/>
                        <a:pt x="670" y="225"/>
                        <a:pt x="670" y="225"/>
                      </a:cubicBezTo>
                      <a:cubicBezTo>
                        <a:pt x="687" y="257"/>
                        <a:pt x="687" y="257"/>
                        <a:pt x="687" y="257"/>
                      </a:cubicBezTo>
                      <a:cubicBezTo>
                        <a:pt x="730" y="300"/>
                        <a:pt x="730" y="300"/>
                        <a:pt x="730" y="300"/>
                      </a:cubicBezTo>
                      <a:lnTo>
                        <a:pt x="728" y="249"/>
                      </a:lnTo>
                      <a:close/>
                      <a:moveTo>
                        <a:pt x="17" y="401"/>
                      </a:move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lose/>
                      <a:moveTo>
                        <a:pt x="452" y="453"/>
                      </a:moveTo>
                      <a:cubicBezTo>
                        <a:pt x="425" y="436"/>
                        <a:pt x="425" y="436"/>
                        <a:pt x="425" y="436"/>
                      </a:cubicBezTo>
                      <a:cubicBezTo>
                        <a:pt x="437" y="426"/>
                        <a:pt x="437" y="426"/>
                        <a:pt x="437" y="426"/>
                      </a:cubicBezTo>
                      <a:cubicBezTo>
                        <a:pt x="437" y="426"/>
                        <a:pt x="413" y="425"/>
                        <a:pt x="406" y="418"/>
                      </a:cubicBezTo>
                      <a:cubicBezTo>
                        <a:pt x="400" y="411"/>
                        <a:pt x="408" y="397"/>
                        <a:pt x="408" y="388"/>
                      </a:cubicBezTo>
                      <a:cubicBezTo>
                        <a:pt x="408" y="379"/>
                        <a:pt x="375" y="396"/>
                        <a:pt x="375" y="396"/>
                      </a:cubicBezTo>
                      <a:cubicBezTo>
                        <a:pt x="374" y="375"/>
                        <a:pt x="374" y="375"/>
                        <a:pt x="374" y="375"/>
                      </a:cubicBezTo>
                      <a:cubicBezTo>
                        <a:pt x="357" y="367"/>
                        <a:pt x="357" y="367"/>
                        <a:pt x="357" y="367"/>
                      </a:cubicBezTo>
                      <a:cubicBezTo>
                        <a:pt x="357" y="337"/>
                        <a:pt x="357" y="337"/>
                        <a:pt x="357" y="337"/>
                      </a:cubicBezTo>
                      <a:cubicBezTo>
                        <a:pt x="321" y="311"/>
                        <a:pt x="321" y="311"/>
                        <a:pt x="321" y="311"/>
                      </a:cubicBezTo>
                      <a:cubicBezTo>
                        <a:pt x="304" y="274"/>
                        <a:pt x="304" y="274"/>
                        <a:pt x="304" y="274"/>
                      </a:cubicBezTo>
                      <a:cubicBezTo>
                        <a:pt x="304" y="274"/>
                        <a:pt x="342" y="261"/>
                        <a:pt x="342" y="245"/>
                      </a:cubicBezTo>
                      <a:cubicBezTo>
                        <a:pt x="342" y="229"/>
                        <a:pt x="308" y="220"/>
                        <a:pt x="308" y="220"/>
                      </a:cubicBezTo>
                      <a:cubicBezTo>
                        <a:pt x="306" y="216"/>
                        <a:pt x="256" y="202"/>
                        <a:pt x="256" y="202"/>
                      </a:cubicBezTo>
                      <a:cubicBezTo>
                        <a:pt x="256" y="202"/>
                        <a:pt x="252" y="189"/>
                        <a:pt x="256" y="169"/>
                      </a:cubicBezTo>
                      <a:cubicBezTo>
                        <a:pt x="260" y="150"/>
                        <a:pt x="232" y="147"/>
                        <a:pt x="232" y="147"/>
                      </a:cubicBezTo>
                      <a:cubicBezTo>
                        <a:pt x="200" y="113"/>
                        <a:pt x="200" y="113"/>
                        <a:pt x="200" y="113"/>
                      </a:cubicBezTo>
                      <a:cubicBezTo>
                        <a:pt x="175" y="114"/>
                        <a:pt x="175" y="114"/>
                        <a:pt x="175" y="114"/>
                      </a:cubicBezTo>
                      <a:cubicBezTo>
                        <a:pt x="151" y="91"/>
                        <a:pt x="151" y="91"/>
                        <a:pt x="151" y="91"/>
                      </a:cubicBezTo>
                      <a:cubicBezTo>
                        <a:pt x="131" y="87"/>
                        <a:pt x="131" y="87"/>
                        <a:pt x="131" y="87"/>
                      </a:cubicBezTo>
                      <a:cubicBezTo>
                        <a:pt x="49" y="49"/>
                        <a:pt x="49" y="49"/>
                        <a:pt x="49" y="49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2" y="55"/>
                        <a:pt x="32" y="55"/>
                        <a:pt x="32" y="55"/>
                      </a:cubicBezTo>
                      <a:cubicBezTo>
                        <a:pt x="32" y="75"/>
                        <a:pt x="30" y="139"/>
                        <a:pt x="30" y="155"/>
                      </a:cubicBezTo>
                      <a:cubicBezTo>
                        <a:pt x="30" y="175"/>
                        <a:pt x="22" y="197"/>
                        <a:pt x="24" y="212"/>
                      </a:cubicBezTo>
                      <a:cubicBezTo>
                        <a:pt x="26" y="227"/>
                        <a:pt x="27" y="253"/>
                        <a:pt x="27" y="253"/>
                      </a:cubicBezTo>
                      <a:cubicBezTo>
                        <a:pt x="27" y="253"/>
                        <a:pt x="0" y="271"/>
                        <a:pt x="11" y="277"/>
                      </a:cubicBezTo>
                      <a:cubicBezTo>
                        <a:pt x="22" y="284"/>
                        <a:pt x="26" y="282"/>
                        <a:pt x="26" y="282"/>
                      </a:cubicBezTo>
                      <a:cubicBezTo>
                        <a:pt x="26" y="282"/>
                        <a:pt x="23" y="319"/>
                        <a:pt x="21" y="327"/>
                      </a:cubicBezTo>
                      <a:cubicBezTo>
                        <a:pt x="19" y="334"/>
                        <a:pt x="15" y="353"/>
                        <a:pt x="15" y="353"/>
                      </a:cubicBezTo>
                      <a:cubicBezTo>
                        <a:pt x="19" y="369"/>
                        <a:pt x="19" y="369"/>
                        <a:pt x="19" y="369"/>
                      </a:cubicBezTo>
                      <a:cubicBezTo>
                        <a:pt x="17" y="401"/>
                        <a:pt x="17" y="401"/>
                        <a:pt x="17" y="401"/>
                      </a:cubicBezTo>
                      <a:cubicBezTo>
                        <a:pt x="34" y="405"/>
                        <a:pt x="75" y="396"/>
                        <a:pt x="75" y="396"/>
                      </a:cubicBezTo>
                      <a:cubicBezTo>
                        <a:pt x="88" y="408"/>
                        <a:pt x="88" y="408"/>
                        <a:pt x="88" y="408"/>
                      </a:cubicBezTo>
                      <a:cubicBezTo>
                        <a:pt x="88" y="408"/>
                        <a:pt x="114" y="398"/>
                        <a:pt x="126" y="388"/>
                      </a:cubicBezTo>
                      <a:cubicBezTo>
                        <a:pt x="138" y="377"/>
                        <a:pt x="71" y="347"/>
                        <a:pt x="71" y="347"/>
                      </a:cubicBezTo>
                      <a:cubicBezTo>
                        <a:pt x="71" y="347"/>
                        <a:pt x="126" y="355"/>
                        <a:pt x="138" y="353"/>
                      </a:cubicBezTo>
                      <a:cubicBezTo>
                        <a:pt x="150" y="350"/>
                        <a:pt x="130" y="329"/>
                        <a:pt x="130" y="329"/>
                      </a:cubicBezTo>
                      <a:cubicBezTo>
                        <a:pt x="130" y="329"/>
                        <a:pt x="146" y="341"/>
                        <a:pt x="151" y="338"/>
                      </a:cubicBezTo>
                      <a:cubicBezTo>
                        <a:pt x="156" y="336"/>
                        <a:pt x="146" y="313"/>
                        <a:pt x="146" y="313"/>
                      </a:cubicBezTo>
                      <a:cubicBezTo>
                        <a:pt x="146" y="313"/>
                        <a:pt x="156" y="322"/>
                        <a:pt x="163" y="324"/>
                      </a:cubicBezTo>
                      <a:cubicBezTo>
                        <a:pt x="169" y="325"/>
                        <a:pt x="179" y="312"/>
                        <a:pt x="185" y="311"/>
                      </a:cubicBezTo>
                      <a:cubicBezTo>
                        <a:pt x="192" y="309"/>
                        <a:pt x="202" y="329"/>
                        <a:pt x="209" y="333"/>
                      </a:cubicBezTo>
                      <a:cubicBezTo>
                        <a:pt x="215" y="337"/>
                        <a:pt x="240" y="332"/>
                        <a:pt x="258" y="342"/>
                      </a:cubicBezTo>
                      <a:cubicBezTo>
                        <a:pt x="277" y="353"/>
                        <a:pt x="270" y="376"/>
                        <a:pt x="277" y="388"/>
                      </a:cubicBezTo>
                      <a:cubicBezTo>
                        <a:pt x="283" y="400"/>
                        <a:pt x="296" y="392"/>
                        <a:pt x="302" y="398"/>
                      </a:cubicBezTo>
                      <a:cubicBezTo>
                        <a:pt x="307" y="405"/>
                        <a:pt x="316" y="446"/>
                        <a:pt x="330" y="456"/>
                      </a:cubicBezTo>
                      <a:cubicBezTo>
                        <a:pt x="345" y="466"/>
                        <a:pt x="409" y="460"/>
                        <a:pt x="418" y="464"/>
                      </a:cubicBezTo>
                      <a:cubicBezTo>
                        <a:pt x="427" y="468"/>
                        <a:pt x="447" y="491"/>
                        <a:pt x="459" y="491"/>
                      </a:cubicBezTo>
                      <a:cubicBezTo>
                        <a:pt x="471" y="491"/>
                        <a:pt x="450" y="464"/>
                        <a:pt x="450" y="464"/>
                      </a:cubicBezTo>
                      <a:lnTo>
                        <a:pt x="452" y="45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4" name="Freeform 336"/>
                <p:cNvSpPr>
                  <a:spLocks noEditPoints="1"/>
                </p:cNvSpPr>
                <p:nvPr/>
              </p:nvSpPr>
              <p:spPr bwMode="gray">
                <a:xfrm>
                  <a:off x="4190" y="-10710"/>
                  <a:ext cx="5147" cy="2077"/>
                </a:xfrm>
                <a:custGeom>
                  <a:avLst/>
                  <a:gdLst>
                    <a:gd name="T0" fmla="*/ 455 w 2179"/>
                    <a:gd name="T1" fmla="*/ 287 h 879"/>
                    <a:gd name="T2" fmla="*/ 603 w 2179"/>
                    <a:gd name="T3" fmla="*/ 446 h 879"/>
                    <a:gd name="T4" fmla="*/ 558 w 2179"/>
                    <a:gd name="T5" fmla="*/ 443 h 879"/>
                    <a:gd name="T6" fmla="*/ 162 w 2179"/>
                    <a:gd name="T7" fmla="*/ 330 h 879"/>
                    <a:gd name="T8" fmla="*/ 40 w 2179"/>
                    <a:gd name="T9" fmla="*/ 174 h 879"/>
                    <a:gd name="T10" fmla="*/ 1708 w 2179"/>
                    <a:gd name="T11" fmla="*/ 314 h 879"/>
                    <a:gd name="T12" fmla="*/ 1627 w 2179"/>
                    <a:gd name="T13" fmla="*/ 412 h 879"/>
                    <a:gd name="T14" fmla="*/ 1950 w 2179"/>
                    <a:gd name="T15" fmla="*/ 413 h 879"/>
                    <a:gd name="T16" fmla="*/ 1124 w 2179"/>
                    <a:gd name="T17" fmla="*/ 485 h 879"/>
                    <a:gd name="T18" fmla="*/ 1210 w 2179"/>
                    <a:gd name="T19" fmla="*/ 476 h 879"/>
                    <a:gd name="T20" fmla="*/ 1285 w 2179"/>
                    <a:gd name="T21" fmla="*/ 614 h 879"/>
                    <a:gd name="T22" fmla="*/ 1291 w 2179"/>
                    <a:gd name="T23" fmla="*/ 446 h 879"/>
                    <a:gd name="T24" fmla="*/ 1240 w 2179"/>
                    <a:gd name="T25" fmla="*/ 370 h 879"/>
                    <a:gd name="T26" fmla="*/ 1415 w 2179"/>
                    <a:gd name="T27" fmla="*/ 258 h 879"/>
                    <a:gd name="T28" fmla="*/ 1253 w 2179"/>
                    <a:gd name="T29" fmla="*/ 232 h 879"/>
                    <a:gd name="T30" fmla="*/ 1328 w 2179"/>
                    <a:gd name="T31" fmla="*/ 387 h 879"/>
                    <a:gd name="T32" fmla="*/ 1127 w 2179"/>
                    <a:gd name="T33" fmla="*/ 743 h 879"/>
                    <a:gd name="T34" fmla="*/ 1542 w 2179"/>
                    <a:gd name="T35" fmla="*/ 370 h 879"/>
                    <a:gd name="T36" fmla="*/ 1603 w 2179"/>
                    <a:gd name="T37" fmla="*/ 288 h 879"/>
                    <a:gd name="T38" fmla="*/ 1548 w 2179"/>
                    <a:gd name="T39" fmla="*/ 230 h 879"/>
                    <a:gd name="T40" fmla="*/ 1517 w 2179"/>
                    <a:gd name="T41" fmla="*/ 471 h 879"/>
                    <a:gd name="T42" fmla="*/ 1634 w 2179"/>
                    <a:gd name="T43" fmla="*/ 448 h 879"/>
                    <a:gd name="T44" fmla="*/ 1654 w 2179"/>
                    <a:gd name="T45" fmla="*/ 509 h 879"/>
                    <a:gd name="T46" fmla="*/ 2007 w 2179"/>
                    <a:gd name="T47" fmla="*/ 423 h 879"/>
                    <a:gd name="T48" fmla="*/ 1820 w 2179"/>
                    <a:gd name="T49" fmla="*/ 350 h 879"/>
                    <a:gd name="T50" fmla="*/ 1749 w 2179"/>
                    <a:gd name="T51" fmla="*/ 393 h 879"/>
                    <a:gd name="T52" fmla="*/ 1790 w 2179"/>
                    <a:gd name="T53" fmla="*/ 530 h 879"/>
                    <a:gd name="T54" fmla="*/ 1964 w 2179"/>
                    <a:gd name="T55" fmla="*/ 567 h 879"/>
                    <a:gd name="T56" fmla="*/ 2077 w 2179"/>
                    <a:gd name="T57" fmla="*/ 729 h 879"/>
                    <a:gd name="T58" fmla="*/ 2168 w 2179"/>
                    <a:gd name="T59" fmla="*/ 726 h 879"/>
                    <a:gd name="T60" fmla="*/ 258 w 2179"/>
                    <a:gd name="T61" fmla="*/ 478 h 879"/>
                    <a:gd name="T62" fmla="*/ 2037 w 2179"/>
                    <a:gd name="T63" fmla="*/ 711 h 879"/>
                    <a:gd name="T64" fmla="*/ 1860 w 2179"/>
                    <a:gd name="T65" fmla="*/ 679 h 879"/>
                    <a:gd name="T66" fmla="*/ 1427 w 2179"/>
                    <a:gd name="T67" fmla="*/ 403 h 879"/>
                    <a:gd name="T68" fmla="*/ 863 w 2179"/>
                    <a:gd name="T69" fmla="*/ 677 h 879"/>
                    <a:gd name="T70" fmla="*/ 499 w 2179"/>
                    <a:gd name="T71" fmla="*/ 620 h 879"/>
                    <a:gd name="T72" fmla="*/ 450 w 2179"/>
                    <a:gd name="T73" fmla="*/ 413 h 879"/>
                    <a:gd name="T74" fmla="*/ 340 w 2179"/>
                    <a:gd name="T75" fmla="*/ 238 h 879"/>
                    <a:gd name="T76" fmla="*/ 151 w 2179"/>
                    <a:gd name="T77" fmla="*/ 72 h 879"/>
                    <a:gd name="T78" fmla="*/ 119 w 2179"/>
                    <a:gd name="T79" fmla="*/ 154 h 879"/>
                    <a:gd name="T80" fmla="*/ 275 w 2179"/>
                    <a:gd name="T81" fmla="*/ 408 h 879"/>
                    <a:gd name="T82" fmla="*/ 444 w 2179"/>
                    <a:gd name="T83" fmla="*/ 630 h 879"/>
                    <a:gd name="T84" fmla="*/ 1408 w 2179"/>
                    <a:gd name="T85" fmla="*/ 828 h 879"/>
                    <a:gd name="T86" fmla="*/ 778 w 2179"/>
                    <a:gd name="T87" fmla="*/ 674 h 879"/>
                    <a:gd name="T88" fmla="*/ 535 w 2179"/>
                    <a:gd name="T89" fmla="*/ 624 h 879"/>
                    <a:gd name="T90" fmla="*/ 705 w 2179"/>
                    <a:gd name="T91" fmla="*/ 728 h 879"/>
                    <a:gd name="T92" fmla="*/ 1004 w 2179"/>
                    <a:gd name="T93" fmla="*/ 484 h 879"/>
                    <a:gd name="T94" fmla="*/ 1139 w 2179"/>
                    <a:gd name="T95" fmla="*/ 271 h 879"/>
                    <a:gd name="T96" fmla="*/ 1086 w 2179"/>
                    <a:gd name="T97" fmla="*/ 110 h 879"/>
                    <a:gd name="T98" fmla="*/ 939 w 2179"/>
                    <a:gd name="T99" fmla="*/ 208 h 879"/>
                    <a:gd name="T100" fmla="*/ 712 w 2179"/>
                    <a:gd name="T101" fmla="*/ 247 h 879"/>
                    <a:gd name="T102" fmla="*/ 716 w 2179"/>
                    <a:gd name="T103" fmla="*/ 388 h 879"/>
                    <a:gd name="T104" fmla="*/ 822 w 2179"/>
                    <a:gd name="T105" fmla="*/ 472 h 879"/>
                    <a:gd name="T106" fmla="*/ 974 w 2179"/>
                    <a:gd name="T107" fmla="*/ 755 h 879"/>
                    <a:gd name="T108" fmla="*/ 1187 w 2179"/>
                    <a:gd name="T109" fmla="*/ 827 h 879"/>
                    <a:gd name="T110" fmla="*/ 1151 w 2179"/>
                    <a:gd name="T111" fmla="*/ 787 h 879"/>
                    <a:gd name="T112" fmla="*/ 1056 w 2179"/>
                    <a:gd name="T113" fmla="*/ 774 h 879"/>
                    <a:gd name="T114" fmla="*/ 1067 w 2179"/>
                    <a:gd name="T115" fmla="*/ 771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179" h="879">
                      <a:moveTo>
                        <a:pt x="1196" y="656"/>
                      </a:moveTo>
                      <a:cubicBezTo>
                        <a:pt x="1210" y="655"/>
                        <a:pt x="1210" y="655"/>
                        <a:pt x="1210" y="655"/>
                      </a:cubicBezTo>
                      <a:cubicBezTo>
                        <a:pt x="1218" y="637"/>
                        <a:pt x="1218" y="637"/>
                        <a:pt x="1218" y="637"/>
                      </a:cubicBezTo>
                      <a:cubicBezTo>
                        <a:pt x="1215" y="622"/>
                        <a:pt x="1215" y="622"/>
                        <a:pt x="1215" y="622"/>
                      </a:cubicBezTo>
                      <a:lnTo>
                        <a:pt x="1196" y="656"/>
                      </a:lnTo>
                      <a:close/>
                      <a:moveTo>
                        <a:pt x="453" y="310"/>
                      </a:moveTo>
                      <a:cubicBezTo>
                        <a:pt x="472" y="321"/>
                        <a:pt x="472" y="321"/>
                        <a:pt x="472" y="321"/>
                      </a:cubicBezTo>
                      <a:cubicBezTo>
                        <a:pt x="472" y="300"/>
                        <a:pt x="472" y="300"/>
                        <a:pt x="472" y="300"/>
                      </a:cubicBezTo>
                      <a:cubicBezTo>
                        <a:pt x="455" y="287"/>
                        <a:pt x="455" y="287"/>
                        <a:pt x="455" y="287"/>
                      </a:cubicBezTo>
                      <a:lnTo>
                        <a:pt x="453" y="310"/>
                      </a:lnTo>
                      <a:close/>
                      <a:moveTo>
                        <a:pt x="455" y="331"/>
                      </a:moveTo>
                      <a:cubicBezTo>
                        <a:pt x="441" y="344"/>
                        <a:pt x="441" y="344"/>
                        <a:pt x="441" y="344"/>
                      </a:cubicBezTo>
                      <a:cubicBezTo>
                        <a:pt x="458" y="365"/>
                        <a:pt x="458" y="365"/>
                        <a:pt x="458" y="365"/>
                      </a:cubicBezTo>
                      <a:lnTo>
                        <a:pt x="455" y="331"/>
                      </a:lnTo>
                      <a:close/>
                      <a:moveTo>
                        <a:pt x="611" y="478"/>
                      </a:moveTo>
                      <a:cubicBezTo>
                        <a:pt x="624" y="491"/>
                        <a:pt x="624" y="491"/>
                        <a:pt x="624" y="491"/>
                      </a:cubicBezTo>
                      <a:cubicBezTo>
                        <a:pt x="630" y="474"/>
                        <a:pt x="630" y="474"/>
                        <a:pt x="630" y="474"/>
                      </a:cubicBezTo>
                      <a:cubicBezTo>
                        <a:pt x="630" y="474"/>
                        <a:pt x="622" y="444"/>
                        <a:pt x="603" y="446"/>
                      </a:cubicBezTo>
                      <a:cubicBezTo>
                        <a:pt x="584" y="447"/>
                        <a:pt x="590" y="466"/>
                        <a:pt x="596" y="484"/>
                      </a:cubicBezTo>
                      <a:lnTo>
                        <a:pt x="611" y="478"/>
                      </a:lnTo>
                      <a:close/>
                      <a:moveTo>
                        <a:pt x="459" y="249"/>
                      </a:moveTo>
                      <a:cubicBezTo>
                        <a:pt x="454" y="237"/>
                        <a:pt x="440" y="244"/>
                        <a:pt x="450" y="260"/>
                      </a:cubicBezTo>
                      <a:cubicBezTo>
                        <a:pt x="461" y="279"/>
                        <a:pt x="464" y="261"/>
                        <a:pt x="459" y="249"/>
                      </a:cubicBezTo>
                      <a:close/>
                      <a:moveTo>
                        <a:pt x="507" y="418"/>
                      </a:moveTo>
                      <a:cubicBezTo>
                        <a:pt x="507" y="418"/>
                        <a:pt x="512" y="447"/>
                        <a:pt x="523" y="459"/>
                      </a:cubicBezTo>
                      <a:cubicBezTo>
                        <a:pt x="533" y="471"/>
                        <a:pt x="559" y="471"/>
                        <a:pt x="559" y="471"/>
                      </a:cubicBezTo>
                      <a:cubicBezTo>
                        <a:pt x="558" y="443"/>
                        <a:pt x="558" y="443"/>
                        <a:pt x="558" y="443"/>
                      </a:cubicBezTo>
                      <a:cubicBezTo>
                        <a:pt x="546" y="435"/>
                        <a:pt x="546" y="435"/>
                        <a:pt x="546" y="435"/>
                      </a:cubicBezTo>
                      <a:cubicBezTo>
                        <a:pt x="545" y="415"/>
                        <a:pt x="545" y="415"/>
                        <a:pt x="545" y="415"/>
                      </a:cubicBezTo>
                      <a:cubicBezTo>
                        <a:pt x="545" y="415"/>
                        <a:pt x="530" y="390"/>
                        <a:pt x="508" y="384"/>
                      </a:cubicBezTo>
                      <a:cubicBezTo>
                        <a:pt x="486" y="378"/>
                        <a:pt x="487" y="403"/>
                        <a:pt x="487" y="403"/>
                      </a:cubicBezTo>
                      <a:cubicBezTo>
                        <a:pt x="487" y="403"/>
                        <a:pt x="473" y="399"/>
                        <a:pt x="480" y="419"/>
                      </a:cubicBezTo>
                      <a:lnTo>
                        <a:pt x="507" y="418"/>
                      </a:lnTo>
                      <a:close/>
                      <a:moveTo>
                        <a:pt x="169" y="296"/>
                      </a:moveTo>
                      <a:cubicBezTo>
                        <a:pt x="154" y="310"/>
                        <a:pt x="154" y="310"/>
                        <a:pt x="154" y="310"/>
                      </a:cubicBezTo>
                      <a:cubicBezTo>
                        <a:pt x="162" y="330"/>
                        <a:pt x="162" y="330"/>
                        <a:pt x="162" y="330"/>
                      </a:cubicBezTo>
                      <a:cubicBezTo>
                        <a:pt x="162" y="330"/>
                        <a:pt x="152" y="348"/>
                        <a:pt x="164" y="344"/>
                      </a:cubicBezTo>
                      <a:cubicBezTo>
                        <a:pt x="171" y="341"/>
                        <a:pt x="168" y="316"/>
                        <a:pt x="168" y="316"/>
                      </a:cubicBezTo>
                      <a:cubicBezTo>
                        <a:pt x="175" y="307"/>
                        <a:pt x="175" y="307"/>
                        <a:pt x="175" y="307"/>
                      </a:cubicBezTo>
                      <a:lnTo>
                        <a:pt x="169" y="296"/>
                      </a:lnTo>
                      <a:close/>
                      <a:moveTo>
                        <a:pt x="180" y="360"/>
                      </a:moveTo>
                      <a:cubicBezTo>
                        <a:pt x="170" y="372"/>
                        <a:pt x="176" y="414"/>
                        <a:pt x="198" y="410"/>
                      </a:cubicBezTo>
                      <a:cubicBezTo>
                        <a:pt x="207" y="408"/>
                        <a:pt x="191" y="348"/>
                        <a:pt x="180" y="360"/>
                      </a:cubicBezTo>
                      <a:close/>
                      <a:moveTo>
                        <a:pt x="35" y="152"/>
                      </a:moveTo>
                      <a:cubicBezTo>
                        <a:pt x="30" y="157"/>
                        <a:pt x="28" y="173"/>
                        <a:pt x="40" y="174"/>
                      </a:cubicBezTo>
                      <a:cubicBezTo>
                        <a:pt x="52" y="176"/>
                        <a:pt x="55" y="189"/>
                        <a:pt x="66" y="181"/>
                      </a:cubicBezTo>
                      <a:cubicBezTo>
                        <a:pt x="73" y="175"/>
                        <a:pt x="40" y="146"/>
                        <a:pt x="35" y="152"/>
                      </a:cubicBezTo>
                      <a:close/>
                      <a:moveTo>
                        <a:pt x="112" y="221"/>
                      </a:moveTo>
                      <a:cubicBezTo>
                        <a:pt x="104" y="221"/>
                        <a:pt x="94" y="234"/>
                        <a:pt x="106" y="242"/>
                      </a:cubicBezTo>
                      <a:cubicBezTo>
                        <a:pt x="118" y="250"/>
                        <a:pt x="122" y="280"/>
                        <a:pt x="134" y="280"/>
                      </a:cubicBezTo>
                      <a:cubicBezTo>
                        <a:pt x="141" y="280"/>
                        <a:pt x="142" y="249"/>
                        <a:pt x="138" y="245"/>
                      </a:cubicBezTo>
                      <a:cubicBezTo>
                        <a:pt x="134" y="241"/>
                        <a:pt x="120" y="221"/>
                        <a:pt x="112" y="221"/>
                      </a:cubicBezTo>
                      <a:close/>
                      <a:moveTo>
                        <a:pt x="1721" y="328"/>
                      </a:moveTo>
                      <a:cubicBezTo>
                        <a:pt x="1721" y="328"/>
                        <a:pt x="1725" y="316"/>
                        <a:pt x="1708" y="314"/>
                      </a:cubicBezTo>
                      <a:cubicBezTo>
                        <a:pt x="1691" y="311"/>
                        <a:pt x="1680" y="316"/>
                        <a:pt x="1680" y="316"/>
                      </a:cubicBezTo>
                      <a:cubicBezTo>
                        <a:pt x="1684" y="334"/>
                        <a:pt x="1684" y="334"/>
                        <a:pt x="1684" y="334"/>
                      </a:cubicBezTo>
                      <a:cubicBezTo>
                        <a:pt x="1693" y="333"/>
                        <a:pt x="1721" y="328"/>
                        <a:pt x="1721" y="328"/>
                      </a:cubicBezTo>
                      <a:close/>
                      <a:moveTo>
                        <a:pt x="230" y="434"/>
                      </a:moveTo>
                      <a:cubicBezTo>
                        <a:pt x="239" y="433"/>
                        <a:pt x="226" y="413"/>
                        <a:pt x="218" y="418"/>
                      </a:cubicBezTo>
                      <a:cubicBezTo>
                        <a:pt x="211" y="422"/>
                        <a:pt x="220" y="436"/>
                        <a:pt x="230" y="434"/>
                      </a:cubicBezTo>
                      <a:close/>
                      <a:moveTo>
                        <a:pt x="1652" y="438"/>
                      </a:moveTo>
                      <a:cubicBezTo>
                        <a:pt x="1674" y="429"/>
                        <a:pt x="1672" y="413"/>
                        <a:pt x="1672" y="413"/>
                      </a:cubicBezTo>
                      <a:cubicBezTo>
                        <a:pt x="1627" y="412"/>
                        <a:pt x="1627" y="412"/>
                        <a:pt x="1627" y="412"/>
                      </a:cubicBezTo>
                      <a:cubicBezTo>
                        <a:pt x="1627" y="412"/>
                        <a:pt x="1630" y="447"/>
                        <a:pt x="1652" y="438"/>
                      </a:cubicBezTo>
                      <a:close/>
                      <a:moveTo>
                        <a:pt x="1609" y="194"/>
                      </a:moveTo>
                      <a:cubicBezTo>
                        <a:pt x="1624" y="182"/>
                        <a:pt x="1618" y="175"/>
                        <a:pt x="1605" y="171"/>
                      </a:cubicBezTo>
                      <a:cubicBezTo>
                        <a:pt x="1592" y="167"/>
                        <a:pt x="1586" y="172"/>
                        <a:pt x="1586" y="172"/>
                      </a:cubicBezTo>
                      <a:cubicBezTo>
                        <a:pt x="1586" y="172"/>
                        <a:pt x="1601" y="202"/>
                        <a:pt x="1609" y="194"/>
                      </a:cubicBezTo>
                      <a:close/>
                      <a:moveTo>
                        <a:pt x="1918" y="353"/>
                      </a:moveTo>
                      <a:cubicBezTo>
                        <a:pt x="1937" y="362"/>
                        <a:pt x="1945" y="353"/>
                        <a:pt x="1930" y="346"/>
                      </a:cubicBezTo>
                      <a:cubicBezTo>
                        <a:pt x="1916" y="340"/>
                        <a:pt x="1910" y="349"/>
                        <a:pt x="1918" y="353"/>
                      </a:cubicBezTo>
                      <a:close/>
                      <a:moveTo>
                        <a:pt x="1950" y="413"/>
                      </a:moveTo>
                      <a:cubicBezTo>
                        <a:pt x="1959" y="413"/>
                        <a:pt x="1986" y="406"/>
                        <a:pt x="1986" y="406"/>
                      </a:cubicBezTo>
                      <a:cubicBezTo>
                        <a:pt x="1986" y="406"/>
                        <a:pt x="1962" y="396"/>
                        <a:pt x="1957" y="395"/>
                      </a:cubicBezTo>
                      <a:cubicBezTo>
                        <a:pt x="1953" y="394"/>
                        <a:pt x="1924" y="400"/>
                        <a:pt x="1924" y="400"/>
                      </a:cubicBezTo>
                      <a:cubicBezTo>
                        <a:pt x="1924" y="400"/>
                        <a:pt x="1940" y="413"/>
                        <a:pt x="1950" y="413"/>
                      </a:cubicBezTo>
                      <a:close/>
                      <a:moveTo>
                        <a:pt x="1145" y="370"/>
                      </a:moveTo>
                      <a:cubicBezTo>
                        <a:pt x="1142" y="380"/>
                        <a:pt x="1161" y="400"/>
                        <a:pt x="1153" y="409"/>
                      </a:cubicBezTo>
                      <a:cubicBezTo>
                        <a:pt x="1145" y="418"/>
                        <a:pt x="1122" y="424"/>
                        <a:pt x="1120" y="437"/>
                      </a:cubicBezTo>
                      <a:cubicBezTo>
                        <a:pt x="1119" y="451"/>
                        <a:pt x="1130" y="464"/>
                        <a:pt x="1130" y="464"/>
                      </a:cubicBezTo>
                      <a:cubicBezTo>
                        <a:pt x="1130" y="464"/>
                        <a:pt x="1114" y="478"/>
                        <a:pt x="1124" y="485"/>
                      </a:cubicBezTo>
                      <a:cubicBezTo>
                        <a:pt x="1135" y="492"/>
                        <a:pt x="1153" y="477"/>
                        <a:pt x="1157" y="489"/>
                      </a:cubicBezTo>
                      <a:cubicBezTo>
                        <a:pt x="1161" y="501"/>
                        <a:pt x="1153" y="510"/>
                        <a:pt x="1153" y="510"/>
                      </a:cubicBezTo>
                      <a:cubicBezTo>
                        <a:pt x="1164" y="524"/>
                        <a:pt x="1164" y="524"/>
                        <a:pt x="1164" y="524"/>
                      </a:cubicBezTo>
                      <a:cubicBezTo>
                        <a:pt x="1158" y="568"/>
                        <a:pt x="1158" y="568"/>
                        <a:pt x="1158" y="568"/>
                      </a:cubicBezTo>
                      <a:cubicBezTo>
                        <a:pt x="1158" y="568"/>
                        <a:pt x="1134" y="582"/>
                        <a:pt x="1146" y="606"/>
                      </a:cubicBezTo>
                      <a:cubicBezTo>
                        <a:pt x="1157" y="630"/>
                        <a:pt x="1173" y="630"/>
                        <a:pt x="1191" y="612"/>
                      </a:cubicBezTo>
                      <a:cubicBezTo>
                        <a:pt x="1208" y="595"/>
                        <a:pt x="1188" y="566"/>
                        <a:pt x="1188" y="566"/>
                      </a:cubicBezTo>
                      <a:cubicBezTo>
                        <a:pt x="1188" y="566"/>
                        <a:pt x="1209" y="551"/>
                        <a:pt x="1209" y="530"/>
                      </a:cubicBezTo>
                      <a:cubicBezTo>
                        <a:pt x="1208" y="508"/>
                        <a:pt x="1217" y="489"/>
                        <a:pt x="1210" y="476"/>
                      </a:cubicBezTo>
                      <a:cubicBezTo>
                        <a:pt x="1202" y="464"/>
                        <a:pt x="1198" y="439"/>
                        <a:pt x="1200" y="434"/>
                      </a:cubicBezTo>
                      <a:cubicBezTo>
                        <a:pt x="1201" y="429"/>
                        <a:pt x="1207" y="401"/>
                        <a:pt x="1217" y="419"/>
                      </a:cubicBezTo>
                      <a:cubicBezTo>
                        <a:pt x="1228" y="437"/>
                        <a:pt x="1228" y="468"/>
                        <a:pt x="1228" y="468"/>
                      </a:cubicBezTo>
                      <a:cubicBezTo>
                        <a:pt x="1251" y="494"/>
                        <a:pt x="1251" y="494"/>
                        <a:pt x="1251" y="494"/>
                      </a:cubicBezTo>
                      <a:cubicBezTo>
                        <a:pt x="1248" y="529"/>
                        <a:pt x="1248" y="529"/>
                        <a:pt x="1248" y="529"/>
                      </a:cubicBezTo>
                      <a:cubicBezTo>
                        <a:pt x="1265" y="551"/>
                        <a:pt x="1265" y="551"/>
                        <a:pt x="1265" y="551"/>
                      </a:cubicBezTo>
                      <a:cubicBezTo>
                        <a:pt x="1266" y="575"/>
                        <a:pt x="1266" y="575"/>
                        <a:pt x="1266" y="575"/>
                      </a:cubicBezTo>
                      <a:cubicBezTo>
                        <a:pt x="1275" y="624"/>
                        <a:pt x="1275" y="624"/>
                        <a:pt x="1275" y="624"/>
                      </a:cubicBezTo>
                      <a:cubicBezTo>
                        <a:pt x="1285" y="614"/>
                        <a:pt x="1285" y="614"/>
                        <a:pt x="1285" y="614"/>
                      </a:cubicBezTo>
                      <a:cubicBezTo>
                        <a:pt x="1312" y="622"/>
                        <a:pt x="1312" y="622"/>
                        <a:pt x="1312" y="622"/>
                      </a:cubicBezTo>
                      <a:cubicBezTo>
                        <a:pt x="1312" y="622"/>
                        <a:pt x="1314" y="605"/>
                        <a:pt x="1313" y="592"/>
                      </a:cubicBezTo>
                      <a:cubicBezTo>
                        <a:pt x="1312" y="579"/>
                        <a:pt x="1319" y="572"/>
                        <a:pt x="1319" y="572"/>
                      </a:cubicBezTo>
                      <a:cubicBezTo>
                        <a:pt x="1325" y="588"/>
                        <a:pt x="1325" y="588"/>
                        <a:pt x="1325" y="588"/>
                      </a:cubicBezTo>
                      <a:cubicBezTo>
                        <a:pt x="1325" y="588"/>
                        <a:pt x="1342" y="590"/>
                        <a:pt x="1344" y="574"/>
                      </a:cubicBezTo>
                      <a:cubicBezTo>
                        <a:pt x="1345" y="558"/>
                        <a:pt x="1341" y="546"/>
                        <a:pt x="1341" y="546"/>
                      </a:cubicBezTo>
                      <a:cubicBezTo>
                        <a:pt x="1341" y="546"/>
                        <a:pt x="1301" y="514"/>
                        <a:pt x="1303" y="502"/>
                      </a:cubicBezTo>
                      <a:cubicBezTo>
                        <a:pt x="1305" y="490"/>
                        <a:pt x="1324" y="477"/>
                        <a:pt x="1313" y="467"/>
                      </a:cubicBezTo>
                      <a:cubicBezTo>
                        <a:pt x="1301" y="457"/>
                        <a:pt x="1292" y="454"/>
                        <a:pt x="1291" y="446"/>
                      </a:cubicBezTo>
                      <a:cubicBezTo>
                        <a:pt x="1291" y="437"/>
                        <a:pt x="1304" y="418"/>
                        <a:pt x="1290" y="412"/>
                      </a:cubicBezTo>
                      <a:cubicBezTo>
                        <a:pt x="1277" y="407"/>
                        <a:pt x="1257" y="390"/>
                        <a:pt x="1257" y="390"/>
                      </a:cubicBezTo>
                      <a:cubicBezTo>
                        <a:pt x="1257" y="390"/>
                        <a:pt x="1279" y="395"/>
                        <a:pt x="1289" y="385"/>
                      </a:cubicBezTo>
                      <a:cubicBezTo>
                        <a:pt x="1298" y="376"/>
                        <a:pt x="1308" y="354"/>
                        <a:pt x="1308" y="354"/>
                      </a:cubicBezTo>
                      <a:cubicBezTo>
                        <a:pt x="1308" y="354"/>
                        <a:pt x="1347" y="356"/>
                        <a:pt x="1348" y="348"/>
                      </a:cubicBezTo>
                      <a:cubicBezTo>
                        <a:pt x="1349" y="339"/>
                        <a:pt x="1338" y="324"/>
                        <a:pt x="1328" y="323"/>
                      </a:cubicBezTo>
                      <a:cubicBezTo>
                        <a:pt x="1317" y="323"/>
                        <a:pt x="1310" y="341"/>
                        <a:pt x="1310" y="341"/>
                      </a:cubicBezTo>
                      <a:cubicBezTo>
                        <a:pt x="1310" y="341"/>
                        <a:pt x="1281" y="333"/>
                        <a:pt x="1269" y="337"/>
                      </a:cubicBezTo>
                      <a:cubicBezTo>
                        <a:pt x="1258" y="340"/>
                        <a:pt x="1252" y="369"/>
                        <a:pt x="1240" y="370"/>
                      </a:cubicBezTo>
                      <a:cubicBezTo>
                        <a:pt x="1229" y="370"/>
                        <a:pt x="1230" y="350"/>
                        <a:pt x="1213" y="340"/>
                      </a:cubicBezTo>
                      <a:cubicBezTo>
                        <a:pt x="1196" y="330"/>
                        <a:pt x="1188" y="333"/>
                        <a:pt x="1188" y="333"/>
                      </a:cubicBezTo>
                      <a:cubicBezTo>
                        <a:pt x="1188" y="333"/>
                        <a:pt x="1193" y="274"/>
                        <a:pt x="1209" y="273"/>
                      </a:cubicBezTo>
                      <a:cubicBezTo>
                        <a:pt x="1225" y="272"/>
                        <a:pt x="1255" y="283"/>
                        <a:pt x="1269" y="279"/>
                      </a:cubicBezTo>
                      <a:cubicBezTo>
                        <a:pt x="1282" y="276"/>
                        <a:pt x="1273" y="264"/>
                        <a:pt x="1284" y="266"/>
                      </a:cubicBezTo>
                      <a:cubicBezTo>
                        <a:pt x="1296" y="267"/>
                        <a:pt x="1349" y="293"/>
                        <a:pt x="1359" y="294"/>
                      </a:cubicBezTo>
                      <a:cubicBezTo>
                        <a:pt x="1370" y="294"/>
                        <a:pt x="1372" y="285"/>
                        <a:pt x="1379" y="281"/>
                      </a:cubicBezTo>
                      <a:cubicBezTo>
                        <a:pt x="1386" y="277"/>
                        <a:pt x="1399" y="283"/>
                        <a:pt x="1408" y="278"/>
                      </a:cubicBezTo>
                      <a:cubicBezTo>
                        <a:pt x="1417" y="272"/>
                        <a:pt x="1406" y="267"/>
                        <a:pt x="1415" y="258"/>
                      </a:cubicBezTo>
                      <a:cubicBezTo>
                        <a:pt x="1423" y="249"/>
                        <a:pt x="1443" y="240"/>
                        <a:pt x="1443" y="240"/>
                      </a:cubicBezTo>
                      <a:cubicBezTo>
                        <a:pt x="1436" y="220"/>
                        <a:pt x="1436" y="220"/>
                        <a:pt x="1436" y="220"/>
                      </a:cubicBezTo>
                      <a:cubicBezTo>
                        <a:pt x="1384" y="242"/>
                        <a:pt x="1384" y="242"/>
                        <a:pt x="1384" y="242"/>
                      </a:cubicBezTo>
                      <a:cubicBezTo>
                        <a:pt x="1384" y="242"/>
                        <a:pt x="1396" y="255"/>
                        <a:pt x="1381" y="256"/>
                      </a:cubicBezTo>
                      <a:cubicBezTo>
                        <a:pt x="1366" y="257"/>
                        <a:pt x="1353" y="248"/>
                        <a:pt x="1344" y="248"/>
                      </a:cubicBezTo>
                      <a:cubicBezTo>
                        <a:pt x="1336" y="248"/>
                        <a:pt x="1321" y="261"/>
                        <a:pt x="1311" y="259"/>
                      </a:cubicBezTo>
                      <a:cubicBezTo>
                        <a:pt x="1300" y="256"/>
                        <a:pt x="1275" y="244"/>
                        <a:pt x="1268" y="244"/>
                      </a:cubicBezTo>
                      <a:cubicBezTo>
                        <a:pt x="1261" y="244"/>
                        <a:pt x="1245" y="244"/>
                        <a:pt x="1245" y="244"/>
                      </a:cubicBezTo>
                      <a:cubicBezTo>
                        <a:pt x="1253" y="232"/>
                        <a:pt x="1253" y="232"/>
                        <a:pt x="1253" y="232"/>
                      </a:cubicBezTo>
                      <a:cubicBezTo>
                        <a:pt x="1253" y="232"/>
                        <a:pt x="1226" y="225"/>
                        <a:pt x="1223" y="228"/>
                      </a:cubicBezTo>
                      <a:cubicBezTo>
                        <a:pt x="1219" y="232"/>
                        <a:pt x="1224" y="249"/>
                        <a:pt x="1212" y="256"/>
                      </a:cubicBezTo>
                      <a:cubicBezTo>
                        <a:pt x="1201" y="263"/>
                        <a:pt x="1179" y="261"/>
                        <a:pt x="1179" y="267"/>
                      </a:cubicBezTo>
                      <a:cubicBezTo>
                        <a:pt x="1179" y="273"/>
                        <a:pt x="1178" y="287"/>
                        <a:pt x="1178" y="287"/>
                      </a:cubicBezTo>
                      <a:cubicBezTo>
                        <a:pt x="1164" y="289"/>
                        <a:pt x="1164" y="289"/>
                        <a:pt x="1164" y="289"/>
                      </a:cubicBezTo>
                      <a:cubicBezTo>
                        <a:pt x="1174" y="336"/>
                        <a:pt x="1174" y="336"/>
                        <a:pt x="1174" y="336"/>
                      </a:cubicBezTo>
                      <a:cubicBezTo>
                        <a:pt x="1164" y="335"/>
                        <a:pt x="1164" y="335"/>
                        <a:pt x="1164" y="335"/>
                      </a:cubicBezTo>
                      <a:cubicBezTo>
                        <a:pt x="1164" y="335"/>
                        <a:pt x="1147" y="360"/>
                        <a:pt x="1145" y="370"/>
                      </a:cubicBezTo>
                      <a:close/>
                      <a:moveTo>
                        <a:pt x="1328" y="387"/>
                      </a:moveTo>
                      <a:cubicBezTo>
                        <a:pt x="1328" y="400"/>
                        <a:pt x="1328" y="400"/>
                        <a:pt x="1328" y="400"/>
                      </a:cubicBezTo>
                      <a:cubicBezTo>
                        <a:pt x="1328" y="400"/>
                        <a:pt x="1343" y="412"/>
                        <a:pt x="1350" y="395"/>
                      </a:cubicBezTo>
                      <a:cubicBezTo>
                        <a:pt x="1358" y="379"/>
                        <a:pt x="1328" y="387"/>
                        <a:pt x="1328" y="387"/>
                      </a:cubicBezTo>
                      <a:close/>
                      <a:moveTo>
                        <a:pt x="1127" y="743"/>
                      </a:moveTo>
                      <a:cubicBezTo>
                        <a:pt x="1118" y="740"/>
                        <a:pt x="1111" y="746"/>
                        <a:pt x="1111" y="746"/>
                      </a:cubicBezTo>
                      <a:cubicBezTo>
                        <a:pt x="1080" y="739"/>
                        <a:pt x="1080" y="739"/>
                        <a:pt x="1080" y="739"/>
                      </a:cubicBezTo>
                      <a:cubicBezTo>
                        <a:pt x="1099" y="766"/>
                        <a:pt x="1099" y="766"/>
                        <a:pt x="1099" y="766"/>
                      </a:cubicBezTo>
                      <a:cubicBezTo>
                        <a:pt x="1099" y="766"/>
                        <a:pt x="1126" y="793"/>
                        <a:pt x="1132" y="775"/>
                      </a:cubicBezTo>
                      <a:cubicBezTo>
                        <a:pt x="1137" y="758"/>
                        <a:pt x="1136" y="746"/>
                        <a:pt x="1127" y="743"/>
                      </a:cubicBezTo>
                      <a:close/>
                      <a:moveTo>
                        <a:pt x="1400" y="740"/>
                      </a:moveTo>
                      <a:cubicBezTo>
                        <a:pt x="1379" y="754"/>
                        <a:pt x="1379" y="754"/>
                        <a:pt x="1379" y="754"/>
                      </a:cubicBezTo>
                      <a:cubicBezTo>
                        <a:pt x="1400" y="759"/>
                        <a:pt x="1400" y="759"/>
                        <a:pt x="1400" y="759"/>
                      </a:cubicBezTo>
                      <a:lnTo>
                        <a:pt x="1400" y="740"/>
                      </a:lnTo>
                      <a:close/>
                      <a:moveTo>
                        <a:pt x="327" y="200"/>
                      </a:moveTo>
                      <a:cubicBezTo>
                        <a:pt x="315" y="190"/>
                        <a:pt x="304" y="196"/>
                        <a:pt x="310" y="212"/>
                      </a:cubicBezTo>
                      <a:cubicBezTo>
                        <a:pt x="314" y="226"/>
                        <a:pt x="339" y="209"/>
                        <a:pt x="327" y="200"/>
                      </a:cubicBezTo>
                      <a:close/>
                      <a:moveTo>
                        <a:pt x="1569" y="393"/>
                      </a:moveTo>
                      <a:cubicBezTo>
                        <a:pt x="1561" y="383"/>
                        <a:pt x="1542" y="370"/>
                        <a:pt x="1542" y="370"/>
                      </a:cubicBezTo>
                      <a:cubicBezTo>
                        <a:pt x="1540" y="400"/>
                        <a:pt x="1540" y="400"/>
                        <a:pt x="1540" y="400"/>
                      </a:cubicBezTo>
                      <a:cubicBezTo>
                        <a:pt x="1552" y="408"/>
                        <a:pt x="1578" y="404"/>
                        <a:pt x="1569" y="393"/>
                      </a:cubicBezTo>
                      <a:close/>
                      <a:moveTo>
                        <a:pt x="1543" y="318"/>
                      </a:moveTo>
                      <a:cubicBezTo>
                        <a:pt x="1552" y="325"/>
                        <a:pt x="1590" y="359"/>
                        <a:pt x="1599" y="356"/>
                      </a:cubicBezTo>
                      <a:cubicBezTo>
                        <a:pt x="1608" y="353"/>
                        <a:pt x="1598" y="340"/>
                        <a:pt x="1587" y="334"/>
                      </a:cubicBezTo>
                      <a:cubicBezTo>
                        <a:pt x="1577" y="328"/>
                        <a:pt x="1571" y="316"/>
                        <a:pt x="1581" y="306"/>
                      </a:cubicBezTo>
                      <a:cubicBezTo>
                        <a:pt x="1592" y="296"/>
                        <a:pt x="1611" y="306"/>
                        <a:pt x="1611" y="306"/>
                      </a:cubicBezTo>
                      <a:cubicBezTo>
                        <a:pt x="1620" y="299"/>
                        <a:pt x="1620" y="299"/>
                        <a:pt x="1620" y="299"/>
                      </a:cubicBezTo>
                      <a:cubicBezTo>
                        <a:pt x="1603" y="288"/>
                        <a:pt x="1603" y="288"/>
                        <a:pt x="1603" y="288"/>
                      </a:cubicBezTo>
                      <a:cubicBezTo>
                        <a:pt x="1603" y="288"/>
                        <a:pt x="1617" y="281"/>
                        <a:pt x="1620" y="269"/>
                      </a:cubicBezTo>
                      <a:cubicBezTo>
                        <a:pt x="1623" y="258"/>
                        <a:pt x="1608" y="250"/>
                        <a:pt x="1598" y="249"/>
                      </a:cubicBezTo>
                      <a:cubicBezTo>
                        <a:pt x="1587" y="247"/>
                        <a:pt x="1577" y="274"/>
                        <a:pt x="1565" y="275"/>
                      </a:cubicBezTo>
                      <a:cubicBezTo>
                        <a:pt x="1554" y="277"/>
                        <a:pt x="1557" y="250"/>
                        <a:pt x="1557" y="250"/>
                      </a:cubicBezTo>
                      <a:cubicBezTo>
                        <a:pt x="1557" y="250"/>
                        <a:pt x="1567" y="237"/>
                        <a:pt x="1570" y="227"/>
                      </a:cubicBezTo>
                      <a:cubicBezTo>
                        <a:pt x="1573" y="216"/>
                        <a:pt x="1567" y="211"/>
                        <a:pt x="1567" y="211"/>
                      </a:cubicBezTo>
                      <a:cubicBezTo>
                        <a:pt x="1576" y="184"/>
                        <a:pt x="1576" y="184"/>
                        <a:pt x="1576" y="184"/>
                      </a:cubicBezTo>
                      <a:cubicBezTo>
                        <a:pt x="1548" y="211"/>
                        <a:pt x="1548" y="211"/>
                        <a:pt x="1548" y="211"/>
                      </a:cubicBezTo>
                      <a:cubicBezTo>
                        <a:pt x="1548" y="230"/>
                        <a:pt x="1548" y="230"/>
                        <a:pt x="1548" y="230"/>
                      </a:cubicBezTo>
                      <a:cubicBezTo>
                        <a:pt x="1548" y="230"/>
                        <a:pt x="1525" y="240"/>
                        <a:pt x="1527" y="265"/>
                      </a:cubicBezTo>
                      <a:cubicBezTo>
                        <a:pt x="1529" y="281"/>
                        <a:pt x="1540" y="284"/>
                        <a:pt x="1543" y="293"/>
                      </a:cubicBezTo>
                      <a:cubicBezTo>
                        <a:pt x="1546" y="302"/>
                        <a:pt x="1535" y="310"/>
                        <a:pt x="1543" y="318"/>
                      </a:cubicBezTo>
                      <a:close/>
                      <a:moveTo>
                        <a:pt x="1505" y="474"/>
                      </a:moveTo>
                      <a:cubicBezTo>
                        <a:pt x="1496" y="464"/>
                        <a:pt x="1496" y="464"/>
                        <a:pt x="1496" y="464"/>
                      </a:cubicBezTo>
                      <a:cubicBezTo>
                        <a:pt x="1482" y="475"/>
                        <a:pt x="1482" y="475"/>
                        <a:pt x="1482" y="475"/>
                      </a:cubicBezTo>
                      <a:cubicBezTo>
                        <a:pt x="1482" y="475"/>
                        <a:pt x="1475" y="494"/>
                        <a:pt x="1489" y="503"/>
                      </a:cubicBezTo>
                      <a:cubicBezTo>
                        <a:pt x="1502" y="513"/>
                        <a:pt x="1521" y="509"/>
                        <a:pt x="1521" y="509"/>
                      </a:cubicBezTo>
                      <a:cubicBezTo>
                        <a:pt x="1529" y="498"/>
                        <a:pt x="1517" y="471"/>
                        <a:pt x="1517" y="471"/>
                      </a:cubicBezTo>
                      <a:lnTo>
                        <a:pt x="1505" y="474"/>
                      </a:lnTo>
                      <a:close/>
                      <a:moveTo>
                        <a:pt x="1437" y="740"/>
                      </a:moveTo>
                      <a:cubicBezTo>
                        <a:pt x="1487" y="728"/>
                        <a:pt x="1487" y="728"/>
                        <a:pt x="1487" y="728"/>
                      </a:cubicBezTo>
                      <a:cubicBezTo>
                        <a:pt x="1449" y="718"/>
                        <a:pt x="1449" y="718"/>
                        <a:pt x="1449" y="718"/>
                      </a:cubicBezTo>
                      <a:lnTo>
                        <a:pt x="1437" y="740"/>
                      </a:lnTo>
                      <a:close/>
                      <a:moveTo>
                        <a:pt x="1700" y="502"/>
                      </a:moveTo>
                      <a:cubicBezTo>
                        <a:pt x="1686" y="490"/>
                        <a:pt x="1686" y="490"/>
                        <a:pt x="1686" y="490"/>
                      </a:cubicBezTo>
                      <a:cubicBezTo>
                        <a:pt x="1687" y="479"/>
                        <a:pt x="1687" y="479"/>
                        <a:pt x="1687" y="479"/>
                      </a:cubicBezTo>
                      <a:cubicBezTo>
                        <a:pt x="1687" y="479"/>
                        <a:pt x="1681" y="458"/>
                        <a:pt x="1634" y="448"/>
                      </a:cubicBezTo>
                      <a:cubicBezTo>
                        <a:pt x="1618" y="444"/>
                        <a:pt x="1608" y="454"/>
                        <a:pt x="1597" y="459"/>
                      </a:cubicBezTo>
                      <a:cubicBezTo>
                        <a:pt x="1591" y="461"/>
                        <a:pt x="1583" y="457"/>
                        <a:pt x="1579" y="460"/>
                      </a:cubicBezTo>
                      <a:cubicBezTo>
                        <a:pt x="1566" y="468"/>
                        <a:pt x="1562" y="484"/>
                        <a:pt x="1566" y="487"/>
                      </a:cubicBezTo>
                      <a:cubicBezTo>
                        <a:pt x="1573" y="493"/>
                        <a:pt x="1580" y="479"/>
                        <a:pt x="1580" y="479"/>
                      </a:cubicBezTo>
                      <a:cubicBezTo>
                        <a:pt x="1580" y="479"/>
                        <a:pt x="1580" y="495"/>
                        <a:pt x="1591" y="497"/>
                      </a:cubicBezTo>
                      <a:cubicBezTo>
                        <a:pt x="1602" y="498"/>
                        <a:pt x="1604" y="478"/>
                        <a:pt x="1604" y="478"/>
                      </a:cubicBezTo>
                      <a:cubicBezTo>
                        <a:pt x="1604" y="478"/>
                        <a:pt x="1612" y="489"/>
                        <a:pt x="1619" y="489"/>
                      </a:cubicBezTo>
                      <a:cubicBezTo>
                        <a:pt x="1626" y="489"/>
                        <a:pt x="1644" y="474"/>
                        <a:pt x="1644" y="474"/>
                      </a:cubicBezTo>
                      <a:cubicBezTo>
                        <a:pt x="1654" y="509"/>
                        <a:pt x="1654" y="509"/>
                        <a:pt x="1654" y="509"/>
                      </a:cubicBezTo>
                      <a:cubicBezTo>
                        <a:pt x="1673" y="495"/>
                        <a:pt x="1673" y="495"/>
                        <a:pt x="1673" y="495"/>
                      </a:cubicBezTo>
                      <a:cubicBezTo>
                        <a:pt x="1695" y="519"/>
                        <a:pt x="1695" y="519"/>
                        <a:pt x="1695" y="519"/>
                      </a:cubicBezTo>
                      <a:lnTo>
                        <a:pt x="1700" y="502"/>
                      </a:lnTo>
                      <a:close/>
                      <a:moveTo>
                        <a:pt x="2179" y="454"/>
                      </a:moveTo>
                      <a:cubicBezTo>
                        <a:pt x="2153" y="435"/>
                        <a:pt x="2153" y="435"/>
                        <a:pt x="2153" y="435"/>
                      </a:cubicBezTo>
                      <a:cubicBezTo>
                        <a:pt x="2153" y="435"/>
                        <a:pt x="2134" y="437"/>
                        <a:pt x="2124" y="437"/>
                      </a:cubicBezTo>
                      <a:cubicBezTo>
                        <a:pt x="2113" y="437"/>
                        <a:pt x="2045" y="394"/>
                        <a:pt x="2032" y="390"/>
                      </a:cubicBezTo>
                      <a:cubicBezTo>
                        <a:pt x="2019" y="386"/>
                        <a:pt x="1998" y="405"/>
                        <a:pt x="1998" y="405"/>
                      </a:cubicBezTo>
                      <a:cubicBezTo>
                        <a:pt x="2007" y="423"/>
                        <a:pt x="2007" y="423"/>
                        <a:pt x="2007" y="423"/>
                      </a:cubicBezTo>
                      <a:cubicBezTo>
                        <a:pt x="1956" y="428"/>
                        <a:pt x="1956" y="428"/>
                        <a:pt x="1956" y="428"/>
                      </a:cubicBezTo>
                      <a:cubicBezTo>
                        <a:pt x="1960" y="446"/>
                        <a:pt x="1960" y="446"/>
                        <a:pt x="1960" y="446"/>
                      </a:cubicBezTo>
                      <a:cubicBezTo>
                        <a:pt x="1960" y="446"/>
                        <a:pt x="1950" y="477"/>
                        <a:pt x="1913" y="484"/>
                      </a:cubicBezTo>
                      <a:cubicBezTo>
                        <a:pt x="1876" y="492"/>
                        <a:pt x="1886" y="443"/>
                        <a:pt x="1880" y="443"/>
                      </a:cubicBezTo>
                      <a:cubicBezTo>
                        <a:pt x="1875" y="443"/>
                        <a:pt x="1869" y="465"/>
                        <a:pt x="1869" y="465"/>
                      </a:cubicBezTo>
                      <a:cubicBezTo>
                        <a:pt x="1869" y="465"/>
                        <a:pt x="1861" y="448"/>
                        <a:pt x="1861" y="439"/>
                      </a:cubicBezTo>
                      <a:cubicBezTo>
                        <a:pt x="1861" y="429"/>
                        <a:pt x="1862" y="402"/>
                        <a:pt x="1859" y="385"/>
                      </a:cubicBezTo>
                      <a:cubicBezTo>
                        <a:pt x="1857" y="368"/>
                        <a:pt x="1846" y="350"/>
                        <a:pt x="1846" y="350"/>
                      </a:cubicBezTo>
                      <a:cubicBezTo>
                        <a:pt x="1820" y="350"/>
                        <a:pt x="1820" y="350"/>
                        <a:pt x="1820" y="350"/>
                      </a:cubicBezTo>
                      <a:cubicBezTo>
                        <a:pt x="1820" y="350"/>
                        <a:pt x="1799" y="326"/>
                        <a:pt x="1781" y="326"/>
                      </a:cubicBezTo>
                      <a:cubicBezTo>
                        <a:pt x="1763" y="326"/>
                        <a:pt x="1744" y="351"/>
                        <a:pt x="1744" y="351"/>
                      </a:cubicBezTo>
                      <a:cubicBezTo>
                        <a:pt x="1728" y="355"/>
                        <a:pt x="1728" y="355"/>
                        <a:pt x="1728" y="355"/>
                      </a:cubicBezTo>
                      <a:cubicBezTo>
                        <a:pt x="1723" y="367"/>
                        <a:pt x="1723" y="367"/>
                        <a:pt x="1723" y="367"/>
                      </a:cubicBezTo>
                      <a:cubicBezTo>
                        <a:pt x="1711" y="373"/>
                        <a:pt x="1711" y="373"/>
                        <a:pt x="1711" y="373"/>
                      </a:cubicBezTo>
                      <a:cubicBezTo>
                        <a:pt x="1711" y="364"/>
                        <a:pt x="1711" y="364"/>
                        <a:pt x="1711" y="364"/>
                      </a:cubicBezTo>
                      <a:cubicBezTo>
                        <a:pt x="1711" y="364"/>
                        <a:pt x="1704" y="352"/>
                        <a:pt x="1693" y="356"/>
                      </a:cubicBezTo>
                      <a:cubicBezTo>
                        <a:pt x="1693" y="356"/>
                        <a:pt x="1693" y="369"/>
                        <a:pt x="1702" y="382"/>
                      </a:cubicBezTo>
                      <a:cubicBezTo>
                        <a:pt x="1711" y="395"/>
                        <a:pt x="1732" y="388"/>
                        <a:pt x="1749" y="393"/>
                      </a:cubicBezTo>
                      <a:cubicBezTo>
                        <a:pt x="1766" y="398"/>
                        <a:pt x="1751" y="406"/>
                        <a:pt x="1760" y="422"/>
                      </a:cubicBezTo>
                      <a:cubicBezTo>
                        <a:pt x="1769" y="437"/>
                        <a:pt x="1799" y="424"/>
                        <a:pt x="1821" y="424"/>
                      </a:cubicBezTo>
                      <a:cubicBezTo>
                        <a:pt x="1844" y="424"/>
                        <a:pt x="1845" y="429"/>
                        <a:pt x="1845" y="440"/>
                      </a:cubicBezTo>
                      <a:cubicBezTo>
                        <a:pt x="1845" y="450"/>
                        <a:pt x="1819" y="440"/>
                        <a:pt x="1811" y="441"/>
                      </a:cubicBezTo>
                      <a:cubicBezTo>
                        <a:pt x="1803" y="443"/>
                        <a:pt x="1785" y="454"/>
                        <a:pt x="1785" y="454"/>
                      </a:cubicBezTo>
                      <a:cubicBezTo>
                        <a:pt x="1785" y="454"/>
                        <a:pt x="1757" y="454"/>
                        <a:pt x="1751" y="461"/>
                      </a:cubicBezTo>
                      <a:cubicBezTo>
                        <a:pt x="1744" y="467"/>
                        <a:pt x="1774" y="474"/>
                        <a:pt x="1781" y="478"/>
                      </a:cubicBezTo>
                      <a:cubicBezTo>
                        <a:pt x="1787" y="482"/>
                        <a:pt x="1797" y="498"/>
                        <a:pt x="1797" y="498"/>
                      </a:cubicBezTo>
                      <a:cubicBezTo>
                        <a:pt x="1797" y="498"/>
                        <a:pt x="1781" y="517"/>
                        <a:pt x="1790" y="530"/>
                      </a:cubicBezTo>
                      <a:cubicBezTo>
                        <a:pt x="1799" y="543"/>
                        <a:pt x="1819" y="508"/>
                        <a:pt x="1819" y="504"/>
                      </a:cubicBezTo>
                      <a:cubicBezTo>
                        <a:pt x="1819" y="500"/>
                        <a:pt x="1838" y="471"/>
                        <a:pt x="1838" y="471"/>
                      </a:cubicBezTo>
                      <a:cubicBezTo>
                        <a:pt x="1836" y="496"/>
                        <a:pt x="1836" y="496"/>
                        <a:pt x="1836" y="496"/>
                      </a:cubicBezTo>
                      <a:cubicBezTo>
                        <a:pt x="1836" y="496"/>
                        <a:pt x="1849" y="509"/>
                        <a:pt x="1859" y="518"/>
                      </a:cubicBezTo>
                      <a:cubicBezTo>
                        <a:pt x="1870" y="528"/>
                        <a:pt x="1891" y="520"/>
                        <a:pt x="1891" y="520"/>
                      </a:cubicBezTo>
                      <a:cubicBezTo>
                        <a:pt x="1882" y="529"/>
                        <a:pt x="1882" y="529"/>
                        <a:pt x="1882" y="529"/>
                      </a:cubicBezTo>
                      <a:cubicBezTo>
                        <a:pt x="1903" y="549"/>
                        <a:pt x="1903" y="549"/>
                        <a:pt x="1903" y="549"/>
                      </a:cubicBezTo>
                      <a:cubicBezTo>
                        <a:pt x="1941" y="550"/>
                        <a:pt x="1941" y="550"/>
                        <a:pt x="1941" y="550"/>
                      </a:cubicBezTo>
                      <a:cubicBezTo>
                        <a:pt x="1964" y="567"/>
                        <a:pt x="1964" y="567"/>
                        <a:pt x="1964" y="567"/>
                      </a:cubicBezTo>
                      <a:cubicBezTo>
                        <a:pt x="1964" y="567"/>
                        <a:pt x="2006" y="581"/>
                        <a:pt x="2030" y="598"/>
                      </a:cubicBezTo>
                      <a:cubicBezTo>
                        <a:pt x="2053" y="615"/>
                        <a:pt x="2048" y="621"/>
                        <a:pt x="2049" y="640"/>
                      </a:cubicBezTo>
                      <a:cubicBezTo>
                        <a:pt x="2051" y="660"/>
                        <a:pt x="2073" y="669"/>
                        <a:pt x="2073" y="669"/>
                      </a:cubicBezTo>
                      <a:cubicBezTo>
                        <a:pt x="2073" y="669"/>
                        <a:pt x="2056" y="672"/>
                        <a:pt x="2056" y="681"/>
                      </a:cubicBezTo>
                      <a:cubicBezTo>
                        <a:pt x="2056" y="690"/>
                        <a:pt x="2082" y="691"/>
                        <a:pt x="2082" y="691"/>
                      </a:cubicBezTo>
                      <a:cubicBezTo>
                        <a:pt x="2066" y="697"/>
                        <a:pt x="2066" y="697"/>
                        <a:pt x="2066" y="697"/>
                      </a:cubicBezTo>
                      <a:cubicBezTo>
                        <a:pt x="2067" y="705"/>
                        <a:pt x="2067" y="705"/>
                        <a:pt x="2067" y="705"/>
                      </a:cubicBezTo>
                      <a:cubicBezTo>
                        <a:pt x="2072" y="708"/>
                        <a:pt x="2072" y="708"/>
                        <a:pt x="2072" y="708"/>
                      </a:cubicBezTo>
                      <a:cubicBezTo>
                        <a:pt x="2077" y="729"/>
                        <a:pt x="2077" y="729"/>
                        <a:pt x="2077" y="729"/>
                      </a:cubicBezTo>
                      <a:cubicBezTo>
                        <a:pt x="2067" y="750"/>
                        <a:pt x="2067" y="750"/>
                        <a:pt x="2067" y="750"/>
                      </a:cubicBezTo>
                      <a:cubicBezTo>
                        <a:pt x="2073" y="749"/>
                        <a:pt x="2078" y="748"/>
                        <a:pt x="2081" y="749"/>
                      </a:cubicBezTo>
                      <a:cubicBezTo>
                        <a:pt x="2086" y="752"/>
                        <a:pt x="2120" y="737"/>
                        <a:pt x="2120" y="737"/>
                      </a:cubicBezTo>
                      <a:cubicBezTo>
                        <a:pt x="2120" y="755"/>
                        <a:pt x="2120" y="755"/>
                        <a:pt x="2120" y="755"/>
                      </a:cubicBezTo>
                      <a:cubicBezTo>
                        <a:pt x="2120" y="755"/>
                        <a:pt x="2147" y="788"/>
                        <a:pt x="2159" y="797"/>
                      </a:cubicBezTo>
                      <a:cubicBezTo>
                        <a:pt x="2161" y="798"/>
                        <a:pt x="2162" y="799"/>
                        <a:pt x="2164" y="800"/>
                      </a:cubicBezTo>
                      <a:cubicBezTo>
                        <a:pt x="2166" y="768"/>
                        <a:pt x="2166" y="768"/>
                        <a:pt x="2166" y="768"/>
                      </a:cubicBezTo>
                      <a:cubicBezTo>
                        <a:pt x="2162" y="752"/>
                        <a:pt x="2162" y="752"/>
                        <a:pt x="2162" y="752"/>
                      </a:cubicBezTo>
                      <a:cubicBezTo>
                        <a:pt x="2162" y="752"/>
                        <a:pt x="2166" y="733"/>
                        <a:pt x="2168" y="726"/>
                      </a:cubicBezTo>
                      <a:cubicBezTo>
                        <a:pt x="2170" y="718"/>
                        <a:pt x="2173" y="681"/>
                        <a:pt x="2173" y="681"/>
                      </a:cubicBezTo>
                      <a:cubicBezTo>
                        <a:pt x="2173" y="681"/>
                        <a:pt x="2169" y="683"/>
                        <a:pt x="2158" y="676"/>
                      </a:cubicBezTo>
                      <a:cubicBezTo>
                        <a:pt x="2147" y="670"/>
                        <a:pt x="2174" y="652"/>
                        <a:pt x="2174" y="652"/>
                      </a:cubicBezTo>
                      <a:cubicBezTo>
                        <a:pt x="2174" y="652"/>
                        <a:pt x="2173" y="626"/>
                        <a:pt x="2171" y="611"/>
                      </a:cubicBezTo>
                      <a:cubicBezTo>
                        <a:pt x="2169" y="596"/>
                        <a:pt x="2177" y="574"/>
                        <a:pt x="2177" y="554"/>
                      </a:cubicBezTo>
                      <a:cubicBezTo>
                        <a:pt x="2177" y="538"/>
                        <a:pt x="2179" y="474"/>
                        <a:pt x="2179" y="454"/>
                      </a:cubicBezTo>
                      <a:close/>
                      <a:moveTo>
                        <a:pt x="228" y="446"/>
                      </a:moveTo>
                      <a:cubicBezTo>
                        <a:pt x="220" y="453"/>
                        <a:pt x="238" y="462"/>
                        <a:pt x="238" y="462"/>
                      </a:cubicBezTo>
                      <a:cubicBezTo>
                        <a:pt x="238" y="462"/>
                        <a:pt x="250" y="486"/>
                        <a:pt x="258" y="478"/>
                      </a:cubicBezTo>
                      <a:cubicBezTo>
                        <a:pt x="266" y="470"/>
                        <a:pt x="234" y="442"/>
                        <a:pt x="228" y="446"/>
                      </a:cubicBezTo>
                      <a:close/>
                      <a:moveTo>
                        <a:pt x="1691" y="739"/>
                      </a:moveTo>
                      <a:cubicBezTo>
                        <a:pt x="1701" y="745"/>
                        <a:pt x="1701" y="745"/>
                        <a:pt x="1701" y="745"/>
                      </a:cubicBezTo>
                      <a:cubicBezTo>
                        <a:pt x="1720" y="730"/>
                        <a:pt x="1720" y="730"/>
                        <a:pt x="1720" y="730"/>
                      </a:cubicBezTo>
                      <a:cubicBezTo>
                        <a:pt x="1720" y="730"/>
                        <a:pt x="1742" y="738"/>
                        <a:pt x="1742" y="716"/>
                      </a:cubicBezTo>
                      <a:cubicBezTo>
                        <a:pt x="1742" y="694"/>
                        <a:pt x="1691" y="720"/>
                        <a:pt x="1691" y="739"/>
                      </a:cubicBezTo>
                      <a:close/>
                      <a:moveTo>
                        <a:pt x="2068" y="714"/>
                      </a:moveTo>
                      <a:cubicBezTo>
                        <a:pt x="2067" y="713"/>
                        <a:pt x="2067" y="713"/>
                        <a:pt x="2067" y="713"/>
                      </a:cubicBezTo>
                      <a:cubicBezTo>
                        <a:pt x="2065" y="710"/>
                        <a:pt x="2056" y="702"/>
                        <a:pt x="2037" y="711"/>
                      </a:cubicBezTo>
                      <a:cubicBezTo>
                        <a:pt x="2015" y="721"/>
                        <a:pt x="2011" y="759"/>
                        <a:pt x="2011" y="759"/>
                      </a:cubicBezTo>
                      <a:cubicBezTo>
                        <a:pt x="2053" y="754"/>
                        <a:pt x="2053" y="754"/>
                        <a:pt x="2053" y="754"/>
                      </a:cubicBezTo>
                      <a:cubicBezTo>
                        <a:pt x="2053" y="754"/>
                        <a:pt x="2059" y="752"/>
                        <a:pt x="2066" y="750"/>
                      </a:cubicBezTo>
                      <a:cubicBezTo>
                        <a:pt x="2072" y="728"/>
                        <a:pt x="2072" y="728"/>
                        <a:pt x="2072" y="728"/>
                      </a:cubicBezTo>
                      <a:lnTo>
                        <a:pt x="2068" y="714"/>
                      </a:lnTo>
                      <a:close/>
                      <a:moveTo>
                        <a:pt x="1857" y="631"/>
                      </a:moveTo>
                      <a:cubicBezTo>
                        <a:pt x="1847" y="641"/>
                        <a:pt x="1847" y="641"/>
                        <a:pt x="1847" y="641"/>
                      </a:cubicBezTo>
                      <a:cubicBezTo>
                        <a:pt x="1849" y="676"/>
                        <a:pt x="1849" y="676"/>
                        <a:pt x="1849" y="676"/>
                      </a:cubicBezTo>
                      <a:cubicBezTo>
                        <a:pt x="1860" y="679"/>
                        <a:pt x="1860" y="679"/>
                        <a:pt x="1860" y="679"/>
                      </a:cubicBezTo>
                      <a:cubicBezTo>
                        <a:pt x="1859" y="666"/>
                        <a:pt x="1859" y="666"/>
                        <a:pt x="1859" y="666"/>
                      </a:cubicBezTo>
                      <a:cubicBezTo>
                        <a:pt x="1866" y="663"/>
                        <a:pt x="1866" y="663"/>
                        <a:pt x="1866" y="663"/>
                      </a:cubicBezTo>
                      <a:cubicBezTo>
                        <a:pt x="1865" y="648"/>
                        <a:pt x="1865" y="648"/>
                        <a:pt x="1865" y="648"/>
                      </a:cubicBezTo>
                      <a:cubicBezTo>
                        <a:pt x="1856" y="648"/>
                        <a:pt x="1856" y="648"/>
                        <a:pt x="1856" y="648"/>
                      </a:cubicBezTo>
                      <a:cubicBezTo>
                        <a:pt x="1868" y="628"/>
                        <a:pt x="1868" y="628"/>
                        <a:pt x="1868" y="628"/>
                      </a:cubicBezTo>
                      <a:cubicBezTo>
                        <a:pt x="1881" y="606"/>
                        <a:pt x="1881" y="606"/>
                        <a:pt x="1881" y="606"/>
                      </a:cubicBezTo>
                      <a:cubicBezTo>
                        <a:pt x="1862" y="610"/>
                        <a:pt x="1862" y="610"/>
                        <a:pt x="1862" y="610"/>
                      </a:cubicBezTo>
                      <a:lnTo>
                        <a:pt x="1857" y="631"/>
                      </a:lnTo>
                      <a:close/>
                      <a:moveTo>
                        <a:pt x="1427" y="403"/>
                      </a:moveTo>
                      <a:cubicBezTo>
                        <a:pt x="1427" y="403"/>
                        <a:pt x="1405" y="391"/>
                        <a:pt x="1398" y="394"/>
                      </a:cubicBezTo>
                      <a:cubicBezTo>
                        <a:pt x="1392" y="397"/>
                        <a:pt x="1389" y="406"/>
                        <a:pt x="1389" y="406"/>
                      </a:cubicBezTo>
                      <a:cubicBezTo>
                        <a:pt x="1396" y="420"/>
                        <a:pt x="1427" y="415"/>
                        <a:pt x="1427" y="415"/>
                      </a:cubicBezTo>
                      <a:cubicBezTo>
                        <a:pt x="1480" y="405"/>
                        <a:pt x="1480" y="405"/>
                        <a:pt x="1480" y="405"/>
                      </a:cubicBezTo>
                      <a:lnTo>
                        <a:pt x="1427" y="403"/>
                      </a:lnTo>
                      <a:close/>
                      <a:moveTo>
                        <a:pt x="879" y="696"/>
                      </a:moveTo>
                      <a:cubicBezTo>
                        <a:pt x="917" y="669"/>
                        <a:pt x="917" y="669"/>
                        <a:pt x="917" y="669"/>
                      </a:cubicBezTo>
                      <a:cubicBezTo>
                        <a:pt x="914" y="663"/>
                        <a:pt x="914" y="663"/>
                        <a:pt x="914" y="663"/>
                      </a:cubicBezTo>
                      <a:cubicBezTo>
                        <a:pt x="914" y="663"/>
                        <a:pt x="864" y="667"/>
                        <a:pt x="863" y="677"/>
                      </a:cubicBezTo>
                      <a:cubicBezTo>
                        <a:pt x="858" y="702"/>
                        <a:pt x="879" y="696"/>
                        <a:pt x="879" y="696"/>
                      </a:cubicBezTo>
                      <a:close/>
                      <a:moveTo>
                        <a:pt x="959" y="747"/>
                      </a:moveTo>
                      <a:cubicBezTo>
                        <a:pt x="949" y="747"/>
                        <a:pt x="933" y="747"/>
                        <a:pt x="933" y="747"/>
                      </a:cubicBezTo>
                      <a:cubicBezTo>
                        <a:pt x="930" y="766"/>
                        <a:pt x="930" y="766"/>
                        <a:pt x="930" y="766"/>
                      </a:cubicBezTo>
                      <a:cubicBezTo>
                        <a:pt x="930" y="766"/>
                        <a:pt x="940" y="794"/>
                        <a:pt x="953" y="783"/>
                      </a:cubicBezTo>
                      <a:cubicBezTo>
                        <a:pt x="966" y="773"/>
                        <a:pt x="969" y="747"/>
                        <a:pt x="959" y="747"/>
                      </a:cubicBezTo>
                      <a:close/>
                      <a:moveTo>
                        <a:pt x="475" y="622"/>
                      </a:moveTo>
                      <a:cubicBezTo>
                        <a:pt x="480" y="617"/>
                        <a:pt x="480" y="602"/>
                        <a:pt x="480" y="602"/>
                      </a:cubicBezTo>
                      <a:cubicBezTo>
                        <a:pt x="499" y="620"/>
                        <a:pt x="499" y="620"/>
                        <a:pt x="499" y="620"/>
                      </a:cubicBezTo>
                      <a:cubicBezTo>
                        <a:pt x="499" y="620"/>
                        <a:pt x="507" y="597"/>
                        <a:pt x="507" y="581"/>
                      </a:cubicBezTo>
                      <a:cubicBezTo>
                        <a:pt x="507" y="565"/>
                        <a:pt x="516" y="521"/>
                        <a:pt x="516" y="521"/>
                      </a:cubicBezTo>
                      <a:cubicBezTo>
                        <a:pt x="516" y="521"/>
                        <a:pt x="507" y="516"/>
                        <a:pt x="507" y="506"/>
                      </a:cubicBezTo>
                      <a:cubicBezTo>
                        <a:pt x="507" y="497"/>
                        <a:pt x="526" y="482"/>
                        <a:pt x="520" y="477"/>
                      </a:cubicBezTo>
                      <a:cubicBezTo>
                        <a:pt x="515" y="472"/>
                        <a:pt x="510" y="468"/>
                        <a:pt x="510" y="468"/>
                      </a:cubicBezTo>
                      <a:cubicBezTo>
                        <a:pt x="502" y="437"/>
                        <a:pt x="502" y="437"/>
                        <a:pt x="502" y="437"/>
                      </a:cubicBezTo>
                      <a:cubicBezTo>
                        <a:pt x="474" y="438"/>
                        <a:pt x="474" y="438"/>
                        <a:pt x="474" y="438"/>
                      </a:cubicBezTo>
                      <a:cubicBezTo>
                        <a:pt x="474" y="438"/>
                        <a:pt x="478" y="420"/>
                        <a:pt x="471" y="416"/>
                      </a:cubicBezTo>
                      <a:cubicBezTo>
                        <a:pt x="464" y="412"/>
                        <a:pt x="450" y="413"/>
                        <a:pt x="450" y="413"/>
                      </a:cubicBezTo>
                      <a:cubicBezTo>
                        <a:pt x="444" y="366"/>
                        <a:pt x="444" y="366"/>
                        <a:pt x="444" y="366"/>
                      </a:cubicBezTo>
                      <a:cubicBezTo>
                        <a:pt x="444" y="366"/>
                        <a:pt x="402" y="370"/>
                        <a:pt x="399" y="357"/>
                      </a:cubicBezTo>
                      <a:cubicBezTo>
                        <a:pt x="396" y="344"/>
                        <a:pt x="410" y="328"/>
                        <a:pt x="410" y="328"/>
                      </a:cubicBezTo>
                      <a:cubicBezTo>
                        <a:pt x="394" y="326"/>
                        <a:pt x="394" y="326"/>
                        <a:pt x="394" y="326"/>
                      </a:cubicBezTo>
                      <a:cubicBezTo>
                        <a:pt x="394" y="326"/>
                        <a:pt x="419" y="297"/>
                        <a:pt x="410" y="289"/>
                      </a:cubicBezTo>
                      <a:cubicBezTo>
                        <a:pt x="400" y="281"/>
                        <a:pt x="358" y="300"/>
                        <a:pt x="358" y="300"/>
                      </a:cubicBezTo>
                      <a:cubicBezTo>
                        <a:pt x="358" y="300"/>
                        <a:pt x="383" y="276"/>
                        <a:pt x="375" y="272"/>
                      </a:cubicBezTo>
                      <a:cubicBezTo>
                        <a:pt x="367" y="268"/>
                        <a:pt x="343" y="264"/>
                        <a:pt x="343" y="264"/>
                      </a:cubicBezTo>
                      <a:cubicBezTo>
                        <a:pt x="343" y="264"/>
                        <a:pt x="354" y="256"/>
                        <a:pt x="340" y="238"/>
                      </a:cubicBezTo>
                      <a:cubicBezTo>
                        <a:pt x="327" y="221"/>
                        <a:pt x="304" y="220"/>
                        <a:pt x="304" y="220"/>
                      </a:cubicBezTo>
                      <a:cubicBezTo>
                        <a:pt x="304" y="220"/>
                        <a:pt x="298" y="200"/>
                        <a:pt x="291" y="192"/>
                      </a:cubicBezTo>
                      <a:cubicBezTo>
                        <a:pt x="284" y="184"/>
                        <a:pt x="275" y="190"/>
                        <a:pt x="275" y="190"/>
                      </a:cubicBezTo>
                      <a:cubicBezTo>
                        <a:pt x="279" y="205"/>
                        <a:pt x="279" y="205"/>
                        <a:pt x="279" y="205"/>
                      </a:cubicBezTo>
                      <a:cubicBezTo>
                        <a:pt x="279" y="205"/>
                        <a:pt x="254" y="186"/>
                        <a:pt x="248" y="180"/>
                      </a:cubicBezTo>
                      <a:cubicBezTo>
                        <a:pt x="243" y="173"/>
                        <a:pt x="232" y="146"/>
                        <a:pt x="232" y="146"/>
                      </a:cubicBezTo>
                      <a:cubicBezTo>
                        <a:pt x="232" y="146"/>
                        <a:pt x="202" y="125"/>
                        <a:pt x="188" y="113"/>
                      </a:cubicBezTo>
                      <a:cubicBezTo>
                        <a:pt x="175" y="101"/>
                        <a:pt x="152" y="82"/>
                        <a:pt x="152" y="82"/>
                      </a:cubicBezTo>
                      <a:cubicBezTo>
                        <a:pt x="152" y="82"/>
                        <a:pt x="156" y="77"/>
                        <a:pt x="151" y="72"/>
                      </a:cubicBezTo>
                      <a:cubicBezTo>
                        <a:pt x="146" y="66"/>
                        <a:pt x="139" y="60"/>
                        <a:pt x="139" y="60"/>
                      </a:cubicBezTo>
                      <a:cubicBezTo>
                        <a:pt x="139" y="60"/>
                        <a:pt x="128" y="41"/>
                        <a:pt x="120" y="34"/>
                      </a:cubicBezTo>
                      <a:cubicBezTo>
                        <a:pt x="112" y="28"/>
                        <a:pt x="104" y="29"/>
                        <a:pt x="104" y="29"/>
                      </a:cubicBezTo>
                      <a:cubicBezTo>
                        <a:pt x="47" y="25"/>
                        <a:pt x="47" y="25"/>
                        <a:pt x="47" y="25"/>
                      </a:cubicBezTo>
                      <a:cubicBezTo>
                        <a:pt x="47" y="25"/>
                        <a:pt x="27" y="0"/>
                        <a:pt x="16" y="2"/>
                      </a:cubicBezTo>
                      <a:cubicBezTo>
                        <a:pt x="6" y="5"/>
                        <a:pt x="0" y="29"/>
                        <a:pt x="7" y="41"/>
                      </a:cubicBezTo>
                      <a:cubicBezTo>
                        <a:pt x="14" y="53"/>
                        <a:pt x="88" y="121"/>
                        <a:pt x="88" y="121"/>
                      </a:cubicBezTo>
                      <a:cubicBezTo>
                        <a:pt x="111" y="157"/>
                        <a:pt x="111" y="157"/>
                        <a:pt x="111" y="157"/>
                      </a:cubicBezTo>
                      <a:cubicBezTo>
                        <a:pt x="119" y="154"/>
                        <a:pt x="119" y="154"/>
                        <a:pt x="119" y="154"/>
                      </a:cubicBezTo>
                      <a:cubicBezTo>
                        <a:pt x="119" y="154"/>
                        <a:pt x="122" y="178"/>
                        <a:pt x="128" y="184"/>
                      </a:cubicBezTo>
                      <a:cubicBezTo>
                        <a:pt x="135" y="189"/>
                        <a:pt x="170" y="202"/>
                        <a:pt x="178" y="218"/>
                      </a:cubicBezTo>
                      <a:cubicBezTo>
                        <a:pt x="186" y="234"/>
                        <a:pt x="194" y="266"/>
                        <a:pt x="194" y="266"/>
                      </a:cubicBezTo>
                      <a:cubicBezTo>
                        <a:pt x="194" y="266"/>
                        <a:pt x="191" y="301"/>
                        <a:pt x="199" y="301"/>
                      </a:cubicBezTo>
                      <a:cubicBezTo>
                        <a:pt x="207" y="301"/>
                        <a:pt x="219" y="293"/>
                        <a:pt x="222" y="302"/>
                      </a:cubicBezTo>
                      <a:cubicBezTo>
                        <a:pt x="224" y="312"/>
                        <a:pt x="230" y="328"/>
                        <a:pt x="230" y="328"/>
                      </a:cubicBezTo>
                      <a:cubicBezTo>
                        <a:pt x="255" y="349"/>
                        <a:pt x="255" y="349"/>
                        <a:pt x="255" y="349"/>
                      </a:cubicBezTo>
                      <a:cubicBezTo>
                        <a:pt x="254" y="365"/>
                        <a:pt x="254" y="365"/>
                        <a:pt x="254" y="365"/>
                      </a:cubicBezTo>
                      <a:cubicBezTo>
                        <a:pt x="275" y="408"/>
                        <a:pt x="275" y="408"/>
                        <a:pt x="275" y="408"/>
                      </a:cubicBezTo>
                      <a:cubicBezTo>
                        <a:pt x="275" y="408"/>
                        <a:pt x="268" y="421"/>
                        <a:pt x="278" y="436"/>
                      </a:cubicBezTo>
                      <a:cubicBezTo>
                        <a:pt x="287" y="450"/>
                        <a:pt x="296" y="453"/>
                        <a:pt x="296" y="453"/>
                      </a:cubicBezTo>
                      <a:cubicBezTo>
                        <a:pt x="296" y="453"/>
                        <a:pt x="306" y="477"/>
                        <a:pt x="314" y="485"/>
                      </a:cubicBezTo>
                      <a:cubicBezTo>
                        <a:pt x="322" y="493"/>
                        <a:pt x="343" y="501"/>
                        <a:pt x="343" y="501"/>
                      </a:cubicBezTo>
                      <a:cubicBezTo>
                        <a:pt x="343" y="526"/>
                        <a:pt x="343" y="526"/>
                        <a:pt x="343" y="526"/>
                      </a:cubicBezTo>
                      <a:cubicBezTo>
                        <a:pt x="343" y="526"/>
                        <a:pt x="392" y="568"/>
                        <a:pt x="395" y="572"/>
                      </a:cubicBezTo>
                      <a:cubicBezTo>
                        <a:pt x="398" y="576"/>
                        <a:pt x="411" y="577"/>
                        <a:pt x="411" y="577"/>
                      </a:cubicBezTo>
                      <a:cubicBezTo>
                        <a:pt x="411" y="577"/>
                        <a:pt x="422" y="602"/>
                        <a:pt x="430" y="606"/>
                      </a:cubicBezTo>
                      <a:cubicBezTo>
                        <a:pt x="438" y="610"/>
                        <a:pt x="440" y="632"/>
                        <a:pt x="444" y="630"/>
                      </a:cubicBezTo>
                      <a:cubicBezTo>
                        <a:pt x="448" y="629"/>
                        <a:pt x="442" y="608"/>
                        <a:pt x="447" y="605"/>
                      </a:cubicBezTo>
                      <a:cubicBezTo>
                        <a:pt x="452" y="602"/>
                        <a:pt x="470" y="628"/>
                        <a:pt x="475" y="622"/>
                      </a:cubicBezTo>
                      <a:close/>
                      <a:moveTo>
                        <a:pt x="1416" y="798"/>
                      </a:moveTo>
                      <a:cubicBezTo>
                        <a:pt x="1409" y="784"/>
                        <a:pt x="1409" y="784"/>
                        <a:pt x="1409" y="784"/>
                      </a:cubicBezTo>
                      <a:cubicBezTo>
                        <a:pt x="1404" y="785"/>
                        <a:pt x="1397" y="786"/>
                        <a:pt x="1392" y="790"/>
                      </a:cubicBezTo>
                      <a:cubicBezTo>
                        <a:pt x="1380" y="797"/>
                        <a:pt x="1380" y="812"/>
                        <a:pt x="1380" y="812"/>
                      </a:cubicBezTo>
                      <a:cubicBezTo>
                        <a:pt x="1380" y="812"/>
                        <a:pt x="1369" y="809"/>
                        <a:pt x="1357" y="820"/>
                      </a:cubicBezTo>
                      <a:cubicBezTo>
                        <a:pt x="1345" y="832"/>
                        <a:pt x="1322" y="855"/>
                        <a:pt x="1342" y="870"/>
                      </a:cubicBezTo>
                      <a:cubicBezTo>
                        <a:pt x="1353" y="879"/>
                        <a:pt x="1393" y="842"/>
                        <a:pt x="1408" y="828"/>
                      </a:cubicBezTo>
                      <a:cubicBezTo>
                        <a:pt x="1405" y="827"/>
                        <a:pt x="1402" y="823"/>
                        <a:pt x="1406" y="817"/>
                      </a:cubicBezTo>
                      <a:cubicBezTo>
                        <a:pt x="1412" y="805"/>
                        <a:pt x="1416" y="798"/>
                        <a:pt x="1416" y="798"/>
                      </a:cubicBezTo>
                      <a:close/>
                      <a:moveTo>
                        <a:pt x="921" y="753"/>
                      </a:moveTo>
                      <a:cubicBezTo>
                        <a:pt x="921" y="734"/>
                        <a:pt x="894" y="734"/>
                        <a:pt x="879" y="731"/>
                      </a:cubicBezTo>
                      <a:cubicBezTo>
                        <a:pt x="865" y="728"/>
                        <a:pt x="866" y="759"/>
                        <a:pt x="866" y="759"/>
                      </a:cubicBezTo>
                      <a:cubicBezTo>
                        <a:pt x="841" y="740"/>
                        <a:pt x="841" y="740"/>
                        <a:pt x="841" y="740"/>
                      </a:cubicBezTo>
                      <a:cubicBezTo>
                        <a:pt x="841" y="740"/>
                        <a:pt x="847" y="724"/>
                        <a:pt x="847" y="700"/>
                      </a:cubicBezTo>
                      <a:cubicBezTo>
                        <a:pt x="847" y="677"/>
                        <a:pt x="799" y="686"/>
                        <a:pt x="799" y="686"/>
                      </a:cubicBezTo>
                      <a:cubicBezTo>
                        <a:pt x="778" y="674"/>
                        <a:pt x="778" y="674"/>
                        <a:pt x="778" y="674"/>
                      </a:cubicBezTo>
                      <a:cubicBezTo>
                        <a:pt x="775" y="659"/>
                        <a:pt x="775" y="659"/>
                        <a:pt x="775" y="659"/>
                      </a:cubicBezTo>
                      <a:cubicBezTo>
                        <a:pt x="749" y="659"/>
                        <a:pt x="749" y="659"/>
                        <a:pt x="749" y="659"/>
                      </a:cubicBezTo>
                      <a:cubicBezTo>
                        <a:pt x="749" y="659"/>
                        <a:pt x="744" y="680"/>
                        <a:pt x="744" y="684"/>
                      </a:cubicBezTo>
                      <a:cubicBezTo>
                        <a:pt x="744" y="688"/>
                        <a:pt x="709" y="677"/>
                        <a:pt x="693" y="674"/>
                      </a:cubicBezTo>
                      <a:cubicBezTo>
                        <a:pt x="677" y="671"/>
                        <a:pt x="648" y="672"/>
                        <a:pt x="648" y="672"/>
                      </a:cubicBezTo>
                      <a:cubicBezTo>
                        <a:pt x="648" y="672"/>
                        <a:pt x="630" y="650"/>
                        <a:pt x="621" y="640"/>
                      </a:cubicBezTo>
                      <a:cubicBezTo>
                        <a:pt x="612" y="630"/>
                        <a:pt x="598" y="641"/>
                        <a:pt x="598" y="641"/>
                      </a:cubicBezTo>
                      <a:cubicBezTo>
                        <a:pt x="598" y="641"/>
                        <a:pt x="573" y="628"/>
                        <a:pt x="567" y="627"/>
                      </a:cubicBezTo>
                      <a:cubicBezTo>
                        <a:pt x="561" y="625"/>
                        <a:pt x="535" y="624"/>
                        <a:pt x="535" y="624"/>
                      </a:cubicBezTo>
                      <a:cubicBezTo>
                        <a:pt x="535" y="624"/>
                        <a:pt x="524" y="615"/>
                        <a:pt x="511" y="619"/>
                      </a:cubicBezTo>
                      <a:cubicBezTo>
                        <a:pt x="498" y="624"/>
                        <a:pt x="498" y="652"/>
                        <a:pt x="491" y="656"/>
                      </a:cubicBezTo>
                      <a:cubicBezTo>
                        <a:pt x="483" y="661"/>
                        <a:pt x="469" y="666"/>
                        <a:pt x="472" y="677"/>
                      </a:cubicBezTo>
                      <a:cubicBezTo>
                        <a:pt x="496" y="672"/>
                        <a:pt x="496" y="672"/>
                        <a:pt x="496" y="672"/>
                      </a:cubicBezTo>
                      <a:cubicBezTo>
                        <a:pt x="527" y="675"/>
                        <a:pt x="527" y="675"/>
                        <a:pt x="527" y="675"/>
                      </a:cubicBezTo>
                      <a:cubicBezTo>
                        <a:pt x="527" y="675"/>
                        <a:pt x="504" y="688"/>
                        <a:pt x="514" y="699"/>
                      </a:cubicBezTo>
                      <a:cubicBezTo>
                        <a:pt x="524" y="709"/>
                        <a:pt x="558" y="691"/>
                        <a:pt x="558" y="691"/>
                      </a:cubicBezTo>
                      <a:cubicBezTo>
                        <a:pt x="558" y="691"/>
                        <a:pt x="608" y="718"/>
                        <a:pt x="623" y="722"/>
                      </a:cubicBezTo>
                      <a:cubicBezTo>
                        <a:pt x="637" y="727"/>
                        <a:pt x="687" y="728"/>
                        <a:pt x="705" y="728"/>
                      </a:cubicBezTo>
                      <a:cubicBezTo>
                        <a:pt x="722" y="728"/>
                        <a:pt x="727" y="747"/>
                        <a:pt x="737" y="756"/>
                      </a:cubicBezTo>
                      <a:cubicBezTo>
                        <a:pt x="747" y="765"/>
                        <a:pt x="780" y="771"/>
                        <a:pt x="794" y="772"/>
                      </a:cubicBezTo>
                      <a:cubicBezTo>
                        <a:pt x="809" y="774"/>
                        <a:pt x="815" y="771"/>
                        <a:pt x="837" y="772"/>
                      </a:cubicBezTo>
                      <a:cubicBezTo>
                        <a:pt x="859" y="774"/>
                        <a:pt x="877" y="801"/>
                        <a:pt x="885" y="806"/>
                      </a:cubicBezTo>
                      <a:cubicBezTo>
                        <a:pt x="894" y="810"/>
                        <a:pt x="904" y="801"/>
                        <a:pt x="904" y="801"/>
                      </a:cubicBezTo>
                      <a:cubicBezTo>
                        <a:pt x="904" y="801"/>
                        <a:pt x="921" y="810"/>
                        <a:pt x="921" y="804"/>
                      </a:cubicBezTo>
                      <a:cubicBezTo>
                        <a:pt x="921" y="793"/>
                        <a:pt x="910" y="778"/>
                        <a:pt x="910" y="778"/>
                      </a:cubicBezTo>
                      <a:cubicBezTo>
                        <a:pt x="910" y="778"/>
                        <a:pt x="921" y="772"/>
                        <a:pt x="921" y="753"/>
                      </a:cubicBezTo>
                      <a:close/>
                      <a:moveTo>
                        <a:pt x="1004" y="484"/>
                      </a:moveTo>
                      <a:cubicBezTo>
                        <a:pt x="1004" y="484"/>
                        <a:pt x="1025" y="467"/>
                        <a:pt x="1031" y="460"/>
                      </a:cubicBezTo>
                      <a:cubicBezTo>
                        <a:pt x="1036" y="453"/>
                        <a:pt x="1055" y="403"/>
                        <a:pt x="1055" y="403"/>
                      </a:cubicBezTo>
                      <a:cubicBezTo>
                        <a:pt x="1055" y="403"/>
                        <a:pt x="1037" y="401"/>
                        <a:pt x="1034" y="388"/>
                      </a:cubicBezTo>
                      <a:cubicBezTo>
                        <a:pt x="1031" y="376"/>
                        <a:pt x="1037" y="361"/>
                        <a:pt x="1042" y="348"/>
                      </a:cubicBezTo>
                      <a:cubicBezTo>
                        <a:pt x="1048" y="334"/>
                        <a:pt x="1070" y="336"/>
                        <a:pt x="1083" y="334"/>
                      </a:cubicBezTo>
                      <a:cubicBezTo>
                        <a:pt x="1095" y="333"/>
                        <a:pt x="1102" y="309"/>
                        <a:pt x="1101" y="301"/>
                      </a:cubicBezTo>
                      <a:cubicBezTo>
                        <a:pt x="1099" y="293"/>
                        <a:pt x="1079" y="301"/>
                        <a:pt x="1079" y="301"/>
                      </a:cubicBezTo>
                      <a:cubicBezTo>
                        <a:pt x="1079" y="301"/>
                        <a:pt x="1076" y="288"/>
                        <a:pt x="1088" y="275"/>
                      </a:cubicBezTo>
                      <a:cubicBezTo>
                        <a:pt x="1101" y="264"/>
                        <a:pt x="1128" y="269"/>
                        <a:pt x="1139" y="271"/>
                      </a:cubicBezTo>
                      <a:cubicBezTo>
                        <a:pt x="1150" y="274"/>
                        <a:pt x="1150" y="257"/>
                        <a:pt x="1150" y="257"/>
                      </a:cubicBezTo>
                      <a:cubicBezTo>
                        <a:pt x="1124" y="235"/>
                        <a:pt x="1124" y="235"/>
                        <a:pt x="1124" y="235"/>
                      </a:cubicBezTo>
                      <a:cubicBezTo>
                        <a:pt x="1124" y="208"/>
                        <a:pt x="1124" y="208"/>
                        <a:pt x="1124" y="208"/>
                      </a:cubicBezTo>
                      <a:cubicBezTo>
                        <a:pt x="1124" y="208"/>
                        <a:pt x="1105" y="207"/>
                        <a:pt x="1105" y="199"/>
                      </a:cubicBezTo>
                      <a:cubicBezTo>
                        <a:pt x="1105" y="191"/>
                        <a:pt x="1117" y="179"/>
                        <a:pt x="1116" y="168"/>
                      </a:cubicBezTo>
                      <a:cubicBezTo>
                        <a:pt x="1115" y="156"/>
                        <a:pt x="1082" y="153"/>
                        <a:pt x="1082" y="153"/>
                      </a:cubicBezTo>
                      <a:cubicBezTo>
                        <a:pt x="1093" y="135"/>
                        <a:pt x="1093" y="135"/>
                        <a:pt x="1093" y="135"/>
                      </a:cubicBezTo>
                      <a:cubicBezTo>
                        <a:pt x="1082" y="130"/>
                        <a:pt x="1082" y="130"/>
                        <a:pt x="1082" y="130"/>
                      </a:cubicBezTo>
                      <a:cubicBezTo>
                        <a:pt x="1086" y="110"/>
                        <a:pt x="1086" y="110"/>
                        <a:pt x="1086" y="110"/>
                      </a:cubicBezTo>
                      <a:cubicBezTo>
                        <a:pt x="1078" y="99"/>
                        <a:pt x="1078" y="99"/>
                        <a:pt x="1078" y="99"/>
                      </a:cubicBezTo>
                      <a:cubicBezTo>
                        <a:pt x="1070" y="92"/>
                        <a:pt x="1051" y="75"/>
                        <a:pt x="1047" y="75"/>
                      </a:cubicBezTo>
                      <a:cubicBezTo>
                        <a:pt x="1043" y="74"/>
                        <a:pt x="1002" y="73"/>
                        <a:pt x="987" y="74"/>
                      </a:cubicBezTo>
                      <a:cubicBezTo>
                        <a:pt x="973" y="75"/>
                        <a:pt x="980" y="97"/>
                        <a:pt x="978" y="113"/>
                      </a:cubicBezTo>
                      <a:cubicBezTo>
                        <a:pt x="977" y="129"/>
                        <a:pt x="968" y="144"/>
                        <a:pt x="968" y="144"/>
                      </a:cubicBezTo>
                      <a:cubicBezTo>
                        <a:pt x="968" y="144"/>
                        <a:pt x="961" y="143"/>
                        <a:pt x="955" y="152"/>
                      </a:cubicBezTo>
                      <a:cubicBezTo>
                        <a:pt x="948" y="161"/>
                        <a:pt x="960" y="177"/>
                        <a:pt x="960" y="177"/>
                      </a:cubicBezTo>
                      <a:cubicBezTo>
                        <a:pt x="938" y="196"/>
                        <a:pt x="938" y="196"/>
                        <a:pt x="938" y="196"/>
                      </a:cubicBezTo>
                      <a:cubicBezTo>
                        <a:pt x="939" y="208"/>
                        <a:pt x="939" y="208"/>
                        <a:pt x="939" y="208"/>
                      </a:cubicBezTo>
                      <a:cubicBezTo>
                        <a:pt x="922" y="231"/>
                        <a:pt x="922" y="231"/>
                        <a:pt x="922" y="231"/>
                      </a:cubicBezTo>
                      <a:cubicBezTo>
                        <a:pt x="906" y="231"/>
                        <a:pt x="906" y="231"/>
                        <a:pt x="906" y="231"/>
                      </a:cubicBezTo>
                      <a:cubicBezTo>
                        <a:pt x="906" y="231"/>
                        <a:pt x="888" y="244"/>
                        <a:pt x="885" y="244"/>
                      </a:cubicBezTo>
                      <a:cubicBezTo>
                        <a:pt x="882" y="245"/>
                        <a:pt x="857" y="229"/>
                        <a:pt x="853" y="227"/>
                      </a:cubicBezTo>
                      <a:cubicBezTo>
                        <a:pt x="849" y="224"/>
                        <a:pt x="824" y="227"/>
                        <a:pt x="824" y="227"/>
                      </a:cubicBezTo>
                      <a:cubicBezTo>
                        <a:pt x="824" y="227"/>
                        <a:pt x="811" y="248"/>
                        <a:pt x="801" y="254"/>
                      </a:cubicBezTo>
                      <a:cubicBezTo>
                        <a:pt x="791" y="260"/>
                        <a:pt x="778" y="251"/>
                        <a:pt x="764" y="251"/>
                      </a:cubicBezTo>
                      <a:cubicBezTo>
                        <a:pt x="749" y="251"/>
                        <a:pt x="750" y="259"/>
                        <a:pt x="746" y="261"/>
                      </a:cubicBezTo>
                      <a:cubicBezTo>
                        <a:pt x="742" y="264"/>
                        <a:pt x="720" y="256"/>
                        <a:pt x="712" y="247"/>
                      </a:cubicBezTo>
                      <a:cubicBezTo>
                        <a:pt x="708" y="243"/>
                        <a:pt x="706" y="237"/>
                        <a:pt x="703" y="231"/>
                      </a:cubicBezTo>
                      <a:cubicBezTo>
                        <a:pt x="703" y="231"/>
                        <a:pt x="703" y="231"/>
                        <a:pt x="703" y="231"/>
                      </a:cubicBezTo>
                      <a:cubicBezTo>
                        <a:pt x="703" y="231"/>
                        <a:pt x="684" y="213"/>
                        <a:pt x="671" y="227"/>
                      </a:cubicBezTo>
                      <a:cubicBezTo>
                        <a:pt x="657" y="242"/>
                        <a:pt x="650" y="278"/>
                        <a:pt x="650" y="278"/>
                      </a:cubicBezTo>
                      <a:cubicBezTo>
                        <a:pt x="666" y="300"/>
                        <a:pt x="666" y="300"/>
                        <a:pt x="666" y="300"/>
                      </a:cubicBezTo>
                      <a:cubicBezTo>
                        <a:pt x="673" y="335"/>
                        <a:pt x="673" y="335"/>
                        <a:pt x="673" y="335"/>
                      </a:cubicBezTo>
                      <a:cubicBezTo>
                        <a:pt x="704" y="353"/>
                        <a:pt x="704" y="353"/>
                        <a:pt x="704" y="353"/>
                      </a:cubicBezTo>
                      <a:cubicBezTo>
                        <a:pt x="699" y="377"/>
                        <a:pt x="699" y="377"/>
                        <a:pt x="699" y="377"/>
                      </a:cubicBezTo>
                      <a:cubicBezTo>
                        <a:pt x="716" y="388"/>
                        <a:pt x="716" y="388"/>
                        <a:pt x="716" y="388"/>
                      </a:cubicBezTo>
                      <a:cubicBezTo>
                        <a:pt x="705" y="407"/>
                        <a:pt x="705" y="407"/>
                        <a:pt x="705" y="407"/>
                      </a:cubicBezTo>
                      <a:cubicBezTo>
                        <a:pt x="718" y="425"/>
                        <a:pt x="718" y="425"/>
                        <a:pt x="718" y="425"/>
                      </a:cubicBezTo>
                      <a:cubicBezTo>
                        <a:pt x="707" y="432"/>
                        <a:pt x="707" y="432"/>
                        <a:pt x="707" y="432"/>
                      </a:cubicBezTo>
                      <a:cubicBezTo>
                        <a:pt x="717" y="470"/>
                        <a:pt x="717" y="470"/>
                        <a:pt x="717" y="470"/>
                      </a:cubicBezTo>
                      <a:cubicBezTo>
                        <a:pt x="745" y="466"/>
                        <a:pt x="745" y="466"/>
                        <a:pt x="745" y="466"/>
                      </a:cubicBezTo>
                      <a:cubicBezTo>
                        <a:pt x="765" y="473"/>
                        <a:pt x="765" y="473"/>
                        <a:pt x="765" y="473"/>
                      </a:cubicBezTo>
                      <a:cubicBezTo>
                        <a:pt x="765" y="473"/>
                        <a:pt x="777" y="451"/>
                        <a:pt x="789" y="451"/>
                      </a:cubicBezTo>
                      <a:cubicBezTo>
                        <a:pt x="801" y="451"/>
                        <a:pt x="789" y="483"/>
                        <a:pt x="801" y="493"/>
                      </a:cubicBezTo>
                      <a:cubicBezTo>
                        <a:pt x="812" y="502"/>
                        <a:pt x="822" y="472"/>
                        <a:pt x="822" y="472"/>
                      </a:cubicBezTo>
                      <a:cubicBezTo>
                        <a:pt x="840" y="484"/>
                        <a:pt x="840" y="484"/>
                        <a:pt x="840" y="484"/>
                      </a:cubicBezTo>
                      <a:cubicBezTo>
                        <a:pt x="840" y="484"/>
                        <a:pt x="856" y="470"/>
                        <a:pt x="865" y="470"/>
                      </a:cubicBezTo>
                      <a:cubicBezTo>
                        <a:pt x="874" y="469"/>
                        <a:pt x="868" y="495"/>
                        <a:pt x="878" y="498"/>
                      </a:cubicBezTo>
                      <a:cubicBezTo>
                        <a:pt x="888" y="502"/>
                        <a:pt x="919" y="486"/>
                        <a:pt x="935" y="489"/>
                      </a:cubicBezTo>
                      <a:cubicBezTo>
                        <a:pt x="951" y="493"/>
                        <a:pt x="936" y="542"/>
                        <a:pt x="936" y="542"/>
                      </a:cubicBezTo>
                      <a:cubicBezTo>
                        <a:pt x="936" y="542"/>
                        <a:pt x="950" y="538"/>
                        <a:pt x="966" y="531"/>
                      </a:cubicBezTo>
                      <a:cubicBezTo>
                        <a:pt x="982" y="523"/>
                        <a:pt x="1004" y="484"/>
                        <a:pt x="1004" y="484"/>
                      </a:cubicBezTo>
                      <a:close/>
                      <a:moveTo>
                        <a:pt x="990" y="745"/>
                      </a:moveTo>
                      <a:cubicBezTo>
                        <a:pt x="980" y="744"/>
                        <a:pt x="974" y="755"/>
                        <a:pt x="974" y="755"/>
                      </a:cubicBezTo>
                      <a:cubicBezTo>
                        <a:pt x="974" y="755"/>
                        <a:pt x="991" y="770"/>
                        <a:pt x="1002" y="763"/>
                      </a:cubicBezTo>
                      <a:cubicBezTo>
                        <a:pt x="1012" y="755"/>
                        <a:pt x="1000" y="747"/>
                        <a:pt x="990" y="745"/>
                      </a:cubicBezTo>
                      <a:close/>
                      <a:moveTo>
                        <a:pt x="1148" y="822"/>
                      </a:moveTo>
                      <a:cubicBezTo>
                        <a:pt x="1125" y="815"/>
                        <a:pt x="1125" y="815"/>
                        <a:pt x="1125" y="815"/>
                      </a:cubicBezTo>
                      <a:cubicBezTo>
                        <a:pt x="1118" y="821"/>
                        <a:pt x="1119" y="822"/>
                        <a:pt x="1129" y="838"/>
                      </a:cubicBezTo>
                      <a:cubicBezTo>
                        <a:pt x="1140" y="854"/>
                        <a:pt x="1147" y="843"/>
                        <a:pt x="1160" y="843"/>
                      </a:cubicBezTo>
                      <a:cubicBezTo>
                        <a:pt x="1173" y="843"/>
                        <a:pt x="1163" y="852"/>
                        <a:pt x="1173" y="862"/>
                      </a:cubicBezTo>
                      <a:cubicBezTo>
                        <a:pt x="1184" y="872"/>
                        <a:pt x="1204" y="863"/>
                        <a:pt x="1204" y="863"/>
                      </a:cubicBezTo>
                      <a:cubicBezTo>
                        <a:pt x="1204" y="863"/>
                        <a:pt x="1200" y="844"/>
                        <a:pt x="1187" y="827"/>
                      </a:cubicBezTo>
                      <a:cubicBezTo>
                        <a:pt x="1173" y="809"/>
                        <a:pt x="1148" y="822"/>
                        <a:pt x="1148" y="822"/>
                      </a:cubicBezTo>
                      <a:close/>
                      <a:moveTo>
                        <a:pt x="1312" y="751"/>
                      </a:moveTo>
                      <a:cubicBezTo>
                        <a:pt x="1293" y="767"/>
                        <a:pt x="1293" y="767"/>
                        <a:pt x="1293" y="767"/>
                      </a:cubicBezTo>
                      <a:cubicBezTo>
                        <a:pt x="1293" y="767"/>
                        <a:pt x="1282" y="755"/>
                        <a:pt x="1271" y="756"/>
                      </a:cubicBezTo>
                      <a:cubicBezTo>
                        <a:pt x="1261" y="758"/>
                        <a:pt x="1249" y="771"/>
                        <a:pt x="1249" y="771"/>
                      </a:cubicBezTo>
                      <a:cubicBezTo>
                        <a:pt x="1249" y="771"/>
                        <a:pt x="1239" y="745"/>
                        <a:pt x="1221" y="748"/>
                      </a:cubicBezTo>
                      <a:cubicBezTo>
                        <a:pt x="1204" y="751"/>
                        <a:pt x="1182" y="777"/>
                        <a:pt x="1182" y="777"/>
                      </a:cubicBezTo>
                      <a:cubicBezTo>
                        <a:pt x="1158" y="775"/>
                        <a:pt x="1158" y="775"/>
                        <a:pt x="1158" y="775"/>
                      </a:cubicBezTo>
                      <a:cubicBezTo>
                        <a:pt x="1151" y="787"/>
                        <a:pt x="1151" y="787"/>
                        <a:pt x="1151" y="787"/>
                      </a:cubicBezTo>
                      <a:cubicBezTo>
                        <a:pt x="1167" y="784"/>
                        <a:pt x="1167" y="784"/>
                        <a:pt x="1167" y="784"/>
                      </a:cubicBezTo>
                      <a:cubicBezTo>
                        <a:pt x="1167" y="784"/>
                        <a:pt x="1179" y="790"/>
                        <a:pt x="1191" y="795"/>
                      </a:cubicBezTo>
                      <a:cubicBezTo>
                        <a:pt x="1202" y="799"/>
                        <a:pt x="1214" y="781"/>
                        <a:pt x="1214" y="781"/>
                      </a:cubicBezTo>
                      <a:cubicBezTo>
                        <a:pt x="1276" y="780"/>
                        <a:pt x="1276" y="780"/>
                        <a:pt x="1276" y="780"/>
                      </a:cubicBezTo>
                      <a:cubicBezTo>
                        <a:pt x="1308" y="775"/>
                        <a:pt x="1308" y="775"/>
                        <a:pt x="1308" y="775"/>
                      </a:cubicBezTo>
                      <a:cubicBezTo>
                        <a:pt x="1334" y="752"/>
                        <a:pt x="1334" y="752"/>
                        <a:pt x="1334" y="752"/>
                      </a:cubicBezTo>
                      <a:cubicBezTo>
                        <a:pt x="1333" y="742"/>
                        <a:pt x="1333" y="742"/>
                        <a:pt x="1333" y="742"/>
                      </a:cubicBezTo>
                      <a:lnTo>
                        <a:pt x="1312" y="751"/>
                      </a:lnTo>
                      <a:close/>
                      <a:moveTo>
                        <a:pt x="1056" y="774"/>
                      </a:moveTo>
                      <a:cubicBezTo>
                        <a:pt x="1056" y="774"/>
                        <a:pt x="1042" y="759"/>
                        <a:pt x="1034" y="761"/>
                      </a:cubicBezTo>
                      <a:cubicBezTo>
                        <a:pt x="1025" y="762"/>
                        <a:pt x="1006" y="791"/>
                        <a:pt x="1006" y="791"/>
                      </a:cubicBezTo>
                      <a:cubicBezTo>
                        <a:pt x="1041" y="796"/>
                        <a:pt x="1041" y="796"/>
                        <a:pt x="1041" y="796"/>
                      </a:cubicBezTo>
                      <a:cubicBezTo>
                        <a:pt x="1042" y="810"/>
                        <a:pt x="1042" y="810"/>
                        <a:pt x="1042" y="810"/>
                      </a:cubicBezTo>
                      <a:cubicBezTo>
                        <a:pt x="1057" y="808"/>
                        <a:pt x="1057" y="808"/>
                        <a:pt x="1057" y="808"/>
                      </a:cubicBezTo>
                      <a:cubicBezTo>
                        <a:pt x="1063" y="794"/>
                        <a:pt x="1063" y="794"/>
                        <a:pt x="1063" y="794"/>
                      </a:cubicBezTo>
                      <a:cubicBezTo>
                        <a:pt x="1082" y="805"/>
                        <a:pt x="1082" y="805"/>
                        <a:pt x="1082" y="805"/>
                      </a:cubicBezTo>
                      <a:cubicBezTo>
                        <a:pt x="1101" y="783"/>
                        <a:pt x="1101" y="783"/>
                        <a:pt x="1101" y="783"/>
                      </a:cubicBezTo>
                      <a:cubicBezTo>
                        <a:pt x="1067" y="771"/>
                        <a:pt x="1067" y="771"/>
                        <a:pt x="1067" y="771"/>
                      </a:cubicBezTo>
                      <a:lnTo>
                        <a:pt x="1056" y="774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5" name="Freeform 337"/>
                <p:cNvSpPr>
                  <a:spLocks noEditPoints="1"/>
                </p:cNvSpPr>
                <p:nvPr/>
              </p:nvSpPr>
              <p:spPr bwMode="gray">
                <a:xfrm>
                  <a:off x="10263" y="-5628"/>
                  <a:ext cx="2011" cy="1549"/>
                </a:xfrm>
                <a:custGeom>
                  <a:avLst/>
                  <a:gdLst>
                    <a:gd name="T0" fmla="*/ 489 w 851"/>
                    <a:gd name="T1" fmla="*/ 375 h 656"/>
                    <a:gd name="T2" fmla="*/ 477 w 851"/>
                    <a:gd name="T3" fmla="*/ 361 h 656"/>
                    <a:gd name="T4" fmla="*/ 456 w 851"/>
                    <a:gd name="T5" fmla="*/ 351 h 656"/>
                    <a:gd name="T6" fmla="*/ 425 w 851"/>
                    <a:gd name="T7" fmla="*/ 380 h 656"/>
                    <a:gd name="T8" fmla="*/ 360 w 851"/>
                    <a:gd name="T9" fmla="*/ 432 h 656"/>
                    <a:gd name="T10" fmla="*/ 261 w 851"/>
                    <a:gd name="T11" fmla="*/ 484 h 656"/>
                    <a:gd name="T12" fmla="*/ 177 w 851"/>
                    <a:gd name="T13" fmla="*/ 513 h 656"/>
                    <a:gd name="T14" fmla="*/ 112 w 851"/>
                    <a:gd name="T15" fmla="*/ 564 h 656"/>
                    <a:gd name="T16" fmla="*/ 56 w 851"/>
                    <a:gd name="T17" fmla="*/ 583 h 656"/>
                    <a:gd name="T18" fmla="*/ 0 w 851"/>
                    <a:gd name="T19" fmla="*/ 608 h 656"/>
                    <a:gd name="T20" fmla="*/ 12 w 851"/>
                    <a:gd name="T21" fmla="*/ 629 h 656"/>
                    <a:gd name="T22" fmla="*/ 47 w 851"/>
                    <a:gd name="T23" fmla="*/ 631 h 656"/>
                    <a:gd name="T24" fmla="*/ 65 w 851"/>
                    <a:gd name="T25" fmla="*/ 637 h 656"/>
                    <a:gd name="T26" fmla="*/ 96 w 851"/>
                    <a:gd name="T27" fmla="*/ 648 h 656"/>
                    <a:gd name="T28" fmla="*/ 152 w 851"/>
                    <a:gd name="T29" fmla="*/ 653 h 656"/>
                    <a:gd name="T30" fmla="*/ 215 w 851"/>
                    <a:gd name="T31" fmla="*/ 620 h 656"/>
                    <a:gd name="T32" fmla="*/ 265 w 851"/>
                    <a:gd name="T33" fmla="*/ 574 h 656"/>
                    <a:gd name="T34" fmla="*/ 279 w 851"/>
                    <a:gd name="T35" fmla="*/ 557 h 656"/>
                    <a:gd name="T36" fmla="*/ 306 w 851"/>
                    <a:gd name="T37" fmla="*/ 517 h 656"/>
                    <a:gd name="T38" fmla="*/ 343 w 851"/>
                    <a:gd name="T39" fmla="*/ 510 h 656"/>
                    <a:gd name="T40" fmla="*/ 388 w 851"/>
                    <a:gd name="T41" fmla="*/ 503 h 656"/>
                    <a:gd name="T42" fmla="*/ 395 w 851"/>
                    <a:gd name="T43" fmla="*/ 480 h 656"/>
                    <a:gd name="T44" fmla="*/ 430 w 851"/>
                    <a:gd name="T45" fmla="*/ 456 h 656"/>
                    <a:gd name="T46" fmla="*/ 468 w 851"/>
                    <a:gd name="T47" fmla="*/ 430 h 656"/>
                    <a:gd name="T48" fmla="*/ 518 w 851"/>
                    <a:gd name="T49" fmla="*/ 389 h 656"/>
                    <a:gd name="T50" fmla="*/ 498 w 851"/>
                    <a:gd name="T51" fmla="*/ 375 h 656"/>
                    <a:gd name="T52" fmla="*/ 841 w 851"/>
                    <a:gd name="T53" fmla="*/ 205 h 656"/>
                    <a:gd name="T54" fmla="*/ 821 w 851"/>
                    <a:gd name="T55" fmla="*/ 186 h 656"/>
                    <a:gd name="T56" fmla="*/ 768 w 851"/>
                    <a:gd name="T57" fmla="*/ 192 h 656"/>
                    <a:gd name="T58" fmla="*/ 777 w 851"/>
                    <a:gd name="T59" fmla="*/ 120 h 656"/>
                    <a:gd name="T60" fmla="*/ 756 w 851"/>
                    <a:gd name="T61" fmla="*/ 129 h 656"/>
                    <a:gd name="T62" fmla="*/ 740 w 851"/>
                    <a:gd name="T63" fmla="*/ 126 h 656"/>
                    <a:gd name="T64" fmla="*/ 750 w 851"/>
                    <a:gd name="T65" fmla="*/ 62 h 656"/>
                    <a:gd name="T66" fmla="*/ 720 w 851"/>
                    <a:gd name="T67" fmla="*/ 27 h 656"/>
                    <a:gd name="T68" fmla="*/ 692 w 851"/>
                    <a:gd name="T69" fmla="*/ 11 h 656"/>
                    <a:gd name="T70" fmla="*/ 679 w 851"/>
                    <a:gd name="T71" fmla="*/ 12 h 656"/>
                    <a:gd name="T72" fmla="*/ 686 w 851"/>
                    <a:gd name="T73" fmla="*/ 60 h 656"/>
                    <a:gd name="T74" fmla="*/ 692 w 851"/>
                    <a:gd name="T75" fmla="*/ 70 h 656"/>
                    <a:gd name="T76" fmla="*/ 712 w 851"/>
                    <a:gd name="T77" fmla="*/ 89 h 656"/>
                    <a:gd name="T78" fmla="*/ 705 w 851"/>
                    <a:gd name="T79" fmla="*/ 102 h 656"/>
                    <a:gd name="T80" fmla="*/ 715 w 851"/>
                    <a:gd name="T81" fmla="*/ 136 h 656"/>
                    <a:gd name="T82" fmla="*/ 694 w 851"/>
                    <a:gd name="T83" fmla="*/ 148 h 656"/>
                    <a:gd name="T84" fmla="*/ 682 w 851"/>
                    <a:gd name="T85" fmla="*/ 185 h 656"/>
                    <a:gd name="T86" fmla="*/ 656 w 851"/>
                    <a:gd name="T87" fmla="*/ 209 h 656"/>
                    <a:gd name="T88" fmla="*/ 578 w 851"/>
                    <a:gd name="T89" fmla="*/ 255 h 656"/>
                    <a:gd name="T90" fmla="*/ 609 w 851"/>
                    <a:gd name="T91" fmla="*/ 302 h 656"/>
                    <a:gd name="T92" fmla="*/ 576 w 851"/>
                    <a:gd name="T93" fmla="*/ 359 h 656"/>
                    <a:gd name="T94" fmla="*/ 557 w 851"/>
                    <a:gd name="T95" fmla="*/ 381 h 656"/>
                    <a:gd name="T96" fmla="*/ 644 w 851"/>
                    <a:gd name="T97" fmla="*/ 340 h 656"/>
                    <a:gd name="T98" fmla="*/ 697 w 851"/>
                    <a:gd name="T99" fmla="*/ 308 h 656"/>
                    <a:gd name="T100" fmla="*/ 715 w 851"/>
                    <a:gd name="T101" fmla="*/ 277 h 656"/>
                    <a:gd name="T102" fmla="*/ 774 w 851"/>
                    <a:gd name="T103" fmla="*/ 266 h 656"/>
                    <a:gd name="T104" fmla="*/ 805 w 851"/>
                    <a:gd name="T105" fmla="*/ 236 h 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1" h="656">
                      <a:moveTo>
                        <a:pt x="498" y="375"/>
                      </a:moveTo>
                      <a:cubicBezTo>
                        <a:pt x="489" y="375"/>
                        <a:pt x="489" y="375"/>
                        <a:pt x="489" y="375"/>
                      </a:cubicBezTo>
                      <a:cubicBezTo>
                        <a:pt x="495" y="350"/>
                        <a:pt x="495" y="350"/>
                        <a:pt x="495" y="350"/>
                      </a:cubicBezTo>
                      <a:cubicBezTo>
                        <a:pt x="477" y="361"/>
                        <a:pt x="477" y="361"/>
                        <a:pt x="477" y="361"/>
                      </a:cubicBezTo>
                      <a:cubicBezTo>
                        <a:pt x="477" y="361"/>
                        <a:pt x="490" y="335"/>
                        <a:pt x="478" y="335"/>
                      </a:cubicBezTo>
                      <a:cubicBezTo>
                        <a:pt x="466" y="334"/>
                        <a:pt x="456" y="351"/>
                        <a:pt x="456" y="351"/>
                      </a:cubicBezTo>
                      <a:cubicBezTo>
                        <a:pt x="445" y="358"/>
                        <a:pt x="445" y="358"/>
                        <a:pt x="445" y="358"/>
                      </a:cubicBezTo>
                      <a:cubicBezTo>
                        <a:pt x="445" y="358"/>
                        <a:pt x="434" y="369"/>
                        <a:pt x="425" y="380"/>
                      </a:cubicBezTo>
                      <a:cubicBezTo>
                        <a:pt x="417" y="391"/>
                        <a:pt x="396" y="393"/>
                        <a:pt x="381" y="403"/>
                      </a:cubicBezTo>
                      <a:cubicBezTo>
                        <a:pt x="366" y="414"/>
                        <a:pt x="360" y="432"/>
                        <a:pt x="360" y="432"/>
                      </a:cubicBezTo>
                      <a:cubicBezTo>
                        <a:pt x="360" y="432"/>
                        <a:pt x="313" y="446"/>
                        <a:pt x="300" y="455"/>
                      </a:cubicBezTo>
                      <a:cubicBezTo>
                        <a:pt x="285" y="464"/>
                        <a:pt x="261" y="484"/>
                        <a:pt x="261" y="484"/>
                      </a:cubicBezTo>
                      <a:cubicBezTo>
                        <a:pt x="261" y="484"/>
                        <a:pt x="234" y="488"/>
                        <a:pt x="217" y="495"/>
                      </a:cubicBezTo>
                      <a:cubicBezTo>
                        <a:pt x="201" y="503"/>
                        <a:pt x="192" y="505"/>
                        <a:pt x="177" y="513"/>
                      </a:cubicBezTo>
                      <a:cubicBezTo>
                        <a:pt x="161" y="522"/>
                        <a:pt x="131" y="533"/>
                        <a:pt x="119" y="539"/>
                      </a:cubicBezTo>
                      <a:cubicBezTo>
                        <a:pt x="106" y="545"/>
                        <a:pt x="112" y="564"/>
                        <a:pt x="112" y="564"/>
                      </a:cubicBezTo>
                      <a:cubicBezTo>
                        <a:pt x="102" y="555"/>
                        <a:pt x="102" y="555"/>
                        <a:pt x="102" y="555"/>
                      </a:cubicBezTo>
                      <a:cubicBezTo>
                        <a:pt x="102" y="555"/>
                        <a:pt x="67" y="577"/>
                        <a:pt x="56" y="583"/>
                      </a:cubicBezTo>
                      <a:cubicBezTo>
                        <a:pt x="44" y="590"/>
                        <a:pt x="39" y="587"/>
                        <a:pt x="23" y="593"/>
                      </a:cubicBezTo>
                      <a:cubicBezTo>
                        <a:pt x="7" y="599"/>
                        <a:pt x="0" y="608"/>
                        <a:pt x="0" y="608"/>
                      </a:cubicBezTo>
                      <a:cubicBezTo>
                        <a:pt x="0" y="608"/>
                        <a:pt x="20" y="607"/>
                        <a:pt x="18" y="611"/>
                      </a:cubicBezTo>
                      <a:cubicBezTo>
                        <a:pt x="16" y="615"/>
                        <a:pt x="8" y="620"/>
                        <a:pt x="12" y="629"/>
                      </a:cubicBezTo>
                      <a:cubicBezTo>
                        <a:pt x="17" y="638"/>
                        <a:pt x="40" y="624"/>
                        <a:pt x="40" y="624"/>
                      </a:cubicBezTo>
                      <a:cubicBezTo>
                        <a:pt x="47" y="631"/>
                        <a:pt x="47" y="631"/>
                        <a:pt x="47" y="631"/>
                      </a:cubicBezTo>
                      <a:cubicBezTo>
                        <a:pt x="63" y="631"/>
                        <a:pt x="63" y="631"/>
                        <a:pt x="63" y="631"/>
                      </a:cubicBezTo>
                      <a:cubicBezTo>
                        <a:pt x="65" y="637"/>
                        <a:pt x="65" y="637"/>
                        <a:pt x="65" y="637"/>
                      </a:cubicBezTo>
                      <a:cubicBezTo>
                        <a:pt x="87" y="634"/>
                        <a:pt x="87" y="634"/>
                        <a:pt x="87" y="634"/>
                      </a:cubicBezTo>
                      <a:cubicBezTo>
                        <a:pt x="96" y="648"/>
                        <a:pt x="96" y="648"/>
                        <a:pt x="96" y="648"/>
                      </a:cubicBezTo>
                      <a:cubicBezTo>
                        <a:pt x="118" y="645"/>
                        <a:pt x="118" y="645"/>
                        <a:pt x="118" y="645"/>
                      </a:cubicBezTo>
                      <a:cubicBezTo>
                        <a:pt x="118" y="645"/>
                        <a:pt x="136" y="656"/>
                        <a:pt x="152" y="653"/>
                      </a:cubicBezTo>
                      <a:cubicBezTo>
                        <a:pt x="167" y="650"/>
                        <a:pt x="172" y="634"/>
                        <a:pt x="182" y="627"/>
                      </a:cubicBezTo>
                      <a:cubicBezTo>
                        <a:pt x="192" y="620"/>
                        <a:pt x="200" y="630"/>
                        <a:pt x="215" y="620"/>
                      </a:cubicBezTo>
                      <a:cubicBezTo>
                        <a:pt x="230" y="610"/>
                        <a:pt x="220" y="597"/>
                        <a:pt x="232" y="586"/>
                      </a:cubicBezTo>
                      <a:cubicBezTo>
                        <a:pt x="243" y="574"/>
                        <a:pt x="257" y="582"/>
                        <a:pt x="265" y="574"/>
                      </a:cubicBezTo>
                      <a:cubicBezTo>
                        <a:pt x="273" y="567"/>
                        <a:pt x="265" y="558"/>
                        <a:pt x="265" y="558"/>
                      </a:cubicBezTo>
                      <a:cubicBezTo>
                        <a:pt x="279" y="557"/>
                        <a:pt x="279" y="557"/>
                        <a:pt x="279" y="557"/>
                      </a:cubicBezTo>
                      <a:cubicBezTo>
                        <a:pt x="318" y="527"/>
                        <a:pt x="318" y="527"/>
                        <a:pt x="318" y="527"/>
                      </a:cubicBezTo>
                      <a:cubicBezTo>
                        <a:pt x="306" y="517"/>
                        <a:pt x="306" y="517"/>
                        <a:pt x="306" y="517"/>
                      </a:cubicBezTo>
                      <a:cubicBezTo>
                        <a:pt x="333" y="527"/>
                        <a:pt x="333" y="527"/>
                        <a:pt x="333" y="527"/>
                      </a:cubicBezTo>
                      <a:cubicBezTo>
                        <a:pt x="333" y="527"/>
                        <a:pt x="334" y="511"/>
                        <a:pt x="343" y="510"/>
                      </a:cubicBezTo>
                      <a:cubicBezTo>
                        <a:pt x="352" y="509"/>
                        <a:pt x="360" y="517"/>
                        <a:pt x="372" y="520"/>
                      </a:cubicBezTo>
                      <a:cubicBezTo>
                        <a:pt x="383" y="522"/>
                        <a:pt x="388" y="503"/>
                        <a:pt x="388" y="503"/>
                      </a:cubicBezTo>
                      <a:cubicBezTo>
                        <a:pt x="378" y="495"/>
                        <a:pt x="378" y="495"/>
                        <a:pt x="378" y="495"/>
                      </a:cubicBezTo>
                      <a:cubicBezTo>
                        <a:pt x="395" y="480"/>
                        <a:pt x="395" y="480"/>
                        <a:pt x="395" y="480"/>
                      </a:cubicBezTo>
                      <a:cubicBezTo>
                        <a:pt x="407" y="466"/>
                        <a:pt x="407" y="466"/>
                        <a:pt x="407" y="466"/>
                      </a:cubicBezTo>
                      <a:cubicBezTo>
                        <a:pt x="407" y="466"/>
                        <a:pt x="418" y="459"/>
                        <a:pt x="430" y="456"/>
                      </a:cubicBezTo>
                      <a:cubicBezTo>
                        <a:pt x="442" y="453"/>
                        <a:pt x="447" y="436"/>
                        <a:pt x="447" y="436"/>
                      </a:cubicBezTo>
                      <a:cubicBezTo>
                        <a:pt x="447" y="436"/>
                        <a:pt x="458" y="434"/>
                        <a:pt x="468" y="430"/>
                      </a:cubicBezTo>
                      <a:cubicBezTo>
                        <a:pt x="479" y="426"/>
                        <a:pt x="488" y="408"/>
                        <a:pt x="488" y="408"/>
                      </a:cubicBezTo>
                      <a:cubicBezTo>
                        <a:pt x="488" y="408"/>
                        <a:pt x="508" y="401"/>
                        <a:pt x="518" y="389"/>
                      </a:cubicBezTo>
                      <a:cubicBezTo>
                        <a:pt x="529" y="376"/>
                        <a:pt x="516" y="353"/>
                        <a:pt x="516" y="353"/>
                      </a:cubicBezTo>
                      <a:lnTo>
                        <a:pt x="498" y="375"/>
                      </a:lnTo>
                      <a:close/>
                      <a:moveTo>
                        <a:pt x="815" y="215"/>
                      </a:moveTo>
                      <a:cubicBezTo>
                        <a:pt x="823" y="210"/>
                        <a:pt x="831" y="213"/>
                        <a:pt x="841" y="205"/>
                      </a:cubicBezTo>
                      <a:cubicBezTo>
                        <a:pt x="851" y="197"/>
                        <a:pt x="847" y="183"/>
                        <a:pt x="839" y="176"/>
                      </a:cubicBezTo>
                      <a:cubicBezTo>
                        <a:pt x="831" y="168"/>
                        <a:pt x="821" y="186"/>
                        <a:pt x="821" y="186"/>
                      </a:cubicBezTo>
                      <a:cubicBezTo>
                        <a:pt x="821" y="186"/>
                        <a:pt x="815" y="186"/>
                        <a:pt x="806" y="184"/>
                      </a:cubicBezTo>
                      <a:cubicBezTo>
                        <a:pt x="798" y="181"/>
                        <a:pt x="780" y="195"/>
                        <a:pt x="768" y="192"/>
                      </a:cubicBezTo>
                      <a:cubicBezTo>
                        <a:pt x="756" y="189"/>
                        <a:pt x="761" y="145"/>
                        <a:pt x="761" y="145"/>
                      </a:cubicBezTo>
                      <a:cubicBezTo>
                        <a:pt x="777" y="120"/>
                        <a:pt x="777" y="120"/>
                        <a:pt x="777" y="120"/>
                      </a:cubicBezTo>
                      <a:cubicBezTo>
                        <a:pt x="777" y="120"/>
                        <a:pt x="777" y="102"/>
                        <a:pt x="767" y="103"/>
                      </a:cubicBezTo>
                      <a:cubicBezTo>
                        <a:pt x="756" y="103"/>
                        <a:pt x="756" y="119"/>
                        <a:pt x="756" y="129"/>
                      </a:cubicBezTo>
                      <a:cubicBezTo>
                        <a:pt x="755" y="138"/>
                        <a:pt x="743" y="146"/>
                        <a:pt x="743" y="146"/>
                      </a:cubicBezTo>
                      <a:cubicBezTo>
                        <a:pt x="740" y="126"/>
                        <a:pt x="740" y="126"/>
                        <a:pt x="740" y="126"/>
                      </a:cubicBezTo>
                      <a:cubicBezTo>
                        <a:pt x="726" y="113"/>
                        <a:pt x="726" y="113"/>
                        <a:pt x="726" y="113"/>
                      </a:cubicBezTo>
                      <a:cubicBezTo>
                        <a:pt x="726" y="113"/>
                        <a:pt x="750" y="82"/>
                        <a:pt x="750" y="62"/>
                      </a:cubicBezTo>
                      <a:cubicBezTo>
                        <a:pt x="751" y="42"/>
                        <a:pt x="717" y="41"/>
                        <a:pt x="717" y="41"/>
                      </a:cubicBezTo>
                      <a:cubicBezTo>
                        <a:pt x="720" y="27"/>
                        <a:pt x="720" y="27"/>
                        <a:pt x="720" y="27"/>
                      </a:cubicBezTo>
                      <a:cubicBezTo>
                        <a:pt x="707" y="25"/>
                        <a:pt x="707" y="25"/>
                        <a:pt x="707" y="25"/>
                      </a:cubicBezTo>
                      <a:cubicBezTo>
                        <a:pt x="692" y="11"/>
                        <a:pt x="692" y="11"/>
                        <a:pt x="692" y="11"/>
                      </a:cubicBezTo>
                      <a:cubicBezTo>
                        <a:pt x="699" y="0"/>
                        <a:pt x="699" y="0"/>
                        <a:pt x="699" y="0"/>
                      </a:cubicBezTo>
                      <a:cubicBezTo>
                        <a:pt x="679" y="12"/>
                        <a:pt x="679" y="12"/>
                        <a:pt x="679" y="12"/>
                      </a:cubicBezTo>
                      <a:cubicBezTo>
                        <a:pt x="692" y="35"/>
                        <a:pt x="692" y="35"/>
                        <a:pt x="692" y="35"/>
                      </a:cubicBezTo>
                      <a:cubicBezTo>
                        <a:pt x="686" y="60"/>
                        <a:pt x="686" y="60"/>
                        <a:pt x="686" y="60"/>
                      </a:cubicBezTo>
                      <a:cubicBezTo>
                        <a:pt x="701" y="66"/>
                        <a:pt x="701" y="66"/>
                        <a:pt x="701" y="66"/>
                      </a:cubicBezTo>
                      <a:cubicBezTo>
                        <a:pt x="692" y="70"/>
                        <a:pt x="692" y="70"/>
                        <a:pt x="692" y="70"/>
                      </a:cubicBezTo>
                      <a:cubicBezTo>
                        <a:pt x="696" y="84"/>
                        <a:pt x="696" y="84"/>
                        <a:pt x="696" y="84"/>
                      </a:cubicBezTo>
                      <a:cubicBezTo>
                        <a:pt x="712" y="89"/>
                        <a:pt x="712" y="89"/>
                        <a:pt x="712" y="89"/>
                      </a:cubicBezTo>
                      <a:cubicBezTo>
                        <a:pt x="696" y="97"/>
                        <a:pt x="696" y="97"/>
                        <a:pt x="696" y="97"/>
                      </a:cubicBezTo>
                      <a:cubicBezTo>
                        <a:pt x="705" y="102"/>
                        <a:pt x="705" y="102"/>
                        <a:pt x="705" y="102"/>
                      </a:cubicBezTo>
                      <a:cubicBezTo>
                        <a:pt x="705" y="102"/>
                        <a:pt x="702" y="116"/>
                        <a:pt x="702" y="122"/>
                      </a:cubicBezTo>
                      <a:cubicBezTo>
                        <a:pt x="702" y="129"/>
                        <a:pt x="715" y="136"/>
                        <a:pt x="715" y="136"/>
                      </a:cubicBezTo>
                      <a:cubicBezTo>
                        <a:pt x="702" y="138"/>
                        <a:pt x="702" y="138"/>
                        <a:pt x="702" y="138"/>
                      </a:cubicBezTo>
                      <a:cubicBezTo>
                        <a:pt x="694" y="148"/>
                        <a:pt x="694" y="148"/>
                        <a:pt x="694" y="148"/>
                      </a:cubicBezTo>
                      <a:cubicBezTo>
                        <a:pt x="705" y="154"/>
                        <a:pt x="705" y="154"/>
                        <a:pt x="705" y="154"/>
                      </a:cubicBezTo>
                      <a:cubicBezTo>
                        <a:pt x="705" y="154"/>
                        <a:pt x="684" y="174"/>
                        <a:pt x="682" y="185"/>
                      </a:cubicBezTo>
                      <a:cubicBezTo>
                        <a:pt x="681" y="196"/>
                        <a:pt x="691" y="199"/>
                        <a:pt x="691" y="199"/>
                      </a:cubicBezTo>
                      <a:cubicBezTo>
                        <a:pt x="691" y="199"/>
                        <a:pt x="669" y="203"/>
                        <a:pt x="656" y="209"/>
                      </a:cubicBezTo>
                      <a:cubicBezTo>
                        <a:pt x="643" y="214"/>
                        <a:pt x="646" y="217"/>
                        <a:pt x="630" y="229"/>
                      </a:cubicBezTo>
                      <a:cubicBezTo>
                        <a:pt x="613" y="242"/>
                        <a:pt x="599" y="243"/>
                        <a:pt x="578" y="255"/>
                      </a:cubicBezTo>
                      <a:cubicBezTo>
                        <a:pt x="557" y="268"/>
                        <a:pt x="576" y="302"/>
                        <a:pt x="576" y="302"/>
                      </a:cubicBezTo>
                      <a:cubicBezTo>
                        <a:pt x="576" y="302"/>
                        <a:pt x="599" y="300"/>
                        <a:pt x="609" y="302"/>
                      </a:cubicBezTo>
                      <a:cubicBezTo>
                        <a:pt x="619" y="304"/>
                        <a:pt x="609" y="323"/>
                        <a:pt x="609" y="338"/>
                      </a:cubicBezTo>
                      <a:cubicBezTo>
                        <a:pt x="610" y="354"/>
                        <a:pt x="593" y="353"/>
                        <a:pt x="576" y="359"/>
                      </a:cubicBezTo>
                      <a:cubicBezTo>
                        <a:pt x="559" y="365"/>
                        <a:pt x="567" y="370"/>
                        <a:pt x="567" y="370"/>
                      </a:cubicBezTo>
                      <a:cubicBezTo>
                        <a:pt x="557" y="381"/>
                        <a:pt x="557" y="381"/>
                        <a:pt x="557" y="381"/>
                      </a:cubicBezTo>
                      <a:cubicBezTo>
                        <a:pt x="557" y="381"/>
                        <a:pt x="575" y="394"/>
                        <a:pt x="589" y="390"/>
                      </a:cubicBezTo>
                      <a:cubicBezTo>
                        <a:pt x="602" y="385"/>
                        <a:pt x="633" y="351"/>
                        <a:pt x="644" y="340"/>
                      </a:cubicBezTo>
                      <a:cubicBezTo>
                        <a:pt x="655" y="329"/>
                        <a:pt x="682" y="321"/>
                        <a:pt x="687" y="321"/>
                      </a:cubicBezTo>
                      <a:cubicBezTo>
                        <a:pt x="692" y="320"/>
                        <a:pt x="697" y="308"/>
                        <a:pt x="697" y="308"/>
                      </a:cubicBezTo>
                      <a:cubicBezTo>
                        <a:pt x="697" y="308"/>
                        <a:pt x="704" y="305"/>
                        <a:pt x="715" y="301"/>
                      </a:cubicBezTo>
                      <a:cubicBezTo>
                        <a:pt x="726" y="296"/>
                        <a:pt x="715" y="277"/>
                        <a:pt x="715" y="277"/>
                      </a:cubicBezTo>
                      <a:cubicBezTo>
                        <a:pt x="715" y="277"/>
                        <a:pt x="725" y="269"/>
                        <a:pt x="738" y="263"/>
                      </a:cubicBezTo>
                      <a:cubicBezTo>
                        <a:pt x="752" y="257"/>
                        <a:pt x="762" y="269"/>
                        <a:pt x="774" y="266"/>
                      </a:cubicBezTo>
                      <a:cubicBezTo>
                        <a:pt x="786" y="264"/>
                        <a:pt x="782" y="240"/>
                        <a:pt x="782" y="240"/>
                      </a:cubicBezTo>
                      <a:cubicBezTo>
                        <a:pt x="782" y="240"/>
                        <a:pt x="793" y="237"/>
                        <a:pt x="805" y="236"/>
                      </a:cubicBezTo>
                      <a:cubicBezTo>
                        <a:pt x="816" y="235"/>
                        <a:pt x="808" y="221"/>
                        <a:pt x="815" y="2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6" name="Freeform 338"/>
                <p:cNvSpPr>
                  <a:spLocks noEditPoints="1"/>
                </p:cNvSpPr>
                <p:nvPr/>
              </p:nvSpPr>
              <p:spPr bwMode="gray">
                <a:xfrm>
                  <a:off x="5728" y="-8631"/>
                  <a:ext cx="4483" cy="4191"/>
                </a:xfrm>
                <a:custGeom>
                  <a:avLst/>
                  <a:gdLst>
                    <a:gd name="T0" fmla="*/ 971 w 1898"/>
                    <a:gd name="T1" fmla="*/ 1367 h 1774"/>
                    <a:gd name="T2" fmla="*/ 1008 w 1898"/>
                    <a:gd name="T3" fmla="*/ 1349 h 1774"/>
                    <a:gd name="T4" fmla="*/ 1830 w 1898"/>
                    <a:gd name="T5" fmla="*/ 698 h 1774"/>
                    <a:gd name="T6" fmla="*/ 1797 w 1898"/>
                    <a:gd name="T7" fmla="*/ 622 h 1774"/>
                    <a:gd name="T8" fmla="*/ 1707 w 1898"/>
                    <a:gd name="T9" fmla="*/ 471 h 1774"/>
                    <a:gd name="T10" fmla="*/ 1649 w 1898"/>
                    <a:gd name="T11" fmla="*/ 192 h 1774"/>
                    <a:gd name="T12" fmla="*/ 1596 w 1898"/>
                    <a:gd name="T13" fmla="*/ 64 h 1774"/>
                    <a:gd name="T14" fmla="*/ 1541 w 1898"/>
                    <a:gd name="T15" fmla="*/ 18 h 1774"/>
                    <a:gd name="T16" fmla="*/ 1494 w 1898"/>
                    <a:gd name="T17" fmla="*/ 189 h 1774"/>
                    <a:gd name="T18" fmla="*/ 1283 w 1898"/>
                    <a:gd name="T19" fmla="*/ 306 h 1774"/>
                    <a:gd name="T20" fmla="*/ 1239 w 1898"/>
                    <a:gd name="T21" fmla="*/ 181 h 1774"/>
                    <a:gd name="T22" fmla="*/ 1269 w 1898"/>
                    <a:gd name="T23" fmla="*/ 69 h 1774"/>
                    <a:gd name="T24" fmla="*/ 1170 w 1898"/>
                    <a:gd name="T25" fmla="*/ 75 h 1774"/>
                    <a:gd name="T26" fmla="*/ 1050 w 1898"/>
                    <a:gd name="T27" fmla="*/ 42 h 1774"/>
                    <a:gd name="T28" fmla="*/ 1012 w 1898"/>
                    <a:gd name="T29" fmla="*/ 86 h 1774"/>
                    <a:gd name="T30" fmla="*/ 910 w 1898"/>
                    <a:gd name="T31" fmla="*/ 212 h 1774"/>
                    <a:gd name="T32" fmla="*/ 872 w 1898"/>
                    <a:gd name="T33" fmla="*/ 235 h 1774"/>
                    <a:gd name="T34" fmla="*/ 848 w 1898"/>
                    <a:gd name="T35" fmla="*/ 215 h 1774"/>
                    <a:gd name="T36" fmla="*/ 788 w 1898"/>
                    <a:gd name="T37" fmla="*/ 185 h 1774"/>
                    <a:gd name="T38" fmla="*/ 731 w 1898"/>
                    <a:gd name="T39" fmla="*/ 238 h 1774"/>
                    <a:gd name="T40" fmla="*/ 676 w 1898"/>
                    <a:gd name="T41" fmla="*/ 279 h 1774"/>
                    <a:gd name="T42" fmla="*/ 614 w 1898"/>
                    <a:gd name="T43" fmla="*/ 310 h 1774"/>
                    <a:gd name="T44" fmla="*/ 606 w 1898"/>
                    <a:gd name="T45" fmla="*/ 348 h 1774"/>
                    <a:gd name="T46" fmla="*/ 531 w 1898"/>
                    <a:gd name="T47" fmla="*/ 409 h 1774"/>
                    <a:gd name="T48" fmla="*/ 359 w 1898"/>
                    <a:gd name="T49" fmla="*/ 505 h 1774"/>
                    <a:gd name="T50" fmla="*/ 218 w 1898"/>
                    <a:gd name="T51" fmla="*/ 554 h 1774"/>
                    <a:gd name="T52" fmla="*/ 83 w 1898"/>
                    <a:gd name="T53" fmla="*/ 649 h 1774"/>
                    <a:gd name="T54" fmla="*/ 48 w 1898"/>
                    <a:gd name="T55" fmla="*/ 813 h 1774"/>
                    <a:gd name="T56" fmla="*/ 35 w 1898"/>
                    <a:gd name="T57" fmla="*/ 937 h 1774"/>
                    <a:gd name="T58" fmla="*/ 87 w 1898"/>
                    <a:gd name="T59" fmla="*/ 1141 h 1774"/>
                    <a:gd name="T60" fmla="*/ 56 w 1898"/>
                    <a:gd name="T61" fmla="*/ 1305 h 1774"/>
                    <a:gd name="T62" fmla="*/ 186 w 1898"/>
                    <a:gd name="T63" fmla="*/ 1285 h 1774"/>
                    <a:gd name="T64" fmla="*/ 384 w 1898"/>
                    <a:gd name="T65" fmla="*/ 1244 h 1774"/>
                    <a:gd name="T66" fmla="*/ 594 w 1898"/>
                    <a:gd name="T67" fmla="*/ 1153 h 1774"/>
                    <a:gd name="T68" fmla="*/ 896 w 1898"/>
                    <a:gd name="T69" fmla="*/ 1136 h 1774"/>
                    <a:gd name="T70" fmla="*/ 932 w 1898"/>
                    <a:gd name="T71" fmla="*/ 1225 h 1774"/>
                    <a:gd name="T72" fmla="*/ 962 w 1898"/>
                    <a:gd name="T73" fmla="*/ 1304 h 1774"/>
                    <a:gd name="T74" fmla="*/ 1060 w 1898"/>
                    <a:gd name="T75" fmla="*/ 1224 h 1774"/>
                    <a:gd name="T76" fmla="*/ 1083 w 1898"/>
                    <a:gd name="T77" fmla="*/ 1210 h 1774"/>
                    <a:gd name="T78" fmla="*/ 1011 w 1898"/>
                    <a:gd name="T79" fmla="*/ 1319 h 1774"/>
                    <a:gd name="T80" fmla="*/ 1072 w 1898"/>
                    <a:gd name="T81" fmla="*/ 1339 h 1774"/>
                    <a:gd name="T82" fmla="*/ 1118 w 1898"/>
                    <a:gd name="T83" fmla="*/ 1477 h 1774"/>
                    <a:gd name="T84" fmla="*/ 1319 w 1898"/>
                    <a:gd name="T85" fmla="*/ 1502 h 1774"/>
                    <a:gd name="T86" fmla="*/ 1360 w 1898"/>
                    <a:gd name="T87" fmla="*/ 1532 h 1774"/>
                    <a:gd name="T88" fmla="*/ 1533 w 1898"/>
                    <a:gd name="T89" fmla="*/ 1461 h 1774"/>
                    <a:gd name="T90" fmla="*/ 1641 w 1898"/>
                    <a:gd name="T91" fmla="*/ 1275 h 1774"/>
                    <a:gd name="T92" fmla="*/ 1874 w 1898"/>
                    <a:gd name="T93" fmla="*/ 952 h 1774"/>
                    <a:gd name="T94" fmla="*/ 1364 w 1898"/>
                    <a:gd name="T95" fmla="*/ 1612 h 1774"/>
                    <a:gd name="T96" fmla="*/ 1274 w 1898"/>
                    <a:gd name="T97" fmla="*/ 1651 h 1774"/>
                    <a:gd name="T98" fmla="*/ 1184 w 1898"/>
                    <a:gd name="T99" fmla="*/ 1616 h 1774"/>
                    <a:gd name="T100" fmla="*/ 1155 w 1898"/>
                    <a:gd name="T101" fmla="*/ 1713 h 1774"/>
                    <a:gd name="T102" fmla="*/ 1214 w 1898"/>
                    <a:gd name="T103" fmla="*/ 1769 h 1774"/>
                    <a:gd name="T104" fmla="*/ 1282 w 1898"/>
                    <a:gd name="T105" fmla="*/ 1706 h 1774"/>
                    <a:gd name="T106" fmla="*/ 1290 w 1898"/>
                    <a:gd name="T107" fmla="*/ 195 h 1774"/>
                    <a:gd name="T108" fmla="*/ 1209 w 1898"/>
                    <a:gd name="T109" fmla="*/ 1549 h 1774"/>
                    <a:gd name="T110" fmla="*/ 1357 w 1898"/>
                    <a:gd name="T111" fmla="*/ 1597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98" h="1774">
                      <a:moveTo>
                        <a:pt x="1024" y="43"/>
                      </a:moveTo>
                      <a:cubicBezTo>
                        <a:pt x="1014" y="29"/>
                        <a:pt x="990" y="54"/>
                        <a:pt x="999" y="65"/>
                      </a:cubicBezTo>
                      <a:cubicBezTo>
                        <a:pt x="1008" y="75"/>
                        <a:pt x="1024" y="43"/>
                        <a:pt x="1024" y="43"/>
                      </a:cubicBezTo>
                      <a:close/>
                      <a:moveTo>
                        <a:pt x="986" y="1341"/>
                      </a:moveTo>
                      <a:cubicBezTo>
                        <a:pt x="972" y="1343"/>
                        <a:pt x="954" y="1348"/>
                        <a:pt x="961" y="1354"/>
                      </a:cubicBezTo>
                      <a:cubicBezTo>
                        <a:pt x="968" y="1360"/>
                        <a:pt x="971" y="1367"/>
                        <a:pt x="971" y="1367"/>
                      </a:cubicBezTo>
                      <a:cubicBezTo>
                        <a:pt x="985" y="1367"/>
                        <a:pt x="999" y="1359"/>
                        <a:pt x="999" y="1359"/>
                      </a:cubicBezTo>
                      <a:cubicBezTo>
                        <a:pt x="1007" y="1359"/>
                        <a:pt x="1007" y="1359"/>
                        <a:pt x="1007" y="1359"/>
                      </a:cubicBezTo>
                      <a:cubicBezTo>
                        <a:pt x="1011" y="1356"/>
                        <a:pt x="1011" y="1356"/>
                        <a:pt x="1011" y="1356"/>
                      </a:cubicBezTo>
                      <a:cubicBezTo>
                        <a:pt x="1022" y="1356"/>
                        <a:pt x="1022" y="1356"/>
                        <a:pt x="1022" y="1356"/>
                      </a:cubicBezTo>
                      <a:cubicBezTo>
                        <a:pt x="1026" y="1351"/>
                        <a:pt x="1026" y="1351"/>
                        <a:pt x="1026" y="1351"/>
                      </a:cubicBezTo>
                      <a:cubicBezTo>
                        <a:pt x="1008" y="1349"/>
                        <a:pt x="1008" y="1349"/>
                        <a:pt x="1008" y="1349"/>
                      </a:cubicBezTo>
                      <a:cubicBezTo>
                        <a:pt x="1008" y="1349"/>
                        <a:pt x="1000" y="1340"/>
                        <a:pt x="986" y="1341"/>
                      </a:cubicBezTo>
                      <a:close/>
                      <a:moveTo>
                        <a:pt x="1869" y="774"/>
                      </a:moveTo>
                      <a:cubicBezTo>
                        <a:pt x="1869" y="774"/>
                        <a:pt x="1866" y="733"/>
                        <a:pt x="1865" y="727"/>
                      </a:cubicBezTo>
                      <a:cubicBezTo>
                        <a:pt x="1863" y="721"/>
                        <a:pt x="1843" y="720"/>
                        <a:pt x="1843" y="720"/>
                      </a:cubicBezTo>
                      <a:cubicBezTo>
                        <a:pt x="1843" y="706"/>
                        <a:pt x="1843" y="706"/>
                        <a:pt x="1843" y="706"/>
                      </a:cubicBezTo>
                      <a:cubicBezTo>
                        <a:pt x="1830" y="698"/>
                        <a:pt x="1830" y="698"/>
                        <a:pt x="1830" y="698"/>
                      </a:cubicBezTo>
                      <a:cubicBezTo>
                        <a:pt x="1830" y="698"/>
                        <a:pt x="1835" y="681"/>
                        <a:pt x="1830" y="674"/>
                      </a:cubicBezTo>
                      <a:cubicBezTo>
                        <a:pt x="1825" y="667"/>
                        <a:pt x="1805" y="660"/>
                        <a:pt x="1805" y="660"/>
                      </a:cubicBezTo>
                      <a:cubicBezTo>
                        <a:pt x="1805" y="660"/>
                        <a:pt x="1840" y="654"/>
                        <a:pt x="1842" y="641"/>
                      </a:cubicBezTo>
                      <a:cubicBezTo>
                        <a:pt x="1844" y="627"/>
                        <a:pt x="1822" y="623"/>
                        <a:pt x="1822" y="623"/>
                      </a:cubicBezTo>
                      <a:cubicBezTo>
                        <a:pt x="1822" y="623"/>
                        <a:pt x="1815" y="602"/>
                        <a:pt x="1804" y="603"/>
                      </a:cubicBezTo>
                      <a:cubicBezTo>
                        <a:pt x="1792" y="604"/>
                        <a:pt x="1797" y="622"/>
                        <a:pt x="1797" y="622"/>
                      </a:cubicBezTo>
                      <a:cubicBezTo>
                        <a:pt x="1783" y="619"/>
                        <a:pt x="1783" y="619"/>
                        <a:pt x="1783" y="619"/>
                      </a:cubicBezTo>
                      <a:cubicBezTo>
                        <a:pt x="1783" y="619"/>
                        <a:pt x="1796" y="578"/>
                        <a:pt x="1796" y="568"/>
                      </a:cubicBezTo>
                      <a:cubicBezTo>
                        <a:pt x="1795" y="559"/>
                        <a:pt x="1775" y="557"/>
                        <a:pt x="1771" y="547"/>
                      </a:cubicBezTo>
                      <a:cubicBezTo>
                        <a:pt x="1768" y="538"/>
                        <a:pt x="1781" y="521"/>
                        <a:pt x="1777" y="507"/>
                      </a:cubicBezTo>
                      <a:cubicBezTo>
                        <a:pt x="1773" y="494"/>
                        <a:pt x="1713" y="465"/>
                        <a:pt x="1713" y="465"/>
                      </a:cubicBezTo>
                      <a:cubicBezTo>
                        <a:pt x="1707" y="471"/>
                        <a:pt x="1707" y="471"/>
                        <a:pt x="1707" y="471"/>
                      </a:cubicBezTo>
                      <a:cubicBezTo>
                        <a:pt x="1707" y="471"/>
                        <a:pt x="1679" y="439"/>
                        <a:pt x="1677" y="417"/>
                      </a:cubicBezTo>
                      <a:cubicBezTo>
                        <a:pt x="1676" y="394"/>
                        <a:pt x="1685" y="381"/>
                        <a:pt x="1685" y="361"/>
                      </a:cubicBezTo>
                      <a:cubicBezTo>
                        <a:pt x="1685" y="341"/>
                        <a:pt x="1666" y="298"/>
                        <a:pt x="1662" y="282"/>
                      </a:cubicBezTo>
                      <a:cubicBezTo>
                        <a:pt x="1658" y="266"/>
                        <a:pt x="1669" y="256"/>
                        <a:pt x="1671" y="247"/>
                      </a:cubicBezTo>
                      <a:cubicBezTo>
                        <a:pt x="1673" y="238"/>
                        <a:pt x="1666" y="200"/>
                        <a:pt x="1666" y="200"/>
                      </a:cubicBezTo>
                      <a:cubicBezTo>
                        <a:pt x="1649" y="192"/>
                        <a:pt x="1649" y="192"/>
                        <a:pt x="1649" y="192"/>
                      </a:cubicBezTo>
                      <a:cubicBezTo>
                        <a:pt x="1649" y="192"/>
                        <a:pt x="1635" y="177"/>
                        <a:pt x="1625" y="177"/>
                      </a:cubicBezTo>
                      <a:cubicBezTo>
                        <a:pt x="1615" y="176"/>
                        <a:pt x="1609" y="191"/>
                        <a:pt x="1609" y="191"/>
                      </a:cubicBezTo>
                      <a:cubicBezTo>
                        <a:pt x="1609" y="191"/>
                        <a:pt x="1602" y="176"/>
                        <a:pt x="1601" y="167"/>
                      </a:cubicBezTo>
                      <a:cubicBezTo>
                        <a:pt x="1600" y="159"/>
                        <a:pt x="1607" y="135"/>
                        <a:pt x="1607" y="135"/>
                      </a:cubicBezTo>
                      <a:cubicBezTo>
                        <a:pt x="1596" y="120"/>
                        <a:pt x="1596" y="120"/>
                        <a:pt x="1596" y="120"/>
                      </a:cubicBezTo>
                      <a:cubicBezTo>
                        <a:pt x="1596" y="64"/>
                        <a:pt x="1596" y="64"/>
                        <a:pt x="1596" y="64"/>
                      </a:cubicBezTo>
                      <a:cubicBezTo>
                        <a:pt x="1596" y="64"/>
                        <a:pt x="1575" y="50"/>
                        <a:pt x="1578" y="41"/>
                      </a:cubicBezTo>
                      <a:cubicBezTo>
                        <a:pt x="1582" y="32"/>
                        <a:pt x="1586" y="20"/>
                        <a:pt x="1581" y="15"/>
                      </a:cubicBezTo>
                      <a:cubicBezTo>
                        <a:pt x="1576" y="11"/>
                        <a:pt x="1564" y="9"/>
                        <a:pt x="1564" y="9"/>
                      </a:cubicBezTo>
                      <a:cubicBezTo>
                        <a:pt x="1565" y="0"/>
                        <a:pt x="1565" y="0"/>
                        <a:pt x="1565" y="0"/>
                      </a:cubicBezTo>
                      <a:cubicBezTo>
                        <a:pt x="1545" y="5"/>
                        <a:pt x="1545" y="5"/>
                        <a:pt x="1545" y="5"/>
                      </a:cubicBezTo>
                      <a:cubicBezTo>
                        <a:pt x="1541" y="18"/>
                        <a:pt x="1541" y="18"/>
                        <a:pt x="1541" y="18"/>
                      </a:cubicBezTo>
                      <a:cubicBezTo>
                        <a:pt x="1541" y="18"/>
                        <a:pt x="1529" y="26"/>
                        <a:pt x="1523" y="30"/>
                      </a:cubicBezTo>
                      <a:cubicBezTo>
                        <a:pt x="1518" y="34"/>
                        <a:pt x="1531" y="60"/>
                        <a:pt x="1531" y="70"/>
                      </a:cubicBezTo>
                      <a:cubicBezTo>
                        <a:pt x="1530" y="81"/>
                        <a:pt x="1496" y="118"/>
                        <a:pt x="1496" y="118"/>
                      </a:cubicBezTo>
                      <a:cubicBezTo>
                        <a:pt x="1507" y="127"/>
                        <a:pt x="1507" y="127"/>
                        <a:pt x="1507" y="127"/>
                      </a:cubicBezTo>
                      <a:cubicBezTo>
                        <a:pt x="1507" y="127"/>
                        <a:pt x="1492" y="147"/>
                        <a:pt x="1490" y="155"/>
                      </a:cubicBezTo>
                      <a:cubicBezTo>
                        <a:pt x="1488" y="163"/>
                        <a:pt x="1494" y="189"/>
                        <a:pt x="1494" y="189"/>
                      </a:cubicBezTo>
                      <a:cubicBezTo>
                        <a:pt x="1494" y="189"/>
                        <a:pt x="1473" y="273"/>
                        <a:pt x="1472" y="285"/>
                      </a:cubicBezTo>
                      <a:cubicBezTo>
                        <a:pt x="1471" y="296"/>
                        <a:pt x="1444" y="325"/>
                        <a:pt x="1444" y="325"/>
                      </a:cubicBezTo>
                      <a:cubicBezTo>
                        <a:pt x="1444" y="325"/>
                        <a:pt x="1445" y="358"/>
                        <a:pt x="1428" y="366"/>
                      </a:cubicBezTo>
                      <a:cubicBezTo>
                        <a:pt x="1411" y="373"/>
                        <a:pt x="1375" y="381"/>
                        <a:pt x="1375" y="381"/>
                      </a:cubicBezTo>
                      <a:cubicBezTo>
                        <a:pt x="1375" y="381"/>
                        <a:pt x="1354" y="347"/>
                        <a:pt x="1349" y="337"/>
                      </a:cubicBezTo>
                      <a:cubicBezTo>
                        <a:pt x="1344" y="328"/>
                        <a:pt x="1303" y="314"/>
                        <a:pt x="1283" y="306"/>
                      </a:cubicBezTo>
                      <a:cubicBezTo>
                        <a:pt x="1262" y="299"/>
                        <a:pt x="1249" y="266"/>
                        <a:pt x="1246" y="262"/>
                      </a:cubicBezTo>
                      <a:cubicBezTo>
                        <a:pt x="1243" y="259"/>
                        <a:pt x="1223" y="261"/>
                        <a:pt x="1223" y="261"/>
                      </a:cubicBezTo>
                      <a:cubicBezTo>
                        <a:pt x="1207" y="231"/>
                        <a:pt x="1207" y="231"/>
                        <a:pt x="1207" y="231"/>
                      </a:cubicBezTo>
                      <a:cubicBezTo>
                        <a:pt x="1220" y="217"/>
                        <a:pt x="1220" y="217"/>
                        <a:pt x="1220" y="217"/>
                      </a:cubicBezTo>
                      <a:cubicBezTo>
                        <a:pt x="1220" y="217"/>
                        <a:pt x="1213" y="206"/>
                        <a:pt x="1221" y="195"/>
                      </a:cubicBezTo>
                      <a:cubicBezTo>
                        <a:pt x="1229" y="184"/>
                        <a:pt x="1239" y="181"/>
                        <a:pt x="1239" y="181"/>
                      </a:cubicBezTo>
                      <a:cubicBezTo>
                        <a:pt x="1235" y="151"/>
                        <a:pt x="1235" y="151"/>
                        <a:pt x="1235" y="151"/>
                      </a:cubicBezTo>
                      <a:cubicBezTo>
                        <a:pt x="1248" y="139"/>
                        <a:pt x="1248" y="139"/>
                        <a:pt x="1248" y="139"/>
                      </a:cubicBezTo>
                      <a:cubicBezTo>
                        <a:pt x="1248" y="139"/>
                        <a:pt x="1262" y="146"/>
                        <a:pt x="1267" y="144"/>
                      </a:cubicBezTo>
                      <a:cubicBezTo>
                        <a:pt x="1273" y="142"/>
                        <a:pt x="1274" y="119"/>
                        <a:pt x="1274" y="119"/>
                      </a:cubicBezTo>
                      <a:cubicBezTo>
                        <a:pt x="1299" y="95"/>
                        <a:pt x="1299" y="95"/>
                        <a:pt x="1299" y="95"/>
                      </a:cubicBezTo>
                      <a:cubicBezTo>
                        <a:pt x="1299" y="95"/>
                        <a:pt x="1285" y="72"/>
                        <a:pt x="1269" y="69"/>
                      </a:cubicBezTo>
                      <a:cubicBezTo>
                        <a:pt x="1252" y="67"/>
                        <a:pt x="1231" y="92"/>
                        <a:pt x="1231" y="92"/>
                      </a:cubicBezTo>
                      <a:cubicBezTo>
                        <a:pt x="1229" y="78"/>
                        <a:pt x="1229" y="78"/>
                        <a:pt x="1229" y="78"/>
                      </a:cubicBezTo>
                      <a:cubicBezTo>
                        <a:pt x="1209" y="80"/>
                        <a:pt x="1209" y="80"/>
                        <a:pt x="1209" y="80"/>
                      </a:cubicBezTo>
                      <a:cubicBezTo>
                        <a:pt x="1200" y="89"/>
                        <a:pt x="1200" y="89"/>
                        <a:pt x="1200" y="89"/>
                      </a:cubicBezTo>
                      <a:cubicBezTo>
                        <a:pt x="1194" y="78"/>
                        <a:pt x="1194" y="78"/>
                        <a:pt x="1194" y="78"/>
                      </a:cubicBezTo>
                      <a:cubicBezTo>
                        <a:pt x="1170" y="75"/>
                        <a:pt x="1170" y="75"/>
                        <a:pt x="1170" y="75"/>
                      </a:cubicBezTo>
                      <a:cubicBezTo>
                        <a:pt x="1170" y="75"/>
                        <a:pt x="1144" y="56"/>
                        <a:pt x="1139" y="56"/>
                      </a:cubicBezTo>
                      <a:cubicBezTo>
                        <a:pt x="1135" y="57"/>
                        <a:pt x="1101" y="53"/>
                        <a:pt x="1101" y="53"/>
                      </a:cubicBezTo>
                      <a:cubicBezTo>
                        <a:pt x="1101" y="53"/>
                        <a:pt x="1093" y="31"/>
                        <a:pt x="1086" y="28"/>
                      </a:cubicBezTo>
                      <a:cubicBezTo>
                        <a:pt x="1080" y="24"/>
                        <a:pt x="1078" y="38"/>
                        <a:pt x="1078" y="38"/>
                      </a:cubicBezTo>
                      <a:cubicBezTo>
                        <a:pt x="1078" y="38"/>
                        <a:pt x="1053" y="25"/>
                        <a:pt x="1047" y="30"/>
                      </a:cubicBezTo>
                      <a:cubicBezTo>
                        <a:pt x="1041" y="34"/>
                        <a:pt x="1050" y="42"/>
                        <a:pt x="1050" y="42"/>
                      </a:cubicBezTo>
                      <a:cubicBezTo>
                        <a:pt x="1050" y="42"/>
                        <a:pt x="1037" y="41"/>
                        <a:pt x="1035" y="46"/>
                      </a:cubicBezTo>
                      <a:cubicBezTo>
                        <a:pt x="1032" y="52"/>
                        <a:pt x="1049" y="58"/>
                        <a:pt x="1060" y="61"/>
                      </a:cubicBezTo>
                      <a:cubicBezTo>
                        <a:pt x="1071" y="64"/>
                        <a:pt x="1077" y="56"/>
                        <a:pt x="1077" y="56"/>
                      </a:cubicBezTo>
                      <a:cubicBezTo>
                        <a:pt x="1099" y="65"/>
                        <a:pt x="1099" y="65"/>
                        <a:pt x="1099" y="65"/>
                      </a:cubicBezTo>
                      <a:cubicBezTo>
                        <a:pt x="1099" y="65"/>
                        <a:pt x="1077" y="78"/>
                        <a:pt x="1065" y="83"/>
                      </a:cubicBezTo>
                      <a:cubicBezTo>
                        <a:pt x="1054" y="88"/>
                        <a:pt x="1020" y="84"/>
                        <a:pt x="1012" y="86"/>
                      </a:cubicBezTo>
                      <a:cubicBezTo>
                        <a:pt x="1005" y="88"/>
                        <a:pt x="955" y="114"/>
                        <a:pt x="955" y="114"/>
                      </a:cubicBezTo>
                      <a:cubicBezTo>
                        <a:pt x="955" y="114"/>
                        <a:pt x="949" y="131"/>
                        <a:pt x="948" y="142"/>
                      </a:cubicBezTo>
                      <a:cubicBezTo>
                        <a:pt x="947" y="152"/>
                        <a:pt x="968" y="161"/>
                        <a:pt x="968" y="161"/>
                      </a:cubicBezTo>
                      <a:cubicBezTo>
                        <a:pt x="935" y="163"/>
                        <a:pt x="935" y="163"/>
                        <a:pt x="935" y="163"/>
                      </a:cubicBezTo>
                      <a:cubicBezTo>
                        <a:pt x="912" y="185"/>
                        <a:pt x="912" y="185"/>
                        <a:pt x="912" y="185"/>
                      </a:cubicBezTo>
                      <a:cubicBezTo>
                        <a:pt x="912" y="185"/>
                        <a:pt x="916" y="205"/>
                        <a:pt x="910" y="212"/>
                      </a:cubicBezTo>
                      <a:cubicBezTo>
                        <a:pt x="904" y="219"/>
                        <a:pt x="927" y="226"/>
                        <a:pt x="936" y="231"/>
                      </a:cubicBezTo>
                      <a:cubicBezTo>
                        <a:pt x="946" y="235"/>
                        <a:pt x="942" y="256"/>
                        <a:pt x="942" y="256"/>
                      </a:cubicBezTo>
                      <a:cubicBezTo>
                        <a:pt x="927" y="242"/>
                        <a:pt x="927" y="242"/>
                        <a:pt x="927" y="242"/>
                      </a:cubicBezTo>
                      <a:cubicBezTo>
                        <a:pt x="907" y="244"/>
                        <a:pt x="907" y="244"/>
                        <a:pt x="907" y="244"/>
                      </a:cubicBezTo>
                      <a:cubicBezTo>
                        <a:pt x="899" y="256"/>
                        <a:pt x="899" y="256"/>
                        <a:pt x="899" y="256"/>
                      </a:cubicBezTo>
                      <a:cubicBezTo>
                        <a:pt x="872" y="235"/>
                        <a:pt x="872" y="235"/>
                        <a:pt x="872" y="235"/>
                      </a:cubicBezTo>
                      <a:cubicBezTo>
                        <a:pt x="869" y="256"/>
                        <a:pt x="869" y="256"/>
                        <a:pt x="869" y="256"/>
                      </a:cubicBezTo>
                      <a:cubicBezTo>
                        <a:pt x="853" y="261"/>
                        <a:pt x="853" y="261"/>
                        <a:pt x="853" y="261"/>
                      </a:cubicBezTo>
                      <a:cubicBezTo>
                        <a:pt x="856" y="279"/>
                        <a:pt x="856" y="279"/>
                        <a:pt x="856" y="279"/>
                      </a:cubicBezTo>
                      <a:cubicBezTo>
                        <a:pt x="837" y="276"/>
                        <a:pt x="837" y="276"/>
                        <a:pt x="837" y="276"/>
                      </a:cubicBezTo>
                      <a:cubicBezTo>
                        <a:pt x="856" y="232"/>
                        <a:pt x="856" y="232"/>
                        <a:pt x="856" y="232"/>
                      </a:cubicBezTo>
                      <a:cubicBezTo>
                        <a:pt x="856" y="232"/>
                        <a:pt x="851" y="226"/>
                        <a:pt x="848" y="215"/>
                      </a:cubicBezTo>
                      <a:cubicBezTo>
                        <a:pt x="846" y="203"/>
                        <a:pt x="827" y="205"/>
                        <a:pt x="827" y="205"/>
                      </a:cubicBezTo>
                      <a:cubicBezTo>
                        <a:pt x="816" y="187"/>
                        <a:pt x="816" y="187"/>
                        <a:pt x="816" y="187"/>
                      </a:cubicBezTo>
                      <a:cubicBezTo>
                        <a:pt x="816" y="187"/>
                        <a:pt x="825" y="167"/>
                        <a:pt x="814" y="159"/>
                      </a:cubicBezTo>
                      <a:cubicBezTo>
                        <a:pt x="802" y="151"/>
                        <a:pt x="787" y="162"/>
                        <a:pt x="787" y="169"/>
                      </a:cubicBezTo>
                      <a:cubicBezTo>
                        <a:pt x="786" y="176"/>
                        <a:pt x="792" y="176"/>
                        <a:pt x="792" y="176"/>
                      </a:cubicBezTo>
                      <a:cubicBezTo>
                        <a:pt x="788" y="185"/>
                        <a:pt x="788" y="185"/>
                        <a:pt x="788" y="185"/>
                      </a:cubicBezTo>
                      <a:cubicBezTo>
                        <a:pt x="768" y="184"/>
                        <a:pt x="768" y="184"/>
                        <a:pt x="768" y="184"/>
                      </a:cubicBezTo>
                      <a:cubicBezTo>
                        <a:pt x="771" y="202"/>
                        <a:pt x="771" y="202"/>
                        <a:pt x="771" y="202"/>
                      </a:cubicBezTo>
                      <a:cubicBezTo>
                        <a:pt x="758" y="196"/>
                        <a:pt x="758" y="196"/>
                        <a:pt x="758" y="196"/>
                      </a:cubicBezTo>
                      <a:cubicBezTo>
                        <a:pt x="746" y="201"/>
                        <a:pt x="746" y="201"/>
                        <a:pt x="746" y="201"/>
                      </a:cubicBezTo>
                      <a:cubicBezTo>
                        <a:pt x="746" y="201"/>
                        <a:pt x="751" y="209"/>
                        <a:pt x="749" y="219"/>
                      </a:cubicBezTo>
                      <a:cubicBezTo>
                        <a:pt x="747" y="230"/>
                        <a:pt x="731" y="238"/>
                        <a:pt x="731" y="238"/>
                      </a:cubicBezTo>
                      <a:cubicBezTo>
                        <a:pt x="736" y="214"/>
                        <a:pt x="736" y="214"/>
                        <a:pt x="736" y="214"/>
                      </a:cubicBezTo>
                      <a:cubicBezTo>
                        <a:pt x="724" y="229"/>
                        <a:pt x="724" y="229"/>
                        <a:pt x="724" y="229"/>
                      </a:cubicBezTo>
                      <a:cubicBezTo>
                        <a:pt x="724" y="229"/>
                        <a:pt x="713" y="227"/>
                        <a:pt x="706" y="237"/>
                      </a:cubicBezTo>
                      <a:cubicBezTo>
                        <a:pt x="699" y="247"/>
                        <a:pt x="710" y="268"/>
                        <a:pt x="710" y="268"/>
                      </a:cubicBezTo>
                      <a:cubicBezTo>
                        <a:pt x="679" y="255"/>
                        <a:pt x="679" y="255"/>
                        <a:pt x="679" y="255"/>
                      </a:cubicBezTo>
                      <a:cubicBezTo>
                        <a:pt x="676" y="279"/>
                        <a:pt x="676" y="279"/>
                        <a:pt x="676" y="279"/>
                      </a:cubicBezTo>
                      <a:cubicBezTo>
                        <a:pt x="665" y="281"/>
                        <a:pt x="665" y="281"/>
                        <a:pt x="665" y="281"/>
                      </a:cubicBezTo>
                      <a:cubicBezTo>
                        <a:pt x="676" y="298"/>
                        <a:pt x="676" y="298"/>
                        <a:pt x="676" y="298"/>
                      </a:cubicBezTo>
                      <a:cubicBezTo>
                        <a:pt x="688" y="297"/>
                        <a:pt x="688" y="297"/>
                        <a:pt x="688" y="297"/>
                      </a:cubicBezTo>
                      <a:cubicBezTo>
                        <a:pt x="685" y="308"/>
                        <a:pt x="685" y="308"/>
                        <a:pt x="685" y="308"/>
                      </a:cubicBezTo>
                      <a:cubicBezTo>
                        <a:pt x="638" y="312"/>
                        <a:pt x="638" y="312"/>
                        <a:pt x="638" y="312"/>
                      </a:cubicBezTo>
                      <a:cubicBezTo>
                        <a:pt x="638" y="312"/>
                        <a:pt x="624" y="302"/>
                        <a:pt x="614" y="310"/>
                      </a:cubicBezTo>
                      <a:cubicBezTo>
                        <a:pt x="604" y="319"/>
                        <a:pt x="620" y="337"/>
                        <a:pt x="620" y="337"/>
                      </a:cubicBezTo>
                      <a:cubicBezTo>
                        <a:pt x="622" y="359"/>
                        <a:pt x="622" y="359"/>
                        <a:pt x="622" y="359"/>
                      </a:cubicBezTo>
                      <a:cubicBezTo>
                        <a:pt x="616" y="373"/>
                        <a:pt x="616" y="373"/>
                        <a:pt x="616" y="373"/>
                      </a:cubicBezTo>
                      <a:cubicBezTo>
                        <a:pt x="620" y="399"/>
                        <a:pt x="620" y="399"/>
                        <a:pt x="620" y="399"/>
                      </a:cubicBezTo>
                      <a:cubicBezTo>
                        <a:pt x="609" y="400"/>
                        <a:pt x="609" y="400"/>
                        <a:pt x="609" y="400"/>
                      </a:cubicBezTo>
                      <a:cubicBezTo>
                        <a:pt x="606" y="348"/>
                        <a:pt x="606" y="348"/>
                        <a:pt x="606" y="348"/>
                      </a:cubicBezTo>
                      <a:cubicBezTo>
                        <a:pt x="595" y="337"/>
                        <a:pt x="595" y="337"/>
                        <a:pt x="595" y="337"/>
                      </a:cubicBezTo>
                      <a:cubicBezTo>
                        <a:pt x="593" y="316"/>
                        <a:pt x="593" y="316"/>
                        <a:pt x="593" y="316"/>
                      </a:cubicBezTo>
                      <a:cubicBezTo>
                        <a:pt x="580" y="317"/>
                        <a:pt x="580" y="317"/>
                        <a:pt x="580" y="317"/>
                      </a:cubicBezTo>
                      <a:cubicBezTo>
                        <a:pt x="569" y="333"/>
                        <a:pt x="569" y="333"/>
                        <a:pt x="569" y="333"/>
                      </a:cubicBezTo>
                      <a:cubicBezTo>
                        <a:pt x="569" y="333"/>
                        <a:pt x="556" y="344"/>
                        <a:pt x="537" y="360"/>
                      </a:cubicBezTo>
                      <a:cubicBezTo>
                        <a:pt x="519" y="376"/>
                        <a:pt x="531" y="409"/>
                        <a:pt x="531" y="409"/>
                      </a:cubicBezTo>
                      <a:cubicBezTo>
                        <a:pt x="531" y="409"/>
                        <a:pt x="548" y="414"/>
                        <a:pt x="546" y="423"/>
                      </a:cubicBezTo>
                      <a:cubicBezTo>
                        <a:pt x="543" y="433"/>
                        <a:pt x="510" y="445"/>
                        <a:pt x="504" y="448"/>
                      </a:cubicBezTo>
                      <a:cubicBezTo>
                        <a:pt x="498" y="451"/>
                        <a:pt x="501" y="461"/>
                        <a:pt x="501" y="461"/>
                      </a:cubicBezTo>
                      <a:cubicBezTo>
                        <a:pt x="501" y="461"/>
                        <a:pt x="480" y="480"/>
                        <a:pt x="463" y="494"/>
                      </a:cubicBezTo>
                      <a:cubicBezTo>
                        <a:pt x="445" y="507"/>
                        <a:pt x="393" y="512"/>
                        <a:pt x="393" y="512"/>
                      </a:cubicBezTo>
                      <a:cubicBezTo>
                        <a:pt x="359" y="505"/>
                        <a:pt x="359" y="505"/>
                        <a:pt x="359" y="505"/>
                      </a:cubicBezTo>
                      <a:cubicBezTo>
                        <a:pt x="332" y="519"/>
                        <a:pt x="332" y="519"/>
                        <a:pt x="332" y="519"/>
                      </a:cubicBezTo>
                      <a:cubicBezTo>
                        <a:pt x="295" y="524"/>
                        <a:pt x="295" y="524"/>
                        <a:pt x="295" y="524"/>
                      </a:cubicBezTo>
                      <a:cubicBezTo>
                        <a:pt x="290" y="529"/>
                        <a:pt x="290" y="529"/>
                        <a:pt x="290" y="529"/>
                      </a:cubicBezTo>
                      <a:cubicBezTo>
                        <a:pt x="290" y="529"/>
                        <a:pt x="280" y="529"/>
                        <a:pt x="271" y="534"/>
                      </a:cubicBezTo>
                      <a:cubicBezTo>
                        <a:pt x="262" y="538"/>
                        <a:pt x="251" y="549"/>
                        <a:pt x="251" y="549"/>
                      </a:cubicBezTo>
                      <a:cubicBezTo>
                        <a:pt x="251" y="549"/>
                        <a:pt x="232" y="550"/>
                        <a:pt x="218" y="554"/>
                      </a:cubicBezTo>
                      <a:cubicBezTo>
                        <a:pt x="204" y="558"/>
                        <a:pt x="188" y="587"/>
                        <a:pt x="188" y="587"/>
                      </a:cubicBezTo>
                      <a:cubicBezTo>
                        <a:pt x="188" y="587"/>
                        <a:pt x="153" y="595"/>
                        <a:pt x="146" y="599"/>
                      </a:cubicBezTo>
                      <a:cubicBezTo>
                        <a:pt x="138" y="604"/>
                        <a:pt x="103" y="649"/>
                        <a:pt x="103" y="649"/>
                      </a:cubicBezTo>
                      <a:cubicBezTo>
                        <a:pt x="109" y="605"/>
                        <a:pt x="109" y="605"/>
                        <a:pt x="109" y="605"/>
                      </a:cubicBezTo>
                      <a:cubicBezTo>
                        <a:pt x="97" y="612"/>
                        <a:pt x="97" y="612"/>
                        <a:pt x="97" y="612"/>
                      </a:cubicBezTo>
                      <a:cubicBezTo>
                        <a:pt x="83" y="649"/>
                        <a:pt x="83" y="649"/>
                        <a:pt x="83" y="649"/>
                      </a:cubicBezTo>
                      <a:cubicBezTo>
                        <a:pt x="83" y="649"/>
                        <a:pt x="69" y="675"/>
                        <a:pt x="62" y="690"/>
                      </a:cubicBezTo>
                      <a:cubicBezTo>
                        <a:pt x="56" y="705"/>
                        <a:pt x="79" y="711"/>
                        <a:pt x="79" y="711"/>
                      </a:cubicBezTo>
                      <a:cubicBezTo>
                        <a:pt x="79" y="711"/>
                        <a:pt x="59" y="732"/>
                        <a:pt x="49" y="741"/>
                      </a:cubicBezTo>
                      <a:cubicBezTo>
                        <a:pt x="38" y="750"/>
                        <a:pt x="58" y="789"/>
                        <a:pt x="59" y="795"/>
                      </a:cubicBezTo>
                      <a:cubicBezTo>
                        <a:pt x="59" y="802"/>
                        <a:pt x="84" y="845"/>
                        <a:pt x="78" y="849"/>
                      </a:cubicBezTo>
                      <a:cubicBezTo>
                        <a:pt x="72" y="854"/>
                        <a:pt x="48" y="813"/>
                        <a:pt x="48" y="813"/>
                      </a:cubicBezTo>
                      <a:cubicBezTo>
                        <a:pt x="36" y="811"/>
                        <a:pt x="36" y="811"/>
                        <a:pt x="36" y="811"/>
                      </a:cubicBezTo>
                      <a:cubicBezTo>
                        <a:pt x="46" y="841"/>
                        <a:pt x="46" y="841"/>
                        <a:pt x="46" y="841"/>
                      </a:cubicBezTo>
                      <a:cubicBezTo>
                        <a:pt x="23" y="821"/>
                        <a:pt x="23" y="821"/>
                        <a:pt x="23" y="821"/>
                      </a:cubicBezTo>
                      <a:cubicBezTo>
                        <a:pt x="23" y="821"/>
                        <a:pt x="19" y="844"/>
                        <a:pt x="22" y="858"/>
                      </a:cubicBezTo>
                      <a:cubicBezTo>
                        <a:pt x="25" y="872"/>
                        <a:pt x="48" y="907"/>
                        <a:pt x="48" y="907"/>
                      </a:cubicBezTo>
                      <a:cubicBezTo>
                        <a:pt x="48" y="907"/>
                        <a:pt x="37" y="929"/>
                        <a:pt x="35" y="937"/>
                      </a:cubicBezTo>
                      <a:cubicBezTo>
                        <a:pt x="33" y="945"/>
                        <a:pt x="63" y="968"/>
                        <a:pt x="64" y="974"/>
                      </a:cubicBezTo>
                      <a:cubicBezTo>
                        <a:pt x="65" y="981"/>
                        <a:pt x="66" y="1003"/>
                        <a:pt x="60" y="1011"/>
                      </a:cubicBezTo>
                      <a:cubicBezTo>
                        <a:pt x="55" y="1019"/>
                        <a:pt x="68" y="1065"/>
                        <a:pt x="68" y="1065"/>
                      </a:cubicBezTo>
                      <a:cubicBezTo>
                        <a:pt x="68" y="1065"/>
                        <a:pt x="64" y="1067"/>
                        <a:pt x="56" y="1073"/>
                      </a:cubicBezTo>
                      <a:cubicBezTo>
                        <a:pt x="49" y="1079"/>
                        <a:pt x="65" y="1115"/>
                        <a:pt x="65" y="1115"/>
                      </a:cubicBezTo>
                      <a:cubicBezTo>
                        <a:pt x="65" y="1115"/>
                        <a:pt x="85" y="1124"/>
                        <a:pt x="87" y="1141"/>
                      </a:cubicBezTo>
                      <a:cubicBezTo>
                        <a:pt x="89" y="1157"/>
                        <a:pt x="60" y="1186"/>
                        <a:pt x="60" y="1186"/>
                      </a:cubicBezTo>
                      <a:cubicBezTo>
                        <a:pt x="60" y="1186"/>
                        <a:pt x="69" y="1219"/>
                        <a:pt x="52" y="1236"/>
                      </a:cubicBezTo>
                      <a:cubicBezTo>
                        <a:pt x="35" y="1252"/>
                        <a:pt x="4" y="1244"/>
                        <a:pt x="4" y="1244"/>
                      </a:cubicBezTo>
                      <a:cubicBezTo>
                        <a:pt x="0" y="1276"/>
                        <a:pt x="0" y="1276"/>
                        <a:pt x="0" y="1276"/>
                      </a:cubicBezTo>
                      <a:cubicBezTo>
                        <a:pt x="0" y="1276"/>
                        <a:pt x="32" y="1284"/>
                        <a:pt x="41" y="1289"/>
                      </a:cubicBezTo>
                      <a:cubicBezTo>
                        <a:pt x="50" y="1295"/>
                        <a:pt x="56" y="1305"/>
                        <a:pt x="56" y="1305"/>
                      </a:cubicBezTo>
                      <a:cubicBezTo>
                        <a:pt x="73" y="1303"/>
                        <a:pt x="73" y="1303"/>
                        <a:pt x="73" y="1303"/>
                      </a:cubicBezTo>
                      <a:cubicBezTo>
                        <a:pt x="73" y="1303"/>
                        <a:pt x="82" y="1312"/>
                        <a:pt x="96" y="1317"/>
                      </a:cubicBezTo>
                      <a:cubicBezTo>
                        <a:pt x="109" y="1322"/>
                        <a:pt x="140" y="1312"/>
                        <a:pt x="153" y="1311"/>
                      </a:cubicBezTo>
                      <a:cubicBezTo>
                        <a:pt x="165" y="1311"/>
                        <a:pt x="155" y="1295"/>
                        <a:pt x="155" y="1295"/>
                      </a:cubicBezTo>
                      <a:cubicBezTo>
                        <a:pt x="180" y="1297"/>
                        <a:pt x="180" y="1297"/>
                        <a:pt x="180" y="1297"/>
                      </a:cubicBezTo>
                      <a:cubicBezTo>
                        <a:pt x="186" y="1285"/>
                        <a:pt x="186" y="1285"/>
                        <a:pt x="186" y="1285"/>
                      </a:cubicBezTo>
                      <a:cubicBezTo>
                        <a:pt x="213" y="1281"/>
                        <a:pt x="213" y="1281"/>
                        <a:pt x="213" y="1281"/>
                      </a:cubicBezTo>
                      <a:cubicBezTo>
                        <a:pt x="213" y="1281"/>
                        <a:pt x="237" y="1256"/>
                        <a:pt x="250" y="1255"/>
                      </a:cubicBezTo>
                      <a:cubicBezTo>
                        <a:pt x="262" y="1255"/>
                        <a:pt x="274" y="1270"/>
                        <a:pt x="281" y="1268"/>
                      </a:cubicBezTo>
                      <a:cubicBezTo>
                        <a:pt x="289" y="1266"/>
                        <a:pt x="326" y="1248"/>
                        <a:pt x="326" y="1248"/>
                      </a:cubicBezTo>
                      <a:cubicBezTo>
                        <a:pt x="326" y="1248"/>
                        <a:pt x="348" y="1258"/>
                        <a:pt x="359" y="1256"/>
                      </a:cubicBezTo>
                      <a:cubicBezTo>
                        <a:pt x="370" y="1255"/>
                        <a:pt x="377" y="1245"/>
                        <a:pt x="384" y="1244"/>
                      </a:cubicBezTo>
                      <a:cubicBezTo>
                        <a:pt x="392" y="1244"/>
                        <a:pt x="411" y="1256"/>
                        <a:pt x="426" y="1253"/>
                      </a:cubicBezTo>
                      <a:cubicBezTo>
                        <a:pt x="441" y="1250"/>
                        <a:pt x="438" y="1231"/>
                        <a:pt x="438" y="1231"/>
                      </a:cubicBezTo>
                      <a:cubicBezTo>
                        <a:pt x="438" y="1231"/>
                        <a:pt x="450" y="1228"/>
                        <a:pt x="454" y="1225"/>
                      </a:cubicBezTo>
                      <a:cubicBezTo>
                        <a:pt x="459" y="1222"/>
                        <a:pt x="465" y="1195"/>
                        <a:pt x="478" y="1183"/>
                      </a:cubicBezTo>
                      <a:cubicBezTo>
                        <a:pt x="491" y="1171"/>
                        <a:pt x="524" y="1179"/>
                        <a:pt x="535" y="1176"/>
                      </a:cubicBezTo>
                      <a:cubicBezTo>
                        <a:pt x="545" y="1174"/>
                        <a:pt x="579" y="1155"/>
                        <a:pt x="594" y="1153"/>
                      </a:cubicBezTo>
                      <a:cubicBezTo>
                        <a:pt x="610" y="1151"/>
                        <a:pt x="612" y="1158"/>
                        <a:pt x="631" y="1161"/>
                      </a:cubicBezTo>
                      <a:cubicBezTo>
                        <a:pt x="650" y="1164"/>
                        <a:pt x="697" y="1131"/>
                        <a:pt x="716" y="1125"/>
                      </a:cubicBezTo>
                      <a:cubicBezTo>
                        <a:pt x="736" y="1119"/>
                        <a:pt x="819" y="1113"/>
                        <a:pt x="819" y="1113"/>
                      </a:cubicBezTo>
                      <a:cubicBezTo>
                        <a:pt x="826" y="1106"/>
                        <a:pt x="826" y="1106"/>
                        <a:pt x="826" y="1106"/>
                      </a:cubicBezTo>
                      <a:cubicBezTo>
                        <a:pt x="826" y="1106"/>
                        <a:pt x="854" y="1131"/>
                        <a:pt x="872" y="1138"/>
                      </a:cubicBezTo>
                      <a:cubicBezTo>
                        <a:pt x="889" y="1145"/>
                        <a:pt x="896" y="1136"/>
                        <a:pt x="896" y="1136"/>
                      </a:cubicBezTo>
                      <a:cubicBezTo>
                        <a:pt x="896" y="1136"/>
                        <a:pt x="899" y="1153"/>
                        <a:pt x="907" y="1156"/>
                      </a:cubicBezTo>
                      <a:cubicBezTo>
                        <a:pt x="915" y="1159"/>
                        <a:pt x="920" y="1152"/>
                        <a:pt x="920" y="1152"/>
                      </a:cubicBezTo>
                      <a:cubicBezTo>
                        <a:pt x="923" y="1167"/>
                        <a:pt x="923" y="1167"/>
                        <a:pt x="923" y="1167"/>
                      </a:cubicBezTo>
                      <a:cubicBezTo>
                        <a:pt x="923" y="1167"/>
                        <a:pt x="935" y="1165"/>
                        <a:pt x="936" y="1174"/>
                      </a:cubicBezTo>
                      <a:cubicBezTo>
                        <a:pt x="937" y="1182"/>
                        <a:pt x="918" y="1206"/>
                        <a:pt x="918" y="1206"/>
                      </a:cubicBezTo>
                      <a:cubicBezTo>
                        <a:pt x="932" y="1225"/>
                        <a:pt x="932" y="1225"/>
                        <a:pt x="932" y="1225"/>
                      </a:cubicBezTo>
                      <a:cubicBezTo>
                        <a:pt x="941" y="1216"/>
                        <a:pt x="941" y="1216"/>
                        <a:pt x="941" y="1216"/>
                      </a:cubicBezTo>
                      <a:cubicBezTo>
                        <a:pt x="954" y="1243"/>
                        <a:pt x="954" y="1243"/>
                        <a:pt x="954" y="1243"/>
                      </a:cubicBezTo>
                      <a:cubicBezTo>
                        <a:pt x="954" y="1243"/>
                        <a:pt x="963" y="1270"/>
                        <a:pt x="964" y="1279"/>
                      </a:cubicBezTo>
                      <a:cubicBezTo>
                        <a:pt x="965" y="1287"/>
                        <a:pt x="937" y="1280"/>
                        <a:pt x="937" y="1280"/>
                      </a:cubicBezTo>
                      <a:cubicBezTo>
                        <a:pt x="944" y="1303"/>
                        <a:pt x="944" y="1303"/>
                        <a:pt x="944" y="1303"/>
                      </a:cubicBezTo>
                      <a:cubicBezTo>
                        <a:pt x="944" y="1303"/>
                        <a:pt x="953" y="1303"/>
                        <a:pt x="962" y="1304"/>
                      </a:cubicBezTo>
                      <a:cubicBezTo>
                        <a:pt x="971" y="1304"/>
                        <a:pt x="970" y="1311"/>
                        <a:pt x="970" y="1311"/>
                      </a:cubicBezTo>
                      <a:cubicBezTo>
                        <a:pt x="983" y="1308"/>
                        <a:pt x="983" y="1308"/>
                        <a:pt x="983" y="1308"/>
                      </a:cubicBezTo>
                      <a:cubicBezTo>
                        <a:pt x="983" y="1308"/>
                        <a:pt x="979" y="1294"/>
                        <a:pt x="979" y="1283"/>
                      </a:cubicBezTo>
                      <a:cubicBezTo>
                        <a:pt x="980" y="1272"/>
                        <a:pt x="998" y="1263"/>
                        <a:pt x="1010" y="1261"/>
                      </a:cubicBezTo>
                      <a:cubicBezTo>
                        <a:pt x="1022" y="1258"/>
                        <a:pt x="1045" y="1222"/>
                        <a:pt x="1045" y="1222"/>
                      </a:cubicBezTo>
                      <a:cubicBezTo>
                        <a:pt x="1060" y="1224"/>
                        <a:pt x="1060" y="1224"/>
                        <a:pt x="1060" y="1224"/>
                      </a:cubicBezTo>
                      <a:cubicBezTo>
                        <a:pt x="1074" y="1191"/>
                        <a:pt x="1074" y="1191"/>
                        <a:pt x="1074" y="1191"/>
                      </a:cubicBezTo>
                      <a:cubicBezTo>
                        <a:pt x="1074" y="1191"/>
                        <a:pt x="1093" y="1188"/>
                        <a:pt x="1102" y="1187"/>
                      </a:cubicBezTo>
                      <a:cubicBezTo>
                        <a:pt x="1110" y="1186"/>
                        <a:pt x="1115" y="1156"/>
                        <a:pt x="1115" y="1156"/>
                      </a:cubicBezTo>
                      <a:cubicBezTo>
                        <a:pt x="1115" y="1156"/>
                        <a:pt x="1120" y="1180"/>
                        <a:pt x="1121" y="1187"/>
                      </a:cubicBezTo>
                      <a:cubicBezTo>
                        <a:pt x="1122" y="1195"/>
                        <a:pt x="1093" y="1209"/>
                        <a:pt x="1093" y="1209"/>
                      </a:cubicBezTo>
                      <a:cubicBezTo>
                        <a:pt x="1083" y="1210"/>
                        <a:pt x="1083" y="1210"/>
                        <a:pt x="1083" y="1210"/>
                      </a:cubicBezTo>
                      <a:cubicBezTo>
                        <a:pt x="1078" y="1217"/>
                        <a:pt x="1078" y="1217"/>
                        <a:pt x="1078" y="1217"/>
                      </a:cubicBezTo>
                      <a:cubicBezTo>
                        <a:pt x="1089" y="1240"/>
                        <a:pt x="1089" y="1240"/>
                        <a:pt x="1089" y="1240"/>
                      </a:cubicBezTo>
                      <a:cubicBezTo>
                        <a:pt x="1089" y="1240"/>
                        <a:pt x="1079" y="1244"/>
                        <a:pt x="1072" y="1248"/>
                      </a:cubicBezTo>
                      <a:cubicBezTo>
                        <a:pt x="1065" y="1253"/>
                        <a:pt x="1047" y="1276"/>
                        <a:pt x="1047" y="1276"/>
                      </a:cubicBezTo>
                      <a:cubicBezTo>
                        <a:pt x="1047" y="1276"/>
                        <a:pt x="1042" y="1295"/>
                        <a:pt x="1035" y="1299"/>
                      </a:cubicBezTo>
                      <a:cubicBezTo>
                        <a:pt x="1028" y="1304"/>
                        <a:pt x="1004" y="1313"/>
                        <a:pt x="1011" y="1319"/>
                      </a:cubicBezTo>
                      <a:cubicBezTo>
                        <a:pt x="1018" y="1326"/>
                        <a:pt x="1045" y="1316"/>
                        <a:pt x="1054" y="1313"/>
                      </a:cubicBezTo>
                      <a:cubicBezTo>
                        <a:pt x="1062" y="1309"/>
                        <a:pt x="1063" y="1296"/>
                        <a:pt x="1069" y="1287"/>
                      </a:cubicBezTo>
                      <a:cubicBezTo>
                        <a:pt x="1076" y="1277"/>
                        <a:pt x="1090" y="1267"/>
                        <a:pt x="1090" y="1267"/>
                      </a:cubicBezTo>
                      <a:cubicBezTo>
                        <a:pt x="1090" y="1267"/>
                        <a:pt x="1093" y="1292"/>
                        <a:pt x="1095" y="1298"/>
                      </a:cubicBezTo>
                      <a:cubicBezTo>
                        <a:pt x="1097" y="1304"/>
                        <a:pt x="1084" y="1315"/>
                        <a:pt x="1075" y="1320"/>
                      </a:cubicBezTo>
                      <a:cubicBezTo>
                        <a:pt x="1067" y="1325"/>
                        <a:pt x="1066" y="1333"/>
                        <a:pt x="1072" y="1339"/>
                      </a:cubicBezTo>
                      <a:cubicBezTo>
                        <a:pt x="1079" y="1344"/>
                        <a:pt x="1110" y="1344"/>
                        <a:pt x="1110" y="1344"/>
                      </a:cubicBezTo>
                      <a:cubicBezTo>
                        <a:pt x="1115" y="1351"/>
                        <a:pt x="1115" y="1351"/>
                        <a:pt x="1115" y="1351"/>
                      </a:cubicBezTo>
                      <a:cubicBezTo>
                        <a:pt x="1100" y="1364"/>
                        <a:pt x="1100" y="1364"/>
                        <a:pt x="1100" y="1364"/>
                      </a:cubicBezTo>
                      <a:cubicBezTo>
                        <a:pt x="1100" y="1364"/>
                        <a:pt x="1116" y="1393"/>
                        <a:pt x="1118" y="1403"/>
                      </a:cubicBezTo>
                      <a:cubicBezTo>
                        <a:pt x="1121" y="1414"/>
                        <a:pt x="1097" y="1430"/>
                        <a:pt x="1088" y="1441"/>
                      </a:cubicBezTo>
                      <a:cubicBezTo>
                        <a:pt x="1078" y="1452"/>
                        <a:pt x="1110" y="1474"/>
                        <a:pt x="1118" y="1477"/>
                      </a:cubicBezTo>
                      <a:cubicBezTo>
                        <a:pt x="1125" y="1480"/>
                        <a:pt x="1139" y="1500"/>
                        <a:pt x="1154" y="1505"/>
                      </a:cubicBezTo>
                      <a:cubicBezTo>
                        <a:pt x="1169" y="1510"/>
                        <a:pt x="1180" y="1501"/>
                        <a:pt x="1194" y="1504"/>
                      </a:cubicBezTo>
                      <a:cubicBezTo>
                        <a:pt x="1207" y="1507"/>
                        <a:pt x="1210" y="1524"/>
                        <a:pt x="1229" y="1527"/>
                      </a:cubicBezTo>
                      <a:cubicBezTo>
                        <a:pt x="1249" y="1531"/>
                        <a:pt x="1297" y="1498"/>
                        <a:pt x="1297" y="1498"/>
                      </a:cubicBezTo>
                      <a:cubicBezTo>
                        <a:pt x="1297" y="1498"/>
                        <a:pt x="1290" y="1484"/>
                        <a:pt x="1305" y="1475"/>
                      </a:cubicBezTo>
                      <a:cubicBezTo>
                        <a:pt x="1320" y="1466"/>
                        <a:pt x="1319" y="1502"/>
                        <a:pt x="1319" y="1502"/>
                      </a:cubicBezTo>
                      <a:cubicBezTo>
                        <a:pt x="1330" y="1501"/>
                        <a:pt x="1330" y="1501"/>
                        <a:pt x="1330" y="1501"/>
                      </a:cubicBezTo>
                      <a:cubicBezTo>
                        <a:pt x="1320" y="1517"/>
                        <a:pt x="1320" y="1517"/>
                        <a:pt x="1320" y="1517"/>
                      </a:cubicBezTo>
                      <a:cubicBezTo>
                        <a:pt x="1333" y="1518"/>
                        <a:pt x="1333" y="1518"/>
                        <a:pt x="1333" y="1518"/>
                      </a:cubicBezTo>
                      <a:cubicBezTo>
                        <a:pt x="1333" y="1518"/>
                        <a:pt x="1334" y="1530"/>
                        <a:pt x="1341" y="1539"/>
                      </a:cubicBezTo>
                      <a:cubicBezTo>
                        <a:pt x="1347" y="1547"/>
                        <a:pt x="1354" y="1543"/>
                        <a:pt x="1354" y="1543"/>
                      </a:cubicBezTo>
                      <a:cubicBezTo>
                        <a:pt x="1360" y="1532"/>
                        <a:pt x="1360" y="1532"/>
                        <a:pt x="1360" y="1532"/>
                      </a:cubicBezTo>
                      <a:cubicBezTo>
                        <a:pt x="1360" y="1532"/>
                        <a:pt x="1378" y="1530"/>
                        <a:pt x="1388" y="1521"/>
                      </a:cubicBezTo>
                      <a:cubicBezTo>
                        <a:pt x="1399" y="1513"/>
                        <a:pt x="1443" y="1482"/>
                        <a:pt x="1443" y="1482"/>
                      </a:cubicBezTo>
                      <a:cubicBezTo>
                        <a:pt x="1438" y="1472"/>
                        <a:pt x="1438" y="1472"/>
                        <a:pt x="1438" y="1472"/>
                      </a:cubicBezTo>
                      <a:cubicBezTo>
                        <a:pt x="1462" y="1468"/>
                        <a:pt x="1462" y="1468"/>
                        <a:pt x="1462" y="1468"/>
                      </a:cubicBezTo>
                      <a:cubicBezTo>
                        <a:pt x="1471" y="1476"/>
                        <a:pt x="1471" y="1476"/>
                        <a:pt x="1471" y="1476"/>
                      </a:cubicBezTo>
                      <a:cubicBezTo>
                        <a:pt x="1471" y="1476"/>
                        <a:pt x="1510" y="1469"/>
                        <a:pt x="1533" y="1461"/>
                      </a:cubicBezTo>
                      <a:cubicBezTo>
                        <a:pt x="1555" y="1452"/>
                        <a:pt x="1557" y="1408"/>
                        <a:pt x="1560" y="1396"/>
                      </a:cubicBezTo>
                      <a:cubicBezTo>
                        <a:pt x="1564" y="1385"/>
                        <a:pt x="1590" y="1370"/>
                        <a:pt x="1590" y="1370"/>
                      </a:cubicBezTo>
                      <a:cubicBezTo>
                        <a:pt x="1590" y="1355"/>
                        <a:pt x="1590" y="1355"/>
                        <a:pt x="1590" y="1355"/>
                      </a:cubicBezTo>
                      <a:cubicBezTo>
                        <a:pt x="1590" y="1355"/>
                        <a:pt x="1605" y="1349"/>
                        <a:pt x="1613" y="1338"/>
                      </a:cubicBezTo>
                      <a:cubicBezTo>
                        <a:pt x="1620" y="1328"/>
                        <a:pt x="1631" y="1314"/>
                        <a:pt x="1631" y="1314"/>
                      </a:cubicBezTo>
                      <a:cubicBezTo>
                        <a:pt x="1631" y="1314"/>
                        <a:pt x="1633" y="1285"/>
                        <a:pt x="1641" y="1275"/>
                      </a:cubicBezTo>
                      <a:cubicBezTo>
                        <a:pt x="1648" y="1266"/>
                        <a:pt x="1682" y="1228"/>
                        <a:pt x="1695" y="1222"/>
                      </a:cubicBezTo>
                      <a:cubicBezTo>
                        <a:pt x="1707" y="1216"/>
                        <a:pt x="1709" y="1185"/>
                        <a:pt x="1709" y="1185"/>
                      </a:cubicBezTo>
                      <a:cubicBezTo>
                        <a:pt x="1709" y="1185"/>
                        <a:pt x="1732" y="1189"/>
                        <a:pt x="1741" y="1179"/>
                      </a:cubicBezTo>
                      <a:cubicBezTo>
                        <a:pt x="1750" y="1170"/>
                        <a:pt x="1797" y="1111"/>
                        <a:pt x="1800" y="1104"/>
                      </a:cubicBezTo>
                      <a:cubicBezTo>
                        <a:pt x="1804" y="1098"/>
                        <a:pt x="1803" y="1067"/>
                        <a:pt x="1813" y="1060"/>
                      </a:cubicBezTo>
                      <a:cubicBezTo>
                        <a:pt x="1822" y="1053"/>
                        <a:pt x="1864" y="971"/>
                        <a:pt x="1874" y="952"/>
                      </a:cubicBezTo>
                      <a:cubicBezTo>
                        <a:pt x="1884" y="933"/>
                        <a:pt x="1872" y="920"/>
                        <a:pt x="1871" y="907"/>
                      </a:cubicBezTo>
                      <a:cubicBezTo>
                        <a:pt x="1870" y="894"/>
                        <a:pt x="1880" y="873"/>
                        <a:pt x="1889" y="859"/>
                      </a:cubicBezTo>
                      <a:cubicBezTo>
                        <a:pt x="1898" y="845"/>
                        <a:pt x="1888" y="783"/>
                        <a:pt x="1888" y="783"/>
                      </a:cubicBezTo>
                      <a:lnTo>
                        <a:pt x="1869" y="774"/>
                      </a:lnTo>
                      <a:close/>
                      <a:moveTo>
                        <a:pt x="1347" y="1624"/>
                      </a:moveTo>
                      <a:cubicBezTo>
                        <a:pt x="1349" y="1631"/>
                        <a:pt x="1373" y="1619"/>
                        <a:pt x="1364" y="1612"/>
                      </a:cubicBezTo>
                      <a:cubicBezTo>
                        <a:pt x="1355" y="1605"/>
                        <a:pt x="1347" y="1624"/>
                        <a:pt x="1347" y="1624"/>
                      </a:cubicBezTo>
                      <a:close/>
                      <a:moveTo>
                        <a:pt x="1332" y="1632"/>
                      </a:moveTo>
                      <a:cubicBezTo>
                        <a:pt x="1323" y="1626"/>
                        <a:pt x="1312" y="1646"/>
                        <a:pt x="1312" y="1646"/>
                      </a:cubicBezTo>
                      <a:cubicBezTo>
                        <a:pt x="1312" y="1646"/>
                        <a:pt x="1308" y="1640"/>
                        <a:pt x="1304" y="1640"/>
                      </a:cubicBezTo>
                      <a:cubicBezTo>
                        <a:pt x="1300" y="1639"/>
                        <a:pt x="1277" y="1643"/>
                        <a:pt x="1277" y="1643"/>
                      </a:cubicBezTo>
                      <a:cubicBezTo>
                        <a:pt x="1274" y="1651"/>
                        <a:pt x="1274" y="1651"/>
                        <a:pt x="1274" y="1651"/>
                      </a:cubicBezTo>
                      <a:cubicBezTo>
                        <a:pt x="1261" y="1640"/>
                        <a:pt x="1261" y="1640"/>
                        <a:pt x="1261" y="1640"/>
                      </a:cubicBezTo>
                      <a:cubicBezTo>
                        <a:pt x="1236" y="1638"/>
                        <a:pt x="1236" y="1638"/>
                        <a:pt x="1236" y="1638"/>
                      </a:cubicBezTo>
                      <a:cubicBezTo>
                        <a:pt x="1221" y="1620"/>
                        <a:pt x="1221" y="1620"/>
                        <a:pt x="1221" y="1620"/>
                      </a:cubicBezTo>
                      <a:cubicBezTo>
                        <a:pt x="1221" y="1620"/>
                        <a:pt x="1216" y="1623"/>
                        <a:pt x="1210" y="1624"/>
                      </a:cubicBezTo>
                      <a:cubicBezTo>
                        <a:pt x="1205" y="1625"/>
                        <a:pt x="1188" y="1605"/>
                        <a:pt x="1188" y="1605"/>
                      </a:cubicBezTo>
                      <a:cubicBezTo>
                        <a:pt x="1184" y="1616"/>
                        <a:pt x="1184" y="1616"/>
                        <a:pt x="1184" y="1616"/>
                      </a:cubicBezTo>
                      <a:cubicBezTo>
                        <a:pt x="1188" y="1629"/>
                        <a:pt x="1188" y="1629"/>
                        <a:pt x="1188" y="1629"/>
                      </a:cubicBezTo>
                      <a:cubicBezTo>
                        <a:pt x="1188" y="1629"/>
                        <a:pt x="1189" y="1645"/>
                        <a:pt x="1187" y="1650"/>
                      </a:cubicBezTo>
                      <a:cubicBezTo>
                        <a:pt x="1185" y="1655"/>
                        <a:pt x="1179" y="1663"/>
                        <a:pt x="1185" y="1674"/>
                      </a:cubicBezTo>
                      <a:cubicBezTo>
                        <a:pt x="1191" y="1685"/>
                        <a:pt x="1184" y="1691"/>
                        <a:pt x="1176" y="1694"/>
                      </a:cubicBezTo>
                      <a:cubicBezTo>
                        <a:pt x="1167" y="1696"/>
                        <a:pt x="1160" y="1686"/>
                        <a:pt x="1160" y="1686"/>
                      </a:cubicBezTo>
                      <a:cubicBezTo>
                        <a:pt x="1160" y="1686"/>
                        <a:pt x="1156" y="1700"/>
                        <a:pt x="1155" y="1713"/>
                      </a:cubicBezTo>
                      <a:cubicBezTo>
                        <a:pt x="1154" y="1727"/>
                        <a:pt x="1166" y="1748"/>
                        <a:pt x="1166" y="1748"/>
                      </a:cubicBezTo>
                      <a:cubicBezTo>
                        <a:pt x="1181" y="1750"/>
                        <a:pt x="1181" y="1750"/>
                        <a:pt x="1181" y="1750"/>
                      </a:cubicBezTo>
                      <a:cubicBezTo>
                        <a:pt x="1168" y="1757"/>
                        <a:pt x="1168" y="1757"/>
                        <a:pt x="1168" y="1757"/>
                      </a:cubicBezTo>
                      <a:cubicBezTo>
                        <a:pt x="1173" y="1774"/>
                        <a:pt x="1173" y="1774"/>
                        <a:pt x="1173" y="1774"/>
                      </a:cubicBezTo>
                      <a:cubicBezTo>
                        <a:pt x="1173" y="1774"/>
                        <a:pt x="1185" y="1769"/>
                        <a:pt x="1191" y="1766"/>
                      </a:cubicBezTo>
                      <a:cubicBezTo>
                        <a:pt x="1198" y="1763"/>
                        <a:pt x="1203" y="1773"/>
                        <a:pt x="1214" y="1769"/>
                      </a:cubicBezTo>
                      <a:cubicBezTo>
                        <a:pt x="1225" y="1764"/>
                        <a:pt x="1232" y="1748"/>
                        <a:pt x="1239" y="1752"/>
                      </a:cubicBezTo>
                      <a:cubicBezTo>
                        <a:pt x="1247" y="1757"/>
                        <a:pt x="1236" y="1768"/>
                        <a:pt x="1236" y="1768"/>
                      </a:cubicBezTo>
                      <a:cubicBezTo>
                        <a:pt x="1247" y="1772"/>
                        <a:pt x="1247" y="1772"/>
                        <a:pt x="1247" y="1772"/>
                      </a:cubicBezTo>
                      <a:cubicBezTo>
                        <a:pt x="1247" y="1772"/>
                        <a:pt x="1268" y="1744"/>
                        <a:pt x="1277" y="1738"/>
                      </a:cubicBezTo>
                      <a:cubicBezTo>
                        <a:pt x="1285" y="1733"/>
                        <a:pt x="1268" y="1726"/>
                        <a:pt x="1268" y="1726"/>
                      </a:cubicBezTo>
                      <a:cubicBezTo>
                        <a:pt x="1282" y="1706"/>
                        <a:pt x="1282" y="1706"/>
                        <a:pt x="1282" y="1706"/>
                      </a:cubicBezTo>
                      <a:cubicBezTo>
                        <a:pt x="1282" y="1706"/>
                        <a:pt x="1292" y="1710"/>
                        <a:pt x="1303" y="1704"/>
                      </a:cubicBezTo>
                      <a:cubicBezTo>
                        <a:pt x="1314" y="1699"/>
                        <a:pt x="1305" y="1678"/>
                        <a:pt x="1315" y="1667"/>
                      </a:cubicBezTo>
                      <a:cubicBezTo>
                        <a:pt x="1326" y="1656"/>
                        <a:pt x="1340" y="1638"/>
                        <a:pt x="1332" y="1632"/>
                      </a:cubicBezTo>
                      <a:close/>
                      <a:moveTo>
                        <a:pt x="1269" y="162"/>
                      </a:moveTo>
                      <a:cubicBezTo>
                        <a:pt x="1263" y="162"/>
                        <a:pt x="1259" y="193"/>
                        <a:pt x="1259" y="193"/>
                      </a:cubicBezTo>
                      <a:cubicBezTo>
                        <a:pt x="1269" y="207"/>
                        <a:pt x="1290" y="195"/>
                        <a:pt x="1290" y="195"/>
                      </a:cubicBezTo>
                      <a:cubicBezTo>
                        <a:pt x="1286" y="186"/>
                        <a:pt x="1286" y="186"/>
                        <a:pt x="1286" y="186"/>
                      </a:cubicBezTo>
                      <a:cubicBezTo>
                        <a:pt x="1290" y="167"/>
                        <a:pt x="1290" y="167"/>
                        <a:pt x="1290" y="167"/>
                      </a:cubicBezTo>
                      <a:cubicBezTo>
                        <a:pt x="1290" y="167"/>
                        <a:pt x="1274" y="162"/>
                        <a:pt x="1269" y="162"/>
                      </a:cubicBezTo>
                      <a:close/>
                      <a:moveTo>
                        <a:pt x="1182" y="1554"/>
                      </a:moveTo>
                      <a:cubicBezTo>
                        <a:pt x="1175" y="1581"/>
                        <a:pt x="1175" y="1581"/>
                        <a:pt x="1175" y="1581"/>
                      </a:cubicBezTo>
                      <a:cubicBezTo>
                        <a:pt x="1209" y="1549"/>
                        <a:pt x="1209" y="1549"/>
                        <a:pt x="1209" y="1549"/>
                      </a:cubicBezTo>
                      <a:lnTo>
                        <a:pt x="1182" y="1554"/>
                      </a:lnTo>
                      <a:close/>
                      <a:moveTo>
                        <a:pt x="1357" y="1597"/>
                      </a:moveTo>
                      <a:cubicBezTo>
                        <a:pt x="1345" y="1572"/>
                        <a:pt x="1345" y="1572"/>
                        <a:pt x="1345" y="1572"/>
                      </a:cubicBezTo>
                      <a:cubicBezTo>
                        <a:pt x="1345" y="1572"/>
                        <a:pt x="1333" y="1579"/>
                        <a:pt x="1332" y="1587"/>
                      </a:cubicBezTo>
                      <a:cubicBezTo>
                        <a:pt x="1332" y="1594"/>
                        <a:pt x="1334" y="1597"/>
                        <a:pt x="1343" y="1600"/>
                      </a:cubicBezTo>
                      <a:cubicBezTo>
                        <a:pt x="1352" y="1603"/>
                        <a:pt x="1357" y="1597"/>
                        <a:pt x="1357" y="159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7" name="Freeform 339"/>
                <p:cNvSpPr>
                  <a:spLocks/>
                </p:cNvSpPr>
                <p:nvPr/>
              </p:nvSpPr>
              <p:spPr bwMode="gray">
                <a:xfrm>
                  <a:off x="-14816" y="-15399"/>
                  <a:ext cx="52" cy="59"/>
                </a:xfrm>
                <a:custGeom>
                  <a:avLst/>
                  <a:gdLst>
                    <a:gd name="T0" fmla="*/ 0 w 22"/>
                    <a:gd name="T1" fmla="*/ 15 h 25"/>
                    <a:gd name="T2" fmla="*/ 12 w 22"/>
                    <a:gd name="T3" fmla="*/ 22 h 25"/>
                    <a:gd name="T4" fmla="*/ 15 w 22"/>
                    <a:gd name="T5" fmla="*/ 9 h 25"/>
                    <a:gd name="T6" fmla="*/ 0 w 22"/>
                    <a:gd name="T7" fmla="*/ 1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" h="25">
                      <a:moveTo>
                        <a:pt x="0" y="15"/>
                      </a:moveTo>
                      <a:cubicBezTo>
                        <a:pt x="0" y="15"/>
                        <a:pt x="2" y="25"/>
                        <a:pt x="12" y="22"/>
                      </a:cubicBezTo>
                      <a:cubicBezTo>
                        <a:pt x="22" y="19"/>
                        <a:pt x="18" y="18"/>
                        <a:pt x="15" y="9"/>
                      </a:cubicBezTo>
                      <a:cubicBezTo>
                        <a:pt x="12" y="0"/>
                        <a:pt x="0" y="4"/>
                        <a:pt x="0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8" name="Freeform 340"/>
                <p:cNvSpPr>
                  <a:spLocks noEditPoints="1"/>
                </p:cNvSpPr>
                <p:nvPr/>
              </p:nvSpPr>
              <p:spPr bwMode="gray">
                <a:xfrm>
                  <a:off x="-18896" y="-19856"/>
                  <a:ext cx="8783" cy="4554"/>
                </a:xfrm>
                <a:custGeom>
                  <a:avLst/>
                  <a:gdLst>
                    <a:gd name="T0" fmla="*/ 1824 w 3718"/>
                    <a:gd name="T1" fmla="*/ 304 h 1928"/>
                    <a:gd name="T2" fmla="*/ 1868 w 3718"/>
                    <a:gd name="T3" fmla="*/ 216 h 1928"/>
                    <a:gd name="T4" fmla="*/ 141 w 3718"/>
                    <a:gd name="T5" fmla="*/ 1354 h 1928"/>
                    <a:gd name="T6" fmla="*/ 138 w 3718"/>
                    <a:gd name="T7" fmla="*/ 1561 h 1928"/>
                    <a:gd name="T8" fmla="*/ 1554 w 3718"/>
                    <a:gd name="T9" fmla="*/ 213 h 1928"/>
                    <a:gd name="T10" fmla="*/ 34 w 3718"/>
                    <a:gd name="T11" fmla="*/ 1340 h 1928"/>
                    <a:gd name="T12" fmla="*/ 1227 w 3718"/>
                    <a:gd name="T13" fmla="*/ 437 h 1928"/>
                    <a:gd name="T14" fmla="*/ 2245 w 3718"/>
                    <a:gd name="T15" fmla="*/ 414 h 1928"/>
                    <a:gd name="T16" fmla="*/ 2627 w 3718"/>
                    <a:gd name="T17" fmla="*/ 171 h 1928"/>
                    <a:gd name="T18" fmla="*/ 2592 w 3718"/>
                    <a:gd name="T19" fmla="*/ 114 h 1928"/>
                    <a:gd name="T20" fmla="*/ 2731 w 3718"/>
                    <a:gd name="T21" fmla="*/ 327 h 1928"/>
                    <a:gd name="T22" fmla="*/ 2578 w 3718"/>
                    <a:gd name="T23" fmla="*/ 240 h 1928"/>
                    <a:gd name="T24" fmla="*/ 2488 w 3718"/>
                    <a:gd name="T25" fmla="*/ 156 h 1928"/>
                    <a:gd name="T26" fmla="*/ 1744 w 3718"/>
                    <a:gd name="T27" fmla="*/ 405 h 1928"/>
                    <a:gd name="T28" fmla="*/ 1851 w 3718"/>
                    <a:gd name="T29" fmla="*/ 586 h 1928"/>
                    <a:gd name="T30" fmla="*/ 2278 w 3718"/>
                    <a:gd name="T31" fmla="*/ 144 h 1928"/>
                    <a:gd name="T32" fmla="*/ 3024 w 3718"/>
                    <a:gd name="T33" fmla="*/ 564 h 1928"/>
                    <a:gd name="T34" fmla="*/ 2988 w 3718"/>
                    <a:gd name="T35" fmla="*/ 474 h 1928"/>
                    <a:gd name="T36" fmla="*/ 2753 w 3718"/>
                    <a:gd name="T37" fmla="*/ 381 h 1928"/>
                    <a:gd name="T38" fmla="*/ 2565 w 3718"/>
                    <a:gd name="T39" fmla="*/ 358 h 1928"/>
                    <a:gd name="T40" fmla="*/ 2816 w 3718"/>
                    <a:gd name="T41" fmla="*/ 590 h 1928"/>
                    <a:gd name="T42" fmla="*/ 2732 w 3718"/>
                    <a:gd name="T43" fmla="*/ 829 h 1928"/>
                    <a:gd name="T44" fmla="*/ 2995 w 3718"/>
                    <a:gd name="T45" fmla="*/ 792 h 1928"/>
                    <a:gd name="T46" fmla="*/ 3152 w 3718"/>
                    <a:gd name="T47" fmla="*/ 694 h 1928"/>
                    <a:gd name="T48" fmla="*/ 2821 w 3718"/>
                    <a:gd name="T49" fmla="*/ 613 h 1928"/>
                    <a:gd name="T50" fmla="*/ 3034 w 3718"/>
                    <a:gd name="T51" fmla="*/ 25 h 1928"/>
                    <a:gd name="T52" fmla="*/ 3027 w 3718"/>
                    <a:gd name="T53" fmla="*/ 92 h 1928"/>
                    <a:gd name="T54" fmla="*/ 2737 w 3718"/>
                    <a:gd name="T55" fmla="*/ 191 h 1928"/>
                    <a:gd name="T56" fmla="*/ 2975 w 3718"/>
                    <a:gd name="T57" fmla="*/ 248 h 1928"/>
                    <a:gd name="T58" fmla="*/ 3379 w 3718"/>
                    <a:gd name="T59" fmla="*/ 91 h 1928"/>
                    <a:gd name="T60" fmla="*/ 2747 w 3718"/>
                    <a:gd name="T61" fmla="*/ 549 h 1928"/>
                    <a:gd name="T62" fmla="*/ 2686 w 3718"/>
                    <a:gd name="T63" fmla="*/ 1536 h 1928"/>
                    <a:gd name="T64" fmla="*/ 2958 w 3718"/>
                    <a:gd name="T65" fmla="*/ 1304 h 1928"/>
                    <a:gd name="T66" fmla="*/ 2899 w 3718"/>
                    <a:gd name="T67" fmla="*/ 1093 h 1928"/>
                    <a:gd name="T68" fmla="*/ 2744 w 3718"/>
                    <a:gd name="T69" fmla="*/ 1079 h 1928"/>
                    <a:gd name="T70" fmla="*/ 2677 w 3718"/>
                    <a:gd name="T71" fmla="*/ 900 h 1928"/>
                    <a:gd name="T72" fmla="*/ 2180 w 3718"/>
                    <a:gd name="T73" fmla="*/ 1298 h 1928"/>
                    <a:gd name="T74" fmla="*/ 1908 w 3718"/>
                    <a:gd name="T75" fmla="*/ 1200 h 1928"/>
                    <a:gd name="T76" fmla="*/ 1986 w 3718"/>
                    <a:gd name="T77" fmla="*/ 814 h 1928"/>
                    <a:gd name="T78" fmla="*/ 2401 w 3718"/>
                    <a:gd name="T79" fmla="*/ 658 h 1928"/>
                    <a:gd name="T80" fmla="*/ 2262 w 3718"/>
                    <a:gd name="T81" fmla="*/ 563 h 1928"/>
                    <a:gd name="T82" fmla="*/ 2163 w 3718"/>
                    <a:gd name="T83" fmla="*/ 561 h 1928"/>
                    <a:gd name="T84" fmla="*/ 1863 w 3718"/>
                    <a:gd name="T85" fmla="*/ 625 h 1928"/>
                    <a:gd name="T86" fmla="*/ 1155 w 3718"/>
                    <a:gd name="T87" fmla="*/ 554 h 1928"/>
                    <a:gd name="T88" fmla="*/ 983 w 3718"/>
                    <a:gd name="T89" fmla="*/ 514 h 1928"/>
                    <a:gd name="T90" fmla="*/ 52 w 3718"/>
                    <a:gd name="T91" fmla="*/ 964 h 1928"/>
                    <a:gd name="T92" fmla="*/ 225 w 3718"/>
                    <a:gd name="T93" fmla="*/ 1187 h 1928"/>
                    <a:gd name="T94" fmla="*/ 184 w 3718"/>
                    <a:gd name="T95" fmla="*/ 1387 h 1928"/>
                    <a:gd name="T96" fmla="*/ 1394 w 3718"/>
                    <a:gd name="T97" fmla="*/ 1537 h 1928"/>
                    <a:gd name="T98" fmla="*/ 1727 w 3718"/>
                    <a:gd name="T99" fmla="*/ 1604 h 1928"/>
                    <a:gd name="T100" fmla="*/ 1868 w 3718"/>
                    <a:gd name="T101" fmla="*/ 1783 h 1928"/>
                    <a:gd name="T102" fmla="*/ 1928 w 3718"/>
                    <a:gd name="T103" fmla="*/ 1826 h 1928"/>
                    <a:gd name="T104" fmla="*/ 2453 w 3718"/>
                    <a:gd name="T105" fmla="*/ 1735 h 1928"/>
                    <a:gd name="T106" fmla="*/ 2655 w 3718"/>
                    <a:gd name="T107" fmla="*/ 1772 h 1928"/>
                    <a:gd name="T108" fmla="*/ 2574 w 3718"/>
                    <a:gd name="T109" fmla="*/ 1597 h 1928"/>
                    <a:gd name="T110" fmla="*/ 2967 w 3718"/>
                    <a:gd name="T111" fmla="*/ 1436 h 1928"/>
                    <a:gd name="T112" fmla="*/ 1119 w 3718"/>
                    <a:gd name="T113" fmla="*/ 664 h 1928"/>
                    <a:gd name="T114" fmla="*/ 990 w 3718"/>
                    <a:gd name="T115" fmla="*/ 760 h 1928"/>
                    <a:gd name="T116" fmla="*/ 985 w 3718"/>
                    <a:gd name="T117" fmla="*/ 939 h 1928"/>
                    <a:gd name="T118" fmla="*/ 1403 w 3718"/>
                    <a:gd name="T119" fmla="*/ 1433 h 1928"/>
                    <a:gd name="T120" fmla="*/ 2456 w 3718"/>
                    <a:gd name="T121" fmla="*/ 825 h 1928"/>
                    <a:gd name="T122" fmla="*/ 2386 w 3718"/>
                    <a:gd name="T123" fmla="*/ 823 h 19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718" h="1928">
                      <a:moveTo>
                        <a:pt x="2074" y="170"/>
                      </a:moveTo>
                      <a:cubicBezTo>
                        <a:pt x="2084" y="169"/>
                        <a:pt x="2113" y="177"/>
                        <a:pt x="2115" y="169"/>
                      </a:cubicBezTo>
                      <a:cubicBezTo>
                        <a:pt x="2117" y="160"/>
                        <a:pt x="2107" y="154"/>
                        <a:pt x="2091" y="154"/>
                      </a:cubicBezTo>
                      <a:cubicBezTo>
                        <a:pt x="2074" y="154"/>
                        <a:pt x="2009" y="165"/>
                        <a:pt x="2009" y="165"/>
                      </a:cubicBezTo>
                      <a:cubicBezTo>
                        <a:pt x="2009" y="165"/>
                        <a:pt x="2065" y="171"/>
                        <a:pt x="2074" y="170"/>
                      </a:cubicBezTo>
                      <a:close/>
                      <a:moveTo>
                        <a:pt x="1990" y="214"/>
                      </a:moveTo>
                      <a:cubicBezTo>
                        <a:pt x="2052" y="218"/>
                        <a:pt x="2047" y="199"/>
                        <a:pt x="2047" y="199"/>
                      </a:cubicBezTo>
                      <a:cubicBezTo>
                        <a:pt x="2043" y="189"/>
                        <a:pt x="2043" y="189"/>
                        <a:pt x="2043" y="189"/>
                      </a:cubicBezTo>
                      <a:cubicBezTo>
                        <a:pt x="2089" y="184"/>
                        <a:pt x="2089" y="184"/>
                        <a:pt x="2089" y="184"/>
                      </a:cubicBezTo>
                      <a:cubicBezTo>
                        <a:pt x="2078" y="176"/>
                        <a:pt x="2078" y="176"/>
                        <a:pt x="2078" y="176"/>
                      </a:cubicBezTo>
                      <a:cubicBezTo>
                        <a:pt x="2033" y="178"/>
                        <a:pt x="2033" y="178"/>
                        <a:pt x="2033" y="178"/>
                      </a:cubicBezTo>
                      <a:cubicBezTo>
                        <a:pt x="2025" y="186"/>
                        <a:pt x="2025" y="186"/>
                        <a:pt x="2025" y="186"/>
                      </a:cubicBezTo>
                      <a:cubicBezTo>
                        <a:pt x="2025" y="186"/>
                        <a:pt x="1966" y="173"/>
                        <a:pt x="1959" y="189"/>
                      </a:cubicBezTo>
                      <a:cubicBezTo>
                        <a:pt x="1953" y="205"/>
                        <a:pt x="1990" y="214"/>
                        <a:pt x="1990" y="214"/>
                      </a:cubicBezTo>
                      <a:close/>
                      <a:moveTo>
                        <a:pt x="1785" y="257"/>
                      </a:moveTo>
                      <a:cubicBezTo>
                        <a:pt x="1749" y="275"/>
                        <a:pt x="1749" y="275"/>
                        <a:pt x="1749" y="275"/>
                      </a:cubicBezTo>
                      <a:cubicBezTo>
                        <a:pt x="1749" y="275"/>
                        <a:pt x="1784" y="281"/>
                        <a:pt x="1768" y="284"/>
                      </a:cubicBezTo>
                      <a:cubicBezTo>
                        <a:pt x="1752" y="288"/>
                        <a:pt x="1694" y="292"/>
                        <a:pt x="1694" y="292"/>
                      </a:cubicBezTo>
                      <a:cubicBezTo>
                        <a:pt x="1680" y="308"/>
                        <a:pt x="1680" y="308"/>
                        <a:pt x="1680" y="308"/>
                      </a:cubicBezTo>
                      <a:cubicBezTo>
                        <a:pt x="1717" y="303"/>
                        <a:pt x="1717" y="303"/>
                        <a:pt x="1717" y="303"/>
                      </a:cubicBezTo>
                      <a:cubicBezTo>
                        <a:pt x="1717" y="303"/>
                        <a:pt x="1732" y="308"/>
                        <a:pt x="1751" y="311"/>
                      </a:cubicBezTo>
                      <a:cubicBezTo>
                        <a:pt x="1770" y="314"/>
                        <a:pt x="1826" y="295"/>
                        <a:pt x="1826" y="295"/>
                      </a:cubicBezTo>
                      <a:cubicBezTo>
                        <a:pt x="1824" y="304"/>
                        <a:pt x="1824" y="304"/>
                        <a:pt x="1824" y="304"/>
                      </a:cubicBezTo>
                      <a:cubicBezTo>
                        <a:pt x="1824" y="304"/>
                        <a:pt x="1862" y="299"/>
                        <a:pt x="1892" y="297"/>
                      </a:cubicBezTo>
                      <a:cubicBezTo>
                        <a:pt x="1920" y="295"/>
                        <a:pt x="1895" y="302"/>
                        <a:pt x="1885" y="304"/>
                      </a:cubicBezTo>
                      <a:cubicBezTo>
                        <a:pt x="1875" y="305"/>
                        <a:pt x="1841" y="309"/>
                        <a:pt x="1816" y="312"/>
                      </a:cubicBezTo>
                      <a:cubicBezTo>
                        <a:pt x="1791" y="315"/>
                        <a:pt x="1760" y="326"/>
                        <a:pt x="1760" y="326"/>
                      </a:cubicBezTo>
                      <a:cubicBezTo>
                        <a:pt x="1760" y="326"/>
                        <a:pt x="1788" y="331"/>
                        <a:pt x="1838" y="333"/>
                      </a:cubicBezTo>
                      <a:cubicBezTo>
                        <a:pt x="1886" y="334"/>
                        <a:pt x="1920" y="313"/>
                        <a:pt x="1920" y="313"/>
                      </a:cubicBezTo>
                      <a:cubicBezTo>
                        <a:pt x="1970" y="300"/>
                        <a:pt x="1970" y="300"/>
                        <a:pt x="1970" y="300"/>
                      </a:cubicBezTo>
                      <a:cubicBezTo>
                        <a:pt x="1970" y="300"/>
                        <a:pt x="1987" y="306"/>
                        <a:pt x="2035" y="300"/>
                      </a:cubicBezTo>
                      <a:cubicBezTo>
                        <a:pt x="2081" y="294"/>
                        <a:pt x="2084" y="284"/>
                        <a:pt x="2103" y="279"/>
                      </a:cubicBezTo>
                      <a:cubicBezTo>
                        <a:pt x="2121" y="274"/>
                        <a:pt x="2106" y="254"/>
                        <a:pt x="2086" y="254"/>
                      </a:cubicBezTo>
                      <a:cubicBezTo>
                        <a:pt x="2066" y="255"/>
                        <a:pt x="2072" y="268"/>
                        <a:pt x="2072" y="268"/>
                      </a:cubicBezTo>
                      <a:cubicBezTo>
                        <a:pt x="2045" y="267"/>
                        <a:pt x="2045" y="267"/>
                        <a:pt x="2045" y="267"/>
                      </a:cubicBezTo>
                      <a:cubicBezTo>
                        <a:pt x="2045" y="267"/>
                        <a:pt x="2050" y="260"/>
                        <a:pt x="2055" y="252"/>
                      </a:cubicBezTo>
                      <a:cubicBezTo>
                        <a:pt x="2060" y="244"/>
                        <a:pt x="2073" y="229"/>
                        <a:pt x="2061" y="229"/>
                      </a:cubicBezTo>
                      <a:cubicBezTo>
                        <a:pt x="2049" y="228"/>
                        <a:pt x="2024" y="239"/>
                        <a:pt x="1991" y="249"/>
                      </a:cubicBezTo>
                      <a:cubicBezTo>
                        <a:pt x="1957" y="259"/>
                        <a:pt x="2012" y="256"/>
                        <a:pt x="2012" y="256"/>
                      </a:cubicBezTo>
                      <a:cubicBezTo>
                        <a:pt x="2009" y="272"/>
                        <a:pt x="2009" y="272"/>
                        <a:pt x="2009" y="272"/>
                      </a:cubicBezTo>
                      <a:cubicBezTo>
                        <a:pt x="1929" y="282"/>
                        <a:pt x="1929" y="282"/>
                        <a:pt x="1929" y="282"/>
                      </a:cubicBezTo>
                      <a:cubicBezTo>
                        <a:pt x="1929" y="282"/>
                        <a:pt x="1923" y="262"/>
                        <a:pt x="1928" y="253"/>
                      </a:cubicBezTo>
                      <a:cubicBezTo>
                        <a:pt x="1932" y="244"/>
                        <a:pt x="1875" y="240"/>
                        <a:pt x="1875" y="240"/>
                      </a:cubicBezTo>
                      <a:lnTo>
                        <a:pt x="1785" y="257"/>
                      </a:lnTo>
                      <a:close/>
                      <a:moveTo>
                        <a:pt x="1887" y="230"/>
                      </a:moveTo>
                      <a:cubicBezTo>
                        <a:pt x="1905" y="215"/>
                        <a:pt x="1886" y="206"/>
                        <a:pt x="1868" y="216"/>
                      </a:cubicBezTo>
                      <a:cubicBezTo>
                        <a:pt x="1849" y="226"/>
                        <a:pt x="1887" y="230"/>
                        <a:pt x="1887" y="230"/>
                      </a:cubicBezTo>
                      <a:close/>
                      <a:moveTo>
                        <a:pt x="2008" y="377"/>
                      </a:moveTo>
                      <a:cubicBezTo>
                        <a:pt x="1988" y="361"/>
                        <a:pt x="1988" y="361"/>
                        <a:pt x="1988" y="361"/>
                      </a:cubicBezTo>
                      <a:cubicBezTo>
                        <a:pt x="1969" y="363"/>
                        <a:pt x="1969" y="363"/>
                        <a:pt x="1969" y="363"/>
                      </a:cubicBezTo>
                      <a:cubicBezTo>
                        <a:pt x="1969" y="363"/>
                        <a:pt x="1957" y="348"/>
                        <a:pt x="1932" y="357"/>
                      </a:cubicBezTo>
                      <a:cubicBezTo>
                        <a:pt x="1906" y="365"/>
                        <a:pt x="1964" y="389"/>
                        <a:pt x="1964" y="389"/>
                      </a:cubicBezTo>
                      <a:lnTo>
                        <a:pt x="2008" y="377"/>
                      </a:lnTo>
                      <a:close/>
                      <a:moveTo>
                        <a:pt x="1638" y="280"/>
                      </a:moveTo>
                      <a:cubicBezTo>
                        <a:pt x="1598" y="290"/>
                        <a:pt x="1626" y="295"/>
                        <a:pt x="1626" y="295"/>
                      </a:cubicBezTo>
                      <a:cubicBezTo>
                        <a:pt x="1683" y="281"/>
                        <a:pt x="1679" y="269"/>
                        <a:pt x="1638" y="280"/>
                      </a:cubicBezTo>
                      <a:close/>
                      <a:moveTo>
                        <a:pt x="1978" y="572"/>
                      </a:moveTo>
                      <a:cubicBezTo>
                        <a:pt x="1997" y="574"/>
                        <a:pt x="2006" y="580"/>
                        <a:pt x="2022" y="588"/>
                      </a:cubicBezTo>
                      <a:cubicBezTo>
                        <a:pt x="2038" y="596"/>
                        <a:pt x="2092" y="587"/>
                        <a:pt x="2092" y="587"/>
                      </a:cubicBezTo>
                      <a:cubicBezTo>
                        <a:pt x="2078" y="542"/>
                        <a:pt x="2078" y="542"/>
                        <a:pt x="2078" y="542"/>
                      </a:cubicBezTo>
                      <a:cubicBezTo>
                        <a:pt x="2012" y="528"/>
                        <a:pt x="2012" y="528"/>
                        <a:pt x="2012" y="528"/>
                      </a:cubicBezTo>
                      <a:cubicBezTo>
                        <a:pt x="1990" y="553"/>
                        <a:pt x="1990" y="553"/>
                        <a:pt x="1990" y="553"/>
                      </a:cubicBezTo>
                      <a:cubicBezTo>
                        <a:pt x="1968" y="555"/>
                        <a:pt x="1968" y="555"/>
                        <a:pt x="1968" y="555"/>
                      </a:cubicBezTo>
                      <a:cubicBezTo>
                        <a:pt x="1968" y="555"/>
                        <a:pt x="1959" y="571"/>
                        <a:pt x="1978" y="572"/>
                      </a:cubicBezTo>
                      <a:close/>
                      <a:moveTo>
                        <a:pt x="109" y="1360"/>
                      </a:moveTo>
                      <a:cubicBezTo>
                        <a:pt x="109" y="1369"/>
                        <a:pt x="126" y="1366"/>
                        <a:pt x="126" y="1366"/>
                      </a:cubicBezTo>
                      <a:cubicBezTo>
                        <a:pt x="124" y="1383"/>
                        <a:pt x="124" y="1383"/>
                        <a:pt x="124" y="1383"/>
                      </a:cubicBezTo>
                      <a:cubicBezTo>
                        <a:pt x="143" y="1371"/>
                        <a:pt x="143" y="1371"/>
                        <a:pt x="143" y="1371"/>
                      </a:cubicBezTo>
                      <a:cubicBezTo>
                        <a:pt x="141" y="1354"/>
                        <a:pt x="141" y="1354"/>
                        <a:pt x="141" y="1354"/>
                      </a:cubicBezTo>
                      <a:cubicBezTo>
                        <a:pt x="141" y="1354"/>
                        <a:pt x="109" y="1351"/>
                        <a:pt x="109" y="1360"/>
                      </a:cubicBezTo>
                      <a:close/>
                      <a:moveTo>
                        <a:pt x="166" y="1535"/>
                      </a:moveTo>
                      <a:cubicBezTo>
                        <a:pt x="166" y="1535"/>
                        <a:pt x="163" y="1521"/>
                        <a:pt x="164" y="1514"/>
                      </a:cubicBezTo>
                      <a:cubicBezTo>
                        <a:pt x="165" y="1507"/>
                        <a:pt x="170" y="1495"/>
                        <a:pt x="162" y="1485"/>
                      </a:cubicBezTo>
                      <a:cubicBezTo>
                        <a:pt x="162" y="1485"/>
                        <a:pt x="136" y="1481"/>
                        <a:pt x="127" y="1479"/>
                      </a:cubicBezTo>
                      <a:cubicBezTo>
                        <a:pt x="118" y="1477"/>
                        <a:pt x="103" y="1453"/>
                        <a:pt x="91" y="1452"/>
                      </a:cubicBezTo>
                      <a:cubicBezTo>
                        <a:pt x="79" y="1451"/>
                        <a:pt x="59" y="1463"/>
                        <a:pt x="64" y="1471"/>
                      </a:cubicBezTo>
                      <a:cubicBezTo>
                        <a:pt x="69" y="1479"/>
                        <a:pt x="78" y="1477"/>
                        <a:pt x="78" y="1477"/>
                      </a:cubicBezTo>
                      <a:cubicBezTo>
                        <a:pt x="87" y="1471"/>
                        <a:pt x="87" y="1471"/>
                        <a:pt x="87" y="1471"/>
                      </a:cubicBezTo>
                      <a:cubicBezTo>
                        <a:pt x="94" y="1476"/>
                        <a:pt x="94" y="1476"/>
                        <a:pt x="94" y="1476"/>
                      </a:cubicBezTo>
                      <a:cubicBezTo>
                        <a:pt x="88" y="1483"/>
                        <a:pt x="88" y="1483"/>
                        <a:pt x="88" y="1483"/>
                      </a:cubicBezTo>
                      <a:cubicBezTo>
                        <a:pt x="88" y="1483"/>
                        <a:pt x="59" y="1488"/>
                        <a:pt x="67" y="1497"/>
                      </a:cubicBezTo>
                      <a:cubicBezTo>
                        <a:pt x="75" y="1506"/>
                        <a:pt x="90" y="1497"/>
                        <a:pt x="90" y="1497"/>
                      </a:cubicBezTo>
                      <a:cubicBezTo>
                        <a:pt x="85" y="1512"/>
                        <a:pt x="85" y="1512"/>
                        <a:pt x="85" y="1512"/>
                      </a:cubicBezTo>
                      <a:cubicBezTo>
                        <a:pt x="100" y="1511"/>
                        <a:pt x="100" y="1511"/>
                        <a:pt x="100" y="1511"/>
                      </a:cubicBezTo>
                      <a:cubicBezTo>
                        <a:pt x="86" y="1522"/>
                        <a:pt x="86" y="1522"/>
                        <a:pt x="86" y="1522"/>
                      </a:cubicBezTo>
                      <a:cubicBezTo>
                        <a:pt x="112" y="1520"/>
                        <a:pt x="112" y="1520"/>
                        <a:pt x="112" y="1520"/>
                      </a:cubicBezTo>
                      <a:cubicBezTo>
                        <a:pt x="112" y="1520"/>
                        <a:pt x="85" y="1531"/>
                        <a:pt x="91" y="1536"/>
                      </a:cubicBezTo>
                      <a:cubicBezTo>
                        <a:pt x="97" y="1541"/>
                        <a:pt x="109" y="1520"/>
                        <a:pt x="115" y="1531"/>
                      </a:cubicBezTo>
                      <a:cubicBezTo>
                        <a:pt x="121" y="1542"/>
                        <a:pt x="99" y="1546"/>
                        <a:pt x="105" y="1553"/>
                      </a:cubicBezTo>
                      <a:cubicBezTo>
                        <a:pt x="111" y="1560"/>
                        <a:pt x="137" y="1555"/>
                        <a:pt x="137" y="1555"/>
                      </a:cubicBezTo>
                      <a:cubicBezTo>
                        <a:pt x="150" y="1547"/>
                        <a:pt x="150" y="1547"/>
                        <a:pt x="150" y="1547"/>
                      </a:cubicBezTo>
                      <a:cubicBezTo>
                        <a:pt x="138" y="1561"/>
                        <a:pt x="138" y="1561"/>
                        <a:pt x="138" y="1561"/>
                      </a:cubicBezTo>
                      <a:cubicBezTo>
                        <a:pt x="138" y="1561"/>
                        <a:pt x="113" y="1561"/>
                        <a:pt x="124" y="1570"/>
                      </a:cubicBezTo>
                      <a:cubicBezTo>
                        <a:pt x="135" y="1579"/>
                        <a:pt x="144" y="1579"/>
                        <a:pt x="144" y="1579"/>
                      </a:cubicBezTo>
                      <a:cubicBezTo>
                        <a:pt x="144" y="1579"/>
                        <a:pt x="168" y="1596"/>
                        <a:pt x="180" y="1586"/>
                      </a:cubicBezTo>
                      <a:cubicBezTo>
                        <a:pt x="192" y="1576"/>
                        <a:pt x="201" y="1568"/>
                        <a:pt x="192" y="1557"/>
                      </a:cubicBezTo>
                      <a:cubicBezTo>
                        <a:pt x="183" y="1546"/>
                        <a:pt x="166" y="1535"/>
                        <a:pt x="166" y="1535"/>
                      </a:cubicBezTo>
                      <a:close/>
                      <a:moveTo>
                        <a:pt x="1536" y="249"/>
                      </a:moveTo>
                      <a:cubicBezTo>
                        <a:pt x="1536" y="249"/>
                        <a:pt x="1574" y="242"/>
                        <a:pt x="1583" y="248"/>
                      </a:cubicBezTo>
                      <a:cubicBezTo>
                        <a:pt x="1593" y="254"/>
                        <a:pt x="1587" y="264"/>
                        <a:pt x="1599" y="264"/>
                      </a:cubicBezTo>
                      <a:cubicBezTo>
                        <a:pt x="1612" y="264"/>
                        <a:pt x="1634" y="259"/>
                        <a:pt x="1634" y="259"/>
                      </a:cubicBezTo>
                      <a:cubicBezTo>
                        <a:pt x="1634" y="259"/>
                        <a:pt x="1650" y="268"/>
                        <a:pt x="1665" y="261"/>
                      </a:cubicBezTo>
                      <a:cubicBezTo>
                        <a:pt x="1681" y="255"/>
                        <a:pt x="1678" y="238"/>
                        <a:pt x="1678" y="238"/>
                      </a:cubicBezTo>
                      <a:cubicBezTo>
                        <a:pt x="1700" y="238"/>
                        <a:pt x="1700" y="238"/>
                        <a:pt x="1700" y="238"/>
                      </a:cubicBezTo>
                      <a:cubicBezTo>
                        <a:pt x="1744" y="224"/>
                        <a:pt x="1744" y="224"/>
                        <a:pt x="1744" y="224"/>
                      </a:cubicBezTo>
                      <a:cubicBezTo>
                        <a:pt x="1719" y="247"/>
                        <a:pt x="1719" y="247"/>
                        <a:pt x="1719" y="247"/>
                      </a:cubicBezTo>
                      <a:cubicBezTo>
                        <a:pt x="1754" y="253"/>
                        <a:pt x="1754" y="253"/>
                        <a:pt x="1754" y="253"/>
                      </a:cubicBezTo>
                      <a:cubicBezTo>
                        <a:pt x="1791" y="238"/>
                        <a:pt x="1791" y="238"/>
                        <a:pt x="1791" y="238"/>
                      </a:cubicBezTo>
                      <a:cubicBezTo>
                        <a:pt x="1854" y="209"/>
                        <a:pt x="1854" y="209"/>
                        <a:pt x="1854" y="209"/>
                      </a:cubicBezTo>
                      <a:cubicBezTo>
                        <a:pt x="1854" y="209"/>
                        <a:pt x="1806" y="194"/>
                        <a:pt x="1797" y="194"/>
                      </a:cubicBezTo>
                      <a:cubicBezTo>
                        <a:pt x="1787" y="194"/>
                        <a:pt x="1734" y="190"/>
                        <a:pt x="1734" y="190"/>
                      </a:cubicBezTo>
                      <a:cubicBezTo>
                        <a:pt x="1683" y="198"/>
                        <a:pt x="1683" y="198"/>
                        <a:pt x="1683" y="198"/>
                      </a:cubicBezTo>
                      <a:cubicBezTo>
                        <a:pt x="1680" y="212"/>
                        <a:pt x="1680" y="212"/>
                        <a:pt x="1680" y="212"/>
                      </a:cubicBezTo>
                      <a:cubicBezTo>
                        <a:pt x="1602" y="218"/>
                        <a:pt x="1602" y="218"/>
                        <a:pt x="1602" y="218"/>
                      </a:cubicBezTo>
                      <a:cubicBezTo>
                        <a:pt x="1602" y="218"/>
                        <a:pt x="1576" y="209"/>
                        <a:pt x="1554" y="213"/>
                      </a:cubicBezTo>
                      <a:cubicBezTo>
                        <a:pt x="1532" y="216"/>
                        <a:pt x="1535" y="224"/>
                        <a:pt x="1535" y="224"/>
                      </a:cubicBezTo>
                      <a:cubicBezTo>
                        <a:pt x="1535" y="229"/>
                        <a:pt x="1536" y="249"/>
                        <a:pt x="1536" y="249"/>
                      </a:cubicBezTo>
                      <a:close/>
                      <a:moveTo>
                        <a:pt x="100" y="1323"/>
                      </a:moveTo>
                      <a:cubicBezTo>
                        <a:pt x="102" y="1338"/>
                        <a:pt x="113" y="1344"/>
                        <a:pt x="113" y="1344"/>
                      </a:cubicBezTo>
                      <a:cubicBezTo>
                        <a:pt x="121" y="1323"/>
                        <a:pt x="121" y="1323"/>
                        <a:pt x="121" y="1323"/>
                      </a:cubicBezTo>
                      <a:cubicBezTo>
                        <a:pt x="121" y="1323"/>
                        <a:pt x="98" y="1308"/>
                        <a:pt x="100" y="1323"/>
                      </a:cubicBezTo>
                      <a:close/>
                      <a:moveTo>
                        <a:pt x="82" y="1291"/>
                      </a:moveTo>
                      <a:cubicBezTo>
                        <a:pt x="78" y="1290"/>
                        <a:pt x="62" y="1294"/>
                        <a:pt x="56" y="1297"/>
                      </a:cubicBezTo>
                      <a:cubicBezTo>
                        <a:pt x="50" y="1300"/>
                        <a:pt x="45" y="1315"/>
                        <a:pt x="35" y="1315"/>
                      </a:cubicBezTo>
                      <a:cubicBezTo>
                        <a:pt x="25" y="1315"/>
                        <a:pt x="24" y="1307"/>
                        <a:pt x="34" y="1307"/>
                      </a:cubicBezTo>
                      <a:cubicBezTo>
                        <a:pt x="44" y="1307"/>
                        <a:pt x="62" y="1294"/>
                        <a:pt x="48" y="1295"/>
                      </a:cubicBezTo>
                      <a:cubicBezTo>
                        <a:pt x="34" y="1296"/>
                        <a:pt x="32" y="1299"/>
                        <a:pt x="32" y="1299"/>
                      </a:cubicBezTo>
                      <a:cubicBezTo>
                        <a:pt x="32" y="1299"/>
                        <a:pt x="35" y="1285"/>
                        <a:pt x="24" y="1289"/>
                      </a:cubicBezTo>
                      <a:cubicBezTo>
                        <a:pt x="13" y="1293"/>
                        <a:pt x="11" y="1306"/>
                        <a:pt x="11" y="1306"/>
                      </a:cubicBezTo>
                      <a:cubicBezTo>
                        <a:pt x="3" y="1324"/>
                        <a:pt x="3" y="1324"/>
                        <a:pt x="3" y="1324"/>
                      </a:cubicBezTo>
                      <a:cubicBezTo>
                        <a:pt x="3" y="1324"/>
                        <a:pt x="0" y="1336"/>
                        <a:pt x="3" y="1337"/>
                      </a:cubicBezTo>
                      <a:cubicBezTo>
                        <a:pt x="6" y="1338"/>
                        <a:pt x="9" y="1347"/>
                        <a:pt x="9" y="1347"/>
                      </a:cubicBezTo>
                      <a:cubicBezTo>
                        <a:pt x="0" y="1351"/>
                        <a:pt x="0" y="1351"/>
                        <a:pt x="0" y="1351"/>
                      </a:cubicBezTo>
                      <a:cubicBezTo>
                        <a:pt x="5" y="1386"/>
                        <a:pt x="5" y="1386"/>
                        <a:pt x="5" y="1386"/>
                      </a:cubicBezTo>
                      <a:cubicBezTo>
                        <a:pt x="5" y="1386"/>
                        <a:pt x="0" y="1398"/>
                        <a:pt x="16" y="1397"/>
                      </a:cubicBezTo>
                      <a:cubicBezTo>
                        <a:pt x="27" y="1396"/>
                        <a:pt x="16" y="1379"/>
                        <a:pt x="13" y="1372"/>
                      </a:cubicBezTo>
                      <a:cubicBezTo>
                        <a:pt x="10" y="1365"/>
                        <a:pt x="18" y="1359"/>
                        <a:pt x="23" y="1356"/>
                      </a:cubicBezTo>
                      <a:cubicBezTo>
                        <a:pt x="28" y="1353"/>
                        <a:pt x="36" y="1344"/>
                        <a:pt x="34" y="1340"/>
                      </a:cubicBezTo>
                      <a:cubicBezTo>
                        <a:pt x="34" y="1340"/>
                        <a:pt x="32" y="1329"/>
                        <a:pt x="38" y="1324"/>
                      </a:cubicBezTo>
                      <a:cubicBezTo>
                        <a:pt x="44" y="1319"/>
                        <a:pt x="55" y="1308"/>
                        <a:pt x="64" y="1303"/>
                      </a:cubicBezTo>
                      <a:cubicBezTo>
                        <a:pt x="73" y="1298"/>
                        <a:pt x="86" y="1292"/>
                        <a:pt x="82" y="1291"/>
                      </a:cubicBezTo>
                      <a:close/>
                      <a:moveTo>
                        <a:pt x="1263" y="454"/>
                      </a:moveTo>
                      <a:cubicBezTo>
                        <a:pt x="1268" y="466"/>
                        <a:pt x="1238" y="482"/>
                        <a:pt x="1266" y="478"/>
                      </a:cubicBezTo>
                      <a:cubicBezTo>
                        <a:pt x="1294" y="474"/>
                        <a:pt x="1328" y="462"/>
                        <a:pt x="1328" y="462"/>
                      </a:cubicBezTo>
                      <a:cubicBezTo>
                        <a:pt x="1354" y="468"/>
                        <a:pt x="1354" y="468"/>
                        <a:pt x="1354" y="468"/>
                      </a:cubicBezTo>
                      <a:cubicBezTo>
                        <a:pt x="1405" y="430"/>
                        <a:pt x="1405" y="430"/>
                        <a:pt x="1405" y="430"/>
                      </a:cubicBezTo>
                      <a:cubicBezTo>
                        <a:pt x="1493" y="402"/>
                        <a:pt x="1493" y="402"/>
                        <a:pt x="1493" y="402"/>
                      </a:cubicBezTo>
                      <a:cubicBezTo>
                        <a:pt x="1576" y="379"/>
                        <a:pt x="1576" y="379"/>
                        <a:pt x="1576" y="379"/>
                      </a:cubicBezTo>
                      <a:cubicBezTo>
                        <a:pt x="1642" y="366"/>
                        <a:pt x="1642" y="366"/>
                        <a:pt x="1642" y="366"/>
                      </a:cubicBezTo>
                      <a:cubicBezTo>
                        <a:pt x="1642" y="366"/>
                        <a:pt x="1603" y="334"/>
                        <a:pt x="1600" y="330"/>
                      </a:cubicBezTo>
                      <a:cubicBezTo>
                        <a:pt x="1596" y="327"/>
                        <a:pt x="1549" y="333"/>
                        <a:pt x="1549" y="333"/>
                      </a:cubicBezTo>
                      <a:cubicBezTo>
                        <a:pt x="1505" y="339"/>
                        <a:pt x="1505" y="339"/>
                        <a:pt x="1505" y="339"/>
                      </a:cubicBezTo>
                      <a:cubicBezTo>
                        <a:pt x="1481" y="321"/>
                        <a:pt x="1481" y="321"/>
                        <a:pt x="1481" y="321"/>
                      </a:cubicBezTo>
                      <a:cubicBezTo>
                        <a:pt x="1427" y="328"/>
                        <a:pt x="1427" y="328"/>
                        <a:pt x="1427" y="328"/>
                      </a:cubicBezTo>
                      <a:cubicBezTo>
                        <a:pt x="1393" y="338"/>
                        <a:pt x="1393" y="338"/>
                        <a:pt x="1393" y="338"/>
                      </a:cubicBezTo>
                      <a:cubicBezTo>
                        <a:pt x="1383" y="351"/>
                        <a:pt x="1383" y="351"/>
                        <a:pt x="1383" y="351"/>
                      </a:cubicBezTo>
                      <a:cubicBezTo>
                        <a:pt x="1372" y="371"/>
                        <a:pt x="1372" y="371"/>
                        <a:pt x="1372" y="371"/>
                      </a:cubicBezTo>
                      <a:cubicBezTo>
                        <a:pt x="1340" y="380"/>
                        <a:pt x="1340" y="380"/>
                        <a:pt x="1340" y="380"/>
                      </a:cubicBezTo>
                      <a:cubicBezTo>
                        <a:pt x="1294" y="393"/>
                        <a:pt x="1294" y="393"/>
                        <a:pt x="1294" y="393"/>
                      </a:cubicBezTo>
                      <a:cubicBezTo>
                        <a:pt x="1307" y="401"/>
                        <a:pt x="1307" y="401"/>
                        <a:pt x="1307" y="401"/>
                      </a:cubicBezTo>
                      <a:cubicBezTo>
                        <a:pt x="1227" y="437"/>
                        <a:pt x="1227" y="437"/>
                        <a:pt x="1227" y="437"/>
                      </a:cubicBezTo>
                      <a:cubicBezTo>
                        <a:pt x="1227" y="437"/>
                        <a:pt x="1259" y="442"/>
                        <a:pt x="1263" y="454"/>
                      </a:cubicBezTo>
                      <a:close/>
                      <a:moveTo>
                        <a:pt x="132" y="1313"/>
                      </a:moveTo>
                      <a:cubicBezTo>
                        <a:pt x="125" y="1331"/>
                        <a:pt x="125" y="1331"/>
                        <a:pt x="125" y="1331"/>
                      </a:cubicBezTo>
                      <a:cubicBezTo>
                        <a:pt x="127" y="1343"/>
                        <a:pt x="127" y="1343"/>
                        <a:pt x="127" y="1343"/>
                      </a:cubicBezTo>
                      <a:cubicBezTo>
                        <a:pt x="143" y="1333"/>
                        <a:pt x="143" y="1333"/>
                        <a:pt x="143" y="1333"/>
                      </a:cubicBezTo>
                      <a:lnTo>
                        <a:pt x="132" y="1313"/>
                      </a:lnTo>
                      <a:close/>
                      <a:moveTo>
                        <a:pt x="2786" y="403"/>
                      </a:moveTo>
                      <a:cubicBezTo>
                        <a:pt x="2802" y="409"/>
                        <a:pt x="2824" y="395"/>
                        <a:pt x="2824" y="395"/>
                      </a:cubicBezTo>
                      <a:cubicBezTo>
                        <a:pt x="2865" y="394"/>
                        <a:pt x="2865" y="394"/>
                        <a:pt x="2865" y="394"/>
                      </a:cubicBezTo>
                      <a:cubicBezTo>
                        <a:pt x="2865" y="394"/>
                        <a:pt x="2891" y="404"/>
                        <a:pt x="2899" y="398"/>
                      </a:cubicBezTo>
                      <a:cubicBezTo>
                        <a:pt x="2906" y="393"/>
                        <a:pt x="2900" y="370"/>
                        <a:pt x="2883" y="366"/>
                      </a:cubicBezTo>
                      <a:cubicBezTo>
                        <a:pt x="2865" y="362"/>
                        <a:pt x="2849" y="367"/>
                        <a:pt x="2849" y="367"/>
                      </a:cubicBezTo>
                      <a:cubicBezTo>
                        <a:pt x="2823" y="367"/>
                        <a:pt x="2823" y="367"/>
                        <a:pt x="2823" y="367"/>
                      </a:cubicBezTo>
                      <a:cubicBezTo>
                        <a:pt x="2823" y="367"/>
                        <a:pt x="2793" y="355"/>
                        <a:pt x="2782" y="364"/>
                      </a:cubicBezTo>
                      <a:cubicBezTo>
                        <a:pt x="2772" y="372"/>
                        <a:pt x="2768" y="378"/>
                        <a:pt x="2768" y="378"/>
                      </a:cubicBezTo>
                      <a:cubicBezTo>
                        <a:pt x="2781" y="385"/>
                        <a:pt x="2781" y="385"/>
                        <a:pt x="2781" y="385"/>
                      </a:cubicBezTo>
                      <a:cubicBezTo>
                        <a:pt x="2781" y="385"/>
                        <a:pt x="2772" y="397"/>
                        <a:pt x="2786" y="403"/>
                      </a:cubicBezTo>
                      <a:close/>
                      <a:moveTo>
                        <a:pt x="2471" y="347"/>
                      </a:moveTo>
                      <a:cubicBezTo>
                        <a:pt x="2457" y="346"/>
                        <a:pt x="2380" y="337"/>
                        <a:pt x="2339" y="339"/>
                      </a:cubicBezTo>
                      <a:cubicBezTo>
                        <a:pt x="2300" y="340"/>
                        <a:pt x="2311" y="339"/>
                        <a:pt x="2310" y="347"/>
                      </a:cubicBezTo>
                      <a:cubicBezTo>
                        <a:pt x="2308" y="356"/>
                        <a:pt x="2294" y="359"/>
                        <a:pt x="2260" y="367"/>
                      </a:cubicBezTo>
                      <a:cubicBezTo>
                        <a:pt x="2227" y="374"/>
                        <a:pt x="2259" y="375"/>
                        <a:pt x="2257" y="397"/>
                      </a:cubicBezTo>
                      <a:cubicBezTo>
                        <a:pt x="2245" y="414"/>
                        <a:pt x="2245" y="414"/>
                        <a:pt x="2245" y="414"/>
                      </a:cubicBezTo>
                      <a:cubicBezTo>
                        <a:pt x="2265" y="426"/>
                        <a:pt x="2265" y="426"/>
                        <a:pt x="2265" y="426"/>
                      </a:cubicBezTo>
                      <a:cubicBezTo>
                        <a:pt x="2318" y="404"/>
                        <a:pt x="2318" y="404"/>
                        <a:pt x="2318" y="404"/>
                      </a:cubicBezTo>
                      <a:cubicBezTo>
                        <a:pt x="2318" y="404"/>
                        <a:pt x="2299" y="397"/>
                        <a:pt x="2323" y="390"/>
                      </a:cubicBezTo>
                      <a:cubicBezTo>
                        <a:pt x="2348" y="383"/>
                        <a:pt x="2365" y="403"/>
                        <a:pt x="2365" y="403"/>
                      </a:cubicBezTo>
                      <a:cubicBezTo>
                        <a:pt x="2403" y="398"/>
                        <a:pt x="2403" y="398"/>
                        <a:pt x="2403" y="398"/>
                      </a:cubicBezTo>
                      <a:cubicBezTo>
                        <a:pt x="2398" y="383"/>
                        <a:pt x="2398" y="383"/>
                        <a:pt x="2398" y="383"/>
                      </a:cubicBezTo>
                      <a:cubicBezTo>
                        <a:pt x="2398" y="383"/>
                        <a:pt x="2447" y="381"/>
                        <a:pt x="2457" y="369"/>
                      </a:cubicBezTo>
                      <a:cubicBezTo>
                        <a:pt x="2467" y="358"/>
                        <a:pt x="2484" y="347"/>
                        <a:pt x="2471" y="347"/>
                      </a:cubicBezTo>
                      <a:close/>
                      <a:moveTo>
                        <a:pt x="2526" y="101"/>
                      </a:moveTo>
                      <a:cubicBezTo>
                        <a:pt x="2489" y="105"/>
                        <a:pt x="2489" y="105"/>
                        <a:pt x="2489" y="105"/>
                      </a:cubicBezTo>
                      <a:cubicBezTo>
                        <a:pt x="2503" y="123"/>
                        <a:pt x="2503" y="123"/>
                        <a:pt x="2503" y="123"/>
                      </a:cubicBezTo>
                      <a:lnTo>
                        <a:pt x="2526" y="101"/>
                      </a:lnTo>
                      <a:close/>
                      <a:moveTo>
                        <a:pt x="2406" y="324"/>
                      </a:moveTo>
                      <a:cubicBezTo>
                        <a:pt x="2417" y="317"/>
                        <a:pt x="2442" y="298"/>
                        <a:pt x="2438" y="290"/>
                      </a:cubicBezTo>
                      <a:cubicBezTo>
                        <a:pt x="2434" y="281"/>
                        <a:pt x="2400" y="283"/>
                        <a:pt x="2389" y="284"/>
                      </a:cubicBezTo>
                      <a:cubicBezTo>
                        <a:pt x="2366" y="286"/>
                        <a:pt x="2322" y="301"/>
                        <a:pt x="2334" y="309"/>
                      </a:cubicBezTo>
                      <a:cubicBezTo>
                        <a:pt x="2346" y="316"/>
                        <a:pt x="2406" y="324"/>
                        <a:pt x="2406" y="324"/>
                      </a:cubicBezTo>
                      <a:close/>
                      <a:moveTo>
                        <a:pt x="2634" y="123"/>
                      </a:moveTo>
                      <a:cubicBezTo>
                        <a:pt x="2598" y="131"/>
                        <a:pt x="2598" y="131"/>
                        <a:pt x="2598" y="131"/>
                      </a:cubicBezTo>
                      <a:cubicBezTo>
                        <a:pt x="2623" y="142"/>
                        <a:pt x="2623" y="142"/>
                        <a:pt x="2623" y="142"/>
                      </a:cubicBezTo>
                      <a:cubicBezTo>
                        <a:pt x="2623" y="142"/>
                        <a:pt x="2609" y="146"/>
                        <a:pt x="2611" y="156"/>
                      </a:cubicBezTo>
                      <a:cubicBezTo>
                        <a:pt x="2613" y="165"/>
                        <a:pt x="2640" y="162"/>
                        <a:pt x="2640" y="162"/>
                      </a:cubicBezTo>
                      <a:cubicBezTo>
                        <a:pt x="2627" y="171"/>
                        <a:pt x="2627" y="171"/>
                        <a:pt x="2627" y="171"/>
                      </a:cubicBezTo>
                      <a:cubicBezTo>
                        <a:pt x="2627" y="171"/>
                        <a:pt x="2645" y="175"/>
                        <a:pt x="2659" y="184"/>
                      </a:cubicBezTo>
                      <a:cubicBezTo>
                        <a:pt x="2673" y="192"/>
                        <a:pt x="2698" y="172"/>
                        <a:pt x="2698" y="172"/>
                      </a:cubicBezTo>
                      <a:cubicBezTo>
                        <a:pt x="2714" y="164"/>
                        <a:pt x="2714" y="164"/>
                        <a:pt x="2714" y="164"/>
                      </a:cubicBezTo>
                      <a:cubicBezTo>
                        <a:pt x="2714" y="164"/>
                        <a:pt x="2719" y="170"/>
                        <a:pt x="2725" y="181"/>
                      </a:cubicBezTo>
                      <a:cubicBezTo>
                        <a:pt x="2732" y="191"/>
                        <a:pt x="2756" y="173"/>
                        <a:pt x="2765" y="171"/>
                      </a:cubicBezTo>
                      <a:cubicBezTo>
                        <a:pt x="2774" y="169"/>
                        <a:pt x="2787" y="155"/>
                        <a:pt x="2787" y="155"/>
                      </a:cubicBezTo>
                      <a:cubicBezTo>
                        <a:pt x="2795" y="164"/>
                        <a:pt x="2795" y="164"/>
                        <a:pt x="2795" y="164"/>
                      </a:cubicBezTo>
                      <a:cubicBezTo>
                        <a:pt x="2795" y="164"/>
                        <a:pt x="2808" y="151"/>
                        <a:pt x="2810" y="146"/>
                      </a:cubicBezTo>
                      <a:cubicBezTo>
                        <a:pt x="2812" y="141"/>
                        <a:pt x="2865" y="143"/>
                        <a:pt x="2877" y="143"/>
                      </a:cubicBezTo>
                      <a:cubicBezTo>
                        <a:pt x="2889" y="143"/>
                        <a:pt x="2886" y="129"/>
                        <a:pt x="2886" y="129"/>
                      </a:cubicBezTo>
                      <a:cubicBezTo>
                        <a:pt x="2844" y="128"/>
                        <a:pt x="2844" y="128"/>
                        <a:pt x="2844" y="128"/>
                      </a:cubicBezTo>
                      <a:cubicBezTo>
                        <a:pt x="2864" y="117"/>
                        <a:pt x="2864" y="117"/>
                        <a:pt x="2864" y="117"/>
                      </a:cubicBezTo>
                      <a:cubicBezTo>
                        <a:pt x="2864" y="117"/>
                        <a:pt x="2872" y="97"/>
                        <a:pt x="2867" y="90"/>
                      </a:cubicBezTo>
                      <a:cubicBezTo>
                        <a:pt x="2863" y="84"/>
                        <a:pt x="2829" y="102"/>
                        <a:pt x="2829" y="102"/>
                      </a:cubicBezTo>
                      <a:cubicBezTo>
                        <a:pt x="2826" y="85"/>
                        <a:pt x="2826" y="85"/>
                        <a:pt x="2826" y="85"/>
                      </a:cubicBezTo>
                      <a:cubicBezTo>
                        <a:pt x="2794" y="91"/>
                        <a:pt x="2794" y="91"/>
                        <a:pt x="2794" y="91"/>
                      </a:cubicBezTo>
                      <a:cubicBezTo>
                        <a:pt x="2794" y="91"/>
                        <a:pt x="2791" y="71"/>
                        <a:pt x="2781" y="60"/>
                      </a:cubicBezTo>
                      <a:cubicBezTo>
                        <a:pt x="2772" y="49"/>
                        <a:pt x="2730" y="72"/>
                        <a:pt x="2730" y="72"/>
                      </a:cubicBezTo>
                      <a:cubicBezTo>
                        <a:pt x="2678" y="75"/>
                        <a:pt x="2678" y="75"/>
                        <a:pt x="2678" y="75"/>
                      </a:cubicBezTo>
                      <a:cubicBezTo>
                        <a:pt x="2695" y="88"/>
                        <a:pt x="2695" y="88"/>
                        <a:pt x="2695" y="88"/>
                      </a:cubicBezTo>
                      <a:cubicBezTo>
                        <a:pt x="2695" y="88"/>
                        <a:pt x="2658" y="85"/>
                        <a:pt x="2645" y="89"/>
                      </a:cubicBezTo>
                      <a:cubicBezTo>
                        <a:pt x="2633" y="93"/>
                        <a:pt x="2653" y="106"/>
                        <a:pt x="2653" y="106"/>
                      </a:cubicBezTo>
                      <a:cubicBezTo>
                        <a:pt x="2653" y="106"/>
                        <a:pt x="2596" y="100"/>
                        <a:pt x="2592" y="114"/>
                      </a:cubicBezTo>
                      <a:cubicBezTo>
                        <a:pt x="2587" y="128"/>
                        <a:pt x="2634" y="123"/>
                        <a:pt x="2634" y="123"/>
                      </a:cubicBezTo>
                      <a:close/>
                      <a:moveTo>
                        <a:pt x="2644" y="199"/>
                      </a:moveTo>
                      <a:cubicBezTo>
                        <a:pt x="2622" y="203"/>
                        <a:pt x="2622" y="213"/>
                        <a:pt x="2622" y="213"/>
                      </a:cubicBezTo>
                      <a:cubicBezTo>
                        <a:pt x="2640" y="216"/>
                        <a:pt x="2640" y="216"/>
                        <a:pt x="2640" y="216"/>
                      </a:cubicBezTo>
                      <a:cubicBezTo>
                        <a:pt x="2655" y="216"/>
                        <a:pt x="2667" y="195"/>
                        <a:pt x="2644" y="199"/>
                      </a:cubicBezTo>
                      <a:close/>
                      <a:moveTo>
                        <a:pt x="2488" y="226"/>
                      </a:moveTo>
                      <a:cubicBezTo>
                        <a:pt x="2484" y="226"/>
                        <a:pt x="2476" y="222"/>
                        <a:pt x="2476" y="222"/>
                      </a:cubicBezTo>
                      <a:cubicBezTo>
                        <a:pt x="2476" y="222"/>
                        <a:pt x="2416" y="222"/>
                        <a:pt x="2416" y="230"/>
                      </a:cubicBezTo>
                      <a:cubicBezTo>
                        <a:pt x="2416" y="239"/>
                        <a:pt x="2435" y="241"/>
                        <a:pt x="2435" y="241"/>
                      </a:cubicBezTo>
                      <a:cubicBezTo>
                        <a:pt x="2436" y="253"/>
                        <a:pt x="2436" y="253"/>
                        <a:pt x="2436" y="253"/>
                      </a:cubicBezTo>
                      <a:cubicBezTo>
                        <a:pt x="2436" y="253"/>
                        <a:pt x="2486" y="258"/>
                        <a:pt x="2490" y="256"/>
                      </a:cubicBezTo>
                      <a:cubicBezTo>
                        <a:pt x="2494" y="254"/>
                        <a:pt x="2506" y="255"/>
                        <a:pt x="2512" y="255"/>
                      </a:cubicBezTo>
                      <a:cubicBezTo>
                        <a:pt x="2510" y="263"/>
                        <a:pt x="2508" y="274"/>
                        <a:pt x="2508" y="274"/>
                      </a:cubicBezTo>
                      <a:cubicBezTo>
                        <a:pt x="2471" y="301"/>
                        <a:pt x="2471" y="301"/>
                        <a:pt x="2471" y="301"/>
                      </a:cubicBezTo>
                      <a:cubicBezTo>
                        <a:pt x="2485" y="307"/>
                        <a:pt x="2485" y="307"/>
                        <a:pt x="2485" y="307"/>
                      </a:cubicBezTo>
                      <a:cubicBezTo>
                        <a:pt x="2485" y="307"/>
                        <a:pt x="2461" y="322"/>
                        <a:pt x="2473" y="322"/>
                      </a:cubicBezTo>
                      <a:cubicBezTo>
                        <a:pt x="2485" y="322"/>
                        <a:pt x="2503" y="312"/>
                        <a:pt x="2503" y="312"/>
                      </a:cubicBezTo>
                      <a:cubicBezTo>
                        <a:pt x="2503" y="312"/>
                        <a:pt x="2494" y="325"/>
                        <a:pt x="2513" y="324"/>
                      </a:cubicBezTo>
                      <a:cubicBezTo>
                        <a:pt x="2532" y="323"/>
                        <a:pt x="2568" y="311"/>
                        <a:pt x="2568" y="311"/>
                      </a:cubicBezTo>
                      <a:cubicBezTo>
                        <a:pt x="2569" y="325"/>
                        <a:pt x="2569" y="325"/>
                        <a:pt x="2569" y="325"/>
                      </a:cubicBezTo>
                      <a:cubicBezTo>
                        <a:pt x="2614" y="322"/>
                        <a:pt x="2614" y="322"/>
                        <a:pt x="2614" y="322"/>
                      </a:cubicBezTo>
                      <a:cubicBezTo>
                        <a:pt x="2667" y="332"/>
                        <a:pt x="2667" y="332"/>
                        <a:pt x="2667" y="332"/>
                      </a:cubicBezTo>
                      <a:cubicBezTo>
                        <a:pt x="2731" y="327"/>
                        <a:pt x="2731" y="327"/>
                        <a:pt x="2731" y="327"/>
                      </a:cubicBezTo>
                      <a:cubicBezTo>
                        <a:pt x="2749" y="312"/>
                        <a:pt x="2749" y="312"/>
                        <a:pt x="2749" y="312"/>
                      </a:cubicBezTo>
                      <a:cubicBezTo>
                        <a:pt x="2749" y="312"/>
                        <a:pt x="2738" y="326"/>
                        <a:pt x="2751" y="327"/>
                      </a:cubicBezTo>
                      <a:cubicBezTo>
                        <a:pt x="2764" y="328"/>
                        <a:pt x="2839" y="326"/>
                        <a:pt x="2839" y="326"/>
                      </a:cubicBezTo>
                      <a:cubicBezTo>
                        <a:pt x="2846" y="312"/>
                        <a:pt x="2846" y="312"/>
                        <a:pt x="2846" y="312"/>
                      </a:cubicBezTo>
                      <a:cubicBezTo>
                        <a:pt x="2890" y="294"/>
                        <a:pt x="2890" y="294"/>
                        <a:pt x="2890" y="294"/>
                      </a:cubicBezTo>
                      <a:cubicBezTo>
                        <a:pt x="2879" y="290"/>
                        <a:pt x="2879" y="290"/>
                        <a:pt x="2879" y="290"/>
                      </a:cubicBezTo>
                      <a:cubicBezTo>
                        <a:pt x="2879" y="281"/>
                        <a:pt x="2879" y="281"/>
                        <a:pt x="2879" y="281"/>
                      </a:cubicBezTo>
                      <a:cubicBezTo>
                        <a:pt x="2879" y="281"/>
                        <a:pt x="2834" y="270"/>
                        <a:pt x="2818" y="270"/>
                      </a:cubicBezTo>
                      <a:cubicBezTo>
                        <a:pt x="2802" y="270"/>
                        <a:pt x="2681" y="294"/>
                        <a:pt x="2681" y="294"/>
                      </a:cubicBezTo>
                      <a:cubicBezTo>
                        <a:pt x="2681" y="294"/>
                        <a:pt x="2666" y="283"/>
                        <a:pt x="2658" y="282"/>
                      </a:cubicBezTo>
                      <a:cubicBezTo>
                        <a:pt x="2651" y="281"/>
                        <a:pt x="2621" y="294"/>
                        <a:pt x="2621" y="294"/>
                      </a:cubicBezTo>
                      <a:cubicBezTo>
                        <a:pt x="2608" y="280"/>
                        <a:pt x="2608" y="280"/>
                        <a:pt x="2608" y="280"/>
                      </a:cubicBezTo>
                      <a:cubicBezTo>
                        <a:pt x="2596" y="286"/>
                        <a:pt x="2596" y="286"/>
                        <a:pt x="2596" y="286"/>
                      </a:cubicBezTo>
                      <a:cubicBezTo>
                        <a:pt x="2574" y="282"/>
                        <a:pt x="2574" y="282"/>
                        <a:pt x="2574" y="282"/>
                      </a:cubicBezTo>
                      <a:cubicBezTo>
                        <a:pt x="2596" y="274"/>
                        <a:pt x="2596" y="274"/>
                        <a:pt x="2596" y="274"/>
                      </a:cubicBezTo>
                      <a:cubicBezTo>
                        <a:pt x="2583" y="268"/>
                        <a:pt x="2583" y="268"/>
                        <a:pt x="2583" y="268"/>
                      </a:cubicBezTo>
                      <a:cubicBezTo>
                        <a:pt x="2546" y="272"/>
                        <a:pt x="2546" y="272"/>
                        <a:pt x="2546" y="272"/>
                      </a:cubicBezTo>
                      <a:cubicBezTo>
                        <a:pt x="2570" y="265"/>
                        <a:pt x="2570" y="265"/>
                        <a:pt x="2570" y="265"/>
                      </a:cubicBezTo>
                      <a:cubicBezTo>
                        <a:pt x="2569" y="260"/>
                        <a:pt x="2569" y="260"/>
                        <a:pt x="2569" y="260"/>
                      </a:cubicBezTo>
                      <a:cubicBezTo>
                        <a:pt x="2615" y="259"/>
                        <a:pt x="2615" y="259"/>
                        <a:pt x="2615" y="259"/>
                      </a:cubicBezTo>
                      <a:cubicBezTo>
                        <a:pt x="2592" y="251"/>
                        <a:pt x="2592" y="251"/>
                        <a:pt x="2592" y="251"/>
                      </a:cubicBezTo>
                      <a:cubicBezTo>
                        <a:pt x="2576" y="251"/>
                        <a:pt x="2576" y="251"/>
                        <a:pt x="2576" y="251"/>
                      </a:cubicBezTo>
                      <a:cubicBezTo>
                        <a:pt x="2576" y="251"/>
                        <a:pt x="2588" y="241"/>
                        <a:pt x="2578" y="240"/>
                      </a:cubicBezTo>
                      <a:cubicBezTo>
                        <a:pt x="2570" y="239"/>
                        <a:pt x="2539" y="241"/>
                        <a:pt x="2523" y="244"/>
                      </a:cubicBezTo>
                      <a:cubicBezTo>
                        <a:pt x="2521" y="237"/>
                        <a:pt x="2492" y="226"/>
                        <a:pt x="2488" y="226"/>
                      </a:cubicBezTo>
                      <a:close/>
                      <a:moveTo>
                        <a:pt x="2173" y="281"/>
                      </a:moveTo>
                      <a:cubicBezTo>
                        <a:pt x="2182" y="281"/>
                        <a:pt x="2226" y="288"/>
                        <a:pt x="2226" y="288"/>
                      </a:cubicBezTo>
                      <a:cubicBezTo>
                        <a:pt x="2226" y="288"/>
                        <a:pt x="2202" y="308"/>
                        <a:pt x="2217" y="308"/>
                      </a:cubicBezTo>
                      <a:cubicBezTo>
                        <a:pt x="2232" y="308"/>
                        <a:pt x="2270" y="308"/>
                        <a:pt x="2270" y="308"/>
                      </a:cubicBezTo>
                      <a:cubicBezTo>
                        <a:pt x="2284" y="308"/>
                        <a:pt x="2309" y="302"/>
                        <a:pt x="2305" y="294"/>
                      </a:cubicBezTo>
                      <a:cubicBezTo>
                        <a:pt x="2301" y="285"/>
                        <a:pt x="2341" y="282"/>
                        <a:pt x="2339" y="273"/>
                      </a:cubicBezTo>
                      <a:cubicBezTo>
                        <a:pt x="2338" y="265"/>
                        <a:pt x="2376" y="259"/>
                        <a:pt x="2362" y="247"/>
                      </a:cubicBezTo>
                      <a:cubicBezTo>
                        <a:pt x="2348" y="236"/>
                        <a:pt x="2329" y="244"/>
                        <a:pt x="2329" y="244"/>
                      </a:cubicBezTo>
                      <a:cubicBezTo>
                        <a:pt x="2329" y="244"/>
                        <a:pt x="2282" y="229"/>
                        <a:pt x="2279" y="238"/>
                      </a:cubicBezTo>
                      <a:cubicBezTo>
                        <a:pt x="2276" y="246"/>
                        <a:pt x="2276" y="267"/>
                        <a:pt x="2276" y="267"/>
                      </a:cubicBezTo>
                      <a:cubicBezTo>
                        <a:pt x="2276" y="267"/>
                        <a:pt x="2255" y="242"/>
                        <a:pt x="2244" y="251"/>
                      </a:cubicBezTo>
                      <a:cubicBezTo>
                        <a:pt x="2232" y="259"/>
                        <a:pt x="2222" y="283"/>
                        <a:pt x="2213" y="276"/>
                      </a:cubicBezTo>
                      <a:cubicBezTo>
                        <a:pt x="2205" y="270"/>
                        <a:pt x="2200" y="245"/>
                        <a:pt x="2191" y="243"/>
                      </a:cubicBezTo>
                      <a:cubicBezTo>
                        <a:pt x="2181" y="241"/>
                        <a:pt x="2155" y="243"/>
                        <a:pt x="2156" y="256"/>
                      </a:cubicBezTo>
                      <a:cubicBezTo>
                        <a:pt x="2157" y="269"/>
                        <a:pt x="2165" y="281"/>
                        <a:pt x="2173" y="281"/>
                      </a:cubicBezTo>
                      <a:close/>
                      <a:moveTo>
                        <a:pt x="2477" y="192"/>
                      </a:moveTo>
                      <a:cubicBezTo>
                        <a:pt x="2487" y="195"/>
                        <a:pt x="2490" y="205"/>
                        <a:pt x="2490" y="205"/>
                      </a:cubicBezTo>
                      <a:cubicBezTo>
                        <a:pt x="2490" y="205"/>
                        <a:pt x="2532" y="202"/>
                        <a:pt x="2552" y="201"/>
                      </a:cubicBezTo>
                      <a:cubicBezTo>
                        <a:pt x="2571" y="200"/>
                        <a:pt x="2528" y="189"/>
                        <a:pt x="2528" y="189"/>
                      </a:cubicBezTo>
                      <a:cubicBezTo>
                        <a:pt x="2528" y="189"/>
                        <a:pt x="2537" y="179"/>
                        <a:pt x="2547" y="177"/>
                      </a:cubicBezTo>
                      <a:cubicBezTo>
                        <a:pt x="2558" y="175"/>
                        <a:pt x="2518" y="162"/>
                        <a:pt x="2488" y="156"/>
                      </a:cubicBezTo>
                      <a:cubicBezTo>
                        <a:pt x="2488" y="156"/>
                        <a:pt x="2464" y="160"/>
                        <a:pt x="2460" y="164"/>
                      </a:cubicBezTo>
                      <a:cubicBezTo>
                        <a:pt x="2456" y="169"/>
                        <a:pt x="2468" y="190"/>
                        <a:pt x="2477" y="192"/>
                      </a:cubicBezTo>
                      <a:close/>
                      <a:moveTo>
                        <a:pt x="2188" y="339"/>
                      </a:moveTo>
                      <a:cubicBezTo>
                        <a:pt x="2188" y="339"/>
                        <a:pt x="2127" y="341"/>
                        <a:pt x="2093" y="352"/>
                      </a:cubicBezTo>
                      <a:cubicBezTo>
                        <a:pt x="2060" y="363"/>
                        <a:pt x="2112" y="372"/>
                        <a:pt x="2101" y="385"/>
                      </a:cubicBezTo>
                      <a:cubicBezTo>
                        <a:pt x="2090" y="399"/>
                        <a:pt x="2068" y="364"/>
                        <a:pt x="2030" y="380"/>
                      </a:cubicBezTo>
                      <a:cubicBezTo>
                        <a:pt x="2042" y="405"/>
                        <a:pt x="2042" y="405"/>
                        <a:pt x="2042" y="405"/>
                      </a:cubicBezTo>
                      <a:cubicBezTo>
                        <a:pt x="2042" y="405"/>
                        <a:pt x="2048" y="415"/>
                        <a:pt x="2065" y="418"/>
                      </a:cubicBezTo>
                      <a:cubicBezTo>
                        <a:pt x="2083" y="421"/>
                        <a:pt x="2082" y="456"/>
                        <a:pt x="2082" y="456"/>
                      </a:cubicBezTo>
                      <a:cubicBezTo>
                        <a:pt x="2082" y="456"/>
                        <a:pt x="2152" y="447"/>
                        <a:pt x="2174" y="442"/>
                      </a:cubicBezTo>
                      <a:cubicBezTo>
                        <a:pt x="2196" y="436"/>
                        <a:pt x="2196" y="395"/>
                        <a:pt x="2196" y="395"/>
                      </a:cubicBezTo>
                      <a:cubicBezTo>
                        <a:pt x="2152" y="385"/>
                        <a:pt x="2152" y="385"/>
                        <a:pt x="2152" y="385"/>
                      </a:cubicBezTo>
                      <a:cubicBezTo>
                        <a:pt x="2152" y="385"/>
                        <a:pt x="2205" y="367"/>
                        <a:pt x="2232" y="358"/>
                      </a:cubicBezTo>
                      <a:cubicBezTo>
                        <a:pt x="2258" y="348"/>
                        <a:pt x="2188" y="339"/>
                        <a:pt x="2188" y="339"/>
                      </a:cubicBezTo>
                      <a:close/>
                      <a:moveTo>
                        <a:pt x="1929" y="499"/>
                      </a:moveTo>
                      <a:cubicBezTo>
                        <a:pt x="1927" y="493"/>
                        <a:pt x="1862" y="494"/>
                        <a:pt x="1862" y="494"/>
                      </a:cubicBezTo>
                      <a:cubicBezTo>
                        <a:pt x="1915" y="466"/>
                        <a:pt x="1915" y="466"/>
                        <a:pt x="1915" y="466"/>
                      </a:cubicBezTo>
                      <a:cubicBezTo>
                        <a:pt x="1915" y="466"/>
                        <a:pt x="1947" y="392"/>
                        <a:pt x="1918" y="383"/>
                      </a:cubicBezTo>
                      <a:cubicBezTo>
                        <a:pt x="1891" y="375"/>
                        <a:pt x="1852" y="393"/>
                        <a:pt x="1852" y="393"/>
                      </a:cubicBezTo>
                      <a:cubicBezTo>
                        <a:pt x="1852" y="393"/>
                        <a:pt x="1826" y="447"/>
                        <a:pt x="1802" y="450"/>
                      </a:cubicBezTo>
                      <a:cubicBezTo>
                        <a:pt x="1778" y="453"/>
                        <a:pt x="1818" y="413"/>
                        <a:pt x="1816" y="403"/>
                      </a:cubicBezTo>
                      <a:cubicBezTo>
                        <a:pt x="1814" y="393"/>
                        <a:pt x="1750" y="392"/>
                        <a:pt x="1750" y="392"/>
                      </a:cubicBezTo>
                      <a:cubicBezTo>
                        <a:pt x="1744" y="405"/>
                        <a:pt x="1744" y="405"/>
                        <a:pt x="1744" y="405"/>
                      </a:cubicBezTo>
                      <a:cubicBezTo>
                        <a:pt x="1744" y="405"/>
                        <a:pt x="1708" y="420"/>
                        <a:pt x="1671" y="423"/>
                      </a:cubicBezTo>
                      <a:cubicBezTo>
                        <a:pt x="1635" y="425"/>
                        <a:pt x="1687" y="412"/>
                        <a:pt x="1723" y="400"/>
                      </a:cubicBezTo>
                      <a:cubicBezTo>
                        <a:pt x="1761" y="388"/>
                        <a:pt x="1704" y="386"/>
                        <a:pt x="1704" y="386"/>
                      </a:cubicBezTo>
                      <a:cubicBezTo>
                        <a:pt x="1664" y="398"/>
                        <a:pt x="1664" y="398"/>
                        <a:pt x="1664" y="398"/>
                      </a:cubicBezTo>
                      <a:cubicBezTo>
                        <a:pt x="1636" y="401"/>
                        <a:pt x="1636" y="401"/>
                        <a:pt x="1636" y="401"/>
                      </a:cubicBezTo>
                      <a:cubicBezTo>
                        <a:pt x="1636" y="401"/>
                        <a:pt x="1651" y="391"/>
                        <a:pt x="1667" y="380"/>
                      </a:cubicBezTo>
                      <a:cubicBezTo>
                        <a:pt x="1682" y="369"/>
                        <a:pt x="1663" y="371"/>
                        <a:pt x="1663" y="371"/>
                      </a:cubicBezTo>
                      <a:cubicBezTo>
                        <a:pt x="1564" y="402"/>
                        <a:pt x="1564" y="402"/>
                        <a:pt x="1564" y="402"/>
                      </a:cubicBezTo>
                      <a:cubicBezTo>
                        <a:pt x="1550" y="403"/>
                        <a:pt x="1550" y="403"/>
                        <a:pt x="1550" y="403"/>
                      </a:cubicBezTo>
                      <a:cubicBezTo>
                        <a:pt x="1494" y="420"/>
                        <a:pt x="1494" y="420"/>
                        <a:pt x="1494" y="420"/>
                      </a:cubicBezTo>
                      <a:cubicBezTo>
                        <a:pt x="1496" y="428"/>
                        <a:pt x="1496" y="428"/>
                        <a:pt x="1496" y="428"/>
                      </a:cubicBezTo>
                      <a:cubicBezTo>
                        <a:pt x="1456" y="443"/>
                        <a:pt x="1456" y="443"/>
                        <a:pt x="1456" y="443"/>
                      </a:cubicBezTo>
                      <a:cubicBezTo>
                        <a:pt x="1447" y="453"/>
                        <a:pt x="1447" y="453"/>
                        <a:pt x="1447" y="453"/>
                      </a:cubicBezTo>
                      <a:cubicBezTo>
                        <a:pt x="1465" y="461"/>
                        <a:pt x="1465" y="461"/>
                        <a:pt x="1465" y="461"/>
                      </a:cubicBezTo>
                      <a:cubicBezTo>
                        <a:pt x="1465" y="461"/>
                        <a:pt x="1487" y="446"/>
                        <a:pt x="1492" y="458"/>
                      </a:cubicBezTo>
                      <a:cubicBezTo>
                        <a:pt x="1497" y="470"/>
                        <a:pt x="1451" y="464"/>
                        <a:pt x="1440" y="483"/>
                      </a:cubicBezTo>
                      <a:cubicBezTo>
                        <a:pt x="1428" y="503"/>
                        <a:pt x="1587" y="484"/>
                        <a:pt x="1565" y="502"/>
                      </a:cubicBezTo>
                      <a:cubicBezTo>
                        <a:pt x="1544" y="519"/>
                        <a:pt x="1417" y="508"/>
                        <a:pt x="1406" y="525"/>
                      </a:cubicBezTo>
                      <a:cubicBezTo>
                        <a:pt x="1395" y="542"/>
                        <a:pt x="1427" y="540"/>
                        <a:pt x="1450" y="552"/>
                      </a:cubicBezTo>
                      <a:cubicBezTo>
                        <a:pt x="1473" y="564"/>
                        <a:pt x="1438" y="557"/>
                        <a:pt x="1434" y="574"/>
                      </a:cubicBezTo>
                      <a:cubicBezTo>
                        <a:pt x="1430" y="590"/>
                        <a:pt x="1533" y="582"/>
                        <a:pt x="1533" y="582"/>
                      </a:cubicBezTo>
                      <a:cubicBezTo>
                        <a:pt x="1533" y="582"/>
                        <a:pt x="1702" y="566"/>
                        <a:pt x="1741" y="554"/>
                      </a:cubicBezTo>
                      <a:cubicBezTo>
                        <a:pt x="1768" y="545"/>
                        <a:pt x="1819" y="583"/>
                        <a:pt x="1851" y="586"/>
                      </a:cubicBezTo>
                      <a:cubicBezTo>
                        <a:pt x="1884" y="588"/>
                        <a:pt x="1895" y="551"/>
                        <a:pt x="1895" y="551"/>
                      </a:cubicBezTo>
                      <a:cubicBezTo>
                        <a:pt x="1843" y="550"/>
                        <a:pt x="1843" y="550"/>
                        <a:pt x="1843" y="550"/>
                      </a:cubicBezTo>
                      <a:cubicBezTo>
                        <a:pt x="1865" y="533"/>
                        <a:pt x="1865" y="533"/>
                        <a:pt x="1865" y="533"/>
                      </a:cubicBezTo>
                      <a:cubicBezTo>
                        <a:pt x="1865" y="533"/>
                        <a:pt x="1897" y="539"/>
                        <a:pt x="1929" y="532"/>
                      </a:cubicBezTo>
                      <a:cubicBezTo>
                        <a:pt x="1962" y="525"/>
                        <a:pt x="1931" y="506"/>
                        <a:pt x="1929" y="499"/>
                      </a:cubicBezTo>
                      <a:close/>
                      <a:moveTo>
                        <a:pt x="1909" y="590"/>
                      </a:moveTo>
                      <a:cubicBezTo>
                        <a:pt x="1941" y="591"/>
                        <a:pt x="1947" y="573"/>
                        <a:pt x="1925" y="574"/>
                      </a:cubicBezTo>
                      <a:cubicBezTo>
                        <a:pt x="1903" y="574"/>
                        <a:pt x="1909" y="590"/>
                        <a:pt x="1909" y="590"/>
                      </a:cubicBezTo>
                      <a:close/>
                      <a:moveTo>
                        <a:pt x="2183" y="224"/>
                      </a:moveTo>
                      <a:cubicBezTo>
                        <a:pt x="2201" y="221"/>
                        <a:pt x="2202" y="193"/>
                        <a:pt x="2187" y="193"/>
                      </a:cubicBezTo>
                      <a:cubicBezTo>
                        <a:pt x="2173" y="193"/>
                        <a:pt x="2166" y="226"/>
                        <a:pt x="2183" y="224"/>
                      </a:cubicBezTo>
                      <a:close/>
                      <a:moveTo>
                        <a:pt x="2307" y="155"/>
                      </a:moveTo>
                      <a:cubicBezTo>
                        <a:pt x="2307" y="155"/>
                        <a:pt x="2289" y="172"/>
                        <a:pt x="2303" y="173"/>
                      </a:cubicBezTo>
                      <a:cubicBezTo>
                        <a:pt x="2317" y="174"/>
                        <a:pt x="2349" y="175"/>
                        <a:pt x="2349" y="175"/>
                      </a:cubicBezTo>
                      <a:cubicBezTo>
                        <a:pt x="2349" y="175"/>
                        <a:pt x="2363" y="191"/>
                        <a:pt x="2380" y="191"/>
                      </a:cubicBezTo>
                      <a:cubicBezTo>
                        <a:pt x="2398" y="191"/>
                        <a:pt x="2411" y="177"/>
                        <a:pt x="2411" y="177"/>
                      </a:cubicBezTo>
                      <a:cubicBezTo>
                        <a:pt x="2402" y="169"/>
                        <a:pt x="2402" y="169"/>
                        <a:pt x="2402" y="169"/>
                      </a:cubicBezTo>
                      <a:cubicBezTo>
                        <a:pt x="2423" y="165"/>
                        <a:pt x="2423" y="165"/>
                        <a:pt x="2423" y="165"/>
                      </a:cubicBezTo>
                      <a:cubicBezTo>
                        <a:pt x="2393" y="143"/>
                        <a:pt x="2393" y="143"/>
                        <a:pt x="2393" y="143"/>
                      </a:cubicBezTo>
                      <a:cubicBezTo>
                        <a:pt x="2365" y="147"/>
                        <a:pt x="2365" y="147"/>
                        <a:pt x="2365" y="147"/>
                      </a:cubicBezTo>
                      <a:cubicBezTo>
                        <a:pt x="2355" y="132"/>
                        <a:pt x="2355" y="132"/>
                        <a:pt x="2355" y="132"/>
                      </a:cubicBezTo>
                      <a:cubicBezTo>
                        <a:pt x="2336" y="132"/>
                        <a:pt x="2336" y="132"/>
                        <a:pt x="2336" y="132"/>
                      </a:cubicBezTo>
                      <a:cubicBezTo>
                        <a:pt x="2314" y="132"/>
                        <a:pt x="2279" y="132"/>
                        <a:pt x="2278" y="144"/>
                      </a:cubicBezTo>
                      <a:cubicBezTo>
                        <a:pt x="2277" y="156"/>
                        <a:pt x="2307" y="155"/>
                        <a:pt x="2307" y="155"/>
                      </a:cubicBezTo>
                      <a:close/>
                      <a:moveTo>
                        <a:pt x="2285" y="872"/>
                      </a:moveTo>
                      <a:cubicBezTo>
                        <a:pt x="2230" y="922"/>
                        <a:pt x="2320" y="886"/>
                        <a:pt x="2320" y="886"/>
                      </a:cubicBezTo>
                      <a:cubicBezTo>
                        <a:pt x="2366" y="843"/>
                        <a:pt x="2339" y="821"/>
                        <a:pt x="2285" y="872"/>
                      </a:cubicBezTo>
                      <a:close/>
                      <a:moveTo>
                        <a:pt x="2943" y="929"/>
                      </a:moveTo>
                      <a:cubicBezTo>
                        <a:pt x="2953" y="921"/>
                        <a:pt x="2946" y="918"/>
                        <a:pt x="2946" y="918"/>
                      </a:cubicBezTo>
                      <a:cubicBezTo>
                        <a:pt x="2946" y="918"/>
                        <a:pt x="2924" y="913"/>
                        <a:pt x="2921" y="922"/>
                      </a:cubicBezTo>
                      <a:cubicBezTo>
                        <a:pt x="2921" y="922"/>
                        <a:pt x="2932" y="936"/>
                        <a:pt x="2943" y="929"/>
                      </a:cubicBezTo>
                      <a:close/>
                      <a:moveTo>
                        <a:pt x="2077" y="1360"/>
                      </a:moveTo>
                      <a:cubicBezTo>
                        <a:pt x="2105" y="1356"/>
                        <a:pt x="2070" y="1342"/>
                        <a:pt x="2070" y="1342"/>
                      </a:cubicBezTo>
                      <a:cubicBezTo>
                        <a:pt x="2026" y="1351"/>
                        <a:pt x="2048" y="1363"/>
                        <a:pt x="2077" y="1360"/>
                      </a:cubicBezTo>
                      <a:close/>
                      <a:moveTo>
                        <a:pt x="3172" y="665"/>
                      </a:moveTo>
                      <a:cubicBezTo>
                        <a:pt x="3167" y="669"/>
                        <a:pt x="3155" y="660"/>
                        <a:pt x="3155" y="660"/>
                      </a:cubicBezTo>
                      <a:cubicBezTo>
                        <a:pt x="3133" y="673"/>
                        <a:pt x="3133" y="673"/>
                        <a:pt x="3133" y="673"/>
                      </a:cubicBezTo>
                      <a:cubicBezTo>
                        <a:pt x="3135" y="656"/>
                        <a:pt x="3135" y="656"/>
                        <a:pt x="3135" y="656"/>
                      </a:cubicBezTo>
                      <a:cubicBezTo>
                        <a:pt x="3107" y="656"/>
                        <a:pt x="3107" y="656"/>
                        <a:pt x="3107" y="656"/>
                      </a:cubicBezTo>
                      <a:cubicBezTo>
                        <a:pt x="3107" y="656"/>
                        <a:pt x="3139" y="646"/>
                        <a:pt x="3133" y="636"/>
                      </a:cubicBezTo>
                      <a:cubicBezTo>
                        <a:pt x="3128" y="625"/>
                        <a:pt x="3079" y="624"/>
                        <a:pt x="3079" y="624"/>
                      </a:cubicBezTo>
                      <a:cubicBezTo>
                        <a:pt x="3073" y="613"/>
                        <a:pt x="3073" y="613"/>
                        <a:pt x="3073" y="613"/>
                      </a:cubicBezTo>
                      <a:cubicBezTo>
                        <a:pt x="3041" y="612"/>
                        <a:pt x="3041" y="612"/>
                        <a:pt x="3041" y="612"/>
                      </a:cubicBezTo>
                      <a:cubicBezTo>
                        <a:pt x="2997" y="581"/>
                        <a:pt x="2997" y="581"/>
                        <a:pt x="2997" y="581"/>
                      </a:cubicBezTo>
                      <a:cubicBezTo>
                        <a:pt x="3044" y="578"/>
                        <a:pt x="3044" y="578"/>
                        <a:pt x="3044" y="578"/>
                      </a:cubicBezTo>
                      <a:cubicBezTo>
                        <a:pt x="3024" y="564"/>
                        <a:pt x="3024" y="564"/>
                        <a:pt x="3024" y="564"/>
                      </a:cubicBezTo>
                      <a:cubicBezTo>
                        <a:pt x="3024" y="564"/>
                        <a:pt x="3037" y="560"/>
                        <a:pt x="3041" y="560"/>
                      </a:cubicBezTo>
                      <a:cubicBezTo>
                        <a:pt x="3045" y="560"/>
                        <a:pt x="3097" y="572"/>
                        <a:pt x="3091" y="558"/>
                      </a:cubicBezTo>
                      <a:cubicBezTo>
                        <a:pt x="3084" y="545"/>
                        <a:pt x="3029" y="548"/>
                        <a:pt x="3029" y="548"/>
                      </a:cubicBezTo>
                      <a:cubicBezTo>
                        <a:pt x="3011" y="546"/>
                        <a:pt x="3011" y="546"/>
                        <a:pt x="3011" y="546"/>
                      </a:cubicBezTo>
                      <a:cubicBezTo>
                        <a:pt x="3011" y="546"/>
                        <a:pt x="3088" y="544"/>
                        <a:pt x="3091" y="534"/>
                      </a:cubicBezTo>
                      <a:cubicBezTo>
                        <a:pt x="3093" y="525"/>
                        <a:pt x="3069" y="525"/>
                        <a:pt x="3069" y="525"/>
                      </a:cubicBezTo>
                      <a:cubicBezTo>
                        <a:pt x="3000" y="536"/>
                        <a:pt x="3000" y="536"/>
                        <a:pt x="3000" y="536"/>
                      </a:cubicBezTo>
                      <a:cubicBezTo>
                        <a:pt x="3040" y="512"/>
                        <a:pt x="3040" y="512"/>
                        <a:pt x="3040" y="512"/>
                      </a:cubicBezTo>
                      <a:cubicBezTo>
                        <a:pt x="3040" y="512"/>
                        <a:pt x="3093" y="518"/>
                        <a:pt x="3077" y="504"/>
                      </a:cubicBezTo>
                      <a:cubicBezTo>
                        <a:pt x="3061" y="489"/>
                        <a:pt x="3035" y="489"/>
                        <a:pt x="3035" y="489"/>
                      </a:cubicBezTo>
                      <a:cubicBezTo>
                        <a:pt x="3009" y="504"/>
                        <a:pt x="3009" y="504"/>
                        <a:pt x="3009" y="504"/>
                      </a:cubicBezTo>
                      <a:cubicBezTo>
                        <a:pt x="2999" y="500"/>
                        <a:pt x="2999" y="500"/>
                        <a:pt x="2999" y="500"/>
                      </a:cubicBezTo>
                      <a:cubicBezTo>
                        <a:pt x="2971" y="520"/>
                        <a:pt x="2971" y="520"/>
                        <a:pt x="2971" y="520"/>
                      </a:cubicBezTo>
                      <a:cubicBezTo>
                        <a:pt x="2973" y="505"/>
                        <a:pt x="2973" y="505"/>
                        <a:pt x="2973" y="505"/>
                      </a:cubicBezTo>
                      <a:cubicBezTo>
                        <a:pt x="2959" y="517"/>
                        <a:pt x="2959" y="517"/>
                        <a:pt x="2959" y="517"/>
                      </a:cubicBezTo>
                      <a:cubicBezTo>
                        <a:pt x="2973" y="497"/>
                        <a:pt x="2973" y="497"/>
                        <a:pt x="2973" y="497"/>
                      </a:cubicBezTo>
                      <a:cubicBezTo>
                        <a:pt x="2973" y="497"/>
                        <a:pt x="2993" y="502"/>
                        <a:pt x="3003" y="493"/>
                      </a:cubicBezTo>
                      <a:cubicBezTo>
                        <a:pt x="3012" y="484"/>
                        <a:pt x="3012" y="470"/>
                        <a:pt x="3005" y="472"/>
                      </a:cubicBezTo>
                      <a:cubicBezTo>
                        <a:pt x="2999" y="473"/>
                        <a:pt x="2991" y="485"/>
                        <a:pt x="2991" y="485"/>
                      </a:cubicBezTo>
                      <a:cubicBezTo>
                        <a:pt x="2967" y="486"/>
                        <a:pt x="2967" y="486"/>
                        <a:pt x="2967" y="486"/>
                      </a:cubicBezTo>
                      <a:cubicBezTo>
                        <a:pt x="2952" y="493"/>
                        <a:pt x="2952" y="493"/>
                        <a:pt x="2952" y="493"/>
                      </a:cubicBezTo>
                      <a:cubicBezTo>
                        <a:pt x="2968" y="474"/>
                        <a:pt x="2968" y="474"/>
                        <a:pt x="2968" y="474"/>
                      </a:cubicBezTo>
                      <a:cubicBezTo>
                        <a:pt x="2988" y="474"/>
                        <a:pt x="2988" y="474"/>
                        <a:pt x="2988" y="474"/>
                      </a:cubicBezTo>
                      <a:cubicBezTo>
                        <a:pt x="2988" y="474"/>
                        <a:pt x="3012" y="465"/>
                        <a:pt x="2999" y="457"/>
                      </a:cubicBezTo>
                      <a:cubicBezTo>
                        <a:pt x="2985" y="449"/>
                        <a:pt x="2941" y="469"/>
                        <a:pt x="2941" y="469"/>
                      </a:cubicBezTo>
                      <a:cubicBezTo>
                        <a:pt x="2933" y="460"/>
                        <a:pt x="2933" y="460"/>
                        <a:pt x="2933" y="460"/>
                      </a:cubicBezTo>
                      <a:cubicBezTo>
                        <a:pt x="2917" y="472"/>
                        <a:pt x="2917" y="472"/>
                        <a:pt x="2917" y="472"/>
                      </a:cubicBezTo>
                      <a:cubicBezTo>
                        <a:pt x="2932" y="452"/>
                        <a:pt x="2932" y="452"/>
                        <a:pt x="2932" y="452"/>
                      </a:cubicBezTo>
                      <a:cubicBezTo>
                        <a:pt x="2895" y="465"/>
                        <a:pt x="2895" y="465"/>
                        <a:pt x="2895" y="465"/>
                      </a:cubicBezTo>
                      <a:cubicBezTo>
                        <a:pt x="2895" y="450"/>
                        <a:pt x="2895" y="450"/>
                        <a:pt x="2895" y="450"/>
                      </a:cubicBezTo>
                      <a:cubicBezTo>
                        <a:pt x="2895" y="450"/>
                        <a:pt x="2931" y="441"/>
                        <a:pt x="2931" y="437"/>
                      </a:cubicBezTo>
                      <a:cubicBezTo>
                        <a:pt x="2931" y="433"/>
                        <a:pt x="2881" y="442"/>
                        <a:pt x="2881" y="442"/>
                      </a:cubicBezTo>
                      <a:cubicBezTo>
                        <a:pt x="2880" y="434"/>
                        <a:pt x="2880" y="434"/>
                        <a:pt x="2880" y="434"/>
                      </a:cubicBezTo>
                      <a:cubicBezTo>
                        <a:pt x="2880" y="434"/>
                        <a:pt x="2928" y="424"/>
                        <a:pt x="2923" y="417"/>
                      </a:cubicBezTo>
                      <a:cubicBezTo>
                        <a:pt x="2917" y="410"/>
                        <a:pt x="2852" y="409"/>
                        <a:pt x="2844" y="406"/>
                      </a:cubicBezTo>
                      <a:cubicBezTo>
                        <a:pt x="2836" y="404"/>
                        <a:pt x="2820" y="406"/>
                        <a:pt x="2819" y="410"/>
                      </a:cubicBezTo>
                      <a:cubicBezTo>
                        <a:pt x="2817" y="414"/>
                        <a:pt x="2828" y="428"/>
                        <a:pt x="2828" y="428"/>
                      </a:cubicBezTo>
                      <a:cubicBezTo>
                        <a:pt x="2804" y="424"/>
                        <a:pt x="2804" y="424"/>
                        <a:pt x="2804" y="424"/>
                      </a:cubicBezTo>
                      <a:cubicBezTo>
                        <a:pt x="2807" y="442"/>
                        <a:pt x="2807" y="442"/>
                        <a:pt x="2807" y="442"/>
                      </a:cubicBezTo>
                      <a:cubicBezTo>
                        <a:pt x="2793" y="425"/>
                        <a:pt x="2793" y="425"/>
                        <a:pt x="2793" y="425"/>
                      </a:cubicBezTo>
                      <a:cubicBezTo>
                        <a:pt x="2768" y="441"/>
                        <a:pt x="2768" y="441"/>
                        <a:pt x="2768" y="441"/>
                      </a:cubicBezTo>
                      <a:cubicBezTo>
                        <a:pt x="2768" y="441"/>
                        <a:pt x="2773" y="426"/>
                        <a:pt x="2768" y="422"/>
                      </a:cubicBezTo>
                      <a:cubicBezTo>
                        <a:pt x="2763" y="418"/>
                        <a:pt x="2715" y="438"/>
                        <a:pt x="2715" y="438"/>
                      </a:cubicBezTo>
                      <a:cubicBezTo>
                        <a:pt x="2727" y="413"/>
                        <a:pt x="2727" y="413"/>
                        <a:pt x="2727" y="413"/>
                      </a:cubicBezTo>
                      <a:cubicBezTo>
                        <a:pt x="2727" y="413"/>
                        <a:pt x="2767" y="412"/>
                        <a:pt x="2767" y="402"/>
                      </a:cubicBezTo>
                      <a:cubicBezTo>
                        <a:pt x="2767" y="393"/>
                        <a:pt x="2753" y="381"/>
                        <a:pt x="2753" y="381"/>
                      </a:cubicBezTo>
                      <a:cubicBezTo>
                        <a:pt x="2753" y="381"/>
                        <a:pt x="2777" y="364"/>
                        <a:pt x="2761" y="361"/>
                      </a:cubicBezTo>
                      <a:cubicBezTo>
                        <a:pt x="2745" y="358"/>
                        <a:pt x="2699" y="362"/>
                        <a:pt x="2699" y="362"/>
                      </a:cubicBezTo>
                      <a:cubicBezTo>
                        <a:pt x="2684" y="373"/>
                        <a:pt x="2684" y="373"/>
                        <a:pt x="2684" y="373"/>
                      </a:cubicBezTo>
                      <a:cubicBezTo>
                        <a:pt x="2625" y="374"/>
                        <a:pt x="2625" y="374"/>
                        <a:pt x="2625" y="374"/>
                      </a:cubicBezTo>
                      <a:cubicBezTo>
                        <a:pt x="2632" y="385"/>
                        <a:pt x="2632" y="385"/>
                        <a:pt x="2632" y="385"/>
                      </a:cubicBezTo>
                      <a:cubicBezTo>
                        <a:pt x="2652" y="393"/>
                        <a:pt x="2652" y="393"/>
                        <a:pt x="2652" y="393"/>
                      </a:cubicBezTo>
                      <a:cubicBezTo>
                        <a:pt x="2623" y="385"/>
                        <a:pt x="2623" y="385"/>
                        <a:pt x="2623" y="385"/>
                      </a:cubicBezTo>
                      <a:cubicBezTo>
                        <a:pt x="2629" y="401"/>
                        <a:pt x="2629" y="401"/>
                        <a:pt x="2629" y="401"/>
                      </a:cubicBezTo>
                      <a:cubicBezTo>
                        <a:pt x="2629" y="401"/>
                        <a:pt x="2597" y="388"/>
                        <a:pt x="2588" y="400"/>
                      </a:cubicBezTo>
                      <a:cubicBezTo>
                        <a:pt x="2579" y="412"/>
                        <a:pt x="2596" y="424"/>
                        <a:pt x="2596" y="424"/>
                      </a:cubicBezTo>
                      <a:cubicBezTo>
                        <a:pt x="2599" y="441"/>
                        <a:pt x="2599" y="441"/>
                        <a:pt x="2599" y="441"/>
                      </a:cubicBezTo>
                      <a:cubicBezTo>
                        <a:pt x="2599" y="441"/>
                        <a:pt x="2579" y="429"/>
                        <a:pt x="2568" y="432"/>
                      </a:cubicBezTo>
                      <a:cubicBezTo>
                        <a:pt x="2557" y="434"/>
                        <a:pt x="2543" y="453"/>
                        <a:pt x="2555" y="454"/>
                      </a:cubicBezTo>
                      <a:cubicBezTo>
                        <a:pt x="2567" y="456"/>
                        <a:pt x="2571" y="462"/>
                        <a:pt x="2571" y="462"/>
                      </a:cubicBezTo>
                      <a:cubicBezTo>
                        <a:pt x="2540" y="477"/>
                        <a:pt x="2540" y="477"/>
                        <a:pt x="2540" y="477"/>
                      </a:cubicBezTo>
                      <a:cubicBezTo>
                        <a:pt x="2500" y="481"/>
                        <a:pt x="2500" y="481"/>
                        <a:pt x="2500" y="481"/>
                      </a:cubicBezTo>
                      <a:cubicBezTo>
                        <a:pt x="2500" y="481"/>
                        <a:pt x="2539" y="473"/>
                        <a:pt x="2539" y="464"/>
                      </a:cubicBezTo>
                      <a:cubicBezTo>
                        <a:pt x="2539" y="454"/>
                        <a:pt x="2515" y="453"/>
                        <a:pt x="2525" y="440"/>
                      </a:cubicBezTo>
                      <a:cubicBezTo>
                        <a:pt x="2536" y="426"/>
                        <a:pt x="2549" y="425"/>
                        <a:pt x="2549" y="425"/>
                      </a:cubicBezTo>
                      <a:cubicBezTo>
                        <a:pt x="2549" y="406"/>
                        <a:pt x="2549" y="406"/>
                        <a:pt x="2549" y="406"/>
                      </a:cubicBezTo>
                      <a:cubicBezTo>
                        <a:pt x="2549" y="406"/>
                        <a:pt x="2584" y="384"/>
                        <a:pt x="2596" y="378"/>
                      </a:cubicBezTo>
                      <a:cubicBezTo>
                        <a:pt x="2608" y="373"/>
                        <a:pt x="2653" y="366"/>
                        <a:pt x="2645" y="362"/>
                      </a:cubicBezTo>
                      <a:cubicBezTo>
                        <a:pt x="2637" y="358"/>
                        <a:pt x="2591" y="357"/>
                        <a:pt x="2565" y="358"/>
                      </a:cubicBezTo>
                      <a:cubicBezTo>
                        <a:pt x="2540" y="360"/>
                        <a:pt x="2472" y="401"/>
                        <a:pt x="2472" y="401"/>
                      </a:cubicBezTo>
                      <a:cubicBezTo>
                        <a:pt x="2472" y="401"/>
                        <a:pt x="2443" y="414"/>
                        <a:pt x="2433" y="416"/>
                      </a:cubicBezTo>
                      <a:cubicBezTo>
                        <a:pt x="2424" y="417"/>
                        <a:pt x="2420" y="428"/>
                        <a:pt x="2420" y="428"/>
                      </a:cubicBezTo>
                      <a:cubicBezTo>
                        <a:pt x="2420" y="428"/>
                        <a:pt x="2373" y="454"/>
                        <a:pt x="2391" y="461"/>
                      </a:cubicBezTo>
                      <a:cubicBezTo>
                        <a:pt x="2408" y="468"/>
                        <a:pt x="2460" y="464"/>
                        <a:pt x="2453" y="473"/>
                      </a:cubicBezTo>
                      <a:cubicBezTo>
                        <a:pt x="2447" y="482"/>
                        <a:pt x="2360" y="481"/>
                        <a:pt x="2381" y="496"/>
                      </a:cubicBezTo>
                      <a:cubicBezTo>
                        <a:pt x="2403" y="510"/>
                        <a:pt x="2429" y="513"/>
                        <a:pt x="2429" y="513"/>
                      </a:cubicBezTo>
                      <a:cubicBezTo>
                        <a:pt x="2460" y="501"/>
                        <a:pt x="2460" y="501"/>
                        <a:pt x="2460" y="501"/>
                      </a:cubicBezTo>
                      <a:cubicBezTo>
                        <a:pt x="2460" y="501"/>
                        <a:pt x="2451" y="517"/>
                        <a:pt x="2473" y="517"/>
                      </a:cubicBezTo>
                      <a:cubicBezTo>
                        <a:pt x="2496" y="517"/>
                        <a:pt x="2584" y="536"/>
                        <a:pt x="2595" y="530"/>
                      </a:cubicBezTo>
                      <a:cubicBezTo>
                        <a:pt x="2605" y="525"/>
                        <a:pt x="2581" y="513"/>
                        <a:pt x="2581" y="513"/>
                      </a:cubicBezTo>
                      <a:cubicBezTo>
                        <a:pt x="2581" y="513"/>
                        <a:pt x="2648" y="520"/>
                        <a:pt x="2659" y="521"/>
                      </a:cubicBezTo>
                      <a:cubicBezTo>
                        <a:pt x="2669" y="522"/>
                        <a:pt x="2696" y="533"/>
                        <a:pt x="2705" y="528"/>
                      </a:cubicBezTo>
                      <a:cubicBezTo>
                        <a:pt x="2715" y="522"/>
                        <a:pt x="2696" y="502"/>
                        <a:pt x="2696" y="502"/>
                      </a:cubicBezTo>
                      <a:cubicBezTo>
                        <a:pt x="2727" y="496"/>
                        <a:pt x="2727" y="496"/>
                        <a:pt x="2727" y="496"/>
                      </a:cubicBezTo>
                      <a:cubicBezTo>
                        <a:pt x="2727" y="496"/>
                        <a:pt x="2735" y="518"/>
                        <a:pt x="2739" y="517"/>
                      </a:cubicBezTo>
                      <a:cubicBezTo>
                        <a:pt x="2743" y="516"/>
                        <a:pt x="2757" y="532"/>
                        <a:pt x="2757" y="532"/>
                      </a:cubicBezTo>
                      <a:cubicBezTo>
                        <a:pt x="2777" y="525"/>
                        <a:pt x="2777" y="525"/>
                        <a:pt x="2777" y="525"/>
                      </a:cubicBezTo>
                      <a:cubicBezTo>
                        <a:pt x="2777" y="525"/>
                        <a:pt x="2769" y="545"/>
                        <a:pt x="2773" y="546"/>
                      </a:cubicBezTo>
                      <a:cubicBezTo>
                        <a:pt x="2777" y="548"/>
                        <a:pt x="2807" y="554"/>
                        <a:pt x="2807" y="554"/>
                      </a:cubicBezTo>
                      <a:cubicBezTo>
                        <a:pt x="2807" y="554"/>
                        <a:pt x="2785" y="573"/>
                        <a:pt x="2793" y="573"/>
                      </a:cubicBezTo>
                      <a:cubicBezTo>
                        <a:pt x="2801" y="573"/>
                        <a:pt x="2820" y="573"/>
                        <a:pt x="2820" y="573"/>
                      </a:cubicBezTo>
                      <a:cubicBezTo>
                        <a:pt x="2816" y="590"/>
                        <a:pt x="2816" y="590"/>
                        <a:pt x="2816" y="590"/>
                      </a:cubicBezTo>
                      <a:cubicBezTo>
                        <a:pt x="2816" y="590"/>
                        <a:pt x="2849" y="594"/>
                        <a:pt x="2849" y="610"/>
                      </a:cubicBezTo>
                      <a:cubicBezTo>
                        <a:pt x="2849" y="626"/>
                        <a:pt x="2827" y="660"/>
                        <a:pt x="2821" y="661"/>
                      </a:cubicBezTo>
                      <a:cubicBezTo>
                        <a:pt x="2816" y="662"/>
                        <a:pt x="2728" y="701"/>
                        <a:pt x="2728" y="701"/>
                      </a:cubicBezTo>
                      <a:cubicBezTo>
                        <a:pt x="2728" y="701"/>
                        <a:pt x="2756" y="720"/>
                        <a:pt x="2741" y="726"/>
                      </a:cubicBezTo>
                      <a:cubicBezTo>
                        <a:pt x="2727" y="733"/>
                        <a:pt x="2707" y="734"/>
                        <a:pt x="2707" y="734"/>
                      </a:cubicBezTo>
                      <a:cubicBezTo>
                        <a:pt x="2655" y="741"/>
                        <a:pt x="2655" y="741"/>
                        <a:pt x="2655" y="741"/>
                      </a:cubicBezTo>
                      <a:cubicBezTo>
                        <a:pt x="2649" y="756"/>
                        <a:pt x="2649" y="756"/>
                        <a:pt x="2649" y="756"/>
                      </a:cubicBezTo>
                      <a:cubicBezTo>
                        <a:pt x="2640" y="742"/>
                        <a:pt x="2640" y="742"/>
                        <a:pt x="2640" y="742"/>
                      </a:cubicBezTo>
                      <a:cubicBezTo>
                        <a:pt x="2640" y="742"/>
                        <a:pt x="2613" y="733"/>
                        <a:pt x="2600" y="736"/>
                      </a:cubicBezTo>
                      <a:cubicBezTo>
                        <a:pt x="2587" y="738"/>
                        <a:pt x="2588" y="750"/>
                        <a:pt x="2588" y="750"/>
                      </a:cubicBezTo>
                      <a:cubicBezTo>
                        <a:pt x="2588" y="750"/>
                        <a:pt x="2543" y="760"/>
                        <a:pt x="2543" y="776"/>
                      </a:cubicBezTo>
                      <a:cubicBezTo>
                        <a:pt x="2543" y="800"/>
                        <a:pt x="2577" y="794"/>
                        <a:pt x="2604" y="785"/>
                      </a:cubicBezTo>
                      <a:cubicBezTo>
                        <a:pt x="2631" y="776"/>
                        <a:pt x="2637" y="777"/>
                        <a:pt x="2637" y="777"/>
                      </a:cubicBezTo>
                      <a:cubicBezTo>
                        <a:pt x="2637" y="777"/>
                        <a:pt x="2656" y="790"/>
                        <a:pt x="2663" y="785"/>
                      </a:cubicBezTo>
                      <a:cubicBezTo>
                        <a:pt x="2669" y="780"/>
                        <a:pt x="2665" y="769"/>
                        <a:pt x="2665" y="769"/>
                      </a:cubicBezTo>
                      <a:cubicBezTo>
                        <a:pt x="2681" y="754"/>
                        <a:pt x="2681" y="754"/>
                        <a:pt x="2681" y="754"/>
                      </a:cubicBezTo>
                      <a:cubicBezTo>
                        <a:pt x="2681" y="754"/>
                        <a:pt x="2668" y="766"/>
                        <a:pt x="2677" y="769"/>
                      </a:cubicBezTo>
                      <a:cubicBezTo>
                        <a:pt x="2687" y="772"/>
                        <a:pt x="2721" y="772"/>
                        <a:pt x="2721" y="772"/>
                      </a:cubicBezTo>
                      <a:cubicBezTo>
                        <a:pt x="2721" y="772"/>
                        <a:pt x="2707" y="778"/>
                        <a:pt x="2708" y="785"/>
                      </a:cubicBezTo>
                      <a:cubicBezTo>
                        <a:pt x="2709" y="792"/>
                        <a:pt x="2731" y="796"/>
                        <a:pt x="2731" y="796"/>
                      </a:cubicBezTo>
                      <a:cubicBezTo>
                        <a:pt x="2731" y="796"/>
                        <a:pt x="2717" y="805"/>
                        <a:pt x="2728" y="812"/>
                      </a:cubicBezTo>
                      <a:cubicBezTo>
                        <a:pt x="2739" y="818"/>
                        <a:pt x="2763" y="818"/>
                        <a:pt x="2763" y="818"/>
                      </a:cubicBezTo>
                      <a:cubicBezTo>
                        <a:pt x="2732" y="829"/>
                        <a:pt x="2732" y="829"/>
                        <a:pt x="2732" y="829"/>
                      </a:cubicBezTo>
                      <a:cubicBezTo>
                        <a:pt x="2732" y="829"/>
                        <a:pt x="2737" y="850"/>
                        <a:pt x="2743" y="849"/>
                      </a:cubicBezTo>
                      <a:cubicBezTo>
                        <a:pt x="2748" y="848"/>
                        <a:pt x="2759" y="841"/>
                        <a:pt x="2759" y="841"/>
                      </a:cubicBezTo>
                      <a:cubicBezTo>
                        <a:pt x="2759" y="841"/>
                        <a:pt x="2761" y="856"/>
                        <a:pt x="2771" y="857"/>
                      </a:cubicBezTo>
                      <a:cubicBezTo>
                        <a:pt x="2780" y="858"/>
                        <a:pt x="2801" y="861"/>
                        <a:pt x="2801" y="861"/>
                      </a:cubicBezTo>
                      <a:cubicBezTo>
                        <a:pt x="2801" y="861"/>
                        <a:pt x="2800" y="878"/>
                        <a:pt x="2816" y="882"/>
                      </a:cubicBezTo>
                      <a:cubicBezTo>
                        <a:pt x="2832" y="886"/>
                        <a:pt x="2843" y="878"/>
                        <a:pt x="2857" y="886"/>
                      </a:cubicBezTo>
                      <a:cubicBezTo>
                        <a:pt x="2872" y="894"/>
                        <a:pt x="2908" y="909"/>
                        <a:pt x="2908" y="909"/>
                      </a:cubicBezTo>
                      <a:cubicBezTo>
                        <a:pt x="2908" y="909"/>
                        <a:pt x="2919" y="889"/>
                        <a:pt x="2907" y="876"/>
                      </a:cubicBezTo>
                      <a:cubicBezTo>
                        <a:pt x="2895" y="862"/>
                        <a:pt x="2875" y="850"/>
                        <a:pt x="2875" y="850"/>
                      </a:cubicBezTo>
                      <a:cubicBezTo>
                        <a:pt x="2875" y="850"/>
                        <a:pt x="2855" y="825"/>
                        <a:pt x="2860" y="817"/>
                      </a:cubicBezTo>
                      <a:cubicBezTo>
                        <a:pt x="2865" y="809"/>
                        <a:pt x="2888" y="832"/>
                        <a:pt x="2888" y="832"/>
                      </a:cubicBezTo>
                      <a:cubicBezTo>
                        <a:pt x="2888" y="812"/>
                        <a:pt x="2888" y="812"/>
                        <a:pt x="2888" y="812"/>
                      </a:cubicBezTo>
                      <a:cubicBezTo>
                        <a:pt x="2888" y="812"/>
                        <a:pt x="2897" y="837"/>
                        <a:pt x="2907" y="837"/>
                      </a:cubicBezTo>
                      <a:cubicBezTo>
                        <a:pt x="2916" y="837"/>
                        <a:pt x="2931" y="833"/>
                        <a:pt x="2931" y="833"/>
                      </a:cubicBezTo>
                      <a:cubicBezTo>
                        <a:pt x="2931" y="833"/>
                        <a:pt x="2927" y="854"/>
                        <a:pt x="2937" y="853"/>
                      </a:cubicBezTo>
                      <a:cubicBezTo>
                        <a:pt x="2948" y="852"/>
                        <a:pt x="2952" y="864"/>
                        <a:pt x="2952" y="864"/>
                      </a:cubicBezTo>
                      <a:cubicBezTo>
                        <a:pt x="2965" y="849"/>
                        <a:pt x="2965" y="849"/>
                        <a:pt x="2965" y="849"/>
                      </a:cubicBezTo>
                      <a:cubicBezTo>
                        <a:pt x="2965" y="849"/>
                        <a:pt x="2975" y="861"/>
                        <a:pt x="2980" y="858"/>
                      </a:cubicBezTo>
                      <a:cubicBezTo>
                        <a:pt x="2985" y="856"/>
                        <a:pt x="2979" y="840"/>
                        <a:pt x="2979" y="840"/>
                      </a:cubicBezTo>
                      <a:cubicBezTo>
                        <a:pt x="2989" y="809"/>
                        <a:pt x="2989" y="809"/>
                        <a:pt x="2989" y="809"/>
                      </a:cubicBezTo>
                      <a:cubicBezTo>
                        <a:pt x="2989" y="809"/>
                        <a:pt x="2989" y="836"/>
                        <a:pt x="2997" y="836"/>
                      </a:cubicBezTo>
                      <a:cubicBezTo>
                        <a:pt x="3005" y="836"/>
                        <a:pt x="3009" y="808"/>
                        <a:pt x="3009" y="808"/>
                      </a:cubicBezTo>
                      <a:cubicBezTo>
                        <a:pt x="2995" y="792"/>
                        <a:pt x="2995" y="792"/>
                        <a:pt x="2995" y="792"/>
                      </a:cubicBezTo>
                      <a:cubicBezTo>
                        <a:pt x="3009" y="788"/>
                        <a:pt x="3009" y="788"/>
                        <a:pt x="3009" y="788"/>
                      </a:cubicBezTo>
                      <a:cubicBezTo>
                        <a:pt x="2997" y="778"/>
                        <a:pt x="2997" y="778"/>
                        <a:pt x="2997" y="778"/>
                      </a:cubicBezTo>
                      <a:cubicBezTo>
                        <a:pt x="2999" y="765"/>
                        <a:pt x="2999" y="765"/>
                        <a:pt x="2999" y="765"/>
                      </a:cubicBezTo>
                      <a:cubicBezTo>
                        <a:pt x="2979" y="768"/>
                        <a:pt x="2979" y="768"/>
                        <a:pt x="2979" y="768"/>
                      </a:cubicBezTo>
                      <a:cubicBezTo>
                        <a:pt x="2979" y="757"/>
                        <a:pt x="2979" y="757"/>
                        <a:pt x="2979" y="757"/>
                      </a:cubicBezTo>
                      <a:cubicBezTo>
                        <a:pt x="2964" y="757"/>
                        <a:pt x="2964" y="757"/>
                        <a:pt x="2964" y="757"/>
                      </a:cubicBezTo>
                      <a:cubicBezTo>
                        <a:pt x="2963" y="724"/>
                        <a:pt x="2963" y="724"/>
                        <a:pt x="2963" y="724"/>
                      </a:cubicBezTo>
                      <a:cubicBezTo>
                        <a:pt x="2941" y="725"/>
                        <a:pt x="2941" y="725"/>
                        <a:pt x="2941" y="725"/>
                      </a:cubicBezTo>
                      <a:cubicBezTo>
                        <a:pt x="2941" y="725"/>
                        <a:pt x="2929" y="705"/>
                        <a:pt x="2941" y="702"/>
                      </a:cubicBezTo>
                      <a:cubicBezTo>
                        <a:pt x="2953" y="700"/>
                        <a:pt x="2961" y="717"/>
                        <a:pt x="2969" y="714"/>
                      </a:cubicBezTo>
                      <a:cubicBezTo>
                        <a:pt x="2977" y="712"/>
                        <a:pt x="2976" y="686"/>
                        <a:pt x="2976" y="686"/>
                      </a:cubicBezTo>
                      <a:cubicBezTo>
                        <a:pt x="2991" y="690"/>
                        <a:pt x="2991" y="690"/>
                        <a:pt x="2991" y="690"/>
                      </a:cubicBezTo>
                      <a:cubicBezTo>
                        <a:pt x="3016" y="678"/>
                        <a:pt x="3016" y="678"/>
                        <a:pt x="3016" y="678"/>
                      </a:cubicBezTo>
                      <a:cubicBezTo>
                        <a:pt x="3016" y="678"/>
                        <a:pt x="3017" y="710"/>
                        <a:pt x="3024" y="704"/>
                      </a:cubicBezTo>
                      <a:cubicBezTo>
                        <a:pt x="3031" y="697"/>
                        <a:pt x="3044" y="697"/>
                        <a:pt x="3044" y="697"/>
                      </a:cubicBezTo>
                      <a:cubicBezTo>
                        <a:pt x="3036" y="709"/>
                        <a:pt x="3036" y="709"/>
                        <a:pt x="3036" y="709"/>
                      </a:cubicBezTo>
                      <a:cubicBezTo>
                        <a:pt x="3051" y="710"/>
                        <a:pt x="3051" y="710"/>
                        <a:pt x="3051" y="710"/>
                      </a:cubicBezTo>
                      <a:cubicBezTo>
                        <a:pt x="3044" y="729"/>
                        <a:pt x="3044" y="729"/>
                        <a:pt x="3044" y="729"/>
                      </a:cubicBezTo>
                      <a:cubicBezTo>
                        <a:pt x="3044" y="729"/>
                        <a:pt x="3067" y="770"/>
                        <a:pt x="3083" y="760"/>
                      </a:cubicBezTo>
                      <a:cubicBezTo>
                        <a:pt x="3099" y="749"/>
                        <a:pt x="3101" y="724"/>
                        <a:pt x="3101" y="724"/>
                      </a:cubicBezTo>
                      <a:cubicBezTo>
                        <a:pt x="3108" y="714"/>
                        <a:pt x="3108" y="714"/>
                        <a:pt x="3108" y="714"/>
                      </a:cubicBezTo>
                      <a:cubicBezTo>
                        <a:pt x="3108" y="714"/>
                        <a:pt x="3127" y="730"/>
                        <a:pt x="3140" y="721"/>
                      </a:cubicBezTo>
                      <a:cubicBezTo>
                        <a:pt x="3153" y="712"/>
                        <a:pt x="3152" y="694"/>
                        <a:pt x="3152" y="694"/>
                      </a:cubicBezTo>
                      <a:cubicBezTo>
                        <a:pt x="3152" y="694"/>
                        <a:pt x="3187" y="704"/>
                        <a:pt x="3201" y="688"/>
                      </a:cubicBezTo>
                      <a:cubicBezTo>
                        <a:pt x="3216" y="672"/>
                        <a:pt x="3177" y="661"/>
                        <a:pt x="3172" y="665"/>
                      </a:cubicBezTo>
                      <a:close/>
                      <a:moveTo>
                        <a:pt x="2983" y="872"/>
                      </a:moveTo>
                      <a:cubicBezTo>
                        <a:pt x="2963" y="876"/>
                        <a:pt x="2963" y="876"/>
                        <a:pt x="2963" y="876"/>
                      </a:cubicBezTo>
                      <a:cubicBezTo>
                        <a:pt x="2960" y="885"/>
                        <a:pt x="2960" y="885"/>
                        <a:pt x="2960" y="885"/>
                      </a:cubicBezTo>
                      <a:cubicBezTo>
                        <a:pt x="2983" y="882"/>
                        <a:pt x="2983" y="882"/>
                        <a:pt x="2983" y="882"/>
                      </a:cubicBezTo>
                      <a:lnTo>
                        <a:pt x="2983" y="872"/>
                      </a:lnTo>
                      <a:close/>
                      <a:moveTo>
                        <a:pt x="2758" y="861"/>
                      </a:moveTo>
                      <a:cubicBezTo>
                        <a:pt x="2746" y="862"/>
                        <a:pt x="2747" y="878"/>
                        <a:pt x="2761" y="878"/>
                      </a:cubicBezTo>
                      <a:cubicBezTo>
                        <a:pt x="2785" y="878"/>
                        <a:pt x="2771" y="859"/>
                        <a:pt x="2758" y="861"/>
                      </a:cubicBezTo>
                      <a:close/>
                      <a:moveTo>
                        <a:pt x="2555" y="832"/>
                      </a:moveTo>
                      <a:cubicBezTo>
                        <a:pt x="2565" y="822"/>
                        <a:pt x="2540" y="818"/>
                        <a:pt x="2540" y="818"/>
                      </a:cubicBezTo>
                      <a:cubicBezTo>
                        <a:pt x="2540" y="818"/>
                        <a:pt x="2540" y="847"/>
                        <a:pt x="2555" y="832"/>
                      </a:cubicBezTo>
                      <a:close/>
                      <a:moveTo>
                        <a:pt x="2800" y="969"/>
                      </a:moveTo>
                      <a:cubicBezTo>
                        <a:pt x="2777" y="971"/>
                        <a:pt x="2777" y="971"/>
                        <a:pt x="2777" y="971"/>
                      </a:cubicBezTo>
                      <a:cubicBezTo>
                        <a:pt x="2801" y="987"/>
                        <a:pt x="2801" y="987"/>
                        <a:pt x="2801" y="987"/>
                      </a:cubicBezTo>
                      <a:cubicBezTo>
                        <a:pt x="2820" y="978"/>
                        <a:pt x="2800" y="969"/>
                        <a:pt x="2800" y="969"/>
                      </a:cubicBezTo>
                      <a:close/>
                      <a:moveTo>
                        <a:pt x="2779" y="582"/>
                      </a:moveTo>
                      <a:cubicBezTo>
                        <a:pt x="2752" y="576"/>
                        <a:pt x="2779" y="594"/>
                        <a:pt x="2779" y="594"/>
                      </a:cubicBezTo>
                      <a:cubicBezTo>
                        <a:pt x="2795" y="592"/>
                        <a:pt x="2807" y="588"/>
                        <a:pt x="2779" y="582"/>
                      </a:cubicBezTo>
                      <a:close/>
                      <a:moveTo>
                        <a:pt x="2779" y="626"/>
                      </a:moveTo>
                      <a:cubicBezTo>
                        <a:pt x="2821" y="624"/>
                        <a:pt x="2821" y="624"/>
                        <a:pt x="2821" y="624"/>
                      </a:cubicBezTo>
                      <a:cubicBezTo>
                        <a:pt x="2821" y="613"/>
                        <a:pt x="2821" y="613"/>
                        <a:pt x="2821" y="613"/>
                      </a:cubicBezTo>
                      <a:cubicBezTo>
                        <a:pt x="2791" y="615"/>
                        <a:pt x="2791" y="615"/>
                        <a:pt x="2791" y="615"/>
                      </a:cubicBezTo>
                      <a:lnTo>
                        <a:pt x="2779" y="626"/>
                      </a:lnTo>
                      <a:close/>
                      <a:moveTo>
                        <a:pt x="3715" y="26"/>
                      </a:moveTo>
                      <a:cubicBezTo>
                        <a:pt x="3713" y="23"/>
                        <a:pt x="3658" y="28"/>
                        <a:pt x="3658" y="28"/>
                      </a:cubicBezTo>
                      <a:cubicBezTo>
                        <a:pt x="3660" y="18"/>
                        <a:pt x="3660" y="18"/>
                        <a:pt x="3660" y="18"/>
                      </a:cubicBezTo>
                      <a:cubicBezTo>
                        <a:pt x="3660" y="18"/>
                        <a:pt x="3625" y="10"/>
                        <a:pt x="3612" y="10"/>
                      </a:cubicBezTo>
                      <a:cubicBezTo>
                        <a:pt x="3599" y="10"/>
                        <a:pt x="3527" y="25"/>
                        <a:pt x="3527" y="25"/>
                      </a:cubicBezTo>
                      <a:cubicBezTo>
                        <a:pt x="3560" y="10"/>
                        <a:pt x="3560" y="10"/>
                        <a:pt x="3560" y="10"/>
                      </a:cubicBezTo>
                      <a:cubicBezTo>
                        <a:pt x="3515" y="12"/>
                        <a:pt x="3515" y="12"/>
                        <a:pt x="3515" y="12"/>
                      </a:cubicBezTo>
                      <a:cubicBezTo>
                        <a:pt x="3515" y="12"/>
                        <a:pt x="3479" y="0"/>
                        <a:pt x="3469" y="2"/>
                      </a:cubicBezTo>
                      <a:cubicBezTo>
                        <a:pt x="3458" y="4"/>
                        <a:pt x="3453" y="15"/>
                        <a:pt x="3453" y="15"/>
                      </a:cubicBezTo>
                      <a:cubicBezTo>
                        <a:pt x="3453" y="15"/>
                        <a:pt x="3427" y="3"/>
                        <a:pt x="3418" y="3"/>
                      </a:cubicBezTo>
                      <a:cubicBezTo>
                        <a:pt x="3409" y="3"/>
                        <a:pt x="3389" y="18"/>
                        <a:pt x="3389" y="18"/>
                      </a:cubicBezTo>
                      <a:cubicBezTo>
                        <a:pt x="3363" y="10"/>
                        <a:pt x="3363" y="10"/>
                        <a:pt x="3363" y="10"/>
                      </a:cubicBezTo>
                      <a:cubicBezTo>
                        <a:pt x="3290" y="7"/>
                        <a:pt x="3290" y="7"/>
                        <a:pt x="3290" y="7"/>
                      </a:cubicBezTo>
                      <a:cubicBezTo>
                        <a:pt x="3308" y="25"/>
                        <a:pt x="3308" y="25"/>
                        <a:pt x="3308" y="25"/>
                      </a:cubicBezTo>
                      <a:cubicBezTo>
                        <a:pt x="3266" y="11"/>
                        <a:pt x="3266" y="11"/>
                        <a:pt x="3266" y="11"/>
                      </a:cubicBezTo>
                      <a:cubicBezTo>
                        <a:pt x="3225" y="18"/>
                        <a:pt x="3225" y="18"/>
                        <a:pt x="3225" y="18"/>
                      </a:cubicBezTo>
                      <a:cubicBezTo>
                        <a:pt x="3225" y="18"/>
                        <a:pt x="3195" y="12"/>
                        <a:pt x="3179" y="12"/>
                      </a:cubicBezTo>
                      <a:cubicBezTo>
                        <a:pt x="3163" y="12"/>
                        <a:pt x="3114" y="24"/>
                        <a:pt x="3114" y="24"/>
                      </a:cubicBezTo>
                      <a:cubicBezTo>
                        <a:pt x="3172" y="42"/>
                        <a:pt x="3172" y="42"/>
                        <a:pt x="3172" y="42"/>
                      </a:cubicBezTo>
                      <a:cubicBezTo>
                        <a:pt x="3114" y="34"/>
                        <a:pt x="3114" y="34"/>
                        <a:pt x="3114" y="34"/>
                      </a:cubicBezTo>
                      <a:cubicBezTo>
                        <a:pt x="3114" y="34"/>
                        <a:pt x="3059" y="23"/>
                        <a:pt x="3034" y="25"/>
                      </a:cubicBezTo>
                      <a:cubicBezTo>
                        <a:pt x="3010" y="28"/>
                        <a:pt x="3018" y="42"/>
                        <a:pt x="3018" y="42"/>
                      </a:cubicBezTo>
                      <a:cubicBezTo>
                        <a:pt x="3018" y="42"/>
                        <a:pt x="2956" y="36"/>
                        <a:pt x="2943" y="36"/>
                      </a:cubicBezTo>
                      <a:cubicBezTo>
                        <a:pt x="2930" y="36"/>
                        <a:pt x="2830" y="46"/>
                        <a:pt x="2826" y="48"/>
                      </a:cubicBezTo>
                      <a:cubicBezTo>
                        <a:pt x="2823" y="50"/>
                        <a:pt x="2849" y="56"/>
                        <a:pt x="2849" y="56"/>
                      </a:cubicBezTo>
                      <a:cubicBezTo>
                        <a:pt x="2905" y="59"/>
                        <a:pt x="2905" y="59"/>
                        <a:pt x="2905" y="59"/>
                      </a:cubicBezTo>
                      <a:cubicBezTo>
                        <a:pt x="2850" y="67"/>
                        <a:pt x="2850" y="67"/>
                        <a:pt x="2850" y="67"/>
                      </a:cubicBezTo>
                      <a:cubicBezTo>
                        <a:pt x="2850" y="67"/>
                        <a:pt x="2870" y="76"/>
                        <a:pt x="2884" y="76"/>
                      </a:cubicBezTo>
                      <a:cubicBezTo>
                        <a:pt x="2898" y="76"/>
                        <a:pt x="2935" y="70"/>
                        <a:pt x="2935" y="70"/>
                      </a:cubicBezTo>
                      <a:cubicBezTo>
                        <a:pt x="2935" y="70"/>
                        <a:pt x="2960" y="62"/>
                        <a:pt x="2978" y="62"/>
                      </a:cubicBezTo>
                      <a:cubicBezTo>
                        <a:pt x="2997" y="62"/>
                        <a:pt x="3040" y="71"/>
                        <a:pt x="3040" y="71"/>
                      </a:cubicBezTo>
                      <a:cubicBezTo>
                        <a:pt x="3040" y="71"/>
                        <a:pt x="2989" y="72"/>
                        <a:pt x="2977" y="73"/>
                      </a:cubicBezTo>
                      <a:cubicBezTo>
                        <a:pt x="2965" y="74"/>
                        <a:pt x="2930" y="87"/>
                        <a:pt x="2930" y="87"/>
                      </a:cubicBezTo>
                      <a:cubicBezTo>
                        <a:pt x="2930" y="87"/>
                        <a:pt x="2958" y="87"/>
                        <a:pt x="2979" y="89"/>
                      </a:cubicBezTo>
                      <a:cubicBezTo>
                        <a:pt x="3001" y="91"/>
                        <a:pt x="3006" y="83"/>
                        <a:pt x="3006" y="83"/>
                      </a:cubicBezTo>
                      <a:cubicBezTo>
                        <a:pt x="3050" y="83"/>
                        <a:pt x="3050" y="83"/>
                        <a:pt x="3050" y="83"/>
                      </a:cubicBezTo>
                      <a:cubicBezTo>
                        <a:pt x="3050" y="83"/>
                        <a:pt x="3064" y="84"/>
                        <a:pt x="3081" y="84"/>
                      </a:cubicBezTo>
                      <a:cubicBezTo>
                        <a:pt x="3098" y="84"/>
                        <a:pt x="3138" y="73"/>
                        <a:pt x="3142" y="70"/>
                      </a:cubicBezTo>
                      <a:cubicBezTo>
                        <a:pt x="3147" y="66"/>
                        <a:pt x="3173" y="63"/>
                        <a:pt x="3186" y="59"/>
                      </a:cubicBezTo>
                      <a:cubicBezTo>
                        <a:pt x="3199" y="54"/>
                        <a:pt x="3220" y="59"/>
                        <a:pt x="3220" y="59"/>
                      </a:cubicBezTo>
                      <a:cubicBezTo>
                        <a:pt x="3162" y="76"/>
                        <a:pt x="3162" y="76"/>
                        <a:pt x="3162" y="76"/>
                      </a:cubicBezTo>
                      <a:cubicBezTo>
                        <a:pt x="3185" y="77"/>
                        <a:pt x="3185" y="77"/>
                        <a:pt x="3185" y="77"/>
                      </a:cubicBezTo>
                      <a:cubicBezTo>
                        <a:pt x="3153" y="87"/>
                        <a:pt x="3153" y="87"/>
                        <a:pt x="3153" y="87"/>
                      </a:cubicBezTo>
                      <a:cubicBezTo>
                        <a:pt x="3153" y="87"/>
                        <a:pt x="3040" y="92"/>
                        <a:pt x="3027" y="92"/>
                      </a:cubicBezTo>
                      <a:cubicBezTo>
                        <a:pt x="3014" y="92"/>
                        <a:pt x="3014" y="104"/>
                        <a:pt x="3014" y="104"/>
                      </a:cubicBezTo>
                      <a:cubicBezTo>
                        <a:pt x="3065" y="119"/>
                        <a:pt x="3065" y="119"/>
                        <a:pt x="3065" y="119"/>
                      </a:cubicBezTo>
                      <a:cubicBezTo>
                        <a:pt x="3065" y="119"/>
                        <a:pt x="3045" y="125"/>
                        <a:pt x="3033" y="125"/>
                      </a:cubicBezTo>
                      <a:cubicBezTo>
                        <a:pt x="3022" y="125"/>
                        <a:pt x="2974" y="99"/>
                        <a:pt x="2974" y="99"/>
                      </a:cubicBezTo>
                      <a:cubicBezTo>
                        <a:pt x="2974" y="99"/>
                        <a:pt x="2925" y="100"/>
                        <a:pt x="2912" y="100"/>
                      </a:cubicBezTo>
                      <a:cubicBezTo>
                        <a:pt x="2899" y="100"/>
                        <a:pt x="2891" y="115"/>
                        <a:pt x="2891" y="115"/>
                      </a:cubicBezTo>
                      <a:cubicBezTo>
                        <a:pt x="2912" y="126"/>
                        <a:pt x="2912" y="126"/>
                        <a:pt x="2912" y="126"/>
                      </a:cubicBezTo>
                      <a:cubicBezTo>
                        <a:pt x="2912" y="126"/>
                        <a:pt x="2923" y="142"/>
                        <a:pt x="2940" y="145"/>
                      </a:cubicBezTo>
                      <a:cubicBezTo>
                        <a:pt x="2956" y="148"/>
                        <a:pt x="2989" y="144"/>
                        <a:pt x="2989" y="144"/>
                      </a:cubicBezTo>
                      <a:cubicBezTo>
                        <a:pt x="2989" y="144"/>
                        <a:pt x="2981" y="153"/>
                        <a:pt x="2964" y="155"/>
                      </a:cubicBezTo>
                      <a:cubicBezTo>
                        <a:pt x="2948" y="157"/>
                        <a:pt x="2917" y="151"/>
                        <a:pt x="2909" y="149"/>
                      </a:cubicBezTo>
                      <a:cubicBezTo>
                        <a:pt x="2902" y="147"/>
                        <a:pt x="2846" y="157"/>
                        <a:pt x="2828" y="157"/>
                      </a:cubicBezTo>
                      <a:cubicBezTo>
                        <a:pt x="2809" y="157"/>
                        <a:pt x="2774" y="182"/>
                        <a:pt x="2774" y="182"/>
                      </a:cubicBezTo>
                      <a:cubicBezTo>
                        <a:pt x="2823" y="174"/>
                        <a:pt x="2823" y="174"/>
                        <a:pt x="2823" y="174"/>
                      </a:cubicBezTo>
                      <a:cubicBezTo>
                        <a:pt x="2821" y="186"/>
                        <a:pt x="2821" y="186"/>
                        <a:pt x="2821" y="186"/>
                      </a:cubicBezTo>
                      <a:cubicBezTo>
                        <a:pt x="2863" y="174"/>
                        <a:pt x="2863" y="174"/>
                        <a:pt x="2863" y="174"/>
                      </a:cubicBezTo>
                      <a:cubicBezTo>
                        <a:pt x="2816" y="192"/>
                        <a:pt x="2816" y="192"/>
                        <a:pt x="2816" y="192"/>
                      </a:cubicBezTo>
                      <a:cubicBezTo>
                        <a:pt x="2816" y="192"/>
                        <a:pt x="2824" y="203"/>
                        <a:pt x="2840" y="203"/>
                      </a:cubicBezTo>
                      <a:cubicBezTo>
                        <a:pt x="2857" y="203"/>
                        <a:pt x="2902" y="186"/>
                        <a:pt x="2902" y="186"/>
                      </a:cubicBezTo>
                      <a:cubicBezTo>
                        <a:pt x="2834" y="212"/>
                        <a:pt x="2834" y="212"/>
                        <a:pt x="2834" y="212"/>
                      </a:cubicBezTo>
                      <a:cubicBezTo>
                        <a:pt x="2789" y="209"/>
                        <a:pt x="2789" y="209"/>
                        <a:pt x="2789" y="209"/>
                      </a:cubicBezTo>
                      <a:cubicBezTo>
                        <a:pt x="2780" y="192"/>
                        <a:pt x="2780" y="192"/>
                        <a:pt x="2780" y="192"/>
                      </a:cubicBezTo>
                      <a:cubicBezTo>
                        <a:pt x="2780" y="192"/>
                        <a:pt x="2747" y="189"/>
                        <a:pt x="2737" y="191"/>
                      </a:cubicBezTo>
                      <a:cubicBezTo>
                        <a:pt x="2727" y="193"/>
                        <a:pt x="2741" y="218"/>
                        <a:pt x="2741" y="218"/>
                      </a:cubicBezTo>
                      <a:cubicBezTo>
                        <a:pt x="2741" y="218"/>
                        <a:pt x="2697" y="222"/>
                        <a:pt x="2691" y="222"/>
                      </a:cubicBezTo>
                      <a:cubicBezTo>
                        <a:pt x="2684" y="222"/>
                        <a:pt x="2654" y="237"/>
                        <a:pt x="2634" y="239"/>
                      </a:cubicBezTo>
                      <a:cubicBezTo>
                        <a:pt x="2622" y="240"/>
                        <a:pt x="2613" y="241"/>
                        <a:pt x="2610" y="241"/>
                      </a:cubicBezTo>
                      <a:cubicBezTo>
                        <a:pt x="2607" y="241"/>
                        <a:pt x="2626" y="247"/>
                        <a:pt x="2641" y="247"/>
                      </a:cubicBezTo>
                      <a:cubicBezTo>
                        <a:pt x="2656" y="247"/>
                        <a:pt x="2663" y="240"/>
                        <a:pt x="2663" y="240"/>
                      </a:cubicBezTo>
                      <a:cubicBezTo>
                        <a:pt x="2655" y="252"/>
                        <a:pt x="2655" y="252"/>
                        <a:pt x="2655" y="252"/>
                      </a:cubicBezTo>
                      <a:cubicBezTo>
                        <a:pt x="2680" y="247"/>
                        <a:pt x="2680" y="247"/>
                        <a:pt x="2680" y="247"/>
                      </a:cubicBezTo>
                      <a:cubicBezTo>
                        <a:pt x="2695" y="240"/>
                        <a:pt x="2695" y="240"/>
                        <a:pt x="2695" y="240"/>
                      </a:cubicBezTo>
                      <a:cubicBezTo>
                        <a:pt x="2695" y="248"/>
                        <a:pt x="2695" y="248"/>
                        <a:pt x="2695" y="248"/>
                      </a:cubicBezTo>
                      <a:cubicBezTo>
                        <a:pt x="2712" y="246"/>
                        <a:pt x="2712" y="246"/>
                        <a:pt x="2712" y="246"/>
                      </a:cubicBezTo>
                      <a:cubicBezTo>
                        <a:pt x="2728" y="244"/>
                        <a:pt x="2728" y="244"/>
                        <a:pt x="2728" y="244"/>
                      </a:cubicBezTo>
                      <a:cubicBezTo>
                        <a:pt x="2728" y="244"/>
                        <a:pt x="2729" y="253"/>
                        <a:pt x="2740" y="254"/>
                      </a:cubicBezTo>
                      <a:cubicBezTo>
                        <a:pt x="2751" y="255"/>
                        <a:pt x="2773" y="241"/>
                        <a:pt x="2773" y="241"/>
                      </a:cubicBezTo>
                      <a:cubicBezTo>
                        <a:pt x="2778" y="250"/>
                        <a:pt x="2778" y="250"/>
                        <a:pt x="2778" y="250"/>
                      </a:cubicBezTo>
                      <a:cubicBezTo>
                        <a:pt x="2796" y="240"/>
                        <a:pt x="2796" y="240"/>
                        <a:pt x="2796" y="240"/>
                      </a:cubicBezTo>
                      <a:cubicBezTo>
                        <a:pt x="2796" y="240"/>
                        <a:pt x="2802" y="248"/>
                        <a:pt x="2810" y="251"/>
                      </a:cubicBezTo>
                      <a:cubicBezTo>
                        <a:pt x="2819" y="253"/>
                        <a:pt x="2828" y="242"/>
                        <a:pt x="2828" y="242"/>
                      </a:cubicBezTo>
                      <a:cubicBezTo>
                        <a:pt x="2828" y="242"/>
                        <a:pt x="2837" y="250"/>
                        <a:pt x="2850" y="250"/>
                      </a:cubicBezTo>
                      <a:cubicBezTo>
                        <a:pt x="2863" y="250"/>
                        <a:pt x="2853" y="238"/>
                        <a:pt x="2853" y="238"/>
                      </a:cubicBezTo>
                      <a:cubicBezTo>
                        <a:pt x="2891" y="252"/>
                        <a:pt x="2891" y="252"/>
                        <a:pt x="2891" y="252"/>
                      </a:cubicBezTo>
                      <a:cubicBezTo>
                        <a:pt x="2891" y="252"/>
                        <a:pt x="2898" y="261"/>
                        <a:pt x="2902" y="261"/>
                      </a:cubicBezTo>
                      <a:cubicBezTo>
                        <a:pt x="2906" y="261"/>
                        <a:pt x="2964" y="248"/>
                        <a:pt x="2975" y="248"/>
                      </a:cubicBezTo>
                      <a:cubicBezTo>
                        <a:pt x="2986" y="248"/>
                        <a:pt x="3011" y="238"/>
                        <a:pt x="3015" y="231"/>
                      </a:cubicBezTo>
                      <a:cubicBezTo>
                        <a:pt x="3019" y="225"/>
                        <a:pt x="2973" y="230"/>
                        <a:pt x="2973" y="230"/>
                      </a:cubicBezTo>
                      <a:cubicBezTo>
                        <a:pt x="2973" y="230"/>
                        <a:pt x="2982" y="223"/>
                        <a:pt x="2975" y="220"/>
                      </a:cubicBezTo>
                      <a:cubicBezTo>
                        <a:pt x="2969" y="218"/>
                        <a:pt x="2943" y="220"/>
                        <a:pt x="2943" y="220"/>
                      </a:cubicBezTo>
                      <a:cubicBezTo>
                        <a:pt x="2905" y="214"/>
                        <a:pt x="2905" y="214"/>
                        <a:pt x="2905" y="214"/>
                      </a:cubicBezTo>
                      <a:cubicBezTo>
                        <a:pt x="2917" y="201"/>
                        <a:pt x="2917" y="201"/>
                        <a:pt x="2917" y="201"/>
                      </a:cubicBezTo>
                      <a:cubicBezTo>
                        <a:pt x="2959" y="215"/>
                        <a:pt x="2959" y="215"/>
                        <a:pt x="2959" y="215"/>
                      </a:cubicBezTo>
                      <a:cubicBezTo>
                        <a:pt x="2959" y="215"/>
                        <a:pt x="3014" y="212"/>
                        <a:pt x="3034" y="211"/>
                      </a:cubicBezTo>
                      <a:cubicBezTo>
                        <a:pt x="3055" y="210"/>
                        <a:pt x="3050" y="192"/>
                        <a:pt x="3050" y="192"/>
                      </a:cubicBezTo>
                      <a:cubicBezTo>
                        <a:pt x="3050" y="192"/>
                        <a:pt x="3075" y="187"/>
                        <a:pt x="3094" y="187"/>
                      </a:cubicBezTo>
                      <a:cubicBezTo>
                        <a:pt x="3112" y="187"/>
                        <a:pt x="3150" y="178"/>
                        <a:pt x="3150" y="178"/>
                      </a:cubicBezTo>
                      <a:cubicBezTo>
                        <a:pt x="3132" y="167"/>
                        <a:pt x="3132" y="167"/>
                        <a:pt x="3132" y="167"/>
                      </a:cubicBezTo>
                      <a:cubicBezTo>
                        <a:pt x="3132" y="167"/>
                        <a:pt x="3155" y="167"/>
                        <a:pt x="3180" y="161"/>
                      </a:cubicBezTo>
                      <a:cubicBezTo>
                        <a:pt x="3205" y="156"/>
                        <a:pt x="3147" y="146"/>
                        <a:pt x="3147" y="146"/>
                      </a:cubicBezTo>
                      <a:cubicBezTo>
                        <a:pt x="3147" y="146"/>
                        <a:pt x="3115" y="147"/>
                        <a:pt x="3104" y="143"/>
                      </a:cubicBezTo>
                      <a:cubicBezTo>
                        <a:pt x="3094" y="139"/>
                        <a:pt x="3152" y="125"/>
                        <a:pt x="3155" y="126"/>
                      </a:cubicBezTo>
                      <a:cubicBezTo>
                        <a:pt x="3158" y="127"/>
                        <a:pt x="3200" y="131"/>
                        <a:pt x="3200" y="131"/>
                      </a:cubicBezTo>
                      <a:cubicBezTo>
                        <a:pt x="3200" y="131"/>
                        <a:pt x="3248" y="129"/>
                        <a:pt x="3263" y="126"/>
                      </a:cubicBezTo>
                      <a:cubicBezTo>
                        <a:pt x="3278" y="122"/>
                        <a:pt x="3229" y="120"/>
                        <a:pt x="3247" y="113"/>
                      </a:cubicBezTo>
                      <a:cubicBezTo>
                        <a:pt x="3264" y="105"/>
                        <a:pt x="3296" y="119"/>
                        <a:pt x="3316" y="119"/>
                      </a:cubicBezTo>
                      <a:cubicBezTo>
                        <a:pt x="3335" y="119"/>
                        <a:pt x="3328" y="102"/>
                        <a:pt x="3328" y="102"/>
                      </a:cubicBezTo>
                      <a:cubicBezTo>
                        <a:pt x="3376" y="105"/>
                        <a:pt x="3376" y="105"/>
                        <a:pt x="3376" y="105"/>
                      </a:cubicBezTo>
                      <a:cubicBezTo>
                        <a:pt x="3379" y="91"/>
                        <a:pt x="3379" y="91"/>
                        <a:pt x="3379" y="91"/>
                      </a:cubicBezTo>
                      <a:cubicBezTo>
                        <a:pt x="3379" y="91"/>
                        <a:pt x="3392" y="95"/>
                        <a:pt x="3401" y="95"/>
                      </a:cubicBezTo>
                      <a:cubicBezTo>
                        <a:pt x="3409" y="95"/>
                        <a:pt x="3440" y="83"/>
                        <a:pt x="3440" y="83"/>
                      </a:cubicBezTo>
                      <a:cubicBezTo>
                        <a:pt x="3440" y="83"/>
                        <a:pt x="3499" y="73"/>
                        <a:pt x="3531" y="67"/>
                      </a:cubicBezTo>
                      <a:cubicBezTo>
                        <a:pt x="3564" y="62"/>
                        <a:pt x="3567" y="57"/>
                        <a:pt x="3562" y="57"/>
                      </a:cubicBezTo>
                      <a:cubicBezTo>
                        <a:pt x="3558" y="57"/>
                        <a:pt x="3491" y="60"/>
                        <a:pt x="3491" y="60"/>
                      </a:cubicBezTo>
                      <a:cubicBezTo>
                        <a:pt x="3474" y="67"/>
                        <a:pt x="3474" y="67"/>
                        <a:pt x="3474" y="67"/>
                      </a:cubicBezTo>
                      <a:cubicBezTo>
                        <a:pt x="3428" y="64"/>
                        <a:pt x="3428" y="64"/>
                        <a:pt x="3428" y="64"/>
                      </a:cubicBezTo>
                      <a:cubicBezTo>
                        <a:pt x="3481" y="61"/>
                        <a:pt x="3481" y="61"/>
                        <a:pt x="3481" y="61"/>
                      </a:cubicBezTo>
                      <a:cubicBezTo>
                        <a:pt x="3479" y="52"/>
                        <a:pt x="3479" y="52"/>
                        <a:pt x="3479" y="52"/>
                      </a:cubicBezTo>
                      <a:cubicBezTo>
                        <a:pt x="3512" y="57"/>
                        <a:pt x="3512" y="57"/>
                        <a:pt x="3512" y="57"/>
                      </a:cubicBezTo>
                      <a:cubicBezTo>
                        <a:pt x="3512" y="57"/>
                        <a:pt x="3517" y="49"/>
                        <a:pt x="3526" y="49"/>
                      </a:cubicBezTo>
                      <a:cubicBezTo>
                        <a:pt x="3534" y="49"/>
                        <a:pt x="3635" y="45"/>
                        <a:pt x="3653" y="44"/>
                      </a:cubicBezTo>
                      <a:cubicBezTo>
                        <a:pt x="3671" y="43"/>
                        <a:pt x="3718" y="30"/>
                        <a:pt x="3715" y="26"/>
                      </a:cubicBezTo>
                      <a:close/>
                      <a:moveTo>
                        <a:pt x="2687" y="644"/>
                      </a:moveTo>
                      <a:cubicBezTo>
                        <a:pt x="2722" y="650"/>
                        <a:pt x="2732" y="643"/>
                        <a:pt x="2747" y="633"/>
                      </a:cubicBezTo>
                      <a:cubicBezTo>
                        <a:pt x="2763" y="624"/>
                        <a:pt x="2759" y="608"/>
                        <a:pt x="2745" y="604"/>
                      </a:cubicBezTo>
                      <a:cubicBezTo>
                        <a:pt x="2731" y="601"/>
                        <a:pt x="2698" y="610"/>
                        <a:pt x="2698" y="610"/>
                      </a:cubicBezTo>
                      <a:cubicBezTo>
                        <a:pt x="2660" y="634"/>
                        <a:pt x="2652" y="639"/>
                        <a:pt x="2687" y="644"/>
                      </a:cubicBezTo>
                      <a:close/>
                      <a:moveTo>
                        <a:pt x="2674" y="560"/>
                      </a:moveTo>
                      <a:cubicBezTo>
                        <a:pt x="2658" y="565"/>
                        <a:pt x="2633" y="576"/>
                        <a:pt x="2657" y="571"/>
                      </a:cubicBezTo>
                      <a:cubicBezTo>
                        <a:pt x="2680" y="566"/>
                        <a:pt x="2700" y="558"/>
                        <a:pt x="2700" y="558"/>
                      </a:cubicBezTo>
                      <a:cubicBezTo>
                        <a:pt x="2724" y="540"/>
                        <a:pt x="2690" y="555"/>
                        <a:pt x="2674" y="560"/>
                      </a:cubicBezTo>
                      <a:close/>
                      <a:moveTo>
                        <a:pt x="2747" y="549"/>
                      </a:moveTo>
                      <a:cubicBezTo>
                        <a:pt x="2733" y="543"/>
                        <a:pt x="2722" y="562"/>
                        <a:pt x="2735" y="566"/>
                      </a:cubicBezTo>
                      <a:cubicBezTo>
                        <a:pt x="2735" y="566"/>
                        <a:pt x="2761" y="555"/>
                        <a:pt x="2747" y="549"/>
                      </a:cubicBezTo>
                      <a:close/>
                      <a:moveTo>
                        <a:pt x="2349" y="710"/>
                      </a:moveTo>
                      <a:cubicBezTo>
                        <a:pt x="2337" y="712"/>
                        <a:pt x="2327" y="729"/>
                        <a:pt x="2346" y="729"/>
                      </a:cubicBezTo>
                      <a:cubicBezTo>
                        <a:pt x="2357" y="729"/>
                        <a:pt x="2362" y="708"/>
                        <a:pt x="2349" y="710"/>
                      </a:cubicBezTo>
                      <a:close/>
                      <a:moveTo>
                        <a:pt x="2390" y="712"/>
                      </a:moveTo>
                      <a:cubicBezTo>
                        <a:pt x="2374" y="710"/>
                        <a:pt x="2385" y="727"/>
                        <a:pt x="2385" y="727"/>
                      </a:cubicBezTo>
                      <a:cubicBezTo>
                        <a:pt x="2396" y="726"/>
                        <a:pt x="2405" y="713"/>
                        <a:pt x="2390" y="712"/>
                      </a:cubicBezTo>
                      <a:close/>
                      <a:moveTo>
                        <a:pt x="2500" y="829"/>
                      </a:moveTo>
                      <a:cubicBezTo>
                        <a:pt x="2477" y="841"/>
                        <a:pt x="2509" y="849"/>
                        <a:pt x="2509" y="849"/>
                      </a:cubicBezTo>
                      <a:cubicBezTo>
                        <a:pt x="2532" y="836"/>
                        <a:pt x="2524" y="816"/>
                        <a:pt x="2500" y="829"/>
                      </a:cubicBezTo>
                      <a:close/>
                      <a:moveTo>
                        <a:pt x="2653" y="1691"/>
                      </a:moveTo>
                      <a:cubicBezTo>
                        <a:pt x="2633" y="1687"/>
                        <a:pt x="2622" y="1678"/>
                        <a:pt x="2622" y="1678"/>
                      </a:cubicBezTo>
                      <a:cubicBezTo>
                        <a:pt x="2612" y="1687"/>
                        <a:pt x="2612" y="1687"/>
                        <a:pt x="2612" y="1687"/>
                      </a:cubicBezTo>
                      <a:cubicBezTo>
                        <a:pt x="2612" y="1687"/>
                        <a:pt x="2629" y="1696"/>
                        <a:pt x="2633" y="1699"/>
                      </a:cubicBezTo>
                      <a:cubicBezTo>
                        <a:pt x="2637" y="1702"/>
                        <a:pt x="2656" y="1701"/>
                        <a:pt x="2656" y="1701"/>
                      </a:cubicBezTo>
                      <a:cubicBezTo>
                        <a:pt x="2656" y="1701"/>
                        <a:pt x="2666" y="1706"/>
                        <a:pt x="2676" y="1705"/>
                      </a:cubicBezTo>
                      <a:cubicBezTo>
                        <a:pt x="2687" y="1704"/>
                        <a:pt x="2691" y="1693"/>
                        <a:pt x="2691" y="1693"/>
                      </a:cubicBezTo>
                      <a:cubicBezTo>
                        <a:pt x="2691" y="1693"/>
                        <a:pt x="2674" y="1695"/>
                        <a:pt x="2653" y="1691"/>
                      </a:cubicBezTo>
                      <a:close/>
                      <a:moveTo>
                        <a:pt x="2731" y="1524"/>
                      </a:moveTo>
                      <a:cubicBezTo>
                        <a:pt x="2731" y="1524"/>
                        <a:pt x="2698" y="1516"/>
                        <a:pt x="2671" y="1515"/>
                      </a:cubicBezTo>
                      <a:cubicBezTo>
                        <a:pt x="2644" y="1514"/>
                        <a:pt x="2686" y="1526"/>
                        <a:pt x="2686" y="1526"/>
                      </a:cubicBezTo>
                      <a:cubicBezTo>
                        <a:pt x="2686" y="1536"/>
                        <a:pt x="2686" y="1536"/>
                        <a:pt x="2686" y="1536"/>
                      </a:cubicBezTo>
                      <a:cubicBezTo>
                        <a:pt x="2686" y="1536"/>
                        <a:pt x="2719" y="1541"/>
                        <a:pt x="2748" y="1546"/>
                      </a:cubicBezTo>
                      <a:cubicBezTo>
                        <a:pt x="2777" y="1551"/>
                        <a:pt x="2804" y="1540"/>
                        <a:pt x="2731" y="1524"/>
                      </a:cubicBezTo>
                      <a:close/>
                      <a:moveTo>
                        <a:pt x="2793" y="1702"/>
                      </a:moveTo>
                      <a:cubicBezTo>
                        <a:pt x="2780" y="1699"/>
                        <a:pt x="2766" y="1706"/>
                        <a:pt x="2761" y="1709"/>
                      </a:cubicBezTo>
                      <a:cubicBezTo>
                        <a:pt x="2765" y="1706"/>
                        <a:pt x="2774" y="1700"/>
                        <a:pt x="2783" y="1690"/>
                      </a:cubicBezTo>
                      <a:cubicBezTo>
                        <a:pt x="2795" y="1677"/>
                        <a:pt x="2764" y="1676"/>
                        <a:pt x="2750" y="1692"/>
                      </a:cubicBezTo>
                      <a:cubicBezTo>
                        <a:pt x="2744" y="1706"/>
                        <a:pt x="2744" y="1706"/>
                        <a:pt x="2744" y="1706"/>
                      </a:cubicBezTo>
                      <a:cubicBezTo>
                        <a:pt x="2736" y="1720"/>
                        <a:pt x="2736" y="1720"/>
                        <a:pt x="2736" y="1720"/>
                      </a:cubicBezTo>
                      <a:cubicBezTo>
                        <a:pt x="2773" y="1715"/>
                        <a:pt x="2773" y="1715"/>
                        <a:pt x="2773" y="1715"/>
                      </a:cubicBezTo>
                      <a:cubicBezTo>
                        <a:pt x="2773" y="1715"/>
                        <a:pt x="2810" y="1706"/>
                        <a:pt x="2793" y="1702"/>
                      </a:cubicBezTo>
                      <a:close/>
                      <a:moveTo>
                        <a:pt x="3058" y="1312"/>
                      </a:moveTo>
                      <a:cubicBezTo>
                        <a:pt x="3051" y="1320"/>
                        <a:pt x="3052" y="1335"/>
                        <a:pt x="3037" y="1324"/>
                      </a:cubicBezTo>
                      <a:cubicBezTo>
                        <a:pt x="3022" y="1313"/>
                        <a:pt x="3046" y="1306"/>
                        <a:pt x="3046" y="1306"/>
                      </a:cubicBezTo>
                      <a:cubicBezTo>
                        <a:pt x="3043" y="1289"/>
                        <a:pt x="3043" y="1289"/>
                        <a:pt x="3043" y="1289"/>
                      </a:cubicBezTo>
                      <a:cubicBezTo>
                        <a:pt x="3023" y="1288"/>
                        <a:pt x="3023" y="1288"/>
                        <a:pt x="3023" y="1288"/>
                      </a:cubicBezTo>
                      <a:cubicBezTo>
                        <a:pt x="3023" y="1288"/>
                        <a:pt x="2977" y="1308"/>
                        <a:pt x="2974" y="1312"/>
                      </a:cubicBezTo>
                      <a:cubicBezTo>
                        <a:pt x="2971" y="1316"/>
                        <a:pt x="2935" y="1320"/>
                        <a:pt x="2935" y="1320"/>
                      </a:cubicBezTo>
                      <a:cubicBezTo>
                        <a:pt x="2914" y="1334"/>
                        <a:pt x="2914" y="1334"/>
                        <a:pt x="2914" y="1334"/>
                      </a:cubicBezTo>
                      <a:cubicBezTo>
                        <a:pt x="2922" y="1319"/>
                        <a:pt x="2922" y="1319"/>
                        <a:pt x="2922" y="1319"/>
                      </a:cubicBezTo>
                      <a:cubicBezTo>
                        <a:pt x="2907" y="1308"/>
                        <a:pt x="2907" y="1308"/>
                        <a:pt x="2907" y="1308"/>
                      </a:cubicBezTo>
                      <a:cubicBezTo>
                        <a:pt x="2930" y="1313"/>
                        <a:pt x="2930" y="1313"/>
                        <a:pt x="2930" y="1313"/>
                      </a:cubicBezTo>
                      <a:cubicBezTo>
                        <a:pt x="2940" y="1305"/>
                        <a:pt x="2940" y="1305"/>
                        <a:pt x="2940" y="1305"/>
                      </a:cubicBezTo>
                      <a:cubicBezTo>
                        <a:pt x="2958" y="1304"/>
                        <a:pt x="2958" y="1304"/>
                        <a:pt x="2958" y="1304"/>
                      </a:cubicBezTo>
                      <a:cubicBezTo>
                        <a:pt x="2960" y="1291"/>
                        <a:pt x="2960" y="1291"/>
                        <a:pt x="2960" y="1291"/>
                      </a:cubicBezTo>
                      <a:cubicBezTo>
                        <a:pt x="2960" y="1291"/>
                        <a:pt x="2981" y="1294"/>
                        <a:pt x="2993" y="1289"/>
                      </a:cubicBezTo>
                      <a:cubicBezTo>
                        <a:pt x="3005" y="1284"/>
                        <a:pt x="3022" y="1275"/>
                        <a:pt x="3022" y="1275"/>
                      </a:cubicBezTo>
                      <a:cubicBezTo>
                        <a:pt x="3022" y="1275"/>
                        <a:pt x="3070" y="1280"/>
                        <a:pt x="3069" y="1275"/>
                      </a:cubicBezTo>
                      <a:cubicBezTo>
                        <a:pt x="3068" y="1270"/>
                        <a:pt x="3050" y="1262"/>
                        <a:pt x="3050" y="1262"/>
                      </a:cubicBezTo>
                      <a:cubicBezTo>
                        <a:pt x="3049" y="1246"/>
                        <a:pt x="3049" y="1246"/>
                        <a:pt x="3049" y="1246"/>
                      </a:cubicBezTo>
                      <a:cubicBezTo>
                        <a:pt x="3049" y="1246"/>
                        <a:pt x="3021" y="1255"/>
                        <a:pt x="3015" y="1254"/>
                      </a:cubicBezTo>
                      <a:cubicBezTo>
                        <a:pt x="3009" y="1253"/>
                        <a:pt x="3007" y="1241"/>
                        <a:pt x="3007" y="1241"/>
                      </a:cubicBezTo>
                      <a:cubicBezTo>
                        <a:pt x="2967" y="1253"/>
                        <a:pt x="2967" y="1253"/>
                        <a:pt x="2967" y="1253"/>
                      </a:cubicBezTo>
                      <a:cubicBezTo>
                        <a:pt x="2969" y="1233"/>
                        <a:pt x="2969" y="1233"/>
                        <a:pt x="2969" y="1233"/>
                      </a:cubicBezTo>
                      <a:cubicBezTo>
                        <a:pt x="2940" y="1243"/>
                        <a:pt x="2940" y="1243"/>
                        <a:pt x="2940" y="1243"/>
                      </a:cubicBezTo>
                      <a:cubicBezTo>
                        <a:pt x="2940" y="1243"/>
                        <a:pt x="2971" y="1208"/>
                        <a:pt x="2963" y="1204"/>
                      </a:cubicBezTo>
                      <a:cubicBezTo>
                        <a:pt x="2955" y="1200"/>
                        <a:pt x="2930" y="1200"/>
                        <a:pt x="2930" y="1200"/>
                      </a:cubicBezTo>
                      <a:cubicBezTo>
                        <a:pt x="2933" y="1184"/>
                        <a:pt x="2933" y="1184"/>
                        <a:pt x="2933" y="1184"/>
                      </a:cubicBezTo>
                      <a:cubicBezTo>
                        <a:pt x="2911" y="1184"/>
                        <a:pt x="2911" y="1184"/>
                        <a:pt x="2911" y="1184"/>
                      </a:cubicBezTo>
                      <a:cubicBezTo>
                        <a:pt x="2920" y="1170"/>
                        <a:pt x="2920" y="1170"/>
                        <a:pt x="2920" y="1170"/>
                      </a:cubicBezTo>
                      <a:cubicBezTo>
                        <a:pt x="2902" y="1154"/>
                        <a:pt x="2902" y="1154"/>
                        <a:pt x="2902" y="1154"/>
                      </a:cubicBezTo>
                      <a:cubicBezTo>
                        <a:pt x="2902" y="1154"/>
                        <a:pt x="2932" y="1161"/>
                        <a:pt x="2940" y="1155"/>
                      </a:cubicBezTo>
                      <a:cubicBezTo>
                        <a:pt x="2948" y="1149"/>
                        <a:pt x="2959" y="1144"/>
                        <a:pt x="2959" y="1144"/>
                      </a:cubicBezTo>
                      <a:cubicBezTo>
                        <a:pt x="2929" y="1126"/>
                        <a:pt x="2929" y="1126"/>
                        <a:pt x="2929" y="1126"/>
                      </a:cubicBezTo>
                      <a:cubicBezTo>
                        <a:pt x="2962" y="1107"/>
                        <a:pt x="2962" y="1107"/>
                        <a:pt x="2962" y="1107"/>
                      </a:cubicBezTo>
                      <a:cubicBezTo>
                        <a:pt x="2929" y="1092"/>
                        <a:pt x="2929" y="1092"/>
                        <a:pt x="2929" y="1092"/>
                      </a:cubicBezTo>
                      <a:cubicBezTo>
                        <a:pt x="2899" y="1093"/>
                        <a:pt x="2899" y="1093"/>
                        <a:pt x="2899" y="1093"/>
                      </a:cubicBezTo>
                      <a:cubicBezTo>
                        <a:pt x="2935" y="1080"/>
                        <a:pt x="2935" y="1080"/>
                        <a:pt x="2935" y="1080"/>
                      </a:cubicBezTo>
                      <a:cubicBezTo>
                        <a:pt x="2910" y="1074"/>
                        <a:pt x="2910" y="1074"/>
                        <a:pt x="2910" y="1074"/>
                      </a:cubicBezTo>
                      <a:cubicBezTo>
                        <a:pt x="2940" y="1060"/>
                        <a:pt x="2940" y="1060"/>
                        <a:pt x="2940" y="1060"/>
                      </a:cubicBezTo>
                      <a:cubicBezTo>
                        <a:pt x="2935" y="1044"/>
                        <a:pt x="2935" y="1044"/>
                        <a:pt x="2935" y="1044"/>
                      </a:cubicBezTo>
                      <a:cubicBezTo>
                        <a:pt x="2913" y="1042"/>
                        <a:pt x="2913" y="1042"/>
                        <a:pt x="2913" y="1042"/>
                      </a:cubicBezTo>
                      <a:cubicBezTo>
                        <a:pt x="2913" y="1042"/>
                        <a:pt x="2931" y="1032"/>
                        <a:pt x="2923" y="1013"/>
                      </a:cubicBezTo>
                      <a:cubicBezTo>
                        <a:pt x="2915" y="994"/>
                        <a:pt x="2907" y="997"/>
                        <a:pt x="2907" y="997"/>
                      </a:cubicBezTo>
                      <a:cubicBezTo>
                        <a:pt x="2916" y="983"/>
                        <a:pt x="2916" y="983"/>
                        <a:pt x="2916" y="983"/>
                      </a:cubicBezTo>
                      <a:cubicBezTo>
                        <a:pt x="2916" y="983"/>
                        <a:pt x="2892" y="994"/>
                        <a:pt x="2887" y="1001"/>
                      </a:cubicBezTo>
                      <a:cubicBezTo>
                        <a:pt x="2882" y="1008"/>
                        <a:pt x="2886" y="1014"/>
                        <a:pt x="2886" y="1014"/>
                      </a:cubicBezTo>
                      <a:cubicBezTo>
                        <a:pt x="2867" y="1008"/>
                        <a:pt x="2867" y="1008"/>
                        <a:pt x="2867" y="1008"/>
                      </a:cubicBezTo>
                      <a:cubicBezTo>
                        <a:pt x="2871" y="1030"/>
                        <a:pt x="2871" y="1030"/>
                        <a:pt x="2871" y="1030"/>
                      </a:cubicBezTo>
                      <a:cubicBezTo>
                        <a:pt x="2853" y="1029"/>
                        <a:pt x="2853" y="1029"/>
                        <a:pt x="2853" y="1029"/>
                      </a:cubicBezTo>
                      <a:cubicBezTo>
                        <a:pt x="2845" y="1043"/>
                        <a:pt x="2845" y="1043"/>
                        <a:pt x="2845" y="1043"/>
                      </a:cubicBezTo>
                      <a:cubicBezTo>
                        <a:pt x="2850" y="1049"/>
                        <a:pt x="2850" y="1049"/>
                        <a:pt x="2850" y="1049"/>
                      </a:cubicBezTo>
                      <a:cubicBezTo>
                        <a:pt x="2834" y="1050"/>
                        <a:pt x="2834" y="1050"/>
                        <a:pt x="2834" y="1050"/>
                      </a:cubicBezTo>
                      <a:cubicBezTo>
                        <a:pt x="2819" y="1080"/>
                        <a:pt x="2819" y="1080"/>
                        <a:pt x="2819" y="1080"/>
                      </a:cubicBezTo>
                      <a:cubicBezTo>
                        <a:pt x="2811" y="1080"/>
                        <a:pt x="2811" y="1080"/>
                        <a:pt x="2811" y="1080"/>
                      </a:cubicBezTo>
                      <a:cubicBezTo>
                        <a:pt x="2821" y="1055"/>
                        <a:pt x="2821" y="1055"/>
                        <a:pt x="2821" y="1055"/>
                      </a:cubicBezTo>
                      <a:cubicBezTo>
                        <a:pt x="2821" y="1055"/>
                        <a:pt x="2811" y="1040"/>
                        <a:pt x="2802" y="1049"/>
                      </a:cubicBezTo>
                      <a:cubicBezTo>
                        <a:pt x="2793" y="1058"/>
                        <a:pt x="2781" y="1071"/>
                        <a:pt x="2774" y="1072"/>
                      </a:cubicBezTo>
                      <a:cubicBezTo>
                        <a:pt x="2767" y="1073"/>
                        <a:pt x="2739" y="1094"/>
                        <a:pt x="2739" y="1094"/>
                      </a:cubicBezTo>
                      <a:cubicBezTo>
                        <a:pt x="2744" y="1079"/>
                        <a:pt x="2744" y="1079"/>
                        <a:pt x="2744" y="1079"/>
                      </a:cubicBezTo>
                      <a:cubicBezTo>
                        <a:pt x="2743" y="1068"/>
                        <a:pt x="2743" y="1068"/>
                        <a:pt x="2743" y="1068"/>
                      </a:cubicBezTo>
                      <a:cubicBezTo>
                        <a:pt x="2718" y="1089"/>
                        <a:pt x="2718" y="1089"/>
                        <a:pt x="2718" y="1089"/>
                      </a:cubicBezTo>
                      <a:cubicBezTo>
                        <a:pt x="2674" y="1099"/>
                        <a:pt x="2674" y="1099"/>
                        <a:pt x="2674" y="1099"/>
                      </a:cubicBezTo>
                      <a:cubicBezTo>
                        <a:pt x="2715" y="1085"/>
                        <a:pt x="2715" y="1085"/>
                        <a:pt x="2715" y="1085"/>
                      </a:cubicBezTo>
                      <a:cubicBezTo>
                        <a:pt x="2715" y="1085"/>
                        <a:pt x="2739" y="1058"/>
                        <a:pt x="2726" y="1052"/>
                      </a:cubicBezTo>
                      <a:cubicBezTo>
                        <a:pt x="2713" y="1046"/>
                        <a:pt x="2698" y="1052"/>
                        <a:pt x="2698" y="1052"/>
                      </a:cubicBezTo>
                      <a:cubicBezTo>
                        <a:pt x="2698" y="1052"/>
                        <a:pt x="2665" y="1067"/>
                        <a:pt x="2667" y="1056"/>
                      </a:cubicBezTo>
                      <a:cubicBezTo>
                        <a:pt x="2669" y="1045"/>
                        <a:pt x="2686" y="1042"/>
                        <a:pt x="2686" y="1042"/>
                      </a:cubicBezTo>
                      <a:cubicBezTo>
                        <a:pt x="2685" y="1049"/>
                        <a:pt x="2685" y="1049"/>
                        <a:pt x="2685" y="1049"/>
                      </a:cubicBezTo>
                      <a:cubicBezTo>
                        <a:pt x="2699" y="1044"/>
                        <a:pt x="2699" y="1044"/>
                        <a:pt x="2699" y="1044"/>
                      </a:cubicBezTo>
                      <a:cubicBezTo>
                        <a:pt x="2696" y="1025"/>
                        <a:pt x="2696" y="1025"/>
                        <a:pt x="2696" y="1025"/>
                      </a:cubicBezTo>
                      <a:cubicBezTo>
                        <a:pt x="2696" y="1025"/>
                        <a:pt x="2721" y="1011"/>
                        <a:pt x="2712" y="1004"/>
                      </a:cubicBezTo>
                      <a:cubicBezTo>
                        <a:pt x="2703" y="997"/>
                        <a:pt x="2676" y="993"/>
                        <a:pt x="2676" y="993"/>
                      </a:cubicBezTo>
                      <a:cubicBezTo>
                        <a:pt x="2676" y="993"/>
                        <a:pt x="2721" y="995"/>
                        <a:pt x="2724" y="983"/>
                      </a:cubicBezTo>
                      <a:cubicBezTo>
                        <a:pt x="2727" y="971"/>
                        <a:pt x="2730" y="968"/>
                        <a:pt x="2736" y="964"/>
                      </a:cubicBezTo>
                      <a:cubicBezTo>
                        <a:pt x="2742" y="960"/>
                        <a:pt x="2762" y="959"/>
                        <a:pt x="2752" y="950"/>
                      </a:cubicBezTo>
                      <a:cubicBezTo>
                        <a:pt x="2742" y="941"/>
                        <a:pt x="2732" y="957"/>
                        <a:pt x="2732" y="957"/>
                      </a:cubicBezTo>
                      <a:cubicBezTo>
                        <a:pt x="2726" y="940"/>
                        <a:pt x="2726" y="940"/>
                        <a:pt x="2726" y="940"/>
                      </a:cubicBezTo>
                      <a:cubicBezTo>
                        <a:pt x="2726" y="940"/>
                        <a:pt x="2695" y="941"/>
                        <a:pt x="2686" y="941"/>
                      </a:cubicBezTo>
                      <a:cubicBezTo>
                        <a:pt x="2677" y="941"/>
                        <a:pt x="2675" y="926"/>
                        <a:pt x="2683" y="923"/>
                      </a:cubicBezTo>
                      <a:cubicBezTo>
                        <a:pt x="2691" y="920"/>
                        <a:pt x="2692" y="913"/>
                        <a:pt x="2685" y="911"/>
                      </a:cubicBezTo>
                      <a:cubicBezTo>
                        <a:pt x="2678" y="909"/>
                        <a:pt x="2672" y="916"/>
                        <a:pt x="2672" y="916"/>
                      </a:cubicBezTo>
                      <a:cubicBezTo>
                        <a:pt x="2677" y="900"/>
                        <a:pt x="2677" y="900"/>
                        <a:pt x="2677" y="900"/>
                      </a:cubicBezTo>
                      <a:cubicBezTo>
                        <a:pt x="2653" y="904"/>
                        <a:pt x="2653" y="904"/>
                        <a:pt x="2653" y="904"/>
                      </a:cubicBezTo>
                      <a:cubicBezTo>
                        <a:pt x="2653" y="904"/>
                        <a:pt x="2657" y="875"/>
                        <a:pt x="2640" y="875"/>
                      </a:cubicBezTo>
                      <a:cubicBezTo>
                        <a:pt x="2623" y="875"/>
                        <a:pt x="2595" y="892"/>
                        <a:pt x="2595" y="892"/>
                      </a:cubicBezTo>
                      <a:cubicBezTo>
                        <a:pt x="2595" y="892"/>
                        <a:pt x="2587" y="881"/>
                        <a:pt x="2579" y="881"/>
                      </a:cubicBezTo>
                      <a:cubicBezTo>
                        <a:pt x="2571" y="881"/>
                        <a:pt x="2554" y="890"/>
                        <a:pt x="2554" y="890"/>
                      </a:cubicBezTo>
                      <a:cubicBezTo>
                        <a:pt x="2554" y="890"/>
                        <a:pt x="2508" y="868"/>
                        <a:pt x="2492" y="871"/>
                      </a:cubicBezTo>
                      <a:cubicBezTo>
                        <a:pt x="2476" y="874"/>
                        <a:pt x="2470" y="886"/>
                        <a:pt x="2470" y="886"/>
                      </a:cubicBezTo>
                      <a:cubicBezTo>
                        <a:pt x="2470" y="886"/>
                        <a:pt x="2449" y="896"/>
                        <a:pt x="2456" y="904"/>
                      </a:cubicBezTo>
                      <a:cubicBezTo>
                        <a:pt x="2463" y="912"/>
                        <a:pt x="2476" y="913"/>
                        <a:pt x="2470" y="921"/>
                      </a:cubicBezTo>
                      <a:cubicBezTo>
                        <a:pt x="2464" y="929"/>
                        <a:pt x="2439" y="945"/>
                        <a:pt x="2439" y="945"/>
                      </a:cubicBezTo>
                      <a:cubicBezTo>
                        <a:pt x="2421" y="952"/>
                        <a:pt x="2421" y="952"/>
                        <a:pt x="2421" y="952"/>
                      </a:cubicBezTo>
                      <a:cubicBezTo>
                        <a:pt x="2438" y="961"/>
                        <a:pt x="2438" y="961"/>
                        <a:pt x="2438" y="961"/>
                      </a:cubicBezTo>
                      <a:cubicBezTo>
                        <a:pt x="2438" y="961"/>
                        <a:pt x="2423" y="968"/>
                        <a:pt x="2422" y="977"/>
                      </a:cubicBezTo>
                      <a:cubicBezTo>
                        <a:pt x="2421" y="986"/>
                        <a:pt x="2429" y="993"/>
                        <a:pt x="2421" y="1003"/>
                      </a:cubicBezTo>
                      <a:cubicBezTo>
                        <a:pt x="2413" y="1013"/>
                        <a:pt x="2406" y="1005"/>
                        <a:pt x="2393" y="1013"/>
                      </a:cubicBezTo>
                      <a:cubicBezTo>
                        <a:pt x="2380" y="1021"/>
                        <a:pt x="2382" y="1034"/>
                        <a:pt x="2382" y="1034"/>
                      </a:cubicBezTo>
                      <a:cubicBezTo>
                        <a:pt x="2382" y="1034"/>
                        <a:pt x="2366" y="1037"/>
                        <a:pt x="2360" y="1043"/>
                      </a:cubicBezTo>
                      <a:cubicBezTo>
                        <a:pt x="2354" y="1049"/>
                        <a:pt x="2334" y="1054"/>
                        <a:pt x="2336" y="1062"/>
                      </a:cubicBezTo>
                      <a:cubicBezTo>
                        <a:pt x="2338" y="1070"/>
                        <a:pt x="2375" y="1084"/>
                        <a:pt x="2375" y="1093"/>
                      </a:cubicBezTo>
                      <a:cubicBezTo>
                        <a:pt x="2375" y="1102"/>
                        <a:pt x="2374" y="1167"/>
                        <a:pt x="2339" y="1187"/>
                      </a:cubicBezTo>
                      <a:cubicBezTo>
                        <a:pt x="2304" y="1207"/>
                        <a:pt x="2259" y="1242"/>
                        <a:pt x="2241" y="1243"/>
                      </a:cubicBezTo>
                      <a:cubicBezTo>
                        <a:pt x="2223" y="1244"/>
                        <a:pt x="2174" y="1247"/>
                        <a:pt x="2171" y="1256"/>
                      </a:cubicBezTo>
                      <a:cubicBezTo>
                        <a:pt x="2168" y="1265"/>
                        <a:pt x="2180" y="1293"/>
                        <a:pt x="2180" y="1298"/>
                      </a:cubicBezTo>
                      <a:cubicBezTo>
                        <a:pt x="2180" y="1303"/>
                        <a:pt x="2159" y="1324"/>
                        <a:pt x="2155" y="1339"/>
                      </a:cubicBezTo>
                      <a:cubicBezTo>
                        <a:pt x="2151" y="1354"/>
                        <a:pt x="2154" y="1387"/>
                        <a:pt x="2154" y="1387"/>
                      </a:cubicBezTo>
                      <a:cubicBezTo>
                        <a:pt x="2154" y="1387"/>
                        <a:pt x="2120" y="1404"/>
                        <a:pt x="2119" y="1409"/>
                      </a:cubicBezTo>
                      <a:cubicBezTo>
                        <a:pt x="2118" y="1414"/>
                        <a:pt x="2117" y="1431"/>
                        <a:pt x="2117" y="1431"/>
                      </a:cubicBezTo>
                      <a:cubicBezTo>
                        <a:pt x="2104" y="1447"/>
                        <a:pt x="2104" y="1447"/>
                        <a:pt x="2104" y="1447"/>
                      </a:cubicBezTo>
                      <a:cubicBezTo>
                        <a:pt x="2104" y="1447"/>
                        <a:pt x="2111" y="1423"/>
                        <a:pt x="2100" y="1422"/>
                      </a:cubicBezTo>
                      <a:cubicBezTo>
                        <a:pt x="2089" y="1421"/>
                        <a:pt x="2067" y="1435"/>
                        <a:pt x="2072" y="1446"/>
                      </a:cubicBezTo>
                      <a:cubicBezTo>
                        <a:pt x="2077" y="1457"/>
                        <a:pt x="2071" y="1466"/>
                        <a:pt x="2071" y="1466"/>
                      </a:cubicBezTo>
                      <a:cubicBezTo>
                        <a:pt x="2071" y="1466"/>
                        <a:pt x="2069" y="1446"/>
                        <a:pt x="2063" y="1441"/>
                      </a:cubicBezTo>
                      <a:cubicBezTo>
                        <a:pt x="2057" y="1436"/>
                        <a:pt x="2019" y="1447"/>
                        <a:pt x="2019" y="1447"/>
                      </a:cubicBezTo>
                      <a:cubicBezTo>
                        <a:pt x="2019" y="1447"/>
                        <a:pt x="2055" y="1426"/>
                        <a:pt x="2051" y="1413"/>
                      </a:cubicBezTo>
                      <a:cubicBezTo>
                        <a:pt x="2047" y="1400"/>
                        <a:pt x="2011" y="1389"/>
                        <a:pt x="2011" y="1389"/>
                      </a:cubicBezTo>
                      <a:cubicBezTo>
                        <a:pt x="2011" y="1389"/>
                        <a:pt x="2028" y="1386"/>
                        <a:pt x="2028" y="1379"/>
                      </a:cubicBezTo>
                      <a:cubicBezTo>
                        <a:pt x="2028" y="1372"/>
                        <a:pt x="2016" y="1346"/>
                        <a:pt x="2016" y="1346"/>
                      </a:cubicBezTo>
                      <a:cubicBezTo>
                        <a:pt x="2038" y="1331"/>
                        <a:pt x="2038" y="1331"/>
                        <a:pt x="2038" y="1331"/>
                      </a:cubicBezTo>
                      <a:cubicBezTo>
                        <a:pt x="2037" y="1316"/>
                        <a:pt x="2037" y="1316"/>
                        <a:pt x="2037" y="1316"/>
                      </a:cubicBezTo>
                      <a:cubicBezTo>
                        <a:pt x="2054" y="1305"/>
                        <a:pt x="2054" y="1305"/>
                        <a:pt x="2054" y="1305"/>
                      </a:cubicBezTo>
                      <a:cubicBezTo>
                        <a:pt x="2053" y="1280"/>
                        <a:pt x="2053" y="1280"/>
                        <a:pt x="2053" y="1280"/>
                      </a:cubicBezTo>
                      <a:cubicBezTo>
                        <a:pt x="2053" y="1280"/>
                        <a:pt x="2102" y="1253"/>
                        <a:pt x="2078" y="1241"/>
                      </a:cubicBezTo>
                      <a:cubicBezTo>
                        <a:pt x="2054" y="1229"/>
                        <a:pt x="1982" y="1233"/>
                        <a:pt x="1982" y="1233"/>
                      </a:cubicBezTo>
                      <a:cubicBezTo>
                        <a:pt x="1958" y="1241"/>
                        <a:pt x="1958" y="1241"/>
                        <a:pt x="1958" y="1241"/>
                      </a:cubicBezTo>
                      <a:cubicBezTo>
                        <a:pt x="1958" y="1241"/>
                        <a:pt x="1976" y="1220"/>
                        <a:pt x="1966" y="1215"/>
                      </a:cubicBezTo>
                      <a:cubicBezTo>
                        <a:pt x="1956" y="1210"/>
                        <a:pt x="1908" y="1200"/>
                        <a:pt x="1908" y="1200"/>
                      </a:cubicBezTo>
                      <a:cubicBezTo>
                        <a:pt x="1908" y="1200"/>
                        <a:pt x="1913" y="1178"/>
                        <a:pt x="1894" y="1164"/>
                      </a:cubicBezTo>
                      <a:cubicBezTo>
                        <a:pt x="1875" y="1150"/>
                        <a:pt x="1850" y="1149"/>
                        <a:pt x="1850" y="1149"/>
                      </a:cubicBezTo>
                      <a:cubicBezTo>
                        <a:pt x="1850" y="1149"/>
                        <a:pt x="1851" y="1137"/>
                        <a:pt x="1823" y="1136"/>
                      </a:cubicBezTo>
                      <a:cubicBezTo>
                        <a:pt x="1795" y="1135"/>
                        <a:pt x="1726" y="1147"/>
                        <a:pt x="1726" y="1147"/>
                      </a:cubicBezTo>
                      <a:cubicBezTo>
                        <a:pt x="1726" y="1147"/>
                        <a:pt x="1759" y="1137"/>
                        <a:pt x="1760" y="1125"/>
                      </a:cubicBezTo>
                      <a:cubicBezTo>
                        <a:pt x="1761" y="1113"/>
                        <a:pt x="1779" y="1061"/>
                        <a:pt x="1779" y="1061"/>
                      </a:cubicBezTo>
                      <a:cubicBezTo>
                        <a:pt x="1779" y="1061"/>
                        <a:pt x="1749" y="1055"/>
                        <a:pt x="1746" y="1057"/>
                      </a:cubicBezTo>
                      <a:cubicBezTo>
                        <a:pt x="1743" y="1059"/>
                        <a:pt x="1720" y="1075"/>
                        <a:pt x="1720" y="1075"/>
                      </a:cubicBezTo>
                      <a:cubicBezTo>
                        <a:pt x="1730" y="1056"/>
                        <a:pt x="1730" y="1056"/>
                        <a:pt x="1730" y="1056"/>
                      </a:cubicBezTo>
                      <a:cubicBezTo>
                        <a:pt x="1726" y="1041"/>
                        <a:pt x="1726" y="1041"/>
                        <a:pt x="1726" y="1041"/>
                      </a:cubicBezTo>
                      <a:cubicBezTo>
                        <a:pt x="1726" y="1041"/>
                        <a:pt x="1752" y="1019"/>
                        <a:pt x="1764" y="998"/>
                      </a:cubicBezTo>
                      <a:cubicBezTo>
                        <a:pt x="1776" y="977"/>
                        <a:pt x="1844" y="940"/>
                        <a:pt x="1844" y="940"/>
                      </a:cubicBezTo>
                      <a:cubicBezTo>
                        <a:pt x="1838" y="929"/>
                        <a:pt x="1838" y="929"/>
                        <a:pt x="1838" y="929"/>
                      </a:cubicBezTo>
                      <a:cubicBezTo>
                        <a:pt x="1881" y="915"/>
                        <a:pt x="1881" y="915"/>
                        <a:pt x="1881" y="915"/>
                      </a:cubicBezTo>
                      <a:cubicBezTo>
                        <a:pt x="1882" y="904"/>
                        <a:pt x="1882" y="904"/>
                        <a:pt x="1882" y="904"/>
                      </a:cubicBezTo>
                      <a:cubicBezTo>
                        <a:pt x="1909" y="900"/>
                        <a:pt x="1909" y="900"/>
                        <a:pt x="1909" y="900"/>
                      </a:cubicBezTo>
                      <a:cubicBezTo>
                        <a:pt x="1911" y="887"/>
                        <a:pt x="1911" y="887"/>
                        <a:pt x="1911" y="887"/>
                      </a:cubicBezTo>
                      <a:cubicBezTo>
                        <a:pt x="1932" y="884"/>
                        <a:pt x="1932" y="884"/>
                        <a:pt x="1932" y="884"/>
                      </a:cubicBezTo>
                      <a:cubicBezTo>
                        <a:pt x="1966" y="857"/>
                        <a:pt x="1966" y="857"/>
                        <a:pt x="1966" y="857"/>
                      </a:cubicBezTo>
                      <a:cubicBezTo>
                        <a:pt x="1966" y="857"/>
                        <a:pt x="2040" y="860"/>
                        <a:pt x="2040" y="847"/>
                      </a:cubicBezTo>
                      <a:cubicBezTo>
                        <a:pt x="2040" y="834"/>
                        <a:pt x="2020" y="819"/>
                        <a:pt x="2020" y="819"/>
                      </a:cubicBezTo>
                      <a:cubicBezTo>
                        <a:pt x="1980" y="824"/>
                        <a:pt x="1980" y="824"/>
                        <a:pt x="1980" y="824"/>
                      </a:cubicBezTo>
                      <a:cubicBezTo>
                        <a:pt x="1986" y="814"/>
                        <a:pt x="1986" y="814"/>
                        <a:pt x="1986" y="814"/>
                      </a:cubicBezTo>
                      <a:cubicBezTo>
                        <a:pt x="1950" y="800"/>
                        <a:pt x="1950" y="800"/>
                        <a:pt x="1950" y="800"/>
                      </a:cubicBezTo>
                      <a:cubicBezTo>
                        <a:pt x="1966" y="795"/>
                        <a:pt x="1966" y="795"/>
                        <a:pt x="1966" y="795"/>
                      </a:cubicBezTo>
                      <a:cubicBezTo>
                        <a:pt x="2021" y="811"/>
                        <a:pt x="2021" y="811"/>
                        <a:pt x="2021" y="811"/>
                      </a:cubicBezTo>
                      <a:cubicBezTo>
                        <a:pt x="2021" y="811"/>
                        <a:pt x="2042" y="833"/>
                        <a:pt x="2061" y="825"/>
                      </a:cubicBezTo>
                      <a:cubicBezTo>
                        <a:pt x="2080" y="817"/>
                        <a:pt x="2096" y="784"/>
                        <a:pt x="2103" y="789"/>
                      </a:cubicBezTo>
                      <a:cubicBezTo>
                        <a:pt x="2110" y="794"/>
                        <a:pt x="2131" y="804"/>
                        <a:pt x="2140" y="802"/>
                      </a:cubicBezTo>
                      <a:cubicBezTo>
                        <a:pt x="2140" y="802"/>
                        <a:pt x="2185" y="783"/>
                        <a:pt x="2203" y="776"/>
                      </a:cubicBezTo>
                      <a:cubicBezTo>
                        <a:pt x="2221" y="769"/>
                        <a:pt x="2255" y="750"/>
                        <a:pt x="2243" y="747"/>
                      </a:cubicBezTo>
                      <a:cubicBezTo>
                        <a:pt x="2231" y="744"/>
                        <a:pt x="2175" y="744"/>
                        <a:pt x="2175" y="744"/>
                      </a:cubicBezTo>
                      <a:cubicBezTo>
                        <a:pt x="2171" y="728"/>
                        <a:pt x="2171" y="728"/>
                        <a:pt x="2171" y="728"/>
                      </a:cubicBezTo>
                      <a:cubicBezTo>
                        <a:pt x="2115" y="708"/>
                        <a:pt x="2115" y="708"/>
                        <a:pt x="2115" y="708"/>
                      </a:cubicBezTo>
                      <a:cubicBezTo>
                        <a:pt x="2115" y="708"/>
                        <a:pt x="2171" y="700"/>
                        <a:pt x="2186" y="706"/>
                      </a:cubicBezTo>
                      <a:cubicBezTo>
                        <a:pt x="2201" y="712"/>
                        <a:pt x="2215" y="738"/>
                        <a:pt x="2230" y="738"/>
                      </a:cubicBezTo>
                      <a:cubicBezTo>
                        <a:pt x="2245" y="738"/>
                        <a:pt x="2324" y="700"/>
                        <a:pt x="2324" y="700"/>
                      </a:cubicBezTo>
                      <a:cubicBezTo>
                        <a:pt x="2305" y="692"/>
                        <a:pt x="2305" y="692"/>
                        <a:pt x="2305" y="692"/>
                      </a:cubicBezTo>
                      <a:cubicBezTo>
                        <a:pt x="2305" y="692"/>
                        <a:pt x="2319" y="680"/>
                        <a:pt x="2337" y="680"/>
                      </a:cubicBezTo>
                      <a:cubicBezTo>
                        <a:pt x="2355" y="680"/>
                        <a:pt x="2360" y="694"/>
                        <a:pt x="2360" y="694"/>
                      </a:cubicBezTo>
                      <a:cubicBezTo>
                        <a:pt x="2380" y="701"/>
                        <a:pt x="2380" y="701"/>
                        <a:pt x="2380" y="701"/>
                      </a:cubicBezTo>
                      <a:cubicBezTo>
                        <a:pt x="2381" y="688"/>
                        <a:pt x="2381" y="688"/>
                        <a:pt x="2381" y="688"/>
                      </a:cubicBezTo>
                      <a:cubicBezTo>
                        <a:pt x="2381" y="688"/>
                        <a:pt x="2395" y="705"/>
                        <a:pt x="2400" y="696"/>
                      </a:cubicBezTo>
                      <a:cubicBezTo>
                        <a:pt x="2405" y="687"/>
                        <a:pt x="2388" y="669"/>
                        <a:pt x="2388" y="669"/>
                      </a:cubicBezTo>
                      <a:cubicBezTo>
                        <a:pt x="2374" y="663"/>
                        <a:pt x="2374" y="663"/>
                        <a:pt x="2374" y="663"/>
                      </a:cubicBezTo>
                      <a:cubicBezTo>
                        <a:pt x="2401" y="658"/>
                        <a:pt x="2401" y="658"/>
                        <a:pt x="2401" y="658"/>
                      </a:cubicBezTo>
                      <a:cubicBezTo>
                        <a:pt x="2401" y="658"/>
                        <a:pt x="2415" y="697"/>
                        <a:pt x="2424" y="695"/>
                      </a:cubicBezTo>
                      <a:cubicBezTo>
                        <a:pt x="2433" y="693"/>
                        <a:pt x="2546" y="660"/>
                        <a:pt x="2532" y="641"/>
                      </a:cubicBezTo>
                      <a:cubicBezTo>
                        <a:pt x="2518" y="622"/>
                        <a:pt x="2507" y="607"/>
                        <a:pt x="2518" y="600"/>
                      </a:cubicBezTo>
                      <a:cubicBezTo>
                        <a:pt x="2529" y="593"/>
                        <a:pt x="2579" y="591"/>
                        <a:pt x="2580" y="585"/>
                      </a:cubicBezTo>
                      <a:cubicBezTo>
                        <a:pt x="2581" y="579"/>
                        <a:pt x="2570" y="553"/>
                        <a:pt x="2570" y="553"/>
                      </a:cubicBezTo>
                      <a:cubicBezTo>
                        <a:pt x="2558" y="538"/>
                        <a:pt x="2558" y="538"/>
                        <a:pt x="2558" y="538"/>
                      </a:cubicBezTo>
                      <a:cubicBezTo>
                        <a:pt x="2558" y="538"/>
                        <a:pt x="2496" y="520"/>
                        <a:pt x="2470" y="538"/>
                      </a:cubicBezTo>
                      <a:cubicBezTo>
                        <a:pt x="2444" y="556"/>
                        <a:pt x="2466" y="568"/>
                        <a:pt x="2466" y="568"/>
                      </a:cubicBezTo>
                      <a:cubicBezTo>
                        <a:pt x="2442" y="583"/>
                        <a:pt x="2442" y="583"/>
                        <a:pt x="2442" y="583"/>
                      </a:cubicBezTo>
                      <a:cubicBezTo>
                        <a:pt x="2428" y="583"/>
                        <a:pt x="2428" y="583"/>
                        <a:pt x="2428" y="583"/>
                      </a:cubicBezTo>
                      <a:cubicBezTo>
                        <a:pt x="2383" y="614"/>
                        <a:pt x="2383" y="614"/>
                        <a:pt x="2383" y="614"/>
                      </a:cubicBezTo>
                      <a:cubicBezTo>
                        <a:pt x="2366" y="621"/>
                        <a:pt x="2366" y="621"/>
                        <a:pt x="2366" y="621"/>
                      </a:cubicBezTo>
                      <a:cubicBezTo>
                        <a:pt x="2366" y="621"/>
                        <a:pt x="2354" y="639"/>
                        <a:pt x="2350" y="642"/>
                      </a:cubicBezTo>
                      <a:cubicBezTo>
                        <a:pt x="2346" y="645"/>
                        <a:pt x="2327" y="646"/>
                        <a:pt x="2327" y="646"/>
                      </a:cubicBezTo>
                      <a:cubicBezTo>
                        <a:pt x="2304" y="658"/>
                        <a:pt x="2304" y="658"/>
                        <a:pt x="2304" y="658"/>
                      </a:cubicBezTo>
                      <a:cubicBezTo>
                        <a:pt x="2304" y="658"/>
                        <a:pt x="2293" y="624"/>
                        <a:pt x="2299" y="613"/>
                      </a:cubicBezTo>
                      <a:cubicBezTo>
                        <a:pt x="2305" y="602"/>
                        <a:pt x="2336" y="607"/>
                        <a:pt x="2341" y="591"/>
                      </a:cubicBezTo>
                      <a:cubicBezTo>
                        <a:pt x="2346" y="575"/>
                        <a:pt x="2330" y="558"/>
                        <a:pt x="2327" y="558"/>
                      </a:cubicBezTo>
                      <a:cubicBezTo>
                        <a:pt x="2324" y="558"/>
                        <a:pt x="2271" y="582"/>
                        <a:pt x="2271" y="582"/>
                      </a:cubicBezTo>
                      <a:cubicBezTo>
                        <a:pt x="2252" y="603"/>
                        <a:pt x="2252" y="603"/>
                        <a:pt x="2252" y="603"/>
                      </a:cubicBezTo>
                      <a:cubicBezTo>
                        <a:pt x="2246" y="594"/>
                        <a:pt x="2246" y="594"/>
                        <a:pt x="2246" y="594"/>
                      </a:cubicBezTo>
                      <a:cubicBezTo>
                        <a:pt x="2264" y="576"/>
                        <a:pt x="2264" y="576"/>
                        <a:pt x="2264" y="576"/>
                      </a:cubicBezTo>
                      <a:cubicBezTo>
                        <a:pt x="2262" y="563"/>
                        <a:pt x="2262" y="563"/>
                        <a:pt x="2262" y="563"/>
                      </a:cubicBezTo>
                      <a:cubicBezTo>
                        <a:pt x="2292" y="552"/>
                        <a:pt x="2292" y="552"/>
                        <a:pt x="2292" y="552"/>
                      </a:cubicBezTo>
                      <a:cubicBezTo>
                        <a:pt x="2265" y="547"/>
                        <a:pt x="2265" y="547"/>
                        <a:pt x="2265" y="547"/>
                      </a:cubicBezTo>
                      <a:cubicBezTo>
                        <a:pt x="2270" y="537"/>
                        <a:pt x="2270" y="537"/>
                        <a:pt x="2270" y="537"/>
                      </a:cubicBezTo>
                      <a:cubicBezTo>
                        <a:pt x="2238" y="547"/>
                        <a:pt x="2238" y="547"/>
                        <a:pt x="2238" y="547"/>
                      </a:cubicBezTo>
                      <a:cubicBezTo>
                        <a:pt x="2224" y="539"/>
                        <a:pt x="2224" y="539"/>
                        <a:pt x="2224" y="539"/>
                      </a:cubicBezTo>
                      <a:cubicBezTo>
                        <a:pt x="2249" y="530"/>
                        <a:pt x="2249" y="530"/>
                        <a:pt x="2249" y="530"/>
                      </a:cubicBezTo>
                      <a:cubicBezTo>
                        <a:pt x="2250" y="520"/>
                        <a:pt x="2250" y="520"/>
                        <a:pt x="2250" y="520"/>
                      </a:cubicBezTo>
                      <a:cubicBezTo>
                        <a:pt x="2250" y="520"/>
                        <a:pt x="2286" y="528"/>
                        <a:pt x="2284" y="515"/>
                      </a:cubicBezTo>
                      <a:cubicBezTo>
                        <a:pt x="2282" y="502"/>
                        <a:pt x="2254" y="505"/>
                        <a:pt x="2266" y="488"/>
                      </a:cubicBezTo>
                      <a:cubicBezTo>
                        <a:pt x="2278" y="471"/>
                        <a:pt x="2289" y="446"/>
                        <a:pt x="2273" y="445"/>
                      </a:cubicBezTo>
                      <a:cubicBezTo>
                        <a:pt x="2248" y="435"/>
                        <a:pt x="2248" y="435"/>
                        <a:pt x="2248" y="435"/>
                      </a:cubicBezTo>
                      <a:cubicBezTo>
                        <a:pt x="2229" y="443"/>
                        <a:pt x="2229" y="443"/>
                        <a:pt x="2229" y="443"/>
                      </a:cubicBezTo>
                      <a:cubicBezTo>
                        <a:pt x="2229" y="443"/>
                        <a:pt x="2202" y="445"/>
                        <a:pt x="2201" y="449"/>
                      </a:cubicBezTo>
                      <a:cubicBezTo>
                        <a:pt x="2200" y="453"/>
                        <a:pt x="2208" y="462"/>
                        <a:pt x="2202" y="463"/>
                      </a:cubicBezTo>
                      <a:cubicBezTo>
                        <a:pt x="2196" y="464"/>
                        <a:pt x="2160" y="457"/>
                        <a:pt x="2152" y="466"/>
                      </a:cubicBezTo>
                      <a:cubicBezTo>
                        <a:pt x="2144" y="475"/>
                        <a:pt x="2127" y="484"/>
                        <a:pt x="2136" y="488"/>
                      </a:cubicBezTo>
                      <a:cubicBezTo>
                        <a:pt x="2145" y="492"/>
                        <a:pt x="2156" y="494"/>
                        <a:pt x="2156" y="494"/>
                      </a:cubicBezTo>
                      <a:cubicBezTo>
                        <a:pt x="2156" y="494"/>
                        <a:pt x="2107" y="507"/>
                        <a:pt x="2109" y="520"/>
                      </a:cubicBezTo>
                      <a:cubicBezTo>
                        <a:pt x="2111" y="533"/>
                        <a:pt x="2138" y="543"/>
                        <a:pt x="2138" y="543"/>
                      </a:cubicBezTo>
                      <a:cubicBezTo>
                        <a:pt x="2154" y="536"/>
                        <a:pt x="2154" y="536"/>
                        <a:pt x="2154" y="536"/>
                      </a:cubicBezTo>
                      <a:cubicBezTo>
                        <a:pt x="2154" y="536"/>
                        <a:pt x="2153" y="557"/>
                        <a:pt x="2159" y="554"/>
                      </a:cubicBezTo>
                      <a:cubicBezTo>
                        <a:pt x="2165" y="551"/>
                        <a:pt x="2194" y="546"/>
                        <a:pt x="2183" y="554"/>
                      </a:cubicBezTo>
                      <a:cubicBezTo>
                        <a:pt x="2172" y="562"/>
                        <a:pt x="2163" y="561"/>
                        <a:pt x="2163" y="561"/>
                      </a:cubicBezTo>
                      <a:cubicBezTo>
                        <a:pt x="2150" y="556"/>
                        <a:pt x="2150" y="556"/>
                        <a:pt x="2150" y="556"/>
                      </a:cubicBezTo>
                      <a:cubicBezTo>
                        <a:pt x="2148" y="565"/>
                        <a:pt x="2148" y="565"/>
                        <a:pt x="2148" y="565"/>
                      </a:cubicBezTo>
                      <a:cubicBezTo>
                        <a:pt x="2148" y="565"/>
                        <a:pt x="2112" y="571"/>
                        <a:pt x="2124" y="575"/>
                      </a:cubicBezTo>
                      <a:cubicBezTo>
                        <a:pt x="2136" y="579"/>
                        <a:pt x="2163" y="559"/>
                        <a:pt x="2157" y="572"/>
                      </a:cubicBezTo>
                      <a:cubicBezTo>
                        <a:pt x="2151" y="585"/>
                        <a:pt x="2132" y="594"/>
                        <a:pt x="2119" y="598"/>
                      </a:cubicBezTo>
                      <a:cubicBezTo>
                        <a:pt x="2106" y="602"/>
                        <a:pt x="2086" y="617"/>
                        <a:pt x="2086" y="617"/>
                      </a:cubicBezTo>
                      <a:cubicBezTo>
                        <a:pt x="2086" y="617"/>
                        <a:pt x="2064" y="605"/>
                        <a:pt x="2060" y="612"/>
                      </a:cubicBezTo>
                      <a:cubicBezTo>
                        <a:pt x="2056" y="619"/>
                        <a:pt x="2035" y="625"/>
                        <a:pt x="2036" y="635"/>
                      </a:cubicBezTo>
                      <a:cubicBezTo>
                        <a:pt x="2037" y="645"/>
                        <a:pt x="2030" y="654"/>
                        <a:pt x="2030" y="654"/>
                      </a:cubicBezTo>
                      <a:cubicBezTo>
                        <a:pt x="2026" y="645"/>
                        <a:pt x="2026" y="645"/>
                        <a:pt x="2026" y="645"/>
                      </a:cubicBezTo>
                      <a:cubicBezTo>
                        <a:pt x="2026" y="645"/>
                        <a:pt x="2001" y="644"/>
                        <a:pt x="2003" y="638"/>
                      </a:cubicBezTo>
                      <a:cubicBezTo>
                        <a:pt x="2005" y="632"/>
                        <a:pt x="2047" y="604"/>
                        <a:pt x="2047" y="604"/>
                      </a:cubicBezTo>
                      <a:cubicBezTo>
                        <a:pt x="2022" y="604"/>
                        <a:pt x="2022" y="604"/>
                        <a:pt x="2022" y="604"/>
                      </a:cubicBezTo>
                      <a:cubicBezTo>
                        <a:pt x="2022" y="604"/>
                        <a:pt x="2015" y="590"/>
                        <a:pt x="2008" y="590"/>
                      </a:cubicBezTo>
                      <a:cubicBezTo>
                        <a:pt x="2001" y="590"/>
                        <a:pt x="1985" y="596"/>
                        <a:pt x="1985" y="596"/>
                      </a:cubicBezTo>
                      <a:cubicBezTo>
                        <a:pt x="1985" y="596"/>
                        <a:pt x="1964" y="589"/>
                        <a:pt x="1961" y="597"/>
                      </a:cubicBezTo>
                      <a:cubicBezTo>
                        <a:pt x="1958" y="605"/>
                        <a:pt x="1956" y="612"/>
                        <a:pt x="1960" y="613"/>
                      </a:cubicBezTo>
                      <a:cubicBezTo>
                        <a:pt x="1964" y="614"/>
                        <a:pt x="1993" y="627"/>
                        <a:pt x="1983" y="630"/>
                      </a:cubicBezTo>
                      <a:cubicBezTo>
                        <a:pt x="1973" y="633"/>
                        <a:pt x="1955" y="618"/>
                        <a:pt x="1955" y="618"/>
                      </a:cubicBezTo>
                      <a:cubicBezTo>
                        <a:pt x="1941" y="609"/>
                        <a:pt x="1941" y="609"/>
                        <a:pt x="1941" y="609"/>
                      </a:cubicBezTo>
                      <a:cubicBezTo>
                        <a:pt x="1940" y="629"/>
                        <a:pt x="1940" y="629"/>
                        <a:pt x="1940" y="629"/>
                      </a:cubicBezTo>
                      <a:cubicBezTo>
                        <a:pt x="1940" y="629"/>
                        <a:pt x="1925" y="638"/>
                        <a:pt x="1916" y="636"/>
                      </a:cubicBezTo>
                      <a:cubicBezTo>
                        <a:pt x="1907" y="634"/>
                        <a:pt x="1874" y="625"/>
                        <a:pt x="1863" y="625"/>
                      </a:cubicBezTo>
                      <a:cubicBezTo>
                        <a:pt x="1852" y="625"/>
                        <a:pt x="1830" y="629"/>
                        <a:pt x="1819" y="628"/>
                      </a:cubicBezTo>
                      <a:cubicBezTo>
                        <a:pt x="1808" y="627"/>
                        <a:pt x="1791" y="610"/>
                        <a:pt x="1791" y="610"/>
                      </a:cubicBezTo>
                      <a:cubicBezTo>
                        <a:pt x="1752" y="613"/>
                        <a:pt x="1752" y="613"/>
                        <a:pt x="1752" y="613"/>
                      </a:cubicBezTo>
                      <a:cubicBezTo>
                        <a:pt x="1752" y="613"/>
                        <a:pt x="1737" y="599"/>
                        <a:pt x="1729" y="597"/>
                      </a:cubicBezTo>
                      <a:cubicBezTo>
                        <a:pt x="1721" y="595"/>
                        <a:pt x="1704" y="595"/>
                        <a:pt x="1692" y="601"/>
                      </a:cubicBezTo>
                      <a:cubicBezTo>
                        <a:pt x="1680" y="607"/>
                        <a:pt x="1685" y="609"/>
                        <a:pt x="1672" y="609"/>
                      </a:cubicBezTo>
                      <a:cubicBezTo>
                        <a:pt x="1659" y="609"/>
                        <a:pt x="1631" y="602"/>
                        <a:pt x="1624" y="611"/>
                      </a:cubicBezTo>
                      <a:cubicBezTo>
                        <a:pt x="1617" y="620"/>
                        <a:pt x="1605" y="646"/>
                        <a:pt x="1605" y="646"/>
                      </a:cubicBezTo>
                      <a:cubicBezTo>
                        <a:pt x="1597" y="666"/>
                        <a:pt x="1597" y="666"/>
                        <a:pt x="1597" y="666"/>
                      </a:cubicBezTo>
                      <a:cubicBezTo>
                        <a:pt x="1576" y="668"/>
                        <a:pt x="1576" y="668"/>
                        <a:pt x="1576" y="668"/>
                      </a:cubicBezTo>
                      <a:cubicBezTo>
                        <a:pt x="1571" y="687"/>
                        <a:pt x="1571" y="687"/>
                        <a:pt x="1571" y="687"/>
                      </a:cubicBezTo>
                      <a:cubicBezTo>
                        <a:pt x="1556" y="654"/>
                        <a:pt x="1556" y="654"/>
                        <a:pt x="1556" y="654"/>
                      </a:cubicBezTo>
                      <a:cubicBezTo>
                        <a:pt x="1556" y="654"/>
                        <a:pt x="1598" y="665"/>
                        <a:pt x="1587" y="646"/>
                      </a:cubicBezTo>
                      <a:cubicBezTo>
                        <a:pt x="1576" y="627"/>
                        <a:pt x="1544" y="625"/>
                        <a:pt x="1544" y="625"/>
                      </a:cubicBezTo>
                      <a:cubicBezTo>
                        <a:pt x="1546" y="616"/>
                        <a:pt x="1546" y="616"/>
                        <a:pt x="1546" y="616"/>
                      </a:cubicBezTo>
                      <a:cubicBezTo>
                        <a:pt x="1546" y="616"/>
                        <a:pt x="1477" y="629"/>
                        <a:pt x="1440" y="629"/>
                      </a:cubicBezTo>
                      <a:cubicBezTo>
                        <a:pt x="1403" y="629"/>
                        <a:pt x="1337" y="625"/>
                        <a:pt x="1350" y="619"/>
                      </a:cubicBezTo>
                      <a:cubicBezTo>
                        <a:pt x="1363" y="613"/>
                        <a:pt x="1447" y="616"/>
                        <a:pt x="1427" y="594"/>
                      </a:cubicBezTo>
                      <a:cubicBezTo>
                        <a:pt x="1407" y="572"/>
                        <a:pt x="1388" y="570"/>
                        <a:pt x="1364" y="572"/>
                      </a:cubicBezTo>
                      <a:cubicBezTo>
                        <a:pt x="1340" y="574"/>
                        <a:pt x="1301" y="560"/>
                        <a:pt x="1295" y="557"/>
                      </a:cubicBezTo>
                      <a:cubicBezTo>
                        <a:pt x="1289" y="554"/>
                        <a:pt x="1271" y="554"/>
                        <a:pt x="1271" y="554"/>
                      </a:cubicBezTo>
                      <a:cubicBezTo>
                        <a:pt x="1271" y="554"/>
                        <a:pt x="1223" y="527"/>
                        <a:pt x="1205" y="528"/>
                      </a:cubicBezTo>
                      <a:cubicBezTo>
                        <a:pt x="1187" y="529"/>
                        <a:pt x="1155" y="554"/>
                        <a:pt x="1155" y="554"/>
                      </a:cubicBezTo>
                      <a:cubicBezTo>
                        <a:pt x="1119" y="554"/>
                        <a:pt x="1119" y="554"/>
                        <a:pt x="1119" y="554"/>
                      </a:cubicBezTo>
                      <a:cubicBezTo>
                        <a:pt x="1139" y="542"/>
                        <a:pt x="1139" y="542"/>
                        <a:pt x="1139" y="542"/>
                      </a:cubicBezTo>
                      <a:cubicBezTo>
                        <a:pt x="1139" y="534"/>
                        <a:pt x="1139" y="534"/>
                        <a:pt x="1139" y="534"/>
                      </a:cubicBezTo>
                      <a:cubicBezTo>
                        <a:pt x="1156" y="514"/>
                        <a:pt x="1156" y="514"/>
                        <a:pt x="1156" y="514"/>
                      </a:cubicBezTo>
                      <a:cubicBezTo>
                        <a:pt x="1156" y="514"/>
                        <a:pt x="1117" y="532"/>
                        <a:pt x="1110" y="539"/>
                      </a:cubicBezTo>
                      <a:cubicBezTo>
                        <a:pt x="1103" y="546"/>
                        <a:pt x="1087" y="568"/>
                        <a:pt x="1072" y="553"/>
                      </a:cubicBezTo>
                      <a:cubicBezTo>
                        <a:pt x="1057" y="538"/>
                        <a:pt x="1078" y="522"/>
                        <a:pt x="1075" y="511"/>
                      </a:cubicBezTo>
                      <a:cubicBezTo>
                        <a:pt x="1072" y="500"/>
                        <a:pt x="1049" y="489"/>
                        <a:pt x="1046" y="498"/>
                      </a:cubicBezTo>
                      <a:cubicBezTo>
                        <a:pt x="1043" y="507"/>
                        <a:pt x="1056" y="513"/>
                        <a:pt x="1056" y="513"/>
                      </a:cubicBezTo>
                      <a:cubicBezTo>
                        <a:pt x="1056" y="513"/>
                        <a:pt x="1036" y="511"/>
                        <a:pt x="1025" y="515"/>
                      </a:cubicBezTo>
                      <a:cubicBezTo>
                        <a:pt x="1014" y="519"/>
                        <a:pt x="998" y="530"/>
                        <a:pt x="993" y="534"/>
                      </a:cubicBezTo>
                      <a:cubicBezTo>
                        <a:pt x="988" y="538"/>
                        <a:pt x="970" y="533"/>
                        <a:pt x="970" y="533"/>
                      </a:cubicBezTo>
                      <a:cubicBezTo>
                        <a:pt x="970" y="533"/>
                        <a:pt x="923" y="543"/>
                        <a:pt x="919" y="544"/>
                      </a:cubicBezTo>
                      <a:cubicBezTo>
                        <a:pt x="915" y="545"/>
                        <a:pt x="890" y="560"/>
                        <a:pt x="890" y="560"/>
                      </a:cubicBezTo>
                      <a:cubicBezTo>
                        <a:pt x="876" y="547"/>
                        <a:pt x="876" y="547"/>
                        <a:pt x="876" y="547"/>
                      </a:cubicBezTo>
                      <a:cubicBezTo>
                        <a:pt x="876" y="547"/>
                        <a:pt x="843" y="564"/>
                        <a:pt x="833" y="565"/>
                      </a:cubicBezTo>
                      <a:cubicBezTo>
                        <a:pt x="823" y="566"/>
                        <a:pt x="805" y="578"/>
                        <a:pt x="805" y="578"/>
                      </a:cubicBezTo>
                      <a:cubicBezTo>
                        <a:pt x="783" y="580"/>
                        <a:pt x="783" y="580"/>
                        <a:pt x="783" y="580"/>
                      </a:cubicBezTo>
                      <a:cubicBezTo>
                        <a:pt x="783" y="580"/>
                        <a:pt x="800" y="562"/>
                        <a:pt x="815" y="559"/>
                      </a:cubicBezTo>
                      <a:cubicBezTo>
                        <a:pt x="830" y="556"/>
                        <a:pt x="864" y="543"/>
                        <a:pt x="864" y="543"/>
                      </a:cubicBezTo>
                      <a:cubicBezTo>
                        <a:pt x="864" y="543"/>
                        <a:pt x="895" y="546"/>
                        <a:pt x="906" y="541"/>
                      </a:cubicBezTo>
                      <a:cubicBezTo>
                        <a:pt x="917" y="536"/>
                        <a:pt x="978" y="522"/>
                        <a:pt x="978" y="522"/>
                      </a:cubicBezTo>
                      <a:cubicBezTo>
                        <a:pt x="978" y="522"/>
                        <a:pt x="990" y="519"/>
                        <a:pt x="983" y="514"/>
                      </a:cubicBezTo>
                      <a:cubicBezTo>
                        <a:pt x="976" y="509"/>
                        <a:pt x="955" y="516"/>
                        <a:pt x="955" y="516"/>
                      </a:cubicBezTo>
                      <a:cubicBezTo>
                        <a:pt x="955" y="516"/>
                        <a:pt x="937" y="515"/>
                        <a:pt x="930" y="517"/>
                      </a:cubicBezTo>
                      <a:cubicBezTo>
                        <a:pt x="923" y="519"/>
                        <a:pt x="916" y="527"/>
                        <a:pt x="911" y="528"/>
                      </a:cubicBezTo>
                      <a:cubicBezTo>
                        <a:pt x="906" y="529"/>
                        <a:pt x="887" y="529"/>
                        <a:pt x="887" y="529"/>
                      </a:cubicBezTo>
                      <a:cubicBezTo>
                        <a:pt x="872" y="532"/>
                        <a:pt x="872" y="532"/>
                        <a:pt x="872" y="532"/>
                      </a:cubicBezTo>
                      <a:cubicBezTo>
                        <a:pt x="872" y="532"/>
                        <a:pt x="855" y="532"/>
                        <a:pt x="843" y="535"/>
                      </a:cubicBezTo>
                      <a:cubicBezTo>
                        <a:pt x="831" y="538"/>
                        <a:pt x="820" y="550"/>
                        <a:pt x="820" y="550"/>
                      </a:cubicBezTo>
                      <a:cubicBezTo>
                        <a:pt x="806" y="552"/>
                        <a:pt x="806" y="552"/>
                        <a:pt x="806" y="552"/>
                      </a:cubicBezTo>
                      <a:cubicBezTo>
                        <a:pt x="771" y="565"/>
                        <a:pt x="771" y="565"/>
                        <a:pt x="771" y="565"/>
                      </a:cubicBezTo>
                      <a:cubicBezTo>
                        <a:pt x="771" y="565"/>
                        <a:pt x="756" y="568"/>
                        <a:pt x="753" y="571"/>
                      </a:cubicBezTo>
                      <a:cubicBezTo>
                        <a:pt x="750" y="574"/>
                        <a:pt x="748" y="590"/>
                        <a:pt x="741" y="586"/>
                      </a:cubicBezTo>
                      <a:cubicBezTo>
                        <a:pt x="734" y="582"/>
                        <a:pt x="733" y="567"/>
                        <a:pt x="744" y="565"/>
                      </a:cubicBezTo>
                      <a:cubicBezTo>
                        <a:pt x="755" y="563"/>
                        <a:pt x="784" y="553"/>
                        <a:pt x="793" y="547"/>
                      </a:cubicBezTo>
                      <a:cubicBezTo>
                        <a:pt x="802" y="541"/>
                        <a:pt x="760" y="535"/>
                        <a:pt x="753" y="544"/>
                      </a:cubicBezTo>
                      <a:cubicBezTo>
                        <a:pt x="746" y="553"/>
                        <a:pt x="719" y="558"/>
                        <a:pt x="712" y="558"/>
                      </a:cubicBezTo>
                      <a:cubicBezTo>
                        <a:pt x="705" y="558"/>
                        <a:pt x="705" y="585"/>
                        <a:pt x="705" y="585"/>
                      </a:cubicBezTo>
                      <a:cubicBezTo>
                        <a:pt x="689" y="576"/>
                        <a:pt x="689" y="576"/>
                        <a:pt x="689" y="576"/>
                      </a:cubicBezTo>
                      <a:cubicBezTo>
                        <a:pt x="647" y="570"/>
                        <a:pt x="647" y="570"/>
                        <a:pt x="647" y="570"/>
                      </a:cubicBezTo>
                      <a:cubicBezTo>
                        <a:pt x="647" y="570"/>
                        <a:pt x="621" y="558"/>
                        <a:pt x="623" y="553"/>
                      </a:cubicBezTo>
                      <a:cubicBezTo>
                        <a:pt x="625" y="548"/>
                        <a:pt x="629" y="539"/>
                        <a:pt x="629" y="539"/>
                      </a:cubicBezTo>
                      <a:cubicBezTo>
                        <a:pt x="555" y="540"/>
                        <a:pt x="555" y="540"/>
                        <a:pt x="555" y="540"/>
                      </a:cubicBezTo>
                      <a:cubicBezTo>
                        <a:pt x="567" y="540"/>
                        <a:pt x="567" y="540"/>
                        <a:pt x="567" y="540"/>
                      </a:cubicBezTo>
                      <a:cubicBezTo>
                        <a:pt x="52" y="964"/>
                        <a:pt x="52" y="964"/>
                        <a:pt x="52" y="964"/>
                      </a:cubicBezTo>
                      <a:cubicBezTo>
                        <a:pt x="52" y="964"/>
                        <a:pt x="26" y="978"/>
                        <a:pt x="32" y="984"/>
                      </a:cubicBezTo>
                      <a:cubicBezTo>
                        <a:pt x="38" y="990"/>
                        <a:pt x="67" y="984"/>
                        <a:pt x="67" y="984"/>
                      </a:cubicBezTo>
                      <a:cubicBezTo>
                        <a:pt x="70" y="984"/>
                        <a:pt x="79" y="979"/>
                        <a:pt x="79" y="979"/>
                      </a:cubicBezTo>
                      <a:cubicBezTo>
                        <a:pt x="103" y="979"/>
                        <a:pt x="103" y="979"/>
                        <a:pt x="103" y="979"/>
                      </a:cubicBezTo>
                      <a:cubicBezTo>
                        <a:pt x="88" y="994"/>
                        <a:pt x="88" y="994"/>
                        <a:pt x="88" y="994"/>
                      </a:cubicBezTo>
                      <a:cubicBezTo>
                        <a:pt x="88" y="994"/>
                        <a:pt x="88" y="1003"/>
                        <a:pt x="88" y="1013"/>
                      </a:cubicBezTo>
                      <a:cubicBezTo>
                        <a:pt x="88" y="1024"/>
                        <a:pt x="107" y="1032"/>
                        <a:pt x="107" y="1032"/>
                      </a:cubicBezTo>
                      <a:cubicBezTo>
                        <a:pt x="107" y="1032"/>
                        <a:pt x="88" y="1051"/>
                        <a:pt x="93" y="1051"/>
                      </a:cubicBezTo>
                      <a:cubicBezTo>
                        <a:pt x="99" y="1051"/>
                        <a:pt x="115" y="1038"/>
                        <a:pt x="115" y="1038"/>
                      </a:cubicBezTo>
                      <a:cubicBezTo>
                        <a:pt x="115" y="1038"/>
                        <a:pt x="136" y="1031"/>
                        <a:pt x="143" y="1031"/>
                      </a:cubicBezTo>
                      <a:cubicBezTo>
                        <a:pt x="151" y="1031"/>
                        <a:pt x="157" y="1021"/>
                        <a:pt x="157" y="1021"/>
                      </a:cubicBezTo>
                      <a:cubicBezTo>
                        <a:pt x="169" y="1021"/>
                        <a:pt x="169" y="1021"/>
                        <a:pt x="169" y="1021"/>
                      </a:cubicBezTo>
                      <a:cubicBezTo>
                        <a:pt x="171" y="1013"/>
                        <a:pt x="171" y="1013"/>
                        <a:pt x="171" y="1013"/>
                      </a:cubicBezTo>
                      <a:cubicBezTo>
                        <a:pt x="171" y="1013"/>
                        <a:pt x="199" y="1003"/>
                        <a:pt x="217" y="1008"/>
                      </a:cubicBezTo>
                      <a:cubicBezTo>
                        <a:pt x="236" y="1014"/>
                        <a:pt x="209" y="1024"/>
                        <a:pt x="209" y="1024"/>
                      </a:cubicBezTo>
                      <a:cubicBezTo>
                        <a:pt x="209" y="1041"/>
                        <a:pt x="209" y="1041"/>
                        <a:pt x="209" y="1041"/>
                      </a:cubicBezTo>
                      <a:cubicBezTo>
                        <a:pt x="203" y="1052"/>
                        <a:pt x="203" y="1052"/>
                        <a:pt x="203" y="1052"/>
                      </a:cubicBezTo>
                      <a:cubicBezTo>
                        <a:pt x="203" y="1052"/>
                        <a:pt x="210" y="1054"/>
                        <a:pt x="216" y="1072"/>
                      </a:cubicBezTo>
                      <a:cubicBezTo>
                        <a:pt x="223" y="1089"/>
                        <a:pt x="206" y="1108"/>
                        <a:pt x="206" y="1108"/>
                      </a:cubicBezTo>
                      <a:cubicBezTo>
                        <a:pt x="206" y="1132"/>
                        <a:pt x="206" y="1132"/>
                        <a:pt x="206" y="1132"/>
                      </a:cubicBezTo>
                      <a:cubicBezTo>
                        <a:pt x="206" y="1132"/>
                        <a:pt x="200" y="1149"/>
                        <a:pt x="195" y="1162"/>
                      </a:cubicBezTo>
                      <a:cubicBezTo>
                        <a:pt x="190" y="1175"/>
                        <a:pt x="218" y="1176"/>
                        <a:pt x="218" y="1180"/>
                      </a:cubicBezTo>
                      <a:cubicBezTo>
                        <a:pt x="218" y="1185"/>
                        <a:pt x="225" y="1187"/>
                        <a:pt x="225" y="1187"/>
                      </a:cubicBezTo>
                      <a:cubicBezTo>
                        <a:pt x="225" y="1187"/>
                        <a:pt x="235" y="1186"/>
                        <a:pt x="235" y="1194"/>
                      </a:cubicBezTo>
                      <a:cubicBezTo>
                        <a:pt x="235" y="1202"/>
                        <a:pt x="208" y="1213"/>
                        <a:pt x="208" y="1213"/>
                      </a:cubicBezTo>
                      <a:cubicBezTo>
                        <a:pt x="208" y="1213"/>
                        <a:pt x="208" y="1229"/>
                        <a:pt x="198" y="1239"/>
                      </a:cubicBezTo>
                      <a:cubicBezTo>
                        <a:pt x="194" y="1243"/>
                        <a:pt x="173" y="1254"/>
                        <a:pt x="152" y="1264"/>
                      </a:cubicBezTo>
                      <a:cubicBezTo>
                        <a:pt x="150" y="1269"/>
                        <a:pt x="149" y="1274"/>
                        <a:pt x="148" y="1278"/>
                      </a:cubicBezTo>
                      <a:cubicBezTo>
                        <a:pt x="147" y="1285"/>
                        <a:pt x="142" y="1299"/>
                        <a:pt x="142" y="1299"/>
                      </a:cubicBezTo>
                      <a:cubicBezTo>
                        <a:pt x="133" y="1305"/>
                        <a:pt x="133" y="1305"/>
                        <a:pt x="133" y="1305"/>
                      </a:cubicBezTo>
                      <a:cubicBezTo>
                        <a:pt x="133" y="1305"/>
                        <a:pt x="142" y="1309"/>
                        <a:pt x="143" y="1316"/>
                      </a:cubicBezTo>
                      <a:cubicBezTo>
                        <a:pt x="144" y="1323"/>
                        <a:pt x="151" y="1326"/>
                        <a:pt x="151" y="1326"/>
                      </a:cubicBezTo>
                      <a:cubicBezTo>
                        <a:pt x="151" y="1326"/>
                        <a:pt x="201" y="1287"/>
                        <a:pt x="201" y="1296"/>
                      </a:cubicBezTo>
                      <a:cubicBezTo>
                        <a:pt x="201" y="1305"/>
                        <a:pt x="185" y="1306"/>
                        <a:pt x="183" y="1311"/>
                      </a:cubicBezTo>
                      <a:cubicBezTo>
                        <a:pt x="181" y="1316"/>
                        <a:pt x="185" y="1326"/>
                        <a:pt x="185" y="1326"/>
                      </a:cubicBezTo>
                      <a:cubicBezTo>
                        <a:pt x="194" y="1333"/>
                        <a:pt x="194" y="1333"/>
                        <a:pt x="194" y="1333"/>
                      </a:cubicBezTo>
                      <a:cubicBezTo>
                        <a:pt x="165" y="1332"/>
                        <a:pt x="165" y="1332"/>
                        <a:pt x="165" y="1332"/>
                      </a:cubicBezTo>
                      <a:cubicBezTo>
                        <a:pt x="165" y="1332"/>
                        <a:pt x="143" y="1359"/>
                        <a:pt x="153" y="1360"/>
                      </a:cubicBezTo>
                      <a:cubicBezTo>
                        <a:pt x="163" y="1361"/>
                        <a:pt x="169" y="1367"/>
                        <a:pt x="169" y="1367"/>
                      </a:cubicBezTo>
                      <a:cubicBezTo>
                        <a:pt x="169" y="1367"/>
                        <a:pt x="157" y="1388"/>
                        <a:pt x="164" y="1385"/>
                      </a:cubicBezTo>
                      <a:cubicBezTo>
                        <a:pt x="171" y="1382"/>
                        <a:pt x="212" y="1354"/>
                        <a:pt x="212" y="1354"/>
                      </a:cubicBezTo>
                      <a:cubicBezTo>
                        <a:pt x="211" y="1363"/>
                        <a:pt x="211" y="1363"/>
                        <a:pt x="211" y="1363"/>
                      </a:cubicBezTo>
                      <a:cubicBezTo>
                        <a:pt x="192" y="1374"/>
                        <a:pt x="192" y="1374"/>
                        <a:pt x="192" y="1374"/>
                      </a:cubicBezTo>
                      <a:cubicBezTo>
                        <a:pt x="207" y="1380"/>
                        <a:pt x="207" y="1380"/>
                        <a:pt x="207" y="1380"/>
                      </a:cubicBezTo>
                      <a:cubicBezTo>
                        <a:pt x="207" y="1380"/>
                        <a:pt x="202" y="1400"/>
                        <a:pt x="194" y="1398"/>
                      </a:cubicBezTo>
                      <a:cubicBezTo>
                        <a:pt x="186" y="1396"/>
                        <a:pt x="184" y="1387"/>
                        <a:pt x="184" y="1387"/>
                      </a:cubicBezTo>
                      <a:cubicBezTo>
                        <a:pt x="184" y="1387"/>
                        <a:pt x="151" y="1397"/>
                        <a:pt x="145" y="1403"/>
                      </a:cubicBezTo>
                      <a:cubicBezTo>
                        <a:pt x="139" y="1409"/>
                        <a:pt x="133" y="1417"/>
                        <a:pt x="133" y="1417"/>
                      </a:cubicBezTo>
                      <a:cubicBezTo>
                        <a:pt x="133" y="1417"/>
                        <a:pt x="151" y="1412"/>
                        <a:pt x="156" y="1412"/>
                      </a:cubicBezTo>
                      <a:cubicBezTo>
                        <a:pt x="161" y="1412"/>
                        <a:pt x="182" y="1412"/>
                        <a:pt x="182" y="1412"/>
                      </a:cubicBezTo>
                      <a:cubicBezTo>
                        <a:pt x="182" y="1412"/>
                        <a:pt x="146" y="1421"/>
                        <a:pt x="140" y="1424"/>
                      </a:cubicBezTo>
                      <a:cubicBezTo>
                        <a:pt x="134" y="1427"/>
                        <a:pt x="138" y="1435"/>
                        <a:pt x="138" y="1435"/>
                      </a:cubicBezTo>
                      <a:cubicBezTo>
                        <a:pt x="138" y="1435"/>
                        <a:pt x="105" y="1423"/>
                        <a:pt x="114" y="1437"/>
                      </a:cubicBezTo>
                      <a:cubicBezTo>
                        <a:pt x="123" y="1451"/>
                        <a:pt x="132" y="1455"/>
                        <a:pt x="132" y="1455"/>
                      </a:cubicBezTo>
                      <a:cubicBezTo>
                        <a:pt x="164" y="1444"/>
                        <a:pt x="164" y="1444"/>
                        <a:pt x="164" y="1444"/>
                      </a:cubicBezTo>
                      <a:cubicBezTo>
                        <a:pt x="173" y="1459"/>
                        <a:pt x="173" y="1459"/>
                        <a:pt x="173" y="1459"/>
                      </a:cubicBezTo>
                      <a:cubicBezTo>
                        <a:pt x="198" y="1445"/>
                        <a:pt x="198" y="1445"/>
                        <a:pt x="198" y="1445"/>
                      </a:cubicBezTo>
                      <a:cubicBezTo>
                        <a:pt x="198" y="1445"/>
                        <a:pt x="165" y="1479"/>
                        <a:pt x="176" y="1478"/>
                      </a:cubicBezTo>
                      <a:cubicBezTo>
                        <a:pt x="187" y="1477"/>
                        <a:pt x="217" y="1454"/>
                        <a:pt x="217" y="1454"/>
                      </a:cubicBezTo>
                      <a:cubicBezTo>
                        <a:pt x="217" y="1454"/>
                        <a:pt x="190" y="1484"/>
                        <a:pt x="194" y="1484"/>
                      </a:cubicBezTo>
                      <a:cubicBezTo>
                        <a:pt x="198" y="1484"/>
                        <a:pt x="216" y="1479"/>
                        <a:pt x="216" y="1479"/>
                      </a:cubicBezTo>
                      <a:cubicBezTo>
                        <a:pt x="216" y="1479"/>
                        <a:pt x="178" y="1508"/>
                        <a:pt x="190" y="1509"/>
                      </a:cubicBezTo>
                      <a:cubicBezTo>
                        <a:pt x="202" y="1510"/>
                        <a:pt x="229" y="1490"/>
                        <a:pt x="229" y="1490"/>
                      </a:cubicBezTo>
                      <a:cubicBezTo>
                        <a:pt x="229" y="1490"/>
                        <a:pt x="203" y="1518"/>
                        <a:pt x="210" y="1520"/>
                      </a:cubicBezTo>
                      <a:cubicBezTo>
                        <a:pt x="217" y="1522"/>
                        <a:pt x="233" y="1526"/>
                        <a:pt x="233" y="1529"/>
                      </a:cubicBezTo>
                      <a:cubicBezTo>
                        <a:pt x="233" y="1531"/>
                        <a:pt x="231" y="1548"/>
                        <a:pt x="228" y="1561"/>
                      </a:cubicBezTo>
                      <a:cubicBezTo>
                        <a:pt x="228" y="1561"/>
                        <a:pt x="228" y="1561"/>
                        <a:pt x="228" y="1561"/>
                      </a:cubicBezTo>
                      <a:cubicBezTo>
                        <a:pt x="1370" y="1561"/>
                        <a:pt x="1370" y="1561"/>
                        <a:pt x="1370" y="1561"/>
                      </a:cubicBezTo>
                      <a:cubicBezTo>
                        <a:pt x="1370" y="1561"/>
                        <a:pt x="1384" y="1526"/>
                        <a:pt x="1394" y="1537"/>
                      </a:cubicBezTo>
                      <a:cubicBezTo>
                        <a:pt x="1404" y="1547"/>
                        <a:pt x="1379" y="1557"/>
                        <a:pt x="1388" y="1566"/>
                      </a:cubicBezTo>
                      <a:cubicBezTo>
                        <a:pt x="1396" y="1574"/>
                        <a:pt x="1415" y="1575"/>
                        <a:pt x="1415" y="1575"/>
                      </a:cubicBezTo>
                      <a:cubicBezTo>
                        <a:pt x="1415" y="1575"/>
                        <a:pt x="1422" y="1585"/>
                        <a:pt x="1430" y="1585"/>
                      </a:cubicBezTo>
                      <a:cubicBezTo>
                        <a:pt x="1438" y="1585"/>
                        <a:pt x="1436" y="1573"/>
                        <a:pt x="1449" y="1573"/>
                      </a:cubicBezTo>
                      <a:cubicBezTo>
                        <a:pt x="1462" y="1573"/>
                        <a:pt x="1465" y="1593"/>
                        <a:pt x="1471" y="1593"/>
                      </a:cubicBezTo>
                      <a:cubicBezTo>
                        <a:pt x="1477" y="1593"/>
                        <a:pt x="1484" y="1596"/>
                        <a:pt x="1487" y="1593"/>
                      </a:cubicBezTo>
                      <a:cubicBezTo>
                        <a:pt x="1490" y="1590"/>
                        <a:pt x="1503" y="1614"/>
                        <a:pt x="1509" y="1608"/>
                      </a:cubicBezTo>
                      <a:cubicBezTo>
                        <a:pt x="1515" y="1602"/>
                        <a:pt x="1531" y="1591"/>
                        <a:pt x="1531" y="1591"/>
                      </a:cubicBezTo>
                      <a:cubicBezTo>
                        <a:pt x="1531" y="1601"/>
                        <a:pt x="1531" y="1601"/>
                        <a:pt x="1531" y="1601"/>
                      </a:cubicBezTo>
                      <a:cubicBezTo>
                        <a:pt x="1561" y="1600"/>
                        <a:pt x="1561" y="1600"/>
                        <a:pt x="1561" y="1600"/>
                      </a:cubicBezTo>
                      <a:cubicBezTo>
                        <a:pt x="1561" y="1600"/>
                        <a:pt x="1558" y="1606"/>
                        <a:pt x="1586" y="1606"/>
                      </a:cubicBezTo>
                      <a:cubicBezTo>
                        <a:pt x="1598" y="1598"/>
                        <a:pt x="1605" y="1585"/>
                        <a:pt x="1606" y="1582"/>
                      </a:cubicBezTo>
                      <a:cubicBezTo>
                        <a:pt x="1607" y="1578"/>
                        <a:pt x="1626" y="1586"/>
                        <a:pt x="1626" y="1586"/>
                      </a:cubicBezTo>
                      <a:cubicBezTo>
                        <a:pt x="1634" y="1580"/>
                        <a:pt x="1634" y="1580"/>
                        <a:pt x="1634" y="1580"/>
                      </a:cubicBezTo>
                      <a:cubicBezTo>
                        <a:pt x="1634" y="1580"/>
                        <a:pt x="1641" y="1568"/>
                        <a:pt x="1642" y="1565"/>
                      </a:cubicBezTo>
                      <a:cubicBezTo>
                        <a:pt x="1643" y="1562"/>
                        <a:pt x="1651" y="1575"/>
                        <a:pt x="1651" y="1575"/>
                      </a:cubicBezTo>
                      <a:cubicBezTo>
                        <a:pt x="1668" y="1572"/>
                        <a:pt x="1668" y="1572"/>
                        <a:pt x="1668" y="1572"/>
                      </a:cubicBezTo>
                      <a:cubicBezTo>
                        <a:pt x="1668" y="1572"/>
                        <a:pt x="1659" y="1562"/>
                        <a:pt x="1668" y="1555"/>
                      </a:cubicBezTo>
                      <a:cubicBezTo>
                        <a:pt x="1677" y="1548"/>
                        <a:pt x="1686" y="1563"/>
                        <a:pt x="1686" y="1563"/>
                      </a:cubicBezTo>
                      <a:cubicBezTo>
                        <a:pt x="1704" y="1563"/>
                        <a:pt x="1704" y="1563"/>
                        <a:pt x="1704" y="1563"/>
                      </a:cubicBezTo>
                      <a:cubicBezTo>
                        <a:pt x="1708" y="1567"/>
                        <a:pt x="1708" y="1567"/>
                        <a:pt x="1708" y="1567"/>
                      </a:cubicBezTo>
                      <a:cubicBezTo>
                        <a:pt x="1708" y="1567"/>
                        <a:pt x="1728" y="1568"/>
                        <a:pt x="1733" y="1573"/>
                      </a:cubicBezTo>
                      <a:cubicBezTo>
                        <a:pt x="1738" y="1578"/>
                        <a:pt x="1727" y="1604"/>
                        <a:pt x="1727" y="1604"/>
                      </a:cubicBezTo>
                      <a:cubicBezTo>
                        <a:pt x="1733" y="1611"/>
                        <a:pt x="1733" y="1611"/>
                        <a:pt x="1733" y="1611"/>
                      </a:cubicBezTo>
                      <a:cubicBezTo>
                        <a:pt x="1727" y="1626"/>
                        <a:pt x="1727" y="1626"/>
                        <a:pt x="1727" y="1626"/>
                      </a:cubicBezTo>
                      <a:cubicBezTo>
                        <a:pt x="1727" y="1626"/>
                        <a:pt x="1766" y="1603"/>
                        <a:pt x="1777" y="1610"/>
                      </a:cubicBezTo>
                      <a:cubicBezTo>
                        <a:pt x="1788" y="1617"/>
                        <a:pt x="1760" y="1627"/>
                        <a:pt x="1759" y="1631"/>
                      </a:cubicBezTo>
                      <a:cubicBezTo>
                        <a:pt x="1758" y="1635"/>
                        <a:pt x="1773" y="1638"/>
                        <a:pt x="1773" y="1643"/>
                      </a:cubicBezTo>
                      <a:cubicBezTo>
                        <a:pt x="1773" y="1648"/>
                        <a:pt x="1757" y="1654"/>
                        <a:pt x="1757" y="1659"/>
                      </a:cubicBezTo>
                      <a:cubicBezTo>
                        <a:pt x="1757" y="1664"/>
                        <a:pt x="1770" y="1664"/>
                        <a:pt x="1767" y="1671"/>
                      </a:cubicBezTo>
                      <a:cubicBezTo>
                        <a:pt x="1764" y="1678"/>
                        <a:pt x="1758" y="1679"/>
                        <a:pt x="1758" y="1679"/>
                      </a:cubicBezTo>
                      <a:cubicBezTo>
                        <a:pt x="1756" y="1685"/>
                        <a:pt x="1756" y="1685"/>
                        <a:pt x="1756" y="1685"/>
                      </a:cubicBezTo>
                      <a:cubicBezTo>
                        <a:pt x="1769" y="1685"/>
                        <a:pt x="1769" y="1685"/>
                        <a:pt x="1769" y="1685"/>
                      </a:cubicBezTo>
                      <a:cubicBezTo>
                        <a:pt x="1765" y="1700"/>
                        <a:pt x="1765" y="1700"/>
                        <a:pt x="1765" y="1700"/>
                      </a:cubicBezTo>
                      <a:cubicBezTo>
                        <a:pt x="1771" y="1700"/>
                        <a:pt x="1778" y="1701"/>
                        <a:pt x="1781" y="1701"/>
                      </a:cubicBezTo>
                      <a:cubicBezTo>
                        <a:pt x="1786" y="1700"/>
                        <a:pt x="1794" y="1703"/>
                        <a:pt x="1806" y="1704"/>
                      </a:cubicBezTo>
                      <a:cubicBezTo>
                        <a:pt x="1818" y="1705"/>
                        <a:pt x="1825" y="1703"/>
                        <a:pt x="1825" y="1703"/>
                      </a:cubicBezTo>
                      <a:cubicBezTo>
                        <a:pt x="1837" y="1703"/>
                        <a:pt x="1852" y="1715"/>
                        <a:pt x="1863" y="1715"/>
                      </a:cubicBezTo>
                      <a:cubicBezTo>
                        <a:pt x="1874" y="1715"/>
                        <a:pt x="1884" y="1715"/>
                        <a:pt x="1884" y="1715"/>
                      </a:cubicBezTo>
                      <a:cubicBezTo>
                        <a:pt x="1906" y="1715"/>
                        <a:pt x="1904" y="1729"/>
                        <a:pt x="1904" y="1738"/>
                      </a:cubicBezTo>
                      <a:cubicBezTo>
                        <a:pt x="1904" y="1747"/>
                        <a:pt x="1914" y="1736"/>
                        <a:pt x="1914" y="1746"/>
                      </a:cubicBezTo>
                      <a:cubicBezTo>
                        <a:pt x="1914" y="1756"/>
                        <a:pt x="1910" y="1759"/>
                        <a:pt x="1905" y="1764"/>
                      </a:cubicBezTo>
                      <a:cubicBezTo>
                        <a:pt x="1900" y="1769"/>
                        <a:pt x="1918" y="1777"/>
                        <a:pt x="1918" y="1777"/>
                      </a:cubicBezTo>
                      <a:cubicBezTo>
                        <a:pt x="1903" y="1776"/>
                        <a:pt x="1903" y="1776"/>
                        <a:pt x="1903" y="1776"/>
                      </a:cubicBezTo>
                      <a:cubicBezTo>
                        <a:pt x="1903" y="1776"/>
                        <a:pt x="1903" y="1785"/>
                        <a:pt x="1896" y="1793"/>
                      </a:cubicBezTo>
                      <a:cubicBezTo>
                        <a:pt x="1888" y="1800"/>
                        <a:pt x="1887" y="1793"/>
                        <a:pt x="1868" y="1783"/>
                      </a:cubicBezTo>
                      <a:cubicBezTo>
                        <a:pt x="1849" y="1773"/>
                        <a:pt x="1855" y="1754"/>
                        <a:pt x="1855" y="1754"/>
                      </a:cubicBezTo>
                      <a:cubicBezTo>
                        <a:pt x="1844" y="1749"/>
                        <a:pt x="1844" y="1749"/>
                        <a:pt x="1844" y="1749"/>
                      </a:cubicBezTo>
                      <a:cubicBezTo>
                        <a:pt x="1846" y="1761"/>
                        <a:pt x="1846" y="1761"/>
                        <a:pt x="1846" y="1761"/>
                      </a:cubicBezTo>
                      <a:cubicBezTo>
                        <a:pt x="1846" y="1761"/>
                        <a:pt x="1854" y="1774"/>
                        <a:pt x="1846" y="1788"/>
                      </a:cubicBezTo>
                      <a:cubicBezTo>
                        <a:pt x="1838" y="1802"/>
                        <a:pt x="1820" y="1806"/>
                        <a:pt x="1812" y="1819"/>
                      </a:cubicBezTo>
                      <a:cubicBezTo>
                        <a:pt x="1804" y="1832"/>
                        <a:pt x="1801" y="1844"/>
                        <a:pt x="1793" y="1853"/>
                      </a:cubicBezTo>
                      <a:cubicBezTo>
                        <a:pt x="1785" y="1861"/>
                        <a:pt x="1769" y="1868"/>
                        <a:pt x="1762" y="1864"/>
                      </a:cubicBezTo>
                      <a:cubicBezTo>
                        <a:pt x="1758" y="1869"/>
                        <a:pt x="1755" y="1873"/>
                        <a:pt x="1755" y="1873"/>
                      </a:cubicBezTo>
                      <a:cubicBezTo>
                        <a:pt x="1755" y="1873"/>
                        <a:pt x="1757" y="1894"/>
                        <a:pt x="1749" y="1894"/>
                      </a:cubicBezTo>
                      <a:cubicBezTo>
                        <a:pt x="1741" y="1894"/>
                        <a:pt x="1696" y="1916"/>
                        <a:pt x="1706" y="1926"/>
                      </a:cubicBezTo>
                      <a:cubicBezTo>
                        <a:pt x="1707" y="1926"/>
                        <a:pt x="1707" y="1927"/>
                        <a:pt x="1708" y="1928"/>
                      </a:cubicBezTo>
                      <a:cubicBezTo>
                        <a:pt x="1716" y="1924"/>
                        <a:pt x="1723" y="1921"/>
                        <a:pt x="1724" y="1921"/>
                      </a:cubicBezTo>
                      <a:cubicBezTo>
                        <a:pt x="1727" y="1921"/>
                        <a:pt x="1731" y="1926"/>
                        <a:pt x="1731" y="1926"/>
                      </a:cubicBezTo>
                      <a:cubicBezTo>
                        <a:pt x="1731" y="1926"/>
                        <a:pt x="1746" y="1912"/>
                        <a:pt x="1754" y="1910"/>
                      </a:cubicBezTo>
                      <a:cubicBezTo>
                        <a:pt x="1762" y="1908"/>
                        <a:pt x="1770" y="1911"/>
                        <a:pt x="1770" y="1911"/>
                      </a:cubicBezTo>
                      <a:cubicBezTo>
                        <a:pt x="1770" y="1911"/>
                        <a:pt x="1775" y="1890"/>
                        <a:pt x="1800" y="1889"/>
                      </a:cubicBezTo>
                      <a:cubicBezTo>
                        <a:pt x="1825" y="1888"/>
                        <a:pt x="1842" y="1895"/>
                        <a:pt x="1842" y="1895"/>
                      </a:cubicBezTo>
                      <a:cubicBezTo>
                        <a:pt x="1858" y="1881"/>
                        <a:pt x="1858" y="1881"/>
                        <a:pt x="1858" y="1881"/>
                      </a:cubicBezTo>
                      <a:cubicBezTo>
                        <a:pt x="1900" y="1883"/>
                        <a:pt x="1900" y="1883"/>
                        <a:pt x="1900" y="1883"/>
                      </a:cubicBezTo>
                      <a:cubicBezTo>
                        <a:pt x="1903" y="1880"/>
                        <a:pt x="1905" y="1878"/>
                        <a:pt x="1906" y="1876"/>
                      </a:cubicBezTo>
                      <a:cubicBezTo>
                        <a:pt x="1908" y="1870"/>
                        <a:pt x="1908" y="1866"/>
                        <a:pt x="1907" y="1862"/>
                      </a:cubicBezTo>
                      <a:cubicBezTo>
                        <a:pt x="1889" y="1866"/>
                        <a:pt x="1883" y="1865"/>
                        <a:pt x="1882" y="1858"/>
                      </a:cubicBezTo>
                      <a:cubicBezTo>
                        <a:pt x="1881" y="1848"/>
                        <a:pt x="1915" y="1826"/>
                        <a:pt x="1928" y="1826"/>
                      </a:cubicBezTo>
                      <a:cubicBezTo>
                        <a:pt x="1941" y="1826"/>
                        <a:pt x="1960" y="1821"/>
                        <a:pt x="1964" y="1821"/>
                      </a:cubicBezTo>
                      <a:cubicBezTo>
                        <a:pt x="1968" y="1821"/>
                        <a:pt x="1985" y="1815"/>
                        <a:pt x="1985" y="1815"/>
                      </a:cubicBezTo>
                      <a:cubicBezTo>
                        <a:pt x="1985" y="1815"/>
                        <a:pt x="2012" y="1825"/>
                        <a:pt x="2016" y="1825"/>
                      </a:cubicBezTo>
                      <a:cubicBezTo>
                        <a:pt x="2020" y="1825"/>
                        <a:pt x="2020" y="1809"/>
                        <a:pt x="2020" y="1809"/>
                      </a:cubicBezTo>
                      <a:cubicBezTo>
                        <a:pt x="2020" y="1809"/>
                        <a:pt x="2027" y="1800"/>
                        <a:pt x="2037" y="1803"/>
                      </a:cubicBezTo>
                      <a:cubicBezTo>
                        <a:pt x="2040" y="1804"/>
                        <a:pt x="2042" y="1805"/>
                        <a:pt x="2043" y="1806"/>
                      </a:cubicBezTo>
                      <a:cubicBezTo>
                        <a:pt x="2045" y="1805"/>
                        <a:pt x="2047" y="1804"/>
                        <a:pt x="2048" y="1804"/>
                      </a:cubicBezTo>
                      <a:cubicBezTo>
                        <a:pt x="2054" y="1804"/>
                        <a:pt x="2056" y="1802"/>
                        <a:pt x="2064" y="1802"/>
                      </a:cubicBezTo>
                      <a:cubicBezTo>
                        <a:pt x="2072" y="1802"/>
                        <a:pt x="2106" y="1764"/>
                        <a:pt x="2123" y="1764"/>
                      </a:cubicBezTo>
                      <a:cubicBezTo>
                        <a:pt x="2140" y="1764"/>
                        <a:pt x="2271" y="1764"/>
                        <a:pt x="2271" y="1764"/>
                      </a:cubicBezTo>
                      <a:cubicBezTo>
                        <a:pt x="2271" y="1764"/>
                        <a:pt x="2271" y="1749"/>
                        <a:pt x="2283" y="1749"/>
                      </a:cubicBezTo>
                      <a:cubicBezTo>
                        <a:pt x="2295" y="1749"/>
                        <a:pt x="2303" y="1748"/>
                        <a:pt x="2303" y="1748"/>
                      </a:cubicBezTo>
                      <a:cubicBezTo>
                        <a:pt x="2303" y="1748"/>
                        <a:pt x="2314" y="1727"/>
                        <a:pt x="2323" y="1727"/>
                      </a:cubicBezTo>
                      <a:cubicBezTo>
                        <a:pt x="2333" y="1727"/>
                        <a:pt x="2340" y="1734"/>
                        <a:pt x="2340" y="1727"/>
                      </a:cubicBezTo>
                      <a:cubicBezTo>
                        <a:pt x="2340" y="1720"/>
                        <a:pt x="2343" y="1698"/>
                        <a:pt x="2349" y="1698"/>
                      </a:cubicBezTo>
                      <a:cubicBezTo>
                        <a:pt x="2355" y="1698"/>
                        <a:pt x="2363" y="1690"/>
                        <a:pt x="2363" y="1690"/>
                      </a:cubicBezTo>
                      <a:cubicBezTo>
                        <a:pt x="2363" y="1676"/>
                        <a:pt x="2363" y="1676"/>
                        <a:pt x="2363" y="1676"/>
                      </a:cubicBezTo>
                      <a:cubicBezTo>
                        <a:pt x="2390" y="1657"/>
                        <a:pt x="2390" y="1657"/>
                        <a:pt x="2390" y="1657"/>
                      </a:cubicBezTo>
                      <a:cubicBezTo>
                        <a:pt x="2390" y="1657"/>
                        <a:pt x="2401" y="1636"/>
                        <a:pt x="2414" y="1636"/>
                      </a:cubicBezTo>
                      <a:cubicBezTo>
                        <a:pt x="2427" y="1636"/>
                        <a:pt x="2418" y="1645"/>
                        <a:pt x="2430" y="1645"/>
                      </a:cubicBezTo>
                      <a:cubicBezTo>
                        <a:pt x="2442" y="1645"/>
                        <a:pt x="2469" y="1634"/>
                        <a:pt x="2469" y="1651"/>
                      </a:cubicBezTo>
                      <a:cubicBezTo>
                        <a:pt x="2469" y="1668"/>
                        <a:pt x="2439" y="1725"/>
                        <a:pt x="2442" y="1728"/>
                      </a:cubicBezTo>
                      <a:cubicBezTo>
                        <a:pt x="2445" y="1731"/>
                        <a:pt x="2453" y="1735"/>
                        <a:pt x="2453" y="1735"/>
                      </a:cubicBezTo>
                      <a:cubicBezTo>
                        <a:pt x="2453" y="1735"/>
                        <a:pt x="2439" y="1748"/>
                        <a:pt x="2444" y="1753"/>
                      </a:cubicBezTo>
                      <a:cubicBezTo>
                        <a:pt x="2449" y="1758"/>
                        <a:pt x="2457" y="1755"/>
                        <a:pt x="2457" y="1755"/>
                      </a:cubicBezTo>
                      <a:cubicBezTo>
                        <a:pt x="2458" y="1759"/>
                        <a:pt x="2458" y="1759"/>
                        <a:pt x="2458" y="1759"/>
                      </a:cubicBezTo>
                      <a:cubicBezTo>
                        <a:pt x="2462" y="1761"/>
                        <a:pt x="2472" y="1765"/>
                        <a:pt x="2484" y="1760"/>
                      </a:cubicBezTo>
                      <a:cubicBezTo>
                        <a:pt x="2499" y="1754"/>
                        <a:pt x="2511" y="1738"/>
                        <a:pt x="2511" y="1738"/>
                      </a:cubicBezTo>
                      <a:cubicBezTo>
                        <a:pt x="2517" y="1752"/>
                        <a:pt x="2517" y="1752"/>
                        <a:pt x="2517" y="1752"/>
                      </a:cubicBezTo>
                      <a:cubicBezTo>
                        <a:pt x="2517" y="1752"/>
                        <a:pt x="2549" y="1738"/>
                        <a:pt x="2554" y="1734"/>
                      </a:cubicBezTo>
                      <a:cubicBezTo>
                        <a:pt x="2559" y="1730"/>
                        <a:pt x="2580" y="1724"/>
                        <a:pt x="2580" y="1724"/>
                      </a:cubicBezTo>
                      <a:cubicBezTo>
                        <a:pt x="2590" y="1725"/>
                        <a:pt x="2590" y="1725"/>
                        <a:pt x="2590" y="1725"/>
                      </a:cubicBezTo>
                      <a:cubicBezTo>
                        <a:pt x="2561" y="1748"/>
                        <a:pt x="2561" y="1748"/>
                        <a:pt x="2561" y="1748"/>
                      </a:cubicBezTo>
                      <a:cubicBezTo>
                        <a:pt x="2622" y="1742"/>
                        <a:pt x="2622" y="1742"/>
                        <a:pt x="2622" y="1742"/>
                      </a:cubicBezTo>
                      <a:cubicBezTo>
                        <a:pt x="2622" y="1742"/>
                        <a:pt x="2593" y="1745"/>
                        <a:pt x="2592" y="1751"/>
                      </a:cubicBezTo>
                      <a:cubicBezTo>
                        <a:pt x="2591" y="1757"/>
                        <a:pt x="2587" y="1764"/>
                        <a:pt x="2587" y="1764"/>
                      </a:cubicBezTo>
                      <a:cubicBezTo>
                        <a:pt x="2587" y="1764"/>
                        <a:pt x="2568" y="1753"/>
                        <a:pt x="2561" y="1756"/>
                      </a:cubicBezTo>
                      <a:cubicBezTo>
                        <a:pt x="2554" y="1759"/>
                        <a:pt x="2486" y="1793"/>
                        <a:pt x="2483" y="1801"/>
                      </a:cubicBezTo>
                      <a:cubicBezTo>
                        <a:pt x="2480" y="1809"/>
                        <a:pt x="2474" y="1833"/>
                        <a:pt x="2479" y="1834"/>
                      </a:cubicBezTo>
                      <a:cubicBezTo>
                        <a:pt x="2484" y="1835"/>
                        <a:pt x="2491" y="1829"/>
                        <a:pt x="2491" y="1829"/>
                      </a:cubicBezTo>
                      <a:cubicBezTo>
                        <a:pt x="2491" y="1829"/>
                        <a:pt x="2489" y="1845"/>
                        <a:pt x="2498" y="1843"/>
                      </a:cubicBezTo>
                      <a:cubicBezTo>
                        <a:pt x="2507" y="1841"/>
                        <a:pt x="2513" y="1828"/>
                        <a:pt x="2513" y="1828"/>
                      </a:cubicBezTo>
                      <a:cubicBezTo>
                        <a:pt x="2513" y="1828"/>
                        <a:pt x="2539" y="1825"/>
                        <a:pt x="2553" y="1813"/>
                      </a:cubicBezTo>
                      <a:cubicBezTo>
                        <a:pt x="2567" y="1801"/>
                        <a:pt x="2582" y="1780"/>
                        <a:pt x="2582" y="1780"/>
                      </a:cubicBezTo>
                      <a:cubicBezTo>
                        <a:pt x="2582" y="1780"/>
                        <a:pt x="2582" y="1796"/>
                        <a:pt x="2596" y="1793"/>
                      </a:cubicBezTo>
                      <a:cubicBezTo>
                        <a:pt x="2610" y="1790"/>
                        <a:pt x="2644" y="1775"/>
                        <a:pt x="2655" y="1772"/>
                      </a:cubicBezTo>
                      <a:cubicBezTo>
                        <a:pt x="2666" y="1769"/>
                        <a:pt x="2718" y="1756"/>
                        <a:pt x="2718" y="1756"/>
                      </a:cubicBezTo>
                      <a:cubicBezTo>
                        <a:pt x="2709" y="1746"/>
                        <a:pt x="2709" y="1746"/>
                        <a:pt x="2709" y="1746"/>
                      </a:cubicBezTo>
                      <a:cubicBezTo>
                        <a:pt x="2713" y="1733"/>
                        <a:pt x="2713" y="1733"/>
                        <a:pt x="2713" y="1733"/>
                      </a:cubicBezTo>
                      <a:cubicBezTo>
                        <a:pt x="2692" y="1737"/>
                        <a:pt x="2692" y="1737"/>
                        <a:pt x="2692" y="1737"/>
                      </a:cubicBezTo>
                      <a:cubicBezTo>
                        <a:pt x="2691" y="1721"/>
                        <a:pt x="2691" y="1721"/>
                        <a:pt x="2691" y="1721"/>
                      </a:cubicBezTo>
                      <a:cubicBezTo>
                        <a:pt x="2691" y="1721"/>
                        <a:pt x="2667" y="1735"/>
                        <a:pt x="2661" y="1734"/>
                      </a:cubicBezTo>
                      <a:cubicBezTo>
                        <a:pt x="2655" y="1733"/>
                        <a:pt x="2657" y="1724"/>
                        <a:pt x="2657" y="1724"/>
                      </a:cubicBezTo>
                      <a:cubicBezTo>
                        <a:pt x="2657" y="1724"/>
                        <a:pt x="2625" y="1727"/>
                        <a:pt x="2619" y="1722"/>
                      </a:cubicBezTo>
                      <a:cubicBezTo>
                        <a:pt x="2613" y="1717"/>
                        <a:pt x="2605" y="1707"/>
                        <a:pt x="2614" y="1707"/>
                      </a:cubicBezTo>
                      <a:cubicBezTo>
                        <a:pt x="2623" y="1707"/>
                        <a:pt x="2610" y="1694"/>
                        <a:pt x="2599" y="1697"/>
                      </a:cubicBezTo>
                      <a:cubicBezTo>
                        <a:pt x="2588" y="1700"/>
                        <a:pt x="2584" y="1681"/>
                        <a:pt x="2584" y="1676"/>
                      </a:cubicBezTo>
                      <a:cubicBezTo>
                        <a:pt x="2584" y="1671"/>
                        <a:pt x="2596" y="1658"/>
                        <a:pt x="2596" y="1658"/>
                      </a:cubicBezTo>
                      <a:cubicBezTo>
                        <a:pt x="2580" y="1657"/>
                        <a:pt x="2580" y="1657"/>
                        <a:pt x="2580" y="1657"/>
                      </a:cubicBezTo>
                      <a:cubicBezTo>
                        <a:pt x="2580" y="1657"/>
                        <a:pt x="2599" y="1642"/>
                        <a:pt x="2606" y="1634"/>
                      </a:cubicBezTo>
                      <a:cubicBezTo>
                        <a:pt x="2613" y="1626"/>
                        <a:pt x="2632" y="1607"/>
                        <a:pt x="2632" y="1607"/>
                      </a:cubicBezTo>
                      <a:cubicBezTo>
                        <a:pt x="2622" y="1604"/>
                        <a:pt x="2622" y="1604"/>
                        <a:pt x="2622" y="1604"/>
                      </a:cubicBezTo>
                      <a:cubicBezTo>
                        <a:pt x="2608" y="1622"/>
                        <a:pt x="2608" y="1622"/>
                        <a:pt x="2608" y="1622"/>
                      </a:cubicBezTo>
                      <a:cubicBezTo>
                        <a:pt x="2593" y="1614"/>
                        <a:pt x="2593" y="1614"/>
                        <a:pt x="2593" y="1614"/>
                      </a:cubicBezTo>
                      <a:cubicBezTo>
                        <a:pt x="2574" y="1628"/>
                        <a:pt x="2574" y="1628"/>
                        <a:pt x="2574" y="1628"/>
                      </a:cubicBezTo>
                      <a:cubicBezTo>
                        <a:pt x="2571" y="1615"/>
                        <a:pt x="2571" y="1615"/>
                        <a:pt x="2571" y="1615"/>
                      </a:cubicBezTo>
                      <a:cubicBezTo>
                        <a:pt x="2552" y="1608"/>
                        <a:pt x="2552" y="1608"/>
                        <a:pt x="2552" y="1608"/>
                      </a:cubicBezTo>
                      <a:cubicBezTo>
                        <a:pt x="2537" y="1610"/>
                        <a:pt x="2537" y="1610"/>
                        <a:pt x="2537" y="1610"/>
                      </a:cubicBezTo>
                      <a:cubicBezTo>
                        <a:pt x="2574" y="1597"/>
                        <a:pt x="2574" y="1597"/>
                        <a:pt x="2574" y="1597"/>
                      </a:cubicBezTo>
                      <a:cubicBezTo>
                        <a:pt x="2574" y="1597"/>
                        <a:pt x="2581" y="1607"/>
                        <a:pt x="2591" y="1606"/>
                      </a:cubicBezTo>
                      <a:cubicBezTo>
                        <a:pt x="2601" y="1605"/>
                        <a:pt x="2624" y="1587"/>
                        <a:pt x="2624" y="1587"/>
                      </a:cubicBezTo>
                      <a:cubicBezTo>
                        <a:pt x="2624" y="1587"/>
                        <a:pt x="2650" y="1592"/>
                        <a:pt x="2651" y="1585"/>
                      </a:cubicBezTo>
                      <a:cubicBezTo>
                        <a:pt x="2652" y="1578"/>
                        <a:pt x="2644" y="1567"/>
                        <a:pt x="2644" y="1567"/>
                      </a:cubicBezTo>
                      <a:cubicBezTo>
                        <a:pt x="2660" y="1566"/>
                        <a:pt x="2660" y="1566"/>
                        <a:pt x="2660" y="1566"/>
                      </a:cubicBezTo>
                      <a:cubicBezTo>
                        <a:pt x="2660" y="1566"/>
                        <a:pt x="2651" y="1543"/>
                        <a:pt x="2609" y="1543"/>
                      </a:cubicBezTo>
                      <a:cubicBezTo>
                        <a:pt x="2567" y="1543"/>
                        <a:pt x="2517" y="1564"/>
                        <a:pt x="2494" y="1569"/>
                      </a:cubicBezTo>
                      <a:cubicBezTo>
                        <a:pt x="2471" y="1574"/>
                        <a:pt x="2434" y="1597"/>
                        <a:pt x="2427" y="1603"/>
                      </a:cubicBezTo>
                      <a:cubicBezTo>
                        <a:pt x="2420" y="1609"/>
                        <a:pt x="2378" y="1642"/>
                        <a:pt x="2368" y="1650"/>
                      </a:cubicBezTo>
                      <a:cubicBezTo>
                        <a:pt x="2358" y="1658"/>
                        <a:pt x="2322" y="1663"/>
                        <a:pt x="2322" y="1663"/>
                      </a:cubicBezTo>
                      <a:cubicBezTo>
                        <a:pt x="2322" y="1663"/>
                        <a:pt x="2372" y="1635"/>
                        <a:pt x="2381" y="1626"/>
                      </a:cubicBezTo>
                      <a:cubicBezTo>
                        <a:pt x="2390" y="1617"/>
                        <a:pt x="2403" y="1603"/>
                        <a:pt x="2403" y="1603"/>
                      </a:cubicBezTo>
                      <a:cubicBezTo>
                        <a:pt x="2388" y="1594"/>
                        <a:pt x="2388" y="1594"/>
                        <a:pt x="2388" y="1594"/>
                      </a:cubicBezTo>
                      <a:cubicBezTo>
                        <a:pt x="2388" y="1594"/>
                        <a:pt x="2409" y="1602"/>
                        <a:pt x="2414" y="1597"/>
                      </a:cubicBezTo>
                      <a:cubicBezTo>
                        <a:pt x="2419" y="1592"/>
                        <a:pt x="2469" y="1559"/>
                        <a:pt x="2481" y="1550"/>
                      </a:cubicBezTo>
                      <a:cubicBezTo>
                        <a:pt x="2493" y="1541"/>
                        <a:pt x="2531" y="1535"/>
                        <a:pt x="2535" y="1537"/>
                      </a:cubicBezTo>
                      <a:cubicBezTo>
                        <a:pt x="2539" y="1539"/>
                        <a:pt x="2561" y="1501"/>
                        <a:pt x="2591" y="1496"/>
                      </a:cubicBezTo>
                      <a:cubicBezTo>
                        <a:pt x="2621" y="1491"/>
                        <a:pt x="2697" y="1487"/>
                        <a:pt x="2713" y="1487"/>
                      </a:cubicBezTo>
                      <a:cubicBezTo>
                        <a:pt x="2729" y="1487"/>
                        <a:pt x="2788" y="1504"/>
                        <a:pt x="2798" y="1502"/>
                      </a:cubicBezTo>
                      <a:cubicBezTo>
                        <a:pt x="2808" y="1500"/>
                        <a:pt x="2829" y="1489"/>
                        <a:pt x="2839" y="1488"/>
                      </a:cubicBezTo>
                      <a:cubicBezTo>
                        <a:pt x="2849" y="1487"/>
                        <a:pt x="2880" y="1482"/>
                        <a:pt x="2892" y="1473"/>
                      </a:cubicBezTo>
                      <a:cubicBezTo>
                        <a:pt x="2904" y="1464"/>
                        <a:pt x="2930" y="1439"/>
                        <a:pt x="2940" y="1437"/>
                      </a:cubicBezTo>
                      <a:cubicBezTo>
                        <a:pt x="2950" y="1435"/>
                        <a:pt x="2967" y="1436"/>
                        <a:pt x="2967" y="1436"/>
                      </a:cubicBezTo>
                      <a:cubicBezTo>
                        <a:pt x="2967" y="1436"/>
                        <a:pt x="2980" y="1424"/>
                        <a:pt x="2990" y="1424"/>
                      </a:cubicBezTo>
                      <a:cubicBezTo>
                        <a:pt x="3000" y="1424"/>
                        <a:pt x="3001" y="1429"/>
                        <a:pt x="3018" y="1421"/>
                      </a:cubicBezTo>
                      <a:cubicBezTo>
                        <a:pt x="3018" y="1421"/>
                        <a:pt x="3083" y="1404"/>
                        <a:pt x="3077" y="1394"/>
                      </a:cubicBezTo>
                      <a:cubicBezTo>
                        <a:pt x="3071" y="1384"/>
                        <a:pt x="3052" y="1371"/>
                        <a:pt x="3052" y="1371"/>
                      </a:cubicBezTo>
                      <a:cubicBezTo>
                        <a:pt x="3052" y="1371"/>
                        <a:pt x="3076" y="1373"/>
                        <a:pt x="3076" y="1364"/>
                      </a:cubicBezTo>
                      <a:cubicBezTo>
                        <a:pt x="3076" y="1355"/>
                        <a:pt x="3072" y="1343"/>
                        <a:pt x="3072" y="1343"/>
                      </a:cubicBezTo>
                      <a:cubicBezTo>
                        <a:pt x="3072" y="1343"/>
                        <a:pt x="3100" y="1347"/>
                        <a:pt x="3094" y="1331"/>
                      </a:cubicBezTo>
                      <a:cubicBezTo>
                        <a:pt x="3088" y="1315"/>
                        <a:pt x="3065" y="1304"/>
                        <a:pt x="3058" y="1312"/>
                      </a:cubicBezTo>
                      <a:close/>
                      <a:moveTo>
                        <a:pt x="969" y="735"/>
                      </a:moveTo>
                      <a:cubicBezTo>
                        <a:pt x="976" y="730"/>
                        <a:pt x="1004" y="720"/>
                        <a:pt x="1004" y="720"/>
                      </a:cubicBezTo>
                      <a:cubicBezTo>
                        <a:pt x="1004" y="720"/>
                        <a:pt x="999" y="712"/>
                        <a:pt x="1005" y="709"/>
                      </a:cubicBezTo>
                      <a:cubicBezTo>
                        <a:pt x="1011" y="706"/>
                        <a:pt x="1029" y="715"/>
                        <a:pt x="1051" y="709"/>
                      </a:cubicBezTo>
                      <a:cubicBezTo>
                        <a:pt x="1073" y="703"/>
                        <a:pt x="1053" y="691"/>
                        <a:pt x="1034" y="691"/>
                      </a:cubicBezTo>
                      <a:cubicBezTo>
                        <a:pt x="1015" y="691"/>
                        <a:pt x="1010" y="698"/>
                        <a:pt x="999" y="703"/>
                      </a:cubicBezTo>
                      <a:cubicBezTo>
                        <a:pt x="988" y="708"/>
                        <a:pt x="989" y="698"/>
                        <a:pt x="989" y="698"/>
                      </a:cubicBezTo>
                      <a:cubicBezTo>
                        <a:pt x="977" y="703"/>
                        <a:pt x="977" y="703"/>
                        <a:pt x="977" y="703"/>
                      </a:cubicBezTo>
                      <a:cubicBezTo>
                        <a:pt x="954" y="700"/>
                        <a:pt x="954" y="700"/>
                        <a:pt x="954" y="700"/>
                      </a:cubicBezTo>
                      <a:cubicBezTo>
                        <a:pt x="954" y="700"/>
                        <a:pt x="933" y="710"/>
                        <a:pt x="924" y="707"/>
                      </a:cubicBezTo>
                      <a:cubicBezTo>
                        <a:pt x="915" y="704"/>
                        <a:pt x="950" y="694"/>
                        <a:pt x="960" y="689"/>
                      </a:cubicBezTo>
                      <a:cubicBezTo>
                        <a:pt x="970" y="684"/>
                        <a:pt x="979" y="690"/>
                        <a:pt x="992" y="690"/>
                      </a:cubicBezTo>
                      <a:cubicBezTo>
                        <a:pt x="1005" y="690"/>
                        <a:pt x="1001" y="681"/>
                        <a:pt x="1001" y="681"/>
                      </a:cubicBezTo>
                      <a:cubicBezTo>
                        <a:pt x="1071" y="676"/>
                        <a:pt x="1071" y="676"/>
                        <a:pt x="1071" y="676"/>
                      </a:cubicBezTo>
                      <a:cubicBezTo>
                        <a:pt x="1071" y="676"/>
                        <a:pt x="1106" y="666"/>
                        <a:pt x="1119" y="664"/>
                      </a:cubicBezTo>
                      <a:cubicBezTo>
                        <a:pt x="1132" y="662"/>
                        <a:pt x="1140" y="669"/>
                        <a:pt x="1140" y="669"/>
                      </a:cubicBezTo>
                      <a:cubicBezTo>
                        <a:pt x="1140" y="669"/>
                        <a:pt x="1143" y="663"/>
                        <a:pt x="1150" y="660"/>
                      </a:cubicBezTo>
                      <a:cubicBezTo>
                        <a:pt x="1157" y="657"/>
                        <a:pt x="1179" y="667"/>
                        <a:pt x="1179" y="667"/>
                      </a:cubicBezTo>
                      <a:cubicBezTo>
                        <a:pt x="1179" y="667"/>
                        <a:pt x="1157" y="673"/>
                        <a:pt x="1149" y="677"/>
                      </a:cubicBezTo>
                      <a:cubicBezTo>
                        <a:pt x="1141" y="681"/>
                        <a:pt x="1107" y="683"/>
                        <a:pt x="1107" y="683"/>
                      </a:cubicBezTo>
                      <a:cubicBezTo>
                        <a:pt x="1105" y="691"/>
                        <a:pt x="1105" y="691"/>
                        <a:pt x="1105" y="691"/>
                      </a:cubicBezTo>
                      <a:cubicBezTo>
                        <a:pt x="1123" y="691"/>
                        <a:pt x="1123" y="691"/>
                        <a:pt x="1123" y="691"/>
                      </a:cubicBezTo>
                      <a:cubicBezTo>
                        <a:pt x="1123" y="691"/>
                        <a:pt x="1134" y="694"/>
                        <a:pt x="1138" y="694"/>
                      </a:cubicBezTo>
                      <a:cubicBezTo>
                        <a:pt x="1142" y="694"/>
                        <a:pt x="1168" y="691"/>
                        <a:pt x="1182" y="690"/>
                      </a:cubicBezTo>
                      <a:cubicBezTo>
                        <a:pt x="1196" y="689"/>
                        <a:pt x="1176" y="680"/>
                        <a:pt x="1176" y="680"/>
                      </a:cubicBezTo>
                      <a:cubicBezTo>
                        <a:pt x="1213" y="679"/>
                        <a:pt x="1213" y="679"/>
                        <a:pt x="1213" y="679"/>
                      </a:cubicBezTo>
                      <a:cubicBezTo>
                        <a:pt x="1213" y="679"/>
                        <a:pt x="1208" y="692"/>
                        <a:pt x="1189" y="698"/>
                      </a:cubicBezTo>
                      <a:cubicBezTo>
                        <a:pt x="1170" y="704"/>
                        <a:pt x="1158" y="711"/>
                        <a:pt x="1158" y="711"/>
                      </a:cubicBezTo>
                      <a:cubicBezTo>
                        <a:pt x="1158" y="711"/>
                        <a:pt x="1157" y="723"/>
                        <a:pt x="1149" y="725"/>
                      </a:cubicBezTo>
                      <a:cubicBezTo>
                        <a:pt x="1141" y="727"/>
                        <a:pt x="1119" y="716"/>
                        <a:pt x="1119" y="716"/>
                      </a:cubicBezTo>
                      <a:cubicBezTo>
                        <a:pt x="1114" y="723"/>
                        <a:pt x="1114" y="723"/>
                        <a:pt x="1114" y="723"/>
                      </a:cubicBezTo>
                      <a:cubicBezTo>
                        <a:pt x="1104" y="714"/>
                        <a:pt x="1104" y="714"/>
                        <a:pt x="1104" y="714"/>
                      </a:cubicBezTo>
                      <a:cubicBezTo>
                        <a:pt x="1094" y="724"/>
                        <a:pt x="1094" y="724"/>
                        <a:pt x="1094" y="724"/>
                      </a:cubicBezTo>
                      <a:cubicBezTo>
                        <a:pt x="1094" y="724"/>
                        <a:pt x="1086" y="718"/>
                        <a:pt x="1080" y="725"/>
                      </a:cubicBezTo>
                      <a:cubicBezTo>
                        <a:pt x="1074" y="732"/>
                        <a:pt x="1086" y="738"/>
                        <a:pt x="1086" y="738"/>
                      </a:cubicBezTo>
                      <a:cubicBezTo>
                        <a:pt x="1065" y="741"/>
                        <a:pt x="1065" y="741"/>
                        <a:pt x="1065" y="741"/>
                      </a:cubicBezTo>
                      <a:cubicBezTo>
                        <a:pt x="1065" y="741"/>
                        <a:pt x="1050" y="751"/>
                        <a:pt x="1047" y="751"/>
                      </a:cubicBezTo>
                      <a:cubicBezTo>
                        <a:pt x="1044" y="751"/>
                        <a:pt x="1001" y="764"/>
                        <a:pt x="990" y="760"/>
                      </a:cubicBezTo>
                      <a:cubicBezTo>
                        <a:pt x="979" y="756"/>
                        <a:pt x="1018" y="749"/>
                        <a:pt x="1033" y="746"/>
                      </a:cubicBezTo>
                      <a:cubicBezTo>
                        <a:pt x="1048" y="743"/>
                        <a:pt x="1070" y="726"/>
                        <a:pt x="1057" y="724"/>
                      </a:cubicBezTo>
                      <a:cubicBezTo>
                        <a:pt x="1044" y="722"/>
                        <a:pt x="992" y="751"/>
                        <a:pt x="979" y="753"/>
                      </a:cubicBezTo>
                      <a:cubicBezTo>
                        <a:pt x="966" y="755"/>
                        <a:pt x="940" y="751"/>
                        <a:pt x="931" y="746"/>
                      </a:cubicBezTo>
                      <a:cubicBezTo>
                        <a:pt x="922" y="741"/>
                        <a:pt x="962" y="740"/>
                        <a:pt x="969" y="735"/>
                      </a:cubicBezTo>
                      <a:close/>
                      <a:moveTo>
                        <a:pt x="1324" y="872"/>
                      </a:moveTo>
                      <a:cubicBezTo>
                        <a:pt x="1324" y="869"/>
                        <a:pt x="1312" y="855"/>
                        <a:pt x="1308" y="862"/>
                      </a:cubicBezTo>
                      <a:cubicBezTo>
                        <a:pt x="1304" y="869"/>
                        <a:pt x="1305" y="876"/>
                        <a:pt x="1305" y="876"/>
                      </a:cubicBezTo>
                      <a:cubicBezTo>
                        <a:pt x="1305" y="876"/>
                        <a:pt x="1291" y="868"/>
                        <a:pt x="1285" y="870"/>
                      </a:cubicBezTo>
                      <a:cubicBezTo>
                        <a:pt x="1279" y="872"/>
                        <a:pt x="1283" y="879"/>
                        <a:pt x="1283" y="879"/>
                      </a:cubicBezTo>
                      <a:cubicBezTo>
                        <a:pt x="1266" y="881"/>
                        <a:pt x="1266" y="881"/>
                        <a:pt x="1266" y="881"/>
                      </a:cubicBezTo>
                      <a:cubicBezTo>
                        <a:pt x="1266" y="881"/>
                        <a:pt x="1254" y="877"/>
                        <a:pt x="1239" y="887"/>
                      </a:cubicBezTo>
                      <a:cubicBezTo>
                        <a:pt x="1224" y="897"/>
                        <a:pt x="1195" y="916"/>
                        <a:pt x="1181" y="919"/>
                      </a:cubicBezTo>
                      <a:cubicBezTo>
                        <a:pt x="1167" y="922"/>
                        <a:pt x="1147" y="928"/>
                        <a:pt x="1147" y="928"/>
                      </a:cubicBezTo>
                      <a:cubicBezTo>
                        <a:pt x="1147" y="928"/>
                        <a:pt x="1116" y="920"/>
                        <a:pt x="1108" y="928"/>
                      </a:cubicBezTo>
                      <a:cubicBezTo>
                        <a:pt x="1100" y="936"/>
                        <a:pt x="1094" y="947"/>
                        <a:pt x="1094" y="947"/>
                      </a:cubicBezTo>
                      <a:cubicBezTo>
                        <a:pt x="1065" y="947"/>
                        <a:pt x="1065" y="947"/>
                        <a:pt x="1065" y="947"/>
                      </a:cubicBezTo>
                      <a:cubicBezTo>
                        <a:pt x="1059" y="953"/>
                        <a:pt x="1059" y="953"/>
                        <a:pt x="1059" y="953"/>
                      </a:cubicBezTo>
                      <a:cubicBezTo>
                        <a:pt x="1059" y="953"/>
                        <a:pt x="1045" y="950"/>
                        <a:pt x="1038" y="952"/>
                      </a:cubicBezTo>
                      <a:cubicBezTo>
                        <a:pt x="1031" y="954"/>
                        <a:pt x="1012" y="957"/>
                        <a:pt x="1005" y="956"/>
                      </a:cubicBezTo>
                      <a:cubicBezTo>
                        <a:pt x="998" y="955"/>
                        <a:pt x="987" y="947"/>
                        <a:pt x="984" y="948"/>
                      </a:cubicBezTo>
                      <a:cubicBezTo>
                        <a:pt x="981" y="949"/>
                        <a:pt x="963" y="946"/>
                        <a:pt x="963" y="942"/>
                      </a:cubicBezTo>
                      <a:cubicBezTo>
                        <a:pt x="963" y="938"/>
                        <a:pt x="985" y="939"/>
                        <a:pt x="985" y="939"/>
                      </a:cubicBezTo>
                      <a:cubicBezTo>
                        <a:pt x="985" y="939"/>
                        <a:pt x="994" y="929"/>
                        <a:pt x="997" y="929"/>
                      </a:cubicBezTo>
                      <a:cubicBezTo>
                        <a:pt x="1000" y="929"/>
                        <a:pt x="1008" y="937"/>
                        <a:pt x="1018" y="937"/>
                      </a:cubicBezTo>
                      <a:cubicBezTo>
                        <a:pt x="1028" y="937"/>
                        <a:pt x="1028" y="929"/>
                        <a:pt x="1028" y="929"/>
                      </a:cubicBezTo>
                      <a:cubicBezTo>
                        <a:pt x="1039" y="929"/>
                        <a:pt x="1039" y="929"/>
                        <a:pt x="1039" y="929"/>
                      </a:cubicBezTo>
                      <a:cubicBezTo>
                        <a:pt x="1039" y="929"/>
                        <a:pt x="1049" y="911"/>
                        <a:pt x="1059" y="910"/>
                      </a:cubicBezTo>
                      <a:cubicBezTo>
                        <a:pt x="1069" y="909"/>
                        <a:pt x="1072" y="918"/>
                        <a:pt x="1090" y="911"/>
                      </a:cubicBezTo>
                      <a:cubicBezTo>
                        <a:pt x="1108" y="904"/>
                        <a:pt x="1093" y="882"/>
                        <a:pt x="1093" y="882"/>
                      </a:cubicBezTo>
                      <a:cubicBezTo>
                        <a:pt x="1093" y="882"/>
                        <a:pt x="1071" y="868"/>
                        <a:pt x="1085" y="862"/>
                      </a:cubicBezTo>
                      <a:cubicBezTo>
                        <a:pt x="1091" y="859"/>
                        <a:pt x="1099" y="872"/>
                        <a:pt x="1099" y="872"/>
                      </a:cubicBezTo>
                      <a:cubicBezTo>
                        <a:pt x="1107" y="871"/>
                        <a:pt x="1107" y="871"/>
                        <a:pt x="1107" y="871"/>
                      </a:cubicBezTo>
                      <a:cubicBezTo>
                        <a:pt x="1119" y="882"/>
                        <a:pt x="1119" y="882"/>
                        <a:pt x="1119" y="882"/>
                      </a:cubicBezTo>
                      <a:cubicBezTo>
                        <a:pt x="1119" y="882"/>
                        <a:pt x="1133" y="881"/>
                        <a:pt x="1137" y="884"/>
                      </a:cubicBezTo>
                      <a:cubicBezTo>
                        <a:pt x="1141" y="887"/>
                        <a:pt x="1130" y="902"/>
                        <a:pt x="1153" y="901"/>
                      </a:cubicBezTo>
                      <a:cubicBezTo>
                        <a:pt x="1176" y="900"/>
                        <a:pt x="1176" y="895"/>
                        <a:pt x="1176" y="895"/>
                      </a:cubicBezTo>
                      <a:cubicBezTo>
                        <a:pt x="1187" y="896"/>
                        <a:pt x="1187" y="896"/>
                        <a:pt x="1187" y="896"/>
                      </a:cubicBezTo>
                      <a:cubicBezTo>
                        <a:pt x="1187" y="896"/>
                        <a:pt x="1227" y="880"/>
                        <a:pt x="1241" y="871"/>
                      </a:cubicBezTo>
                      <a:cubicBezTo>
                        <a:pt x="1255" y="862"/>
                        <a:pt x="1277" y="855"/>
                        <a:pt x="1295" y="854"/>
                      </a:cubicBezTo>
                      <a:cubicBezTo>
                        <a:pt x="1313" y="853"/>
                        <a:pt x="1351" y="857"/>
                        <a:pt x="1348" y="861"/>
                      </a:cubicBezTo>
                      <a:cubicBezTo>
                        <a:pt x="1345" y="865"/>
                        <a:pt x="1324" y="875"/>
                        <a:pt x="1324" y="872"/>
                      </a:cubicBezTo>
                      <a:close/>
                      <a:moveTo>
                        <a:pt x="1405" y="1355"/>
                      </a:moveTo>
                      <a:cubicBezTo>
                        <a:pt x="1405" y="1355"/>
                        <a:pt x="1402" y="1384"/>
                        <a:pt x="1403" y="1393"/>
                      </a:cubicBezTo>
                      <a:cubicBezTo>
                        <a:pt x="1404" y="1402"/>
                        <a:pt x="1399" y="1411"/>
                        <a:pt x="1396" y="1416"/>
                      </a:cubicBezTo>
                      <a:cubicBezTo>
                        <a:pt x="1393" y="1421"/>
                        <a:pt x="1400" y="1422"/>
                        <a:pt x="1403" y="1433"/>
                      </a:cubicBezTo>
                      <a:cubicBezTo>
                        <a:pt x="1406" y="1444"/>
                        <a:pt x="1382" y="1471"/>
                        <a:pt x="1382" y="1471"/>
                      </a:cubicBezTo>
                      <a:cubicBezTo>
                        <a:pt x="1368" y="1466"/>
                        <a:pt x="1368" y="1466"/>
                        <a:pt x="1368" y="1466"/>
                      </a:cubicBezTo>
                      <a:cubicBezTo>
                        <a:pt x="1368" y="1466"/>
                        <a:pt x="1365" y="1485"/>
                        <a:pt x="1348" y="1482"/>
                      </a:cubicBezTo>
                      <a:cubicBezTo>
                        <a:pt x="1331" y="1479"/>
                        <a:pt x="1387" y="1431"/>
                        <a:pt x="1387" y="1419"/>
                      </a:cubicBezTo>
                      <a:cubicBezTo>
                        <a:pt x="1387" y="1407"/>
                        <a:pt x="1366" y="1427"/>
                        <a:pt x="1366" y="1427"/>
                      </a:cubicBezTo>
                      <a:cubicBezTo>
                        <a:pt x="1379" y="1406"/>
                        <a:pt x="1379" y="1406"/>
                        <a:pt x="1379" y="1406"/>
                      </a:cubicBezTo>
                      <a:cubicBezTo>
                        <a:pt x="1379" y="1406"/>
                        <a:pt x="1383" y="1393"/>
                        <a:pt x="1372" y="1390"/>
                      </a:cubicBezTo>
                      <a:cubicBezTo>
                        <a:pt x="1361" y="1387"/>
                        <a:pt x="1367" y="1407"/>
                        <a:pt x="1354" y="1407"/>
                      </a:cubicBezTo>
                      <a:cubicBezTo>
                        <a:pt x="1341" y="1407"/>
                        <a:pt x="1351" y="1376"/>
                        <a:pt x="1351" y="1376"/>
                      </a:cubicBezTo>
                      <a:cubicBezTo>
                        <a:pt x="1351" y="1376"/>
                        <a:pt x="1345" y="1370"/>
                        <a:pt x="1343" y="1361"/>
                      </a:cubicBezTo>
                      <a:cubicBezTo>
                        <a:pt x="1341" y="1352"/>
                        <a:pt x="1365" y="1352"/>
                        <a:pt x="1367" y="1346"/>
                      </a:cubicBezTo>
                      <a:cubicBezTo>
                        <a:pt x="1369" y="1340"/>
                        <a:pt x="1347" y="1349"/>
                        <a:pt x="1343" y="1340"/>
                      </a:cubicBezTo>
                      <a:cubicBezTo>
                        <a:pt x="1342" y="1338"/>
                        <a:pt x="1372" y="1307"/>
                        <a:pt x="1382" y="1303"/>
                      </a:cubicBezTo>
                      <a:cubicBezTo>
                        <a:pt x="1392" y="1299"/>
                        <a:pt x="1391" y="1306"/>
                        <a:pt x="1395" y="1307"/>
                      </a:cubicBezTo>
                      <a:cubicBezTo>
                        <a:pt x="1399" y="1308"/>
                        <a:pt x="1410" y="1305"/>
                        <a:pt x="1418" y="1322"/>
                      </a:cubicBezTo>
                      <a:cubicBezTo>
                        <a:pt x="1426" y="1339"/>
                        <a:pt x="1405" y="1355"/>
                        <a:pt x="1405" y="1355"/>
                      </a:cubicBezTo>
                      <a:close/>
                      <a:moveTo>
                        <a:pt x="156" y="1459"/>
                      </a:moveTo>
                      <a:cubicBezTo>
                        <a:pt x="146" y="1456"/>
                        <a:pt x="147" y="1473"/>
                        <a:pt x="147" y="1473"/>
                      </a:cubicBezTo>
                      <a:cubicBezTo>
                        <a:pt x="155" y="1473"/>
                        <a:pt x="166" y="1462"/>
                        <a:pt x="156" y="1459"/>
                      </a:cubicBezTo>
                      <a:close/>
                      <a:moveTo>
                        <a:pt x="2216" y="1197"/>
                      </a:moveTo>
                      <a:cubicBezTo>
                        <a:pt x="2248" y="1196"/>
                        <a:pt x="2259" y="1170"/>
                        <a:pt x="2228" y="1170"/>
                      </a:cubicBezTo>
                      <a:cubicBezTo>
                        <a:pt x="2196" y="1171"/>
                        <a:pt x="2216" y="1197"/>
                        <a:pt x="2216" y="1197"/>
                      </a:cubicBezTo>
                      <a:close/>
                      <a:moveTo>
                        <a:pt x="2456" y="825"/>
                      </a:moveTo>
                      <a:cubicBezTo>
                        <a:pt x="2456" y="825"/>
                        <a:pt x="2433" y="822"/>
                        <a:pt x="2423" y="814"/>
                      </a:cubicBezTo>
                      <a:cubicBezTo>
                        <a:pt x="2413" y="806"/>
                        <a:pt x="2418" y="785"/>
                        <a:pt x="2418" y="785"/>
                      </a:cubicBezTo>
                      <a:cubicBezTo>
                        <a:pt x="2397" y="769"/>
                        <a:pt x="2397" y="769"/>
                        <a:pt x="2397" y="769"/>
                      </a:cubicBezTo>
                      <a:cubicBezTo>
                        <a:pt x="2370" y="772"/>
                        <a:pt x="2370" y="772"/>
                        <a:pt x="2370" y="772"/>
                      </a:cubicBezTo>
                      <a:cubicBezTo>
                        <a:pt x="2366" y="763"/>
                        <a:pt x="2366" y="763"/>
                        <a:pt x="2366" y="763"/>
                      </a:cubicBezTo>
                      <a:cubicBezTo>
                        <a:pt x="2353" y="741"/>
                        <a:pt x="2353" y="741"/>
                        <a:pt x="2353" y="741"/>
                      </a:cubicBezTo>
                      <a:cubicBezTo>
                        <a:pt x="2330" y="745"/>
                        <a:pt x="2330" y="745"/>
                        <a:pt x="2330" y="745"/>
                      </a:cubicBezTo>
                      <a:cubicBezTo>
                        <a:pt x="2317" y="738"/>
                        <a:pt x="2317" y="738"/>
                        <a:pt x="2317" y="738"/>
                      </a:cubicBezTo>
                      <a:cubicBezTo>
                        <a:pt x="2329" y="727"/>
                        <a:pt x="2329" y="727"/>
                        <a:pt x="2329" y="727"/>
                      </a:cubicBezTo>
                      <a:cubicBezTo>
                        <a:pt x="2327" y="710"/>
                        <a:pt x="2327" y="710"/>
                        <a:pt x="2327" y="710"/>
                      </a:cubicBezTo>
                      <a:cubicBezTo>
                        <a:pt x="2293" y="728"/>
                        <a:pt x="2293" y="728"/>
                        <a:pt x="2293" y="728"/>
                      </a:cubicBezTo>
                      <a:cubicBezTo>
                        <a:pt x="2276" y="736"/>
                        <a:pt x="2276" y="736"/>
                        <a:pt x="2276" y="736"/>
                      </a:cubicBezTo>
                      <a:cubicBezTo>
                        <a:pt x="2257" y="764"/>
                        <a:pt x="2257" y="764"/>
                        <a:pt x="2257" y="764"/>
                      </a:cubicBezTo>
                      <a:cubicBezTo>
                        <a:pt x="2257" y="764"/>
                        <a:pt x="2226" y="771"/>
                        <a:pt x="2224" y="777"/>
                      </a:cubicBezTo>
                      <a:cubicBezTo>
                        <a:pt x="2222" y="783"/>
                        <a:pt x="2234" y="790"/>
                        <a:pt x="2224" y="793"/>
                      </a:cubicBezTo>
                      <a:cubicBezTo>
                        <a:pt x="2215" y="797"/>
                        <a:pt x="2186" y="807"/>
                        <a:pt x="2186" y="807"/>
                      </a:cubicBezTo>
                      <a:cubicBezTo>
                        <a:pt x="2203" y="815"/>
                        <a:pt x="2203" y="815"/>
                        <a:pt x="2203" y="815"/>
                      </a:cubicBezTo>
                      <a:cubicBezTo>
                        <a:pt x="2203" y="815"/>
                        <a:pt x="2230" y="811"/>
                        <a:pt x="2231" y="814"/>
                      </a:cubicBezTo>
                      <a:cubicBezTo>
                        <a:pt x="2231" y="817"/>
                        <a:pt x="2225" y="822"/>
                        <a:pt x="2225" y="833"/>
                      </a:cubicBezTo>
                      <a:cubicBezTo>
                        <a:pt x="2225" y="844"/>
                        <a:pt x="2268" y="845"/>
                        <a:pt x="2287" y="835"/>
                      </a:cubicBezTo>
                      <a:cubicBezTo>
                        <a:pt x="2306" y="826"/>
                        <a:pt x="2296" y="808"/>
                        <a:pt x="2324" y="809"/>
                      </a:cubicBezTo>
                      <a:cubicBezTo>
                        <a:pt x="2351" y="809"/>
                        <a:pt x="2355" y="818"/>
                        <a:pt x="2355" y="818"/>
                      </a:cubicBezTo>
                      <a:cubicBezTo>
                        <a:pt x="2386" y="823"/>
                        <a:pt x="2386" y="823"/>
                        <a:pt x="2386" y="823"/>
                      </a:cubicBezTo>
                      <a:cubicBezTo>
                        <a:pt x="2390" y="834"/>
                        <a:pt x="2390" y="834"/>
                        <a:pt x="2390" y="834"/>
                      </a:cubicBezTo>
                      <a:cubicBezTo>
                        <a:pt x="2452" y="838"/>
                        <a:pt x="2452" y="838"/>
                        <a:pt x="2452" y="838"/>
                      </a:cubicBezTo>
                      <a:lnTo>
                        <a:pt x="2456" y="825"/>
                      </a:lnTo>
                      <a:close/>
                      <a:moveTo>
                        <a:pt x="2393" y="886"/>
                      </a:moveTo>
                      <a:cubicBezTo>
                        <a:pt x="2352" y="899"/>
                        <a:pt x="2393" y="913"/>
                        <a:pt x="2393" y="913"/>
                      </a:cubicBezTo>
                      <a:cubicBezTo>
                        <a:pt x="2415" y="897"/>
                        <a:pt x="2434" y="872"/>
                        <a:pt x="2393" y="886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9" name="Freeform 341"/>
                <p:cNvSpPr>
                  <a:spLocks/>
                </p:cNvSpPr>
                <p:nvPr/>
              </p:nvSpPr>
              <p:spPr bwMode="gray">
                <a:xfrm>
                  <a:off x="-15577" y="-9989"/>
                  <a:ext cx="1488" cy="2346"/>
                </a:xfrm>
                <a:custGeom>
                  <a:avLst/>
                  <a:gdLst>
                    <a:gd name="T0" fmla="*/ 604 w 630"/>
                    <a:gd name="T1" fmla="*/ 869 h 993"/>
                    <a:gd name="T2" fmla="*/ 575 w 630"/>
                    <a:gd name="T3" fmla="*/ 854 h 993"/>
                    <a:gd name="T4" fmla="*/ 581 w 630"/>
                    <a:gd name="T5" fmla="*/ 821 h 993"/>
                    <a:gd name="T6" fmla="*/ 607 w 630"/>
                    <a:gd name="T7" fmla="*/ 835 h 993"/>
                    <a:gd name="T8" fmla="*/ 603 w 630"/>
                    <a:gd name="T9" fmla="*/ 799 h 993"/>
                    <a:gd name="T10" fmla="*/ 605 w 630"/>
                    <a:gd name="T11" fmla="*/ 744 h 993"/>
                    <a:gd name="T12" fmla="*/ 609 w 630"/>
                    <a:gd name="T13" fmla="*/ 694 h 993"/>
                    <a:gd name="T14" fmla="*/ 597 w 630"/>
                    <a:gd name="T15" fmla="*/ 632 h 993"/>
                    <a:gd name="T16" fmla="*/ 556 w 630"/>
                    <a:gd name="T17" fmla="*/ 590 h 993"/>
                    <a:gd name="T18" fmla="*/ 533 w 630"/>
                    <a:gd name="T19" fmla="*/ 591 h 993"/>
                    <a:gd name="T20" fmla="*/ 523 w 630"/>
                    <a:gd name="T21" fmla="*/ 562 h 993"/>
                    <a:gd name="T22" fmla="*/ 525 w 630"/>
                    <a:gd name="T23" fmla="*/ 507 h 993"/>
                    <a:gd name="T24" fmla="*/ 449 w 630"/>
                    <a:gd name="T25" fmla="*/ 541 h 993"/>
                    <a:gd name="T26" fmla="*/ 399 w 630"/>
                    <a:gd name="T27" fmla="*/ 509 h 993"/>
                    <a:gd name="T28" fmla="*/ 391 w 630"/>
                    <a:gd name="T29" fmla="*/ 465 h 993"/>
                    <a:gd name="T30" fmla="*/ 371 w 630"/>
                    <a:gd name="T31" fmla="*/ 420 h 993"/>
                    <a:gd name="T32" fmla="*/ 371 w 630"/>
                    <a:gd name="T33" fmla="*/ 396 h 993"/>
                    <a:gd name="T34" fmla="*/ 368 w 630"/>
                    <a:gd name="T35" fmla="*/ 370 h 993"/>
                    <a:gd name="T36" fmla="*/ 389 w 630"/>
                    <a:gd name="T37" fmla="*/ 331 h 993"/>
                    <a:gd name="T38" fmla="*/ 403 w 630"/>
                    <a:gd name="T39" fmla="*/ 277 h 993"/>
                    <a:gd name="T40" fmla="*/ 422 w 630"/>
                    <a:gd name="T41" fmla="*/ 265 h 993"/>
                    <a:gd name="T42" fmla="*/ 471 w 630"/>
                    <a:gd name="T43" fmla="*/ 244 h 993"/>
                    <a:gd name="T44" fmla="*/ 492 w 630"/>
                    <a:gd name="T45" fmla="*/ 240 h 993"/>
                    <a:gd name="T46" fmla="*/ 527 w 630"/>
                    <a:gd name="T47" fmla="*/ 236 h 993"/>
                    <a:gd name="T48" fmla="*/ 543 w 630"/>
                    <a:gd name="T49" fmla="*/ 227 h 993"/>
                    <a:gd name="T50" fmla="*/ 526 w 630"/>
                    <a:gd name="T51" fmla="*/ 207 h 993"/>
                    <a:gd name="T52" fmla="*/ 520 w 630"/>
                    <a:gd name="T53" fmla="*/ 171 h 993"/>
                    <a:gd name="T54" fmla="*/ 505 w 630"/>
                    <a:gd name="T55" fmla="*/ 135 h 993"/>
                    <a:gd name="T56" fmla="*/ 472 w 630"/>
                    <a:gd name="T57" fmla="*/ 130 h 993"/>
                    <a:gd name="T58" fmla="*/ 434 w 630"/>
                    <a:gd name="T59" fmla="*/ 138 h 993"/>
                    <a:gd name="T60" fmla="*/ 388 w 630"/>
                    <a:gd name="T61" fmla="*/ 106 h 993"/>
                    <a:gd name="T62" fmla="*/ 364 w 630"/>
                    <a:gd name="T63" fmla="*/ 73 h 993"/>
                    <a:gd name="T64" fmla="*/ 343 w 630"/>
                    <a:gd name="T65" fmla="*/ 57 h 993"/>
                    <a:gd name="T66" fmla="*/ 327 w 630"/>
                    <a:gd name="T67" fmla="*/ 33 h 993"/>
                    <a:gd name="T68" fmla="*/ 264 w 630"/>
                    <a:gd name="T69" fmla="*/ 0 h 993"/>
                    <a:gd name="T70" fmla="*/ 278 w 630"/>
                    <a:gd name="T71" fmla="*/ 1 h 993"/>
                    <a:gd name="T72" fmla="*/ 284 w 630"/>
                    <a:gd name="T73" fmla="*/ 31 h 993"/>
                    <a:gd name="T74" fmla="*/ 277 w 630"/>
                    <a:gd name="T75" fmla="*/ 58 h 993"/>
                    <a:gd name="T76" fmla="*/ 218 w 630"/>
                    <a:gd name="T77" fmla="*/ 143 h 993"/>
                    <a:gd name="T78" fmla="*/ 147 w 630"/>
                    <a:gd name="T79" fmla="*/ 186 h 993"/>
                    <a:gd name="T80" fmla="*/ 142 w 630"/>
                    <a:gd name="T81" fmla="*/ 201 h 993"/>
                    <a:gd name="T82" fmla="*/ 128 w 630"/>
                    <a:gd name="T83" fmla="*/ 252 h 993"/>
                    <a:gd name="T84" fmla="*/ 103 w 630"/>
                    <a:gd name="T85" fmla="*/ 270 h 993"/>
                    <a:gd name="T86" fmla="*/ 69 w 630"/>
                    <a:gd name="T87" fmla="*/ 243 h 993"/>
                    <a:gd name="T88" fmla="*/ 40 w 630"/>
                    <a:gd name="T89" fmla="*/ 246 h 993"/>
                    <a:gd name="T90" fmla="*/ 37 w 630"/>
                    <a:gd name="T91" fmla="*/ 224 h 993"/>
                    <a:gd name="T92" fmla="*/ 43 w 630"/>
                    <a:gd name="T93" fmla="*/ 188 h 993"/>
                    <a:gd name="T94" fmla="*/ 0 w 630"/>
                    <a:gd name="T95" fmla="*/ 254 h 993"/>
                    <a:gd name="T96" fmla="*/ 9 w 630"/>
                    <a:gd name="T97" fmla="*/ 282 h 993"/>
                    <a:gd name="T98" fmla="*/ 8 w 630"/>
                    <a:gd name="T99" fmla="*/ 331 h 993"/>
                    <a:gd name="T100" fmla="*/ 85 w 630"/>
                    <a:gd name="T101" fmla="*/ 394 h 993"/>
                    <a:gd name="T102" fmla="*/ 126 w 630"/>
                    <a:gd name="T103" fmla="*/ 462 h 993"/>
                    <a:gd name="T104" fmla="*/ 169 w 630"/>
                    <a:gd name="T105" fmla="*/ 547 h 993"/>
                    <a:gd name="T106" fmla="*/ 214 w 630"/>
                    <a:gd name="T107" fmla="*/ 622 h 993"/>
                    <a:gd name="T108" fmla="*/ 267 w 630"/>
                    <a:gd name="T109" fmla="*/ 715 h 993"/>
                    <a:gd name="T110" fmla="*/ 304 w 630"/>
                    <a:gd name="T111" fmla="*/ 803 h 993"/>
                    <a:gd name="T112" fmla="*/ 400 w 630"/>
                    <a:gd name="T113" fmla="*/ 869 h 993"/>
                    <a:gd name="T114" fmla="*/ 516 w 630"/>
                    <a:gd name="T115" fmla="*/ 939 h 993"/>
                    <a:gd name="T116" fmla="*/ 540 w 630"/>
                    <a:gd name="T117" fmla="*/ 968 h 993"/>
                    <a:gd name="T118" fmla="*/ 574 w 630"/>
                    <a:gd name="T119" fmla="*/ 993 h 993"/>
                    <a:gd name="T120" fmla="*/ 596 w 630"/>
                    <a:gd name="T121" fmla="*/ 954 h 993"/>
                    <a:gd name="T122" fmla="*/ 601 w 630"/>
                    <a:gd name="T123" fmla="*/ 929 h 993"/>
                    <a:gd name="T124" fmla="*/ 630 w 630"/>
                    <a:gd name="T125" fmla="*/ 889 h 9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630" h="993">
                      <a:moveTo>
                        <a:pt x="622" y="880"/>
                      </a:moveTo>
                      <a:cubicBezTo>
                        <a:pt x="622" y="880"/>
                        <a:pt x="612" y="873"/>
                        <a:pt x="604" y="869"/>
                      </a:cubicBezTo>
                      <a:cubicBezTo>
                        <a:pt x="596" y="865"/>
                        <a:pt x="593" y="857"/>
                        <a:pt x="593" y="857"/>
                      </a:cubicBezTo>
                      <a:cubicBezTo>
                        <a:pt x="593" y="857"/>
                        <a:pt x="579" y="859"/>
                        <a:pt x="575" y="854"/>
                      </a:cubicBezTo>
                      <a:cubicBezTo>
                        <a:pt x="580" y="840"/>
                        <a:pt x="580" y="840"/>
                        <a:pt x="580" y="840"/>
                      </a:cubicBezTo>
                      <a:cubicBezTo>
                        <a:pt x="580" y="840"/>
                        <a:pt x="576" y="825"/>
                        <a:pt x="581" y="821"/>
                      </a:cubicBezTo>
                      <a:cubicBezTo>
                        <a:pt x="584" y="818"/>
                        <a:pt x="598" y="830"/>
                        <a:pt x="607" y="838"/>
                      </a:cubicBezTo>
                      <a:cubicBezTo>
                        <a:pt x="607" y="836"/>
                        <a:pt x="607" y="835"/>
                        <a:pt x="607" y="835"/>
                      </a:cubicBezTo>
                      <a:cubicBezTo>
                        <a:pt x="612" y="824"/>
                        <a:pt x="612" y="824"/>
                        <a:pt x="612" y="824"/>
                      </a:cubicBezTo>
                      <a:cubicBezTo>
                        <a:pt x="612" y="824"/>
                        <a:pt x="604" y="813"/>
                        <a:pt x="603" y="799"/>
                      </a:cubicBezTo>
                      <a:cubicBezTo>
                        <a:pt x="601" y="784"/>
                        <a:pt x="616" y="776"/>
                        <a:pt x="620" y="766"/>
                      </a:cubicBezTo>
                      <a:cubicBezTo>
                        <a:pt x="624" y="757"/>
                        <a:pt x="605" y="744"/>
                        <a:pt x="605" y="744"/>
                      </a:cubicBezTo>
                      <a:cubicBezTo>
                        <a:pt x="618" y="724"/>
                        <a:pt x="618" y="724"/>
                        <a:pt x="618" y="724"/>
                      </a:cubicBezTo>
                      <a:cubicBezTo>
                        <a:pt x="609" y="694"/>
                        <a:pt x="609" y="694"/>
                        <a:pt x="609" y="694"/>
                      </a:cubicBezTo>
                      <a:cubicBezTo>
                        <a:pt x="609" y="694"/>
                        <a:pt x="619" y="683"/>
                        <a:pt x="620" y="677"/>
                      </a:cubicBezTo>
                      <a:cubicBezTo>
                        <a:pt x="622" y="670"/>
                        <a:pt x="612" y="645"/>
                        <a:pt x="597" y="632"/>
                      </a:cubicBezTo>
                      <a:cubicBezTo>
                        <a:pt x="586" y="621"/>
                        <a:pt x="579" y="600"/>
                        <a:pt x="577" y="591"/>
                      </a:cubicBezTo>
                      <a:cubicBezTo>
                        <a:pt x="568" y="590"/>
                        <a:pt x="560" y="590"/>
                        <a:pt x="556" y="590"/>
                      </a:cubicBezTo>
                      <a:cubicBezTo>
                        <a:pt x="545" y="590"/>
                        <a:pt x="549" y="599"/>
                        <a:pt x="541" y="599"/>
                      </a:cubicBezTo>
                      <a:cubicBezTo>
                        <a:pt x="533" y="599"/>
                        <a:pt x="533" y="591"/>
                        <a:pt x="533" y="591"/>
                      </a:cubicBezTo>
                      <a:cubicBezTo>
                        <a:pt x="526" y="592"/>
                        <a:pt x="526" y="592"/>
                        <a:pt x="526" y="592"/>
                      </a:cubicBezTo>
                      <a:cubicBezTo>
                        <a:pt x="526" y="592"/>
                        <a:pt x="525" y="572"/>
                        <a:pt x="523" y="562"/>
                      </a:cubicBezTo>
                      <a:cubicBezTo>
                        <a:pt x="521" y="552"/>
                        <a:pt x="526" y="538"/>
                        <a:pt x="528" y="534"/>
                      </a:cubicBezTo>
                      <a:cubicBezTo>
                        <a:pt x="530" y="530"/>
                        <a:pt x="525" y="507"/>
                        <a:pt x="525" y="507"/>
                      </a:cubicBezTo>
                      <a:cubicBezTo>
                        <a:pt x="491" y="537"/>
                        <a:pt x="491" y="537"/>
                        <a:pt x="491" y="537"/>
                      </a:cubicBezTo>
                      <a:cubicBezTo>
                        <a:pt x="449" y="541"/>
                        <a:pt x="449" y="541"/>
                        <a:pt x="449" y="541"/>
                      </a:cubicBezTo>
                      <a:cubicBezTo>
                        <a:pt x="449" y="541"/>
                        <a:pt x="441" y="522"/>
                        <a:pt x="438" y="515"/>
                      </a:cubicBezTo>
                      <a:cubicBezTo>
                        <a:pt x="435" y="508"/>
                        <a:pt x="399" y="509"/>
                        <a:pt x="399" y="509"/>
                      </a:cubicBezTo>
                      <a:cubicBezTo>
                        <a:pt x="399" y="509"/>
                        <a:pt x="414" y="496"/>
                        <a:pt x="416" y="491"/>
                      </a:cubicBezTo>
                      <a:cubicBezTo>
                        <a:pt x="418" y="486"/>
                        <a:pt x="396" y="471"/>
                        <a:pt x="391" y="465"/>
                      </a:cubicBezTo>
                      <a:cubicBezTo>
                        <a:pt x="386" y="459"/>
                        <a:pt x="373" y="438"/>
                        <a:pt x="373" y="438"/>
                      </a:cubicBezTo>
                      <a:cubicBezTo>
                        <a:pt x="371" y="420"/>
                        <a:pt x="371" y="420"/>
                        <a:pt x="371" y="420"/>
                      </a:cubicBezTo>
                      <a:cubicBezTo>
                        <a:pt x="371" y="420"/>
                        <a:pt x="356" y="414"/>
                        <a:pt x="356" y="409"/>
                      </a:cubicBezTo>
                      <a:cubicBezTo>
                        <a:pt x="356" y="404"/>
                        <a:pt x="371" y="396"/>
                        <a:pt x="371" y="396"/>
                      </a:cubicBezTo>
                      <a:cubicBezTo>
                        <a:pt x="365" y="392"/>
                        <a:pt x="365" y="392"/>
                        <a:pt x="365" y="392"/>
                      </a:cubicBezTo>
                      <a:cubicBezTo>
                        <a:pt x="365" y="392"/>
                        <a:pt x="360" y="378"/>
                        <a:pt x="368" y="370"/>
                      </a:cubicBezTo>
                      <a:cubicBezTo>
                        <a:pt x="376" y="362"/>
                        <a:pt x="389" y="345"/>
                        <a:pt x="395" y="354"/>
                      </a:cubicBezTo>
                      <a:cubicBezTo>
                        <a:pt x="401" y="363"/>
                        <a:pt x="391" y="338"/>
                        <a:pt x="389" y="331"/>
                      </a:cubicBezTo>
                      <a:cubicBezTo>
                        <a:pt x="387" y="324"/>
                        <a:pt x="402" y="315"/>
                        <a:pt x="402" y="315"/>
                      </a:cubicBezTo>
                      <a:cubicBezTo>
                        <a:pt x="403" y="277"/>
                        <a:pt x="403" y="277"/>
                        <a:pt x="403" y="277"/>
                      </a:cubicBezTo>
                      <a:cubicBezTo>
                        <a:pt x="419" y="277"/>
                        <a:pt x="419" y="277"/>
                        <a:pt x="419" y="277"/>
                      </a:cubicBezTo>
                      <a:cubicBezTo>
                        <a:pt x="419" y="277"/>
                        <a:pt x="420" y="269"/>
                        <a:pt x="422" y="265"/>
                      </a:cubicBezTo>
                      <a:cubicBezTo>
                        <a:pt x="424" y="261"/>
                        <a:pt x="450" y="244"/>
                        <a:pt x="450" y="244"/>
                      </a:cubicBezTo>
                      <a:cubicBezTo>
                        <a:pt x="471" y="244"/>
                        <a:pt x="471" y="244"/>
                        <a:pt x="471" y="244"/>
                      </a:cubicBezTo>
                      <a:cubicBezTo>
                        <a:pt x="473" y="237"/>
                        <a:pt x="473" y="237"/>
                        <a:pt x="473" y="237"/>
                      </a:cubicBezTo>
                      <a:cubicBezTo>
                        <a:pt x="492" y="240"/>
                        <a:pt x="492" y="240"/>
                        <a:pt x="492" y="240"/>
                      </a:cubicBezTo>
                      <a:cubicBezTo>
                        <a:pt x="492" y="240"/>
                        <a:pt x="503" y="225"/>
                        <a:pt x="513" y="224"/>
                      </a:cubicBezTo>
                      <a:cubicBezTo>
                        <a:pt x="523" y="223"/>
                        <a:pt x="527" y="236"/>
                        <a:pt x="527" y="236"/>
                      </a:cubicBezTo>
                      <a:cubicBezTo>
                        <a:pt x="527" y="236"/>
                        <a:pt x="534" y="239"/>
                        <a:pt x="539" y="236"/>
                      </a:cubicBezTo>
                      <a:cubicBezTo>
                        <a:pt x="541" y="235"/>
                        <a:pt x="542" y="231"/>
                        <a:pt x="543" y="227"/>
                      </a:cubicBezTo>
                      <a:cubicBezTo>
                        <a:pt x="532" y="223"/>
                        <a:pt x="532" y="223"/>
                        <a:pt x="532" y="223"/>
                      </a:cubicBezTo>
                      <a:cubicBezTo>
                        <a:pt x="526" y="207"/>
                        <a:pt x="526" y="207"/>
                        <a:pt x="526" y="207"/>
                      </a:cubicBezTo>
                      <a:cubicBezTo>
                        <a:pt x="526" y="207"/>
                        <a:pt x="512" y="212"/>
                        <a:pt x="509" y="206"/>
                      </a:cubicBezTo>
                      <a:cubicBezTo>
                        <a:pt x="506" y="201"/>
                        <a:pt x="515" y="171"/>
                        <a:pt x="520" y="171"/>
                      </a:cubicBezTo>
                      <a:cubicBezTo>
                        <a:pt x="525" y="171"/>
                        <a:pt x="533" y="163"/>
                        <a:pt x="533" y="148"/>
                      </a:cubicBezTo>
                      <a:cubicBezTo>
                        <a:pt x="533" y="134"/>
                        <a:pt x="505" y="135"/>
                        <a:pt x="505" y="135"/>
                      </a:cubicBezTo>
                      <a:cubicBezTo>
                        <a:pt x="505" y="135"/>
                        <a:pt x="497" y="123"/>
                        <a:pt x="493" y="122"/>
                      </a:cubicBezTo>
                      <a:cubicBezTo>
                        <a:pt x="489" y="121"/>
                        <a:pt x="481" y="130"/>
                        <a:pt x="472" y="130"/>
                      </a:cubicBezTo>
                      <a:cubicBezTo>
                        <a:pt x="464" y="130"/>
                        <a:pt x="463" y="123"/>
                        <a:pt x="449" y="120"/>
                      </a:cubicBezTo>
                      <a:cubicBezTo>
                        <a:pt x="435" y="117"/>
                        <a:pt x="434" y="138"/>
                        <a:pt x="434" y="138"/>
                      </a:cubicBezTo>
                      <a:cubicBezTo>
                        <a:pt x="434" y="138"/>
                        <a:pt x="412" y="138"/>
                        <a:pt x="393" y="133"/>
                      </a:cubicBezTo>
                      <a:cubicBezTo>
                        <a:pt x="374" y="128"/>
                        <a:pt x="389" y="113"/>
                        <a:pt x="388" y="106"/>
                      </a:cubicBezTo>
                      <a:cubicBezTo>
                        <a:pt x="387" y="98"/>
                        <a:pt x="369" y="97"/>
                        <a:pt x="369" y="97"/>
                      </a:cubicBezTo>
                      <a:cubicBezTo>
                        <a:pt x="369" y="97"/>
                        <a:pt x="367" y="79"/>
                        <a:pt x="364" y="73"/>
                      </a:cubicBezTo>
                      <a:cubicBezTo>
                        <a:pt x="362" y="67"/>
                        <a:pt x="354" y="70"/>
                        <a:pt x="354" y="70"/>
                      </a:cubicBezTo>
                      <a:cubicBezTo>
                        <a:pt x="343" y="57"/>
                        <a:pt x="343" y="57"/>
                        <a:pt x="343" y="57"/>
                      </a:cubicBezTo>
                      <a:cubicBezTo>
                        <a:pt x="335" y="57"/>
                        <a:pt x="335" y="57"/>
                        <a:pt x="335" y="57"/>
                      </a:cubicBezTo>
                      <a:cubicBezTo>
                        <a:pt x="327" y="33"/>
                        <a:pt x="327" y="33"/>
                        <a:pt x="327" y="33"/>
                      </a:cubicBezTo>
                      <a:cubicBezTo>
                        <a:pt x="327" y="33"/>
                        <a:pt x="297" y="9"/>
                        <a:pt x="290" y="5"/>
                      </a:cubicBezTo>
                      <a:cubicBezTo>
                        <a:pt x="284" y="1"/>
                        <a:pt x="274" y="1"/>
                        <a:pt x="264" y="0"/>
                      </a:cubicBezTo>
                      <a:cubicBezTo>
                        <a:pt x="264" y="0"/>
                        <a:pt x="264" y="0"/>
                        <a:pt x="264" y="0"/>
                      </a:cubicBezTo>
                      <a:cubicBezTo>
                        <a:pt x="269" y="0"/>
                        <a:pt x="273" y="1"/>
                        <a:pt x="278" y="1"/>
                      </a:cubicBezTo>
                      <a:cubicBezTo>
                        <a:pt x="279" y="19"/>
                        <a:pt x="268" y="19"/>
                        <a:pt x="268" y="19"/>
                      </a:cubicBezTo>
                      <a:cubicBezTo>
                        <a:pt x="284" y="31"/>
                        <a:pt x="284" y="31"/>
                        <a:pt x="284" y="31"/>
                      </a:cubicBezTo>
                      <a:cubicBezTo>
                        <a:pt x="287" y="53"/>
                        <a:pt x="287" y="53"/>
                        <a:pt x="287" y="53"/>
                      </a:cubicBezTo>
                      <a:cubicBezTo>
                        <a:pt x="277" y="58"/>
                        <a:pt x="277" y="58"/>
                        <a:pt x="277" y="58"/>
                      </a:cubicBezTo>
                      <a:cubicBezTo>
                        <a:pt x="269" y="87"/>
                        <a:pt x="269" y="87"/>
                        <a:pt x="269" y="87"/>
                      </a:cubicBezTo>
                      <a:cubicBezTo>
                        <a:pt x="269" y="87"/>
                        <a:pt x="241" y="128"/>
                        <a:pt x="218" y="143"/>
                      </a:cubicBezTo>
                      <a:cubicBezTo>
                        <a:pt x="195" y="157"/>
                        <a:pt x="174" y="157"/>
                        <a:pt x="161" y="168"/>
                      </a:cubicBezTo>
                      <a:cubicBezTo>
                        <a:pt x="147" y="179"/>
                        <a:pt x="147" y="186"/>
                        <a:pt x="147" y="186"/>
                      </a:cubicBezTo>
                      <a:cubicBezTo>
                        <a:pt x="139" y="189"/>
                        <a:pt x="139" y="189"/>
                        <a:pt x="139" y="189"/>
                      </a:cubicBezTo>
                      <a:cubicBezTo>
                        <a:pt x="142" y="201"/>
                        <a:pt x="142" y="201"/>
                        <a:pt x="142" y="201"/>
                      </a:cubicBezTo>
                      <a:cubicBezTo>
                        <a:pt x="142" y="201"/>
                        <a:pt x="134" y="206"/>
                        <a:pt x="132" y="216"/>
                      </a:cubicBezTo>
                      <a:cubicBezTo>
                        <a:pt x="131" y="225"/>
                        <a:pt x="128" y="252"/>
                        <a:pt x="128" y="252"/>
                      </a:cubicBezTo>
                      <a:cubicBezTo>
                        <a:pt x="128" y="252"/>
                        <a:pt x="119" y="254"/>
                        <a:pt x="115" y="256"/>
                      </a:cubicBezTo>
                      <a:cubicBezTo>
                        <a:pt x="111" y="259"/>
                        <a:pt x="116" y="270"/>
                        <a:pt x="103" y="270"/>
                      </a:cubicBezTo>
                      <a:cubicBezTo>
                        <a:pt x="89" y="270"/>
                        <a:pt x="93" y="246"/>
                        <a:pt x="88" y="241"/>
                      </a:cubicBezTo>
                      <a:cubicBezTo>
                        <a:pt x="82" y="237"/>
                        <a:pt x="69" y="243"/>
                        <a:pt x="69" y="243"/>
                      </a:cubicBezTo>
                      <a:cubicBezTo>
                        <a:pt x="60" y="232"/>
                        <a:pt x="60" y="232"/>
                        <a:pt x="60" y="232"/>
                      </a:cubicBezTo>
                      <a:cubicBezTo>
                        <a:pt x="60" y="232"/>
                        <a:pt x="50" y="250"/>
                        <a:pt x="40" y="246"/>
                      </a:cubicBezTo>
                      <a:cubicBezTo>
                        <a:pt x="31" y="241"/>
                        <a:pt x="47" y="232"/>
                        <a:pt x="47" y="232"/>
                      </a:cubicBezTo>
                      <a:cubicBezTo>
                        <a:pt x="37" y="224"/>
                        <a:pt x="37" y="224"/>
                        <a:pt x="37" y="224"/>
                      </a:cubicBezTo>
                      <a:cubicBezTo>
                        <a:pt x="37" y="224"/>
                        <a:pt x="50" y="212"/>
                        <a:pt x="58" y="203"/>
                      </a:cubicBezTo>
                      <a:cubicBezTo>
                        <a:pt x="67" y="194"/>
                        <a:pt x="43" y="188"/>
                        <a:pt x="43" y="188"/>
                      </a:cubicBezTo>
                      <a:cubicBezTo>
                        <a:pt x="43" y="188"/>
                        <a:pt x="17" y="216"/>
                        <a:pt x="9" y="223"/>
                      </a:cubicBezTo>
                      <a:cubicBezTo>
                        <a:pt x="1" y="230"/>
                        <a:pt x="0" y="241"/>
                        <a:pt x="0" y="254"/>
                      </a:cubicBezTo>
                      <a:cubicBezTo>
                        <a:pt x="0" y="267"/>
                        <a:pt x="12" y="264"/>
                        <a:pt x="12" y="264"/>
                      </a:cubicBezTo>
                      <a:cubicBezTo>
                        <a:pt x="9" y="282"/>
                        <a:pt x="9" y="282"/>
                        <a:pt x="9" y="282"/>
                      </a:cubicBezTo>
                      <a:cubicBezTo>
                        <a:pt x="9" y="282"/>
                        <a:pt x="26" y="292"/>
                        <a:pt x="27" y="304"/>
                      </a:cubicBezTo>
                      <a:cubicBezTo>
                        <a:pt x="28" y="316"/>
                        <a:pt x="8" y="317"/>
                        <a:pt x="8" y="331"/>
                      </a:cubicBezTo>
                      <a:cubicBezTo>
                        <a:pt x="8" y="345"/>
                        <a:pt x="42" y="347"/>
                        <a:pt x="51" y="352"/>
                      </a:cubicBezTo>
                      <a:cubicBezTo>
                        <a:pt x="59" y="357"/>
                        <a:pt x="82" y="389"/>
                        <a:pt x="85" y="394"/>
                      </a:cubicBezTo>
                      <a:cubicBezTo>
                        <a:pt x="87" y="398"/>
                        <a:pt x="99" y="418"/>
                        <a:pt x="99" y="424"/>
                      </a:cubicBezTo>
                      <a:cubicBezTo>
                        <a:pt x="99" y="430"/>
                        <a:pt x="123" y="456"/>
                        <a:pt x="126" y="462"/>
                      </a:cubicBezTo>
                      <a:cubicBezTo>
                        <a:pt x="130" y="468"/>
                        <a:pt x="164" y="522"/>
                        <a:pt x="164" y="522"/>
                      </a:cubicBezTo>
                      <a:cubicBezTo>
                        <a:pt x="169" y="547"/>
                        <a:pt x="169" y="547"/>
                        <a:pt x="169" y="547"/>
                      </a:cubicBezTo>
                      <a:cubicBezTo>
                        <a:pt x="169" y="547"/>
                        <a:pt x="197" y="602"/>
                        <a:pt x="197" y="609"/>
                      </a:cubicBezTo>
                      <a:cubicBezTo>
                        <a:pt x="197" y="616"/>
                        <a:pt x="205" y="616"/>
                        <a:pt x="214" y="622"/>
                      </a:cubicBezTo>
                      <a:cubicBezTo>
                        <a:pt x="222" y="628"/>
                        <a:pt x="218" y="635"/>
                        <a:pt x="220" y="647"/>
                      </a:cubicBezTo>
                      <a:cubicBezTo>
                        <a:pt x="221" y="658"/>
                        <a:pt x="255" y="699"/>
                        <a:pt x="267" y="715"/>
                      </a:cubicBezTo>
                      <a:cubicBezTo>
                        <a:pt x="279" y="732"/>
                        <a:pt x="270" y="754"/>
                        <a:pt x="270" y="762"/>
                      </a:cubicBezTo>
                      <a:cubicBezTo>
                        <a:pt x="270" y="771"/>
                        <a:pt x="293" y="796"/>
                        <a:pt x="304" y="803"/>
                      </a:cubicBezTo>
                      <a:cubicBezTo>
                        <a:pt x="314" y="810"/>
                        <a:pt x="324" y="826"/>
                        <a:pt x="332" y="835"/>
                      </a:cubicBezTo>
                      <a:cubicBezTo>
                        <a:pt x="340" y="843"/>
                        <a:pt x="386" y="861"/>
                        <a:pt x="400" y="869"/>
                      </a:cubicBezTo>
                      <a:cubicBezTo>
                        <a:pt x="415" y="877"/>
                        <a:pt x="442" y="883"/>
                        <a:pt x="463" y="901"/>
                      </a:cubicBezTo>
                      <a:cubicBezTo>
                        <a:pt x="484" y="919"/>
                        <a:pt x="516" y="939"/>
                        <a:pt x="516" y="939"/>
                      </a:cubicBezTo>
                      <a:cubicBezTo>
                        <a:pt x="522" y="954"/>
                        <a:pt x="522" y="954"/>
                        <a:pt x="522" y="954"/>
                      </a:cubicBezTo>
                      <a:cubicBezTo>
                        <a:pt x="522" y="954"/>
                        <a:pt x="533" y="962"/>
                        <a:pt x="540" y="968"/>
                      </a:cubicBezTo>
                      <a:cubicBezTo>
                        <a:pt x="547" y="974"/>
                        <a:pt x="574" y="992"/>
                        <a:pt x="574" y="992"/>
                      </a:cubicBezTo>
                      <a:cubicBezTo>
                        <a:pt x="574" y="993"/>
                        <a:pt x="574" y="993"/>
                        <a:pt x="574" y="993"/>
                      </a:cubicBezTo>
                      <a:cubicBezTo>
                        <a:pt x="580" y="989"/>
                        <a:pt x="589" y="983"/>
                        <a:pt x="596" y="977"/>
                      </a:cubicBezTo>
                      <a:cubicBezTo>
                        <a:pt x="608" y="968"/>
                        <a:pt x="596" y="954"/>
                        <a:pt x="596" y="954"/>
                      </a:cubicBezTo>
                      <a:cubicBezTo>
                        <a:pt x="608" y="946"/>
                        <a:pt x="608" y="946"/>
                        <a:pt x="608" y="946"/>
                      </a:cubicBezTo>
                      <a:cubicBezTo>
                        <a:pt x="601" y="929"/>
                        <a:pt x="601" y="929"/>
                        <a:pt x="601" y="929"/>
                      </a:cubicBezTo>
                      <a:cubicBezTo>
                        <a:pt x="601" y="929"/>
                        <a:pt x="611" y="919"/>
                        <a:pt x="620" y="912"/>
                      </a:cubicBezTo>
                      <a:cubicBezTo>
                        <a:pt x="626" y="908"/>
                        <a:pt x="629" y="897"/>
                        <a:pt x="630" y="889"/>
                      </a:cubicBezTo>
                      <a:lnTo>
                        <a:pt x="622" y="88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0" name="Freeform 342"/>
                <p:cNvSpPr>
                  <a:spLocks noEditPoints="1"/>
                </p:cNvSpPr>
                <p:nvPr/>
              </p:nvSpPr>
              <p:spPr bwMode="gray">
                <a:xfrm>
                  <a:off x="-14235" y="-8761"/>
                  <a:ext cx="1427" cy="1682"/>
                </a:xfrm>
                <a:custGeom>
                  <a:avLst/>
                  <a:gdLst>
                    <a:gd name="T0" fmla="*/ 1 w 604"/>
                    <a:gd name="T1" fmla="*/ 70 h 712"/>
                    <a:gd name="T2" fmla="*/ 599 w 604"/>
                    <a:gd name="T3" fmla="*/ 500 h 712"/>
                    <a:gd name="T4" fmla="*/ 584 w 604"/>
                    <a:gd name="T5" fmla="*/ 421 h 712"/>
                    <a:gd name="T6" fmla="*/ 561 w 604"/>
                    <a:gd name="T7" fmla="*/ 361 h 712"/>
                    <a:gd name="T8" fmla="*/ 468 w 604"/>
                    <a:gd name="T9" fmla="*/ 314 h 712"/>
                    <a:gd name="T10" fmla="*/ 463 w 604"/>
                    <a:gd name="T11" fmla="*/ 290 h 712"/>
                    <a:gd name="T12" fmla="*/ 450 w 604"/>
                    <a:gd name="T13" fmla="*/ 250 h 712"/>
                    <a:gd name="T14" fmla="*/ 418 w 604"/>
                    <a:gd name="T15" fmla="*/ 209 h 712"/>
                    <a:gd name="T16" fmla="*/ 367 w 604"/>
                    <a:gd name="T17" fmla="*/ 190 h 712"/>
                    <a:gd name="T18" fmla="*/ 320 w 604"/>
                    <a:gd name="T19" fmla="*/ 163 h 712"/>
                    <a:gd name="T20" fmla="*/ 290 w 604"/>
                    <a:gd name="T21" fmla="*/ 152 h 712"/>
                    <a:gd name="T22" fmla="*/ 258 w 604"/>
                    <a:gd name="T23" fmla="*/ 153 h 712"/>
                    <a:gd name="T24" fmla="*/ 230 w 604"/>
                    <a:gd name="T25" fmla="*/ 130 h 712"/>
                    <a:gd name="T26" fmla="*/ 210 w 604"/>
                    <a:gd name="T27" fmla="*/ 97 h 712"/>
                    <a:gd name="T28" fmla="*/ 200 w 604"/>
                    <a:gd name="T29" fmla="*/ 52 h 712"/>
                    <a:gd name="T30" fmla="*/ 211 w 604"/>
                    <a:gd name="T31" fmla="*/ 4 h 712"/>
                    <a:gd name="T32" fmla="*/ 183 w 604"/>
                    <a:gd name="T33" fmla="*/ 6 h 712"/>
                    <a:gd name="T34" fmla="*/ 151 w 604"/>
                    <a:gd name="T35" fmla="*/ 13 h 712"/>
                    <a:gd name="T36" fmla="*/ 104 w 604"/>
                    <a:gd name="T37" fmla="*/ 38 h 712"/>
                    <a:gd name="T38" fmla="*/ 76 w 604"/>
                    <a:gd name="T39" fmla="*/ 57 h 712"/>
                    <a:gd name="T40" fmla="*/ 50 w 604"/>
                    <a:gd name="T41" fmla="*/ 81 h 712"/>
                    <a:gd name="T42" fmla="*/ 9 w 604"/>
                    <a:gd name="T43" fmla="*/ 71 h 712"/>
                    <a:gd name="T44" fmla="*/ 52 w 604"/>
                    <a:gd name="T45" fmla="*/ 157 h 712"/>
                    <a:gd name="T46" fmla="*/ 50 w 604"/>
                    <a:gd name="T47" fmla="*/ 204 h 712"/>
                    <a:gd name="T48" fmla="*/ 52 w 604"/>
                    <a:gd name="T49" fmla="*/ 246 h 712"/>
                    <a:gd name="T50" fmla="*/ 44 w 604"/>
                    <a:gd name="T51" fmla="*/ 304 h 712"/>
                    <a:gd name="T52" fmla="*/ 39 w 604"/>
                    <a:gd name="T53" fmla="*/ 318 h 712"/>
                    <a:gd name="T54" fmla="*/ 62 w 604"/>
                    <a:gd name="T55" fmla="*/ 339 h 712"/>
                    <a:gd name="T56" fmla="*/ 76 w 604"/>
                    <a:gd name="T57" fmla="*/ 359 h 712"/>
                    <a:gd name="T58" fmla="*/ 62 w 604"/>
                    <a:gd name="T59" fmla="*/ 369 h 712"/>
                    <a:gd name="T60" fmla="*/ 33 w 604"/>
                    <a:gd name="T61" fmla="*/ 409 h 712"/>
                    <a:gd name="T62" fmla="*/ 39 w 604"/>
                    <a:gd name="T63" fmla="*/ 427 h 712"/>
                    <a:gd name="T64" fmla="*/ 64 w 604"/>
                    <a:gd name="T65" fmla="*/ 449 h 712"/>
                    <a:gd name="T66" fmla="*/ 105 w 604"/>
                    <a:gd name="T67" fmla="*/ 525 h 712"/>
                    <a:gd name="T68" fmla="*/ 104 w 604"/>
                    <a:gd name="T69" fmla="*/ 554 h 712"/>
                    <a:gd name="T70" fmla="*/ 102 w 604"/>
                    <a:gd name="T71" fmla="*/ 588 h 712"/>
                    <a:gd name="T72" fmla="*/ 134 w 604"/>
                    <a:gd name="T73" fmla="*/ 627 h 712"/>
                    <a:gd name="T74" fmla="*/ 147 w 604"/>
                    <a:gd name="T75" fmla="*/ 684 h 712"/>
                    <a:gd name="T76" fmla="*/ 188 w 604"/>
                    <a:gd name="T77" fmla="*/ 708 h 712"/>
                    <a:gd name="T78" fmla="*/ 199 w 604"/>
                    <a:gd name="T79" fmla="*/ 691 h 712"/>
                    <a:gd name="T80" fmla="*/ 214 w 604"/>
                    <a:gd name="T81" fmla="*/ 674 h 712"/>
                    <a:gd name="T82" fmla="*/ 241 w 604"/>
                    <a:gd name="T83" fmla="*/ 670 h 712"/>
                    <a:gd name="T84" fmla="*/ 318 w 604"/>
                    <a:gd name="T85" fmla="*/ 707 h 712"/>
                    <a:gd name="T86" fmla="*/ 374 w 604"/>
                    <a:gd name="T87" fmla="*/ 664 h 712"/>
                    <a:gd name="T88" fmla="*/ 403 w 604"/>
                    <a:gd name="T89" fmla="*/ 607 h 712"/>
                    <a:gd name="T90" fmla="*/ 413 w 604"/>
                    <a:gd name="T91" fmla="*/ 558 h 712"/>
                    <a:gd name="T92" fmla="*/ 486 w 604"/>
                    <a:gd name="T93" fmla="*/ 527 h 712"/>
                    <a:gd name="T94" fmla="*/ 574 w 604"/>
                    <a:gd name="T95" fmla="*/ 546 h 712"/>
                    <a:gd name="T96" fmla="*/ 602 w 604"/>
                    <a:gd name="T97" fmla="*/ 555 h 712"/>
                    <a:gd name="T98" fmla="*/ 603 w 604"/>
                    <a:gd name="T99" fmla="*/ 508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04" h="712">
                      <a:moveTo>
                        <a:pt x="0" y="70"/>
                      </a:move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70"/>
                        <a:pt x="1" y="70"/>
                        <a:pt x="0" y="70"/>
                      </a:cubicBezTo>
                      <a:close/>
                      <a:moveTo>
                        <a:pt x="599" y="500"/>
                      </a:moveTo>
                      <a:cubicBezTo>
                        <a:pt x="599" y="500"/>
                        <a:pt x="604" y="474"/>
                        <a:pt x="604" y="460"/>
                      </a:cubicBezTo>
                      <a:cubicBezTo>
                        <a:pt x="604" y="446"/>
                        <a:pt x="595" y="428"/>
                        <a:pt x="584" y="421"/>
                      </a:cubicBezTo>
                      <a:cubicBezTo>
                        <a:pt x="573" y="414"/>
                        <a:pt x="564" y="413"/>
                        <a:pt x="557" y="404"/>
                      </a:cubicBezTo>
                      <a:cubicBezTo>
                        <a:pt x="550" y="395"/>
                        <a:pt x="561" y="361"/>
                        <a:pt x="561" y="361"/>
                      </a:cubicBezTo>
                      <a:cubicBezTo>
                        <a:pt x="561" y="361"/>
                        <a:pt x="484" y="363"/>
                        <a:pt x="471" y="354"/>
                      </a:cubicBezTo>
                      <a:cubicBezTo>
                        <a:pt x="458" y="345"/>
                        <a:pt x="468" y="314"/>
                        <a:pt x="468" y="314"/>
                      </a:cubicBezTo>
                      <a:cubicBezTo>
                        <a:pt x="468" y="314"/>
                        <a:pt x="452" y="300"/>
                        <a:pt x="450" y="294"/>
                      </a:cubicBezTo>
                      <a:cubicBezTo>
                        <a:pt x="448" y="288"/>
                        <a:pt x="463" y="290"/>
                        <a:pt x="463" y="290"/>
                      </a:cubicBezTo>
                      <a:cubicBezTo>
                        <a:pt x="461" y="269"/>
                        <a:pt x="461" y="269"/>
                        <a:pt x="461" y="269"/>
                      </a:cubicBezTo>
                      <a:cubicBezTo>
                        <a:pt x="461" y="269"/>
                        <a:pt x="454" y="257"/>
                        <a:pt x="450" y="250"/>
                      </a:cubicBezTo>
                      <a:cubicBezTo>
                        <a:pt x="446" y="243"/>
                        <a:pt x="451" y="240"/>
                        <a:pt x="450" y="230"/>
                      </a:cubicBezTo>
                      <a:cubicBezTo>
                        <a:pt x="449" y="220"/>
                        <a:pt x="429" y="211"/>
                        <a:pt x="418" y="209"/>
                      </a:cubicBezTo>
                      <a:cubicBezTo>
                        <a:pt x="407" y="207"/>
                        <a:pt x="396" y="212"/>
                        <a:pt x="386" y="211"/>
                      </a:cubicBezTo>
                      <a:cubicBezTo>
                        <a:pt x="376" y="210"/>
                        <a:pt x="367" y="190"/>
                        <a:pt x="367" y="190"/>
                      </a:cubicBezTo>
                      <a:cubicBezTo>
                        <a:pt x="367" y="190"/>
                        <a:pt x="351" y="189"/>
                        <a:pt x="340" y="184"/>
                      </a:cubicBezTo>
                      <a:cubicBezTo>
                        <a:pt x="329" y="179"/>
                        <a:pt x="321" y="167"/>
                        <a:pt x="320" y="163"/>
                      </a:cubicBezTo>
                      <a:cubicBezTo>
                        <a:pt x="319" y="159"/>
                        <a:pt x="312" y="166"/>
                        <a:pt x="304" y="166"/>
                      </a:cubicBezTo>
                      <a:cubicBezTo>
                        <a:pt x="296" y="166"/>
                        <a:pt x="290" y="152"/>
                        <a:pt x="290" y="152"/>
                      </a:cubicBezTo>
                      <a:cubicBezTo>
                        <a:pt x="290" y="152"/>
                        <a:pt x="280" y="159"/>
                        <a:pt x="276" y="158"/>
                      </a:cubicBezTo>
                      <a:cubicBezTo>
                        <a:pt x="272" y="157"/>
                        <a:pt x="268" y="157"/>
                        <a:pt x="258" y="153"/>
                      </a:cubicBezTo>
                      <a:cubicBezTo>
                        <a:pt x="248" y="149"/>
                        <a:pt x="252" y="138"/>
                        <a:pt x="249" y="133"/>
                      </a:cubicBezTo>
                      <a:cubicBezTo>
                        <a:pt x="246" y="128"/>
                        <a:pt x="230" y="130"/>
                        <a:pt x="230" y="130"/>
                      </a:cubicBezTo>
                      <a:cubicBezTo>
                        <a:pt x="224" y="110"/>
                        <a:pt x="224" y="110"/>
                        <a:pt x="224" y="110"/>
                      </a:cubicBezTo>
                      <a:cubicBezTo>
                        <a:pt x="224" y="110"/>
                        <a:pt x="217" y="106"/>
                        <a:pt x="210" y="97"/>
                      </a:cubicBezTo>
                      <a:cubicBezTo>
                        <a:pt x="203" y="88"/>
                        <a:pt x="210" y="82"/>
                        <a:pt x="210" y="73"/>
                      </a:cubicBezTo>
                      <a:cubicBezTo>
                        <a:pt x="210" y="64"/>
                        <a:pt x="201" y="56"/>
                        <a:pt x="200" y="52"/>
                      </a:cubicBezTo>
                      <a:cubicBezTo>
                        <a:pt x="199" y="48"/>
                        <a:pt x="207" y="35"/>
                        <a:pt x="207" y="35"/>
                      </a:cubicBezTo>
                      <a:cubicBezTo>
                        <a:pt x="207" y="35"/>
                        <a:pt x="215" y="8"/>
                        <a:pt x="211" y="4"/>
                      </a:cubicBezTo>
                      <a:cubicBezTo>
                        <a:pt x="207" y="0"/>
                        <a:pt x="194" y="8"/>
                        <a:pt x="193" y="12"/>
                      </a:cubicBezTo>
                      <a:cubicBezTo>
                        <a:pt x="192" y="16"/>
                        <a:pt x="183" y="6"/>
                        <a:pt x="183" y="6"/>
                      </a:cubicBezTo>
                      <a:cubicBezTo>
                        <a:pt x="174" y="14"/>
                        <a:pt x="174" y="14"/>
                        <a:pt x="174" y="14"/>
                      </a:cubicBezTo>
                      <a:cubicBezTo>
                        <a:pt x="174" y="14"/>
                        <a:pt x="164" y="13"/>
                        <a:pt x="151" y="13"/>
                      </a:cubicBezTo>
                      <a:cubicBezTo>
                        <a:pt x="138" y="13"/>
                        <a:pt x="128" y="39"/>
                        <a:pt x="128" y="39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1" y="69"/>
                        <a:pt x="63" y="78"/>
                        <a:pt x="50" y="81"/>
                      </a:cubicBezTo>
                      <a:cubicBezTo>
                        <a:pt x="37" y="84"/>
                        <a:pt x="34" y="73"/>
                        <a:pt x="34" y="73"/>
                      </a:cubicBezTo>
                      <a:cubicBezTo>
                        <a:pt x="34" y="73"/>
                        <a:pt x="21" y="72"/>
                        <a:pt x="9" y="71"/>
                      </a:cubicBezTo>
                      <a:cubicBezTo>
                        <a:pt x="11" y="80"/>
                        <a:pt x="18" y="101"/>
                        <a:pt x="29" y="112"/>
                      </a:cubicBezTo>
                      <a:cubicBezTo>
                        <a:pt x="44" y="125"/>
                        <a:pt x="54" y="150"/>
                        <a:pt x="52" y="157"/>
                      </a:cubicBezTo>
                      <a:cubicBezTo>
                        <a:pt x="51" y="163"/>
                        <a:pt x="41" y="174"/>
                        <a:pt x="41" y="174"/>
                      </a:cubicBezTo>
                      <a:cubicBezTo>
                        <a:pt x="50" y="204"/>
                        <a:pt x="50" y="204"/>
                        <a:pt x="50" y="204"/>
                      </a:cubicBezTo>
                      <a:cubicBezTo>
                        <a:pt x="37" y="224"/>
                        <a:pt x="37" y="224"/>
                        <a:pt x="37" y="224"/>
                      </a:cubicBezTo>
                      <a:cubicBezTo>
                        <a:pt x="37" y="224"/>
                        <a:pt x="56" y="237"/>
                        <a:pt x="52" y="246"/>
                      </a:cubicBezTo>
                      <a:cubicBezTo>
                        <a:pt x="48" y="256"/>
                        <a:pt x="33" y="264"/>
                        <a:pt x="35" y="279"/>
                      </a:cubicBezTo>
                      <a:cubicBezTo>
                        <a:pt x="36" y="293"/>
                        <a:pt x="44" y="304"/>
                        <a:pt x="44" y="304"/>
                      </a:cubicBezTo>
                      <a:cubicBezTo>
                        <a:pt x="39" y="315"/>
                        <a:pt x="39" y="315"/>
                        <a:pt x="39" y="315"/>
                      </a:cubicBezTo>
                      <a:cubicBezTo>
                        <a:pt x="39" y="315"/>
                        <a:pt x="39" y="316"/>
                        <a:pt x="39" y="318"/>
                      </a:cubicBezTo>
                      <a:cubicBezTo>
                        <a:pt x="44" y="322"/>
                        <a:pt x="47" y="326"/>
                        <a:pt x="47" y="326"/>
                      </a:cubicBezTo>
                      <a:cubicBezTo>
                        <a:pt x="62" y="339"/>
                        <a:pt x="62" y="339"/>
                        <a:pt x="62" y="339"/>
                      </a:cubicBezTo>
                      <a:cubicBezTo>
                        <a:pt x="63" y="351"/>
                        <a:pt x="63" y="351"/>
                        <a:pt x="63" y="351"/>
                      </a:cubicBezTo>
                      <a:cubicBezTo>
                        <a:pt x="76" y="359"/>
                        <a:pt x="76" y="359"/>
                        <a:pt x="76" y="359"/>
                      </a:cubicBezTo>
                      <a:cubicBezTo>
                        <a:pt x="68" y="376"/>
                        <a:pt x="68" y="376"/>
                        <a:pt x="68" y="376"/>
                      </a:cubicBezTo>
                      <a:cubicBezTo>
                        <a:pt x="62" y="369"/>
                        <a:pt x="62" y="369"/>
                        <a:pt x="62" y="369"/>
                      </a:cubicBezTo>
                      <a:cubicBezTo>
                        <a:pt x="61" y="377"/>
                        <a:pt x="58" y="388"/>
                        <a:pt x="52" y="392"/>
                      </a:cubicBezTo>
                      <a:cubicBezTo>
                        <a:pt x="43" y="399"/>
                        <a:pt x="33" y="409"/>
                        <a:pt x="33" y="409"/>
                      </a:cubicBezTo>
                      <a:cubicBezTo>
                        <a:pt x="40" y="426"/>
                        <a:pt x="40" y="426"/>
                        <a:pt x="40" y="426"/>
                      </a:cubicBezTo>
                      <a:cubicBezTo>
                        <a:pt x="39" y="427"/>
                        <a:pt x="39" y="427"/>
                        <a:pt x="39" y="427"/>
                      </a:cubicBezTo>
                      <a:cubicBezTo>
                        <a:pt x="50" y="449"/>
                        <a:pt x="50" y="449"/>
                        <a:pt x="50" y="449"/>
                      </a:cubicBezTo>
                      <a:cubicBezTo>
                        <a:pt x="64" y="449"/>
                        <a:pt x="64" y="449"/>
                        <a:pt x="64" y="449"/>
                      </a:cubicBezTo>
                      <a:cubicBezTo>
                        <a:pt x="73" y="501"/>
                        <a:pt x="73" y="501"/>
                        <a:pt x="73" y="501"/>
                      </a:cubicBezTo>
                      <a:cubicBezTo>
                        <a:pt x="73" y="501"/>
                        <a:pt x="109" y="513"/>
                        <a:pt x="105" y="525"/>
                      </a:cubicBezTo>
                      <a:cubicBezTo>
                        <a:pt x="101" y="537"/>
                        <a:pt x="93" y="543"/>
                        <a:pt x="93" y="543"/>
                      </a:cubicBezTo>
                      <a:cubicBezTo>
                        <a:pt x="104" y="554"/>
                        <a:pt x="104" y="554"/>
                        <a:pt x="104" y="554"/>
                      </a:cubicBezTo>
                      <a:cubicBezTo>
                        <a:pt x="104" y="554"/>
                        <a:pt x="89" y="566"/>
                        <a:pt x="93" y="575"/>
                      </a:cubicBezTo>
                      <a:cubicBezTo>
                        <a:pt x="97" y="585"/>
                        <a:pt x="102" y="588"/>
                        <a:pt x="102" y="588"/>
                      </a:cubicBezTo>
                      <a:cubicBezTo>
                        <a:pt x="102" y="605"/>
                        <a:pt x="102" y="605"/>
                        <a:pt x="102" y="605"/>
                      </a:cubicBezTo>
                      <a:cubicBezTo>
                        <a:pt x="102" y="605"/>
                        <a:pt x="131" y="616"/>
                        <a:pt x="134" y="627"/>
                      </a:cubicBezTo>
                      <a:cubicBezTo>
                        <a:pt x="136" y="638"/>
                        <a:pt x="134" y="668"/>
                        <a:pt x="134" y="668"/>
                      </a:cubicBezTo>
                      <a:cubicBezTo>
                        <a:pt x="147" y="684"/>
                        <a:pt x="147" y="684"/>
                        <a:pt x="147" y="684"/>
                      </a:cubicBezTo>
                      <a:cubicBezTo>
                        <a:pt x="147" y="684"/>
                        <a:pt x="146" y="710"/>
                        <a:pt x="158" y="711"/>
                      </a:cubicBezTo>
                      <a:cubicBezTo>
                        <a:pt x="170" y="712"/>
                        <a:pt x="188" y="708"/>
                        <a:pt x="188" y="708"/>
                      </a:cubicBezTo>
                      <a:cubicBezTo>
                        <a:pt x="188" y="689"/>
                        <a:pt x="188" y="689"/>
                        <a:pt x="188" y="689"/>
                      </a:cubicBezTo>
                      <a:cubicBezTo>
                        <a:pt x="199" y="691"/>
                        <a:pt x="199" y="691"/>
                        <a:pt x="199" y="691"/>
                      </a:cubicBezTo>
                      <a:cubicBezTo>
                        <a:pt x="199" y="677"/>
                        <a:pt x="199" y="677"/>
                        <a:pt x="199" y="677"/>
                      </a:cubicBezTo>
                      <a:cubicBezTo>
                        <a:pt x="214" y="674"/>
                        <a:pt x="214" y="674"/>
                        <a:pt x="214" y="674"/>
                      </a:cubicBezTo>
                      <a:cubicBezTo>
                        <a:pt x="222" y="657"/>
                        <a:pt x="222" y="657"/>
                        <a:pt x="222" y="657"/>
                      </a:cubicBezTo>
                      <a:cubicBezTo>
                        <a:pt x="222" y="657"/>
                        <a:pt x="227" y="666"/>
                        <a:pt x="241" y="670"/>
                      </a:cubicBezTo>
                      <a:cubicBezTo>
                        <a:pt x="254" y="674"/>
                        <a:pt x="296" y="673"/>
                        <a:pt x="296" y="673"/>
                      </a:cubicBezTo>
                      <a:cubicBezTo>
                        <a:pt x="318" y="707"/>
                        <a:pt x="318" y="707"/>
                        <a:pt x="318" y="707"/>
                      </a:cubicBezTo>
                      <a:cubicBezTo>
                        <a:pt x="323" y="670"/>
                        <a:pt x="323" y="670"/>
                        <a:pt x="323" y="670"/>
                      </a:cubicBezTo>
                      <a:cubicBezTo>
                        <a:pt x="374" y="664"/>
                        <a:pt x="374" y="664"/>
                        <a:pt x="374" y="664"/>
                      </a:cubicBezTo>
                      <a:cubicBezTo>
                        <a:pt x="397" y="681"/>
                        <a:pt x="397" y="681"/>
                        <a:pt x="397" y="681"/>
                      </a:cubicBezTo>
                      <a:cubicBezTo>
                        <a:pt x="397" y="681"/>
                        <a:pt x="405" y="613"/>
                        <a:pt x="403" y="607"/>
                      </a:cubicBezTo>
                      <a:cubicBezTo>
                        <a:pt x="402" y="600"/>
                        <a:pt x="387" y="578"/>
                        <a:pt x="394" y="574"/>
                      </a:cubicBezTo>
                      <a:cubicBezTo>
                        <a:pt x="401" y="570"/>
                        <a:pt x="413" y="558"/>
                        <a:pt x="413" y="558"/>
                      </a:cubicBezTo>
                      <a:cubicBezTo>
                        <a:pt x="417" y="539"/>
                        <a:pt x="417" y="539"/>
                        <a:pt x="417" y="539"/>
                      </a:cubicBezTo>
                      <a:cubicBezTo>
                        <a:pt x="486" y="527"/>
                        <a:pt x="486" y="527"/>
                        <a:pt x="486" y="527"/>
                      </a:cubicBezTo>
                      <a:cubicBezTo>
                        <a:pt x="539" y="518"/>
                        <a:pt x="539" y="518"/>
                        <a:pt x="539" y="518"/>
                      </a:cubicBezTo>
                      <a:cubicBezTo>
                        <a:pt x="574" y="546"/>
                        <a:pt x="574" y="546"/>
                        <a:pt x="574" y="546"/>
                      </a:cubicBezTo>
                      <a:cubicBezTo>
                        <a:pt x="587" y="569"/>
                        <a:pt x="587" y="569"/>
                        <a:pt x="587" y="569"/>
                      </a:cubicBezTo>
                      <a:cubicBezTo>
                        <a:pt x="587" y="563"/>
                        <a:pt x="602" y="555"/>
                        <a:pt x="602" y="555"/>
                      </a:cubicBezTo>
                      <a:cubicBezTo>
                        <a:pt x="602" y="555"/>
                        <a:pt x="590" y="545"/>
                        <a:pt x="588" y="540"/>
                      </a:cubicBezTo>
                      <a:cubicBezTo>
                        <a:pt x="586" y="535"/>
                        <a:pt x="603" y="508"/>
                        <a:pt x="603" y="508"/>
                      </a:cubicBezTo>
                      <a:lnTo>
                        <a:pt x="599" y="50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1" name="Freeform 343"/>
                <p:cNvSpPr>
                  <a:spLocks/>
                </p:cNvSpPr>
                <p:nvPr/>
              </p:nvSpPr>
              <p:spPr bwMode="gray">
                <a:xfrm>
                  <a:off x="-716" y="-15753"/>
                  <a:ext cx="1885" cy="1056"/>
                </a:xfrm>
                <a:custGeom>
                  <a:avLst/>
                  <a:gdLst>
                    <a:gd name="T0" fmla="*/ 764 w 798"/>
                    <a:gd name="T1" fmla="*/ 243 h 447"/>
                    <a:gd name="T2" fmla="*/ 745 w 798"/>
                    <a:gd name="T3" fmla="*/ 230 h 447"/>
                    <a:gd name="T4" fmla="*/ 721 w 798"/>
                    <a:gd name="T5" fmla="*/ 212 h 447"/>
                    <a:gd name="T6" fmla="*/ 712 w 798"/>
                    <a:gd name="T7" fmla="*/ 222 h 447"/>
                    <a:gd name="T8" fmla="*/ 689 w 798"/>
                    <a:gd name="T9" fmla="*/ 229 h 447"/>
                    <a:gd name="T10" fmla="*/ 660 w 798"/>
                    <a:gd name="T11" fmla="*/ 212 h 447"/>
                    <a:gd name="T12" fmla="*/ 690 w 798"/>
                    <a:gd name="T13" fmla="*/ 175 h 447"/>
                    <a:gd name="T14" fmla="*/ 653 w 798"/>
                    <a:gd name="T15" fmla="*/ 185 h 447"/>
                    <a:gd name="T16" fmla="*/ 623 w 798"/>
                    <a:gd name="T17" fmla="*/ 208 h 447"/>
                    <a:gd name="T18" fmla="*/ 596 w 798"/>
                    <a:gd name="T19" fmla="*/ 236 h 447"/>
                    <a:gd name="T20" fmla="*/ 573 w 798"/>
                    <a:gd name="T21" fmla="*/ 259 h 447"/>
                    <a:gd name="T22" fmla="*/ 509 w 798"/>
                    <a:gd name="T23" fmla="*/ 228 h 447"/>
                    <a:gd name="T24" fmla="*/ 469 w 798"/>
                    <a:gd name="T25" fmla="*/ 188 h 447"/>
                    <a:gd name="T26" fmla="*/ 441 w 798"/>
                    <a:gd name="T27" fmla="*/ 136 h 447"/>
                    <a:gd name="T28" fmla="*/ 379 w 798"/>
                    <a:gd name="T29" fmla="*/ 105 h 447"/>
                    <a:gd name="T30" fmla="*/ 272 w 798"/>
                    <a:gd name="T31" fmla="*/ 108 h 447"/>
                    <a:gd name="T32" fmla="*/ 177 w 798"/>
                    <a:gd name="T33" fmla="*/ 38 h 447"/>
                    <a:gd name="T34" fmla="*/ 174 w 798"/>
                    <a:gd name="T35" fmla="*/ 75 h 447"/>
                    <a:gd name="T36" fmla="*/ 149 w 798"/>
                    <a:gd name="T37" fmla="*/ 55 h 447"/>
                    <a:gd name="T38" fmla="*/ 145 w 798"/>
                    <a:gd name="T39" fmla="*/ 23 h 447"/>
                    <a:gd name="T40" fmla="*/ 106 w 798"/>
                    <a:gd name="T41" fmla="*/ 20 h 447"/>
                    <a:gd name="T42" fmla="*/ 116 w 798"/>
                    <a:gd name="T43" fmla="*/ 45 h 447"/>
                    <a:gd name="T44" fmla="*/ 92 w 798"/>
                    <a:gd name="T45" fmla="*/ 37 h 447"/>
                    <a:gd name="T46" fmla="*/ 103 w 798"/>
                    <a:gd name="T47" fmla="*/ 3 h 447"/>
                    <a:gd name="T48" fmla="*/ 0 w 798"/>
                    <a:gd name="T49" fmla="*/ 31 h 447"/>
                    <a:gd name="T50" fmla="*/ 37 w 798"/>
                    <a:gd name="T51" fmla="*/ 217 h 447"/>
                    <a:gd name="T52" fmla="*/ 92 w 798"/>
                    <a:gd name="T53" fmla="*/ 224 h 447"/>
                    <a:gd name="T54" fmla="*/ 112 w 798"/>
                    <a:gd name="T55" fmla="*/ 175 h 447"/>
                    <a:gd name="T56" fmla="*/ 139 w 798"/>
                    <a:gd name="T57" fmla="*/ 169 h 447"/>
                    <a:gd name="T58" fmla="*/ 139 w 798"/>
                    <a:gd name="T59" fmla="*/ 152 h 447"/>
                    <a:gd name="T60" fmla="*/ 155 w 798"/>
                    <a:gd name="T61" fmla="*/ 161 h 447"/>
                    <a:gd name="T62" fmla="*/ 169 w 798"/>
                    <a:gd name="T63" fmla="*/ 168 h 447"/>
                    <a:gd name="T64" fmla="*/ 201 w 798"/>
                    <a:gd name="T65" fmla="*/ 173 h 447"/>
                    <a:gd name="T66" fmla="*/ 219 w 798"/>
                    <a:gd name="T67" fmla="*/ 197 h 447"/>
                    <a:gd name="T68" fmla="*/ 243 w 798"/>
                    <a:gd name="T69" fmla="*/ 227 h 447"/>
                    <a:gd name="T70" fmla="*/ 279 w 798"/>
                    <a:gd name="T71" fmla="*/ 225 h 447"/>
                    <a:gd name="T72" fmla="*/ 312 w 798"/>
                    <a:gd name="T73" fmla="*/ 256 h 447"/>
                    <a:gd name="T74" fmla="*/ 336 w 798"/>
                    <a:gd name="T75" fmla="*/ 293 h 447"/>
                    <a:gd name="T76" fmla="*/ 381 w 798"/>
                    <a:gd name="T77" fmla="*/ 319 h 447"/>
                    <a:gd name="T78" fmla="*/ 417 w 798"/>
                    <a:gd name="T79" fmla="*/ 348 h 447"/>
                    <a:gd name="T80" fmla="*/ 444 w 798"/>
                    <a:gd name="T81" fmla="*/ 357 h 447"/>
                    <a:gd name="T82" fmla="*/ 476 w 798"/>
                    <a:gd name="T83" fmla="*/ 376 h 447"/>
                    <a:gd name="T84" fmla="*/ 516 w 798"/>
                    <a:gd name="T85" fmla="*/ 387 h 447"/>
                    <a:gd name="T86" fmla="*/ 548 w 798"/>
                    <a:gd name="T87" fmla="*/ 425 h 447"/>
                    <a:gd name="T88" fmla="*/ 563 w 798"/>
                    <a:gd name="T89" fmla="*/ 437 h 447"/>
                    <a:gd name="T90" fmla="*/ 580 w 798"/>
                    <a:gd name="T91" fmla="*/ 445 h 447"/>
                    <a:gd name="T92" fmla="*/ 596 w 798"/>
                    <a:gd name="T93" fmla="*/ 440 h 447"/>
                    <a:gd name="T94" fmla="*/ 603 w 798"/>
                    <a:gd name="T95" fmla="*/ 445 h 447"/>
                    <a:gd name="T96" fmla="*/ 622 w 798"/>
                    <a:gd name="T97" fmla="*/ 397 h 447"/>
                    <a:gd name="T98" fmla="*/ 603 w 798"/>
                    <a:gd name="T99" fmla="*/ 353 h 447"/>
                    <a:gd name="T100" fmla="*/ 575 w 798"/>
                    <a:gd name="T101" fmla="*/ 339 h 447"/>
                    <a:gd name="T102" fmla="*/ 567 w 798"/>
                    <a:gd name="T103" fmla="*/ 321 h 447"/>
                    <a:gd name="T104" fmla="*/ 610 w 798"/>
                    <a:gd name="T105" fmla="*/ 305 h 447"/>
                    <a:gd name="T106" fmla="*/ 607 w 798"/>
                    <a:gd name="T107" fmla="*/ 282 h 447"/>
                    <a:gd name="T108" fmla="*/ 626 w 798"/>
                    <a:gd name="T109" fmla="*/ 264 h 447"/>
                    <a:gd name="T110" fmla="*/ 652 w 798"/>
                    <a:gd name="T111" fmla="*/ 260 h 447"/>
                    <a:gd name="T112" fmla="*/ 694 w 798"/>
                    <a:gd name="T113" fmla="*/ 251 h 447"/>
                    <a:gd name="T114" fmla="*/ 701 w 798"/>
                    <a:gd name="T115" fmla="*/ 283 h 447"/>
                    <a:gd name="T116" fmla="*/ 741 w 798"/>
                    <a:gd name="T117" fmla="*/ 286 h 447"/>
                    <a:gd name="T118" fmla="*/ 766 w 798"/>
                    <a:gd name="T119" fmla="*/ 271 h 447"/>
                    <a:gd name="T120" fmla="*/ 788 w 798"/>
                    <a:gd name="T121" fmla="*/ 254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98" h="447">
                      <a:moveTo>
                        <a:pt x="769" y="248"/>
                      </a:moveTo>
                      <a:cubicBezTo>
                        <a:pt x="764" y="243"/>
                        <a:pt x="764" y="243"/>
                        <a:pt x="764" y="243"/>
                      </a:cubicBezTo>
                      <a:cubicBezTo>
                        <a:pt x="751" y="241"/>
                        <a:pt x="751" y="241"/>
                        <a:pt x="751" y="241"/>
                      </a:cubicBezTo>
                      <a:cubicBezTo>
                        <a:pt x="745" y="230"/>
                        <a:pt x="745" y="230"/>
                        <a:pt x="745" y="230"/>
                      </a:cubicBezTo>
                      <a:cubicBezTo>
                        <a:pt x="732" y="230"/>
                        <a:pt x="732" y="230"/>
                        <a:pt x="732" y="230"/>
                      </a:cubicBezTo>
                      <a:cubicBezTo>
                        <a:pt x="721" y="212"/>
                        <a:pt x="721" y="212"/>
                        <a:pt x="721" y="212"/>
                      </a:cubicBezTo>
                      <a:cubicBezTo>
                        <a:pt x="721" y="222"/>
                        <a:pt x="721" y="222"/>
                        <a:pt x="721" y="222"/>
                      </a:cubicBezTo>
                      <a:cubicBezTo>
                        <a:pt x="712" y="222"/>
                        <a:pt x="712" y="222"/>
                        <a:pt x="712" y="222"/>
                      </a:cubicBezTo>
                      <a:cubicBezTo>
                        <a:pt x="713" y="231"/>
                        <a:pt x="713" y="231"/>
                        <a:pt x="713" y="231"/>
                      </a:cubicBezTo>
                      <a:cubicBezTo>
                        <a:pt x="713" y="231"/>
                        <a:pt x="694" y="233"/>
                        <a:pt x="689" y="229"/>
                      </a:cubicBezTo>
                      <a:cubicBezTo>
                        <a:pt x="684" y="225"/>
                        <a:pt x="683" y="220"/>
                        <a:pt x="683" y="220"/>
                      </a:cubicBezTo>
                      <a:cubicBezTo>
                        <a:pt x="660" y="212"/>
                        <a:pt x="660" y="212"/>
                        <a:pt x="660" y="212"/>
                      </a:cubicBezTo>
                      <a:cubicBezTo>
                        <a:pt x="660" y="212"/>
                        <a:pt x="696" y="183"/>
                        <a:pt x="694" y="178"/>
                      </a:cubicBezTo>
                      <a:cubicBezTo>
                        <a:pt x="693" y="177"/>
                        <a:pt x="692" y="176"/>
                        <a:pt x="690" y="175"/>
                      </a:cubicBezTo>
                      <a:cubicBezTo>
                        <a:pt x="671" y="184"/>
                        <a:pt x="671" y="184"/>
                        <a:pt x="671" y="184"/>
                      </a:cubicBezTo>
                      <a:cubicBezTo>
                        <a:pt x="653" y="185"/>
                        <a:pt x="653" y="185"/>
                        <a:pt x="653" y="185"/>
                      </a:cubicBezTo>
                      <a:cubicBezTo>
                        <a:pt x="645" y="203"/>
                        <a:pt x="645" y="203"/>
                        <a:pt x="645" y="203"/>
                      </a:cubicBezTo>
                      <a:cubicBezTo>
                        <a:pt x="645" y="203"/>
                        <a:pt x="633" y="205"/>
                        <a:pt x="623" y="208"/>
                      </a:cubicBezTo>
                      <a:cubicBezTo>
                        <a:pt x="612" y="211"/>
                        <a:pt x="613" y="229"/>
                        <a:pt x="613" y="229"/>
                      </a:cubicBezTo>
                      <a:cubicBezTo>
                        <a:pt x="613" y="229"/>
                        <a:pt x="605" y="229"/>
                        <a:pt x="596" y="236"/>
                      </a:cubicBezTo>
                      <a:cubicBezTo>
                        <a:pt x="587" y="243"/>
                        <a:pt x="595" y="267"/>
                        <a:pt x="595" y="267"/>
                      </a:cubicBezTo>
                      <a:cubicBezTo>
                        <a:pt x="595" y="267"/>
                        <a:pt x="584" y="261"/>
                        <a:pt x="573" y="259"/>
                      </a:cubicBezTo>
                      <a:cubicBezTo>
                        <a:pt x="563" y="256"/>
                        <a:pt x="580" y="243"/>
                        <a:pt x="573" y="233"/>
                      </a:cubicBezTo>
                      <a:cubicBezTo>
                        <a:pt x="567" y="224"/>
                        <a:pt x="520" y="233"/>
                        <a:pt x="509" y="228"/>
                      </a:cubicBezTo>
                      <a:cubicBezTo>
                        <a:pt x="499" y="223"/>
                        <a:pt x="497" y="199"/>
                        <a:pt x="488" y="188"/>
                      </a:cubicBezTo>
                      <a:cubicBezTo>
                        <a:pt x="479" y="177"/>
                        <a:pt x="479" y="191"/>
                        <a:pt x="469" y="188"/>
                      </a:cubicBezTo>
                      <a:cubicBezTo>
                        <a:pt x="460" y="185"/>
                        <a:pt x="467" y="137"/>
                        <a:pt x="461" y="136"/>
                      </a:cubicBezTo>
                      <a:cubicBezTo>
                        <a:pt x="456" y="135"/>
                        <a:pt x="441" y="136"/>
                        <a:pt x="441" y="136"/>
                      </a:cubicBezTo>
                      <a:cubicBezTo>
                        <a:pt x="441" y="136"/>
                        <a:pt x="411" y="93"/>
                        <a:pt x="404" y="93"/>
                      </a:cubicBezTo>
                      <a:cubicBezTo>
                        <a:pt x="397" y="93"/>
                        <a:pt x="379" y="105"/>
                        <a:pt x="379" y="105"/>
                      </a:cubicBezTo>
                      <a:cubicBezTo>
                        <a:pt x="379" y="105"/>
                        <a:pt x="341" y="101"/>
                        <a:pt x="325" y="101"/>
                      </a:cubicBezTo>
                      <a:cubicBezTo>
                        <a:pt x="309" y="101"/>
                        <a:pt x="272" y="108"/>
                        <a:pt x="272" y="108"/>
                      </a:cubicBezTo>
                      <a:cubicBezTo>
                        <a:pt x="223" y="60"/>
                        <a:pt x="223" y="60"/>
                        <a:pt x="223" y="60"/>
                      </a:cubicBezTo>
                      <a:cubicBezTo>
                        <a:pt x="177" y="38"/>
                        <a:pt x="177" y="38"/>
                        <a:pt x="177" y="38"/>
                      </a:cubicBezTo>
                      <a:cubicBezTo>
                        <a:pt x="181" y="47"/>
                        <a:pt x="186" y="56"/>
                        <a:pt x="183" y="61"/>
                      </a:cubicBezTo>
                      <a:cubicBezTo>
                        <a:pt x="178" y="70"/>
                        <a:pt x="174" y="75"/>
                        <a:pt x="174" y="75"/>
                      </a:cubicBezTo>
                      <a:cubicBezTo>
                        <a:pt x="174" y="75"/>
                        <a:pt x="162" y="76"/>
                        <a:pt x="154" y="70"/>
                      </a:cubicBezTo>
                      <a:cubicBezTo>
                        <a:pt x="146" y="64"/>
                        <a:pt x="149" y="55"/>
                        <a:pt x="149" y="55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5" y="23"/>
                        <a:pt x="145" y="23"/>
                        <a:pt x="145" y="23"/>
                      </a:cubicBezTo>
                      <a:cubicBezTo>
                        <a:pt x="112" y="7"/>
                        <a:pt x="112" y="7"/>
                        <a:pt x="112" y="7"/>
                      </a:cubicBezTo>
                      <a:cubicBezTo>
                        <a:pt x="106" y="20"/>
                        <a:pt x="106" y="20"/>
                        <a:pt x="106" y="20"/>
                      </a:cubicBezTo>
                      <a:cubicBezTo>
                        <a:pt x="106" y="20"/>
                        <a:pt x="119" y="28"/>
                        <a:pt x="119" y="37"/>
                      </a:cubicBezTo>
                      <a:cubicBezTo>
                        <a:pt x="119" y="46"/>
                        <a:pt x="116" y="45"/>
                        <a:pt x="116" y="45"/>
                      </a:cubicBezTo>
                      <a:cubicBezTo>
                        <a:pt x="116" y="45"/>
                        <a:pt x="117" y="55"/>
                        <a:pt x="106" y="57"/>
                      </a:cubicBezTo>
                      <a:cubicBezTo>
                        <a:pt x="95" y="59"/>
                        <a:pt x="98" y="39"/>
                        <a:pt x="92" y="37"/>
                      </a:cubicBezTo>
                      <a:cubicBezTo>
                        <a:pt x="86" y="35"/>
                        <a:pt x="99" y="21"/>
                        <a:pt x="99" y="21"/>
                      </a:cubicBezTo>
                      <a:cubicBezTo>
                        <a:pt x="103" y="3"/>
                        <a:pt x="103" y="3"/>
                        <a:pt x="103" y="3"/>
                      </a:cubicBezTo>
                      <a:cubicBezTo>
                        <a:pt x="96" y="0"/>
                        <a:pt x="96" y="0"/>
                        <a:pt x="96" y="0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35" y="218"/>
                        <a:pt x="35" y="218"/>
                        <a:pt x="35" y="218"/>
                      </a:cubicBezTo>
                      <a:cubicBezTo>
                        <a:pt x="36" y="218"/>
                        <a:pt x="36" y="217"/>
                        <a:pt x="37" y="217"/>
                      </a:cubicBezTo>
                      <a:cubicBezTo>
                        <a:pt x="44" y="217"/>
                        <a:pt x="48" y="224"/>
                        <a:pt x="48" y="224"/>
                      </a:cubicBezTo>
                      <a:cubicBezTo>
                        <a:pt x="92" y="224"/>
                        <a:pt x="92" y="224"/>
                        <a:pt x="92" y="224"/>
                      </a:cubicBezTo>
                      <a:cubicBezTo>
                        <a:pt x="92" y="224"/>
                        <a:pt x="77" y="208"/>
                        <a:pt x="79" y="195"/>
                      </a:cubicBezTo>
                      <a:cubicBezTo>
                        <a:pt x="80" y="181"/>
                        <a:pt x="112" y="175"/>
                        <a:pt x="112" y="175"/>
                      </a:cubicBezTo>
                      <a:cubicBezTo>
                        <a:pt x="112" y="175"/>
                        <a:pt x="112" y="164"/>
                        <a:pt x="116" y="163"/>
                      </a:cubicBezTo>
                      <a:cubicBezTo>
                        <a:pt x="120" y="161"/>
                        <a:pt x="139" y="169"/>
                        <a:pt x="139" y="169"/>
                      </a:cubicBezTo>
                      <a:cubicBezTo>
                        <a:pt x="119" y="151"/>
                        <a:pt x="119" y="151"/>
                        <a:pt x="119" y="151"/>
                      </a:cubicBezTo>
                      <a:cubicBezTo>
                        <a:pt x="139" y="152"/>
                        <a:pt x="139" y="152"/>
                        <a:pt x="139" y="152"/>
                      </a:cubicBezTo>
                      <a:cubicBezTo>
                        <a:pt x="143" y="145"/>
                        <a:pt x="143" y="145"/>
                        <a:pt x="143" y="145"/>
                      </a:cubicBezTo>
                      <a:cubicBezTo>
                        <a:pt x="155" y="161"/>
                        <a:pt x="155" y="161"/>
                        <a:pt x="155" y="161"/>
                      </a:cubicBezTo>
                      <a:cubicBezTo>
                        <a:pt x="171" y="160"/>
                        <a:pt x="171" y="160"/>
                        <a:pt x="171" y="160"/>
                      </a:cubicBezTo>
                      <a:cubicBezTo>
                        <a:pt x="169" y="168"/>
                        <a:pt x="169" y="168"/>
                        <a:pt x="169" y="168"/>
                      </a:cubicBezTo>
                      <a:cubicBezTo>
                        <a:pt x="179" y="172"/>
                        <a:pt x="179" y="172"/>
                        <a:pt x="179" y="172"/>
                      </a:cubicBezTo>
                      <a:cubicBezTo>
                        <a:pt x="179" y="172"/>
                        <a:pt x="192" y="169"/>
                        <a:pt x="201" y="173"/>
                      </a:cubicBezTo>
                      <a:cubicBezTo>
                        <a:pt x="211" y="177"/>
                        <a:pt x="209" y="192"/>
                        <a:pt x="209" y="192"/>
                      </a:cubicBezTo>
                      <a:cubicBezTo>
                        <a:pt x="219" y="197"/>
                        <a:pt x="219" y="197"/>
                        <a:pt x="219" y="197"/>
                      </a:cubicBezTo>
                      <a:cubicBezTo>
                        <a:pt x="219" y="197"/>
                        <a:pt x="207" y="209"/>
                        <a:pt x="212" y="219"/>
                      </a:cubicBezTo>
                      <a:cubicBezTo>
                        <a:pt x="217" y="228"/>
                        <a:pt x="243" y="227"/>
                        <a:pt x="243" y="227"/>
                      </a:cubicBezTo>
                      <a:cubicBezTo>
                        <a:pt x="279" y="231"/>
                        <a:pt x="279" y="231"/>
                        <a:pt x="279" y="231"/>
                      </a:cubicBezTo>
                      <a:cubicBezTo>
                        <a:pt x="279" y="225"/>
                        <a:pt x="279" y="225"/>
                        <a:pt x="279" y="225"/>
                      </a:cubicBezTo>
                      <a:cubicBezTo>
                        <a:pt x="303" y="237"/>
                        <a:pt x="303" y="237"/>
                        <a:pt x="303" y="237"/>
                      </a:cubicBezTo>
                      <a:cubicBezTo>
                        <a:pt x="312" y="256"/>
                        <a:pt x="312" y="256"/>
                        <a:pt x="312" y="256"/>
                      </a:cubicBezTo>
                      <a:cubicBezTo>
                        <a:pt x="325" y="271"/>
                        <a:pt x="325" y="271"/>
                        <a:pt x="325" y="271"/>
                      </a:cubicBezTo>
                      <a:cubicBezTo>
                        <a:pt x="325" y="271"/>
                        <a:pt x="333" y="283"/>
                        <a:pt x="336" y="293"/>
                      </a:cubicBezTo>
                      <a:cubicBezTo>
                        <a:pt x="339" y="304"/>
                        <a:pt x="351" y="309"/>
                        <a:pt x="357" y="312"/>
                      </a:cubicBezTo>
                      <a:cubicBezTo>
                        <a:pt x="364" y="315"/>
                        <a:pt x="377" y="317"/>
                        <a:pt x="381" y="319"/>
                      </a:cubicBezTo>
                      <a:cubicBezTo>
                        <a:pt x="385" y="320"/>
                        <a:pt x="397" y="336"/>
                        <a:pt x="397" y="336"/>
                      </a:cubicBezTo>
                      <a:cubicBezTo>
                        <a:pt x="417" y="348"/>
                        <a:pt x="417" y="348"/>
                        <a:pt x="417" y="348"/>
                      </a:cubicBezTo>
                      <a:cubicBezTo>
                        <a:pt x="435" y="349"/>
                        <a:pt x="435" y="349"/>
                        <a:pt x="435" y="349"/>
                      </a:cubicBezTo>
                      <a:cubicBezTo>
                        <a:pt x="444" y="357"/>
                        <a:pt x="444" y="357"/>
                        <a:pt x="444" y="357"/>
                      </a:cubicBezTo>
                      <a:cubicBezTo>
                        <a:pt x="455" y="360"/>
                        <a:pt x="455" y="360"/>
                        <a:pt x="455" y="360"/>
                      </a:cubicBezTo>
                      <a:cubicBezTo>
                        <a:pt x="455" y="360"/>
                        <a:pt x="469" y="371"/>
                        <a:pt x="476" y="376"/>
                      </a:cubicBezTo>
                      <a:cubicBezTo>
                        <a:pt x="483" y="381"/>
                        <a:pt x="501" y="389"/>
                        <a:pt x="501" y="389"/>
                      </a:cubicBezTo>
                      <a:cubicBezTo>
                        <a:pt x="516" y="387"/>
                        <a:pt x="516" y="387"/>
                        <a:pt x="516" y="387"/>
                      </a:cubicBezTo>
                      <a:cubicBezTo>
                        <a:pt x="549" y="405"/>
                        <a:pt x="549" y="405"/>
                        <a:pt x="549" y="405"/>
                      </a:cubicBezTo>
                      <a:cubicBezTo>
                        <a:pt x="549" y="405"/>
                        <a:pt x="537" y="417"/>
                        <a:pt x="548" y="425"/>
                      </a:cubicBezTo>
                      <a:cubicBezTo>
                        <a:pt x="554" y="430"/>
                        <a:pt x="555" y="434"/>
                        <a:pt x="555" y="437"/>
                      </a:cubicBezTo>
                      <a:cubicBezTo>
                        <a:pt x="563" y="437"/>
                        <a:pt x="563" y="437"/>
                        <a:pt x="563" y="437"/>
                      </a:cubicBezTo>
                      <a:cubicBezTo>
                        <a:pt x="571" y="431"/>
                        <a:pt x="571" y="431"/>
                        <a:pt x="571" y="431"/>
                      </a:cubicBezTo>
                      <a:cubicBezTo>
                        <a:pt x="580" y="445"/>
                        <a:pt x="580" y="445"/>
                        <a:pt x="580" y="445"/>
                      </a:cubicBezTo>
                      <a:cubicBezTo>
                        <a:pt x="591" y="440"/>
                        <a:pt x="591" y="440"/>
                        <a:pt x="591" y="440"/>
                      </a:cubicBezTo>
                      <a:cubicBezTo>
                        <a:pt x="596" y="440"/>
                        <a:pt x="596" y="440"/>
                        <a:pt x="596" y="440"/>
                      </a:cubicBezTo>
                      <a:cubicBezTo>
                        <a:pt x="596" y="440"/>
                        <a:pt x="600" y="443"/>
                        <a:pt x="605" y="447"/>
                      </a:cubicBezTo>
                      <a:cubicBezTo>
                        <a:pt x="604" y="446"/>
                        <a:pt x="603" y="446"/>
                        <a:pt x="603" y="445"/>
                      </a:cubicBezTo>
                      <a:cubicBezTo>
                        <a:pt x="602" y="439"/>
                        <a:pt x="601" y="430"/>
                        <a:pt x="605" y="426"/>
                      </a:cubicBezTo>
                      <a:cubicBezTo>
                        <a:pt x="612" y="418"/>
                        <a:pt x="622" y="408"/>
                        <a:pt x="622" y="397"/>
                      </a:cubicBezTo>
                      <a:cubicBezTo>
                        <a:pt x="622" y="386"/>
                        <a:pt x="609" y="387"/>
                        <a:pt x="603" y="377"/>
                      </a:cubicBezTo>
                      <a:cubicBezTo>
                        <a:pt x="597" y="367"/>
                        <a:pt x="608" y="358"/>
                        <a:pt x="603" y="353"/>
                      </a:cubicBezTo>
                      <a:cubicBezTo>
                        <a:pt x="598" y="348"/>
                        <a:pt x="582" y="347"/>
                        <a:pt x="582" y="347"/>
                      </a:cubicBezTo>
                      <a:cubicBezTo>
                        <a:pt x="575" y="339"/>
                        <a:pt x="575" y="339"/>
                        <a:pt x="575" y="339"/>
                      </a:cubicBezTo>
                      <a:cubicBezTo>
                        <a:pt x="561" y="336"/>
                        <a:pt x="561" y="336"/>
                        <a:pt x="561" y="336"/>
                      </a:cubicBezTo>
                      <a:cubicBezTo>
                        <a:pt x="561" y="336"/>
                        <a:pt x="561" y="326"/>
                        <a:pt x="567" y="321"/>
                      </a:cubicBezTo>
                      <a:cubicBezTo>
                        <a:pt x="573" y="316"/>
                        <a:pt x="592" y="328"/>
                        <a:pt x="607" y="319"/>
                      </a:cubicBezTo>
                      <a:cubicBezTo>
                        <a:pt x="622" y="310"/>
                        <a:pt x="610" y="305"/>
                        <a:pt x="610" y="305"/>
                      </a:cubicBezTo>
                      <a:cubicBezTo>
                        <a:pt x="620" y="296"/>
                        <a:pt x="620" y="296"/>
                        <a:pt x="620" y="296"/>
                      </a:cubicBezTo>
                      <a:cubicBezTo>
                        <a:pt x="607" y="282"/>
                        <a:pt x="607" y="282"/>
                        <a:pt x="607" y="282"/>
                      </a:cubicBezTo>
                      <a:cubicBezTo>
                        <a:pt x="607" y="282"/>
                        <a:pt x="626" y="287"/>
                        <a:pt x="632" y="281"/>
                      </a:cubicBezTo>
                      <a:cubicBezTo>
                        <a:pt x="638" y="275"/>
                        <a:pt x="625" y="268"/>
                        <a:pt x="626" y="264"/>
                      </a:cubicBezTo>
                      <a:cubicBezTo>
                        <a:pt x="627" y="260"/>
                        <a:pt x="629" y="251"/>
                        <a:pt x="635" y="251"/>
                      </a:cubicBezTo>
                      <a:cubicBezTo>
                        <a:pt x="641" y="251"/>
                        <a:pt x="644" y="265"/>
                        <a:pt x="652" y="260"/>
                      </a:cubicBezTo>
                      <a:cubicBezTo>
                        <a:pt x="660" y="255"/>
                        <a:pt x="671" y="243"/>
                        <a:pt x="675" y="241"/>
                      </a:cubicBezTo>
                      <a:cubicBezTo>
                        <a:pt x="679" y="239"/>
                        <a:pt x="694" y="251"/>
                        <a:pt x="694" y="251"/>
                      </a:cubicBezTo>
                      <a:cubicBezTo>
                        <a:pt x="678" y="272"/>
                        <a:pt x="678" y="272"/>
                        <a:pt x="678" y="272"/>
                      </a:cubicBezTo>
                      <a:cubicBezTo>
                        <a:pt x="678" y="272"/>
                        <a:pt x="698" y="278"/>
                        <a:pt x="701" y="283"/>
                      </a:cubicBezTo>
                      <a:cubicBezTo>
                        <a:pt x="708" y="280"/>
                        <a:pt x="717" y="277"/>
                        <a:pt x="721" y="276"/>
                      </a:cubicBezTo>
                      <a:cubicBezTo>
                        <a:pt x="728" y="274"/>
                        <a:pt x="732" y="290"/>
                        <a:pt x="741" y="286"/>
                      </a:cubicBezTo>
                      <a:cubicBezTo>
                        <a:pt x="750" y="282"/>
                        <a:pt x="752" y="273"/>
                        <a:pt x="752" y="273"/>
                      </a:cubicBezTo>
                      <a:cubicBezTo>
                        <a:pt x="766" y="271"/>
                        <a:pt x="766" y="271"/>
                        <a:pt x="766" y="271"/>
                      </a:cubicBezTo>
                      <a:cubicBezTo>
                        <a:pt x="766" y="265"/>
                        <a:pt x="766" y="265"/>
                        <a:pt x="766" y="265"/>
                      </a:cubicBezTo>
                      <a:cubicBezTo>
                        <a:pt x="766" y="265"/>
                        <a:pt x="778" y="266"/>
                        <a:pt x="788" y="254"/>
                      </a:cubicBezTo>
                      <a:cubicBezTo>
                        <a:pt x="798" y="242"/>
                        <a:pt x="769" y="248"/>
                        <a:pt x="769" y="24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2" name="Freeform 344"/>
                <p:cNvSpPr>
                  <a:spLocks noEditPoints="1"/>
                </p:cNvSpPr>
                <p:nvPr/>
              </p:nvSpPr>
              <p:spPr bwMode="gray">
                <a:xfrm>
                  <a:off x="-1739" y="-16960"/>
                  <a:ext cx="3952" cy="1838"/>
                </a:xfrm>
                <a:custGeom>
                  <a:avLst/>
                  <a:gdLst>
                    <a:gd name="T0" fmla="*/ 545 w 1673"/>
                    <a:gd name="T1" fmla="*/ 518 h 778"/>
                    <a:gd name="T2" fmla="*/ 1655 w 1673"/>
                    <a:gd name="T3" fmla="*/ 327 h 778"/>
                    <a:gd name="T4" fmla="*/ 1625 w 1673"/>
                    <a:gd name="T5" fmla="*/ 304 h 778"/>
                    <a:gd name="T6" fmla="*/ 1481 w 1673"/>
                    <a:gd name="T7" fmla="*/ 226 h 778"/>
                    <a:gd name="T8" fmla="*/ 1372 w 1673"/>
                    <a:gd name="T9" fmla="*/ 207 h 778"/>
                    <a:gd name="T10" fmla="*/ 1126 w 1673"/>
                    <a:gd name="T11" fmla="*/ 70 h 778"/>
                    <a:gd name="T12" fmla="*/ 1085 w 1673"/>
                    <a:gd name="T13" fmla="*/ 76 h 778"/>
                    <a:gd name="T14" fmla="*/ 1016 w 1673"/>
                    <a:gd name="T15" fmla="*/ 98 h 778"/>
                    <a:gd name="T16" fmla="*/ 972 w 1673"/>
                    <a:gd name="T17" fmla="*/ 71 h 778"/>
                    <a:gd name="T18" fmla="*/ 909 w 1673"/>
                    <a:gd name="T19" fmla="*/ 36 h 778"/>
                    <a:gd name="T20" fmla="*/ 812 w 1673"/>
                    <a:gd name="T21" fmla="*/ 2 h 778"/>
                    <a:gd name="T22" fmla="*/ 674 w 1673"/>
                    <a:gd name="T23" fmla="*/ 52 h 778"/>
                    <a:gd name="T24" fmla="*/ 521 w 1673"/>
                    <a:gd name="T25" fmla="*/ 95 h 778"/>
                    <a:gd name="T26" fmla="*/ 534 w 1673"/>
                    <a:gd name="T27" fmla="*/ 123 h 778"/>
                    <a:gd name="T28" fmla="*/ 528 w 1673"/>
                    <a:gd name="T29" fmla="*/ 190 h 778"/>
                    <a:gd name="T30" fmla="*/ 486 w 1673"/>
                    <a:gd name="T31" fmla="*/ 244 h 778"/>
                    <a:gd name="T32" fmla="*/ 356 w 1673"/>
                    <a:gd name="T33" fmla="*/ 247 h 778"/>
                    <a:gd name="T34" fmla="*/ 282 w 1673"/>
                    <a:gd name="T35" fmla="*/ 216 h 778"/>
                    <a:gd name="T36" fmla="*/ 197 w 1673"/>
                    <a:gd name="T37" fmla="*/ 187 h 778"/>
                    <a:gd name="T38" fmla="*/ 86 w 1673"/>
                    <a:gd name="T39" fmla="*/ 224 h 778"/>
                    <a:gd name="T40" fmla="*/ 17 w 1673"/>
                    <a:gd name="T41" fmla="*/ 251 h 778"/>
                    <a:gd name="T42" fmla="*/ 8 w 1673"/>
                    <a:gd name="T43" fmla="*/ 322 h 778"/>
                    <a:gd name="T44" fmla="*/ 73 w 1673"/>
                    <a:gd name="T45" fmla="*/ 394 h 778"/>
                    <a:gd name="T46" fmla="*/ 136 w 1673"/>
                    <a:gd name="T47" fmla="*/ 460 h 778"/>
                    <a:gd name="T48" fmla="*/ 289 w 1673"/>
                    <a:gd name="T49" fmla="*/ 455 h 778"/>
                    <a:gd name="T50" fmla="*/ 352 w 1673"/>
                    <a:gd name="T51" fmla="*/ 524 h 778"/>
                    <a:gd name="T52" fmla="*/ 338 w 1673"/>
                    <a:gd name="T53" fmla="*/ 531 h 778"/>
                    <a:gd name="T54" fmla="*/ 218 w 1673"/>
                    <a:gd name="T55" fmla="*/ 544 h 778"/>
                    <a:gd name="T56" fmla="*/ 228 w 1673"/>
                    <a:gd name="T57" fmla="*/ 598 h 778"/>
                    <a:gd name="T58" fmla="*/ 274 w 1673"/>
                    <a:gd name="T59" fmla="*/ 654 h 778"/>
                    <a:gd name="T60" fmla="*/ 328 w 1673"/>
                    <a:gd name="T61" fmla="*/ 709 h 778"/>
                    <a:gd name="T62" fmla="*/ 408 w 1673"/>
                    <a:gd name="T63" fmla="*/ 690 h 778"/>
                    <a:gd name="T64" fmla="*/ 468 w 1673"/>
                    <a:gd name="T65" fmla="*/ 729 h 778"/>
                    <a:gd name="T66" fmla="*/ 536 w 1673"/>
                    <a:gd name="T67" fmla="*/ 513 h 778"/>
                    <a:gd name="T68" fmla="*/ 582 w 1673"/>
                    <a:gd name="T69" fmla="*/ 492 h 778"/>
                    <a:gd name="T70" fmla="*/ 604 w 1673"/>
                    <a:gd name="T71" fmla="*/ 479 h 778"/>
                    <a:gd name="T72" fmla="*/ 584 w 1673"/>
                    <a:gd name="T73" fmla="*/ 460 h 778"/>
                    <a:gd name="T74" fmla="*/ 636 w 1673"/>
                    <a:gd name="T75" fmla="*/ 455 h 778"/>
                    <a:gd name="T76" fmla="*/ 590 w 1673"/>
                    <a:gd name="T77" fmla="*/ 493 h 778"/>
                    <a:gd name="T78" fmla="*/ 610 w 1673"/>
                    <a:gd name="T79" fmla="*/ 549 h 778"/>
                    <a:gd name="T80" fmla="*/ 812 w 1673"/>
                    <a:gd name="T81" fmla="*/ 616 h 778"/>
                    <a:gd name="T82" fmla="*/ 902 w 1673"/>
                    <a:gd name="T83" fmla="*/ 699 h 778"/>
                    <a:gd name="T84" fmla="*/ 1006 w 1673"/>
                    <a:gd name="T85" fmla="*/ 770 h 778"/>
                    <a:gd name="T86" fmla="*/ 1056 w 1673"/>
                    <a:gd name="T87" fmla="*/ 719 h 778"/>
                    <a:gd name="T88" fmla="*/ 1123 w 1673"/>
                    <a:gd name="T89" fmla="*/ 686 h 778"/>
                    <a:gd name="T90" fmla="*/ 1208 w 1673"/>
                    <a:gd name="T91" fmla="*/ 672 h 778"/>
                    <a:gd name="T92" fmla="*/ 1264 w 1673"/>
                    <a:gd name="T93" fmla="*/ 647 h 778"/>
                    <a:gd name="T94" fmla="*/ 1402 w 1673"/>
                    <a:gd name="T95" fmla="*/ 651 h 778"/>
                    <a:gd name="T96" fmla="*/ 1471 w 1673"/>
                    <a:gd name="T97" fmla="*/ 676 h 778"/>
                    <a:gd name="T98" fmla="*/ 1503 w 1673"/>
                    <a:gd name="T99" fmla="*/ 659 h 778"/>
                    <a:gd name="T100" fmla="*/ 1484 w 1673"/>
                    <a:gd name="T101" fmla="*/ 587 h 778"/>
                    <a:gd name="T102" fmla="*/ 1516 w 1673"/>
                    <a:gd name="T103" fmla="*/ 518 h 778"/>
                    <a:gd name="T104" fmla="*/ 1541 w 1673"/>
                    <a:gd name="T105" fmla="*/ 513 h 778"/>
                    <a:gd name="T106" fmla="*/ 1614 w 1673"/>
                    <a:gd name="T107" fmla="*/ 434 h 778"/>
                    <a:gd name="T108" fmla="*/ 1641 w 1673"/>
                    <a:gd name="T109" fmla="*/ 397 h 778"/>
                    <a:gd name="T110" fmla="*/ 1385 w 1673"/>
                    <a:gd name="T111" fmla="*/ 465 h 778"/>
                    <a:gd name="T112" fmla="*/ 1320 w 1673"/>
                    <a:gd name="T113" fmla="*/ 467 h 778"/>
                    <a:gd name="T114" fmla="*/ 1246 w 1673"/>
                    <a:gd name="T115" fmla="*/ 460 h 778"/>
                    <a:gd name="T116" fmla="*/ 1195 w 1673"/>
                    <a:gd name="T117" fmla="*/ 489 h 778"/>
                    <a:gd name="T118" fmla="*/ 1200 w 1673"/>
                    <a:gd name="T119" fmla="*/ 542 h 778"/>
                    <a:gd name="T120" fmla="*/ 1193 w 1673"/>
                    <a:gd name="T121" fmla="*/ 448 h 778"/>
                    <a:gd name="T122" fmla="*/ 1306 w 1673"/>
                    <a:gd name="T123" fmla="*/ 458 h 778"/>
                    <a:gd name="T124" fmla="*/ 1385 w 1673"/>
                    <a:gd name="T125" fmla="*/ 465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73" h="778">
                      <a:moveTo>
                        <a:pt x="565" y="505"/>
                      </a:moveTo>
                      <a:cubicBezTo>
                        <a:pt x="558" y="500"/>
                        <a:pt x="557" y="497"/>
                        <a:pt x="557" y="497"/>
                      </a:cubicBezTo>
                      <a:cubicBezTo>
                        <a:pt x="548" y="511"/>
                        <a:pt x="548" y="511"/>
                        <a:pt x="548" y="511"/>
                      </a:cubicBezTo>
                      <a:cubicBezTo>
                        <a:pt x="545" y="518"/>
                        <a:pt x="545" y="518"/>
                        <a:pt x="545" y="518"/>
                      </a:cubicBezTo>
                      <a:cubicBezTo>
                        <a:pt x="578" y="534"/>
                        <a:pt x="578" y="534"/>
                        <a:pt x="578" y="534"/>
                      </a:cubicBezTo>
                      <a:cubicBezTo>
                        <a:pt x="580" y="525"/>
                        <a:pt x="580" y="525"/>
                        <a:pt x="580" y="525"/>
                      </a:cubicBezTo>
                      <a:cubicBezTo>
                        <a:pt x="580" y="525"/>
                        <a:pt x="572" y="510"/>
                        <a:pt x="565" y="505"/>
                      </a:cubicBezTo>
                      <a:close/>
                      <a:moveTo>
                        <a:pt x="1655" y="327"/>
                      </a:moveTo>
                      <a:cubicBezTo>
                        <a:pt x="1656" y="321"/>
                        <a:pt x="1666" y="322"/>
                        <a:pt x="1673" y="324"/>
                      </a:cubicBezTo>
                      <a:cubicBezTo>
                        <a:pt x="1649" y="298"/>
                        <a:pt x="1649" y="298"/>
                        <a:pt x="1649" y="298"/>
                      </a:cubicBezTo>
                      <a:cubicBezTo>
                        <a:pt x="1636" y="282"/>
                        <a:pt x="1636" y="282"/>
                        <a:pt x="1636" y="282"/>
                      </a:cubicBezTo>
                      <a:cubicBezTo>
                        <a:pt x="1625" y="304"/>
                        <a:pt x="1625" y="304"/>
                        <a:pt x="1625" y="304"/>
                      </a:cubicBezTo>
                      <a:cubicBezTo>
                        <a:pt x="1578" y="300"/>
                        <a:pt x="1578" y="300"/>
                        <a:pt x="1578" y="300"/>
                      </a:cubicBezTo>
                      <a:cubicBezTo>
                        <a:pt x="1578" y="300"/>
                        <a:pt x="1562" y="272"/>
                        <a:pt x="1561" y="268"/>
                      </a:cubicBezTo>
                      <a:cubicBezTo>
                        <a:pt x="1560" y="264"/>
                        <a:pt x="1525" y="259"/>
                        <a:pt x="1525" y="259"/>
                      </a:cubicBezTo>
                      <a:cubicBezTo>
                        <a:pt x="1525" y="259"/>
                        <a:pt x="1504" y="230"/>
                        <a:pt x="1481" y="226"/>
                      </a:cubicBezTo>
                      <a:cubicBezTo>
                        <a:pt x="1458" y="222"/>
                        <a:pt x="1442" y="243"/>
                        <a:pt x="1430" y="244"/>
                      </a:cubicBezTo>
                      <a:cubicBezTo>
                        <a:pt x="1418" y="246"/>
                        <a:pt x="1404" y="230"/>
                        <a:pt x="1404" y="230"/>
                      </a:cubicBezTo>
                      <a:cubicBezTo>
                        <a:pt x="1404" y="230"/>
                        <a:pt x="1386" y="228"/>
                        <a:pt x="1382" y="227"/>
                      </a:cubicBezTo>
                      <a:cubicBezTo>
                        <a:pt x="1378" y="226"/>
                        <a:pt x="1382" y="210"/>
                        <a:pt x="1372" y="207"/>
                      </a:cubicBezTo>
                      <a:cubicBezTo>
                        <a:pt x="1361" y="204"/>
                        <a:pt x="1365" y="234"/>
                        <a:pt x="1348" y="236"/>
                      </a:cubicBezTo>
                      <a:cubicBezTo>
                        <a:pt x="1330" y="239"/>
                        <a:pt x="1306" y="200"/>
                        <a:pt x="1292" y="187"/>
                      </a:cubicBezTo>
                      <a:cubicBezTo>
                        <a:pt x="1277" y="174"/>
                        <a:pt x="1205" y="107"/>
                        <a:pt x="1200" y="104"/>
                      </a:cubicBezTo>
                      <a:cubicBezTo>
                        <a:pt x="1194" y="102"/>
                        <a:pt x="1126" y="70"/>
                        <a:pt x="1126" y="70"/>
                      </a:cubicBezTo>
                      <a:cubicBezTo>
                        <a:pt x="1126" y="70"/>
                        <a:pt x="1146" y="58"/>
                        <a:pt x="1138" y="47"/>
                      </a:cubicBezTo>
                      <a:cubicBezTo>
                        <a:pt x="1130" y="36"/>
                        <a:pt x="1118" y="58"/>
                        <a:pt x="1118" y="58"/>
                      </a:cubicBezTo>
                      <a:cubicBezTo>
                        <a:pt x="1094" y="66"/>
                        <a:pt x="1094" y="66"/>
                        <a:pt x="1094" y="66"/>
                      </a:cubicBezTo>
                      <a:cubicBezTo>
                        <a:pt x="1085" y="76"/>
                        <a:pt x="1085" y="76"/>
                        <a:pt x="1085" y="76"/>
                      </a:cubicBezTo>
                      <a:cubicBezTo>
                        <a:pt x="1085" y="76"/>
                        <a:pt x="1077" y="78"/>
                        <a:pt x="1070" y="82"/>
                      </a:cubicBezTo>
                      <a:cubicBezTo>
                        <a:pt x="1064" y="86"/>
                        <a:pt x="1072" y="94"/>
                        <a:pt x="1064" y="100"/>
                      </a:cubicBezTo>
                      <a:cubicBezTo>
                        <a:pt x="1056" y="107"/>
                        <a:pt x="1041" y="91"/>
                        <a:pt x="1034" y="88"/>
                      </a:cubicBezTo>
                      <a:cubicBezTo>
                        <a:pt x="1028" y="86"/>
                        <a:pt x="1026" y="99"/>
                        <a:pt x="1016" y="98"/>
                      </a:cubicBezTo>
                      <a:cubicBezTo>
                        <a:pt x="1005" y="96"/>
                        <a:pt x="1026" y="80"/>
                        <a:pt x="1017" y="71"/>
                      </a:cubicBezTo>
                      <a:cubicBezTo>
                        <a:pt x="1008" y="62"/>
                        <a:pt x="1002" y="74"/>
                        <a:pt x="1002" y="74"/>
                      </a:cubicBezTo>
                      <a:cubicBezTo>
                        <a:pt x="985" y="63"/>
                        <a:pt x="985" y="63"/>
                        <a:pt x="985" y="63"/>
                      </a:cubicBezTo>
                      <a:cubicBezTo>
                        <a:pt x="972" y="71"/>
                        <a:pt x="972" y="71"/>
                        <a:pt x="972" y="71"/>
                      </a:cubicBezTo>
                      <a:cubicBezTo>
                        <a:pt x="953" y="50"/>
                        <a:pt x="953" y="50"/>
                        <a:pt x="953" y="50"/>
                      </a:cubicBezTo>
                      <a:cubicBezTo>
                        <a:pt x="946" y="60"/>
                        <a:pt x="946" y="60"/>
                        <a:pt x="946" y="60"/>
                      </a:cubicBezTo>
                      <a:cubicBezTo>
                        <a:pt x="946" y="60"/>
                        <a:pt x="918" y="64"/>
                        <a:pt x="913" y="64"/>
                      </a:cubicBezTo>
                      <a:cubicBezTo>
                        <a:pt x="908" y="64"/>
                        <a:pt x="909" y="43"/>
                        <a:pt x="909" y="36"/>
                      </a:cubicBezTo>
                      <a:cubicBezTo>
                        <a:pt x="909" y="30"/>
                        <a:pt x="897" y="30"/>
                        <a:pt x="897" y="30"/>
                      </a:cubicBezTo>
                      <a:cubicBezTo>
                        <a:pt x="897" y="30"/>
                        <a:pt x="892" y="12"/>
                        <a:pt x="884" y="7"/>
                      </a:cubicBezTo>
                      <a:cubicBezTo>
                        <a:pt x="876" y="2"/>
                        <a:pt x="869" y="11"/>
                        <a:pt x="864" y="11"/>
                      </a:cubicBezTo>
                      <a:cubicBezTo>
                        <a:pt x="858" y="11"/>
                        <a:pt x="845" y="0"/>
                        <a:pt x="812" y="2"/>
                      </a:cubicBezTo>
                      <a:cubicBezTo>
                        <a:pt x="778" y="3"/>
                        <a:pt x="781" y="23"/>
                        <a:pt x="781" y="23"/>
                      </a:cubicBezTo>
                      <a:cubicBezTo>
                        <a:pt x="781" y="23"/>
                        <a:pt x="761" y="30"/>
                        <a:pt x="740" y="35"/>
                      </a:cubicBezTo>
                      <a:cubicBezTo>
                        <a:pt x="718" y="40"/>
                        <a:pt x="690" y="36"/>
                        <a:pt x="682" y="36"/>
                      </a:cubicBezTo>
                      <a:cubicBezTo>
                        <a:pt x="674" y="36"/>
                        <a:pt x="674" y="52"/>
                        <a:pt x="674" y="52"/>
                      </a:cubicBezTo>
                      <a:cubicBezTo>
                        <a:pt x="632" y="52"/>
                        <a:pt x="632" y="52"/>
                        <a:pt x="632" y="52"/>
                      </a:cubicBezTo>
                      <a:cubicBezTo>
                        <a:pt x="628" y="64"/>
                        <a:pt x="628" y="64"/>
                        <a:pt x="628" y="64"/>
                      </a:cubicBezTo>
                      <a:cubicBezTo>
                        <a:pt x="628" y="64"/>
                        <a:pt x="596" y="63"/>
                        <a:pt x="550" y="70"/>
                      </a:cubicBezTo>
                      <a:cubicBezTo>
                        <a:pt x="505" y="76"/>
                        <a:pt x="521" y="95"/>
                        <a:pt x="521" y="95"/>
                      </a:cubicBezTo>
                      <a:cubicBezTo>
                        <a:pt x="540" y="96"/>
                        <a:pt x="540" y="96"/>
                        <a:pt x="540" y="96"/>
                      </a:cubicBezTo>
                      <a:cubicBezTo>
                        <a:pt x="529" y="108"/>
                        <a:pt x="529" y="108"/>
                        <a:pt x="529" y="108"/>
                      </a:cubicBezTo>
                      <a:cubicBezTo>
                        <a:pt x="529" y="108"/>
                        <a:pt x="572" y="116"/>
                        <a:pt x="572" y="123"/>
                      </a:cubicBezTo>
                      <a:cubicBezTo>
                        <a:pt x="572" y="130"/>
                        <a:pt x="534" y="123"/>
                        <a:pt x="534" y="123"/>
                      </a:cubicBezTo>
                      <a:cubicBezTo>
                        <a:pt x="528" y="134"/>
                        <a:pt x="528" y="134"/>
                        <a:pt x="528" y="134"/>
                      </a:cubicBezTo>
                      <a:cubicBezTo>
                        <a:pt x="528" y="134"/>
                        <a:pt x="541" y="151"/>
                        <a:pt x="540" y="158"/>
                      </a:cubicBezTo>
                      <a:cubicBezTo>
                        <a:pt x="538" y="164"/>
                        <a:pt x="505" y="170"/>
                        <a:pt x="505" y="170"/>
                      </a:cubicBezTo>
                      <a:cubicBezTo>
                        <a:pt x="528" y="190"/>
                        <a:pt x="528" y="190"/>
                        <a:pt x="528" y="190"/>
                      </a:cubicBezTo>
                      <a:cubicBezTo>
                        <a:pt x="528" y="190"/>
                        <a:pt x="578" y="187"/>
                        <a:pt x="582" y="226"/>
                      </a:cubicBezTo>
                      <a:cubicBezTo>
                        <a:pt x="586" y="264"/>
                        <a:pt x="526" y="234"/>
                        <a:pt x="526" y="234"/>
                      </a:cubicBezTo>
                      <a:cubicBezTo>
                        <a:pt x="520" y="250"/>
                        <a:pt x="520" y="250"/>
                        <a:pt x="520" y="250"/>
                      </a:cubicBezTo>
                      <a:cubicBezTo>
                        <a:pt x="520" y="250"/>
                        <a:pt x="497" y="246"/>
                        <a:pt x="486" y="244"/>
                      </a:cubicBezTo>
                      <a:cubicBezTo>
                        <a:pt x="476" y="243"/>
                        <a:pt x="464" y="222"/>
                        <a:pt x="456" y="220"/>
                      </a:cubicBezTo>
                      <a:cubicBezTo>
                        <a:pt x="448" y="219"/>
                        <a:pt x="437" y="228"/>
                        <a:pt x="421" y="232"/>
                      </a:cubicBezTo>
                      <a:cubicBezTo>
                        <a:pt x="405" y="236"/>
                        <a:pt x="394" y="220"/>
                        <a:pt x="385" y="222"/>
                      </a:cubicBezTo>
                      <a:cubicBezTo>
                        <a:pt x="376" y="223"/>
                        <a:pt x="358" y="243"/>
                        <a:pt x="356" y="247"/>
                      </a:cubicBezTo>
                      <a:cubicBezTo>
                        <a:pt x="353" y="251"/>
                        <a:pt x="312" y="220"/>
                        <a:pt x="301" y="223"/>
                      </a:cubicBezTo>
                      <a:cubicBezTo>
                        <a:pt x="290" y="226"/>
                        <a:pt x="313" y="243"/>
                        <a:pt x="305" y="250"/>
                      </a:cubicBezTo>
                      <a:cubicBezTo>
                        <a:pt x="297" y="256"/>
                        <a:pt x="289" y="236"/>
                        <a:pt x="289" y="236"/>
                      </a:cubicBezTo>
                      <a:cubicBezTo>
                        <a:pt x="282" y="216"/>
                        <a:pt x="282" y="216"/>
                        <a:pt x="282" y="216"/>
                      </a:cubicBezTo>
                      <a:cubicBezTo>
                        <a:pt x="258" y="218"/>
                        <a:pt x="258" y="218"/>
                        <a:pt x="258" y="218"/>
                      </a:cubicBezTo>
                      <a:cubicBezTo>
                        <a:pt x="258" y="218"/>
                        <a:pt x="256" y="206"/>
                        <a:pt x="252" y="202"/>
                      </a:cubicBezTo>
                      <a:cubicBezTo>
                        <a:pt x="248" y="198"/>
                        <a:pt x="224" y="203"/>
                        <a:pt x="214" y="202"/>
                      </a:cubicBezTo>
                      <a:cubicBezTo>
                        <a:pt x="205" y="200"/>
                        <a:pt x="204" y="187"/>
                        <a:pt x="197" y="187"/>
                      </a:cubicBezTo>
                      <a:cubicBezTo>
                        <a:pt x="190" y="187"/>
                        <a:pt x="177" y="200"/>
                        <a:pt x="161" y="200"/>
                      </a:cubicBezTo>
                      <a:cubicBezTo>
                        <a:pt x="145" y="200"/>
                        <a:pt x="153" y="187"/>
                        <a:pt x="130" y="188"/>
                      </a:cubicBezTo>
                      <a:cubicBezTo>
                        <a:pt x="108" y="190"/>
                        <a:pt x="130" y="198"/>
                        <a:pt x="122" y="208"/>
                      </a:cubicBezTo>
                      <a:cubicBezTo>
                        <a:pt x="114" y="219"/>
                        <a:pt x="86" y="224"/>
                        <a:pt x="86" y="224"/>
                      </a:cubicBezTo>
                      <a:cubicBezTo>
                        <a:pt x="86" y="239"/>
                        <a:pt x="86" y="239"/>
                        <a:pt x="86" y="239"/>
                      </a:cubicBezTo>
                      <a:cubicBezTo>
                        <a:pt x="68" y="248"/>
                        <a:pt x="68" y="248"/>
                        <a:pt x="68" y="248"/>
                      </a:cubicBezTo>
                      <a:cubicBezTo>
                        <a:pt x="68" y="248"/>
                        <a:pt x="86" y="263"/>
                        <a:pt x="72" y="278"/>
                      </a:cubicBezTo>
                      <a:cubicBezTo>
                        <a:pt x="57" y="292"/>
                        <a:pt x="29" y="250"/>
                        <a:pt x="17" y="251"/>
                      </a:cubicBezTo>
                      <a:cubicBezTo>
                        <a:pt x="5" y="252"/>
                        <a:pt x="13" y="271"/>
                        <a:pt x="13" y="279"/>
                      </a:cubicBezTo>
                      <a:cubicBezTo>
                        <a:pt x="13" y="287"/>
                        <a:pt x="0" y="284"/>
                        <a:pt x="0" y="284"/>
                      </a:cubicBezTo>
                      <a:cubicBezTo>
                        <a:pt x="2" y="308"/>
                        <a:pt x="2" y="308"/>
                        <a:pt x="2" y="308"/>
                      </a:cubicBezTo>
                      <a:cubicBezTo>
                        <a:pt x="2" y="308"/>
                        <a:pt x="8" y="314"/>
                        <a:pt x="8" y="322"/>
                      </a:cubicBezTo>
                      <a:cubicBezTo>
                        <a:pt x="8" y="330"/>
                        <a:pt x="0" y="342"/>
                        <a:pt x="0" y="358"/>
                      </a:cubicBezTo>
                      <a:cubicBezTo>
                        <a:pt x="0" y="374"/>
                        <a:pt x="10" y="364"/>
                        <a:pt x="22" y="370"/>
                      </a:cubicBezTo>
                      <a:cubicBezTo>
                        <a:pt x="34" y="375"/>
                        <a:pt x="20" y="390"/>
                        <a:pt x="32" y="395"/>
                      </a:cubicBezTo>
                      <a:cubicBezTo>
                        <a:pt x="44" y="400"/>
                        <a:pt x="68" y="391"/>
                        <a:pt x="73" y="394"/>
                      </a:cubicBezTo>
                      <a:cubicBezTo>
                        <a:pt x="78" y="396"/>
                        <a:pt x="117" y="436"/>
                        <a:pt x="117" y="444"/>
                      </a:cubicBezTo>
                      <a:cubicBezTo>
                        <a:pt x="117" y="452"/>
                        <a:pt x="94" y="443"/>
                        <a:pt x="94" y="451"/>
                      </a:cubicBezTo>
                      <a:cubicBezTo>
                        <a:pt x="94" y="459"/>
                        <a:pt x="129" y="470"/>
                        <a:pt x="129" y="470"/>
                      </a:cubicBezTo>
                      <a:cubicBezTo>
                        <a:pt x="136" y="460"/>
                        <a:pt x="136" y="460"/>
                        <a:pt x="136" y="460"/>
                      </a:cubicBezTo>
                      <a:cubicBezTo>
                        <a:pt x="136" y="460"/>
                        <a:pt x="145" y="462"/>
                        <a:pt x="152" y="455"/>
                      </a:cubicBezTo>
                      <a:cubicBezTo>
                        <a:pt x="158" y="448"/>
                        <a:pt x="208" y="427"/>
                        <a:pt x="214" y="430"/>
                      </a:cubicBezTo>
                      <a:cubicBezTo>
                        <a:pt x="221" y="432"/>
                        <a:pt x="242" y="448"/>
                        <a:pt x="252" y="448"/>
                      </a:cubicBezTo>
                      <a:cubicBezTo>
                        <a:pt x="261" y="448"/>
                        <a:pt x="269" y="430"/>
                        <a:pt x="289" y="455"/>
                      </a:cubicBezTo>
                      <a:cubicBezTo>
                        <a:pt x="309" y="480"/>
                        <a:pt x="293" y="488"/>
                        <a:pt x="290" y="496"/>
                      </a:cubicBezTo>
                      <a:cubicBezTo>
                        <a:pt x="288" y="504"/>
                        <a:pt x="309" y="520"/>
                        <a:pt x="316" y="523"/>
                      </a:cubicBezTo>
                      <a:cubicBezTo>
                        <a:pt x="322" y="526"/>
                        <a:pt x="333" y="511"/>
                        <a:pt x="341" y="507"/>
                      </a:cubicBezTo>
                      <a:cubicBezTo>
                        <a:pt x="349" y="503"/>
                        <a:pt x="352" y="516"/>
                        <a:pt x="352" y="524"/>
                      </a:cubicBezTo>
                      <a:cubicBezTo>
                        <a:pt x="352" y="532"/>
                        <a:pt x="364" y="542"/>
                        <a:pt x="364" y="542"/>
                      </a:cubicBezTo>
                      <a:cubicBezTo>
                        <a:pt x="337" y="543"/>
                        <a:pt x="337" y="543"/>
                        <a:pt x="337" y="543"/>
                      </a:cubicBezTo>
                      <a:cubicBezTo>
                        <a:pt x="337" y="543"/>
                        <a:pt x="338" y="563"/>
                        <a:pt x="325" y="554"/>
                      </a:cubicBezTo>
                      <a:cubicBezTo>
                        <a:pt x="312" y="544"/>
                        <a:pt x="338" y="531"/>
                        <a:pt x="338" y="531"/>
                      </a:cubicBezTo>
                      <a:cubicBezTo>
                        <a:pt x="338" y="531"/>
                        <a:pt x="290" y="528"/>
                        <a:pt x="282" y="526"/>
                      </a:cubicBezTo>
                      <a:cubicBezTo>
                        <a:pt x="274" y="523"/>
                        <a:pt x="232" y="515"/>
                        <a:pt x="232" y="515"/>
                      </a:cubicBezTo>
                      <a:cubicBezTo>
                        <a:pt x="240" y="538"/>
                        <a:pt x="240" y="538"/>
                        <a:pt x="240" y="538"/>
                      </a:cubicBezTo>
                      <a:cubicBezTo>
                        <a:pt x="240" y="538"/>
                        <a:pt x="224" y="531"/>
                        <a:pt x="218" y="544"/>
                      </a:cubicBezTo>
                      <a:cubicBezTo>
                        <a:pt x="213" y="558"/>
                        <a:pt x="249" y="559"/>
                        <a:pt x="248" y="567"/>
                      </a:cubicBezTo>
                      <a:cubicBezTo>
                        <a:pt x="246" y="575"/>
                        <a:pt x="198" y="550"/>
                        <a:pt x="193" y="562"/>
                      </a:cubicBezTo>
                      <a:cubicBezTo>
                        <a:pt x="188" y="574"/>
                        <a:pt x="221" y="582"/>
                        <a:pt x="221" y="582"/>
                      </a:cubicBezTo>
                      <a:cubicBezTo>
                        <a:pt x="221" y="582"/>
                        <a:pt x="221" y="590"/>
                        <a:pt x="228" y="598"/>
                      </a:cubicBezTo>
                      <a:cubicBezTo>
                        <a:pt x="234" y="606"/>
                        <a:pt x="248" y="622"/>
                        <a:pt x="248" y="622"/>
                      </a:cubicBezTo>
                      <a:cubicBezTo>
                        <a:pt x="246" y="636"/>
                        <a:pt x="246" y="636"/>
                        <a:pt x="246" y="636"/>
                      </a:cubicBezTo>
                      <a:cubicBezTo>
                        <a:pt x="269" y="639"/>
                        <a:pt x="269" y="639"/>
                        <a:pt x="269" y="639"/>
                      </a:cubicBezTo>
                      <a:cubicBezTo>
                        <a:pt x="274" y="654"/>
                        <a:pt x="274" y="654"/>
                        <a:pt x="274" y="654"/>
                      </a:cubicBezTo>
                      <a:cubicBezTo>
                        <a:pt x="274" y="654"/>
                        <a:pt x="309" y="654"/>
                        <a:pt x="320" y="664"/>
                      </a:cubicBezTo>
                      <a:cubicBezTo>
                        <a:pt x="330" y="675"/>
                        <a:pt x="308" y="686"/>
                        <a:pt x="306" y="696"/>
                      </a:cubicBezTo>
                      <a:cubicBezTo>
                        <a:pt x="305" y="707"/>
                        <a:pt x="316" y="708"/>
                        <a:pt x="316" y="708"/>
                      </a:cubicBezTo>
                      <a:cubicBezTo>
                        <a:pt x="317" y="704"/>
                        <a:pt x="323" y="707"/>
                        <a:pt x="328" y="709"/>
                      </a:cubicBezTo>
                      <a:cubicBezTo>
                        <a:pt x="330" y="703"/>
                        <a:pt x="336" y="683"/>
                        <a:pt x="344" y="682"/>
                      </a:cubicBezTo>
                      <a:cubicBezTo>
                        <a:pt x="349" y="681"/>
                        <a:pt x="357" y="682"/>
                        <a:pt x="363" y="683"/>
                      </a:cubicBezTo>
                      <a:cubicBezTo>
                        <a:pt x="364" y="681"/>
                        <a:pt x="364" y="679"/>
                        <a:pt x="365" y="678"/>
                      </a:cubicBezTo>
                      <a:cubicBezTo>
                        <a:pt x="368" y="674"/>
                        <a:pt x="400" y="686"/>
                        <a:pt x="408" y="690"/>
                      </a:cubicBezTo>
                      <a:cubicBezTo>
                        <a:pt x="416" y="694"/>
                        <a:pt x="426" y="707"/>
                        <a:pt x="426" y="707"/>
                      </a:cubicBezTo>
                      <a:cubicBezTo>
                        <a:pt x="426" y="707"/>
                        <a:pt x="444" y="732"/>
                        <a:pt x="454" y="738"/>
                      </a:cubicBezTo>
                      <a:cubicBezTo>
                        <a:pt x="463" y="742"/>
                        <a:pt x="464" y="732"/>
                        <a:pt x="468" y="729"/>
                      </a:cubicBezTo>
                      <a:cubicBezTo>
                        <a:pt x="468" y="729"/>
                        <a:pt x="468" y="729"/>
                        <a:pt x="468" y="729"/>
                      </a:cubicBezTo>
                      <a:cubicBezTo>
                        <a:pt x="433" y="542"/>
                        <a:pt x="433" y="542"/>
                        <a:pt x="433" y="542"/>
                      </a:cubicBezTo>
                      <a:cubicBezTo>
                        <a:pt x="529" y="511"/>
                        <a:pt x="529" y="511"/>
                        <a:pt x="529" y="511"/>
                      </a:cubicBezTo>
                      <a:cubicBezTo>
                        <a:pt x="536" y="514"/>
                        <a:pt x="536" y="514"/>
                        <a:pt x="536" y="514"/>
                      </a:cubicBezTo>
                      <a:cubicBezTo>
                        <a:pt x="536" y="513"/>
                        <a:pt x="536" y="513"/>
                        <a:pt x="536" y="513"/>
                      </a:cubicBezTo>
                      <a:cubicBezTo>
                        <a:pt x="536" y="513"/>
                        <a:pt x="540" y="501"/>
                        <a:pt x="541" y="491"/>
                      </a:cubicBezTo>
                      <a:cubicBezTo>
                        <a:pt x="542" y="481"/>
                        <a:pt x="561" y="486"/>
                        <a:pt x="561" y="486"/>
                      </a:cubicBezTo>
                      <a:cubicBezTo>
                        <a:pt x="566" y="501"/>
                        <a:pt x="566" y="501"/>
                        <a:pt x="566" y="501"/>
                      </a:cubicBezTo>
                      <a:cubicBezTo>
                        <a:pt x="566" y="501"/>
                        <a:pt x="580" y="495"/>
                        <a:pt x="582" y="492"/>
                      </a:cubicBezTo>
                      <a:cubicBezTo>
                        <a:pt x="584" y="489"/>
                        <a:pt x="568" y="471"/>
                        <a:pt x="568" y="471"/>
                      </a:cubicBezTo>
                      <a:cubicBezTo>
                        <a:pt x="578" y="471"/>
                        <a:pt x="578" y="471"/>
                        <a:pt x="578" y="471"/>
                      </a:cubicBezTo>
                      <a:cubicBezTo>
                        <a:pt x="587" y="480"/>
                        <a:pt x="587" y="480"/>
                        <a:pt x="587" y="480"/>
                      </a:cubicBezTo>
                      <a:cubicBezTo>
                        <a:pt x="604" y="479"/>
                        <a:pt x="604" y="479"/>
                        <a:pt x="604" y="479"/>
                      </a:cubicBezTo>
                      <a:cubicBezTo>
                        <a:pt x="604" y="479"/>
                        <a:pt x="618" y="483"/>
                        <a:pt x="621" y="479"/>
                      </a:cubicBezTo>
                      <a:cubicBezTo>
                        <a:pt x="624" y="475"/>
                        <a:pt x="619" y="471"/>
                        <a:pt x="615" y="471"/>
                      </a:cubicBezTo>
                      <a:cubicBezTo>
                        <a:pt x="611" y="471"/>
                        <a:pt x="603" y="466"/>
                        <a:pt x="603" y="466"/>
                      </a:cubicBezTo>
                      <a:cubicBezTo>
                        <a:pt x="603" y="466"/>
                        <a:pt x="587" y="470"/>
                        <a:pt x="584" y="460"/>
                      </a:cubicBezTo>
                      <a:cubicBezTo>
                        <a:pt x="581" y="450"/>
                        <a:pt x="604" y="452"/>
                        <a:pt x="604" y="452"/>
                      </a:cubicBezTo>
                      <a:cubicBezTo>
                        <a:pt x="613" y="444"/>
                        <a:pt x="613" y="444"/>
                        <a:pt x="613" y="444"/>
                      </a:cubicBezTo>
                      <a:cubicBezTo>
                        <a:pt x="613" y="444"/>
                        <a:pt x="625" y="461"/>
                        <a:pt x="628" y="461"/>
                      </a:cubicBezTo>
                      <a:cubicBezTo>
                        <a:pt x="631" y="461"/>
                        <a:pt x="636" y="455"/>
                        <a:pt x="636" y="455"/>
                      </a:cubicBezTo>
                      <a:cubicBezTo>
                        <a:pt x="636" y="455"/>
                        <a:pt x="645" y="465"/>
                        <a:pt x="642" y="471"/>
                      </a:cubicBezTo>
                      <a:cubicBezTo>
                        <a:pt x="639" y="477"/>
                        <a:pt x="625" y="481"/>
                        <a:pt x="625" y="481"/>
                      </a:cubicBezTo>
                      <a:cubicBezTo>
                        <a:pt x="625" y="481"/>
                        <a:pt x="617" y="488"/>
                        <a:pt x="613" y="492"/>
                      </a:cubicBezTo>
                      <a:cubicBezTo>
                        <a:pt x="609" y="496"/>
                        <a:pt x="593" y="491"/>
                        <a:pt x="590" y="493"/>
                      </a:cubicBezTo>
                      <a:cubicBezTo>
                        <a:pt x="587" y="495"/>
                        <a:pt x="587" y="506"/>
                        <a:pt x="587" y="506"/>
                      </a:cubicBezTo>
                      <a:cubicBezTo>
                        <a:pt x="587" y="506"/>
                        <a:pt x="602" y="512"/>
                        <a:pt x="606" y="513"/>
                      </a:cubicBezTo>
                      <a:cubicBezTo>
                        <a:pt x="610" y="514"/>
                        <a:pt x="613" y="523"/>
                        <a:pt x="607" y="532"/>
                      </a:cubicBezTo>
                      <a:cubicBezTo>
                        <a:pt x="604" y="536"/>
                        <a:pt x="607" y="542"/>
                        <a:pt x="610" y="549"/>
                      </a:cubicBezTo>
                      <a:cubicBezTo>
                        <a:pt x="656" y="571"/>
                        <a:pt x="656" y="571"/>
                        <a:pt x="656" y="571"/>
                      </a:cubicBezTo>
                      <a:cubicBezTo>
                        <a:pt x="705" y="619"/>
                        <a:pt x="705" y="619"/>
                        <a:pt x="705" y="619"/>
                      </a:cubicBezTo>
                      <a:cubicBezTo>
                        <a:pt x="705" y="619"/>
                        <a:pt x="742" y="612"/>
                        <a:pt x="758" y="612"/>
                      </a:cubicBezTo>
                      <a:cubicBezTo>
                        <a:pt x="774" y="612"/>
                        <a:pt x="812" y="616"/>
                        <a:pt x="812" y="616"/>
                      </a:cubicBezTo>
                      <a:cubicBezTo>
                        <a:pt x="812" y="616"/>
                        <a:pt x="830" y="604"/>
                        <a:pt x="837" y="604"/>
                      </a:cubicBezTo>
                      <a:cubicBezTo>
                        <a:pt x="844" y="604"/>
                        <a:pt x="874" y="647"/>
                        <a:pt x="874" y="647"/>
                      </a:cubicBezTo>
                      <a:cubicBezTo>
                        <a:pt x="874" y="647"/>
                        <a:pt x="889" y="646"/>
                        <a:pt x="894" y="647"/>
                      </a:cubicBezTo>
                      <a:cubicBezTo>
                        <a:pt x="900" y="648"/>
                        <a:pt x="893" y="696"/>
                        <a:pt x="902" y="699"/>
                      </a:cubicBezTo>
                      <a:cubicBezTo>
                        <a:pt x="912" y="702"/>
                        <a:pt x="912" y="688"/>
                        <a:pt x="921" y="699"/>
                      </a:cubicBezTo>
                      <a:cubicBezTo>
                        <a:pt x="930" y="710"/>
                        <a:pt x="932" y="734"/>
                        <a:pt x="942" y="739"/>
                      </a:cubicBezTo>
                      <a:cubicBezTo>
                        <a:pt x="953" y="744"/>
                        <a:pt x="1000" y="735"/>
                        <a:pt x="1006" y="744"/>
                      </a:cubicBezTo>
                      <a:cubicBezTo>
                        <a:pt x="1013" y="754"/>
                        <a:pt x="996" y="767"/>
                        <a:pt x="1006" y="770"/>
                      </a:cubicBezTo>
                      <a:cubicBezTo>
                        <a:pt x="1017" y="772"/>
                        <a:pt x="1028" y="778"/>
                        <a:pt x="1028" y="778"/>
                      </a:cubicBezTo>
                      <a:cubicBezTo>
                        <a:pt x="1028" y="778"/>
                        <a:pt x="1020" y="754"/>
                        <a:pt x="1029" y="747"/>
                      </a:cubicBezTo>
                      <a:cubicBezTo>
                        <a:pt x="1038" y="740"/>
                        <a:pt x="1046" y="740"/>
                        <a:pt x="1046" y="740"/>
                      </a:cubicBezTo>
                      <a:cubicBezTo>
                        <a:pt x="1046" y="740"/>
                        <a:pt x="1045" y="722"/>
                        <a:pt x="1056" y="719"/>
                      </a:cubicBezTo>
                      <a:cubicBezTo>
                        <a:pt x="1066" y="716"/>
                        <a:pt x="1078" y="714"/>
                        <a:pt x="1078" y="714"/>
                      </a:cubicBezTo>
                      <a:cubicBezTo>
                        <a:pt x="1086" y="696"/>
                        <a:pt x="1086" y="696"/>
                        <a:pt x="1086" y="696"/>
                      </a:cubicBezTo>
                      <a:cubicBezTo>
                        <a:pt x="1104" y="695"/>
                        <a:pt x="1104" y="695"/>
                        <a:pt x="1104" y="695"/>
                      </a:cubicBezTo>
                      <a:cubicBezTo>
                        <a:pt x="1123" y="686"/>
                        <a:pt x="1123" y="686"/>
                        <a:pt x="1123" y="686"/>
                      </a:cubicBezTo>
                      <a:cubicBezTo>
                        <a:pt x="1117" y="683"/>
                        <a:pt x="1107" y="683"/>
                        <a:pt x="1107" y="683"/>
                      </a:cubicBezTo>
                      <a:cubicBezTo>
                        <a:pt x="1107" y="683"/>
                        <a:pt x="1108" y="654"/>
                        <a:pt x="1131" y="653"/>
                      </a:cubicBezTo>
                      <a:cubicBezTo>
                        <a:pt x="1154" y="652"/>
                        <a:pt x="1185" y="672"/>
                        <a:pt x="1185" y="672"/>
                      </a:cubicBezTo>
                      <a:cubicBezTo>
                        <a:pt x="1208" y="672"/>
                        <a:pt x="1208" y="672"/>
                        <a:pt x="1208" y="672"/>
                      </a:cubicBezTo>
                      <a:cubicBezTo>
                        <a:pt x="1219" y="678"/>
                        <a:pt x="1219" y="678"/>
                        <a:pt x="1219" y="678"/>
                      </a:cubicBezTo>
                      <a:cubicBezTo>
                        <a:pt x="1219" y="678"/>
                        <a:pt x="1211" y="643"/>
                        <a:pt x="1214" y="640"/>
                      </a:cubicBezTo>
                      <a:cubicBezTo>
                        <a:pt x="1217" y="637"/>
                        <a:pt x="1230" y="635"/>
                        <a:pt x="1240" y="635"/>
                      </a:cubicBezTo>
                      <a:cubicBezTo>
                        <a:pt x="1250" y="635"/>
                        <a:pt x="1260" y="647"/>
                        <a:pt x="1264" y="647"/>
                      </a:cubicBezTo>
                      <a:cubicBezTo>
                        <a:pt x="1268" y="647"/>
                        <a:pt x="1296" y="653"/>
                        <a:pt x="1296" y="653"/>
                      </a:cubicBezTo>
                      <a:cubicBezTo>
                        <a:pt x="1308" y="649"/>
                        <a:pt x="1308" y="649"/>
                        <a:pt x="1308" y="649"/>
                      </a:cubicBezTo>
                      <a:cubicBezTo>
                        <a:pt x="1308" y="649"/>
                        <a:pt x="1356" y="649"/>
                        <a:pt x="1364" y="648"/>
                      </a:cubicBezTo>
                      <a:cubicBezTo>
                        <a:pt x="1372" y="647"/>
                        <a:pt x="1402" y="651"/>
                        <a:pt x="1402" y="651"/>
                      </a:cubicBezTo>
                      <a:cubicBezTo>
                        <a:pt x="1434" y="650"/>
                        <a:pt x="1434" y="650"/>
                        <a:pt x="1434" y="650"/>
                      </a:cubicBezTo>
                      <a:cubicBezTo>
                        <a:pt x="1442" y="658"/>
                        <a:pt x="1442" y="658"/>
                        <a:pt x="1442" y="658"/>
                      </a:cubicBezTo>
                      <a:cubicBezTo>
                        <a:pt x="1454" y="658"/>
                        <a:pt x="1454" y="658"/>
                        <a:pt x="1454" y="658"/>
                      </a:cubicBezTo>
                      <a:cubicBezTo>
                        <a:pt x="1471" y="676"/>
                        <a:pt x="1471" y="676"/>
                        <a:pt x="1471" y="676"/>
                      </a:cubicBezTo>
                      <a:cubicBezTo>
                        <a:pt x="1499" y="676"/>
                        <a:pt x="1499" y="676"/>
                        <a:pt x="1499" y="676"/>
                      </a:cubicBezTo>
                      <a:cubicBezTo>
                        <a:pt x="1513" y="681"/>
                        <a:pt x="1513" y="681"/>
                        <a:pt x="1513" y="681"/>
                      </a:cubicBezTo>
                      <a:cubicBezTo>
                        <a:pt x="1512" y="680"/>
                        <a:pt x="1512" y="680"/>
                        <a:pt x="1512" y="680"/>
                      </a:cubicBezTo>
                      <a:cubicBezTo>
                        <a:pt x="1507" y="675"/>
                        <a:pt x="1503" y="664"/>
                        <a:pt x="1503" y="659"/>
                      </a:cubicBezTo>
                      <a:cubicBezTo>
                        <a:pt x="1503" y="654"/>
                        <a:pt x="1517" y="656"/>
                        <a:pt x="1517" y="656"/>
                      </a:cubicBezTo>
                      <a:cubicBezTo>
                        <a:pt x="1517" y="656"/>
                        <a:pt x="1506" y="644"/>
                        <a:pt x="1506" y="641"/>
                      </a:cubicBezTo>
                      <a:cubicBezTo>
                        <a:pt x="1506" y="638"/>
                        <a:pt x="1522" y="641"/>
                        <a:pt x="1522" y="634"/>
                      </a:cubicBezTo>
                      <a:cubicBezTo>
                        <a:pt x="1522" y="627"/>
                        <a:pt x="1492" y="596"/>
                        <a:pt x="1484" y="587"/>
                      </a:cubicBezTo>
                      <a:cubicBezTo>
                        <a:pt x="1476" y="578"/>
                        <a:pt x="1476" y="552"/>
                        <a:pt x="1476" y="552"/>
                      </a:cubicBezTo>
                      <a:cubicBezTo>
                        <a:pt x="1476" y="552"/>
                        <a:pt x="1458" y="555"/>
                        <a:pt x="1451" y="546"/>
                      </a:cubicBezTo>
                      <a:cubicBezTo>
                        <a:pt x="1444" y="537"/>
                        <a:pt x="1475" y="530"/>
                        <a:pt x="1481" y="529"/>
                      </a:cubicBezTo>
                      <a:cubicBezTo>
                        <a:pt x="1487" y="528"/>
                        <a:pt x="1511" y="518"/>
                        <a:pt x="1516" y="518"/>
                      </a:cubicBezTo>
                      <a:cubicBezTo>
                        <a:pt x="1521" y="518"/>
                        <a:pt x="1530" y="532"/>
                        <a:pt x="1530" y="532"/>
                      </a:cubicBezTo>
                      <a:cubicBezTo>
                        <a:pt x="1543" y="525"/>
                        <a:pt x="1543" y="525"/>
                        <a:pt x="1543" y="525"/>
                      </a:cubicBezTo>
                      <a:cubicBezTo>
                        <a:pt x="1543" y="525"/>
                        <a:pt x="1550" y="539"/>
                        <a:pt x="1559" y="528"/>
                      </a:cubicBezTo>
                      <a:cubicBezTo>
                        <a:pt x="1568" y="517"/>
                        <a:pt x="1545" y="515"/>
                        <a:pt x="1541" y="513"/>
                      </a:cubicBezTo>
                      <a:cubicBezTo>
                        <a:pt x="1537" y="511"/>
                        <a:pt x="1541" y="459"/>
                        <a:pt x="1541" y="447"/>
                      </a:cubicBezTo>
                      <a:cubicBezTo>
                        <a:pt x="1541" y="435"/>
                        <a:pt x="1540" y="420"/>
                        <a:pt x="1546" y="420"/>
                      </a:cubicBezTo>
                      <a:cubicBezTo>
                        <a:pt x="1552" y="420"/>
                        <a:pt x="1577" y="432"/>
                        <a:pt x="1585" y="434"/>
                      </a:cubicBezTo>
                      <a:cubicBezTo>
                        <a:pt x="1593" y="436"/>
                        <a:pt x="1614" y="434"/>
                        <a:pt x="1614" y="434"/>
                      </a:cubicBezTo>
                      <a:cubicBezTo>
                        <a:pt x="1623" y="442"/>
                        <a:pt x="1623" y="442"/>
                        <a:pt x="1623" y="442"/>
                      </a:cubicBezTo>
                      <a:cubicBezTo>
                        <a:pt x="1634" y="430"/>
                        <a:pt x="1634" y="430"/>
                        <a:pt x="1634" y="430"/>
                      </a:cubicBezTo>
                      <a:cubicBezTo>
                        <a:pt x="1634" y="430"/>
                        <a:pt x="1642" y="431"/>
                        <a:pt x="1649" y="426"/>
                      </a:cubicBezTo>
                      <a:cubicBezTo>
                        <a:pt x="1656" y="421"/>
                        <a:pt x="1650" y="410"/>
                        <a:pt x="1641" y="397"/>
                      </a:cubicBezTo>
                      <a:cubicBezTo>
                        <a:pt x="1632" y="384"/>
                        <a:pt x="1622" y="375"/>
                        <a:pt x="1627" y="361"/>
                      </a:cubicBezTo>
                      <a:cubicBezTo>
                        <a:pt x="1632" y="347"/>
                        <a:pt x="1661" y="357"/>
                        <a:pt x="1667" y="348"/>
                      </a:cubicBezTo>
                      <a:cubicBezTo>
                        <a:pt x="1673" y="339"/>
                        <a:pt x="1654" y="336"/>
                        <a:pt x="1655" y="327"/>
                      </a:cubicBezTo>
                      <a:close/>
                      <a:moveTo>
                        <a:pt x="1385" y="465"/>
                      </a:moveTo>
                      <a:cubicBezTo>
                        <a:pt x="1380" y="470"/>
                        <a:pt x="1363" y="466"/>
                        <a:pt x="1363" y="466"/>
                      </a:cubicBezTo>
                      <a:cubicBezTo>
                        <a:pt x="1363" y="466"/>
                        <a:pt x="1361" y="472"/>
                        <a:pt x="1356" y="473"/>
                      </a:cubicBezTo>
                      <a:cubicBezTo>
                        <a:pt x="1351" y="474"/>
                        <a:pt x="1340" y="464"/>
                        <a:pt x="1340" y="464"/>
                      </a:cubicBezTo>
                      <a:cubicBezTo>
                        <a:pt x="1320" y="467"/>
                        <a:pt x="1320" y="467"/>
                        <a:pt x="1320" y="467"/>
                      </a:cubicBezTo>
                      <a:cubicBezTo>
                        <a:pt x="1299" y="463"/>
                        <a:pt x="1299" y="463"/>
                        <a:pt x="1299" y="463"/>
                      </a:cubicBezTo>
                      <a:cubicBezTo>
                        <a:pt x="1287" y="464"/>
                        <a:pt x="1287" y="464"/>
                        <a:pt x="1287" y="464"/>
                      </a:cubicBezTo>
                      <a:cubicBezTo>
                        <a:pt x="1270" y="459"/>
                        <a:pt x="1270" y="459"/>
                        <a:pt x="1270" y="459"/>
                      </a:cubicBezTo>
                      <a:cubicBezTo>
                        <a:pt x="1270" y="459"/>
                        <a:pt x="1259" y="460"/>
                        <a:pt x="1246" y="460"/>
                      </a:cubicBezTo>
                      <a:cubicBezTo>
                        <a:pt x="1233" y="460"/>
                        <a:pt x="1236" y="454"/>
                        <a:pt x="1236" y="454"/>
                      </a:cubicBezTo>
                      <a:cubicBezTo>
                        <a:pt x="1236" y="454"/>
                        <a:pt x="1228" y="462"/>
                        <a:pt x="1222" y="464"/>
                      </a:cubicBezTo>
                      <a:cubicBezTo>
                        <a:pt x="1216" y="466"/>
                        <a:pt x="1215" y="476"/>
                        <a:pt x="1209" y="484"/>
                      </a:cubicBezTo>
                      <a:cubicBezTo>
                        <a:pt x="1203" y="492"/>
                        <a:pt x="1195" y="489"/>
                        <a:pt x="1195" y="489"/>
                      </a:cubicBezTo>
                      <a:cubicBezTo>
                        <a:pt x="1199" y="507"/>
                        <a:pt x="1199" y="507"/>
                        <a:pt x="1199" y="507"/>
                      </a:cubicBezTo>
                      <a:cubicBezTo>
                        <a:pt x="1191" y="514"/>
                        <a:pt x="1191" y="514"/>
                        <a:pt x="1191" y="514"/>
                      </a:cubicBezTo>
                      <a:cubicBezTo>
                        <a:pt x="1201" y="525"/>
                        <a:pt x="1201" y="525"/>
                        <a:pt x="1201" y="525"/>
                      </a:cubicBezTo>
                      <a:cubicBezTo>
                        <a:pt x="1200" y="542"/>
                        <a:pt x="1200" y="542"/>
                        <a:pt x="1200" y="542"/>
                      </a:cubicBezTo>
                      <a:cubicBezTo>
                        <a:pt x="1196" y="541"/>
                        <a:pt x="1167" y="507"/>
                        <a:pt x="1167" y="507"/>
                      </a:cubicBezTo>
                      <a:cubicBezTo>
                        <a:pt x="1167" y="507"/>
                        <a:pt x="1163" y="492"/>
                        <a:pt x="1163" y="481"/>
                      </a:cubicBezTo>
                      <a:cubicBezTo>
                        <a:pt x="1163" y="470"/>
                        <a:pt x="1181" y="467"/>
                        <a:pt x="1185" y="466"/>
                      </a:cubicBezTo>
                      <a:cubicBezTo>
                        <a:pt x="1189" y="465"/>
                        <a:pt x="1187" y="454"/>
                        <a:pt x="1193" y="448"/>
                      </a:cubicBezTo>
                      <a:cubicBezTo>
                        <a:pt x="1199" y="442"/>
                        <a:pt x="1224" y="448"/>
                        <a:pt x="1228" y="448"/>
                      </a:cubicBezTo>
                      <a:cubicBezTo>
                        <a:pt x="1232" y="448"/>
                        <a:pt x="1240" y="442"/>
                        <a:pt x="1253" y="443"/>
                      </a:cubicBezTo>
                      <a:cubicBezTo>
                        <a:pt x="1266" y="444"/>
                        <a:pt x="1274" y="451"/>
                        <a:pt x="1281" y="452"/>
                      </a:cubicBezTo>
                      <a:cubicBezTo>
                        <a:pt x="1288" y="453"/>
                        <a:pt x="1293" y="456"/>
                        <a:pt x="1306" y="458"/>
                      </a:cubicBezTo>
                      <a:cubicBezTo>
                        <a:pt x="1319" y="460"/>
                        <a:pt x="1315" y="449"/>
                        <a:pt x="1328" y="449"/>
                      </a:cubicBezTo>
                      <a:cubicBezTo>
                        <a:pt x="1341" y="449"/>
                        <a:pt x="1360" y="454"/>
                        <a:pt x="1360" y="454"/>
                      </a:cubicBezTo>
                      <a:cubicBezTo>
                        <a:pt x="1360" y="454"/>
                        <a:pt x="1370" y="445"/>
                        <a:pt x="1384" y="443"/>
                      </a:cubicBezTo>
                      <a:cubicBezTo>
                        <a:pt x="1398" y="441"/>
                        <a:pt x="1390" y="460"/>
                        <a:pt x="1385" y="46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3" name="Freeform 345"/>
                <p:cNvSpPr>
                  <a:spLocks/>
                </p:cNvSpPr>
                <p:nvPr/>
              </p:nvSpPr>
              <p:spPr bwMode="gray">
                <a:xfrm>
                  <a:off x="-3116" y="-8652"/>
                  <a:ext cx="1200" cy="2105"/>
                </a:xfrm>
                <a:custGeom>
                  <a:avLst/>
                  <a:gdLst>
                    <a:gd name="T0" fmla="*/ 507 w 508"/>
                    <a:gd name="T1" fmla="*/ 210 h 891"/>
                    <a:gd name="T2" fmla="*/ 499 w 508"/>
                    <a:gd name="T3" fmla="*/ 170 h 891"/>
                    <a:gd name="T4" fmla="*/ 502 w 508"/>
                    <a:gd name="T5" fmla="*/ 155 h 891"/>
                    <a:gd name="T6" fmla="*/ 503 w 508"/>
                    <a:gd name="T7" fmla="*/ 104 h 891"/>
                    <a:gd name="T8" fmla="*/ 505 w 508"/>
                    <a:gd name="T9" fmla="*/ 13 h 891"/>
                    <a:gd name="T10" fmla="*/ 497 w 508"/>
                    <a:gd name="T11" fmla="*/ 0 h 891"/>
                    <a:gd name="T12" fmla="*/ 425 w 508"/>
                    <a:gd name="T13" fmla="*/ 38 h 891"/>
                    <a:gd name="T14" fmla="*/ 393 w 508"/>
                    <a:gd name="T15" fmla="*/ 45 h 891"/>
                    <a:gd name="T16" fmla="*/ 354 w 508"/>
                    <a:gd name="T17" fmla="*/ 66 h 891"/>
                    <a:gd name="T18" fmla="*/ 325 w 508"/>
                    <a:gd name="T19" fmla="*/ 61 h 891"/>
                    <a:gd name="T20" fmla="*/ 279 w 508"/>
                    <a:gd name="T21" fmla="*/ 51 h 891"/>
                    <a:gd name="T22" fmla="*/ 237 w 508"/>
                    <a:gd name="T23" fmla="*/ 62 h 891"/>
                    <a:gd name="T24" fmla="*/ 224 w 508"/>
                    <a:gd name="T25" fmla="*/ 89 h 891"/>
                    <a:gd name="T26" fmla="*/ 228 w 508"/>
                    <a:gd name="T27" fmla="*/ 144 h 891"/>
                    <a:gd name="T28" fmla="*/ 235 w 508"/>
                    <a:gd name="T29" fmla="*/ 166 h 891"/>
                    <a:gd name="T30" fmla="*/ 281 w 508"/>
                    <a:gd name="T31" fmla="*/ 231 h 891"/>
                    <a:gd name="T32" fmla="*/ 268 w 508"/>
                    <a:gd name="T33" fmla="*/ 300 h 891"/>
                    <a:gd name="T34" fmla="*/ 246 w 508"/>
                    <a:gd name="T35" fmla="*/ 333 h 891"/>
                    <a:gd name="T36" fmla="*/ 234 w 508"/>
                    <a:gd name="T37" fmla="*/ 340 h 891"/>
                    <a:gd name="T38" fmla="*/ 202 w 508"/>
                    <a:gd name="T39" fmla="*/ 297 h 891"/>
                    <a:gd name="T40" fmla="*/ 208 w 508"/>
                    <a:gd name="T41" fmla="*/ 279 h 891"/>
                    <a:gd name="T42" fmla="*/ 210 w 508"/>
                    <a:gd name="T43" fmla="*/ 263 h 891"/>
                    <a:gd name="T44" fmla="*/ 208 w 508"/>
                    <a:gd name="T45" fmla="*/ 234 h 891"/>
                    <a:gd name="T46" fmla="*/ 189 w 508"/>
                    <a:gd name="T47" fmla="*/ 218 h 891"/>
                    <a:gd name="T48" fmla="*/ 148 w 508"/>
                    <a:gd name="T49" fmla="*/ 189 h 891"/>
                    <a:gd name="T50" fmla="*/ 43 w 508"/>
                    <a:gd name="T51" fmla="*/ 227 h 891"/>
                    <a:gd name="T52" fmla="*/ 5 w 508"/>
                    <a:gd name="T53" fmla="*/ 243 h 891"/>
                    <a:gd name="T54" fmla="*/ 17 w 508"/>
                    <a:gd name="T55" fmla="*/ 297 h 891"/>
                    <a:gd name="T56" fmla="*/ 64 w 508"/>
                    <a:gd name="T57" fmla="*/ 309 h 891"/>
                    <a:gd name="T58" fmla="*/ 89 w 508"/>
                    <a:gd name="T59" fmla="*/ 322 h 891"/>
                    <a:gd name="T60" fmla="*/ 120 w 508"/>
                    <a:gd name="T61" fmla="*/ 331 h 891"/>
                    <a:gd name="T62" fmla="*/ 129 w 508"/>
                    <a:gd name="T63" fmla="*/ 357 h 891"/>
                    <a:gd name="T64" fmla="*/ 131 w 508"/>
                    <a:gd name="T65" fmla="*/ 375 h 891"/>
                    <a:gd name="T66" fmla="*/ 129 w 508"/>
                    <a:gd name="T67" fmla="*/ 395 h 891"/>
                    <a:gd name="T68" fmla="*/ 131 w 508"/>
                    <a:gd name="T69" fmla="*/ 434 h 891"/>
                    <a:gd name="T70" fmla="*/ 117 w 508"/>
                    <a:gd name="T71" fmla="*/ 450 h 891"/>
                    <a:gd name="T72" fmla="*/ 117 w 508"/>
                    <a:gd name="T73" fmla="*/ 482 h 891"/>
                    <a:gd name="T74" fmla="*/ 125 w 508"/>
                    <a:gd name="T75" fmla="*/ 518 h 891"/>
                    <a:gd name="T76" fmla="*/ 105 w 508"/>
                    <a:gd name="T77" fmla="*/ 542 h 891"/>
                    <a:gd name="T78" fmla="*/ 96 w 508"/>
                    <a:gd name="T79" fmla="*/ 570 h 891"/>
                    <a:gd name="T80" fmla="*/ 95 w 508"/>
                    <a:gd name="T81" fmla="*/ 586 h 891"/>
                    <a:gd name="T82" fmla="*/ 57 w 508"/>
                    <a:gd name="T83" fmla="*/ 702 h 891"/>
                    <a:gd name="T84" fmla="*/ 78 w 508"/>
                    <a:gd name="T85" fmla="*/ 809 h 891"/>
                    <a:gd name="T86" fmla="*/ 76 w 508"/>
                    <a:gd name="T87" fmla="*/ 830 h 891"/>
                    <a:gd name="T88" fmla="*/ 83 w 508"/>
                    <a:gd name="T89" fmla="*/ 861 h 891"/>
                    <a:gd name="T90" fmla="*/ 98 w 508"/>
                    <a:gd name="T91" fmla="*/ 877 h 891"/>
                    <a:gd name="T92" fmla="*/ 115 w 508"/>
                    <a:gd name="T93" fmla="*/ 871 h 891"/>
                    <a:gd name="T94" fmla="*/ 109 w 508"/>
                    <a:gd name="T95" fmla="*/ 819 h 891"/>
                    <a:gd name="T96" fmla="*/ 242 w 508"/>
                    <a:gd name="T97" fmla="*/ 735 h 891"/>
                    <a:gd name="T98" fmla="*/ 230 w 508"/>
                    <a:gd name="T99" fmla="*/ 713 h 891"/>
                    <a:gd name="T100" fmla="*/ 241 w 508"/>
                    <a:gd name="T101" fmla="*/ 650 h 891"/>
                    <a:gd name="T102" fmla="*/ 246 w 508"/>
                    <a:gd name="T103" fmla="*/ 626 h 891"/>
                    <a:gd name="T104" fmla="*/ 238 w 508"/>
                    <a:gd name="T105" fmla="*/ 612 h 891"/>
                    <a:gd name="T106" fmla="*/ 225 w 508"/>
                    <a:gd name="T107" fmla="*/ 555 h 891"/>
                    <a:gd name="T108" fmla="*/ 222 w 508"/>
                    <a:gd name="T109" fmla="*/ 503 h 891"/>
                    <a:gd name="T110" fmla="*/ 267 w 508"/>
                    <a:gd name="T111" fmla="*/ 455 h 891"/>
                    <a:gd name="T112" fmla="*/ 312 w 508"/>
                    <a:gd name="T113" fmla="*/ 419 h 891"/>
                    <a:gd name="T114" fmla="*/ 417 w 508"/>
                    <a:gd name="T115" fmla="*/ 348 h 891"/>
                    <a:gd name="T116" fmla="*/ 458 w 508"/>
                    <a:gd name="T117" fmla="*/ 314 h 891"/>
                    <a:gd name="T118" fmla="*/ 498 w 508"/>
                    <a:gd name="T119" fmla="*/ 263 h 891"/>
                    <a:gd name="T120" fmla="*/ 508 w 508"/>
                    <a:gd name="T121" fmla="*/ 229 h 8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08" h="891">
                      <a:moveTo>
                        <a:pt x="508" y="229"/>
                      </a:moveTo>
                      <a:cubicBezTo>
                        <a:pt x="508" y="221"/>
                        <a:pt x="507" y="210"/>
                        <a:pt x="507" y="210"/>
                      </a:cubicBezTo>
                      <a:cubicBezTo>
                        <a:pt x="499" y="211"/>
                        <a:pt x="499" y="211"/>
                        <a:pt x="499" y="211"/>
                      </a:cubicBezTo>
                      <a:cubicBezTo>
                        <a:pt x="499" y="170"/>
                        <a:pt x="499" y="170"/>
                        <a:pt x="499" y="170"/>
                      </a:cubicBezTo>
                      <a:cubicBezTo>
                        <a:pt x="491" y="162"/>
                        <a:pt x="491" y="162"/>
                        <a:pt x="491" y="162"/>
                      </a:cubicBezTo>
                      <a:cubicBezTo>
                        <a:pt x="502" y="155"/>
                        <a:pt x="502" y="155"/>
                        <a:pt x="502" y="155"/>
                      </a:cubicBezTo>
                      <a:cubicBezTo>
                        <a:pt x="495" y="124"/>
                        <a:pt x="495" y="124"/>
                        <a:pt x="495" y="124"/>
                      </a:cubicBezTo>
                      <a:cubicBezTo>
                        <a:pt x="503" y="104"/>
                        <a:pt x="503" y="104"/>
                        <a:pt x="503" y="104"/>
                      </a:cubicBezTo>
                      <a:cubicBezTo>
                        <a:pt x="493" y="78"/>
                        <a:pt x="493" y="78"/>
                        <a:pt x="493" y="78"/>
                      </a:cubicBezTo>
                      <a:cubicBezTo>
                        <a:pt x="493" y="78"/>
                        <a:pt x="505" y="21"/>
                        <a:pt x="505" y="13"/>
                      </a:cubicBezTo>
                      <a:cubicBezTo>
                        <a:pt x="505" y="5"/>
                        <a:pt x="497" y="0"/>
                        <a:pt x="497" y="0"/>
                      </a:cubicBezTo>
                      <a:cubicBezTo>
                        <a:pt x="497" y="0"/>
                        <a:pt x="497" y="0"/>
                        <a:pt x="497" y="0"/>
                      </a:cubicBezTo>
                      <a:cubicBezTo>
                        <a:pt x="444" y="37"/>
                        <a:pt x="444" y="37"/>
                        <a:pt x="444" y="37"/>
                      </a:cubicBezTo>
                      <a:cubicBezTo>
                        <a:pt x="425" y="38"/>
                        <a:pt x="425" y="38"/>
                        <a:pt x="425" y="38"/>
                      </a:cubicBezTo>
                      <a:cubicBezTo>
                        <a:pt x="425" y="38"/>
                        <a:pt x="404" y="51"/>
                        <a:pt x="400" y="52"/>
                      </a:cubicBezTo>
                      <a:cubicBezTo>
                        <a:pt x="396" y="53"/>
                        <a:pt x="393" y="45"/>
                        <a:pt x="393" y="45"/>
                      </a:cubicBezTo>
                      <a:cubicBezTo>
                        <a:pt x="377" y="45"/>
                        <a:pt x="377" y="45"/>
                        <a:pt x="377" y="45"/>
                      </a:cubicBezTo>
                      <a:cubicBezTo>
                        <a:pt x="377" y="45"/>
                        <a:pt x="361" y="63"/>
                        <a:pt x="354" y="66"/>
                      </a:cubicBezTo>
                      <a:cubicBezTo>
                        <a:pt x="347" y="69"/>
                        <a:pt x="343" y="67"/>
                        <a:pt x="343" y="67"/>
                      </a:cubicBezTo>
                      <a:cubicBezTo>
                        <a:pt x="343" y="67"/>
                        <a:pt x="329" y="59"/>
                        <a:pt x="325" y="61"/>
                      </a:cubicBezTo>
                      <a:cubicBezTo>
                        <a:pt x="321" y="63"/>
                        <a:pt x="316" y="72"/>
                        <a:pt x="311" y="72"/>
                      </a:cubicBezTo>
                      <a:cubicBezTo>
                        <a:pt x="306" y="72"/>
                        <a:pt x="287" y="51"/>
                        <a:pt x="279" y="51"/>
                      </a:cubicBezTo>
                      <a:cubicBezTo>
                        <a:pt x="271" y="51"/>
                        <a:pt x="267" y="61"/>
                        <a:pt x="267" y="61"/>
                      </a:cubicBezTo>
                      <a:cubicBezTo>
                        <a:pt x="267" y="61"/>
                        <a:pt x="250" y="62"/>
                        <a:pt x="237" y="62"/>
                      </a:cubicBezTo>
                      <a:cubicBezTo>
                        <a:pt x="236" y="66"/>
                        <a:pt x="236" y="70"/>
                        <a:pt x="236" y="72"/>
                      </a:cubicBezTo>
                      <a:cubicBezTo>
                        <a:pt x="236" y="75"/>
                        <a:pt x="233" y="81"/>
                        <a:pt x="224" y="89"/>
                      </a:cubicBezTo>
                      <a:cubicBezTo>
                        <a:pt x="215" y="97"/>
                        <a:pt x="225" y="104"/>
                        <a:pt x="229" y="109"/>
                      </a:cubicBezTo>
                      <a:cubicBezTo>
                        <a:pt x="233" y="114"/>
                        <a:pt x="233" y="132"/>
                        <a:pt x="228" y="144"/>
                      </a:cubicBezTo>
                      <a:cubicBezTo>
                        <a:pt x="225" y="151"/>
                        <a:pt x="225" y="159"/>
                        <a:pt x="226" y="164"/>
                      </a:cubicBezTo>
                      <a:cubicBezTo>
                        <a:pt x="229" y="165"/>
                        <a:pt x="233" y="165"/>
                        <a:pt x="235" y="166"/>
                      </a:cubicBezTo>
                      <a:cubicBezTo>
                        <a:pt x="239" y="169"/>
                        <a:pt x="257" y="196"/>
                        <a:pt x="261" y="204"/>
                      </a:cubicBezTo>
                      <a:cubicBezTo>
                        <a:pt x="265" y="212"/>
                        <a:pt x="275" y="222"/>
                        <a:pt x="281" y="231"/>
                      </a:cubicBezTo>
                      <a:cubicBezTo>
                        <a:pt x="287" y="240"/>
                        <a:pt x="270" y="258"/>
                        <a:pt x="270" y="258"/>
                      </a:cubicBezTo>
                      <a:cubicBezTo>
                        <a:pt x="270" y="258"/>
                        <a:pt x="274" y="293"/>
                        <a:pt x="268" y="300"/>
                      </a:cubicBezTo>
                      <a:cubicBezTo>
                        <a:pt x="262" y="307"/>
                        <a:pt x="244" y="299"/>
                        <a:pt x="238" y="317"/>
                      </a:cubicBezTo>
                      <a:cubicBezTo>
                        <a:pt x="232" y="335"/>
                        <a:pt x="242" y="323"/>
                        <a:pt x="246" y="333"/>
                      </a:cubicBezTo>
                      <a:cubicBezTo>
                        <a:pt x="250" y="343"/>
                        <a:pt x="243" y="360"/>
                        <a:pt x="232" y="358"/>
                      </a:cubicBezTo>
                      <a:cubicBezTo>
                        <a:pt x="221" y="356"/>
                        <a:pt x="235" y="346"/>
                        <a:pt x="234" y="340"/>
                      </a:cubicBezTo>
                      <a:cubicBezTo>
                        <a:pt x="233" y="334"/>
                        <a:pt x="202" y="314"/>
                        <a:pt x="202" y="314"/>
                      </a:cubicBezTo>
                      <a:cubicBezTo>
                        <a:pt x="202" y="297"/>
                        <a:pt x="202" y="297"/>
                        <a:pt x="202" y="297"/>
                      </a:cubicBezTo>
                      <a:cubicBezTo>
                        <a:pt x="202" y="297"/>
                        <a:pt x="197" y="297"/>
                        <a:pt x="195" y="294"/>
                      </a:cubicBezTo>
                      <a:cubicBezTo>
                        <a:pt x="193" y="291"/>
                        <a:pt x="208" y="279"/>
                        <a:pt x="208" y="279"/>
                      </a:cubicBezTo>
                      <a:cubicBezTo>
                        <a:pt x="200" y="266"/>
                        <a:pt x="200" y="266"/>
                        <a:pt x="200" y="266"/>
                      </a:cubicBezTo>
                      <a:cubicBezTo>
                        <a:pt x="210" y="263"/>
                        <a:pt x="210" y="263"/>
                        <a:pt x="210" y="263"/>
                      </a:cubicBezTo>
                      <a:cubicBezTo>
                        <a:pt x="213" y="242"/>
                        <a:pt x="213" y="242"/>
                        <a:pt x="213" y="242"/>
                      </a:cubicBezTo>
                      <a:cubicBezTo>
                        <a:pt x="213" y="242"/>
                        <a:pt x="207" y="243"/>
                        <a:pt x="208" y="234"/>
                      </a:cubicBezTo>
                      <a:cubicBezTo>
                        <a:pt x="209" y="225"/>
                        <a:pt x="205" y="214"/>
                        <a:pt x="205" y="214"/>
                      </a:cubicBezTo>
                      <a:cubicBezTo>
                        <a:pt x="199" y="211"/>
                        <a:pt x="189" y="218"/>
                        <a:pt x="189" y="218"/>
                      </a:cubicBezTo>
                      <a:cubicBezTo>
                        <a:pt x="169" y="221"/>
                        <a:pt x="169" y="221"/>
                        <a:pt x="169" y="221"/>
                      </a:cubicBezTo>
                      <a:cubicBezTo>
                        <a:pt x="148" y="189"/>
                        <a:pt x="148" y="189"/>
                        <a:pt x="148" y="189"/>
                      </a:cubicBezTo>
                      <a:cubicBezTo>
                        <a:pt x="148" y="189"/>
                        <a:pt x="104" y="209"/>
                        <a:pt x="95" y="214"/>
                      </a:cubicBezTo>
                      <a:cubicBezTo>
                        <a:pt x="85" y="219"/>
                        <a:pt x="43" y="227"/>
                        <a:pt x="43" y="227"/>
                      </a:cubicBezTo>
                      <a:cubicBezTo>
                        <a:pt x="31" y="238"/>
                        <a:pt x="31" y="238"/>
                        <a:pt x="31" y="238"/>
                      </a:cubicBezTo>
                      <a:cubicBezTo>
                        <a:pt x="31" y="238"/>
                        <a:pt x="11" y="239"/>
                        <a:pt x="5" y="243"/>
                      </a:cubicBezTo>
                      <a:cubicBezTo>
                        <a:pt x="0" y="247"/>
                        <a:pt x="15" y="261"/>
                        <a:pt x="15" y="261"/>
                      </a:cubicBezTo>
                      <a:cubicBezTo>
                        <a:pt x="17" y="297"/>
                        <a:pt x="17" y="297"/>
                        <a:pt x="17" y="297"/>
                      </a:cubicBezTo>
                      <a:cubicBezTo>
                        <a:pt x="56" y="297"/>
                        <a:pt x="56" y="297"/>
                        <a:pt x="56" y="297"/>
                      </a:cubicBezTo>
                      <a:cubicBezTo>
                        <a:pt x="64" y="309"/>
                        <a:pt x="64" y="309"/>
                        <a:pt x="64" y="309"/>
                      </a:cubicBezTo>
                      <a:cubicBezTo>
                        <a:pt x="79" y="306"/>
                        <a:pt x="79" y="306"/>
                        <a:pt x="79" y="306"/>
                      </a:cubicBezTo>
                      <a:cubicBezTo>
                        <a:pt x="89" y="322"/>
                        <a:pt x="89" y="322"/>
                        <a:pt x="89" y="322"/>
                      </a:cubicBezTo>
                      <a:cubicBezTo>
                        <a:pt x="89" y="322"/>
                        <a:pt x="99" y="319"/>
                        <a:pt x="107" y="319"/>
                      </a:cubicBezTo>
                      <a:cubicBezTo>
                        <a:pt x="115" y="319"/>
                        <a:pt x="120" y="331"/>
                        <a:pt x="120" y="331"/>
                      </a:cubicBezTo>
                      <a:cubicBezTo>
                        <a:pt x="120" y="331"/>
                        <a:pt x="135" y="331"/>
                        <a:pt x="139" y="339"/>
                      </a:cubicBezTo>
                      <a:cubicBezTo>
                        <a:pt x="143" y="347"/>
                        <a:pt x="129" y="357"/>
                        <a:pt x="129" y="357"/>
                      </a:cubicBezTo>
                      <a:cubicBezTo>
                        <a:pt x="137" y="366"/>
                        <a:pt x="137" y="366"/>
                        <a:pt x="137" y="366"/>
                      </a:cubicBezTo>
                      <a:cubicBezTo>
                        <a:pt x="131" y="375"/>
                        <a:pt x="131" y="375"/>
                        <a:pt x="131" y="375"/>
                      </a:cubicBezTo>
                      <a:cubicBezTo>
                        <a:pt x="137" y="383"/>
                        <a:pt x="137" y="383"/>
                        <a:pt x="137" y="383"/>
                      </a:cubicBezTo>
                      <a:cubicBezTo>
                        <a:pt x="137" y="383"/>
                        <a:pt x="132" y="390"/>
                        <a:pt x="129" y="395"/>
                      </a:cubicBezTo>
                      <a:cubicBezTo>
                        <a:pt x="127" y="401"/>
                        <a:pt x="135" y="407"/>
                        <a:pt x="137" y="421"/>
                      </a:cubicBezTo>
                      <a:cubicBezTo>
                        <a:pt x="140" y="434"/>
                        <a:pt x="131" y="434"/>
                        <a:pt x="131" y="434"/>
                      </a:cubicBezTo>
                      <a:cubicBezTo>
                        <a:pt x="131" y="443"/>
                        <a:pt x="131" y="443"/>
                        <a:pt x="131" y="443"/>
                      </a:cubicBezTo>
                      <a:cubicBezTo>
                        <a:pt x="117" y="450"/>
                        <a:pt x="117" y="450"/>
                        <a:pt x="117" y="450"/>
                      </a:cubicBezTo>
                      <a:cubicBezTo>
                        <a:pt x="131" y="466"/>
                        <a:pt x="131" y="466"/>
                        <a:pt x="131" y="466"/>
                      </a:cubicBezTo>
                      <a:cubicBezTo>
                        <a:pt x="131" y="466"/>
                        <a:pt x="119" y="477"/>
                        <a:pt x="117" y="482"/>
                      </a:cubicBezTo>
                      <a:cubicBezTo>
                        <a:pt x="116" y="487"/>
                        <a:pt x="133" y="498"/>
                        <a:pt x="135" y="505"/>
                      </a:cubicBezTo>
                      <a:cubicBezTo>
                        <a:pt x="136" y="511"/>
                        <a:pt x="125" y="518"/>
                        <a:pt x="125" y="518"/>
                      </a:cubicBezTo>
                      <a:cubicBezTo>
                        <a:pt x="125" y="518"/>
                        <a:pt x="123" y="525"/>
                        <a:pt x="121" y="533"/>
                      </a:cubicBezTo>
                      <a:cubicBezTo>
                        <a:pt x="120" y="541"/>
                        <a:pt x="105" y="542"/>
                        <a:pt x="105" y="542"/>
                      </a:cubicBezTo>
                      <a:cubicBezTo>
                        <a:pt x="104" y="565"/>
                        <a:pt x="104" y="565"/>
                        <a:pt x="104" y="565"/>
                      </a:cubicBezTo>
                      <a:cubicBezTo>
                        <a:pt x="96" y="570"/>
                        <a:pt x="96" y="570"/>
                        <a:pt x="96" y="570"/>
                      </a:cubicBezTo>
                      <a:cubicBezTo>
                        <a:pt x="105" y="583"/>
                        <a:pt x="105" y="583"/>
                        <a:pt x="105" y="583"/>
                      </a:cubicBezTo>
                      <a:cubicBezTo>
                        <a:pt x="95" y="586"/>
                        <a:pt x="95" y="586"/>
                        <a:pt x="95" y="586"/>
                      </a:cubicBezTo>
                      <a:cubicBezTo>
                        <a:pt x="48" y="642"/>
                        <a:pt x="48" y="642"/>
                        <a:pt x="48" y="642"/>
                      </a:cubicBezTo>
                      <a:cubicBezTo>
                        <a:pt x="48" y="642"/>
                        <a:pt x="55" y="693"/>
                        <a:pt x="57" y="702"/>
                      </a:cubicBezTo>
                      <a:cubicBezTo>
                        <a:pt x="59" y="711"/>
                        <a:pt x="80" y="743"/>
                        <a:pt x="79" y="752"/>
                      </a:cubicBezTo>
                      <a:cubicBezTo>
                        <a:pt x="78" y="761"/>
                        <a:pt x="78" y="809"/>
                        <a:pt x="78" y="809"/>
                      </a:cubicBezTo>
                      <a:cubicBezTo>
                        <a:pt x="60" y="833"/>
                        <a:pt x="60" y="833"/>
                        <a:pt x="60" y="833"/>
                      </a:cubicBezTo>
                      <a:cubicBezTo>
                        <a:pt x="76" y="830"/>
                        <a:pt x="76" y="830"/>
                        <a:pt x="76" y="830"/>
                      </a:cubicBezTo>
                      <a:cubicBezTo>
                        <a:pt x="76" y="830"/>
                        <a:pt x="71" y="847"/>
                        <a:pt x="73" y="854"/>
                      </a:cubicBezTo>
                      <a:cubicBezTo>
                        <a:pt x="76" y="861"/>
                        <a:pt x="83" y="861"/>
                        <a:pt x="83" y="861"/>
                      </a:cubicBezTo>
                      <a:cubicBezTo>
                        <a:pt x="87" y="877"/>
                        <a:pt x="87" y="877"/>
                        <a:pt x="87" y="877"/>
                      </a:cubicBezTo>
                      <a:cubicBezTo>
                        <a:pt x="91" y="876"/>
                        <a:pt x="95" y="875"/>
                        <a:pt x="98" y="877"/>
                      </a:cubicBezTo>
                      <a:cubicBezTo>
                        <a:pt x="102" y="879"/>
                        <a:pt x="107" y="885"/>
                        <a:pt x="111" y="891"/>
                      </a:cubicBezTo>
                      <a:cubicBezTo>
                        <a:pt x="113" y="883"/>
                        <a:pt x="115" y="876"/>
                        <a:pt x="115" y="871"/>
                      </a:cubicBezTo>
                      <a:cubicBezTo>
                        <a:pt x="116" y="856"/>
                        <a:pt x="107" y="845"/>
                        <a:pt x="107" y="845"/>
                      </a:cubicBezTo>
                      <a:cubicBezTo>
                        <a:pt x="107" y="845"/>
                        <a:pt x="88" y="839"/>
                        <a:pt x="109" y="819"/>
                      </a:cubicBezTo>
                      <a:cubicBezTo>
                        <a:pt x="130" y="799"/>
                        <a:pt x="165" y="785"/>
                        <a:pt x="186" y="773"/>
                      </a:cubicBezTo>
                      <a:cubicBezTo>
                        <a:pt x="207" y="761"/>
                        <a:pt x="242" y="744"/>
                        <a:pt x="242" y="735"/>
                      </a:cubicBezTo>
                      <a:cubicBezTo>
                        <a:pt x="242" y="726"/>
                        <a:pt x="242" y="718"/>
                        <a:pt x="242" y="718"/>
                      </a:cubicBezTo>
                      <a:cubicBezTo>
                        <a:pt x="242" y="718"/>
                        <a:pt x="231" y="727"/>
                        <a:pt x="230" y="713"/>
                      </a:cubicBezTo>
                      <a:cubicBezTo>
                        <a:pt x="229" y="699"/>
                        <a:pt x="249" y="684"/>
                        <a:pt x="247" y="674"/>
                      </a:cubicBezTo>
                      <a:cubicBezTo>
                        <a:pt x="245" y="664"/>
                        <a:pt x="241" y="650"/>
                        <a:pt x="241" y="650"/>
                      </a:cubicBezTo>
                      <a:cubicBezTo>
                        <a:pt x="248" y="631"/>
                        <a:pt x="248" y="631"/>
                        <a:pt x="248" y="631"/>
                      </a:cubicBezTo>
                      <a:cubicBezTo>
                        <a:pt x="246" y="626"/>
                        <a:pt x="246" y="626"/>
                        <a:pt x="246" y="626"/>
                      </a:cubicBezTo>
                      <a:cubicBezTo>
                        <a:pt x="235" y="639"/>
                        <a:pt x="235" y="639"/>
                        <a:pt x="235" y="639"/>
                      </a:cubicBezTo>
                      <a:cubicBezTo>
                        <a:pt x="238" y="612"/>
                        <a:pt x="238" y="612"/>
                        <a:pt x="238" y="612"/>
                      </a:cubicBezTo>
                      <a:cubicBezTo>
                        <a:pt x="238" y="612"/>
                        <a:pt x="223" y="597"/>
                        <a:pt x="222" y="587"/>
                      </a:cubicBezTo>
                      <a:cubicBezTo>
                        <a:pt x="221" y="577"/>
                        <a:pt x="230" y="567"/>
                        <a:pt x="225" y="555"/>
                      </a:cubicBezTo>
                      <a:cubicBezTo>
                        <a:pt x="220" y="543"/>
                        <a:pt x="208" y="554"/>
                        <a:pt x="208" y="541"/>
                      </a:cubicBezTo>
                      <a:cubicBezTo>
                        <a:pt x="208" y="528"/>
                        <a:pt x="219" y="507"/>
                        <a:pt x="222" y="503"/>
                      </a:cubicBezTo>
                      <a:cubicBezTo>
                        <a:pt x="225" y="499"/>
                        <a:pt x="249" y="493"/>
                        <a:pt x="252" y="484"/>
                      </a:cubicBezTo>
                      <a:cubicBezTo>
                        <a:pt x="255" y="475"/>
                        <a:pt x="260" y="460"/>
                        <a:pt x="267" y="455"/>
                      </a:cubicBezTo>
                      <a:cubicBezTo>
                        <a:pt x="274" y="450"/>
                        <a:pt x="279" y="455"/>
                        <a:pt x="287" y="449"/>
                      </a:cubicBezTo>
                      <a:cubicBezTo>
                        <a:pt x="295" y="443"/>
                        <a:pt x="310" y="435"/>
                        <a:pt x="312" y="419"/>
                      </a:cubicBezTo>
                      <a:cubicBezTo>
                        <a:pt x="314" y="403"/>
                        <a:pt x="331" y="385"/>
                        <a:pt x="348" y="377"/>
                      </a:cubicBezTo>
                      <a:cubicBezTo>
                        <a:pt x="365" y="369"/>
                        <a:pt x="409" y="355"/>
                        <a:pt x="417" y="348"/>
                      </a:cubicBezTo>
                      <a:cubicBezTo>
                        <a:pt x="425" y="341"/>
                        <a:pt x="458" y="324"/>
                        <a:pt x="458" y="324"/>
                      </a:cubicBezTo>
                      <a:cubicBezTo>
                        <a:pt x="458" y="314"/>
                        <a:pt x="458" y="314"/>
                        <a:pt x="458" y="314"/>
                      </a:cubicBezTo>
                      <a:cubicBezTo>
                        <a:pt x="458" y="314"/>
                        <a:pt x="476" y="295"/>
                        <a:pt x="476" y="290"/>
                      </a:cubicBezTo>
                      <a:cubicBezTo>
                        <a:pt x="476" y="285"/>
                        <a:pt x="498" y="263"/>
                        <a:pt x="498" y="263"/>
                      </a:cubicBezTo>
                      <a:cubicBezTo>
                        <a:pt x="496" y="254"/>
                        <a:pt x="496" y="254"/>
                        <a:pt x="496" y="254"/>
                      </a:cubicBezTo>
                      <a:cubicBezTo>
                        <a:pt x="496" y="254"/>
                        <a:pt x="508" y="237"/>
                        <a:pt x="508" y="22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4" name="Freeform 346"/>
                <p:cNvSpPr>
                  <a:spLocks/>
                </p:cNvSpPr>
                <p:nvPr/>
              </p:nvSpPr>
              <p:spPr bwMode="gray">
                <a:xfrm>
                  <a:off x="-2821" y="-8784"/>
                  <a:ext cx="383" cy="982"/>
                </a:xfrm>
                <a:custGeom>
                  <a:avLst/>
                  <a:gdLst>
                    <a:gd name="T0" fmla="*/ 156 w 162"/>
                    <a:gd name="T1" fmla="*/ 287 h 416"/>
                    <a:gd name="T2" fmla="*/ 136 w 162"/>
                    <a:gd name="T3" fmla="*/ 260 h 416"/>
                    <a:gd name="T4" fmla="*/ 110 w 162"/>
                    <a:gd name="T5" fmla="*/ 222 h 416"/>
                    <a:gd name="T6" fmla="*/ 101 w 162"/>
                    <a:gd name="T7" fmla="*/ 220 h 416"/>
                    <a:gd name="T8" fmla="*/ 105 w 162"/>
                    <a:gd name="T9" fmla="*/ 229 h 416"/>
                    <a:gd name="T10" fmla="*/ 114 w 162"/>
                    <a:gd name="T11" fmla="*/ 237 h 416"/>
                    <a:gd name="T12" fmla="*/ 113 w 162"/>
                    <a:gd name="T13" fmla="*/ 264 h 416"/>
                    <a:gd name="T14" fmla="*/ 105 w 162"/>
                    <a:gd name="T15" fmla="*/ 253 h 416"/>
                    <a:gd name="T16" fmla="*/ 90 w 162"/>
                    <a:gd name="T17" fmla="*/ 257 h 416"/>
                    <a:gd name="T18" fmla="*/ 86 w 162"/>
                    <a:gd name="T19" fmla="*/ 234 h 416"/>
                    <a:gd name="T20" fmla="*/ 81 w 162"/>
                    <a:gd name="T21" fmla="*/ 220 h 416"/>
                    <a:gd name="T22" fmla="*/ 81 w 162"/>
                    <a:gd name="T23" fmla="*/ 195 h 416"/>
                    <a:gd name="T24" fmla="*/ 64 w 162"/>
                    <a:gd name="T25" fmla="*/ 171 h 416"/>
                    <a:gd name="T26" fmla="*/ 59 w 162"/>
                    <a:gd name="T27" fmla="*/ 154 h 416"/>
                    <a:gd name="T28" fmla="*/ 77 w 162"/>
                    <a:gd name="T29" fmla="*/ 126 h 416"/>
                    <a:gd name="T30" fmla="*/ 84 w 162"/>
                    <a:gd name="T31" fmla="*/ 108 h 416"/>
                    <a:gd name="T32" fmla="*/ 81 w 162"/>
                    <a:gd name="T33" fmla="*/ 90 h 416"/>
                    <a:gd name="T34" fmla="*/ 78 w 162"/>
                    <a:gd name="T35" fmla="*/ 51 h 416"/>
                    <a:gd name="T36" fmla="*/ 64 w 162"/>
                    <a:gd name="T37" fmla="*/ 37 h 416"/>
                    <a:gd name="T38" fmla="*/ 60 w 162"/>
                    <a:gd name="T39" fmla="*/ 10 h 416"/>
                    <a:gd name="T40" fmla="*/ 41 w 162"/>
                    <a:gd name="T41" fmla="*/ 10 h 416"/>
                    <a:gd name="T42" fmla="*/ 35 w 162"/>
                    <a:gd name="T43" fmla="*/ 0 h 416"/>
                    <a:gd name="T44" fmla="*/ 20 w 162"/>
                    <a:gd name="T45" fmla="*/ 1 h 416"/>
                    <a:gd name="T46" fmla="*/ 20 w 162"/>
                    <a:gd name="T47" fmla="*/ 9 h 416"/>
                    <a:gd name="T48" fmla="*/ 35 w 162"/>
                    <a:gd name="T49" fmla="*/ 16 h 416"/>
                    <a:gd name="T50" fmla="*/ 37 w 162"/>
                    <a:gd name="T51" fmla="*/ 42 h 416"/>
                    <a:gd name="T52" fmla="*/ 46 w 162"/>
                    <a:gd name="T53" fmla="*/ 41 h 416"/>
                    <a:gd name="T54" fmla="*/ 46 w 162"/>
                    <a:gd name="T55" fmla="*/ 54 h 416"/>
                    <a:gd name="T56" fmla="*/ 52 w 162"/>
                    <a:gd name="T57" fmla="*/ 64 h 416"/>
                    <a:gd name="T58" fmla="*/ 30 w 162"/>
                    <a:gd name="T59" fmla="*/ 75 h 416"/>
                    <a:gd name="T60" fmla="*/ 30 w 162"/>
                    <a:gd name="T61" fmla="*/ 86 h 416"/>
                    <a:gd name="T62" fmla="*/ 37 w 162"/>
                    <a:gd name="T63" fmla="*/ 92 h 416"/>
                    <a:gd name="T64" fmla="*/ 33 w 162"/>
                    <a:gd name="T65" fmla="*/ 105 h 416"/>
                    <a:gd name="T66" fmla="*/ 34 w 162"/>
                    <a:gd name="T67" fmla="*/ 153 h 416"/>
                    <a:gd name="T68" fmla="*/ 42 w 162"/>
                    <a:gd name="T69" fmla="*/ 157 h 416"/>
                    <a:gd name="T70" fmla="*/ 14 w 162"/>
                    <a:gd name="T71" fmla="*/ 175 h 416"/>
                    <a:gd name="T72" fmla="*/ 16 w 162"/>
                    <a:gd name="T73" fmla="*/ 200 h 416"/>
                    <a:gd name="T74" fmla="*/ 1 w 162"/>
                    <a:gd name="T75" fmla="*/ 226 h 416"/>
                    <a:gd name="T76" fmla="*/ 23 w 162"/>
                    <a:gd name="T77" fmla="*/ 245 h 416"/>
                    <a:gd name="T78" fmla="*/ 44 w 162"/>
                    <a:gd name="T79" fmla="*/ 277 h 416"/>
                    <a:gd name="T80" fmla="*/ 64 w 162"/>
                    <a:gd name="T81" fmla="*/ 274 h 416"/>
                    <a:gd name="T82" fmla="*/ 80 w 162"/>
                    <a:gd name="T83" fmla="*/ 270 h 416"/>
                    <a:gd name="T84" fmla="*/ 83 w 162"/>
                    <a:gd name="T85" fmla="*/ 290 h 416"/>
                    <a:gd name="T86" fmla="*/ 88 w 162"/>
                    <a:gd name="T87" fmla="*/ 298 h 416"/>
                    <a:gd name="T88" fmla="*/ 85 w 162"/>
                    <a:gd name="T89" fmla="*/ 319 h 416"/>
                    <a:gd name="T90" fmla="*/ 75 w 162"/>
                    <a:gd name="T91" fmla="*/ 322 h 416"/>
                    <a:gd name="T92" fmla="*/ 83 w 162"/>
                    <a:gd name="T93" fmla="*/ 335 h 416"/>
                    <a:gd name="T94" fmla="*/ 70 w 162"/>
                    <a:gd name="T95" fmla="*/ 350 h 416"/>
                    <a:gd name="T96" fmla="*/ 77 w 162"/>
                    <a:gd name="T97" fmla="*/ 353 h 416"/>
                    <a:gd name="T98" fmla="*/ 77 w 162"/>
                    <a:gd name="T99" fmla="*/ 370 h 416"/>
                    <a:gd name="T100" fmla="*/ 109 w 162"/>
                    <a:gd name="T101" fmla="*/ 396 h 416"/>
                    <a:gd name="T102" fmla="*/ 107 w 162"/>
                    <a:gd name="T103" fmla="*/ 414 h 416"/>
                    <a:gd name="T104" fmla="*/ 121 w 162"/>
                    <a:gd name="T105" fmla="*/ 389 h 416"/>
                    <a:gd name="T106" fmla="*/ 113 w 162"/>
                    <a:gd name="T107" fmla="*/ 373 h 416"/>
                    <a:gd name="T108" fmla="*/ 143 w 162"/>
                    <a:gd name="T109" fmla="*/ 356 h 416"/>
                    <a:gd name="T110" fmla="*/ 145 w 162"/>
                    <a:gd name="T111" fmla="*/ 314 h 416"/>
                    <a:gd name="T112" fmla="*/ 156 w 162"/>
                    <a:gd name="T113" fmla="*/ 287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62" h="416">
                      <a:moveTo>
                        <a:pt x="156" y="287"/>
                      </a:moveTo>
                      <a:cubicBezTo>
                        <a:pt x="150" y="278"/>
                        <a:pt x="140" y="268"/>
                        <a:pt x="136" y="260"/>
                      </a:cubicBezTo>
                      <a:cubicBezTo>
                        <a:pt x="132" y="252"/>
                        <a:pt x="114" y="225"/>
                        <a:pt x="110" y="222"/>
                      </a:cubicBezTo>
                      <a:cubicBezTo>
                        <a:pt x="108" y="221"/>
                        <a:pt x="104" y="221"/>
                        <a:pt x="101" y="220"/>
                      </a:cubicBezTo>
                      <a:cubicBezTo>
                        <a:pt x="101" y="225"/>
                        <a:pt x="103" y="228"/>
                        <a:pt x="105" y="229"/>
                      </a:cubicBezTo>
                      <a:cubicBezTo>
                        <a:pt x="110" y="231"/>
                        <a:pt x="114" y="237"/>
                        <a:pt x="114" y="237"/>
                      </a:cubicBezTo>
                      <a:cubicBezTo>
                        <a:pt x="114" y="237"/>
                        <a:pt x="119" y="262"/>
                        <a:pt x="113" y="264"/>
                      </a:cubicBezTo>
                      <a:cubicBezTo>
                        <a:pt x="107" y="266"/>
                        <a:pt x="105" y="253"/>
                        <a:pt x="105" y="253"/>
                      </a:cubicBezTo>
                      <a:cubicBezTo>
                        <a:pt x="105" y="253"/>
                        <a:pt x="93" y="259"/>
                        <a:pt x="90" y="257"/>
                      </a:cubicBezTo>
                      <a:cubicBezTo>
                        <a:pt x="87" y="255"/>
                        <a:pt x="87" y="241"/>
                        <a:pt x="86" y="234"/>
                      </a:cubicBezTo>
                      <a:cubicBezTo>
                        <a:pt x="85" y="227"/>
                        <a:pt x="83" y="224"/>
                        <a:pt x="81" y="220"/>
                      </a:cubicBezTo>
                      <a:cubicBezTo>
                        <a:pt x="79" y="216"/>
                        <a:pt x="81" y="203"/>
                        <a:pt x="81" y="195"/>
                      </a:cubicBezTo>
                      <a:cubicBezTo>
                        <a:pt x="81" y="187"/>
                        <a:pt x="76" y="181"/>
                        <a:pt x="64" y="171"/>
                      </a:cubicBezTo>
                      <a:cubicBezTo>
                        <a:pt x="52" y="161"/>
                        <a:pt x="61" y="163"/>
                        <a:pt x="59" y="154"/>
                      </a:cubicBezTo>
                      <a:cubicBezTo>
                        <a:pt x="57" y="145"/>
                        <a:pt x="67" y="137"/>
                        <a:pt x="77" y="126"/>
                      </a:cubicBezTo>
                      <a:cubicBezTo>
                        <a:pt x="87" y="115"/>
                        <a:pt x="83" y="113"/>
                        <a:pt x="84" y="108"/>
                      </a:cubicBezTo>
                      <a:cubicBezTo>
                        <a:pt x="85" y="103"/>
                        <a:pt x="81" y="98"/>
                        <a:pt x="81" y="90"/>
                      </a:cubicBezTo>
                      <a:cubicBezTo>
                        <a:pt x="81" y="82"/>
                        <a:pt x="79" y="67"/>
                        <a:pt x="78" y="51"/>
                      </a:cubicBezTo>
                      <a:cubicBezTo>
                        <a:pt x="77" y="35"/>
                        <a:pt x="75" y="44"/>
                        <a:pt x="64" y="37"/>
                      </a:cubicBezTo>
                      <a:cubicBezTo>
                        <a:pt x="53" y="30"/>
                        <a:pt x="61" y="21"/>
                        <a:pt x="60" y="10"/>
                      </a:cubicBez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34" y="9"/>
                        <a:pt x="35" y="16"/>
                      </a:cubicBezTo>
                      <a:cubicBezTo>
                        <a:pt x="36" y="23"/>
                        <a:pt x="34" y="42"/>
                        <a:pt x="37" y="42"/>
                      </a:cubicBezTo>
                      <a:cubicBezTo>
                        <a:pt x="40" y="42"/>
                        <a:pt x="46" y="41"/>
                        <a:pt x="46" y="41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6" y="54"/>
                        <a:pt x="58" y="57"/>
                        <a:pt x="52" y="64"/>
                      </a:cubicBezTo>
                      <a:cubicBezTo>
                        <a:pt x="46" y="71"/>
                        <a:pt x="30" y="75"/>
                        <a:pt x="30" y="75"/>
                      </a:cubicBezTo>
                      <a:cubicBezTo>
                        <a:pt x="30" y="86"/>
                        <a:pt x="30" y="86"/>
                        <a:pt x="30" y="86"/>
                      </a:cubicBezTo>
                      <a:cubicBezTo>
                        <a:pt x="37" y="92"/>
                        <a:pt x="37" y="92"/>
                        <a:pt x="37" y="92"/>
                      </a:cubicBezTo>
                      <a:cubicBezTo>
                        <a:pt x="33" y="105"/>
                        <a:pt x="33" y="105"/>
                        <a:pt x="33" y="105"/>
                      </a:cubicBezTo>
                      <a:cubicBezTo>
                        <a:pt x="34" y="153"/>
                        <a:pt x="34" y="153"/>
                        <a:pt x="34" y="153"/>
                      </a:cubicBezTo>
                      <a:cubicBezTo>
                        <a:pt x="34" y="153"/>
                        <a:pt x="45" y="150"/>
                        <a:pt x="42" y="157"/>
                      </a:cubicBezTo>
                      <a:cubicBezTo>
                        <a:pt x="39" y="164"/>
                        <a:pt x="14" y="175"/>
                        <a:pt x="14" y="175"/>
                      </a:cubicBezTo>
                      <a:cubicBezTo>
                        <a:pt x="16" y="200"/>
                        <a:pt x="16" y="200"/>
                        <a:pt x="16" y="200"/>
                      </a:cubicBezTo>
                      <a:cubicBezTo>
                        <a:pt x="16" y="200"/>
                        <a:pt x="0" y="223"/>
                        <a:pt x="1" y="226"/>
                      </a:cubicBezTo>
                      <a:cubicBezTo>
                        <a:pt x="2" y="229"/>
                        <a:pt x="23" y="245"/>
                        <a:pt x="23" y="245"/>
                      </a:cubicBezTo>
                      <a:cubicBezTo>
                        <a:pt x="44" y="277"/>
                        <a:pt x="44" y="277"/>
                        <a:pt x="44" y="277"/>
                      </a:cubicBezTo>
                      <a:cubicBezTo>
                        <a:pt x="64" y="274"/>
                        <a:pt x="64" y="274"/>
                        <a:pt x="64" y="274"/>
                      </a:cubicBezTo>
                      <a:cubicBezTo>
                        <a:pt x="64" y="274"/>
                        <a:pt x="74" y="267"/>
                        <a:pt x="80" y="270"/>
                      </a:cubicBezTo>
                      <a:cubicBezTo>
                        <a:pt x="80" y="270"/>
                        <a:pt x="84" y="281"/>
                        <a:pt x="83" y="290"/>
                      </a:cubicBezTo>
                      <a:cubicBezTo>
                        <a:pt x="82" y="299"/>
                        <a:pt x="88" y="298"/>
                        <a:pt x="88" y="298"/>
                      </a:cubicBezTo>
                      <a:cubicBezTo>
                        <a:pt x="85" y="319"/>
                        <a:pt x="85" y="319"/>
                        <a:pt x="85" y="319"/>
                      </a:cubicBezTo>
                      <a:cubicBezTo>
                        <a:pt x="75" y="322"/>
                        <a:pt x="75" y="322"/>
                        <a:pt x="75" y="322"/>
                      </a:cubicBezTo>
                      <a:cubicBezTo>
                        <a:pt x="83" y="335"/>
                        <a:pt x="83" y="335"/>
                        <a:pt x="83" y="335"/>
                      </a:cubicBezTo>
                      <a:cubicBezTo>
                        <a:pt x="83" y="335"/>
                        <a:pt x="68" y="347"/>
                        <a:pt x="70" y="350"/>
                      </a:cubicBezTo>
                      <a:cubicBezTo>
                        <a:pt x="72" y="353"/>
                        <a:pt x="77" y="353"/>
                        <a:pt x="77" y="353"/>
                      </a:cubicBezTo>
                      <a:cubicBezTo>
                        <a:pt x="77" y="370"/>
                        <a:pt x="77" y="370"/>
                        <a:pt x="77" y="370"/>
                      </a:cubicBezTo>
                      <a:cubicBezTo>
                        <a:pt x="77" y="370"/>
                        <a:pt x="108" y="390"/>
                        <a:pt x="109" y="396"/>
                      </a:cubicBezTo>
                      <a:cubicBezTo>
                        <a:pt x="110" y="402"/>
                        <a:pt x="96" y="412"/>
                        <a:pt x="107" y="414"/>
                      </a:cubicBezTo>
                      <a:cubicBezTo>
                        <a:pt x="118" y="416"/>
                        <a:pt x="125" y="399"/>
                        <a:pt x="121" y="389"/>
                      </a:cubicBezTo>
                      <a:cubicBezTo>
                        <a:pt x="117" y="379"/>
                        <a:pt x="107" y="391"/>
                        <a:pt x="113" y="373"/>
                      </a:cubicBezTo>
                      <a:cubicBezTo>
                        <a:pt x="119" y="355"/>
                        <a:pt x="137" y="363"/>
                        <a:pt x="143" y="356"/>
                      </a:cubicBezTo>
                      <a:cubicBezTo>
                        <a:pt x="149" y="349"/>
                        <a:pt x="145" y="314"/>
                        <a:pt x="145" y="314"/>
                      </a:cubicBezTo>
                      <a:cubicBezTo>
                        <a:pt x="145" y="314"/>
                        <a:pt x="162" y="296"/>
                        <a:pt x="156" y="28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5" name="Freeform 347"/>
                <p:cNvSpPr>
                  <a:spLocks/>
                </p:cNvSpPr>
                <p:nvPr/>
              </p:nvSpPr>
              <p:spPr bwMode="gray">
                <a:xfrm>
                  <a:off x="-4014" y="-8945"/>
                  <a:ext cx="1330" cy="1266"/>
                </a:xfrm>
                <a:custGeom>
                  <a:avLst/>
                  <a:gdLst>
                    <a:gd name="T0" fmla="*/ 551 w 563"/>
                    <a:gd name="T1" fmla="*/ 109 h 536"/>
                    <a:gd name="T2" fmla="*/ 540 w 563"/>
                    <a:gd name="T3" fmla="*/ 84 h 536"/>
                    <a:gd name="T4" fmla="*/ 525 w 563"/>
                    <a:gd name="T5" fmla="*/ 69 h 536"/>
                    <a:gd name="T6" fmla="*/ 502 w 563"/>
                    <a:gd name="T7" fmla="*/ 60 h 536"/>
                    <a:gd name="T8" fmla="*/ 485 w 563"/>
                    <a:gd name="T9" fmla="*/ 51 h 536"/>
                    <a:gd name="T10" fmla="*/ 461 w 563"/>
                    <a:gd name="T11" fmla="*/ 38 h 536"/>
                    <a:gd name="T12" fmla="*/ 436 w 563"/>
                    <a:gd name="T13" fmla="*/ 26 h 536"/>
                    <a:gd name="T14" fmla="*/ 419 w 563"/>
                    <a:gd name="T15" fmla="*/ 25 h 536"/>
                    <a:gd name="T16" fmla="*/ 402 w 563"/>
                    <a:gd name="T17" fmla="*/ 0 h 536"/>
                    <a:gd name="T18" fmla="*/ 333 w 563"/>
                    <a:gd name="T19" fmla="*/ 15 h 536"/>
                    <a:gd name="T20" fmla="*/ 306 w 563"/>
                    <a:gd name="T21" fmla="*/ 57 h 536"/>
                    <a:gd name="T22" fmla="*/ 320 w 563"/>
                    <a:gd name="T23" fmla="*/ 87 h 536"/>
                    <a:gd name="T24" fmla="*/ 304 w 563"/>
                    <a:gd name="T25" fmla="*/ 189 h 536"/>
                    <a:gd name="T26" fmla="*/ 351 w 563"/>
                    <a:gd name="T27" fmla="*/ 230 h 536"/>
                    <a:gd name="T28" fmla="*/ 364 w 563"/>
                    <a:gd name="T29" fmla="*/ 214 h 536"/>
                    <a:gd name="T30" fmla="*/ 367 w 563"/>
                    <a:gd name="T31" fmla="*/ 282 h 536"/>
                    <a:gd name="T32" fmla="*/ 344 w 563"/>
                    <a:gd name="T33" fmla="*/ 281 h 536"/>
                    <a:gd name="T34" fmla="*/ 324 w 563"/>
                    <a:gd name="T35" fmla="*/ 251 h 536"/>
                    <a:gd name="T36" fmla="*/ 305 w 563"/>
                    <a:gd name="T37" fmla="*/ 228 h 536"/>
                    <a:gd name="T38" fmla="*/ 282 w 563"/>
                    <a:gd name="T39" fmla="*/ 216 h 536"/>
                    <a:gd name="T40" fmla="*/ 267 w 563"/>
                    <a:gd name="T41" fmla="*/ 203 h 536"/>
                    <a:gd name="T42" fmla="*/ 246 w 563"/>
                    <a:gd name="T43" fmla="*/ 179 h 536"/>
                    <a:gd name="T44" fmla="*/ 165 w 563"/>
                    <a:gd name="T45" fmla="*/ 188 h 536"/>
                    <a:gd name="T46" fmla="*/ 128 w 563"/>
                    <a:gd name="T47" fmla="*/ 168 h 536"/>
                    <a:gd name="T48" fmla="*/ 117 w 563"/>
                    <a:gd name="T49" fmla="*/ 151 h 536"/>
                    <a:gd name="T50" fmla="*/ 101 w 563"/>
                    <a:gd name="T51" fmla="*/ 144 h 536"/>
                    <a:gd name="T52" fmla="*/ 107 w 563"/>
                    <a:gd name="T53" fmla="*/ 178 h 536"/>
                    <a:gd name="T54" fmla="*/ 98 w 563"/>
                    <a:gd name="T55" fmla="*/ 218 h 536"/>
                    <a:gd name="T56" fmla="*/ 93 w 563"/>
                    <a:gd name="T57" fmla="*/ 232 h 536"/>
                    <a:gd name="T58" fmla="*/ 84 w 563"/>
                    <a:gd name="T59" fmla="*/ 262 h 536"/>
                    <a:gd name="T60" fmla="*/ 0 w 563"/>
                    <a:gd name="T61" fmla="*/ 427 h 536"/>
                    <a:gd name="T62" fmla="*/ 6 w 563"/>
                    <a:gd name="T63" fmla="*/ 449 h 536"/>
                    <a:gd name="T64" fmla="*/ 79 w 563"/>
                    <a:gd name="T65" fmla="*/ 511 h 536"/>
                    <a:gd name="T66" fmla="*/ 108 w 563"/>
                    <a:gd name="T67" fmla="*/ 498 h 536"/>
                    <a:gd name="T68" fmla="*/ 138 w 563"/>
                    <a:gd name="T69" fmla="*/ 504 h 536"/>
                    <a:gd name="T70" fmla="*/ 177 w 563"/>
                    <a:gd name="T71" fmla="*/ 517 h 536"/>
                    <a:gd name="T72" fmla="*/ 202 w 563"/>
                    <a:gd name="T73" fmla="*/ 521 h 536"/>
                    <a:gd name="T74" fmla="*/ 267 w 563"/>
                    <a:gd name="T75" fmla="*/ 491 h 536"/>
                    <a:gd name="T76" fmla="*/ 323 w 563"/>
                    <a:gd name="T77" fmla="*/ 449 h 536"/>
                    <a:gd name="T78" fmla="*/ 356 w 563"/>
                    <a:gd name="T79" fmla="*/ 405 h 536"/>
                    <a:gd name="T80" fmla="*/ 395 w 563"/>
                    <a:gd name="T81" fmla="*/ 385 h 536"/>
                    <a:gd name="T82" fmla="*/ 411 w 563"/>
                    <a:gd name="T83" fmla="*/ 362 h 536"/>
                    <a:gd name="T84" fmla="*/ 475 w 563"/>
                    <a:gd name="T85" fmla="*/ 338 h 536"/>
                    <a:gd name="T86" fmla="*/ 506 w 563"/>
                    <a:gd name="T87" fmla="*/ 294 h 536"/>
                    <a:gd name="T88" fmla="*/ 519 w 563"/>
                    <a:gd name="T89" fmla="*/ 243 h 536"/>
                    <a:gd name="T90" fmla="*/ 539 w 563"/>
                    <a:gd name="T91" fmla="*/ 221 h 536"/>
                    <a:gd name="T92" fmla="*/ 542 w 563"/>
                    <a:gd name="T93" fmla="*/ 160 h 536"/>
                    <a:gd name="T94" fmla="*/ 535 w 563"/>
                    <a:gd name="T95" fmla="*/ 143 h 536"/>
                    <a:gd name="T96" fmla="*/ 551 w 563"/>
                    <a:gd name="T97" fmla="*/ 122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63" h="536">
                      <a:moveTo>
                        <a:pt x="551" y="122"/>
                      </a:moveTo>
                      <a:cubicBezTo>
                        <a:pt x="551" y="109"/>
                        <a:pt x="551" y="109"/>
                        <a:pt x="551" y="109"/>
                      </a:cubicBezTo>
                      <a:cubicBezTo>
                        <a:pt x="551" y="109"/>
                        <a:pt x="545" y="110"/>
                        <a:pt x="542" y="110"/>
                      </a:cubicBezTo>
                      <a:cubicBezTo>
                        <a:pt x="539" y="110"/>
                        <a:pt x="541" y="91"/>
                        <a:pt x="540" y="84"/>
                      </a:cubicBezTo>
                      <a:cubicBezTo>
                        <a:pt x="539" y="77"/>
                        <a:pt x="525" y="77"/>
                        <a:pt x="525" y="77"/>
                      </a:cubicBezTo>
                      <a:cubicBezTo>
                        <a:pt x="525" y="69"/>
                        <a:pt x="525" y="69"/>
                        <a:pt x="525" y="69"/>
                      </a:cubicBezTo>
                      <a:cubicBezTo>
                        <a:pt x="514" y="59"/>
                        <a:pt x="514" y="59"/>
                        <a:pt x="514" y="59"/>
                      </a:cubicBezTo>
                      <a:cubicBezTo>
                        <a:pt x="502" y="60"/>
                        <a:pt x="502" y="60"/>
                        <a:pt x="502" y="60"/>
                      </a:cubicBezTo>
                      <a:cubicBezTo>
                        <a:pt x="500" y="49"/>
                        <a:pt x="500" y="49"/>
                        <a:pt x="500" y="49"/>
                      </a:cubicBezTo>
                      <a:cubicBezTo>
                        <a:pt x="500" y="49"/>
                        <a:pt x="490" y="55"/>
                        <a:pt x="485" y="51"/>
                      </a:cubicBezTo>
                      <a:cubicBezTo>
                        <a:pt x="480" y="47"/>
                        <a:pt x="473" y="38"/>
                        <a:pt x="473" y="38"/>
                      </a:cubicBezTo>
                      <a:cubicBezTo>
                        <a:pt x="473" y="38"/>
                        <a:pt x="464" y="41"/>
                        <a:pt x="461" y="38"/>
                      </a:cubicBezTo>
                      <a:cubicBezTo>
                        <a:pt x="458" y="35"/>
                        <a:pt x="456" y="23"/>
                        <a:pt x="456" y="23"/>
                      </a:cubicBezTo>
                      <a:cubicBezTo>
                        <a:pt x="456" y="23"/>
                        <a:pt x="444" y="27"/>
                        <a:pt x="436" y="26"/>
                      </a:cubicBezTo>
                      <a:cubicBezTo>
                        <a:pt x="434" y="31"/>
                        <a:pt x="431" y="36"/>
                        <a:pt x="428" y="38"/>
                      </a:cubicBezTo>
                      <a:cubicBezTo>
                        <a:pt x="420" y="42"/>
                        <a:pt x="419" y="25"/>
                        <a:pt x="419" y="25"/>
                      </a:cubicBezTo>
                      <a:cubicBezTo>
                        <a:pt x="419" y="25"/>
                        <a:pt x="411" y="20"/>
                        <a:pt x="400" y="16"/>
                      </a:cubicBezTo>
                      <a:cubicBezTo>
                        <a:pt x="393" y="13"/>
                        <a:pt x="398" y="6"/>
                        <a:pt x="402" y="0"/>
                      </a:cubicBezTo>
                      <a:cubicBezTo>
                        <a:pt x="394" y="4"/>
                        <a:pt x="387" y="6"/>
                        <a:pt x="383" y="7"/>
                      </a:cubicBezTo>
                      <a:cubicBezTo>
                        <a:pt x="370" y="10"/>
                        <a:pt x="333" y="15"/>
                        <a:pt x="333" y="15"/>
                      </a:cubicBezTo>
                      <a:cubicBezTo>
                        <a:pt x="333" y="15"/>
                        <a:pt x="333" y="28"/>
                        <a:pt x="333" y="35"/>
                      </a:cubicBezTo>
                      <a:cubicBezTo>
                        <a:pt x="333" y="42"/>
                        <a:pt x="306" y="57"/>
                        <a:pt x="306" y="57"/>
                      </a:cubicBezTo>
                      <a:cubicBezTo>
                        <a:pt x="306" y="57"/>
                        <a:pt x="312" y="64"/>
                        <a:pt x="315" y="66"/>
                      </a:cubicBezTo>
                      <a:cubicBezTo>
                        <a:pt x="318" y="68"/>
                        <a:pt x="320" y="87"/>
                        <a:pt x="320" y="87"/>
                      </a:cubicBezTo>
                      <a:cubicBezTo>
                        <a:pt x="320" y="87"/>
                        <a:pt x="324" y="121"/>
                        <a:pt x="324" y="135"/>
                      </a:cubicBezTo>
                      <a:cubicBezTo>
                        <a:pt x="324" y="149"/>
                        <a:pt x="302" y="171"/>
                        <a:pt x="304" y="189"/>
                      </a:cubicBezTo>
                      <a:cubicBezTo>
                        <a:pt x="306" y="207"/>
                        <a:pt x="317" y="202"/>
                        <a:pt x="323" y="209"/>
                      </a:cubicBezTo>
                      <a:cubicBezTo>
                        <a:pt x="329" y="216"/>
                        <a:pt x="341" y="230"/>
                        <a:pt x="351" y="230"/>
                      </a:cubicBezTo>
                      <a:cubicBezTo>
                        <a:pt x="361" y="230"/>
                        <a:pt x="358" y="217"/>
                        <a:pt x="358" y="217"/>
                      </a:cubicBezTo>
                      <a:cubicBezTo>
                        <a:pt x="364" y="214"/>
                        <a:pt x="364" y="214"/>
                        <a:pt x="364" y="214"/>
                      </a:cubicBezTo>
                      <a:cubicBezTo>
                        <a:pt x="372" y="214"/>
                        <a:pt x="372" y="214"/>
                        <a:pt x="372" y="214"/>
                      </a:cubicBezTo>
                      <a:cubicBezTo>
                        <a:pt x="372" y="214"/>
                        <a:pt x="373" y="279"/>
                        <a:pt x="367" y="282"/>
                      </a:cubicBezTo>
                      <a:cubicBezTo>
                        <a:pt x="361" y="285"/>
                        <a:pt x="359" y="271"/>
                        <a:pt x="359" y="271"/>
                      </a:cubicBezTo>
                      <a:cubicBezTo>
                        <a:pt x="344" y="281"/>
                        <a:pt x="344" y="281"/>
                        <a:pt x="344" y="281"/>
                      </a:cubicBezTo>
                      <a:cubicBezTo>
                        <a:pt x="332" y="281"/>
                        <a:pt x="332" y="281"/>
                        <a:pt x="332" y="281"/>
                      </a:cubicBezTo>
                      <a:cubicBezTo>
                        <a:pt x="332" y="281"/>
                        <a:pt x="329" y="258"/>
                        <a:pt x="324" y="251"/>
                      </a:cubicBezTo>
                      <a:cubicBezTo>
                        <a:pt x="319" y="244"/>
                        <a:pt x="313" y="247"/>
                        <a:pt x="313" y="247"/>
                      </a:cubicBezTo>
                      <a:cubicBezTo>
                        <a:pt x="313" y="247"/>
                        <a:pt x="311" y="236"/>
                        <a:pt x="305" y="228"/>
                      </a:cubicBezTo>
                      <a:cubicBezTo>
                        <a:pt x="299" y="220"/>
                        <a:pt x="294" y="228"/>
                        <a:pt x="290" y="228"/>
                      </a:cubicBezTo>
                      <a:cubicBezTo>
                        <a:pt x="286" y="228"/>
                        <a:pt x="287" y="220"/>
                        <a:pt x="282" y="216"/>
                      </a:cubicBezTo>
                      <a:cubicBezTo>
                        <a:pt x="277" y="212"/>
                        <a:pt x="275" y="218"/>
                        <a:pt x="267" y="217"/>
                      </a:cubicBezTo>
                      <a:cubicBezTo>
                        <a:pt x="259" y="216"/>
                        <a:pt x="267" y="207"/>
                        <a:pt x="267" y="203"/>
                      </a:cubicBezTo>
                      <a:cubicBezTo>
                        <a:pt x="267" y="199"/>
                        <a:pt x="257" y="199"/>
                        <a:pt x="253" y="194"/>
                      </a:cubicBezTo>
                      <a:cubicBezTo>
                        <a:pt x="249" y="189"/>
                        <a:pt x="258" y="184"/>
                        <a:pt x="246" y="179"/>
                      </a:cubicBezTo>
                      <a:cubicBezTo>
                        <a:pt x="234" y="174"/>
                        <a:pt x="237" y="200"/>
                        <a:pt x="232" y="204"/>
                      </a:cubicBezTo>
                      <a:cubicBezTo>
                        <a:pt x="227" y="208"/>
                        <a:pt x="175" y="195"/>
                        <a:pt x="165" y="188"/>
                      </a:cubicBezTo>
                      <a:cubicBezTo>
                        <a:pt x="155" y="181"/>
                        <a:pt x="159" y="162"/>
                        <a:pt x="159" y="162"/>
                      </a:cubicBezTo>
                      <a:cubicBezTo>
                        <a:pt x="128" y="168"/>
                        <a:pt x="128" y="168"/>
                        <a:pt x="128" y="168"/>
                      </a:cubicBezTo>
                      <a:cubicBezTo>
                        <a:pt x="128" y="168"/>
                        <a:pt x="142" y="178"/>
                        <a:pt x="125" y="177"/>
                      </a:cubicBezTo>
                      <a:cubicBezTo>
                        <a:pt x="108" y="176"/>
                        <a:pt x="117" y="151"/>
                        <a:pt x="117" y="151"/>
                      </a:cubicBezTo>
                      <a:cubicBezTo>
                        <a:pt x="106" y="153"/>
                        <a:pt x="106" y="153"/>
                        <a:pt x="106" y="153"/>
                      </a:cubicBezTo>
                      <a:cubicBezTo>
                        <a:pt x="101" y="144"/>
                        <a:pt x="101" y="144"/>
                        <a:pt x="101" y="144"/>
                      </a:cubicBezTo>
                      <a:cubicBezTo>
                        <a:pt x="96" y="154"/>
                        <a:pt x="96" y="154"/>
                        <a:pt x="96" y="154"/>
                      </a:cubicBezTo>
                      <a:cubicBezTo>
                        <a:pt x="96" y="154"/>
                        <a:pt x="110" y="175"/>
                        <a:pt x="107" y="178"/>
                      </a:cubicBezTo>
                      <a:cubicBezTo>
                        <a:pt x="104" y="181"/>
                        <a:pt x="96" y="183"/>
                        <a:pt x="96" y="183"/>
                      </a:cubicBezTo>
                      <a:cubicBezTo>
                        <a:pt x="98" y="218"/>
                        <a:pt x="98" y="218"/>
                        <a:pt x="98" y="218"/>
                      </a:cubicBezTo>
                      <a:cubicBezTo>
                        <a:pt x="106" y="229"/>
                        <a:pt x="106" y="229"/>
                        <a:pt x="106" y="229"/>
                      </a:cubicBezTo>
                      <a:cubicBezTo>
                        <a:pt x="93" y="232"/>
                        <a:pt x="93" y="232"/>
                        <a:pt x="93" y="232"/>
                      </a:cubicBezTo>
                      <a:cubicBezTo>
                        <a:pt x="93" y="232"/>
                        <a:pt x="99" y="248"/>
                        <a:pt x="97" y="255"/>
                      </a:cubicBezTo>
                      <a:cubicBezTo>
                        <a:pt x="95" y="262"/>
                        <a:pt x="84" y="262"/>
                        <a:pt x="84" y="262"/>
                      </a:cubicBezTo>
                      <a:cubicBezTo>
                        <a:pt x="1" y="260"/>
                        <a:pt x="1" y="260"/>
                        <a:pt x="1" y="260"/>
                      </a:cubicBezTo>
                      <a:cubicBezTo>
                        <a:pt x="0" y="427"/>
                        <a:pt x="0" y="427"/>
                        <a:pt x="0" y="427"/>
                      </a:cubicBezTo>
                      <a:cubicBezTo>
                        <a:pt x="6" y="437"/>
                        <a:pt x="6" y="437"/>
                        <a:pt x="6" y="437"/>
                      </a:cubicBezTo>
                      <a:cubicBezTo>
                        <a:pt x="6" y="449"/>
                        <a:pt x="6" y="449"/>
                        <a:pt x="6" y="449"/>
                      </a:cubicBezTo>
                      <a:cubicBezTo>
                        <a:pt x="64" y="507"/>
                        <a:pt x="64" y="507"/>
                        <a:pt x="64" y="507"/>
                      </a:cubicBezTo>
                      <a:cubicBezTo>
                        <a:pt x="79" y="511"/>
                        <a:pt x="79" y="511"/>
                        <a:pt x="79" y="511"/>
                      </a:cubicBezTo>
                      <a:cubicBezTo>
                        <a:pt x="92" y="503"/>
                        <a:pt x="92" y="503"/>
                        <a:pt x="92" y="503"/>
                      </a:cubicBezTo>
                      <a:cubicBezTo>
                        <a:pt x="92" y="503"/>
                        <a:pt x="99" y="498"/>
                        <a:pt x="108" y="498"/>
                      </a:cubicBezTo>
                      <a:cubicBezTo>
                        <a:pt x="117" y="498"/>
                        <a:pt x="118" y="506"/>
                        <a:pt x="118" y="506"/>
                      </a:cubicBezTo>
                      <a:cubicBezTo>
                        <a:pt x="138" y="504"/>
                        <a:pt x="138" y="504"/>
                        <a:pt x="138" y="504"/>
                      </a:cubicBezTo>
                      <a:cubicBezTo>
                        <a:pt x="151" y="517"/>
                        <a:pt x="151" y="517"/>
                        <a:pt x="151" y="517"/>
                      </a:cubicBezTo>
                      <a:cubicBezTo>
                        <a:pt x="151" y="517"/>
                        <a:pt x="175" y="513"/>
                        <a:pt x="177" y="517"/>
                      </a:cubicBezTo>
                      <a:cubicBezTo>
                        <a:pt x="179" y="521"/>
                        <a:pt x="185" y="527"/>
                        <a:pt x="189" y="527"/>
                      </a:cubicBezTo>
                      <a:cubicBezTo>
                        <a:pt x="193" y="527"/>
                        <a:pt x="195" y="515"/>
                        <a:pt x="202" y="521"/>
                      </a:cubicBezTo>
                      <a:cubicBezTo>
                        <a:pt x="209" y="527"/>
                        <a:pt x="210" y="536"/>
                        <a:pt x="228" y="527"/>
                      </a:cubicBezTo>
                      <a:cubicBezTo>
                        <a:pt x="246" y="518"/>
                        <a:pt x="267" y="491"/>
                        <a:pt x="267" y="491"/>
                      </a:cubicBezTo>
                      <a:cubicBezTo>
                        <a:pt x="267" y="491"/>
                        <a:pt x="269" y="475"/>
                        <a:pt x="276" y="468"/>
                      </a:cubicBezTo>
                      <a:cubicBezTo>
                        <a:pt x="283" y="461"/>
                        <a:pt x="322" y="450"/>
                        <a:pt x="323" y="449"/>
                      </a:cubicBezTo>
                      <a:cubicBezTo>
                        <a:pt x="324" y="448"/>
                        <a:pt x="321" y="425"/>
                        <a:pt x="321" y="425"/>
                      </a:cubicBezTo>
                      <a:cubicBezTo>
                        <a:pt x="321" y="425"/>
                        <a:pt x="339" y="411"/>
                        <a:pt x="356" y="405"/>
                      </a:cubicBezTo>
                      <a:cubicBezTo>
                        <a:pt x="369" y="400"/>
                        <a:pt x="387" y="400"/>
                        <a:pt x="396" y="401"/>
                      </a:cubicBezTo>
                      <a:cubicBezTo>
                        <a:pt x="395" y="385"/>
                        <a:pt x="395" y="385"/>
                        <a:pt x="395" y="385"/>
                      </a:cubicBezTo>
                      <a:cubicBezTo>
                        <a:pt x="395" y="385"/>
                        <a:pt x="380" y="371"/>
                        <a:pt x="385" y="367"/>
                      </a:cubicBezTo>
                      <a:cubicBezTo>
                        <a:pt x="391" y="363"/>
                        <a:pt x="411" y="362"/>
                        <a:pt x="411" y="362"/>
                      </a:cubicBezTo>
                      <a:cubicBezTo>
                        <a:pt x="423" y="351"/>
                        <a:pt x="423" y="351"/>
                        <a:pt x="423" y="351"/>
                      </a:cubicBezTo>
                      <a:cubicBezTo>
                        <a:pt x="423" y="351"/>
                        <a:pt x="465" y="343"/>
                        <a:pt x="475" y="338"/>
                      </a:cubicBezTo>
                      <a:cubicBezTo>
                        <a:pt x="484" y="333"/>
                        <a:pt x="528" y="313"/>
                        <a:pt x="528" y="313"/>
                      </a:cubicBezTo>
                      <a:cubicBezTo>
                        <a:pt x="528" y="313"/>
                        <a:pt x="507" y="297"/>
                        <a:pt x="506" y="294"/>
                      </a:cubicBezTo>
                      <a:cubicBezTo>
                        <a:pt x="505" y="291"/>
                        <a:pt x="521" y="268"/>
                        <a:pt x="521" y="268"/>
                      </a:cubicBezTo>
                      <a:cubicBezTo>
                        <a:pt x="519" y="243"/>
                        <a:pt x="519" y="243"/>
                        <a:pt x="519" y="243"/>
                      </a:cubicBezTo>
                      <a:cubicBezTo>
                        <a:pt x="519" y="243"/>
                        <a:pt x="544" y="232"/>
                        <a:pt x="547" y="225"/>
                      </a:cubicBezTo>
                      <a:cubicBezTo>
                        <a:pt x="550" y="218"/>
                        <a:pt x="539" y="221"/>
                        <a:pt x="539" y="221"/>
                      </a:cubicBezTo>
                      <a:cubicBezTo>
                        <a:pt x="538" y="173"/>
                        <a:pt x="538" y="173"/>
                        <a:pt x="538" y="173"/>
                      </a:cubicBezTo>
                      <a:cubicBezTo>
                        <a:pt x="542" y="160"/>
                        <a:pt x="542" y="160"/>
                        <a:pt x="542" y="160"/>
                      </a:cubicBezTo>
                      <a:cubicBezTo>
                        <a:pt x="535" y="154"/>
                        <a:pt x="535" y="154"/>
                        <a:pt x="535" y="154"/>
                      </a:cubicBezTo>
                      <a:cubicBezTo>
                        <a:pt x="535" y="143"/>
                        <a:pt x="535" y="143"/>
                        <a:pt x="535" y="143"/>
                      </a:cubicBezTo>
                      <a:cubicBezTo>
                        <a:pt x="535" y="143"/>
                        <a:pt x="551" y="139"/>
                        <a:pt x="557" y="132"/>
                      </a:cubicBezTo>
                      <a:cubicBezTo>
                        <a:pt x="563" y="125"/>
                        <a:pt x="551" y="122"/>
                        <a:pt x="551" y="122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6" name="Freeform 348"/>
                <p:cNvSpPr>
                  <a:spLocks/>
                </p:cNvSpPr>
                <p:nvPr/>
              </p:nvSpPr>
              <p:spPr bwMode="gray">
                <a:xfrm>
                  <a:off x="-5089" y="-10672"/>
                  <a:ext cx="2131" cy="2400"/>
                </a:xfrm>
                <a:custGeom>
                  <a:avLst/>
                  <a:gdLst>
                    <a:gd name="T0" fmla="*/ 838 w 902"/>
                    <a:gd name="T1" fmla="*/ 264 h 1016"/>
                    <a:gd name="T2" fmla="*/ 853 w 902"/>
                    <a:gd name="T3" fmla="*/ 230 h 1016"/>
                    <a:gd name="T4" fmla="*/ 890 w 902"/>
                    <a:gd name="T5" fmla="*/ 163 h 1016"/>
                    <a:gd name="T6" fmla="*/ 873 w 902"/>
                    <a:gd name="T7" fmla="*/ 127 h 1016"/>
                    <a:gd name="T8" fmla="*/ 869 w 902"/>
                    <a:gd name="T9" fmla="*/ 98 h 1016"/>
                    <a:gd name="T10" fmla="*/ 820 w 902"/>
                    <a:gd name="T11" fmla="*/ 39 h 1016"/>
                    <a:gd name="T12" fmla="*/ 765 w 902"/>
                    <a:gd name="T13" fmla="*/ 61 h 1016"/>
                    <a:gd name="T14" fmla="*/ 713 w 902"/>
                    <a:gd name="T15" fmla="*/ 13 h 1016"/>
                    <a:gd name="T16" fmla="*/ 659 w 902"/>
                    <a:gd name="T17" fmla="*/ 10 h 1016"/>
                    <a:gd name="T18" fmla="*/ 611 w 902"/>
                    <a:gd name="T19" fmla="*/ 23 h 1016"/>
                    <a:gd name="T20" fmla="*/ 560 w 902"/>
                    <a:gd name="T21" fmla="*/ 32 h 1016"/>
                    <a:gd name="T22" fmla="*/ 509 w 902"/>
                    <a:gd name="T23" fmla="*/ 30 h 1016"/>
                    <a:gd name="T24" fmla="*/ 462 w 902"/>
                    <a:gd name="T25" fmla="*/ 63 h 1016"/>
                    <a:gd name="T26" fmla="*/ 394 w 902"/>
                    <a:gd name="T27" fmla="*/ 53 h 1016"/>
                    <a:gd name="T28" fmla="*/ 346 w 902"/>
                    <a:gd name="T29" fmla="*/ 15 h 1016"/>
                    <a:gd name="T30" fmla="*/ 302 w 902"/>
                    <a:gd name="T31" fmla="*/ 72 h 1016"/>
                    <a:gd name="T32" fmla="*/ 301 w 902"/>
                    <a:gd name="T33" fmla="*/ 103 h 1016"/>
                    <a:gd name="T34" fmla="*/ 276 w 902"/>
                    <a:gd name="T35" fmla="*/ 217 h 1016"/>
                    <a:gd name="T36" fmla="*/ 262 w 902"/>
                    <a:gd name="T37" fmla="*/ 289 h 1016"/>
                    <a:gd name="T38" fmla="*/ 213 w 902"/>
                    <a:gd name="T39" fmla="*/ 359 h 1016"/>
                    <a:gd name="T40" fmla="*/ 187 w 902"/>
                    <a:gd name="T41" fmla="*/ 477 h 1016"/>
                    <a:gd name="T42" fmla="*/ 129 w 902"/>
                    <a:gd name="T43" fmla="*/ 540 h 1016"/>
                    <a:gd name="T44" fmla="*/ 83 w 902"/>
                    <a:gd name="T45" fmla="*/ 533 h 1016"/>
                    <a:gd name="T46" fmla="*/ 43 w 902"/>
                    <a:gd name="T47" fmla="*/ 537 h 1016"/>
                    <a:gd name="T48" fmla="*/ 9 w 902"/>
                    <a:gd name="T49" fmla="*/ 565 h 1016"/>
                    <a:gd name="T50" fmla="*/ 12 w 902"/>
                    <a:gd name="T51" fmla="*/ 617 h 1016"/>
                    <a:gd name="T52" fmla="*/ 57 w 902"/>
                    <a:gd name="T53" fmla="*/ 607 h 1016"/>
                    <a:gd name="T54" fmla="*/ 98 w 902"/>
                    <a:gd name="T55" fmla="*/ 611 h 1016"/>
                    <a:gd name="T56" fmla="*/ 153 w 902"/>
                    <a:gd name="T57" fmla="*/ 609 h 1016"/>
                    <a:gd name="T58" fmla="*/ 200 w 902"/>
                    <a:gd name="T59" fmla="*/ 608 h 1016"/>
                    <a:gd name="T60" fmla="*/ 223 w 902"/>
                    <a:gd name="T61" fmla="*/ 664 h 1016"/>
                    <a:gd name="T62" fmla="*/ 240 w 902"/>
                    <a:gd name="T63" fmla="*/ 709 h 1016"/>
                    <a:gd name="T64" fmla="*/ 270 w 902"/>
                    <a:gd name="T65" fmla="*/ 726 h 1016"/>
                    <a:gd name="T66" fmla="*/ 296 w 902"/>
                    <a:gd name="T67" fmla="*/ 724 h 1016"/>
                    <a:gd name="T68" fmla="*/ 337 w 902"/>
                    <a:gd name="T69" fmla="*/ 720 h 1016"/>
                    <a:gd name="T70" fmla="*/ 343 w 902"/>
                    <a:gd name="T71" fmla="*/ 672 h 1016"/>
                    <a:gd name="T72" fmla="*/ 391 w 902"/>
                    <a:gd name="T73" fmla="*/ 678 h 1016"/>
                    <a:gd name="T74" fmla="*/ 452 w 902"/>
                    <a:gd name="T75" fmla="*/ 703 h 1016"/>
                    <a:gd name="T76" fmla="*/ 461 w 902"/>
                    <a:gd name="T77" fmla="*/ 747 h 1016"/>
                    <a:gd name="T78" fmla="*/ 451 w 902"/>
                    <a:gd name="T79" fmla="*/ 799 h 1016"/>
                    <a:gd name="T80" fmla="*/ 471 w 902"/>
                    <a:gd name="T81" fmla="*/ 869 h 1016"/>
                    <a:gd name="T82" fmla="*/ 485 w 902"/>
                    <a:gd name="T83" fmla="*/ 886 h 1016"/>
                    <a:gd name="T84" fmla="*/ 526 w 902"/>
                    <a:gd name="T85" fmla="*/ 880 h 1016"/>
                    <a:gd name="T86" fmla="*/ 556 w 902"/>
                    <a:gd name="T87" fmla="*/ 875 h 1016"/>
                    <a:gd name="T88" fmla="*/ 580 w 902"/>
                    <a:gd name="T89" fmla="*/ 908 h 1016"/>
                    <a:gd name="T90" fmla="*/ 620 w 902"/>
                    <a:gd name="T91" fmla="*/ 919 h 1016"/>
                    <a:gd name="T92" fmla="*/ 708 w 902"/>
                    <a:gd name="T93" fmla="*/ 925 h 1016"/>
                    <a:gd name="T94" fmla="*/ 737 w 902"/>
                    <a:gd name="T95" fmla="*/ 947 h 1016"/>
                    <a:gd name="T96" fmla="*/ 768 w 902"/>
                    <a:gd name="T97" fmla="*/ 978 h 1016"/>
                    <a:gd name="T98" fmla="*/ 799 w 902"/>
                    <a:gd name="T99" fmla="*/ 1012 h 1016"/>
                    <a:gd name="T100" fmla="*/ 827 w 902"/>
                    <a:gd name="T101" fmla="*/ 945 h 1016"/>
                    <a:gd name="T102" fmla="*/ 806 w 902"/>
                    <a:gd name="T103" fmla="*/ 961 h 1016"/>
                    <a:gd name="T104" fmla="*/ 779 w 902"/>
                    <a:gd name="T105" fmla="*/ 866 h 1016"/>
                    <a:gd name="T106" fmla="*/ 761 w 902"/>
                    <a:gd name="T107" fmla="*/ 788 h 1016"/>
                    <a:gd name="T108" fmla="*/ 838 w 902"/>
                    <a:gd name="T109" fmla="*/ 738 h 1016"/>
                    <a:gd name="T110" fmla="*/ 850 w 902"/>
                    <a:gd name="T111" fmla="*/ 710 h 1016"/>
                    <a:gd name="T112" fmla="*/ 828 w 902"/>
                    <a:gd name="T113" fmla="*/ 658 h 1016"/>
                    <a:gd name="T114" fmla="*/ 810 w 902"/>
                    <a:gd name="T115" fmla="*/ 589 h 1016"/>
                    <a:gd name="T116" fmla="*/ 802 w 902"/>
                    <a:gd name="T117" fmla="*/ 502 h 1016"/>
                    <a:gd name="T118" fmla="*/ 816 w 902"/>
                    <a:gd name="T119" fmla="*/ 471 h 1016"/>
                    <a:gd name="T120" fmla="*/ 795 w 902"/>
                    <a:gd name="T121" fmla="*/ 434 h 1016"/>
                    <a:gd name="T122" fmla="*/ 799 w 902"/>
                    <a:gd name="T123" fmla="*/ 384 h 10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02" h="1016">
                      <a:moveTo>
                        <a:pt x="828" y="315"/>
                      </a:moveTo>
                      <a:cubicBezTo>
                        <a:pt x="828" y="295"/>
                        <a:pt x="828" y="295"/>
                        <a:pt x="828" y="295"/>
                      </a:cubicBezTo>
                      <a:cubicBezTo>
                        <a:pt x="838" y="264"/>
                        <a:pt x="838" y="264"/>
                        <a:pt x="838" y="264"/>
                      </a:cubicBezTo>
                      <a:cubicBezTo>
                        <a:pt x="840" y="247"/>
                        <a:pt x="840" y="247"/>
                        <a:pt x="840" y="247"/>
                      </a:cubicBezTo>
                      <a:cubicBezTo>
                        <a:pt x="853" y="239"/>
                        <a:pt x="853" y="239"/>
                        <a:pt x="853" y="239"/>
                      </a:cubicBezTo>
                      <a:cubicBezTo>
                        <a:pt x="853" y="230"/>
                        <a:pt x="853" y="230"/>
                        <a:pt x="853" y="230"/>
                      </a:cubicBezTo>
                      <a:cubicBezTo>
                        <a:pt x="869" y="222"/>
                        <a:pt x="869" y="222"/>
                        <a:pt x="869" y="222"/>
                      </a:cubicBezTo>
                      <a:cubicBezTo>
                        <a:pt x="869" y="222"/>
                        <a:pt x="902" y="182"/>
                        <a:pt x="902" y="174"/>
                      </a:cubicBezTo>
                      <a:cubicBezTo>
                        <a:pt x="902" y="166"/>
                        <a:pt x="890" y="163"/>
                        <a:pt x="890" y="163"/>
                      </a:cubicBezTo>
                      <a:cubicBezTo>
                        <a:pt x="890" y="163"/>
                        <a:pt x="879" y="164"/>
                        <a:pt x="876" y="158"/>
                      </a:cubicBezTo>
                      <a:cubicBezTo>
                        <a:pt x="873" y="153"/>
                        <a:pt x="882" y="142"/>
                        <a:pt x="883" y="137"/>
                      </a:cubicBezTo>
                      <a:cubicBezTo>
                        <a:pt x="884" y="131"/>
                        <a:pt x="873" y="127"/>
                        <a:pt x="873" y="127"/>
                      </a:cubicBezTo>
                      <a:cubicBezTo>
                        <a:pt x="886" y="113"/>
                        <a:pt x="886" y="113"/>
                        <a:pt x="886" y="113"/>
                      </a:cubicBezTo>
                      <a:cubicBezTo>
                        <a:pt x="880" y="100"/>
                        <a:pt x="880" y="100"/>
                        <a:pt x="880" y="100"/>
                      </a:cubicBezTo>
                      <a:cubicBezTo>
                        <a:pt x="869" y="98"/>
                        <a:pt x="869" y="98"/>
                        <a:pt x="869" y="98"/>
                      </a:cubicBezTo>
                      <a:cubicBezTo>
                        <a:pt x="866" y="84"/>
                        <a:pt x="866" y="84"/>
                        <a:pt x="866" y="84"/>
                      </a:cubicBezTo>
                      <a:cubicBezTo>
                        <a:pt x="866" y="84"/>
                        <a:pt x="847" y="80"/>
                        <a:pt x="839" y="68"/>
                      </a:cubicBezTo>
                      <a:cubicBezTo>
                        <a:pt x="831" y="56"/>
                        <a:pt x="827" y="39"/>
                        <a:pt x="820" y="39"/>
                      </a:cubicBezTo>
                      <a:cubicBezTo>
                        <a:pt x="813" y="39"/>
                        <a:pt x="814" y="57"/>
                        <a:pt x="803" y="57"/>
                      </a:cubicBezTo>
                      <a:cubicBezTo>
                        <a:pt x="792" y="57"/>
                        <a:pt x="791" y="45"/>
                        <a:pt x="782" y="45"/>
                      </a:cubicBezTo>
                      <a:cubicBezTo>
                        <a:pt x="773" y="45"/>
                        <a:pt x="765" y="61"/>
                        <a:pt x="765" y="61"/>
                      </a:cubicBezTo>
                      <a:cubicBezTo>
                        <a:pt x="734" y="46"/>
                        <a:pt x="734" y="46"/>
                        <a:pt x="734" y="46"/>
                      </a:cubicBezTo>
                      <a:cubicBezTo>
                        <a:pt x="734" y="32"/>
                        <a:pt x="734" y="32"/>
                        <a:pt x="734" y="32"/>
                      </a:cubicBezTo>
                      <a:cubicBezTo>
                        <a:pt x="713" y="13"/>
                        <a:pt x="713" y="13"/>
                        <a:pt x="713" y="13"/>
                      </a:cubicBezTo>
                      <a:cubicBezTo>
                        <a:pt x="709" y="5"/>
                        <a:pt x="709" y="5"/>
                        <a:pt x="709" y="5"/>
                      </a:cubicBezTo>
                      <a:cubicBezTo>
                        <a:pt x="709" y="5"/>
                        <a:pt x="705" y="16"/>
                        <a:pt x="685" y="21"/>
                      </a:cubicBezTo>
                      <a:cubicBezTo>
                        <a:pt x="665" y="26"/>
                        <a:pt x="659" y="10"/>
                        <a:pt x="659" y="10"/>
                      </a:cubicBezTo>
                      <a:cubicBezTo>
                        <a:pt x="638" y="13"/>
                        <a:pt x="638" y="13"/>
                        <a:pt x="638" y="13"/>
                      </a:cubicBezTo>
                      <a:cubicBezTo>
                        <a:pt x="638" y="13"/>
                        <a:pt x="630" y="0"/>
                        <a:pt x="623" y="1"/>
                      </a:cubicBezTo>
                      <a:cubicBezTo>
                        <a:pt x="616" y="2"/>
                        <a:pt x="611" y="23"/>
                        <a:pt x="611" y="23"/>
                      </a:cubicBezTo>
                      <a:cubicBezTo>
                        <a:pt x="611" y="23"/>
                        <a:pt x="593" y="28"/>
                        <a:pt x="589" y="28"/>
                      </a:cubicBezTo>
                      <a:cubicBezTo>
                        <a:pt x="585" y="28"/>
                        <a:pt x="576" y="18"/>
                        <a:pt x="576" y="18"/>
                      </a:cubicBezTo>
                      <a:cubicBezTo>
                        <a:pt x="560" y="32"/>
                        <a:pt x="560" y="32"/>
                        <a:pt x="560" y="32"/>
                      </a:cubicBezTo>
                      <a:cubicBezTo>
                        <a:pt x="548" y="32"/>
                        <a:pt x="548" y="32"/>
                        <a:pt x="548" y="32"/>
                      </a:cubicBezTo>
                      <a:cubicBezTo>
                        <a:pt x="548" y="32"/>
                        <a:pt x="535" y="41"/>
                        <a:pt x="529" y="46"/>
                      </a:cubicBezTo>
                      <a:cubicBezTo>
                        <a:pt x="523" y="51"/>
                        <a:pt x="509" y="30"/>
                        <a:pt x="509" y="30"/>
                      </a:cubicBezTo>
                      <a:cubicBezTo>
                        <a:pt x="509" y="30"/>
                        <a:pt x="502" y="43"/>
                        <a:pt x="495" y="46"/>
                      </a:cubicBezTo>
                      <a:cubicBezTo>
                        <a:pt x="488" y="49"/>
                        <a:pt x="493" y="63"/>
                        <a:pt x="484" y="70"/>
                      </a:cubicBezTo>
                      <a:cubicBezTo>
                        <a:pt x="475" y="77"/>
                        <a:pt x="462" y="63"/>
                        <a:pt x="462" y="63"/>
                      </a:cubicBezTo>
                      <a:cubicBezTo>
                        <a:pt x="462" y="63"/>
                        <a:pt x="444" y="63"/>
                        <a:pt x="434" y="64"/>
                      </a:cubicBezTo>
                      <a:cubicBezTo>
                        <a:pt x="424" y="65"/>
                        <a:pt x="418" y="53"/>
                        <a:pt x="418" y="53"/>
                      </a:cubicBezTo>
                      <a:cubicBezTo>
                        <a:pt x="418" y="53"/>
                        <a:pt x="409" y="53"/>
                        <a:pt x="394" y="53"/>
                      </a:cubicBezTo>
                      <a:cubicBezTo>
                        <a:pt x="379" y="53"/>
                        <a:pt x="391" y="38"/>
                        <a:pt x="388" y="34"/>
                      </a:cubicBezTo>
                      <a:cubicBezTo>
                        <a:pt x="385" y="30"/>
                        <a:pt x="372" y="32"/>
                        <a:pt x="372" y="32"/>
                      </a:cubicBezTo>
                      <a:cubicBezTo>
                        <a:pt x="372" y="32"/>
                        <a:pt x="375" y="17"/>
                        <a:pt x="346" y="15"/>
                      </a:cubicBezTo>
                      <a:cubicBezTo>
                        <a:pt x="317" y="13"/>
                        <a:pt x="327" y="32"/>
                        <a:pt x="317" y="46"/>
                      </a:cubicBezTo>
                      <a:cubicBezTo>
                        <a:pt x="307" y="60"/>
                        <a:pt x="308" y="49"/>
                        <a:pt x="300" y="59"/>
                      </a:cubicBezTo>
                      <a:cubicBezTo>
                        <a:pt x="292" y="69"/>
                        <a:pt x="302" y="72"/>
                        <a:pt x="302" y="72"/>
                      </a:cubicBezTo>
                      <a:cubicBezTo>
                        <a:pt x="302" y="82"/>
                        <a:pt x="302" y="82"/>
                        <a:pt x="302" y="82"/>
                      </a:cubicBezTo>
                      <a:cubicBezTo>
                        <a:pt x="292" y="96"/>
                        <a:pt x="292" y="96"/>
                        <a:pt x="292" y="96"/>
                      </a:cubicBezTo>
                      <a:cubicBezTo>
                        <a:pt x="301" y="103"/>
                        <a:pt x="301" y="103"/>
                        <a:pt x="301" y="103"/>
                      </a:cubicBezTo>
                      <a:cubicBezTo>
                        <a:pt x="301" y="103"/>
                        <a:pt x="301" y="114"/>
                        <a:pt x="301" y="122"/>
                      </a:cubicBezTo>
                      <a:cubicBezTo>
                        <a:pt x="301" y="130"/>
                        <a:pt x="286" y="159"/>
                        <a:pt x="277" y="169"/>
                      </a:cubicBezTo>
                      <a:cubicBezTo>
                        <a:pt x="268" y="179"/>
                        <a:pt x="275" y="206"/>
                        <a:pt x="276" y="217"/>
                      </a:cubicBezTo>
                      <a:cubicBezTo>
                        <a:pt x="277" y="228"/>
                        <a:pt x="267" y="236"/>
                        <a:pt x="265" y="244"/>
                      </a:cubicBezTo>
                      <a:cubicBezTo>
                        <a:pt x="263" y="252"/>
                        <a:pt x="272" y="259"/>
                        <a:pt x="272" y="270"/>
                      </a:cubicBezTo>
                      <a:cubicBezTo>
                        <a:pt x="272" y="281"/>
                        <a:pt x="262" y="289"/>
                        <a:pt x="262" y="289"/>
                      </a:cubicBezTo>
                      <a:cubicBezTo>
                        <a:pt x="259" y="321"/>
                        <a:pt x="259" y="321"/>
                        <a:pt x="259" y="321"/>
                      </a:cubicBezTo>
                      <a:cubicBezTo>
                        <a:pt x="259" y="321"/>
                        <a:pt x="253" y="336"/>
                        <a:pt x="243" y="343"/>
                      </a:cubicBezTo>
                      <a:cubicBezTo>
                        <a:pt x="233" y="350"/>
                        <a:pt x="220" y="356"/>
                        <a:pt x="213" y="359"/>
                      </a:cubicBezTo>
                      <a:cubicBezTo>
                        <a:pt x="206" y="362"/>
                        <a:pt x="206" y="385"/>
                        <a:pt x="205" y="394"/>
                      </a:cubicBezTo>
                      <a:cubicBezTo>
                        <a:pt x="204" y="403"/>
                        <a:pt x="186" y="410"/>
                        <a:pt x="186" y="410"/>
                      </a:cubicBezTo>
                      <a:cubicBezTo>
                        <a:pt x="187" y="477"/>
                        <a:pt x="187" y="477"/>
                        <a:pt x="187" y="477"/>
                      </a:cubicBezTo>
                      <a:cubicBezTo>
                        <a:pt x="170" y="507"/>
                        <a:pt x="170" y="507"/>
                        <a:pt x="170" y="507"/>
                      </a:cubicBezTo>
                      <a:cubicBezTo>
                        <a:pt x="170" y="507"/>
                        <a:pt x="160" y="510"/>
                        <a:pt x="154" y="510"/>
                      </a:cubicBezTo>
                      <a:cubicBezTo>
                        <a:pt x="148" y="510"/>
                        <a:pt x="136" y="531"/>
                        <a:pt x="129" y="540"/>
                      </a:cubicBezTo>
                      <a:cubicBezTo>
                        <a:pt x="122" y="549"/>
                        <a:pt x="119" y="554"/>
                        <a:pt x="104" y="554"/>
                      </a:cubicBezTo>
                      <a:cubicBezTo>
                        <a:pt x="89" y="554"/>
                        <a:pt x="107" y="531"/>
                        <a:pt x="100" y="524"/>
                      </a:cubicBezTo>
                      <a:cubicBezTo>
                        <a:pt x="93" y="517"/>
                        <a:pt x="83" y="533"/>
                        <a:pt x="83" y="533"/>
                      </a:cubicBezTo>
                      <a:cubicBezTo>
                        <a:pt x="70" y="532"/>
                        <a:pt x="70" y="532"/>
                        <a:pt x="70" y="532"/>
                      </a:cubicBezTo>
                      <a:cubicBezTo>
                        <a:pt x="70" y="532"/>
                        <a:pt x="71" y="548"/>
                        <a:pt x="59" y="553"/>
                      </a:cubicBezTo>
                      <a:cubicBezTo>
                        <a:pt x="47" y="558"/>
                        <a:pt x="43" y="537"/>
                        <a:pt x="43" y="537"/>
                      </a:cubicBezTo>
                      <a:cubicBezTo>
                        <a:pt x="36" y="540"/>
                        <a:pt x="36" y="540"/>
                        <a:pt x="36" y="540"/>
                      </a:cubicBezTo>
                      <a:cubicBezTo>
                        <a:pt x="33" y="548"/>
                        <a:pt x="33" y="548"/>
                        <a:pt x="33" y="548"/>
                      </a:cubicBezTo>
                      <a:cubicBezTo>
                        <a:pt x="9" y="565"/>
                        <a:pt x="9" y="565"/>
                        <a:pt x="9" y="565"/>
                      </a:cubicBezTo>
                      <a:cubicBezTo>
                        <a:pt x="9" y="565"/>
                        <a:pt x="21" y="591"/>
                        <a:pt x="13" y="595"/>
                      </a:cubicBezTo>
                      <a:cubicBezTo>
                        <a:pt x="10" y="597"/>
                        <a:pt x="5" y="599"/>
                        <a:pt x="0" y="602"/>
                      </a:cubicBezTo>
                      <a:cubicBezTo>
                        <a:pt x="4" y="605"/>
                        <a:pt x="11" y="612"/>
                        <a:pt x="12" y="617"/>
                      </a:cubicBezTo>
                      <a:cubicBezTo>
                        <a:pt x="35" y="607"/>
                        <a:pt x="35" y="607"/>
                        <a:pt x="35" y="607"/>
                      </a:cubicBezTo>
                      <a:cubicBezTo>
                        <a:pt x="52" y="609"/>
                        <a:pt x="52" y="609"/>
                        <a:pt x="52" y="609"/>
                      </a:cubicBezTo>
                      <a:cubicBezTo>
                        <a:pt x="57" y="607"/>
                        <a:pt x="57" y="607"/>
                        <a:pt x="57" y="607"/>
                      </a:cubicBezTo>
                      <a:cubicBezTo>
                        <a:pt x="65" y="609"/>
                        <a:pt x="65" y="609"/>
                        <a:pt x="65" y="609"/>
                      </a:cubicBezTo>
                      <a:cubicBezTo>
                        <a:pt x="80" y="605"/>
                        <a:pt x="80" y="605"/>
                        <a:pt x="80" y="605"/>
                      </a:cubicBezTo>
                      <a:cubicBezTo>
                        <a:pt x="80" y="605"/>
                        <a:pt x="91" y="612"/>
                        <a:pt x="98" y="611"/>
                      </a:cubicBezTo>
                      <a:cubicBezTo>
                        <a:pt x="105" y="610"/>
                        <a:pt x="123" y="607"/>
                        <a:pt x="123" y="607"/>
                      </a:cubicBezTo>
                      <a:cubicBezTo>
                        <a:pt x="123" y="607"/>
                        <a:pt x="136" y="609"/>
                        <a:pt x="141" y="609"/>
                      </a:cubicBezTo>
                      <a:cubicBezTo>
                        <a:pt x="146" y="609"/>
                        <a:pt x="153" y="609"/>
                        <a:pt x="153" y="609"/>
                      </a:cubicBezTo>
                      <a:cubicBezTo>
                        <a:pt x="163" y="606"/>
                        <a:pt x="163" y="606"/>
                        <a:pt x="163" y="606"/>
                      </a:cubicBezTo>
                      <a:cubicBezTo>
                        <a:pt x="177" y="607"/>
                        <a:pt x="177" y="607"/>
                        <a:pt x="177" y="607"/>
                      </a:cubicBezTo>
                      <a:cubicBezTo>
                        <a:pt x="177" y="607"/>
                        <a:pt x="195" y="599"/>
                        <a:pt x="200" y="608"/>
                      </a:cubicBezTo>
                      <a:cubicBezTo>
                        <a:pt x="205" y="617"/>
                        <a:pt x="211" y="621"/>
                        <a:pt x="211" y="621"/>
                      </a:cubicBezTo>
                      <a:cubicBezTo>
                        <a:pt x="212" y="651"/>
                        <a:pt x="212" y="651"/>
                        <a:pt x="212" y="651"/>
                      </a:cubicBezTo>
                      <a:cubicBezTo>
                        <a:pt x="212" y="651"/>
                        <a:pt x="222" y="658"/>
                        <a:pt x="223" y="664"/>
                      </a:cubicBezTo>
                      <a:cubicBezTo>
                        <a:pt x="224" y="670"/>
                        <a:pt x="222" y="686"/>
                        <a:pt x="222" y="686"/>
                      </a:cubicBezTo>
                      <a:cubicBezTo>
                        <a:pt x="222" y="686"/>
                        <a:pt x="228" y="689"/>
                        <a:pt x="233" y="695"/>
                      </a:cubicBezTo>
                      <a:cubicBezTo>
                        <a:pt x="238" y="701"/>
                        <a:pt x="240" y="709"/>
                        <a:pt x="240" y="709"/>
                      </a:cubicBezTo>
                      <a:cubicBezTo>
                        <a:pt x="246" y="717"/>
                        <a:pt x="246" y="717"/>
                        <a:pt x="246" y="717"/>
                      </a:cubicBezTo>
                      <a:cubicBezTo>
                        <a:pt x="249" y="727"/>
                        <a:pt x="249" y="727"/>
                        <a:pt x="249" y="727"/>
                      </a:cubicBezTo>
                      <a:cubicBezTo>
                        <a:pt x="270" y="726"/>
                        <a:pt x="270" y="726"/>
                        <a:pt x="270" y="726"/>
                      </a:cubicBezTo>
                      <a:cubicBezTo>
                        <a:pt x="277" y="731"/>
                        <a:pt x="277" y="731"/>
                        <a:pt x="277" y="731"/>
                      </a:cubicBezTo>
                      <a:cubicBezTo>
                        <a:pt x="281" y="724"/>
                        <a:pt x="281" y="724"/>
                        <a:pt x="281" y="724"/>
                      </a:cubicBezTo>
                      <a:cubicBezTo>
                        <a:pt x="296" y="724"/>
                        <a:pt x="296" y="724"/>
                        <a:pt x="296" y="724"/>
                      </a:cubicBezTo>
                      <a:cubicBezTo>
                        <a:pt x="303" y="718"/>
                        <a:pt x="303" y="718"/>
                        <a:pt x="303" y="718"/>
                      </a:cubicBezTo>
                      <a:cubicBezTo>
                        <a:pt x="307" y="723"/>
                        <a:pt x="307" y="723"/>
                        <a:pt x="307" y="723"/>
                      </a:cubicBezTo>
                      <a:cubicBezTo>
                        <a:pt x="337" y="720"/>
                        <a:pt x="337" y="720"/>
                        <a:pt x="337" y="720"/>
                      </a:cubicBezTo>
                      <a:cubicBezTo>
                        <a:pt x="337" y="720"/>
                        <a:pt x="336" y="706"/>
                        <a:pt x="339" y="702"/>
                      </a:cubicBezTo>
                      <a:cubicBezTo>
                        <a:pt x="342" y="698"/>
                        <a:pt x="349" y="698"/>
                        <a:pt x="349" y="693"/>
                      </a:cubicBezTo>
                      <a:cubicBezTo>
                        <a:pt x="349" y="688"/>
                        <a:pt x="338" y="676"/>
                        <a:pt x="343" y="672"/>
                      </a:cubicBezTo>
                      <a:cubicBezTo>
                        <a:pt x="348" y="668"/>
                        <a:pt x="377" y="671"/>
                        <a:pt x="377" y="671"/>
                      </a:cubicBezTo>
                      <a:cubicBezTo>
                        <a:pt x="377" y="671"/>
                        <a:pt x="377" y="663"/>
                        <a:pt x="386" y="666"/>
                      </a:cubicBezTo>
                      <a:cubicBezTo>
                        <a:pt x="395" y="669"/>
                        <a:pt x="391" y="678"/>
                        <a:pt x="391" y="678"/>
                      </a:cubicBezTo>
                      <a:cubicBezTo>
                        <a:pt x="392" y="686"/>
                        <a:pt x="392" y="686"/>
                        <a:pt x="392" y="686"/>
                      </a:cubicBezTo>
                      <a:cubicBezTo>
                        <a:pt x="452" y="685"/>
                        <a:pt x="452" y="685"/>
                        <a:pt x="452" y="685"/>
                      </a:cubicBezTo>
                      <a:cubicBezTo>
                        <a:pt x="452" y="703"/>
                        <a:pt x="452" y="703"/>
                        <a:pt x="452" y="703"/>
                      </a:cubicBezTo>
                      <a:cubicBezTo>
                        <a:pt x="445" y="713"/>
                        <a:pt x="445" y="713"/>
                        <a:pt x="445" y="713"/>
                      </a:cubicBezTo>
                      <a:cubicBezTo>
                        <a:pt x="448" y="727"/>
                        <a:pt x="448" y="727"/>
                        <a:pt x="448" y="727"/>
                      </a:cubicBezTo>
                      <a:cubicBezTo>
                        <a:pt x="448" y="727"/>
                        <a:pt x="461" y="740"/>
                        <a:pt x="461" y="747"/>
                      </a:cubicBezTo>
                      <a:cubicBezTo>
                        <a:pt x="461" y="754"/>
                        <a:pt x="453" y="763"/>
                        <a:pt x="453" y="763"/>
                      </a:cubicBezTo>
                      <a:cubicBezTo>
                        <a:pt x="456" y="779"/>
                        <a:pt x="456" y="779"/>
                        <a:pt x="456" y="779"/>
                      </a:cubicBezTo>
                      <a:cubicBezTo>
                        <a:pt x="456" y="779"/>
                        <a:pt x="451" y="791"/>
                        <a:pt x="451" y="799"/>
                      </a:cubicBezTo>
                      <a:cubicBezTo>
                        <a:pt x="451" y="807"/>
                        <a:pt x="457" y="815"/>
                        <a:pt x="464" y="822"/>
                      </a:cubicBezTo>
                      <a:cubicBezTo>
                        <a:pt x="471" y="829"/>
                        <a:pt x="475" y="847"/>
                        <a:pt x="475" y="847"/>
                      </a:cubicBezTo>
                      <a:cubicBezTo>
                        <a:pt x="475" y="847"/>
                        <a:pt x="474" y="862"/>
                        <a:pt x="471" y="869"/>
                      </a:cubicBezTo>
                      <a:cubicBezTo>
                        <a:pt x="468" y="876"/>
                        <a:pt x="465" y="888"/>
                        <a:pt x="468" y="892"/>
                      </a:cubicBezTo>
                      <a:cubicBezTo>
                        <a:pt x="471" y="896"/>
                        <a:pt x="479" y="898"/>
                        <a:pt x="479" y="898"/>
                      </a:cubicBezTo>
                      <a:cubicBezTo>
                        <a:pt x="485" y="886"/>
                        <a:pt x="485" y="886"/>
                        <a:pt x="485" y="886"/>
                      </a:cubicBezTo>
                      <a:cubicBezTo>
                        <a:pt x="503" y="890"/>
                        <a:pt x="503" y="890"/>
                        <a:pt x="503" y="890"/>
                      </a:cubicBezTo>
                      <a:cubicBezTo>
                        <a:pt x="519" y="885"/>
                        <a:pt x="519" y="885"/>
                        <a:pt x="519" y="885"/>
                      </a:cubicBezTo>
                      <a:cubicBezTo>
                        <a:pt x="519" y="885"/>
                        <a:pt x="519" y="880"/>
                        <a:pt x="526" y="880"/>
                      </a:cubicBezTo>
                      <a:cubicBezTo>
                        <a:pt x="533" y="880"/>
                        <a:pt x="537" y="887"/>
                        <a:pt x="537" y="887"/>
                      </a:cubicBezTo>
                      <a:cubicBezTo>
                        <a:pt x="551" y="885"/>
                        <a:pt x="551" y="885"/>
                        <a:pt x="551" y="885"/>
                      </a:cubicBezTo>
                      <a:cubicBezTo>
                        <a:pt x="556" y="875"/>
                        <a:pt x="556" y="875"/>
                        <a:pt x="556" y="875"/>
                      </a:cubicBezTo>
                      <a:cubicBezTo>
                        <a:pt x="561" y="884"/>
                        <a:pt x="561" y="884"/>
                        <a:pt x="561" y="884"/>
                      </a:cubicBezTo>
                      <a:cubicBezTo>
                        <a:pt x="572" y="882"/>
                        <a:pt x="572" y="882"/>
                        <a:pt x="572" y="882"/>
                      </a:cubicBezTo>
                      <a:cubicBezTo>
                        <a:pt x="572" y="882"/>
                        <a:pt x="563" y="907"/>
                        <a:pt x="580" y="908"/>
                      </a:cubicBezTo>
                      <a:cubicBezTo>
                        <a:pt x="597" y="909"/>
                        <a:pt x="583" y="899"/>
                        <a:pt x="583" y="899"/>
                      </a:cubicBezTo>
                      <a:cubicBezTo>
                        <a:pt x="614" y="893"/>
                        <a:pt x="614" y="893"/>
                        <a:pt x="614" y="893"/>
                      </a:cubicBezTo>
                      <a:cubicBezTo>
                        <a:pt x="614" y="893"/>
                        <a:pt x="610" y="912"/>
                        <a:pt x="620" y="919"/>
                      </a:cubicBezTo>
                      <a:cubicBezTo>
                        <a:pt x="630" y="926"/>
                        <a:pt x="682" y="939"/>
                        <a:pt x="687" y="935"/>
                      </a:cubicBezTo>
                      <a:cubicBezTo>
                        <a:pt x="692" y="931"/>
                        <a:pt x="689" y="905"/>
                        <a:pt x="701" y="910"/>
                      </a:cubicBezTo>
                      <a:cubicBezTo>
                        <a:pt x="713" y="915"/>
                        <a:pt x="704" y="920"/>
                        <a:pt x="708" y="925"/>
                      </a:cubicBezTo>
                      <a:cubicBezTo>
                        <a:pt x="712" y="930"/>
                        <a:pt x="722" y="930"/>
                        <a:pt x="722" y="934"/>
                      </a:cubicBezTo>
                      <a:cubicBezTo>
                        <a:pt x="722" y="938"/>
                        <a:pt x="714" y="947"/>
                        <a:pt x="722" y="948"/>
                      </a:cubicBezTo>
                      <a:cubicBezTo>
                        <a:pt x="730" y="949"/>
                        <a:pt x="732" y="943"/>
                        <a:pt x="737" y="947"/>
                      </a:cubicBezTo>
                      <a:cubicBezTo>
                        <a:pt x="742" y="951"/>
                        <a:pt x="741" y="959"/>
                        <a:pt x="745" y="959"/>
                      </a:cubicBezTo>
                      <a:cubicBezTo>
                        <a:pt x="749" y="959"/>
                        <a:pt x="754" y="951"/>
                        <a:pt x="760" y="959"/>
                      </a:cubicBezTo>
                      <a:cubicBezTo>
                        <a:pt x="766" y="967"/>
                        <a:pt x="768" y="978"/>
                        <a:pt x="768" y="978"/>
                      </a:cubicBezTo>
                      <a:cubicBezTo>
                        <a:pt x="768" y="978"/>
                        <a:pt x="774" y="975"/>
                        <a:pt x="779" y="982"/>
                      </a:cubicBezTo>
                      <a:cubicBezTo>
                        <a:pt x="784" y="989"/>
                        <a:pt x="787" y="1012"/>
                        <a:pt x="787" y="1012"/>
                      </a:cubicBezTo>
                      <a:cubicBezTo>
                        <a:pt x="799" y="1012"/>
                        <a:pt x="799" y="1012"/>
                        <a:pt x="799" y="1012"/>
                      </a:cubicBezTo>
                      <a:cubicBezTo>
                        <a:pt x="814" y="1002"/>
                        <a:pt x="814" y="1002"/>
                        <a:pt x="814" y="1002"/>
                      </a:cubicBezTo>
                      <a:cubicBezTo>
                        <a:pt x="814" y="1002"/>
                        <a:pt x="816" y="1016"/>
                        <a:pt x="822" y="1013"/>
                      </a:cubicBezTo>
                      <a:cubicBezTo>
                        <a:pt x="828" y="1010"/>
                        <a:pt x="827" y="945"/>
                        <a:pt x="827" y="945"/>
                      </a:cubicBezTo>
                      <a:cubicBezTo>
                        <a:pt x="819" y="945"/>
                        <a:pt x="819" y="945"/>
                        <a:pt x="819" y="945"/>
                      </a:cubicBezTo>
                      <a:cubicBezTo>
                        <a:pt x="813" y="948"/>
                        <a:pt x="813" y="948"/>
                        <a:pt x="813" y="948"/>
                      </a:cubicBezTo>
                      <a:cubicBezTo>
                        <a:pt x="813" y="948"/>
                        <a:pt x="816" y="961"/>
                        <a:pt x="806" y="961"/>
                      </a:cubicBezTo>
                      <a:cubicBezTo>
                        <a:pt x="796" y="961"/>
                        <a:pt x="784" y="947"/>
                        <a:pt x="778" y="940"/>
                      </a:cubicBezTo>
                      <a:cubicBezTo>
                        <a:pt x="772" y="933"/>
                        <a:pt x="761" y="938"/>
                        <a:pt x="759" y="920"/>
                      </a:cubicBezTo>
                      <a:cubicBezTo>
                        <a:pt x="757" y="902"/>
                        <a:pt x="779" y="880"/>
                        <a:pt x="779" y="866"/>
                      </a:cubicBezTo>
                      <a:cubicBezTo>
                        <a:pt x="779" y="852"/>
                        <a:pt x="775" y="818"/>
                        <a:pt x="775" y="818"/>
                      </a:cubicBezTo>
                      <a:cubicBezTo>
                        <a:pt x="775" y="818"/>
                        <a:pt x="773" y="799"/>
                        <a:pt x="770" y="797"/>
                      </a:cubicBezTo>
                      <a:cubicBezTo>
                        <a:pt x="767" y="795"/>
                        <a:pt x="761" y="788"/>
                        <a:pt x="761" y="788"/>
                      </a:cubicBezTo>
                      <a:cubicBezTo>
                        <a:pt x="761" y="788"/>
                        <a:pt x="788" y="773"/>
                        <a:pt x="788" y="766"/>
                      </a:cubicBezTo>
                      <a:cubicBezTo>
                        <a:pt x="788" y="759"/>
                        <a:pt x="788" y="746"/>
                        <a:pt x="788" y="746"/>
                      </a:cubicBezTo>
                      <a:cubicBezTo>
                        <a:pt x="788" y="746"/>
                        <a:pt x="825" y="741"/>
                        <a:pt x="838" y="738"/>
                      </a:cubicBezTo>
                      <a:cubicBezTo>
                        <a:pt x="842" y="737"/>
                        <a:pt x="849" y="735"/>
                        <a:pt x="857" y="731"/>
                      </a:cubicBezTo>
                      <a:cubicBezTo>
                        <a:pt x="860" y="728"/>
                        <a:pt x="862" y="726"/>
                        <a:pt x="862" y="726"/>
                      </a:cubicBezTo>
                      <a:cubicBezTo>
                        <a:pt x="862" y="726"/>
                        <a:pt x="855" y="714"/>
                        <a:pt x="850" y="710"/>
                      </a:cubicBezTo>
                      <a:cubicBezTo>
                        <a:pt x="846" y="706"/>
                        <a:pt x="849" y="688"/>
                        <a:pt x="849" y="681"/>
                      </a:cubicBezTo>
                      <a:cubicBezTo>
                        <a:pt x="849" y="674"/>
                        <a:pt x="837" y="678"/>
                        <a:pt x="834" y="677"/>
                      </a:cubicBezTo>
                      <a:cubicBezTo>
                        <a:pt x="831" y="676"/>
                        <a:pt x="828" y="666"/>
                        <a:pt x="828" y="658"/>
                      </a:cubicBezTo>
                      <a:cubicBezTo>
                        <a:pt x="828" y="650"/>
                        <a:pt x="819" y="649"/>
                        <a:pt x="812" y="642"/>
                      </a:cubicBezTo>
                      <a:cubicBezTo>
                        <a:pt x="805" y="635"/>
                        <a:pt x="803" y="618"/>
                        <a:pt x="804" y="612"/>
                      </a:cubicBezTo>
                      <a:cubicBezTo>
                        <a:pt x="805" y="606"/>
                        <a:pt x="810" y="596"/>
                        <a:pt x="810" y="589"/>
                      </a:cubicBezTo>
                      <a:cubicBezTo>
                        <a:pt x="810" y="582"/>
                        <a:pt x="800" y="582"/>
                        <a:pt x="796" y="572"/>
                      </a:cubicBezTo>
                      <a:cubicBezTo>
                        <a:pt x="792" y="562"/>
                        <a:pt x="796" y="550"/>
                        <a:pt x="797" y="538"/>
                      </a:cubicBezTo>
                      <a:cubicBezTo>
                        <a:pt x="798" y="526"/>
                        <a:pt x="799" y="515"/>
                        <a:pt x="802" y="502"/>
                      </a:cubicBezTo>
                      <a:cubicBezTo>
                        <a:pt x="804" y="494"/>
                        <a:pt x="810" y="495"/>
                        <a:pt x="814" y="498"/>
                      </a:cubicBezTo>
                      <a:cubicBezTo>
                        <a:pt x="814" y="496"/>
                        <a:pt x="814" y="494"/>
                        <a:pt x="814" y="494"/>
                      </a:cubicBezTo>
                      <a:cubicBezTo>
                        <a:pt x="814" y="494"/>
                        <a:pt x="816" y="480"/>
                        <a:pt x="816" y="471"/>
                      </a:cubicBezTo>
                      <a:cubicBezTo>
                        <a:pt x="816" y="462"/>
                        <a:pt x="801" y="454"/>
                        <a:pt x="801" y="454"/>
                      </a:cubicBezTo>
                      <a:cubicBezTo>
                        <a:pt x="795" y="434"/>
                        <a:pt x="795" y="434"/>
                        <a:pt x="795" y="434"/>
                      </a:cubicBezTo>
                      <a:cubicBezTo>
                        <a:pt x="795" y="434"/>
                        <a:pt x="795" y="434"/>
                        <a:pt x="795" y="434"/>
                      </a:cubicBezTo>
                      <a:cubicBezTo>
                        <a:pt x="791" y="433"/>
                        <a:pt x="787" y="432"/>
                        <a:pt x="786" y="428"/>
                      </a:cubicBezTo>
                      <a:cubicBezTo>
                        <a:pt x="782" y="420"/>
                        <a:pt x="804" y="410"/>
                        <a:pt x="806" y="406"/>
                      </a:cubicBezTo>
                      <a:cubicBezTo>
                        <a:pt x="807" y="403"/>
                        <a:pt x="797" y="392"/>
                        <a:pt x="799" y="384"/>
                      </a:cubicBezTo>
                      <a:cubicBezTo>
                        <a:pt x="800" y="376"/>
                        <a:pt x="824" y="365"/>
                        <a:pt x="824" y="365"/>
                      </a:cubicBezTo>
                      <a:lnTo>
                        <a:pt x="828" y="315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7" name="Freeform 349"/>
                <p:cNvSpPr>
                  <a:spLocks/>
                </p:cNvSpPr>
                <p:nvPr/>
              </p:nvSpPr>
              <p:spPr bwMode="gray">
                <a:xfrm>
                  <a:off x="-3211" y="-9675"/>
                  <a:ext cx="206" cy="265"/>
                </a:xfrm>
                <a:custGeom>
                  <a:avLst/>
                  <a:gdLst>
                    <a:gd name="T0" fmla="*/ 21 w 87"/>
                    <a:gd name="T1" fmla="*/ 49 h 112"/>
                    <a:gd name="T2" fmla="*/ 19 w 87"/>
                    <a:gd name="T3" fmla="*/ 72 h 112"/>
                    <a:gd name="T4" fmla="*/ 25 w 87"/>
                    <a:gd name="T5" fmla="*/ 112 h 112"/>
                    <a:gd name="T6" fmla="*/ 45 w 87"/>
                    <a:gd name="T7" fmla="*/ 103 h 112"/>
                    <a:gd name="T8" fmla="*/ 61 w 87"/>
                    <a:gd name="T9" fmla="*/ 68 h 112"/>
                    <a:gd name="T10" fmla="*/ 80 w 87"/>
                    <a:gd name="T11" fmla="*/ 56 h 112"/>
                    <a:gd name="T12" fmla="*/ 78 w 87"/>
                    <a:gd name="T13" fmla="*/ 47 h 112"/>
                    <a:gd name="T14" fmla="*/ 86 w 87"/>
                    <a:gd name="T15" fmla="*/ 44 h 112"/>
                    <a:gd name="T16" fmla="*/ 87 w 87"/>
                    <a:gd name="T17" fmla="*/ 33 h 112"/>
                    <a:gd name="T18" fmla="*/ 65 w 87"/>
                    <a:gd name="T19" fmla="*/ 23 h 112"/>
                    <a:gd name="T20" fmla="*/ 71 w 87"/>
                    <a:gd name="T21" fmla="*/ 0 h 112"/>
                    <a:gd name="T22" fmla="*/ 77 w 87"/>
                    <a:gd name="T23" fmla="*/ 0 h 112"/>
                    <a:gd name="T24" fmla="*/ 74 w 87"/>
                    <a:gd name="T25" fmla="*/ 0 h 112"/>
                    <a:gd name="T26" fmla="*/ 44 w 87"/>
                    <a:gd name="T27" fmla="*/ 0 h 112"/>
                    <a:gd name="T28" fmla="*/ 39 w 87"/>
                    <a:gd name="T29" fmla="*/ 17 h 112"/>
                    <a:gd name="T30" fmla="*/ 22 w 87"/>
                    <a:gd name="T31" fmla="*/ 24 h 112"/>
                    <a:gd name="T32" fmla="*/ 9 w 87"/>
                    <a:gd name="T33" fmla="*/ 11 h 112"/>
                    <a:gd name="T34" fmla="*/ 0 w 87"/>
                    <a:gd name="T35" fmla="*/ 12 h 112"/>
                    <a:gd name="T36" fmla="*/ 6 w 87"/>
                    <a:gd name="T37" fmla="*/ 32 h 112"/>
                    <a:gd name="T38" fmla="*/ 21 w 87"/>
                    <a:gd name="T39" fmla="*/ 49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87" h="112">
                      <a:moveTo>
                        <a:pt x="21" y="49"/>
                      </a:moveTo>
                      <a:cubicBezTo>
                        <a:pt x="21" y="58"/>
                        <a:pt x="19" y="72"/>
                        <a:pt x="19" y="72"/>
                      </a:cubicBezTo>
                      <a:cubicBezTo>
                        <a:pt x="19" y="72"/>
                        <a:pt x="19" y="99"/>
                        <a:pt x="25" y="112"/>
                      </a:cubicBezTo>
                      <a:cubicBezTo>
                        <a:pt x="29" y="112"/>
                        <a:pt x="35" y="110"/>
                        <a:pt x="45" y="103"/>
                      </a:cubicBezTo>
                      <a:cubicBezTo>
                        <a:pt x="61" y="91"/>
                        <a:pt x="54" y="81"/>
                        <a:pt x="61" y="68"/>
                      </a:cubicBezTo>
                      <a:cubicBezTo>
                        <a:pt x="68" y="55"/>
                        <a:pt x="80" y="56"/>
                        <a:pt x="80" y="56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86" y="44"/>
                        <a:pt x="86" y="44"/>
                        <a:pt x="86" y="44"/>
                      </a:cubicBezTo>
                      <a:cubicBezTo>
                        <a:pt x="87" y="33"/>
                        <a:pt x="87" y="33"/>
                        <a:pt x="87" y="33"/>
                      </a:cubicBezTo>
                      <a:cubicBezTo>
                        <a:pt x="87" y="33"/>
                        <a:pt x="63" y="32"/>
                        <a:pt x="65" y="23"/>
                      </a:cubicBezTo>
                      <a:cubicBezTo>
                        <a:pt x="67" y="14"/>
                        <a:pt x="71" y="0"/>
                        <a:pt x="71" y="0"/>
                      </a:cubicBezTo>
                      <a:cubicBezTo>
                        <a:pt x="71" y="0"/>
                        <a:pt x="74" y="0"/>
                        <a:pt x="77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9" y="17"/>
                        <a:pt x="26" y="24"/>
                        <a:pt x="22" y="24"/>
                      </a:cubicBezTo>
                      <a:cubicBezTo>
                        <a:pt x="18" y="24"/>
                        <a:pt x="9" y="11"/>
                        <a:pt x="9" y="11"/>
                      </a:cubicBezTo>
                      <a:cubicBezTo>
                        <a:pt x="9" y="11"/>
                        <a:pt x="5" y="12"/>
                        <a:pt x="0" y="1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2"/>
                        <a:pt x="21" y="40"/>
                        <a:pt x="21" y="49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8" name="Freeform 350"/>
                <p:cNvSpPr>
                  <a:spLocks noEditPoints="1"/>
                </p:cNvSpPr>
                <p:nvPr/>
              </p:nvSpPr>
              <p:spPr bwMode="gray">
                <a:xfrm>
                  <a:off x="-3147" y="-9850"/>
                  <a:ext cx="1205" cy="1368"/>
                </a:xfrm>
                <a:custGeom>
                  <a:avLst/>
                  <a:gdLst>
                    <a:gd name="T0" fmla="*/ 477 w 510"/>
                    <a:gd name="T1" fmla="*/ 478 h 579"/>
                    <a:gd name="T2" fmla="*/ 458 w 510"/>
                    <a:gd name="T3" fmla="*/ 405 h 579"/>
                    <a:gd name="T4" fmla="*/ 456 w 510"/>
                    <a:gd name="T5" fmla="*/ 360 h 579"/>
                    <a:gd name="T6" fmla="*/ 436 w 510"/>
                    <a:gd name="T7" fmla="*/ 290 h 579"/>
                    <a:gd name="T8" fmla="*/ 455 w 510"/>
                    <a:gd name="T9" fmla="*/ 198 h 579"/>
                    <a:gd name="T10" fmla="*/ 391 w 510"/>
                    <a:gd name="T11" fmla="*/ 118 h 579"/>
                    <a:gd name="T12" fmla="*/ 216 w 510"/>
                    <a:gd name="T13" fmla="*/ 1 h 579"/>
                    <a:gd name="T14" fmla="*/ 206 w 510"/>
                    <a:gd name="T15" fmla="*/ 1 h 579"/>
                    <a:gd name="T16" fmla="*/ 194 w 510"/>
                    <a:gd name="T17" fmla="*/ 31 h 579"/>
                    <a:gd name="T18" fmla="*/ 206 w 510"/>
                    <a:gd name="T19" fmla="*/ 59 h 579"/>
                    <a:gd name="T20" fmla="*/ 162 w 510"/>
                    <a:gd name="T21" fmla="*/ 71 h 579"/>
                    <a:gd name="T22" fmla="*/ 161 w 510"/>
                    <a:gd name="T23" fmla="*/ 99 h 579"/>
                    <a:gd name="T24" fmla="*/ 150 w 510"/>
                    <a:gd name="T25" fmla="*/ 73 h 579"/>
                    <a:gd name="T26" fmla="*/ 123 w 510"/>
                    <a:gd name="T27" fmla="*/ 66 h 579"/>
                    <a:gd name="T28" fmla="*/ 104 w 510"/>
                    <a:gd name="T29" fmla="*/ 80 h 579"/>
                    <a:gd name="T30" fmla="*/ 112 w 510"/>
                    <a:gd name="T31" fmla="*/ 2 h 579"/>
                    <a:gd name="T32" fmla="*/ 51 w 510"/>
                    <a:gd name="T33" fmla="*/ 0 h 579"/>
                    <a:gd name="T34" fmla="*/ 60 w 510"/>
                    <a:gd name="T35" fmla="*/ 31 h 579"/>
                    <a:gd name="T36" fmla="*/ 64 w 510"/>
                    <a:gd name="T37" fmla="*/ 64 h 579"/>
                    <a:gd name="T38" fmla="*/ 38 w 510"/>
                    <a:gd name="T39" fmla="*/ 97 h 579"/>
                    <a:gd name="T40" fmla="*/ 59 w 510"/>
                    <a:gd name="T41" fmla="*/ 118 h 579"/>
                    <a:gd name="T42" fmla="*/ 53 w 510"/>
                    <a:gd name="T43" fmla="*/ 130 h 579"/>
                    <a:gd name="T44" fmla="*/ 18 w 510"/>
                    <a:gd name="T45" fmla="*/ 177 h 579"/>
                    <a:gd name="T46" fmla="*/ 0 w 510"/>
                    <a:gd name="T47" fmla="*/ 194 h 579"/>
                    <a:gd name="T48" fmla="*/ 8 w 510"/>
                    <a:gd name="T49" fmla="*/ 226 h 579"/>
                    <a:gd name="T50" fmla="*/ 9 w 510"/>
                    <a:gd name="T51" fmla="*/ 279 h 579"/>
                    <a:gd name="T52" fmla="*/ 51 w 510"/>
                    <a:gd name="T53" fmla="*/ 322 h 579"/>
                    <a:gd name="T54" fmla="*/ 56 w 510"/>
                    <a:gd name="T55" fmla="*/ 370 h 579"/>
                    <a:gd name="T56" fmla="*/ 69 w 510"/>
                    <a:gd name="T57" fmla="*/ 409 h 579"/>
                    <a:gd name="T58" fmla="*/ 94 w 510"/>
                    <a:gd name="T59" fmla="*/ 421 h 579"/>
                    <a:gd name="T60" fmla="*/ 118 w 510"/>
                    <a:gd name="T61" fmla="*/ 434 h 579"/>
                    <a:gd name="T62" fmla="*/ 135 w 510"/>
                    <a:gd name="T63" fmla="*/ 443 h 579"/>
                    <a:gd name="T64" fmla="*/ 158 w 510"/>
                    <a:gd name="T65" fmla="*/ 452 h 579"/>
                    <a:gd name="T66" fmla="*/ 179 w 510"/>
                    <a:gd name="T67" fmla="*/ 461 h 579"/>
                    <a:gd name="T68" fmla="*/ 212 w 510"/>
                    <a:gd name="T69" fmla="*/ 453 h 579"/>
                    <a:gd name="T70" fmla="*/ 232 w 510"/>
                    <a:gd name="T71" fmla="*/ 514 h 579"/>
                    <a:gd name="T72" fmla="*/ 231 w 510"/>
                    <a:gd name="T73" fmla="*/ 539 h 579"/>
                    <a:gd name="T74" fmla="*/ 249 w 510"/>
                    <a:gd name="T75" fmla="*/ 569 h 579"/>
                    <a:gd name="T76" fmla="*/ 292 w 510"/>
                    <a:gd name="T77" fmla="*/ 558 h 579"/>
                    <a:gd name="T78" fmla="*/ 338 w 510"/>
                    <a:gd name="T79" fmla="*/ 568 h 579"/>
                    <a:gd name="T80" fmla="*/ 367 w 510"/>
                    <a:gd name="T81" fmla="*/ 573 h 579"/>
                    <a:gd name="T82" fmla="*/ 406 w 510"/>
                    <a:gd name="T83" fmla="*/ 552 h 579"/>
                    <a:gd name="T84" fmla="*/ 438 w 510"/>
                    <a:gd name="T85" fmla="*/ 545 h 579"/>
                    <a:gd name="T86" fmla="*/ 510 w 510"/>
                    <a:gd name="T87" fmla="*/ 507 h 579"/>
                    <a:gd name="T88" fmla="*/ 481 w 510"/>
                    <a:gd name="T89" fmla="*/ 237 h 579"/>
                    <a:gd name="T90" fmla="*/ 481 w 510"/>
                    <a:gd name="T91" fmla="*/ 237 h 579"/>
                    <a:gd name="T92" fmla="*/ 478 w 510"/>
                    <a:gd name="T93" fmla="*/ 294 h 579"/>
                    <a:gd name="T94" fmla="*/ 458 w 510"/>
                    <a:gd name="T95" fmla="*/ 251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10" h="579">
                      <a:moveTo>
                        <a:pt x="507" y="496"/>
                      </a:moveTo>
                      <a:cubicBezTo>
                        <a:pt x="507" y="496"/>
                        <a:pt x="479" y="489"/>
                        <a:pt x="477" y="478"/>
                      </a:cubicBezTo>
                      <a:cubicBezTo>
                        <a:pt x="475" y="467"/>
                        <a:pt x="473" y="436"/>
                        <a:pt x="473" y="436"/>
                      </a:cubicBezTo>
                      <a:cubicBezTo>
                        <a:pt x="458" y="405"/>
                        <a:pt x="458" y="405"/>
                        <a:pt x="458" y="405"/>
                      </a:cubicBezTo>
                      <a:cubicBezTo>
                        <a:pt x="467" y="374"/>
                        <a:pt x="467" y="374"/>
                        <a:pt x="467" y="374"/>
                      </a:cubicBezTo>
                      <a:cubicBezTo>
                        <a:pt x="456" y="360"/>
                        <a:pt x="456" y="360"/>
                        <a:pt x="456" y="360"/>
                      </a:cubicBezTo>
                      <a:cubicBezTo>
                        <a:pt x="456" y="360"/>
                        <a:pt x="476" y="325"/>
                        <a:pt x="471" y="317"/>
                      </a:cubicBezTo>
                      <a:cubicBezTo>
                        <a:pt x="466" y="309"/>
                        <a:pt x="439" y="302"/>
                        <a:pt x="436" y="290"/>
                      </a:cubicBezTo>
                      <a:cubicBezTo>
                        <a:pt x="433" y="278"/>
                        <a:pt x="450" y="239"/>
                        <a:pt x="451" y="232"/>
                      </a:cubicBezTo>
                      <a:cubicBezTo>
                        <a:pt x="452" y="226"/>
                        <a:pt x="454" y="203"/>
                        <a:pt x="455" y="198"/>
                      </a:cubicBezTo>
                      <a:cubicBezTo>
                        <a:pt x="380" y="128"/>
                        <a:pt x="380" y="128"/>
                        <a:pt x="380" y="128"/>
                      </a:cubicBezTo>
                      <a:cubicBezTo>
                        <a:pt x="380" y="128"/>
                        <a:pt x="388" y="122"/>
                        <a:pt x="391" y="118"/>
                      </a:cubicBezTo>
                      <a:cubicBezTo>
                        <a:pt x="394" y="114"/>
                        <a:pt x="382" y="105"/>
                        <a:pt x="382" y="105"/>
                      </a:cubicBezTo>
                      <a:cubicBezTo>
                        <a:pt x="216" y="1"/>
                        <a:pt x="216" y="1"/>
                        <a:pt x="216" y="1"/>
                      </a:cubicBezTo>
                      <a:cubicBezTo>
                        <a:pt x="206" y="1"/>
                        <a:pt x="206" y="1"/>
                        <a:pt x="206" y="1"/>
                      </a:cubicBezTo>
                      <a:cubicBezTo>
                        <a:pt x="206" y="1"/>
                        <a:pt x="206" y="1"/>
                        <a:pt x="206" y="1"/>
                      </a:cubicBezTo>
                      <a:cubicBezTo>
                        <a:pt x="206" y="10"/>
                        <a:pt x="209" y="24"/>
                        <a:pt x="209" y="24"/>
                      </a:cubicBezTo>
                      <a:cubicBezTo>
                        <a:pt x="194" y="31"/>
                        <a:pt x="194" y="31"/>
                        <a:pt x="194" y="31"/>
                      </a:cubicBezTo>
                      <a:cubicBezTo>
                        <a:pt x="194" y="31"/>
                        <a:pt x="181" y="40"/>
                        <a:pt x="176" y="55"/>
                      </a:cubicBezTo>
                      <a:cubicBezTo>
                        <a:pt x="171" y="70"/>
                        <a:pt x="206" y="59"/>
                        <a:pt x="206" y="59"/>
                      </a:cubicBezTo>
                      <a:cubicBezTo>
                        <a:pt x="206" y="59"/>
                        <a:pt x="187" y="75"/>
                        <a:pt x="181" y="78"/>
                      </a:cubicBezTo>
                      <a:cubicBezTo>
                        <a:pt x="175" y="81"/>
                        <a:pt x="171" y="72"/>
                        <a:pt x="162" y="71"/>
                      </a:cubicBezTo>
                      <a:cubicBezTo>
                        <a:pt x="153" y="70"/>
                        <a:pt x="154" y="89"/>
                        <a:pt x="154" y="89"/>
                      </a:cubicBezTo>
                      <a:cubicBezTo>
                        <a:pt x="161" y="99"/>
                        <a:pt x="161" y="99"/>
                        <a:pt x="161" y="99"/>
                      </a:cubicBezTo>
                      <a:cubicBezTo>
                        <a:pt x="161" y="99"/>
                        <a:pt x="158" y="100"/>
                        <a:pt x="148" y="99"/>
                      </a:cubicBezTo>
                      <a:cubicBezTo>
                        <a:pt x="138" y="98"/>
                        <a:pt x="150" y="73"/>
                        <a:pt x="150" y="73"/>
                      </a:cubicBezTo>
                      <a:cubicBezTo>
                        <a:pt x="138" y="78"/>
                        <a:pt x="138" y="78"/>
                        <a:pt x="138" y="78"/>
                      </a:cubicBezTo>
                      <a:cubicBezTo>
                        <a:pt x="138" y="78"/>
                        <a:pt x="130" y="66"/>
                        <a:pt x="123" y="66"/>
                      </a:cubicBezTo>
                      <a:cubicBezTo>
                        <a:pt x="113" y="66"/>
                        <a:pt x="114" y="92"/>
                        <a:pt x="109" y="92"/>
                      </a:cubicBezTo>
                      <a:cubicBezTo>
                        <a:pt x="104" y="92"/>
                        <a:pt x="104" y="80"/>
                        <a:pt x="104" y="80"/>
                      </a:cubicBezTo>
                      <a:cubicBezTo>
                        <a:pt x="104" y="80"/>
                        <a:pt x="99" y="54"/>
                        <a:pt x="101" y="40"/>
                      </a:cubicBezTo>
                      <a:cubicBezTo>
                        <a:pt x="103" y="26"/>
                        <a:pt x="111" y="8"/>
                        <a:pt x="112" y="2"/>
                      </a:cubicBezTo>
                      <a:cubicBezTo>
                        <a:pt x="112" y="1"/>
                        <a:pt x="112" y="1"/>
                        <a:pt x="112" y="0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56" y="23"/>
                        <a:pt x="60" y="31"/>
                      </a:cubicBezTo>
                      <a:cubicBezTo>
                        <a:pt x="64" y="39"/>
                        <a:pt x="58" y="44"/>
                        <a:pt x="58" y="44"/>
                      </a:cubicBezTo>
                      <a:cubicBezTo>
                        <a:pt x="58" y="44"/>
                        <a:pt x="64" y="52"/>
                        <a:pt x="64" y="64"/>
                      </a:cubicBezTo>
                      <a:cubicBezTo>
                        <a:pt x="64" y="76"/>
                        <a:pt x="44" y="74"/>
                        <a:pt x="44" y="74"/>
                      </a:cubicBezTo>
                      <a:cubicBezTo>
                        <a:pt x="44" y="74"/>
                        <a:pt x="40" y="88"/>
                        <a:pt x="38" y="97"/>
                      </a:cubicBezTo>
                      <a:cubicBezTo>
                        <a:pt x="36" y="106"/>
                        <a:pt x="60" y="107"/>
                        <a:pt x="60" y="107"/>
                      </a:cubicBezTo>
                      <a:cubicBezTo>
                        <a:pt x="59" y="118"/>
                        <a:pt x="59" y="118"/>
                        <a:pt x="59" y="118"/>
                      </a:cubicBezTo>
                      <a:cubicBezTo>
                        <a:pt x="51" y="121"/>
                        <a:pt x="51" y="121"/>
                        <a:pt x="51" y="121"/>
                      </a:cubicBez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3" y="130"/>
                        <a:pt x="41" y="129"/>
                        <a:pt x="34" y="142"/>
                      </a:cubicBezTo>
                      <a:cubicBezTo>
                        <a:pt x="27" y="155"/>
                        <a:pt x="34" y="165"/>
                        <a:pt x="18" y="177"/>
                      </a:cubicBezTo>
                      <a:cubicBezTo>
                        <a:pt x="11" y="182"/>
                        <a:pt x="6" y="184"/>
                        <a:pt x="2" y="185"/>
                      </a:cubicBez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0" y="194"/>
                        <a:pt x="6" y="205"/>
                        <a:pt x="9" y="209"/>
                      </a:cubicBezTo>
                      <a:cubicBezTo>
                        <a:pt x="12" y="213"/>
                        <a:pt x="8" y="226"/>
                        <a:pt x="8" y="226"/>
                      </a:cubicBezTo>
                      <a:cubicBezTo>
                        <a:pt x="8" y="226"/>
                        <a:pt x="19" y="256"/>
                        <a:pt x="15" y="261"/>
                      </a:cubicBezTo>
                      <a:cubicBezTo>
                        <a:pt x="11" y="266"/>
                        <a:pt x="8" y="269"/>
                        <a:pt x="9" y="279"/>
                      </a:cubicBezTo>
                      <a:cubicBezTo>
                        <a:pt x="10" y="289"/>
                        <a:pt x="18" y="294"/>
                        <a:pt x="24" y="296"/>
                      </a:cubicBezTo>
                      <a:cubicBezTo>
                        <a:pt x="30" y="298"/>
                        <a:pt x="47" y="316"/>
                        <a:pt x="51" y="322"/>
                      </a:cubicBezTo>
                      <a:cubicBezTo>
                        <a:pt x="55" y="328"/>
                        <a:pt x="51" y="337"/>
                        <a:pt x="49" y="345"/>
                      </a:cubicBezTo>
                      <a:cubicBezTo>
                        <a:pt x="47" y="353"/>
                        <a:pt x="56" y="370"/>
                        <a:pt x="56" y="370"/>
                      </a:cubicBezTo>
                      <a:cubicBezTo>
                        <a:pt x="74" y="394"/>
                        <a:pt x="74" y="394"/>
                        <a:pt x="74" y="394"/>
                      </a:cubicBezTo>
                      <a:cubicBezTo>
                        <a:pt x="74" y="394"/>
                        <a:pt x="72" y="401"/>
                        <a:pt x="69" y="409"/>
                      </a:cubicBezTo>
                      <a:cubicBezTo>
                        <a:pt x="77" y="410"/>
                        <a:pt x="89" y="406"/>
                        <a:pt x="89" y="406"/>
                      </a:cubicBezTo>
                      <a:cubicBezTo>
                        <a:pt x="89" y="406"/>
                        <a:pt x="91" y="418"/>
                        <a:pt x="94" y="421"/>
                      </a:cubicBezTo>
                      <a:cubicBezTo>
                        <a:pt x="97" y="424"/>
                        <a:pt x="106" y="421"/>
                        <a:pt x="106" y="421"/>
                      </a:cubicBezTo>
                      <a:cubicBezTo>
                        <a:pt x="106" y="421"/>
                        <a:pt x="113" y="430"/>
                        <a:pt x="118" y="434"/>
                      </a:cubicBezTo>
                      <a:cubicBezTo>
                        <a:pt x="123" y="438"/>
                        <a:pt x="133" y="432"/>
                        <a:pt x="133" y="432"/>
                      </a:cubicBezTo>
                      <a:cubicBezTo>
                        <a:pt x="135" y="443"/>
                        <a:pt x="135" y="443"/>
                        <a:pt x="135" y="443"/>
                      </a:cubicBezTo>
                      <a:cubicBezTo>
                        <a:pt x="147" y="442"/>
                        <a:pt x="147" y="442"/>
                        <a:pt x="147" y="442"/>
                      </a:cubicBezTo>
                      <a:cubicBezTo>
                        <a:pt x="158" y="452"/>
                        <a:pt x="158" y="452"/>
                        <a:pt x="158" y="452"/>
                      </a:cubicBezTo>
                      <a:cubicBezTo>
                        <a:pt x="173" y="451"/>
                        <a:pt x="173" y="451"/>
                        <a:pt x="173" y="451"/>
                      </a:cubicBezTo>
                      <a:cubicBezTo>
                        <a:pt x="179" y="461"/>
                        <a:pt x="179" y="461"/>
                        <a:pt x="179" y="461"/>
                      </a:cubicBezTo>
                      <a:cubicBezTo>
                        <a:pt x="198" y="461"/>
                        <a:pt x="198" y="461"/>
                        <a:pt x="198" y="461"/>
                      </a:cubicBezTo>
                      <a:cubicBezTo>
                        <a:pt x="198" y="461"/>
                        <a:pt x="202" y="448"/>
                        <a:pt x="212" y="453"/>
                      </a:cubicBezTo>
                      <a:cubicBezTo>
                        <a:pt x="222" y="458"/>
                        <a:pt x="230" y="479"/>
                        <a:pt x="230" y="479"/>
                      </a:cubicBezTo>
                      <a:cubicBezTo>
                        <a:pt x="232" y="514"/>
                        <a:pt x="232" y="514"/>
                        <a:pt x="232" y="514"/>
                      </a:cubicBezTo>
                      <a:cubicBezTo>
                        <a:pt x="232" y="514"/>
                        <a:pt x="237" y="515"/>
                        <a:pt x="237" y="522"/>
                      </a:cubicBezTo>
                      <a:cubicBezTo>
                        <a:pt x="237" y="529"/>
                        <a:pt x="234" y="531"/>
                        <a:pt x="231" y="539"/>
                      </a:cubicBezTo>
                      <a:cubicBezTo>
                        <a:pt x="228" y="547"/>
                        <a:pt x="250" y="557"/>
                        <a:pt x="250" y="557"/>
                      </a:cubicBezTo>
                      <a:cubicBezTo>
                        <a:pt x="249" y="569"/>
                        <a:pt x="249" y="569"/>
                        <a:pt x="249" y="569"/>
                      </a:cubicBezTo>
                      <a:cubicBezTo>
                        <a:pt x="262" y="569"/>
                        <a:pt x="280" y="568"/>
                        <a:pt x="280" y="568"/>
                      </a:cubicBezTo>
                      <a:cubicBezTo>
                        <a:pt x="280" y="568"/>
                        <a:pt x="284" y="558"/>
                        <a:pt x="292" y="558"/>
                      </a:cubicBezTo>
                      <a:cubicBezTo>
                        <a:pt x="300" y="558"/>
                        <a:pt x="319" y="579"/>
                        <a:pt x="324" y="579"/>
                      </a:cubicBezTo>
                      <a:cubicBezTo>
                        <a:pt x="329" y="579"/>
                        <a:pt x="334" y="570"/>
                        <a:pt x="338" y="568"/>
                      </a:cubicBezTo>
                      <a:cubicBezTo>
                        <a:pt x="342" y="566"/>
                        <a:pt x="356" y="574"/>
                        <a:pt x="356" y="574"/>
                      </a:cubicBezTo>
                      <a:cubicBezTo>
                        <a:pt x="356" y="574"/>
                        <a:pt x="360" y="576"/>
                        <a:pt x="367" y="573"/>
                      </a:cubicBezTo>
                      <a:cubicBezTo>
                        <a:pt x="374" y="570"/>
                        <a:pt x="390" y="552"/>
                        <a:pt x="390" y="552"/>
                      </a:cubicBezTo>
                      <a:cubicBezTo>
                        <a:pt x="406" y="552"/>
                        <a:pt x="406" y="552"/>
                        <a:pt x="406" y="552"/>
                      </a:cubicBezTo>
                      <a:cubicBezTo>
                        <a:pt x="406" y="552"/>
                        <a:pt x="409" y="560"/>
                        <a:pt x="413" y="559"/>
                      </a:cubicBezTo>
                      <a:cubicBezTo>
                        <a:pt x="417" y="558"/>
                        <a:pt x="438" y="545"/>
                        <a:pt x="438" y="545"/>
                      </a:cubicBezTo>
                      <a:cubicBezTo>
                        <a:pt x="457" y="544"/>
                        <a:pt x="457" y="544"/>
                        <a:pt x="457" y="544"/>
                      </a:cubicBezTo>
                      <a:cubicBezTo>
                        <a:pt x="510" y="507"/>
                        <a:pt x="510" y="507"/>
                        <a:pt x="510" y="507"/>
                      </a:cubicBezTo>
                      <a:lnTo>
                        <a:pt x="507" y="496"/>
                      </a:lnTo>
                      <a:close/>
                      <a:moveTo>
                        <a:pt x="481" y="237"/>
                      </a:moveTo>
                      <a:cubicBezTo>
                        <a:pt x="497" y="235"/>
                        <a:pt x="483" y="196"/>
                        <a:pt x="476" y="204"/>
                      </a:cubicBezTo>
                      <a:cubicBezTo>
                        <a:pt x="468" y="212"/>
                        <a:pt x="468" y="239"/>
                        <a:pt x="481" y="237"/>
                      </a:cubicBezTo>
                      <a:close/>
                      <a:moveTo>
                        <a:pt x="452" y="278"/>
                      </a:moveTo>
                      <a:cubicBezTo>
                        <a:pt x="452" y="278"/>
                        <a:pt x="468" y="296"/>
                        <a:pt x="478" y="294"/>
                      </a:cubicBezTo>
                      <a:cubicBezTo>
                        <a:pt x="487" y="292"/>
                        <a:pt x="470" y="272"/>
                        <a:pt x="470" y="272"/>
                      </a:cubicBezTo>
                      <a:cubicBezTo>
                        <a:pt x="470" y="272"/>
                        <a:pt x="474" y="251"/>
                        <a:pt x="458" y="251"/>
                      </a:cubicBezTo>
                      <a:cubicBezTo>
                        <a:pt x="442" y="251"/>
                        <a:pt x="452" y="278"/>
                        <a:pt x="452" y="278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9" name="Freeform 351"/>
                <p:cNvSpPr>
                  <a:spLocks noEditPoints="1"/>
                </p:cNvSpPr>
                <p:nvPr/>
              </p:nvSpPr>
              <p:spPr bwMode="gray">
                <a:xfrm>
                  <a:off x="-3142" y="-10516"/>
                  <a:ext cx="628" cy="742"/>
                </a:xfrm>
                <a:custGeom>
                  <a:avLst/>
                  <a:gdLst>
                    <a:gd name="T0" fmla="*/ 204 w 266"/>
                    <a:gd name="T1" fmla="*/ 283 h 314"/>
                    <a:gd name="T2" fmla="*/ 214 w 266"/>
                    <a:gd name="T3" fmla="*/ 283 h 314"/>
                    <a:gd name="T4" fmla="*/ 215 w 266"/>
                    <a:gd name="T5" fmla="*/ 282 h 314"/>
                    <a:gd name="T6" fmla="*/ 204 w 266"/>
                    <a:gd name="T7" fmla="*/ 283 h 314"/>
                    <a:gd name="T8" fmla="*/ 262 w 266"/>
                    <a:gd name="T9" fmla="*/ 127 h 314"/>
                    <a:gd name="T10" fmla="*/ 246 w 266"/>
                    <a:gd name="T11" fmla="*/ 97 h 314"/>
                    <a:gd name="T12" fmla="*/ 255 w 266"/>
                    <a:gd name="T13" fmla="*/ 87 h 314"/>
                    <a:gd name="T14" fmla="*/ 234 w 266"/>
                    <a:gd name="T15" fmla="*/ 62 h 314"/>
                    <a:gd name="T16" fmla="*/ 235 w 266"/>
                    <a:gd name="T17" fmla="*/ 57 h 314"/>
                    <a:gd name="T18" fmla="*/ 226 w 266"/>
                    <a:gd name="T19" fmla="*/ 42 h 314"/>
                    <a:gd name="T20" fmla="*/ 228 w 266"/>
                    <a:gd name="T21" fmla="*/ 27 h 314"/>
                    <a:gd name="T22" fmla="*/ 215 w 266"/>
                    <a:gd name="T23" fmla="*/ 22 h 314"/>
                    <a:gd name="T24" fmla="*/ 208 w 266"/>
                    <a:gd name="T25" fmla="*/ 0 h 314"/>
                    <a:gd name="T26" fmla="*/ 200 w 266"/>
                    <a:gd name="T27" fmla="*/ 0 h 314"/>
                    <a:gd name="T28" fmla="*/ 178 w 266"/>
                    <a:gd name="T29" fmla="*/ 25 h 314"/>
                    <a:gd name="T30" fmla="*/ 161 w 266"/>
                    <a:gd name="T31" fmla="*/ 17 h 314"/>
                    <a:gd name="T32" fmla="*/ 149 w 266"/>
                    <a:gd name="T33" fmla="*/ 25 h 314"/>
                    <a:gd name="T34" fmla="*/ 133 w 266"/>
                    <a:gd name="T35" fmla="*/ 24 h 314"/>
                    <a:gd name="T36" fmla="*/ 120 w 266"/>
                    <a:gd name="T37" fmla="*/ 39 h 314"/>
                    <a:gd name="T38" fmla="*/ 106 w 266"/>
                    <a:gd name="T39" fmla="*/ 21 h 314"/>
                    <a:gd name="T40" fmla="*/ 99 w 266"/>
                    <a:gd name="T41" fmla="*/ 22 h 314"/>
                    <a:gd name="T42" fmla="*/ 92 w 266"/>
                    <a:gd name="T43" fmla="*/ 29 h 314"/>
                    <a:gd name="T44" fmla="*/ 72 w 266"/>
                    <a:gd name="T45" fmla="*/ 21 h 314"/>
                    <a:gd name="T46" fmla="*/ 56 w 266"/>
                    <a:gd name="T47" fmla="*/ 34 h 314"/>
                    <a:gd name="T48" fmla="*/ 62 w 266"/>
                    <a:gd name="T49" fmla="*/ 47 h 314"/>
                    <a:gd name="T50" fmla="*/ 49 w 266"/>
                    <a:gd name="T51" fmla="*/ 61 h 314"/>
                    <a:gd name="T52" fmla="*/ 59 w 266"/>
                    <a:gd name="T53" fmla="*/ 71 h 314"/>
                    <a:gd name="T54" fmla="*/ 52 w 266"/>
                    <a:gd name="T55" fmla="*/ 92 h 314"/>
                    <a:gd name="T56" fmla="*/ 66 w 266"/>
                    <a:gd name="T57" fmla="*/ 97 h 314"/>
                    <a:gd name="T58" fmla="*/ 78 w 266"/>
                    <a:gd name="T59" fmla="*/ 108 h 314"/>
                    <a:gd name="T60" fmla="*/ 45 w 266"/>
                    <a:gd name="T61" fmla="*/ 156 h 314"/>
                    <a:gd name="T62" fmla="*/ 29 w 266"/>
                    <a:gd name="T63" fmla="*/ 164 h 314"/>
                    <a:gd name="T64" fmla="*/ 29 w 266"/>
                    <a:gd name="T65" fmla="*/ 173 h 314"/>
                    <a:gd name="T66" fmla="*/ 16 w 266"/>
                    <a:gd name="T67" fmla="*/ 181 h 314"/>
                    <a:gd name="T68" fmla="*/ 14 w 266"/>
                    <a:gd name="T69" fmla="*/ 198 h 314"/>
                    <a:gd name="T70" fmla="*/ 4 w 266"/>
                    <a:gd name="T71" fmla="*/ 229 h 314"/>
                    <a:gd name="T72" fmla="*/ 4 w 266"/>
                    <a:gd name="T73" fmla="*/ 249 h 314"/>
                    <a:gd name="T74" fmla="*/ 0 w 266"/>
                    <a:gd name="T75" fmla="*/ 299 h 314"/>
                    <a:gd name="T76" fmla="*/ 10 w 266"/>
                    <a:gd name="T77" fmla="*/ 299 h 314"/>
                    <a:gd name="T78" fmla="*/ 22 w 266"/>
                    <a:gd name="T79" fmla="*/ 307 h 314"/>
                    <a:gd name="T80" fmla="*/ 33 w 266"/>
                    <a:gd name="T81" fmla="*/ 283 h 314"/>
                    <a:gd name="T82" fmla="*/ 49 w 266"/>
                    <a:gd name="T83" fmla="*/ 282 h 314"/>
                    <a:gd name="T84" fmla="*/ 110 w 266"/>
                    <a:gd name="T85" fmla="*/ 282 h 314"/>
                    <a:gd name="T86" fmla="*/ 102 w 266"/>
                    <a:gd name="T87" fmla="*/ 265 h 314"/>
                    <a:gd name="T88" fmla="*/ 111 w 266"/>
                    <a:gd name="T89" fmla="*/ 246 h 314"/>
                    <a:gd name="T90" fmla="*/ 118 w 266"/>
                    <a:gd name="T91" fmla="*/ 223 h 314"/>
                    <a:gd name="T92" fmla="*/ 160 w 266"/>
                    <a:gd name="T93" fmla="*/ 216 h 314"/>
                    <a:gd name="T94" fmla="*/ 176 w 266"/>
                    <a:gd name="T95" fmla="*/ 202 h 314"/>
                    <a:gd name="T96" fmla="*/ 182 w 266"/>
                    <a:gd name="T97" fmla="*/ 219 h 314"/>
                    <a:gd name="T98" fmla="*/ 200 w 266"/>
                    <a:gd name="T99" fmla="*/ 215 h 314"/>
                    <a:gd name="T100" fmla="*/ 207 w 266"/>
                    <a:gd name="T101" fmla="*/ 217 h 314"/>
                    <a:gd name="T102" fmla="*/ 207 w 266"/>
                    <a:gd name="T103" fmla="*/ 219 h 314"/>
                    <a:gd name="T104" fmla="*/ 218 w 266"/>
                    <a:gd name="T105" fmla="*/ 201 h 314"/>
                    <a:gd name="T106" fmla="*/ 219 w 266"/>
                    <a:gd name="T107" fmla="*/ 190 h 314"/>
                    <a:gd name="T108" fmla="*/ 231 w 266"/>
                    <a:gd name="T109" fmla="*/ 179 h 314"/>
                    <a:gd name="T110" fmla="*/ 234 w 266"/>
                    <a:gd name="T111" fmla="*/ 164 h 314"/>
                    <a:gd name="T112" fmla="*/ 247 w 266"/>
                    <a:gd name="T113" fmla="*/ 160 h 314"/>
                    <a:gd name="T114" fmla="*/ 251 w 266"/>
                    <a:gd name="T115" fmla="*/ 145 h 314"/>
                    <a:gd name="T116" fmla="*/ 262 w 266"/>
                    <a:gd name="T117" fmla="*/ 127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66" h="314">
                      <a:moveTo>
                        <a:pt x="204" y="283"/>
                      </a:moveTo>
                      <a:cubicBezTo>
                        <a:pt x="214" y="283"/>
                        <a:pt x="214" y="283"/>
                        <a:pt x="214" y="283"/>
                      </a:cubicBezTo>
                      <a:cubicBezTo>
                        <a:pt x="215" y="282"/>
                        <a:pt x="215" y="282"/>
                        <a:pt x="215" y="282"/>
                      </a:cubicBezTo>
                      <a:cubicBezTo>
                        <a:pt x="209" y="282"/>
                        <a:pt x="204" y="282"/>
                        <a:pt x="204" y="283"/>
                      </a:cubicBezTo>
                      <a:close/>
                      <a:moveTo>
                        <a:pt x="262" y="127"/>
                      </a:moveTo>
                      <a:cubicBezTo>
                        <a:pt x="258" y="121"/>
                        <a:pt x="245" y="102"/>
                        <a:pt x="246" y="97"/>
                      </a:cubicBezTo>
                      <a:cubicBezTo>
                        <a:pt x="247" y="92"/>
                        <a:pt x="255" y="87"/>
                        <a:pt x="255" y="87"/>
                      </a:cubicBezTo>
                      <a:cubicBezTo>
                        <a:pt x="234" y="62"/>
                        <a:pt x="234" y="62"/>
                        <a:pt x="234" y="62"/>
                      </a:cubicBezTo>
                      <a:cubicBezTo>
                        <a:pt x="235" y="57"/>
                        <a:pt x="235" y="57"/>
                        <a:pt x="235" y="57"/>
                      </a:cubicBezTo>
                      <a:cubicBezTo>
                        <a:pt x="235" y="57"/>
                        <a:pt x="224" y="48"/>
                        <a:pt x="226" y="42"/>
                      </a:cubicBezTo>
                      <a:cubicBezTo>
                        <a:pt x="228" y="36"/>
                        <a:pt x="228" y="27"/>
                        <a:pt x="228" y="27"/>
                      </a:cubicBezTo>
                      <a:cubicBezTo>
                        <a:pt x="228" y="27"/>
                        <a:pt x="215" y="35"/>
                        <a:pt x="215" y="22"/>
                      </a:cubicBezTo>
                      <a:cubicBezTo>
                        <a:pt x="215" y="9"/>
                        <a:pt x="208" y="0"/>
                        <a:pt x="208" y="0"/>
                      </a:cubicBezTo>
                      <a:cubicBezTo>
                        <a:pt x="200" y="0"/>
                        <a:pt x="200" y="0"/>
                        <a:pt x="200" y="0"/>
                      </a:cubicBezTo>
                      <a:cubicBezTo>
                        <a:pt x="200" y="0"/>
                        <a:pt x="191" y="27"/>
                        <a:pt x="178" y="25"/>
                      </a:cubicBezTo>
                      <a:cubicBezTo>
                        <a:pt x="165" y="23"/>
                        <a:pt x="166" y="17"/>
                        <a:pt x="161" y="17"/>
                      </a:cubicBezTo>
                      <a:cubicBezTo>
                        <a:pt x="156" y="17"/>
                        <a:pt x="149" y="25"/>
                        <a:pt x="149" y="25"/>
                      </a:cubicBezTo>
                      <a:cubicBezTo>
                        <a:pt x="133" y="24"/>
                        <a:pt x="133" y="24"/>
                        <a:pt x="133" y="24"/>
                      </a:cubicBezTo>
                      <a:cubicBezTo>
                        <a:pt x="120" y="39"/>
                        <a:pt x="120" y="39"/>
                        <a:pt x="120" y="39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99" y="22"/>
                        <a:pt x="99" y="22"/>
                        <a:pt x="99" y="22"/>
                      </a:cubicBezTo>
                      <a:cubicBezTo>
                        <a:pt x="99" y="22"/>
                        <a:pt x="98" y="30"/>
                        <a:pt x="92" y="29"/>
                      </a:cubicBezTo>
                      <a:cubicBezTo>
                        <a:pt x="86" y="28"/>
                        <a:pt x="77" y="21"/>
                        <a:pt x="72" y="21"/>
                      </a:cubicBezTo>
                      <a:cubicBezTo>
                        <a:pt x="67" y="21"/>
                        <a:pt x="56" y="34"/>
                        <a:pt x="56" y="34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cubicBezTo>
                        <a:pt x="49" y="61"/>
                        <a:pt x="49" y="61"/>
                        <a:pt x="49" y="61"/>
                      </a:cubicBezTo>
                      <a:cubicBezTo>
                        <a:pt x="49" y="61"/>
                        <a:pt x="60" y="65"/>
                        <a:pt x="59" y="71"/>
                      </a:cubicBezTo>
                      <a:cubicBezTo>
                        <a:pt x="58" y="76"/>
                        <a:pt x="49" y="87"/>
                        <a:pt x="52" y="92"/>
                      </a:cubicBezTo>
                      <a:cubicBezTo>
                        <a:pt x="55" y="98"/>
                        <a:pt x="66" y="97"/>
                        <a:pt x="66" y="97"/>
                      </a:cubicBezTo>
                      <a:cubicBezTo>
                        <a:pt x="66" y="97"/>
                        <a:pt x="78" y="100"/>
                        <a:pt x="78" y="108"/>
                      </a:cubicBezTo>
                      <a:cubicBezTo>
                        <a:pt x="78" y="116"/>
                        <a:pt x="45" y="156"/>
                        <a:pt x="45" y="156"/>
                      </a:cubicBezTo>
                      <a:cubicBezTo>
                        <a:pt x="29" y="164"/>
                        <a:pt x="29" y="164"/>
                        <a:pt x="29" y="164"/>
                      </a:cubicBezTo>
                      <a:cubicBezTo>
                        <a:pt x="29" y="173"/>
                        <a:pt x="29" y="173"/>
                        <a:pt x="29" y="173"/>
                      </a:cubicBezTo>
                      <a:cubicBezTo>
                        <a:pt x="16" y="181"/>
                        <a:pt x="16" y="181"/>
                        <a:pt x="16" y="181"/>
                      </a:cubicBezTo>
                      <a:cubicBezTo>
                        <a:pt x="14" y="198"/>
                        <a:pt x="14" y="198"/>
                        <a:pt x="14" y="198"/>
                      </a:cubicBezTo>
                      <a:cubicBezTo>
                        <a:pt x="4" y="229"/>
                        <a:pt x="4" y="229"/>
                        <a:pt x="4" y="229"/>
                      </a:cubicBezTo>
                      <a:cubicBezTo>
                        <a:pt x="4" y="249"/>
                        <a:pt x="4" y="249"/>
                        <a:pt x="4" y="249"/>
                      </a:cubicBezTo>
                      <a:cubicBezTo>
                        <a:pt x="0" y="299"/>
                        <a:pt x="0" y="299"/>
                        <a:pt x="0" y="299"/>
                      </a:cubicBezTo>
                      <a:cubicBezTo>
                        <a:pt x="10" y="299"/>
                        <a:pt x="10" y="299"/>
                        <a:pt x="10" y="299"/>
                      </a:cubicBezTo>
                      <a:cubicBezTo>
                        <a:pt x="10" y="299"/>
                        <a:pt x="16" y="314"/>
                        <a:pt x="22" y="307"/>
                      </a:cubicBezTo>
                      <a:cubicBezTo>
                        <a:pt x="29" y="299"/>
                        <a:pt x="33" y="283"/>
                        <a:pt x="33" y="283"/>
                      </a:cubicBezTo>
                      <a:cubicBezTo>
                        <a:pt x="49" y="282"/>
                        <a:pt x="49" y="282"/>
                        <a:pt x="49" y="282"/>
                      </a:cubicBezTo>
                      <a:cubicBezTo>
                        <a:pt x="110" y="282"/>
                        <a:pt x="110" y="282"/>
                        <a:pt x="110" y="282"/>
                      </a:cubicBezTo>
                      <a:cubicBezTo>
                        <a:pt x="110" y="277"/>
                        <a:pt x="104" y="271"/>
                        <a:pt x="102" y="265"/>
                      </a:cubicBezTo>
                      <a:cubicBezTo>
                        <a:pt x="100" y="258"/>
                        <a:pt x="107" y="250"/>
                        <a:pt x="111" y="246"/>
                      </a:cubicBezTo>
                      <a:cubicBezTo>
                        <a:pt x="115" y="242"/>
                        <a:pt x="109" y="230"/>
                        <a:pt x="118" y="223"/>
                      </a:cubicBezTo>
                      <a:cubicBezTo>
                        <a:pt x="127" y="216"/>
                        <a:pt x="157" y="218"/>
                        <a:pt x="160" y="216"/>
                      </a:cubicBezTo>
                      <a:cubicBezTo>
                        <a:pt x="163" y="214"/>
                        <a:pt x="170" y="202"/>
                        <a:pt x="176" y="202"/>
                      </a:cubicBezTo>
                      <a:cubicBezTo>
                        <a:pt x="182" y="202"/>
                        <a:pt x="182" y="219"/>
                        <a:pt x="182" y="219"/>
                      </a:cubicBezTo>
                      <a:cubicBezTo>
                        <a:pt x="182" y="219"/>
                        <a:pt x="189" y="212"/>
                        <a:pt x="200" y="215"/>
                      </a:cubicBezTo>
                      <a:cubicBezTo>
                        <a:pt x="202" y="215"/>
                        <a:pt x="204" y="216"/>
                        <a:pt x="207" y="217"/>
                      </a:cubicBezTo>
                      <a:cubicBezTo>
                        <a:pt x="207" y="218"/>
                        <a:pt x="207" y="218"/>
                        <a:pt x="207" y="219"/>
                      </a:cubicBezTo>
                      <a:cubicBezTo>
                        <a:pt x="207" y="208"/>
                        <a:pt x="218" y="201"/>
                        <a:pt x="218" y="201"/>
                      </a:cubicBezTo>
                      <a:cubicBezTo>
                        <a:pt x="219" y="190"/>
                        <a:pt x="219" y="190"/>
                        <a:pt x="219" y="190"/>
                      </a:cubicBezTo>
                      <a:cubicBezTo>
                        <a:pt x="231" y="179"/>
                        <a:pt x="231" y="179"/>
                        <a:pt x="231" y="179"/>
                      </a:cubicBezTo>
                      <a:cubicBezTo>
                        <a:pt x="231" y="179"/>
                        <a:pt x="227" y="170"/>
                        <a:pt x="234" y="164"/>
                      </a:cubicBezTo>
                      <a:cubicBezTo>
                        <a:pt x="241" y="158"/>
                        <a:pt x="247" y="160"/>
                        <a:pt x="247" y="160"/>
                      </a:cubicBezTo>
                      <a:cubicBezTo>
                        <a:pt x="251" y="145"/>
                        <a:pt x="251" y="145"/>
                        <a:pt x="251" y="145"/>
                      </a:cubicBezTo>
                      <a:cubicBezTo>
                        <a:pt x="251" y="145"/>
                        <a:pt x="266" y="133"/>
                        <a:pt x="262" y="127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0" name="Freeform 352"/>
                <p:cNvSpPr>
                  <a:spLocks/>
                </p:cNvSpPr>
                <p:nvPr/>
              </p:nvSpPr>
              <p:spPr bwMode="gray">
                <a:xfrm>
                  <a:off x="-2658" y="-10584"/>
                  <a:ext cx="893" cy="1202"/>
                </a:xfrm>
                <a:custGeom>
                  <a:avLst/>
                  <a:gdLst>
                    <a:gd name="T0" fmla="*/ 337 w 378"/>
                    <a:gd name="T1" fmla="*/ 100 h 509"/>
                    <a:gd name="T2" fmla="*/ 358 w 378"/>
                    <a:gd name="T3" fmla="*/ 79 h 509"/>
                    <a:gd name="T4" fmla="*/ 378 w 378"/>
                    <a:gd name="T5" fmla="*/ 43 h 509"/>
                    <a:gd name="T6" fmla="*/ 362 w 378"/>
                    <a:gd name="T7" fmla="*/ 37 h 509"/>
                    <a:gd name="T8" fmla="*/ 358 w 378"/>
                    <a:gd name="T9" fmla="*/ 41 h 509"/>
                    <a:gd name="T10" fmla="*/ 340 w 378"/>
                    <a:gd name="T11" fmla="*/ 40 h 509"/>
                    <a:gd name="T12" fmla="*/ 324 w 378"/>
                    <a:gd name="T13" fmla="*/ 23 h 509"/>
                    <a:gd name="T14" fmla="*/ 312 w 378"/>
                    <a:gd name="T15" fmla="*/ 32 h 509"/>
                    <a:gd name="T16" fmla="*/ 283 w 378"/>
                    <a:gd name="T17" fmla="*/ 46 h 509"/>
                    <a:gd name="T18" fmla="*/ 278 w 378"/>
                    <a:gd name="T19" fmla="*/ 56 h 509"/>
                    <a:gd name="T20" fmla="*/ 265 w 378"/>
                    <a:gd name="T21" fmla="*/ 70 h 509"/>
                    <a:gd name="T22" fmla="*/ 234 w 378"/>
                    <a:gd name="T23" fmla="*/ 61 h 509"/>
                    <a:gd name="T24" fmla="*/ 194 w 378"/>
                    <a:gd name="T25" fmla="*/ 57 h 509"/>
                    <a:gd name="T26" fmla="*/ 143 w 378"/>
                    <a:gd name="T27" fmla="*/ 17 h 509"/>
                    <a:gd name="T28" fmla="*/ 96 w 378"/>
                    <a:gd name="T29" fmla="*/ 15 h 509"/>
                    <a:gd name="T30" fmla="*/ 90 w 378"/>
                    <a:gd name="T31" fmla="*/ 0 h 509"/>
                    <a:gd name="T32" fmla="*/ 77 w 378"/>
                    <a:gd name="T33" fmla="*/ 8 h 509"/>
                    <a:gd name="T34" fmla="*/ 17 w 378"/>
                    <a:gd name="T35" fmla="*/ 9 h 509"/>
                    <a:gd name="T36" fmla="*/ 3 w 378"/>
                    <a:gd name="T37" fmla="*/ 29 h 509"/>
                    <a:gd name="T38" fmla="*/ 10 w 378"/>
                    <a:gd name="T39" fmla="*/ 51 h 509"/>
                    <a:gd name="T40" fmla="*/ 23 w 378"/>
                    <a:gd name="T41" fmla="*/ 56 h 509"/>
                    <a:gd name="T42" fmla="*/ 21 w 378"/>
                    <a:gd name="T43" fmla="*/ 71 h 509"/>
                    <a:gd name="T44" fmla="*/ 30 w 378"/>
                    <a:gd name="T45" fmla="*/ 86 h 509"/>
                    <a:gd name="T46" fmla="*/ 29 w 378"/>
                    <a:gd name="T47" fmla="*/ 91 h 509"/>
                    <a:gd name="T48" fmla="*/ 50 w 378"/>
                    <a:gd name="T49" fmla="*/ 116 h 509"/>
                    <a:gd name="T50" fmla="*/ 41 w 378"/>
                    <a:gd name="T51" fmla="*/ 126 h 509"/>
                    <a:gd name="T52" fmla="*/ 57 w 378"/>
                    <a:gd name="T53" fmla="*/ 156 h 509"/>
                    <a:gd name="T54" fmla="*/ 46 w 378"/>
                    <a:gd name="T55" fmla="*/ 174 h 509"/>
                    <a:gd name="T56" fmla="*/ 42 w 378"/>
                    <a:gd name="T57" fmla="*/ 189 h 509"/>
                    <a:gd name="T58" fmla="*/ 29 w 378"/>
                    <a:gd name="T59" fmla="*/ 193 h 509"/>
                    <a:gd name="T60" fmla="*/ 26 w 378"/>
                    <a:gd name="T61" fmla="*/ 208 h 509"/>
                    <a:gd name="T62" fmla="*/ 14 w 378"/>
                    <a:gd name="T63" fmla="*/ 219 h 509"/>
                    <a:gd name="T64" fmla="*/ 13 w 378"/>
                    <a:gd name="T65" fmla="*/ 230 h 509"/>
                    <a:gd name="T66" fmla="*/ 2 w 378"/>
                    <a:gd name="T67" fmla="*/ 248 h 509"/>
                    <a:gd name="T68" fmla="*/ 18 w 378"/>
                    <a:gd name="T69" fmla="*/ 270 h 509"/>
                    <a:gd name="T70" fmla="*/ 25 w 378"/>
                    <a:gd name="T71" fmla="*/ 262 h 509"/>
                    <a:gd name="T72" fmla="*/ 39 w 378"/>
                    <a:gd name="T73" fmla="*/ 261 h 509"/>
                    <a:gd name="T74" fmla="*/ 42 w 378"/>
                    <a:gd name="T75" fmla="*/ 273 h 509"/>
                    <a:gd name="T76" fmla="*/ 33 w 378"/>
                    <a:gd name="T77" fmla="*/ 275 h 509"/>
                    <a:gd name="T78" fmla="*/ 23 w 378"/>
                    <a:gd name="T79" fmla="*/ 283 h 509"/>
                    <a:gd name="T80" fmla="*/ 9 w 378"/>
                    <a:gd name="T81" fmla="*/ 283 h 509"/>
                    <a:gd name="T82" fmla="*/ 13 w 378"/>
                    <a:gd name="T83" fmla="*/ 302 h 509"/>
                    <a:gd name="T84" fmla="*/ 9 w 378"/>
                    <a:gd name="T85" fmla="*/ 312 h 509"/>
                    <a:gd name="T86" fmla="*/ 175 w 378"/>
                    <a:gd name="T87" fmla="*/ 416 h 509"/>
                    <a:gd name="T88" fmla="*/ 184 w 378"/>
                    <a:gd name="T89" fmla="*/ 429 h 509"/>
                    <a:gd name="T90" fmla="*/ 173 w 378"/>
                    <a:gd name="T91" fmla="*/ 439 h 509"/>
                    <a:gd name="T92" fmla="*/ 248 w 378"/>
                    <a:gd name="T93" fmla="*/ 509 h 509"/>
                    <a:gd name="T94" fmla="*/ 248 w 378"/>
                    <a:gd name="T95" fmla="*/ 508 h 509"/>
                    <a:gd name="T96" fmla="*/ 261 w 378"/>
                    <a:gd name="T97" fmla="*/ 505 h 509"/>
                    <a:gd name="T98" fmla="*/ 281 w 378"/>
                    <a:gd name="T99" fmla="*/ 463 h 509"/>
                    <a:gd name="T100" fmla="*/ 279 w 378"/>
                    <a:gd name="T101" fmla="*/ 441 h 509"/>
                    <a:gd name="T102" fmla="*/ 299 w 378"/>
                    <a:gd name="T103" fmla="*/ 424 h 509"/>
                    <a:gd name="T104" fmla="*/ 301 w 378"/>
                    <a:gd name="T105" fmla="*/ 398 h 509"/>
                    <a:gd name="T106" fmla="*/ 324 w 378"/>
                    <a:gd name="T107" fmla="*/ 388 h 509"/>
                    <a:gd name="T108" fmla="*/ 328 w 378"/>
                    <a:gd name="T109" fmla="*/ 361 h 509"/>
                    <a:gd name="T110" fmla="*/ 360 w 378"/>
                    <a:gd name="T111" fmla="*/ 351 h 509"/>
                    <a:gd name="T112" fmla="*/ 364 w 378"/>
                    <a:gd name="T113" fmla="*/ 343 h 509"/>
                    <a:gd name="T114" fmla="*/ 336 w 378"/>
                    <a:gd name="T115" fmla="*/ 303 h 509"/>
                    <a:gd name="T116" fmla="*/ 337 w 378"/>
                    <a:gd name="T117" fmla="*/ 100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78" h="509">
                      <a:moveTo>
                        <a:pt x="337" y="100"/>
                      </a:moveTo>
                      <a:cubicBezTo>
                        <a:pt x="337" y="100"/>
                        <a:pt x="351" y="87"/>
                        <a:pt x="358" y="79"/>
                      </a:cubicBezTo>
                      <a:cubicBezTo>
                        <a:pt x="365" y="71"/>
                        <a:pt x="378" y="43"/>
                        <a:pt x="378" y="43"/>
                      </a:cubicBezTo>
                      <a:cubicBezTo>
                        <a:pt x="362" y="37"/>
                        <a:pt x="362" y="37"/>
                        <a:pt x="362" y="37"/>
                      </a:cubicBezTo>
                      <a:cubicBezTo>
                        <a:pt x="358" y="41"/>
                        <a:pt x="358" y="41"/>
                        <a:pt x="358" y="41"/>
                      </a:cubicBezTo>
                      <a:cubicBezTo>
                        <a:pt x="340" y="40"/>
                        <a:pt x="340" y="40"/>
                        <a:pt x="340" y="40"/>
                      </a:cubicBezTo>
                      <a:cubicBezTo>
                        <a:pt x="324" y="23"/>
                        <a:pt x="324" y="23"/>
                        <a:pt x="324" y="23"/>
                      </a:cubicBezTo>
                      <a:cubicBezTo>
                        <a:pt x="312" y="32"/>
                        <a:pt x="312" y="32"/>
                        <a:pt x="312" y="32"/>
                      </a:cubicBezTo>
                      <a:cubicBezTo>
                        <a:pt x="312" y="32"/>
                        <a:pt x="290" y="40"/>
                        <a:pt x="283" y="46"/>
                      </a:cubicBezTo>
                      <a:cubicBezTo>
                        <a:pt x="276" y="52"/>
                        <a:pt x="278" y="56"/>
                        <a:pt x="278" y="56"/>
                      </a:cubicBezTo>
                      <a:cubicBezTo>
                        <a:pt x="265" y="70"/>
                        <a:pt x="265" y="70"/>
                        <a:pt x="265" y="70"/>
                      </a:cubicBezTo>
                      <a:cubicBezTo>
                        <a:pt x="265" y="70"/>
                        <a:pt x="247" y="63"/>
                        <a:pt x="234" y="61"/>
                      </a:cubicBezTo>
                      <a:cubicBezTo>
                        <a:pt x="221" y="59"/>
                        <a:pt x="194" y="57"/>
                        <a:pt x="194" y="57"/>
                      </a:cubicBezTo>
                      <a:cubicBezTo>
                        <a:pt x="143" y="17"/>
                        <a:pt x="143" y="17"/>
                        <a:pt x="143" y="17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77" y="8"/>
                        <a:pt x="77" y="8"/>
                        <a:pt x="77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0" y="38"/>
                        <a:pt x="10" y="51"/>
                      </a:cubicBezTo>
                      <a:cubicBezTo>
                        <a:pt x="10" y="64"/>
                        <a:pt x="23" y="56"/>
                        <a:pt x="23" y="56"/>
                      </a:cubicBezTo>
                      <a:cubicBezTo>
                        <a:pt x="23" y="56"/>
                        <a:pt x="23" y="65"/>
                        <a:pt x="21" y="71"/>
                      </a:cubicBezTo>
                      <a:cubicBezTo>
                        <a:pt x="19" y="77"/>
                        <a:pt x="30" y="86"/>
                        <a:pt x="30" y="86"/>
                      </a:cubicBezTo>
                      <a:cubicBezTo>
                        <a:pt x="29" y="91"/>
                        <a:pt x="29" y="91"/>
                        <a:pt x="29" y="91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50" y="116"/>
                        <a:pt x="42" y="121"/>
                        <a:pt x="41" y="126"/>
                      </a:cubicBezTo>
                      <a:cubicBezTo>
                        <a:pt x="40" y="131"/>
                        <a:pt x="53" y="150"/>
                        <a:pt x="57" y="156"/>
                      </a:cubicBezTo>
                      <a:cubicBezTo>
                        <a:pt x="61" y="162"/>
                        <a:pt x="46" y="174"/>
                        <a:pt x="46" y="174"/>
                      </a:cubicBezTo>
                      <a:cubicBezTo>
                        <a:pt x="42" y="189"/>
                        <a:pt x="42" y="189"/>
                        <a:pt x="42" y="189"/>
                      </a:cubicBezTo>
                      <a:cubicBezTo>
                        <a:pt x="42" y="189"/>
                        <a:pt x="36" y="187"/>
                        <a:pt x="29" y="193"/>
                      </a:cubicBezTo>
                      <a:cubicBezTo>
                        <a:pt x="22" y="199"/>
                        <a:pt x="26" y="208"/>
                        <a:pt x="26" y="208"/>
                      </a:cubicBezTo>
                      <a:cubicBezTo>
                        <a:pt x="14" y="219"/>
                        <a:pt x="14" y="219"/>
                        <a:pt x="14" y="219"/>
                      </a:cubicBezTo>
                      <a:cubicBezTo>
                        <a:pt x="13" y="230"/>
                        <a:pt x="13" y="230"/>
                        <a:pt x="13" y="230"/>
                      </a:cubicBezTo>
                      <a:cubicBezTo>
                        <a:pt x="13" y="230"/>
                        <a:pt x="2" y="237"/>
                        <a:pt x="2" y="248"/>
                      </a:cubicBezTo>
                      <a:cubicBezTo>
                        <a:pt x="2" y="259"/>
                        <a:pt x="11" y="269"/>
                        <a:pt x="18" y="270"/>
                      </a:cubicBezTo>
                      <a:cubicBezTo>
                        <a:pt x="25" y="271"/>
                        <a:pt x="25" y="262"/>
                        <a:pt x="25" y="262"/>
                      </a:cubicBezTo>
                      <a:cubicBezTo>
                        <a:pt x="39" y="261"/>
                        <a:pt x="39" y="261"/>
                        <a:pt x="39" y="261"/>
                      </a:cubicBezTo>
                      <a:cubicBezTo>
                        <a:pt x="42" y="273"/>
                        <a:pt x="42" y="273"/>
                        <a:pt x="42" y="273"/>
                      </a:cubicBezTo>
                      <a:cubicBezTo>
                        <a:pt x="33" y="275"/>
                        <a:pt x="33" y="275"/>
                        <a:pt x="33" y="275"/>
                      </a:cubicBezTo>
                      <a:cubicBezTo>
                        <a:pt x="23" y="283"/>
                        <a:pt x="23" y="283"/>
                        <a:pt x="23" y="283"/>
                      </a:cubicBezTo>
                      <a:cubicBezTo>
                        <a:pt x="23" y="283"/>
                        <a:pt x="18" y="273"/>
                        <a:pt x="9" y="283"/>
                      </a:cubicBezTo>
                      <a:cubicBezTo>
                        <a:pt x="0" y="293"/>
                        <a:pt x="13" y="302"/>
                        <a:pt x="13" y="302"/>
                      </a:cubicBezTo>
                      <a:cubicBezTo>
                        <a:pt x="9" y="312"/>
                        <a:pt x="9" y="312"/>
                        <a:pt x="9" y="312"/>
                      </a:cubicBezTo>
                      <a:cubicBezTo>
                        <a:pt x="175" y="416"/>
                        <a:pt x="175" y="416"/>
                        <a:pt x="175" y="416"/>
                      </a:cubicBezTo>
                      <a:cubicBezTo>
                        <a:pt x="175" y="416"/>
                        <a:pt x="187" y="425"/>
                        <a:pt x="184" y="429"/>
                      </a:cubicBezTo>
                      <a:cubicBezTo>
                        <a:pt x="181" y="433"/>
                        <a:pt x="173" y="439"/>
                        <a:pt x="173" y="439"/>
                      </a:cubicBezTo>
                      <a:cubicBezTo>
                        <a:pt x="248" y="509"/>
                        <a:pt x="248" y="509"/>
                        <a:pt x="248" y="509"/>
                      </a:cubicBezTo>
                      <a:cubicBezTo>
                        <a:pt x="248" y="508"/>
                        <a:pt x="248" y="508"/>
                        <a:pt x="248" y="508"/>
                      </a:cubicBezTo>
                      <a:cubicBezTo>
                        <a:pt x="261" y="505"/>
                        <a:pt x="261" y="505"/>
                        <a:pt x="261" y="505"/>
                      </a:cubicBezTo>
                      <a:cubicBezTo>
                        <a:pt x="281" y="463"/>
                        <a:pt x="281" y="463"/>
                        <a:pt x="281" y="463"/>
                      </a:cubicBezTo>
                      <a:cubicBezTo>
                        <a:pt x="281" y="463"/>
                        <a:pt x="279" y="448"/>
                        <a:pt x="279" y="441"/>
                      </a:cubicBezTo>
                      <a:cubicBezTo>
                        <a:pt x="279" y="434"/>
                        <a:pt x="300" y="434"/>
                        <a:pt x="299" y="424"/>
                      </a:cubicBezTo>
                      <a:cubicBezTo>
                        <a:pt x="298" y="414"/>
                        <a:pt x="293" y="401"/>
                        <a:pt x="301" y="398"/>
                      </a:cubicBezTo>
                      <a:cubicBezTo>
                        <a:pt x="309" y="395"/>
                        <a:pt x="324" y="388"/>
                        <a:pt x="324" y="388"/>
                      </a:cubicBezTo>
                      <a:cubicBezTo>
                        <a:pt x="328" y="361"/>
                        <a:pt x="328" y="361"/>
                        <a:pt x="328" y="361"/>
                      </a:cubicBezTo>
                      <a:cubicBezTo>
                        <a:pt x="328" y="361"/>
                        <a:pt x="352" y="366"/>
                        <a:pt x="360" y="351"/>
                      </a:cubicBezTo>
                      <a:cubicBezTo>
                        <a:pt x="361" y="349"/>
                        <a:pt x="362" y="346"/>
                        <a:pt x="364" y="343"/>
                      </a:cubicBezTo>
                      <a:cubicBezTo>
                        <a:pt x="336" y="303"/>
                        <a:pt x="336" y="303"/>
                        <a:pt x="336" y="303"/>
                      </a:cubicBezTo>
                      <a:lnTo>
                        <a:pt x="337" y="100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1" name="Freeform 353"/>
                <p:cNvSpPr>
                  <a:spLocks noEditPoints="1"/>
                </p:cNvSpPr>
                <p:nvPr/>
              </p:nvSpPr>
              <p:spPr bwMode="gray">
                <a:xfrm>
                  <a:off x="-16210" y="-11870"/>
                  <a:ext cx="520" cy="527"/>
                </a:xfrm>
                <a:custGeom>
                  <a:avLst/>
                  <a:gdLst>
                    <a:gd name="T0" fmla="*/ 128 w 220"/>
                    <a:gd name="T1" fmla="*/ 204 h 223"/>
                    <a:gd name="T2" fmla="*/ 128 w 220"/>
                    <a:gd name="T3" fmla="*/ 204 h 223"/>
                    <a:gd name="T4" fmla="*/ 128 w 220"/>
                    <a:gd name="T5" fmla="*/ 204 h 223"/>
                    <a:gd name="T6" fmla="*/ 128 w 220"/>
                    <a:gd name="T7" fmla="*/ 204 h 223"/>
                    <a:gd name="T8" fmla="*/ 218 w 220"/>
                    <a:gd name="T9" fmla="*/ 15 h 223"/>
                    <a:gd name="T10" fmla="*/ 211 w 220"/>
                    <a:gd name="T11" fmla="*/ 1 h 223"/>
                    <a:gd name="T12" fmla="*/ 192 w 220"/>
                    <a:gd name="T13" fmla="*/ 2 h 223"/>
                    <a:gd name="T14" fmla="*/ 181 w 220"/>
                    <a:gd name="T15" fmla="*/ 2 h 223"/>
                    <a:gd name="T16" fmla="*/ 168 w 220"/>
                    <a:gd name="T17" fmla="*/ 12 h 223"/>
                    <a:gd name="T18" fmla="*/ 143 w 220"/>
                    <a:gd name="T19" fmla="*/ 1 h 223"/>
                    <a:gd name="T20" fmla="*/ 133 w 220"/>
                    <a:gd name="T21" fmla="*/ 20 h 223"/>
                    <a:gd name="T22" fmla="*/ 120 w 220"/>
                    <a:gd name="T23" fmla="*/ 21 h 223"/>
                    <a:gd name="T24" fmla="*/ 119 w 220"/>
                    <a:gd name="T25" fmla="*/ 31 h 223"/>
                    <a:gd name="T26" fmla="*/ 92 w 220"/>
                    <a:gd name="T27" fmla="*/ 54 h 223"/>
                    <a:gd name="T28" fmla="*/ 78 w 220"/>
                    <a:gd name="T29" fmla="*/ 45 h 223"/>
                    <a:gd name="T30" fmla="*/ 65 w 220"/>
                    <a:gd name="T31" fmla="*/ 59 h 223"/>
                    <a:gd name="T32" fmla="*/ 45 w 220"/>
                    <a:gd name="T33" fmla="*/ 58 h 223"/>
                    <a:gd name="T34" fmla="*/ 44 w 220"/>
                    <a:gd name="T35" fmla="*/ 85 h 223"/>
                    <a:gd name="T36" fmla="*/ 35 w 220"/>
                    <a:gd name="T37" fmla="*/ 87 h 223"/>
                    <a:gd name="T38" fmla="*/ 33 w 220"/>
                    <a:gd name="T39" fmla="*/ 98 h 223"/>
                    <a:gd name="T40" fmla="*/ 19 w 220"/>
                    <a:gd name="T41" fmla="*/ 102 h 223"/>
                    <a:gd name="T42" fmla="*/ 0 w 220"/>
                    <a:gd name="T43" fmla="*/ 102 h 223"/>
                    <a:gd name="T44" fmla="*/ 32 w 220"/>
                    <a:gd name="T45" fmla="*/ 136 h 223"/>
                    <a:gd name="T46" fmla="*/ 50 w 220"/>
                    <a:gd name="T47" fmla="*/ 175 h 223"/>
                    <a:gd name="T48" fmla="*/ 80 w 220"/>
                    <a:gd name="T49" fmla="*/ 199 h 223"/>
                    <a:gd name="T50" fmla="*/ 92 w 220"/>
                    <a:gd name="T51" fmla="*/ 198 h 223"/>
                    <a:gd name="T52" fmla="*/ 92 w 220"/>
                    <a:gd name="T53" fmla="*/ 197 h 223"/>
                    <a:gd name="T54" fmla="*/ 81 w 220"/>
                    <a:gd name="T55" fmla="*/ 187 h 223"/>
                    <a:gd name="T56" fmla="*/ 95 w 220"/>
                    <a:gd name="T57" fmla="*/ 181 h 223"/>
                    <a:gd name="T58" fmla="*/ 90 w 220"/>
                    <a:gd name="T59" fmla="*/ 175 h 223"/>
                    <a:gd name="T60" fmla="*/ 79 w 220"/>
                    <a:gd name="T61" fmla="*/ 177 h 223"/>
                    <a:gd name="T62" fmla="*/ 79 w 220"/>
                    <a:gd name="T63" fmla="*/ 149 h 223"/>
                    <a:gd name="T64" fmla="*/ 123 w 220"/>
                    <a:gd name="T65" fmla="*/ 185 h 223"/>
                    <a:gd name="T66" fmla="*/ 128 w 220"/>
                    <a:gd name="T67" fmla="*/ 204 h 223"/>
                    <a:gd name="T68" fmla="*/ 132 w 220"/>
                    <a:gd name="T69" fmla="*/ 204 h 223"/>
                    <a:gd name="T70" fmla="*/ 150 w 220"/>
                    <a:gd name="T71" fmla="*/ 211 h 223"/>
                    <a:gd name="T72" fmla="*/ 162 w 220"/>
                    <a:gd name="T73" fmla="*/ 223 h 223"/>
                    <a:gd name="T74" fmla="*/ 183 w 220"/>
                    <a:gd name="T75" fmla="*/ 220 h 223"/>
                    <a:gd name="T76" fmla="*/ 170 w 220"/>
                    <a:gd name="T77" fmla="*/ 192 h 223"/>
                    <a:gd name="T78" fmla="*/ 182 w 220"/>
                    <a:gd name="T79" fmla="*/ 172 h 223"/>
                    <a:gd name="T80" fmla="*/ 177 w 220"/>
                    <a:gd name="T81" fmla="*/ 151 h 223"/>
                    <a:gd name="T82" fmla="*/ 181 w 220"/>
                    <a:gd name="T83" fmla="*/ 119 h 223"/>
                    <a:gd name="T84" fmla="*/ 191 w 220"/>
                    <a:gd name="T85" fmla="*/ 131 h 223"/>
                    <a:gd name="T86" fmla="*/ 194 w 220"/>
                    <a:gd name="T87" fmla="*/ 74 h 223"/>
                    <a:gd name="T88" fmla="*/ 209 w 220"/>
                    <a:gd name="T89" fmla="*/ 44 h 223"/>
                    <a:gd name="T90" fmla="*/ 218 w 220"/>
                    <a:gd name="T91" fmla="*/ 15 h 2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20" h="223">
                      <a:moveTo>
                        <a:pt x="128" y="204"/>
                      </a:moveTo>
                      <a:cubicBezTo>
                        <a:pt x="128" y="204"/>
                        <a:pt x="128" y="204"/>
                        <a:pt x="128" y="204"/>
                      </a:cubicBezTo>
                      <a:cubicBezTo>
                        <a:pt x="128" y="204"/>
                        <a:pt x="128" y="204"/>
                        <a:pt x="128" y="204"/>
                      </a:cubicBezTo>
                      <a:cubicBezTo>
                        <a:pt x="128" y="204"/>
                        <a:pt x="128" y="204"/>
                        <a:pt x="128" y="204"/>
                      </a:cubicBezTo>
                      <a:close/>
                      <a:moveTo>
                        <a:pt x="218" y="15"/>
                      </a:moveTo>
                      <a:cubicBezTo>
                        <a:pt x="216" y="10"/>
                        <a:pt x="210" y="5"/>
                        <a:pt x="211" y="1"/>
                      </a:cubicBezTo>
                      <a:cubicBezTo>
                        <a:pt x="192" y="2"/>
                        <a:pt x="192" y="2"/>
                        <a:pt x="192" y="2"/>
                      </a:cubicBezTo>
                      <a:cubicBezTo>
                        <a:pt x="192" y="2"/>
                        <a:pt x="185" y="2"/>
                        <a:pt x="181" y="2"/>
                      </a:cubicBezTo>
                      <a:cubicBezTo>
                        <a:pt x="177" y="2"/>
                        <a:pt x="178" y="11"/>
                        <a:pt x="168" y="12"/>
                      </a:cubicBezTo>
                      <a:cubicBezTo>
                        <a:pt x="158" y="13"/>
                        <a:pt x="152" y="2"/>
                        <a:pt x="143" y="1"/>
                      </a:cubicBezTo>
                      <a:cubicBezTo>
                        <a:pt x="134" y="0"/>
                        <a:pt x="133" y="20"/>
                        <a:pt x="133" y="20"/>
                      </a:cubicBezTo>
                      <a:cubicBezTo>
                        <a:pt x="120" y="21"/>
                        <a:pt x="120" y="21"/>
                        <a:pt x="120" y="21"/>
                      </a:cubicBezTo>
                      <a:cubicBezTo>
                        <a:pt x="119" y="31"/>
                        <a:pt x="119" y="31"/>
                        <a:pt x="119" y="31"/>
                      </a:cubicBezTo>
                      <a:cubicBezTo>
                        <a:pt x="119" y="31"/>
                        <a:pt x="107" y="54"/>
                        <a:pt x="92" y="54"/>
                      </a:cubicBezTo>
                      <a:cubicBezTo>
                        <a:pt x="77" y="54"/>
                        <a:pt x="86" y="46"/>
                        <a:pt x="78" y="45"/>
                      </a:cubicBezTo>
                      <a:cubicBezTo>
                        <a:pt x="70" y="44"/>
                        <a:pt x="65" y="59"/>
                        <a:pt x="65" y="59"/>
                      </a:cubicBezTo>
                      <a:cubicBezTo>
                        <a:pt x="65" y="59"/>
                        <a:pt x="60" y="58"/>
                        <a:pt x="45" y="58"/>
                      </a:cubicBezTo>
                      <a:cubicBezTo>
                        <a:pt x="30" y="58"/>
                        <a:pt x="44" y="85"/>
                        <a:pt x="44" y="85"/>
                      </a:cubicBezTo>
                      <a:cubicBezTo>
                        <a:pt x="35" y="87"/>
                        <a:pt x="35" y="87"/>
                        <a:pt x="35" y="87"/>
                      </a:cubicBezTo>
                      <a:cubicBezTo>
                        <a:pt x="35" y="87"/>
                        <a:pt x="39" y="96"/>
                        <a:pt x="33" y="98"/>
                      </a:cubicBezTo>
                      <a:cubicBezTo>
                        <a:pt x="27" y="100"/>
                        <a:pt x="19" y="102"/>
                        <a:pt x="19" y="102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32" y="136"/>
                        <a:pt x="32" y="136"/>
                        <a:pt x="32" y="136"/>
                      </a:cubicBezTo>
                      <a:cubicBezTo>
                        <a:pt x="32" y="136"/>
                        <a:pt x="40" y="167"/>
                        <a:pt x="50" y="175"/>
                      </a:cubicBezTo>
                      <a:cubicBezTo>
                        <a:pt x="59" y="182"/>
                        <a:pt x="77" y="196"/>
                        <a:pt x="80" y="199"/>
                      </a:cubicBezTo>
                      <a:cubicBezTo>
                        <a:pt x="83" y="198"/>
                        <a:pt x="89" y="197"/>
                        <a:pt x="92" y="198"/>
                      </a:cubicBezTo>
                      <a:cubicBezTo>
                        <a:pt x="92" y="197"/>
                        <a:pt x="92" y="197"/>
                        <a:pt x="92" y="197"/>
                      </a:cubicBezTo>
                      <a:cubicBezTo>
                        <a:pt x="89" y="195"/>
                        <a:pt x="78" y="191"/>
                        <a:pt x="81" y="187"/>
                      </a:cubicBezTo>
                      <a:cubicBezTo>
                        <a:pt x="84" y="183"/>
                        <a:pt x="99" y="188"/>
                        <a:pt x="95" y="181"/>
                      </a:cubicBezTo>
                      <a:cubicBezTo>
                        <a:pt x="91" y="175"/>
                        <a:pt x="90" y="175"/>
                        <a:pt x="90" y="175"/>
                      </a:cubicBezTo>
                      <a:cubicBezTo>
                        <a:pt x="90" y="175"/>
                        <a:pt x="79" y="179"/>
                        <a:pt x="79" y="177"/>
                      </a:cubicBezTo>
                      <a:cubicBezTo>
                        <a:pt x="78" y="175"/>
                        <a:pt x="72" y="147"/>
                        <a:pt x="79" y="149"/>
                      </a:cubicBezTo>
                      <a:cubicBezTo>
                        <a:pt x="86" y="151"/>
                        <a:pt x="119" y="177"/>
                        <a:pt x="123" y="185"/>
                      </a:cubicBezTo>
                      <a:cubicBezTo>
                        <a:pt x="126" y="189"/>
                        <a:pt x="127" y="197"/>
                        <a:pt x="128" y="204"/>
                      </a:cubicBezTo>
                      <a:cubicBezTo>
                        <a:pt x="129" y="204"/>
                        <a:pt x="131" y="204"/>
                        <a:pt x="132" y="204"/>
                      </a:cubicBezTo>
                      <a:cubicBezTo>
                        <a:pt x="145" y="205"/>
                        <a:pt x="150" y="211"/>
                        <a:pt x="150" y="211"/>
                      </a:cubicBezTo>
                      <a:cubicBezTo>
                        <a:pt x="150" y="211"/>
                        <a:pt x="150" y="223"/>
                        <a:pt x="162" y="223"/>
                      </a:cubicBezTo>
                      <a:cubicBezTo>
                        <a:pt x="168" y="223"/>
                        <a:pt x="176" y="222"/>
                        <a:pt x="183" y="220"/>
                      </a:cubicBezTo>
                      <a:cubicBezTo>
                        <a:pt x="180" y="218"/>
                        <a:pt x="170" y="205"/>
                        <a:pt x="170" y="192"/>
                      </a:cubicBezTo>
                      <a:cubicBezTo>
                        <a:pt x="170" y="177"/>
                        <a:pt x="182" y="181"/>
                        <a:pt x="182" y="172"/>
                      </a:cubicBezTo>
                      <a:cubicBezTo>
                        <a:pt x="182" y="163"/>
                        <a:pt x="177" y="151"/>
                        <a:pt x="177" y="151"/>
                      </a:cubicBezTo>
                      <a:cubicBezTo>
                        <a:pt x="181" y="119"/>
                        <a:pt x="181" y="119"/>
                        <a:pt x="181" y="119"/>
                      </a:cubicBezTo>
                      <a:cubicBezTo>
                        <a:pt x="191" y="131"/>
                        <a:pt x="191" y="131"/>
                        <a:pt x="191" y="131"/>
                      </a:cubicBezTo>
                      <a:cubicBezTo>
                        <a:pt x="194" y="74"/>
                        <a:pt x="194" y="74"/>
                        <a:pt x="194" y="74"/>
                      </a:cubicBezTo>
                      <a:cubicBezTo>
                        <a:pt x="194" y="74"/>
                        <a:pt x="200" y="53"/>
                        <a:pt x="209" y="44"/>
                      </a:cubicBezTo>
                      <a:cubicBezTo>
                        <a:pt x="218" y="35"/>
                        <a:pt x="220" y="20"/>
                        <a:pt x="218" y="1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2" name="Freeform 354"/>
                <p:cNvSpPr>
                  <a:spLocks/>
                </p:cNvSpPr>
                <p:nvPr/>
              </p:nvSpPr>
              <p:spPr bwMode="gray">
                <a:xfrm>
                  <a:off x="-16066" y="-11404"/>
                  <a:ext cx="383" cy="359"/>
                </a:xfrm>
                <a:custGeom>
                  <a:avLst/>
                  <a:gdLst>
                    <a:gd name="T0" fmla="*/ 146 w 162"/>
                    <a:gd name="T1" fmla="*/ 133 h 152"/>
                    <a:gd name="T2" fmla="*/ 159 w 162"/>
                    <a:gd name="T3" fmla="*/ 122 h 152"/>
                    <a:gd name="T4" fmla="*/ 145 w 162"/>
                    <a:gd name="T5" fmla="*/ 115 h 152"/>
                    <a:gd name="T6" fmla="*/ 145 w 162"/>
                    <a:gd name="T7" fmla="*/ 93 h 152"/>
                    <a:gd name="T8" fmla="*/ 162 w 162"/>
                    <a:gd name="T9" fmla="*/ 87 h 152"/>
                    <a:gd name="T10" fmla="*/ 140 w 162"/>
                    <a:gd name="T11" fmla="*/ 66 h 152"/>
                    <a:gd name="T12" fmla="*/ 124 w 162"/>
                    <a:gd name="T13" fmla="*/ 39 h 152"/>
                    <a:gd name="T14" fmla="*/ 122 w 162"/>
                    <a:gd name="T15" fmla="*/ 24 h 152"/>
                    <a:gd name="T16" fmla="*/ 122 w 162"/>
                    <a:gd name="T17" fmla="*/ 23 h 152"/>
                    <a:gd name="T18" fmla="*/ 122 w 162"/>
                    <a:gd name="T19" fmla="*/ 23 h 152"/>
                    <a:gd name="T20" fmla="*/ 101 w 162"/>
                    <a:gd name="T21" fmla="*/ 26 h 152"/>
                    <a:gd name="T22" fmla="*/ 89 w 162"/>
                    <a:gd name="T23" fmla="*/ 14 h 152"/>
                    <a:gd name="T24" fmla="*/ 71 w 162"/>
                    <a:gd name="T25" fmla="*/ 7 h 152"/>
                    <a:gd name="T26" fmla="*/ 59 w 162"/>
                    <a:gd name="T27" fmla="*/ 12 h 152"/>
                    <a:gd name="T28" fmla="*/ 33 w 162"/>
                    <a:gd name="T29" fmla="*/ 1 h 152"/>
                    <a:gd name="T30" fmla="*/ 19 w 162"/>
                    <a:gd name="T31" fmla="*/ 2 h 152"/>
                    <a:gd name="T32" fmla="*/ 19 w 162"/>
                    <a:gd name="T33" fmla="*/ 2 h 152"/>
                    <a:gd name="T34" fmla="*/ 10 w 162"/>
                    <a:gd name="T35" fmla="*/ 19 h 152"/>
                    <a:gd name="T36" fmla="*/ 20 w 162"/>
                    <a:gd name="T37" fmla="*/ 32 h 152"/>
                    <a:gd name="T38" fmla="*/ 9 w 162"/>
                    <a:gd name="T39" fmla="*/ 60 h 152"/>
                    <a:gd name="T40" fmla="*/ 33 w 162"/>
                    <a:gd name="T41" fmla="*/ 72 h 152"/>
                    <a:gd name="T42" fmla="*/ 53 w 162"/>
                    <a:gd name="T43" fmla="*/ 85 h 152"/>
                    <a:gd name="T44" fmla="*/ 51 w 162"/>
                    <a:gd name="T45" fmla="*/ 67 h 152"/>
                    <a:gd name="T46" fmla="*/ 33 w 162"/>
                    <a:gd name="T47" fmla="*/ 49 h 152"/>
                    <a:gd name="T48" fmla="*/ 67 w 162"/>
                    <a:gd name="T49" fmla="*/ 70 h 152"/>
                    <a:gd name="T50" fmla="*/ 68 w 162"/>
                    <a:gd name="T51" fmla="*/ 89 h 152"/>
                    <a:gd name="T52" fmla="*/ 95 w 162"/>
                    <a:gd name="T53" fmla="*/ 94 h 152"/>
                    <a:gd name="T54" fmla="*/ 108 w 162"/>
                    <a:gd name="T55" fmla="*/ 121 h 152"/>
                    <a:gd name="T56" fmla="*/ 108 w 162"/>
                    <a:gd name="T57" fmla="*/ 138 h 152"/>
                    <a:gd name="T58" fmla="*/ 131 w 162"/>
                    <a:gd name="T59" fmla="*/ 150 h 152"/>
                    <a:gd name="T60" fmla="*/ 122 w 162"/>
                    <a:gd name="T61" fmla="*/ 133 h 152"/>
                    <a:gd name="T62" fmla="*/ 141 w 162"/>
                    <a:gd name="T63" fmla="*/ 152 h 152"/>
                    <a:gd name="T64" fmla="*/ 145 w 162"/>
                    <a:gd name="T65" fmla="*/ 147 h 152"/>
                    <a:gd name="T66" fmla="*/ 146 w 162"/>
                    <a:gd name="T67" fmla="*/ 133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62" h="152">
                      <a:moveTo>
                        <a:pt x="146" y="133"/>
                      </a:moveTo>
                      <a:cubicBezTo>
                        <a:pt x="146" y="133"/>
                        <a:pt x="159" y="127"/>
                        <a:pt x="159" y="122"/>
                      </a:cubicBezTo>
                      <a:cubicBezTo>
                        <a:pt x="159" y="117"/>
                        <a:pt x="145" y="115"/>
                        <a:pt x="145" y="115"/>
                      </a:cubicBezTo>
                      <a:cubicBezTo>
                        <a:pt x="145" y="115"/>
                        <a:pt x="135" y="96"/>
                        <a:pt x="145" y="93"/>
                      </a:cubicBezTo>
                      <a:cubicBezTo>
                        <a:pt x="151" y="91"/>
                        <a:pt x="158" y="88"/>
                        <a:pt x="162" y="87"/>
                      </a:cubicBezTo>
                      <a:cubicBezTo>
                        <a:pt x="154" y="82"/>
                        <a:pt x="143" y="75"/>
                        <a:pt x="140" y="66"/>
                      </a:cubicBezTo>
                      <a:cubicBezTo>
                        <a:pt x="136" y="53"/>
                        <a:pt x="124" y="39"/>
                        <a:pt x="124" y="39"/>
                      </a:cubicBezTo>
                      <a:cubicBezTo>
                        <a:pt x="122" y="24"/>
                        <a:pt x="122" y="24"/>
                        <a:pt x="122" y="24"/>
                      </a:cubicBezTo>
                      <a:cubicBezTo>
                        <a:pt x="122" y="24"/>
                        <a:pt x="122" y="24"/>
                        <a:pt x="122" y="23"/>
                      </a:cubicBezTo>
                      <a:cubicBezTo>
                        <a:pt x="122" y="23"/>
                        <a:pt x="122" y="23"/>
                        <a:pt x="122" y="23"/>
                      </a:cubicBezTo>
                      <a:cubicBezTo>
                        <a:pt x="115" y="25"/>
                        <a:pt x="107" y="26"/>
                        <a:pt x="101" y="26"/>
                      </a:cubicBezTo>
                      <a:cubicBezTo>
                        <a:pt x="89" y="26"/>
                        <a:pt x="89" y="14"/>
                        <a:pt x="89" y="14"/>
                      </a:cubicBezTo>
                      <a:cubicBezTo>
                        <a:pt x="89" y="14"/>
                        <a:pt x="84" y="8"/>
                        <a:pt x="71" y="7"/>
                      </a:cubicBezTo>
                      <a:cubicBezTo>
                        <a:pt x="58" y="6"/>
                        <a:pt x="59" y="12"/>
                        <a:pt x="59" y="12"/>
                      </a:cubicBezTo>
                      <a:cubicBezTo>
                        <a:pt x="59" y="12"/>
                        <a:pt x="39" y="3"/>
                        <a:pt x="33" y="1"/>
                      </a:cubicBezTo>
                      <a:cubicBezTo>
                        <a:pt x="29" y="0"/>
                        <a:pt x="23" y="1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26" y="28"/>
                        <a:pt x="20" y="32"/>
                      </a:cubicBezTo>
                      <a:cubicBezTo>
                        <a:pt x="14" y="36"/>
                        <a:pt x="0" y="46"/>
                        <a:pt x="9" y="60"/>
                      </a:cubicBezTo>
                      <a:cubicBezTo>
                        <a:pt x="18" y="74"/>
                        <a:pt x="33" y="72"/>
                        <a:pt x="33" y="72"/>
                      </a:cubicBezTo>
                      <a:cubicBezTo>
                        <a:pt x="33" y="72"/>
                        <a:pt x="50" y="92"/>
                        <a:pt x="53" y="85"/>
                      </a:cubicBezTo>
                      <a:cubicBezTo>
                        <a:pt x="56" y="78"/>
                        <a:pt x="51" y="67"/>
                        <a:pt x="51" y="67"/>
                      </a:cubicBezTo>
                      <a:cubicBezTo>
                        <a:pt x="51" y="67"/>
                        <a:pt x="24" y="49"/>
                        <a:pt x="33" y="49"/>
                      </a:cubicBezTo>
                      <a:cubicBezTo>
                        <a:pt x="42" y="49"/>
                        <a:pt x="67" y="70"/>
                        <a:pt x="67" y="70"/>
                      </a:cubicBezTo>
                      <a:cubicBezTo>
                        <a:pt x="67" y="70"/>
                        <a:pt x="64" y="89"/>
                        <a:pt x="68" y="89"/>
                      </a:cubicBezTo>
                      <a:cubicBezTo>
                        <a:pt x="72" y="89"/>
                        <a:pt x="95" y="94"/>
                        <a:pt x="95" y="94"/>
                      </a:cubicBezTo>
                      <a:cubicBezTo>
                        <a:pt x="108" y="121"/>
                        <a:pt x="108" y="121"/>
                        <a:pt x="108" y="121"/>
                      </a:cubicBezTo>
                      <a:cubicBezTo>
                        <a:pt x="108" y="121"/>
                        <a:pt x="99" y="129"/>
                        <a:pt x="108" y="138"/>
                      </a:cubicBezTo>
                      <a:cubicBezTo>
                        <a:pt x="117" y="147"/>
                        <a:pt x="131" y="150"/>
                        <a:pt x="131" y="150"/>
                      </a:cubicBezTo>
                      <a:cubicBezTo>
                        <a:pt x="122" y="133"/>
                        <a:pt x="122" y="133"/>
                        <a:pt x="122" y="133"/>
                      </a:cubicBezTo>
                      <a:cubicBezTo>
                        <a:pt x="141" y="152"/>
                        <a:pt x="141" y="152"/>
                        <a:pt x="141" y="152"/>
                      </a:cubicBezTo>
                      <a:cubicBezTo>
                        <a:pt x="145" y="147"/>
                        <a:pt x="145" y="147"/>
                        <a:pt x="145" y="147"/>
                      </a:cubicBezTo>
                      <a:lnTo>
                        <a:pt x="146" y="133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3" name="Freeform 355"/>
                <p:cNvSpPr>
                  <a:spLocks/>
                </p:cNvSpPr>
                <p:nvPr/>
              </p:nvSpPr>
              <p:spPr bwMode="gray">
                <a:xfrm>
                  <a:off x="-4496" y="-15510"/>
                  <a:ext cx="189" cy="213"/>
                </a:xfrm>
                <a:custGeom>
                  <a:avLst/>
                  <a:gdLst>
                    <a:gd name="T0" fmla="*/ 79 w 80"/>
                    <a:gd name="T1" fmla="*/ 27 h 90"/>
                    <a:gd name="T2" fmla="*/ 73 w 80"/>
                    <a:gd name="T3" fmla="*/ 31 h 90"/>
                    <a:gd name="T4" fmla="*/ 65 w 80"/>
                    <a:gd name="T5" fmla="*/ 17 h 90"/>
                    <a:gd name="T6" fmla="*/ 56 w 80"/>
                    <a:gd name="T7" fmla="*/ 10 h 90"/>
                    <a:gd name="T8" fmla="*/ 46 w 80"/>
                    <a:gd name="T9" fmla="*/ 0 h 90"/>
                    <a:gd name="T10" fmla="*/ 29 w 80"/>
                    <a:gd name="T11" fmla="*/ 0 h 90"/>
                    <a:gd name="T12" fmla="*/ 29 w 80"/>
                    <a:gd name="T13" fmla="*/ 15 h 90"/>
                    <a:gd name="T14" fmla="*/ 18 w 80"/>
                    <a:gd name="T15" fmla="*/ 14 h 90"/>
                    <a:gd name="T16" fmla="*/ 9 w 80"/>
                    <a:gd name="T17" fmla="*/ 29 h 90"/>
                    <a:gd name="T18" fmla="*/ 4 w 80"/>
                    <a:gd name="T19" fmla="*/ 29 h 90"/>
                    <a:gd name="T20" fmla="*/ 3 w 80"/>
                    <a:gd name="T21" fmla="*/ 39 h 90"/>
                    <a:gd name="T22" fmla="*/ 17 w 80"/>
                    <a:gd name="T23" fmla="*/ 48 h 90"/>
                    <a:gd name="T24" fmla="*/ 4 w 80"/>
                    <a:gd name="T25" fmla="*/ 64 h 90"/>
                    <a:gd name="T26" fmla="*/ 6 w 80"/>
                    <a:gd name="T27" fmla="*/ 65 h 90"/>
                    <a:gd name="T28" fmla="*/ 24 w 80"/>
                    <a:gd name="T29" fmla="*/ 62 h 90"/>
                    <a:gd name="T30" fmla="*/ 24 w 80"/>
                    <a:gd name="T31" fmla="*/ 74 h 90"/>
                    <a:gd name="T32" fmla="*/ 41 w 80"/>
                    <a:gd name="T33" fmla="*/ 90 h 90"/>
                    <a:gd name="T34" fmla="*/ 48 w 80"/>
                    <a:gd name="T35" fmla="*/ 81 h 90"/>
                    <a:gd name="T36" fmla="*/ 46 w 80"/>
                    <a:gd name="T37" fmla="*/ 71 h 90"/>
                    <a:gd name="T38" fmla="*/ 40 w 80"/>
                    <a:gd name="T39" fmla="*/ 74 h 90"/>
                    <a:gd name="T40" fmla="*/ 31 w 80"/>
                    <a:gd name="T41" fmla="*/ 68 h 90"/>
                    <a:gd name="T42" fmla="*/ 46 w 80"/>
                    <a:gd name="T43" fmla="*/ 68 h 90"/>
                    <a:gd name="T44" fmla="*/ 52 w 80"/>
                    <a:gd name="T45" fmla="*/ 63 h 90"/>
                    <a:gd name="T46" fmla="*/ 54 w 80"/>
                    <a:gd name="T47" fmla="*/ 49 h 90"/>
                    <a:gd name="T48" fmla="*/ 72 w 80"/>
                    <a:gd name="T49" fmla="*/ 59 h 90"/>
                    <a:gd name="T50" fmla="*/ 78 w 80"/>
                    <a:gd name="T51" fmla="*/ 53 h 90"/>
                    <a:gd name="T52" fmla="*/ 80 w 80"/>
                    <a:gd name="T53" fmla="*/ 56 h 90"/>
                    <a:gd name="T54" fmla="*/ 79 w 80"/>
                    <a:gd name="T55" fmla="*/ 27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80" h="90">
                      <a:moveTo>
                        <a:pt x="79" y="27"/>
                      </a:moveTo>
                      <a:cubicBezTo>
                        <a:pt x="73" y="31"/>
                        <a:pt x="73" y="31"/>
                        <a:pt x="73" y="31"/>
                      </a:cubicBezTo>
                      <a:cubicBezTo>
                        <a:pt x="65" y="17"/>
                        <a:pt x="65" y="17"/>
                        <a:pt x="65" y="17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39" y="2"/>
                        <a:pt x="29" y="0"/>
                        <a:pt x="29" y="0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1" y="10"/>
                        <a:pt x="18" y="14"/>
                      </a:cubicBezTo>
                      <a:cubicBezTo>
                        <a:pt x="15" y="18"/>
                        <a:pt x="9" y="29"/>
                        <a:pt x="9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0" y="36"/>
                        <a:pt x="3" y="39"/>
                      </a:cubicBezTo>
                      <a:cubicBezTo>
                        <a:pt x="6" y="42"/>
                        <a:pt x="17" y="48"/>
                        <a:pt x="17" y="48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5" y="65"/>
                        <a:pt x="6" y="65"/>
                        <a:pt x="6" y="65"/>
                      </a:cubicBezTo>
                      <a:cubicBezTo>
                        <a:pt x="13" y="67"/>
                        <a:pt x="24" y="62"/>
                        <a:pt x="24" y="62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41" y="90"/>
                        <a:pt x="41" y="90"/>
                        <a:pt x="41" y="90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0" y="74"/>
                        <a:pt x="40" y="74"/>
                        <a:pt x="40" y="74"/>
                      </a:cubicBezTo>
                      <a:cubicBezTo>
                        <a:pt x="31" y="68"/>
                        <a:pt x="31" y="68"/>
                        <a:pt x="31" y="68"/>
                      </a:cubicBezTo>
                      <a:cubicBezTo>
                        <a:pt x="46" y="68"/>
                        <a:pt x="46" y="68"/>
                        <a:pt x="46" y="68"/>
                      </a:cubicBezTo>
                      <a:cubicBezTo>
                        <a:pt x="52" y="63"/>
                        <a:pt x="52" y="63"/>
                        <a:pt x="52" y="6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72" y="59"/>
                        <a:pt x="72" y="59"/>
                        <a:pt x="72" y="59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80" y="56"/>
                        <a:pt x="80" y="56"/>
                        <a:pt x="80" y="56"/>
                      </a:cubicBezTo>
                      <a:lnTo>
                        <a:pt x="79" y="27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4" name="Freeform 356"/>
                <p:cNvSpPr>
                  <a:spLocks noEditPoints="1"/>
                </p:cNvSpPr>
                <p:nvPr/>
              </p:nvSpPr>
              <p:spPr bwMode="gray">
                <a:xfrm>
                  <a:off x="-4460" y="-15848"/>
                  <a:ext cx="437" cy="551"/>
                </a:xfrm>
                <a:custGeom>
                  <a:avLst/>
                  <a:gdLst>
                    <a:gd name="T0" fmla="*/ 167 w 185"/>
                    <a:gd name="T1" fmla="*/ 152 h 233"/>
                    <a:gd name="T2" fmla="*/ 160 w 185"/>
                    <a:gd name="T3" fmla="*/ 140 h 233"/>
                    <a:gd name="T4" fmla="*/ 166 w 185"/>
                    <a:gd name="T5" fmla="*/ 120 h 233"/>
                    <a:gd name="T6" fmla="*/ 161 w 185"/>
                    <a:gd name="T7" fmla="*/ 102 h 233"/>
                    <a:gd name="T8" fmla="*/ 171 w 185"/>
                    <a:gd name="T9" fmla="*/ 88 h 233"/>
                    <a:gd name="T10" fmla="*/ 139 w 185"/>
                    <a:gd name="T11" fmla="*/ 91 h 233"/>
                    <a:gd name="T12" fmla="*/ 117 w 185"/>
                    <a:gd name="T13" fmla="*/ 82 h 233"/>
                    <a:gd name="T14" fmla="*/ 115 w 185"/>
                    <a:gd name="T15" fmla="*/ 56 h 233"/>
                    <a:gd name="T16" fmla="*/ 91 w 185"/>
                    <a:gd name="T17" fmla="*/ 48 h 233"/>
                    <a:gd name="T18" fmla="*/ 77 w 185"/>
                    <a:gd name="T19" fmla="*/ 27 h 233"/>
                    <a:gd name="T20" fmla="*/ 48 w 185"/>
                    <a:gd name="T21" fmla="*/ 6 h 233"/>
                    <a:gd name="T22" fmla="*/ 18 w 185"/>
                    <a:gd name="T23" fmla="*/ 17 h 233"/>
                    <a:gd name="T24" fmla="*/ 0 w 185"/>
                    <a:gd name="T25" fmla="*/ 21 h 233"/>
                    <a:gd name="T26" fmla="*/ 6 w 185"/>
                    <a:gd name="T27" fmla="*/ 40 h 233"/>
                    <a:gd name="T28" fmla="*/ 8 w 185"/>
                    <a:gd name="T29" fmla="*/ 53 h 233"/>
                    <a:gd name="T30" fmla="*/ 12 w 185"/>
                    <a:gd name="T31" fmla="*/ 65 h 233"/>
                    <a:gd name="T32" fmla="*/ 5 w 185"/>
                    <a:gd name="T33" fmla="*/ 72 h 233"/>
                    <a:gd name="T34" fmla="*/ 27 w 185"/>
                    <a:gd name="T35" fmla="*/ 76 h 233"/>
                    <a:gd name="T36" fmla="*/ 15 w 185"/>
                    <a:gd name="T37" fmla="*/ 106 h 233"/>
                    <a:gd name="T38" fmla="*/ 37 w 185"/>
                    <a:gd name="T39" fmla="*/ 118 h 233"/>
                    <a:gd name="T40" fmla="*/ 35 w 185"/>
                    <a:gd name="T41" fmla="*/ 140 h 233"/>
                    <a:gd name="T42" fmla="*/ 41 w 185"/>
                    <a:gd name="T43" fmla="*/ 153 h 233"/>
                    <a:gd name="T44" fmla="*/ 58 w 185"/>
                    <a:gd name="T45" fmla="*/ 174 h 233"/>
                    <a:gd name="T46" fmla="*/ 65 w 185"/>
                    <a:gd name="T47" fmla="*/ 199 h 233"/>
                    <a:gd name="T48" fmla="*/ 71 w 185"/>
                    <a:gd name="T49" fmla="*/ 211 h 233"/>
                    <a:gd name="T50" fmla="*/ 84 w 185"/>
                    <a:gd name="T51" fmla="*/ 221 h 233"/>
                    <a:gd name="T52" fmla="*/ 95 w 185"/>
                    <a:gd name="T53" fmla="*/ 229 h 233"/>
                    <a:gd name="T54" fmla="*/ 112 w 185"/>
                    <a:gd name="T55" fmla="*/ 221 h 233"/>
                    <a:gd name="T56" fmla="*/ 128 w 185"/>
                    <a:gd name="T57" fmla="*/ 213 h 233"/>
                    <a:gd name="T58" fmla="*/ 158 w 185"/>
                    <a:gd name="T59" fmla="*/ 207 h 233"/>
                    <a:gd name="T60" fmla="*/ 165 w 185"/>
                    <a:gd name="T61" fmla="*/ 192 h 233"/>
                    <a:gd name="T62" fmla="*/ 177 w 185"/>
                    <a:gd name="T63" fmla="*/ 180 h 233"/>
                    <a:gd name="T64" fmla="*/ 180 w 185"/>
                    <a:gd name="T65" fmla="*/ 159 h 233"/>
                    <a:gd name="T66" fmla="*/ 27 w 185"/>
                    <a:gd name="T67" fmla="*/ 144 h 233"/>
                    <a:gd name="T68" fmla="*/ 24 w 185"/>
                    <a:gd name="T69" fmla="*/ 144 h 233"/>
                    <a:gd name="T70" fmla="*/ 24 w 185"/>
                    <a:gd name="T71" fmla="*/ 144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85" h="233">
                      <a:moveTo>
                        <a:pt x="180" y="159"/>
                      </a:moveTo>
                      <a:cubicBezTo>
                        <a:pt x="167" y="152"/>
                        <a:pt x="167" y="152"/>
                        <a:pt x="167" y="152"/>
                      </a:cubicBezTo>
                      <a:cubicBezTo>
                        <a:pt x="169" y="145"/>
                        <a:pt x="169" y="145"/>
                        <a:pt x="169" y="145"/>
                      </a:cubicBezTo>
                      <a:cubicBezTo>
                        <a:pt x="160" y="140"/>
                        <a:pt x="160" y="140"/>
                        <a:pt x="160" y="140"/>
                      </a:cubicBezTo>
                      <a:cubicBezTo>
                        <a:pt x="157" y="128"/>
                        <a:pt x="157" y="128"/>
                        <a:pt x="157" y="128"/>
                      </a:cubicBezTo>
                      <a:cubicBezTo>
                        <a:pt x="166" y="120"/>
                        <a:pt x="166" y="120"/>
                        <a:pt x="166" y="120"/>
                      </a:cubicBezTo>
                      <a:cubicBezTo>
                        <a:pt x="168" y="106"/>
                        <a:pt x="168" y="106"/>
                        <a:pt x="168" y="106"/>
                      </a:cubicBezTo>
                      <a:cubicBezTo>
                        <a:pt x="161" y="102"/>
                        <a:pt x="161" y="102"/>
                        <a:pt x="161" y="102"/>
                      </a:cubicBezTo>
                      <a:cubicBezTo>
                        <a:pt x="168" y="94"/>
                        <a:pt x="168" y="94"/>
                        <a:pt x="168" y="94"/>
                      </a:cubicBezTo>
                      <a:cubicBezTo>
                        <a:pt x="171" y="88"/>
                        <a:pt x="171" y="88"/>
                        <a:pt x="171" y="88"/>
                      </a:cubicBezTo>
                      <a:cubicBezTo>
                        <a:pt x="155" y="84"/>
                        <a:pt x="155" y="84"/>
                        <a:pt x="155" y="84"/>
                      </a:cubicBezTo>
                      <a:cubicBezTo>
                        <a:pt x="139" y="91"/>
                        <a:pt x="139" y="91"/>
                        <a:pt x="139" y="91"/>
                      </a:cubicBezTo>
                      <a:cubicBezTo>
                        <a:pt x="133" y="84"/>
                        <a:pt x="133" y="84"/>
                        <a:pt x="133" y="84"/>
                      </a:cubicBezTo>
                      <a:cubicBezTo>
                        <a:pt x="117" y="82"/>
                        <a:pt x="117" y="82"/>
                        <a:pt x="117" y="82"/>
                      </a:cubicBezTo>
                      <a:cubicBezTo>
                        <a:pt x="112" y="71"/>
                        <a:pt x="112" y="71"/>
                        <a:pt x="112" y="71"/>
                      </a:cubicBezTo>
                      <a:cubicBezTo>
                        <a:pt x="112" y="71"/>
                        <a:pt x="117" y="62"/>
                        <a:pt x="115" y="56"/>
                      </a:cubicBezTo>
                      <a:cubicBezTo>
                        <a:pt x="113" y="50"/>
                        <a:pt x="101" y="49"/>
                        <a:pt x="99" y="54"/>
                      </a:cubicBezTo>
                      <a:cubicBezTo>
                        <a:pt x="97" y="59"/>
                        <a:pt x="91" y="48"/>
                        <a:pt x="91" y="48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62" y="13"/>
                        <a:pt x="62" y="13"/>
                        <a:pt x="62" y="13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33" y="0"/>
                        <a:pt x="30" y="6"/>
                      </a:cubicBezTo>
                      <a:cubicBezTo>
                        <a:pt x="27" y="12"/>
                        <a:pt x="18" y="17"/>
                        <a:pt x="18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6" y="40"/>
                        <a:pt x="6" y="40"/>
                        <a:pt x="6" y="40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3"/>
                        <a:pt x="24" y="56"/>
                        <a:pt x="25" y="59"/>
                      </a:cubicBezTo>
                      <a:cubicBezTo>
                        <a:pt x="26" y="62"/>
                        <a:pt x="12" y="65"/>
                        <a:pt x="12" y="65"/>
                      </a:cubicBezTo>
                      <a:cubicBezTo>
                        <a:pt x="10" y="72"/>
                        <a:pt x="10" y="72"/>
                        <a:pt x="10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8" y="77"/>
                        <a:pt x="8" y="77"/>
                        <a:pt x="8" y="77"/>
                      </a:cubicBezTo>
                      <a:cubicBezTo>
                        <a:pt x="8" y="77"/>
                        <a:pt x="27" y="71"/>
                        <a:pt x="27" y="76"/>
                      </a:cubicBezTo>
                      <a:cubicBezTo>
                        <a:pt x="27" y="81"/>
                        <a:pt x="15" y="95"/>
                        <a:pt x="15" y="95"/>
                      </a:cubicBezTo>
                      <a:cubicBezTo>
                        <a:pt x="15" y="106"/>
                        <a:pt x="15" y="106"/>
                        <a:pt x="15" y="106"/>
                      </a:cubicBezTo>
                      <a:cubicBezTo>
                        <a:pt x="15" y="106"/>
                        <a:pt x="19" y="103"/>
                        <a:pt x="26" y="105"/>
                      </a:cubicBezTo>
                      <a:cubicBezTo>
                        <a:pt x="33" y="107"/>
                        <a:pt x="37" y="118"/>
                        <a:pt x="37" y="118"/>
                      </a:cubicBezTo>
                      <a:cubicBezTo>
                        <a:pt x="23" y="120"/>
                        <a:pt x="23" y="120"/>
                        <a:pt x="23" y="120"/>
                      </a:cubicBezTo>
                      <a:cubicBezTo>
                        <a:pt x="23" y="120"/>
                        <a:pt x="37" y="133"/>
                        <a:pt x="35" y="140"/>
                      </a:cubicBezTo>
                      <a:cubicBezTo>
                        <a:pt x="34" y="142"/>
                        <a:pt x="33" y="143"/>
                        <a:pt x="31" y="143"/>
                      </a:cubicBezTo>
                      <a:cubicBezTo>
                        <a:pt x="41" y="153"/>
                        <a:pt x="41" y="153"/>
                        <a:pt x="41" y="153"/>
                      </a:cubicBezTo>
                      <a:cubicBezTo>
                        <a:pt x="50" y="160"/>
                        <a:pt x="50" y="160"/>
                        <a:pt x="50" y="160"/>
                      </a:cubicBezTo>
                      <a:cubicBezTo>
                        <a:pt x="58" y="174"/>
                        <a:pt x="58" y="174"/>
                        <a:pt x="58" y="174"/>
                      </a:cubicBezTo>
                      <a:cubicBezTo>
                        <a:pt x="64" y="170"/>
                        <a:pt x="64" y="170"/>
                        <a:pt x="64" y="170"/>
                      </a:cubicBezTo>
                      <a:cubicBezTo>
                        <a:pt x="65" y="199"/>
                        <a:pt x="65" y="199"/>
                        <a:pt x="65" y="199"/>
                      </a:cubicBezTo>
                      <a:cubicBezTo>
                        <a:pt x="63" y="196"/>
                        <a:pt x="63" y="196"/>
                        <a:pt x="63" y="196"/>
                      </a:cubicBezTo>
                      <a:cubicBezTo>
                        <a:pt x="71" y="211"/>
                        <a:pt x="71" y="211"/>
                        <a:pt x="71" y="211"/>
                      </a:cubicBezTo>
                      <a:cubicBezTo>
                        <a:pt x="80" y="211"/>
                        <a:pt x="80" y="211"/>
                        <a:pt x="80" y="211"/>
                      </a:cubicBezTo>
                      <a:cubicBezTo>
                        <a:pt x="84" y="221"/>
                        <a:pt x="84" y="221"/>
                        <a:pt x="84" y="221"/>
                      </a:cubicBezTo>
                      <a:cubicBezTo>
                        <a:pt x="84" y="233"/>
                        <a:pt x="84" y="233"/>
                        <a:pt x="84" y="233"/>
                      </a:cubicBezTo>
                      <a:cubicBezTo>
                        <a:pt x="95" y="229"/>
                        <a:pt x="95" y="229"/>
                        <a:pt x="95" y="229"/>
                      </a:cubicBezTo>
                      <a:cubicBezTo>
                        <a:pt x="100" y="221"/>
                        <a:pt x="100" y="221"/>
                        <a:pt x="100" y="221"/>
                      </a:cubicBezTo>
                      <a:cubicBezTo>
                        <a:pt x="100" y="221"/>
                        <a:pt x="105" y="221"/>
                        <a:pt x="112" y="221"/>
                      </a:cubicBezTo>
                      <a:cubicBezTo>
                        <a:pt x="119" y="221"/>
                        <a:pt x="115" y="213"/>
                        <a:pt x="115" y="213"/>
                      </a:cubicBezTo>
                      <a:cubicBezTo>
                        <a:pt x="128" y="213"/>
                        <a:pt x="128" y="213"/>
                        <a:pt x="128" y="213"/>
                      </a:cubicBezTo>
                      <a:cubicBezTo>
                        <a:pt x="132" y="209"/>
                        <a:pt x="132" y="209"/>
                        <a:pt x="132" y="209"/>
                      </a:cubicBezTo>
                      <a:cubicBezTo>
                        <a:pt x="158" y="207"/>
                        <a:pt x="158" y="207"/>
                        <a:pt x="158" y="207"/>
                      </a:cubicBezTo>
                      <a:cubicBezTo>
                        <a:pt x="158" y="207"/>
                        <a:pt x="166" y="206"/>
                        <a:pt x="167" y="203"/>
                      </a:cubicBezTo>
                      <a:cubicBezTo>
                        <a:pt x="168" y="200"/>
                        <a:pt x="165" y="192"/>
                        <a:pt x="165" y="192"/>
                      </a:cubicBezTo>
                      <a:cubicBezTo>
                        <a:pt x="165" y="192"/>
                        <a:pt x="162" y="185"/>
                        <a:pt x="164" y="181"/>
                      </a:cubicBezTo>
                      <a:cubicBezTo>
                        <a:pt x="166" y="177"/>
                        <a:pt x="177" y="180"/>
                        <a:pt x="177" y="180"/>
                      </a:cubicBezTo>
                      <a:cubicBezTo>
                        <a:pt x="177" y="180"/>
                        <a:pt x="181" y="173"/>
                        <a:pt x="183" y="169"/>
                      </a:cubicBezTo>
                      <a:cubicBezTo>
                        <a:pt x="185" y="165"/>
                        <a:pt x="180" y="159"/>
                        <a:pt x="180" y="159"/>
                      </a:cubicBezTo>
                      <a:close/>
                      <a:moveTo>
                        <a:pt x="24" y="144"/>
                      </a:moveTo>
                      <a:cubicBezTo>
                        <a:pt x="25" y="144"/>
                        <a:pt x="26" y="144"/>
                        <a:pt x="27" y="144"/>
                      </a:cubicBezTo>
                      <a:cubicBezTo>
                        <a:pt x="26" y="144"/>
                        <a:pt x="25" y="144"/>
                        <a:pt x="24" y="144"/>
                      </a:cubicBezTo>
                      <a:close/>
                      <a:moveTo>
                        <a:pt x="24" y="144"/>
                      </a:moveTo>
                      <a:cubicBezTo>
                        <a:pt x="22" y="144"/>
                        <a:pt x="19" y="144"/>
                        <a:pt x="18" y="143"/>
                      </a:cubicBezTo>
                      <a:cubicBezTo>
                        <a:pt x="19" y="144"/>
                        <a:pt x="22" y="144"/>
                        <a:pt x="24" y="144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5" name="Freeform 357"/>
                <p:cNvSpPr>
                  <a:spLocks noEditPoints="1"/>
                </p:cNvSpPr>
                <p:nvPr/>
              </p:nvSpPr>
              <p:spPr bwMode="gray">
                <a:xfrm>
                  <a:off x="-22397" y="-18756"/>
                  <a:ext cx="4840" cy="2093"/>
                </a:xfrm>
                <a:custGeom>
                  <a:avLst/>
                  <a:gdLst>
                    <a:gd name="T0" fmla="*/ 1650 w 2049"/>
                    <a:gd name="T1" fmla="*/ 628 h 886"/>
                    <a:gd name="T2" fmla="*/ 1600 w 2049"/>
                    <a:gd name="T3" fmla="*/ 619 h 886"/>
                    <a:gd name="T4" fmla="*/ 1594 w 2049"/>
                    <a:gd name="T5" fmla="*/ 717 h 886"/>
                    <a:gd name="T6" fmla="*/ 1594 w 2049"/>
                    <a:gd name="T7" fmla="*/ 777 h 886"/>
                    <a:gd name="T8" fmla="*/ 1677 w 2049"/>
                    <a:gd name="T9" fmla="*/ 696 h 886"/>
                    <a:gd name="T10" fmla="*/ 1691 w 2049"/>
                    <a:gd name="T11" fmla="*/ 558 h 886"/>
                    <a:gd name="T12" fmla="*/ 1597 w 2049"/>
                    <a:gd name="T13" fmla="*/ 572 h 886"/>
                    <a:gd name="T14" fmla="*/ 1561 w 2049"/>
                    <a:gd name="T15" fmla="*/ 513 h 886"/>
                    <a:gd name="T16" fmla="*/ 2008 w 2049"/>
                    <a:gd name="T17" fmla="*/ 53 h 886"/>
                    <a:gd name="T18" fmla="*/ 1735 w 2049"/>
                    <a:gd name="T19" fmla="*/ 24 h 886"/>
                    <a:gd name="T20" fmla="*/ 1622 w 2049"/>
                    <a:gd name="T21" fmla="*/ 0 h 886"/>
                    <a:gd name="T22" fmla="*/ 1141 w 2049"/>
                    <a:gd name="T23" fmla="*/ 107 h 886"/>
                    <a:gd name="T24" fmla="*/ 1138 w 2049"/>
                    <a:gd name="T25" fmla="*/ 211 h 886"/>
                    <a:gd name="T26" fmla="*/ 1051 w 2049"/>
                    <a:gd name="T27" fmla="*/ 238 h 886"/>
                    <a:gd name="T28" fmla="*/ 837 w 2049"/>
                    <a:gd name="T29" fmla="*/ 261 h 886"/>
                    <a:gd name="T30" fmla="*/ 939 w 2049"/>
                    <a:gd name="T31" fmla="*/ 316 h 886"/>
                    <a:gd name="T32" fmla="*/ 1037 w 2049"/>
                    <a:gd name="T33" fmla="*/ 311 h 886"/>
                    <a:gd name="T34" fmla="*/ 898 w 2049"/>
                    <a:gd name="T35" fmla="*/ 357 h 886"/>
                    <a:gd name="T36" fmla="*/ 745 w 2049"/>
                    <a:gd name="T37" fmla="*/ 404 h 886"/>
                    <a:gd name="T38" fmla="*/ 643 w 2049"/>
                    <a:gd name="T39" fmla="*/ 462 h 886"/>
                    <a:gd name="T40" fmla="*/ 689 w 2049"/>
                    <a:gd name="T41" fmla="*/ 491 h 886"/>
                    <a:gd name="T42" fmla="*/ 619 w 2049"/>
                    <a:gd name="T43" fmla="*/ 510 h 886"/>
                    <a:gd name="T44" fmla="*/ 678 w 2049"/>
                    <a:gd name="T45" fmla="*/ 554 h 886"/>
                    <a:gd name="T46" fmla="*/ 694 w 2049"/>
                    <a:gd name="T47" fmla="*/ 576 h 886"/>
                    <a:gd name="T48" fmla="*/ 785 w 2049"/>
                    <a:gd name="T49" fmla="*/ 580 h 886"/>
                    <a:gd name="T50" fmla="*/ 815 w 2049"/>
                    <a:gd name="T51" fmla="*/ 598 h 886"/>
                    <a:gd name="T52" fmla="*/ 697 w 2049"/>
                    <a:gd name="T53" fmla="*/ 654 h 886"/>
                    <a:gd name="T54" fmla="*/ 491 w 2049"/>
                    <a:gd name="T55" fmla="*/ 747 h 886"/>
                    <a:gd name="T56" fmla="*/ 385 w 2049"/>
                    <a:gd name="T57" fmla="*/ 763 h 886"/>
                    <a:gd name="T58" fmla="*/ 373 w 2049"/>
                    <a:gd name="T59" fmla="*/ 783 h 886"/>
                    <a:gd name="T60" fmla="*/ 514 w 2049"/>
                    <a:gd name="T61" fmla="*/ 746 h 886"/>
                    <a:gd name="T62" fmla="*/ 653 w 2049"/>
                    <a:gd name="T63" fmla="*/ 697 h 886"/>
                    <a:gd name="T64" fmla="*/ 841 w 2049"/>
                    <a:gd name="T65" fmla="*/ 628 h 886"/>
                    <a:gd name="T66" fmla="*/ 1015 w 2049"/>
                    <a:gd name="T67" fmla="*/ 545 h 886"/>
                    <a:gd name="T68" fmla="*/ 1234 w 2049"/>
                    <a:gd name="T69" fmla="*/ 485 h 886"/>
                    <a:gd name="T70" fmla="*/ 1075 w 2049"/>
                    <a:gd name="T71" fmla="*/ 536 h 886"/>
                    <a:gd name="T72" fmla="*/ 1211 w 2049"/>
                    <a:gd name="T73" fmla="*/ 530 h 886"/>
                    <a:gd name="T74" fmla="*/ 1336 w 2049"/>
                    <a:gd name="T75" fmla="*/ 492 h 886"/>
                    <a:gd name="T76" fmla="*/ 1472 w 2049"/>
                    <a:gd name="T77" fmla="*/ 532 h 886"/>
                    <a:gd name="T78" fmla="*/ 1541 w 2049"/>
                    <a:gd name="T79" fmla="*/ 573 h 886"/>
                    <a:gd name="T80" fmla="*/ 1630 w 2049"/>
                    <a:gd name="T81" fmla="*/ 585 h 886"/>
                    <a:gd name="T82" fmla="*/ 1679 w 2049"/>
                    <a:gd name="T83" fmla="*/ 607 h 886"/>
                    <a:gd name="T84" fmla="*/ 1636 w 2049"/>
                    <a:gd name="T85" fmla="*/ 670 h 886"/>
                    <a:gd name="T86" fmla="*/ 1660 w 2049"/>
                    <a:gd name="T87" fmla="*/ 733 h 886"/>
                    <a:gd name="T88" fmla="*/ 1623 w 2049"/>
                    <a:gd name="T89" fmla="*/ 785 h 886"/>
                    <a:gd name="T90" fmla="*/ 1707 w 2049"/>
                    <a:gd name="T91" fmla="*/ 721 h 886"/>
                    <a:gd name="T92" fmla="*/ 1598 w 2049"/>
                    <a:gd name="T93" fmla="*/ 704 h 886"/>
                    <a:gd name="T94" fmla="*/ 1546 w 2049"/>
                    <a:gd name="T95" fmla="*/ 720 h 886"/>
                    <a:gd name="T96" fmla="*/ 510 w 2049"/>
                    <a:gd name="T97" fmla="*/ 517 h 886"/>
                    <a:gd name="T98" fmla="*/ 76 w 2049"/>
                    <a:gd name="T99" fmla="*/ 849 h 886"/>
                    <a:gd name="T100" fmla="*/ 859 w 2049"/>
                    <a:gd name="T101" fmla="*/ 663 h 886"/>
                    <a:gd name="T102" fmla="*/ 881 w 2049"/>
                    <a:gd name="T103" fmla="*/ 664 h 886"/>
                    <a:gd name="T104" fmla="*/ 908 w 2049"/>
                    <a:gd name="T105" fmla="*/ 635 h 886"/>
                    <a:gd name="T106" fmla="*/ 1646 w 2049"/>
                    <a:gd name="T107" fmla="*/ 762 h 886"/>
                    <a:gd name="T108" fmla="*/ 923 w 2049"/>
                    <a:gd name="T109" fmla="*/ 630 h 886"/>
                    <a:gd name="T110" fmla="*/ 290 w 2049"/>
                    <a:gd name="T111" fmla="*/ 788 h 886"/>
                    <a:gd name="T112" fmla="*/ 221 w 2049"/>
                    <a:gd name="T113" fmla="*/ 814 h 8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049" h="886">
                      <a:moveTo>
                        <a:pt x="1636" y="622"/>
                      </a:moveTo>
                      <a:cubicBezTo>
                        <a:pt x="1628" y="629"/>
                        <a:pt x="1614" y="645"/>
                        <a:pt x="1614" y="645"/>
                      </a:cubicBezTo>
                      <a:cubicBezTo>
                        <a:pt x="1602" y="669"/>
                        <a:pt x="1602" y="669"/>
                        <a:pt x="1602" y="669"/>
                      </a:cubicBezTo>
                      <a:cubicBezTo>
                        <a:pt x="1602" y="669"/>
                        <a:pt x="1623" y="665"/>
                        <a:pt x="1633" y="656"/>
                      </a:cubicBezTo>
                      <a:cubicBezTo>
                        <a:pt x="1643" y="647"/>
                        <a:pt x="1640" y="638"/>
                        <a:pt x="1640" y="638"/>
                      </a:cubicBezTo>
                      <a:cubicBezTo>
                        <a:pt x="1650" y="628"/>
                        <a:pt x="1650" y="628"/>
                        <a:pt x="1650" y="628"/>
                      </a:cubicBezTo>
                      <a:cubicBezTo>
                        <a:pt x="1650" y="628"/>
                        <a:pt x="1644" y="615"/>
                        <a:pt x="1636" y="622"/>
                      </a:cubicBezTo>
                      <a:close/>
                      <a:moveTo>
                        <a:pt x="1600" y="619"/>
                      </a:moveTo>
                      <a:cubicBezTo>
                        <a:pt x="1600" y="619"/>
                        <a:pt x="1575" y="626"/>
                        <a:pt x="1576" y="633"/>
                      </a:cubicBezTo>
                      <a:cubicBezTo>
                        <a:pt x="1577" y="640"/>
                        <a:pt x="1586" y="650"/>
                        <a:pt x="1586" y="650"/>
                      </a:cubicBezTo>
                      <a:cubicBezTo>
                        <a:pt x="1597" y="654"/>
                        <a:pt x="1614" y="646"/>
                        <a:pt x="1614" y="636"/>
                      </a:cubicBezTo>
                      <a:cubicBezTo>
                        <a:pt x="1614" y="626"/>
                        <a:pt x="1600" y="619"/>
                        <a:pt x="1600" y="619"/>
                      </a:cubicBezTo>
                      <a:close/>
                      <a:moveTo>
                        <a:pt x="1544" y="792"/>
                      </a:moveTo>
                      <a:cubicBezTo>
                        <a:pt x="1553" y="793"/>
                        <a:pt x="1553" y="793"/>
                        <a:pt x="1553" y="793"/>
                      </a:cubicBezTo>
                      <a:cubicBezTo>
                        <a:pt x="1559" y="768"/>
                        <a:pt x="1559" y="768"/>
                        <a:pt x="1559" y="768"/>
                      </a:cubicBezTo>
                      <a:cubicBezTo>
                        <a:pt x="1548" y="773"/>
                        <a:pt x="1548" y="773"/>
                        <a:pt x="1548" y="773"/>
                      </a:cubicBezTo>
                      <a:lnTo>
                        <a:pt x="1544" y="792"/>
                      </a:lnTo>
                      <a:close/>
                      <a:moveTo>
                        <a:pt x="1594" y="717"/>
                      </a:moveTo>
                      <a:cubicBezTo>
                        <a:pt x="1581" y="726"/>
                        <a:pt x="1581" y="726"/>
                        <a:pt x="1581" y="726"/>
                      </a:cubicBezTo>
                      <a:cubicBezTo>
                        <a:pt x="1581" y="726"/>
                        <a:pt x="1587" y="732"/>
                        <a:pt x="1591" y="733"/>
                      </a:cubicBezTo>
                      <a:cubicBezTo>
                        <a:pt x="1595" y="734"/>
                        <a:pt x="1577" y="743"/>
                        <a:pt x="1573" y="745"/>
                      </a:cubicBezTo>
                      <a:cubicBezTo>
                        <a:pt x="1569" y="747"/>
                        <a:pt x="1563" y="758"/>
                        <a:pt x="1568" y="767"/>
                      </a:cubicBezTo>
                      <a:cubicBezTo>
                        <a:pt x="1573" y="776"/>
                        <a:pt x="1572" y="794"/>
                        <a:pt x="1572" y="794"/>
                      </a:cubicBezTo>
                      <a:cubicBezTo>
                        <a:pt x="1572" y="794"/>
                        <a:pt x="1586" y="786"/>
                        <a:pt x="1594" y="777"/>
                      </a:cubicBezTo>
                      <a:cubicBezTo>
                        <a:pt x="1602" y="768"/>
                        <a:pt x="1590" y="756"/>
                        <a:pt x="1590" y="756"/>
                      </a:cubicBezTo>
                      <a:cubicBezTo>
                        <a:pt x="1590" y="756"/>
                        <a:pt x="1600" y="755"/>
                        <a:pt x="1609" y="745"/>
                      </a:cubicBezTo>
                      <a:cubicBezTo>
                        <a:pt x="1618" y="735"/>
                        <a:pt x="1594" y="717"/>
                        <a:pt x="1594" y="717"/>
                      </a:cubicBezTo>
                      <a:close/>
                      <a:moveTo>
                        <a:pt x="1707" y="721"/>
                      </a:moveTo>
                      <a:cubicBezTo>
                        <a:pt x="1707" y="721"/>
                        <a:pt x="1700" y="719"/>
                        <a:pt x="1700" y="714"/>
                      </a:cubicBezTo>
                      <a:cubicBezTo>
                        <a:pt x="1700" y="710"/>
                        <a:pt x="1672" y="709"/>
                        <a:pt x="1677" y="696"/>
                      </a:cubicBezTo>
                      <a:cubicBezTo>
                        <a:pt x="1682" y="683"/>
                        <a:pt x="1688" y="666"/>
                        <a:pt x="1688" y="666"/>
                      </a:cubicBezTo>
                      <a:cubicBezTo>
                        <a:pt x="1688" y="642"/>
                        <a:pt x="1688" y="642"/>
                        <a:pt x="1688" y="642"/>
                      </a:cubicBezTo>
                      <a:cubicBezTo>
                        <a:pt x="1688" y="642"/>
                        <a:pt x="1705" y="623"/>
                        <a:pt x="1698" y="606"/>
                      </a:cubicBezTo>
                      <a:cubicBezTo>
                        <a:pt x="1692" y="588"/>
                        <a:pt x="1685" y="586"/>
                        <a:pt x="1685" y="586"/>
                      </a:cubicBezTo>
                      <a:cubicBezTo>
                        <a:pt x="1691" y="575"/>
                        <a:pt x="1691" y="575"/>
                        <a:pt x="1691" y="575"/>
                      </a:cubicBezTo>
                      <a:cubicBezTo>
                        <a:pt x="1691" y="558"/>
                        <a:pt x="1691" y="558"/>
                        <a:pt x="1691" y="558"/>
                      </a:cubicBezTo>
                      <a:cubicBezTo>
                        <a:pt x="1691" y="558"/>
                        <a:pt x="1718" y="548"/>
                        <a:pt x="1699" y="542"/>
                      </a:cubicBezTo>
                      <a:cubicBezTo>
                        <a:pt x="1681" y="537"/>
                        <a:pt x="1653" y="547"/>
                        <a:pt x="1653" y="547"/>
                      </a:cubicBezTo>
                      <a:cubicBezTo>
                        <a:pt x="1651" y="555"/>
                        <a:pt x="1651" y="555"/>
                        <a:pt x="1651" y="555"/>
                      </a:cubicBezTo>
                      <a:cubicBezTo>
                        <a:pt x="1639" y="555"/>
                        <a:pt x="1639" y="555"/>
                        <a:pt x="1639" y="555"/>
                      </a:cubicBezTo>
                      <a:cubicBezTo>
                        <a:pt x="1639" y="555"/>
                        <a:pt x="1633" y="565"/>
                        <a:pt x="1625" y="565"/>
                      </a:cubicBezTo>
                      <a:cubicBezTo>
                        <a:pt x="1618" y="565"/>
                        <a:pt x="1597" y="572"/>
                        <a:pt x="1597" y="572"/>
                      </a:cubicBezTo>
                      <a:cubicBezTo>
                        <a:pt x="1597" y="572"/>
                        <a:pt x="1581" y="585"/>
                        <a:pt x="1575" y="585"/>
                      </a:cubicBezTo>
                      <a:cubicBezTo>
                        <a:pt x="1570" y="585"/>
                        <a:pt x="1589" y="566"/>
                        <a:pt x="1589" y="566"/>
                      </a:cubicBezTo>
                      <a:cubicBezTo>
                        <a:pt x="1589" y="566"/>
                        <a:pt x="1570" y="558"/>
                        <a:pt x="1570" y="547"/>
                      </a:cubicBezTo>
                      <a:cubicBezTo>
                        <a:pt x="1570" y="537"/>
                        <a:pt x="1570" y="528"/>
                        <a:pt x="1570" y="528"/>
                      </a:cubicBezTo>
                      <a:cubicBezTo>
                        <a:pt x="1585" y="513"/>
                        <a:pt x="1585" y="513"/>
                        <a:pt x="1585" y="513"/>
                      </a:cubicBezTo>
                      <a:cubicBezTo>
                        <a:pt x="1561" y="513"/>
                        <a:pt x="1561" y="513"/>
                        <a:pt x="1561" y="513"/>
                      </a:cubicBezTo>
                      <a:cubicBezTo>
                        <a:pt x="1561" y="513"/>
                        <a:pt x="1552" y="518"/>
                        <a:pt x="1549" y="518"/>
                      </a:cubicBezTo>
                      <a:cubicBezTo>
                        <a:pt x="1549" y="518"/>
                        <a:pt x="1520" y="524"/>
                        <a:pt x="1514" y="518"/>
                      </a:cubicBezTo>
                      <a:cubicBezTo>
                        <a:pt x="1508" y="512"/>
                        <a:pt x="1534" y="498"/>
                        <a:pt x="1534" y="498"/>
                      </a:cubicBezTo>
                      <a:cubicBezTo>
                        <a:pt x="2049" y="74"/>
                        <a:pt x="2049" y="74"/>
                        <a:pt x="2049" y="74"/>
                      </a:cubicBezTo>
                      <a:cubicBezTo>
                        <a:pt x="2037" y="74"/>
                        <a:pt x="2037" y="74"/>
                        <a:pt x="2037" y="74"/>
                      </a:cubicBezTo>
                      <a:cubicBezTo>
                        <a:pt x="2037" y="74"/>
                        <a:pt x="2034" y="51"/>
                        <a:pt x="2008" y="53"/>
                      </a:cubicBezTo>
                      <a:cubicBezTo>
                        <a:pt x="1982" y="55"/>
                        <a:pt x="1951" y="64"/>
                        <a:pt x="1947" y="64"/>
                      </a:cubicBezTo>
                      <a:cubicBezTo>
                        <a:pt x="1943" y="64"/>
                        <a:pt x="1916" y="50"/>
                        <a:pt x="1912" y="48"/>
                      </a:cubicBezTo>
                      <a:cubicBezTo>
                        <a:pt x="1908" y="46"/>
                        <a:pt x="1858" y="47"/>
                        <a:pt x="1858" y="47"/>
                      </a:cubicBezTo>
                      <a:cubicBezTo>
                        <a:pt x="1858" y="47"/>
                        <a:pt x="1842" y="39"/>
                        <a:pt x="1824" y="37"/>
                      </a:cubicBezTo>
                      <a:cubicBezTo>
                        <a:pt x="1806" y="35"/>
                        <a:pt x="1735" y="38"/>
                        <a:pt x="1732" y="38"/>
                      </a:cubicBezTo>
                      <a:cubicBezTo>
                        <a:pt x="1729" y="38"/>
                        <a:pt x="1735" y="24"/>
                        <a:pt x="1735" y="24"/>
                      </a:cubicBezTo>
                      <a:cubicBezTo>
                        <a:pt x="1735" y="24"/>
                        <a:pt x="1699" y="19"/>
                        <a:pt x="1694" y="18"/>
                      </a:cubicBezTo>
                      <a:cubicBezTo>
                        <a:pt x="1689" y="17"/>
                        <a:pt x="1656" y="24"/>
                        <a:pt x="1656" y="24"/>
                      </a:cubicBezTo>
                      <a:cubicBezTo>
                        <a:pt x="1676" y="2"/>
                        <a:pt x="1676" y="2"/>
                        <a:pt x="1676" y="2"/>
                      </a:cubicBezTo>
                      <a:cubicBezTo>
                        <a:pt x="1621" y="24"/>
                        <a:pt x="1621" y="24"/>
                        <a:pt x="1621" y="24"/>
                      </a:cubicBezTo>
                      <a:cubicBezTo>
                        <a:pt x="1642" y="2"/>
                        <a:pt x="1642" y="2"/>
                        <a:pt x="1642" y="2"/>
                      </a:cubicBezTo>
                      <a:cubicBezTo>
                        <a:pt x="1622" y="0"/>
                        <a:pt x="1622" y="0"/>
                        <a:pt x="1622" y="0"/>
                      </a:cubicBezTo>
                      <a:cubicBezTo>
                        <a:pt x="1622" y="0"/>
                        <a:pt x="1591" y="22"/>
                        <a:pt x="1561" y="22"/>
                      </a:cubicBezTo>
                      <a:cubicBezTo>
                        <a:pt x="1531" y="22"/>
                        <a:pt x="1485" y="16"/>
                        <a:pt x="1477" y="24"/>
                      </a:cubicBezTo>
                      <a:cubicBezTo>
                        <a:pt x="1469" y="32"/>
                        <a:pt x="1439" y="39"/>
                        <a:pt x="1439" y="39"/>
                      </a:cubicBezTo>
                      <a:cubicBezTo>
                        <a:pt x="1439" y="39"/>
                        <a:pt x="1390" y="39"/>
                        <a:pt x="1364" y="42"/>
                      </a:cubicBezTo>
                      <a:cubicBezTo>
                        <a:pt x="1338" y="45"/>
                        <a:pt x="1277" y="91"/>
                        <a:pt x="1235" y="97"/>
                      </a:cubicBezTo>
                      <a:cubicBezTo>
                        <a:pt x="1193" y="103"/>
                        <a:pt x="1141" y="107"/>
                        <a:pt x="1141" y="107"/>
                      </a:cubicBezTo>
                      <a:cubicBezTo>
                        <a:pt x="1141" y="107"/>
                        <a:pt x="1078" y="128"/>
                        <a:pt x="1081" y="133"/>
                      </a:cubicBezTo>
                      <a:cubicBezTo>
                        <a:pt x="1084" y="138"/>
                        <a:pt x="1105" y="149"/>
                        <a:pt x="1105" y="149"/>
                      </a:cubicBezTo>
                      <a:cubicBezTo>
                        <a:pt x="1105" y="149"/>
                        <a:pt x="1118" y="172"/>
                        <a:pt x="1112" y="175"/>
                      </a:cubicBezTo>
                      <a:cubicBezTo>
                        <a:pt x="1106" y="178"/>
                        <a:pt x="1097" y="187"/>
                        <a:pt x="1097" y="187"/>
                      </a:cubicBezTo>
                      <a:cubicBezTo>
                        <a:pt x="1157" y="188"/>
                        <a:pt x="1157" y="188"/>
                        <a:pt x="1157" y="188"/>
                      </a:cubicBezTo>
                      <a:cubicBezTo>
                        <a:pt x="1138" y="211"/>
                        <a:pt x="1138" y="211"/>
                        <a:pt x="1138" y="211"/>
                      </a:cubicBezTo>
                      <a:cubicBezTo>
                        <a:pt x="1182" y="213"/>
                        <a:pt x="1182" y="213"/>
                        <a:pt x="1182" y="213"/>
                      </a:cubicBezTo>
                      <a:cubicBezTo>
                        <a:pt x="1175" y="225"/>
                        <a:pt x="1175" y="225"/>
                        <a:pt x="1175" y="225"/>
                      </a:cubicBezTo>
                      <a:cubicBezTo>
                        <a:pt x="1139" y="224"/>
                        <a:pt x="1139" y="224"/>
                        <a:pt x="1139" y="224"/>
                      </a:cubicBezTo>
                      <a:cubicBezTo>
                        <a:pt x="1132" y="232"/>
                        <a:pt x="1132" y="232"/>
                        <a:pt x="1132" y="232"/>
                      </a:cubicBezTo>
                      <a:cubicBezTo>
                        <a:pt x="1110" y="232"/>
                        <a:pt x="1110" y="232"/>
                        <a:pt x="1110" y="232"/>
                      </a:cubicBezTo>
                      <a:cubicBezTo>
                        <a:pt x="1110" y="232"/>
                        <a:pt x="1076" y="238"/>
                        <a:pt x="1051" y="238"/>
                      </a:cubicBezTo>
                      <a:cubicBezTo>
                        <a:pt x="1026" y="238"/>
                        <a:pt x="1031" y="228"/>
                        <a:pt x="1045" y="223"/>
                      </a:cubicBezTo>
                      <a:cubicBezTo>
                        <a:pt x="1059" y="218"/>
                        <a:pt x="1017" y="215"/>
                        <a:pt x="1017" y="215"/>
                      </a:cubicBezTo>
                      <a:cubicBezTo>
                        <a:pt x="1017" y="215"/>
                        <a:pt x="969" y="213"/>
                        <a:pt x="967" y="221"/>
                      </a:cubicBezTo>
                      <a:cubicBezTo>
                        <a:pt x="965" y="229"/>
                        <a:pt x="969" y="234"/>
                        <a:pt x="969" y="234"/>
                      </a:cubicBezTo>
                      <a:cubicBezTo>
                        <a:pt x="969" y="234"/>
                        <a:pt x="934" y="236"/>
                        <a:pt x="911" y="239"/>
                      </a:cubicBezTo>
                      <a:cubicBezTo>
                        <a:pt x="888" y="242"/>
                        <a:pt x="820" y="255"/>
                        <a:pt x="837" y="261"/>
                      </a:cubicBezTo>
                      <a:cubicBezTo>
                        <a:pt x="854" y="267"/>
                        <a:pt x="877" y="270"/>
                        <a:pt x="877" y="270"/>
                      </a:cubicBezTo>
                      <a:cubicBezTo>
                        <a:pt x="848" y="280"/>
                        <a:pt x="848" y="280"/>
                        <a:pt x="848" y="280"/>
                      </a:cubicBezTo>
                      <a:cubicBezTo>
                        <a:pt x="840" y="307"/>
                        <a:pt x="840" y="307"/>
                        <a:pt x="840" y="307"/>
                      </a:cubicBezTo>
                      <a:cubicBezTo>
                        <a:pt x="840" y="307"/>
                        <a:pt x="864" y="311"/>
                        <a:pt x="880" y="311"/>
                      </a:cubicBezTo>
                      <a:cubicBezTo>
                        <a:pt x="896" y="311"/>
                        <a:pt x="910" y="308"/>
                        <a:pt x="910" y="308"/>
                      </a:cubicBezTo>
                      <a:cubicBezTo>
                        <a:pt x="939" y="316"/>
                        <a:pt x="939" y="316"/>
                        <a:pt x="939" y="316"/>
                      </a:cubicBezTo>
                      <a:cubicBezTo>
                        <a:pt x="948" y="304"/>
                        <a:pt x="948" y="304"/>
                        <a:pt x="948" y="304"/>
                      </a:cubicBezTo>
                      <a:cubicBezTo>
                        <a:pt x="957" y="315"/>
                        <a:pt x="957" y="315"/>
                        <a:pt x="957" y="315"/>
                      </a:cubicBezTo>
                      <a:cubicBezTo>
                        <a:pt x="957" y="315"/>
                        <a:pt x="989" y="297"/>
                        <a:pt x="994" y="297"/>
                      </a:cubicBezTo>
                      <a:cubicBezTo>
                        <a:pt x="999" y="297"/>
                        <a:pt x="1007" y="303"/>
                        <a:pt x="1017" y="299"/>
                      </a:cubicBezTo>
                      <a:cubicBezTo>
                        <a:pt x="1027" y="295"/>
                        <a:pt x="1045" y="281"/>
                        <a:pt x="1046" y="290"/>
                      </a:cubicBezTo>
                      <a:cubicBezTo>
                        <a:pt x="1047" y="299"/>
                        <a:pt x="1037" y="311"/>
                        <a:pt x="1037" y="311"/>
                      </a:cubicBezTo>
                      <a:cubicBezTo>
                        <a:pt x="999" y="312"/>
                        <a:pt x="999" y="312"/>
                        <a:pt x="999" y="312"/>
                      </a:cubicBezTo>
                      <a:cubicBezTo>
                        <a:pt x="1004" y="333"/>
                        <a:pt x="1004" y="333"/>
                        <a:pt x="1004" y="333"/>
                      </a:cubicBezTo>
                      <a:cubicBezTo>
                        <a:pt x="1004" y="333"/>
                        <a:pt x="976" y="360"/>
                        <a:pt x="958" y="361"/>
                      </a:cubicBezTo>
                      <a:cubicBezTo>
                        <a:pt x="940" y="362"/>
                        <a:pt x="920" y="362"/>
                        <a:pt x="920" y="362"/>
                      </a:cubicBezTo>
                      <a:cubicBezTo>
                        <a:pt x="910" y="350"/>
                        <a:pt x="910" y="350"/>
                        <a:pt x="910" y="350"/>
                      </a:cubicBezTo>
                      <a:cubicBezTo>
                        <a:pt x="898" y="357"/>
                        <a:pt x="898" y="357"/>
                        <a:pt x="898" y="357"/>
                      </a:cubicBezTo>
                      <a:cubicBezTo>
                        <a:pt x="898" y="365"/>
                        <a:pt x="898" y="365"/>
                        <a:pt x="898" y="365"/>
                      </a:cubicBezTo>
                      <a:cubicBezTo>
                        <a:pt x="898" y="365"/>
                        <a:pt x="857" y="389"/>
                        <a:pt x="844" y="381"/>
                      </a:cubicBezTo>
                      <a:cubicBezTo>
                        <a:pt x="831" y="373"/>
                        <a:pt x="824" y="371"/>
                        <a:pt x="824" y="371"/>
                      </a:cubicBezTo>
                      <a:cubicBezTo>
                        <a:pt x="762" y="406"/>
                        <a:pt x="762" y="406"/>
                        <a:pt x="762" y="406"/>
                      </a:cubicBezTo>
                      <a:cubicBezTo>
                        <a:pt x="748" y="418"/>
                        <a:pt x="748" y="418"/>
                        <a:pt x="748" y="418"/>
                      </a:cubicBezTo>
                      <a:cubicBezTo>
                        <a:pt x="745" y="404"/>
                        <a:pt x="745" y="404"/>
                        <a:pt x="745" y="404"/>
                      </a:cubicBezTo>
                      <a:cubicBezTo>
                        <a:pt x="745" y="404"/>
                        <a:pt x="720" y="415"/>
                        <a:pt x="706" y="420"/>
                      </a:cubicBezTo>
                      <a:cubicBezTo>
                        <a:pt x="692" y="425"/>
                        <a:pt x="682" y="440"/>
                        <a:pt x="682" y="440"/>
                      </a:cubicBezTo>
                      <a:cubicBezTo>
                        <a:pt x="662" y="434"/>
                        <a:pt x="662" y="434"/>
                        <a:pt x="662" y="434"/>
                      </a:cubicBezTo>
                      <a:cubicBezTo>
                        <a:pt x="662" y="447"/>
                        <a:pt x="662" y="447"/>
                        <a:pt x="662" y="447"/>
                      </a:cubicBezTo>
                      <a:cubicBezTo>
                        <a:pt x="662" y="447"/>
                        <a:pt x="649" y="441"/>
                        <a:pt x="646" y="447"/>
                      </a:cubicBezTo>
                      <a:cubicBezTo>
                        <a:pt x="643" y="453"/>
                        <a:pt x="643" y="462"/>
                        <a:pt x="643" y="462"/>
                      </a:cubicBezTo>
                      <a:cubicBezTo>
                        <a:pt x="636" y="471"/>
                        <a:pt x="636" y="471"/>
                        <a:pt x="636" y="471"/>
                      </a:cubicBezTo>
                      <a:cubicBezTo>
                        <a:pt x="676" y="457"/>
                        <a:pt x="676" y="457"/>
                        <a:pt x="676" y="457"/>
                      </a:cubicBezTo>
                      <a:cubicBezTo>
                        <a:pt x="661" y="469"/>
                        <a:pt x="661" y="469"/>
                        <a:pt x="661" y="469"/>
                      </a:cubicBezTo>
                      <a:cubicBezTo>
                        <a:pt x="661" y="475"/>
                        <a:pt x="661" y="475"/>
                        <a:pt x="661" y="475"/>
                      </a:cubicBezTo>
                      <a:cubicBezTo>
                        <a:pt x="648" y="483"/>
                        <a:pt x="648" y="483"/>
                        <a:pt x="648" y="483"/>
                      </a:cubicBezTo>
                      <a:cubicBezTo>
                        <a:pt x="648" y="483"/>
                        <a:pt x="698" y="482"/>
                        <a:pt x="689" y="491"/>
                      </a:cubicBezTo>
                      <a:cubicBezTo>
                        <a:pt x="680" y="500"/>
                        <a:pt x="658" y="498"/>
                        <a:pt x="658" y="498"/>
                      </a:cubicBezTo>
                      <a:cubicBezTo>
                        <a:pt x="641" y="502"/>
                        <a:pt x="641" y="502"/>
                        <a:pt x="641" y="502"/>
                      </a:cubicBezTo>
                      <a:cubicBezTo>
                        <a:pt x="649" y="494"/>
                        <a:pt x="649" y="494"/>
                        <a:pt x="649" y="494"/>
                      </a:cubicBezTo>
                      <a:cubicBezTo>
                        <a:pt x="640" y="489"/>
                        <a:pt x="640" y="489"/>
                        <a:pt x="640" y="489"/>
                      </a:cubicBezTo>
                      <a:cubicBezTo>
                        <a:pt x="640" y="489"/>
                        <a:pt x="611" y="500"/>
                        <a:pt x="612" y="503"/>
                      </a:cubicBezTo>
                      <a:cubicBezTo>
                        <a:pt x="613" y="506"/>
                        <a:pt x="619" y="510"/>
                        <a:pt x="619" y="510"/>
                      </a:cubicBezTo>
                      <a:cubicBezTo>
                        <a:pt x="619" y="510"/>
                        <a:pt x="608" y="537"/>
                        <a:pt x="612" y="538"/>
                      </a:cubicBezTo>
                      <a:cubicBezTo>
                        <a:pt x="616" y="539"/>
                        <a:pt x="659" y="536"/>
                        <a:pt x="659" y="536"/>
                      </a:cubicBezTo>
                      <a:cubicBezTo>
                        <a:pt x="691" y="518"/>
                        <a:pt x="691" y="518"/>
                        <a:pt x="691" y="518"/>
                      </a:cubicBezTo>
                      <a:cubicBezTo>
                        <a:pt x="738" y="499"/>
                        <a:pt x="738" y="499"/>
                        <a:pt x="738" y="499"/>
                      </a:cubicBezTo>
                      <a:cubicBezTo>
                        <a:pt x="738" y="499"/>
                        <a:pt x="694" y="520"/>
                        <a:pt x="689" y="528"/>
                      </a:cubicBezTo>
                      <a:cubicBezTo>
                        <a:pt x="684" y="536"/>
                        <a:pt x="685" y="552"/>
                        <a:pt x="678" y="554"/>
                      </a:cubicBezTo>
                      <a:cubicBezTo>
                        <a:pt x="671" y="556"/>
                        <a:pt x="659" y="549"/>
                        <a:pt x="653" y="558"/>
                      </a:cubicBezTo>
                      <a:cubicBezTo>
                        <a:pt x="647" y="567"/>
                        <a:pt x="643" y="577"/>
                        <a:pt x="638" y="582"/>
                      </a:cubicBezTo>
                      <a:cubicBezTo>
                        <a:pt x="633" y="587"/>
                        <a:pt x="618" y="596"/>
                        <a:pt x="618" y="596"/>
                      </a:cubicBezTo>
                      <a:cubicBezTo>
                        <a:pt x="654" y="592"/>
                        <a:pt x="654" y="592"/>
                        <a:pt x="654" y="592"/>
                      </a:cubicBezTo>
                      <a:cubicBezTo>
                        <a:pt x="647" y="604"/>
                        <a:pt x="647" y="604"/>
                        <a:pt x="647" y="604"/>
                      </a:cubicBezTo>
                      <a:cubicBezTo>
                        <a:pt x="647" y="604"/>
                        <a:pt x="677" y="573"/>
                        <a:pt x="694" y="576"/>
                      </a:cubicBezTo>
                      <a:cubicBezTo>
                        <a:pt x="711" y="579"/>
                        <a:pt x="702" y="584"/>
                        <a:pt x="702" y="584"/>
                      </a:cubicBezTo>
                      <a:cubicBezTo>
                        <a:pt x="718" y="582"/>
                        <a:pt x="718" y="582"/>
                        <a:pt x="718" y="582"/>
                      </a:cubicBezTo>
                      <a:cubicBezTo>
                        <a:pt x="718" y="582"/>
                        <a:pt x="705" y="607"/>
                        <a:pt x="719" y="607"/>
                      </a:cubicBezTo>
                      <a:cubicBezTo>
                        <a:pt x="733" y="607"/>
                        <a:pt x="750" y="585"/>
                        <a:pt x="750" y="585"/>
                      </a:cubicBezTo>
                      <a:cubicBezTo>
                        <a:pt x="778" y="572"/>
                        <a:pt x="778" y="572"/>
                        <a:pt x="778" y="572"/>
                      </a:cubicBezTo>
                      <a:cubicBezTo>
                        <a:pt x="785" y="580"/>
                        <a:pt x="785" y="580"/>
                        <a:pt x="785" y="580"/>
                      </a:cubicBezTo>
                      <a:cubicBezTo>
                        <a:pt x="765" y="582"/>
                        <a:pt x="765" y="582"/>
                        <a:pt x="765" y="582"/>
                      </a:cubicBezTo>
                      <a:cubicBezTo>
                        <a:pt x="765" y="582"/>
                        <a:pt x="751" y="596"/>
                        <a:pt x="762" y="596"/>
                      </a:cubicBezTo>
                      <a:cubicBezTo>
                        <a:pt x="773" y="596"/>
                        <a:pt x="819" y="583"/>
                        <a:pt x="819" y="583"/>
                      </a:cubicBezTo>
                      <a:cubicBezTo>
                        <a:pt x="847" y="571"/>
                        <a:pt x="847" y="571"/>
                        <a:pt x="847" y="571"/>
                      </a:cubicBezTo>
                      <a:cubicBezTo>
                        <a:pt x="815" y="588"/>
                        <a:pt x="815" y="588"/>
                        <a:pt x="815" y="588"/>
                      </a:cubicBezTo>
                      <a:cubicBezTo>
                        <a:pt x="815" y="598"/>
                        <a:pt x="815" y="598"/>
                        <a:pt x="815" y="598"/>
                      </a:cubicBezTo>
                      <a:cubicBezTo>
                        <a:pt x="815" y="598"/>
                        <a:pt x="797" y="599"/>
                        <a:pt x="786" y="603"/>
                      </a:cubicBezTo>
                      <a:cubicBezTo>
                        <a:pt x="775" y="607"/>
                        <a:pt x="767" y="620"/>
                        <a:pt x="767" y="620"/>
                      </a:cubicBezTo>
                      <a:cubicBezTo>
                        <a:pt x="747" y="622"/>
                        <a:pt x="747" y="622"/>
                        <a:pt x="747" y="622"/>
                      </a:cubicBezTo>
                      <a:cubicBezTo>
                        <a:pt x="723" y="642"/>
                        <a:pt x="723" y="642"/>
                        <a:pt x="723" y="642"/>
                      </a:cubicBezTo>
                      <a:cubicBezTo>
                        <a:pt x="724" y="651"/>
                        <a:pt x="724" y="651"/>
                        <a:pt x="724" y="651"/>
                      </a:cubicBezTo>
                      <a:cubicBezTo>
                        <a:pt x="697" y="654"/>
                        <a:pt x="697" y="654"/>
                        <a:pt x="697" y="654"/>
                      </a:cubicBezTo>
                      <a:cubicBezTo>
                        <a:pt x="697" y="654"/>
                        <a:pt x="652" y="663"/>
                        <a:pt x="647" y="670"/>
                      </a:cubicBezTo>
                      <a:cubicBezTo>
                        <a:pt x="642" y="677"/>
                        <a:pt x="645" y="691"/>
                        <a:pt x="636" y="691"/>
                      </a:cubicBezTo>
                      <a:cubicBezTo>
                        <a:pt x="627" y="691"/>
                        <a:pt x="600" y="691"/>
                        <a:pt x="584" y="693"/>
                      </a:cubicBezTo>
                      <a:cubicBezTo>
                        <a:pt x="568" y="695"/>
                        <a:pt x="515" y="734"/>
                        <a:pt x="515" y="734"/>
                      </a:cubicBezTo>
                      <a:cubicBezTo>
                        <a:pt x="500" y="737"/>
                        <a:pt x="500" y="737"/>
                        <a:pt x="500" y="737"/>
                      </a:cubicBezTo>
                      <a:cubicBezTo>
                        <a:pt x="491" y="747"/>
                        <a:pt x="491" y="747"/>
                        <a:pt x="491" y="747"/>
                      </a:cubicBezTo>
                      <a:cubicBezTo>
                        <a:pt x="490" y="736"/>
                        <a:pt x="490" y="736"/>
                        <a:pt x="490" y="736"/>
                      </a:cubicBezTo>
                      <a:cubicBezTo>
                        <a:pt x="490" y="736"/>
                        <a:pt x="458" y="732"/>
                        <a:pt x="447" y="738"/>
                      </a:cubicBezTo>
                      <a:cubicBezTo>
                        <a:pt x="436" y="744"/>
                        <a:pt x="412" y="754"/>
                        <a:pt x="412" y="754"/>
                      </a:cubicBezTo>
                      <a:cubicBezTo>
                        <a:pt x="403" y="752"/>
                        <a:pt x="403" y="752"/>
                        <a:pt x="403" y="752"/>
                      </a:cubicBezTo>
                      <a:cubicBezTo>
                        <a:pt x="404" y="760"/>
                        <a:pt x="404" y="760"/>
                        <a:pt x="404" y="760"/>
                      </a:cubicBezTo>
                      <a:cubicBezTo>
                        <a:pt x="385" y="763"/>
                        <a:pt x="385" y="763"/>
                        <a:pt x="385" y="763"/>
                      </a:cubicBezTo>
                      <a:cubicBezTo>
                        <a:pt x="378" y="769"/>
                        <a:pt x="378" y="769"/>
                        <a:pt x="378" y="769"/>
                      </a:cubicBezTo>
                      <a:cubicBezTo>
                        <a:pt x="362" y="767"/>
                        <a:pt x="362" y="767"/>
                        <a:pt x="362" y="767"/>
                      </a:cubicBezTo>
                      <a:cubicBezTo>
                        <a:pt x="345" y="782"/>
                        <a:pt x="345" y="782"/>
                        <a:pt x="345" y="782"/>
                      </a:cubicBezTo>
                      <a:cubicBezTo>
                        <a:pt x="350" y="788"/>
                        <a:pt x="350" y="788"/>
                        <a:pt x="350" y="788"/>
                      </a:cubicBezTo>
                      <a:cubicBezTo>
                        <a:pt x="360" y="776"/>
                        <a:pt x="360" y="776"/>
                        <a:pt x="360" y="776"/>
                      </a:cubicBezTo>
                      <a:cubicBezTo>
                        <a:pt x="373" y="783"/>
                        <a:pt x="373" y="783"/>
                        <a:pt x="373" y="783"/>
                      </a:cubicBezTo>
                      <a:cubicBezTo>
                        <a:pt x="387" y="771"/>
                        <a:pt x="387" y="771"/>
                        <a:pt x="387" y="771"/>
                      </a:cubicBezTo>
                      <a:cubicBezTo>
                        <a:pt x="388" y="779"/>
                        <a:pt x="388" y="779"/>
                        <a:pt x="388" y="779"/>
                      </a:cubicBezTo>
                      <a:cubicBezTo>
                        <a:pt x="388" y="779"/>
                        <a:pt x="409" y="778"/>
                        <a:pt x="417" y="771"/>
                      </a:cubicBezTo>
                      <a:cubicBezTo>
                        <a:pt x="425" y="764"/>
                        <a:pt x="441" y="750"/>
                        <a:pt x="450" y="748"/>
                      </a:cubicBezTo>
                      <a:cubicBezTo>
                        <a:pt x="459" y="746"/>
                        <a:pt x="451" y="762"/>
                        <a:pt x="464" y="762"/>
                      </a:cubicBezTo>
                      <a:cubicBezTo>
                        <a:pt x="477" y="762"/>
                        <a:pt x="514" y="746"/>
                        <a:pt x="514" y="746"/>
                      </a:cubicBezTo>
                      <a:cubicBezTo>
                        <a:pt x="536" y="752"/>
                        <a:pt x="536" y="752"/>
                        <a:pt x="536" y="752"/>
                      </a:cubicBezTo>
                      <a:cubicBezTo>
                        <a:pt x="548" y="740"/>
                        <a:pt x="548" y="740"/>
                        <a:pt x="548" y="740"/>
                      </a:cubicBezTo>
                      <a:cubicBezTo>
                        <a:pt x="548" y="740"/>
                        <a:pt x="585" y="738"/>
                        <a:pt x="596" y="729"/>
                      </a:cubicBezTo>
                      <a:cubicBezTo>
                        <a:pt x="607" y="720"/>
                        <a:pt x="619" y="706"/>
                        <a:pt x="628" y="705"/>
                      </a:cubicBezTo>
                      <a:cubicBezTo>
                        <a:pt x="637" y="704"/>
                        <a:pt x="649" y="704"/>
                        <a:pt x="649" y="704"/>
                      </a:cubicBezTo>
                      <a:cubicBezTo>
                        <a:pt x="653" y="697"/>
                        <a:pt x="653" y="697"/>
                        <a:pt x="653" y="697"/>
                      </a:cubicBezTo>
                      <a:cubicBezTo>
                        <a:pt x="677" y="697"/>
                        <a:pt x="677" y="697"/>
                        <a:pt x="677" y="697"/>
                      </a:cubicBezTo>
                      <a:cubicBezTo>
                        <a:pt x="684" y="691"/>
                        <a:pt x="684" y="691"/>
                        <a:pt x="684" y="691"/>
                      </a:cubicBezTo>
                      <a:cubicBezTo>
                        <a:pt x="684" y="691"/>
                        <a:pt x="717" y="684"/>
                        <a:pt x="732" y="677"/>
                      </a:cubicBezTo>
                      <a:cubicBezTo>
                        <a:pt x="747" y="670"/>
                        <a:pt x="762" y="656"/>
                        <a:pt x="762" y="656"/>
                      </a:cubicBezTo>
                      <a:cubicBezTo>
                        <a:pt x="803" y="650"/>
                        <a:pt x="803" y="650"/>
                        <a:pt x="803" y="650"/>
                      </a:cubicBezTo>
                      <a:cubicBezTo>
                        <a:pt x="841" y="628"/>
                        <a:pt x="841" y="628"/>
                        <a:pt x="841" y="628"/>
                      </a:cubicBezTo>
                      <a:cubicBezTo>
                        <a:pt x="841" y="628"/>
                        <a:pt x="885" y="627"/>
                        <a:pt x="892" y="620"/>
                      </a:cubicBezTo>
                      <a:cubicBezTo>
                        <a:pt x="899" y="613"/>
                        <a:pt x="912" y="601"/>
                        <a:pt x="912" y="601"/>
                      </a:cubicBezTo>
                      <a:cubicBezTo>
                        <a:pt x="912" y="601"/>
                        <a:pt x="954" y="594"/>
                        <a:pt x="958" y="586"/>
                      </a:cubicBezTo>
                      <a:cubicBezTo>
                        <a:pt x="962" y="578"/>
                        <a:pt x="947" y="578"/>
                        <a:pt x="947" y="578"/>
                      </a:cubicBezTo>
                      <a:cubicBezTo>
                        <a:pt x="947" y="578"/>
                        <a:pt x="970" y="562"/>
                        <a:pt x="979" y="557"/>
                      </a:cubicBezTo>
                      <a:cubicBezTo>
                        <a:pt x="988" y="552"/>
                        <a:pt x="1015" y="545"/>
                        <a:pt x="1015" y="545"/>
                      </a:cubicBezTo>
                      <a:cubicBezTo>
                        <a:pt x="1066" y="526"/>
                        <a:pt x="1066" y="526"/>
                        <a:pt x="1066" y="526"/>
                      </a:cubicBezTo>
                      <a:cubicBezTo>
                        <a:pt x="1060" y="513"/>
                        <a:pt x="1060" y="513"/>
                        <a:pt x="1060" y="513"/>
                      </a:cubicBezTo>
                      <a:cubicBezTo>
                        <a:pt x="1060" y="513"/>
                        <a:pt x="1083" y="519"/>
                        <a:pt x="1090" y="514"/>
                      </a:cubicBezTo>
                      <a:cubicBezTo>
                        <a:pt x="1097" y="509"/>
                        <a:pt x="1130" y="494"/>
                        <a:pt x="1130" y="494"/>
                      </a:cubicBezTo>
                      <a:cubicBezTo>
                        <a:pt x="1130" y="494"/>
                        <a:pt x="1188" y="470"/>
                        <a:pt x="1196" y="467"/>
                      </a:cubicBezTo>
                      <a:cubicBezTo>
                        <a:pt x="1204" y="464"/>
                        <a:pt x="1234" y="485"/>
                        <a:pt x="1234" y="485"/>
                      </a:cubicBezTo>
                      <a:cubicBezTo>
                        <a:pt x="1210" y="485"/>
                        <a:pt x="1210" y="485"/>
                        <a:pt x="1210" y="485"/>
                      </a:cubicBezTo>
                      <a:cubicBezTo>
                        <a:pt x="1197" y="477"/>
                        <a:pt x="1197" y="477"/>
                        <a:pt x="1197" y="477"/>
                      </a:cubicBezTo>
                      <a:cubicBezTo>
                        <a:pt x="1174" y="493"/>
                        <a:pt x="1174" y="493"/>
                        <a:pt x="1174" y="493"/>
                      </a:cubicBezTo>
                      <a:cubicBezTo>
                        <a:pt x="1151" y="493"/>
                        <a:pt x="1151" y="493"/>
                        <a:pt x="1151" y="493"/>
                      </a:cubicBezTo>
                      <a:cubicBezTo>
                        <a:pt x="1151" y="493"/>
                        <a:pt x="1128" y="515"/>
                        <a:pt x="1119" y="518"/>
                      </a:cubicBezTo>
                      <a:cubicBezTo>
                        <a:pt x="1110" y="521"/>
                        <a:pt x="1071" y="527"/>
                        <a:pt x="1075" y="536"/>
                      </a:cubicBezTo>
                      <a:cubicBezTo>
                        <a:pt x="1079" y="545"/>
                        <a:pt x="1099" y="544"/>
                        <a:pt x="1099" y="544"/>
                      </a:cubicBezTo>
                      <a:cubicBezTo>
                        <a:pt x="1099" y="544"/>
                        <a:pt x="1079" y="552"/>
                        <a:pt x="1075" y="552"/>
                      </a:cubicBezTo>
                      <a:cubicBezTo>
                        <a:pt x="1071" y="552"/>
                        <a:pt x="1042" y="551"/>
                        <a:pt x="1042" y="557"/>
                      </a:cubicBezTo>
                      <a:cubicBezTo>
                        <a:pt x="1042" y="563"/>
                        <a:pt x="1045" y="576"/>
                        <a:pt x="1065" y="568"/>
                      </a:cubicBezTo>
                      <a:cubicBezTo>
                        <a:pt x="1085" y="560"/>
                        <a:pt x="1129" y="536"/>
                        <a:pt x="1147" y="532"/>
                      </a:cubicBezTo>
                      <a:cubicBezTo>
                        <a:pt x="1165" y="528"/>
                        <a:pt x="1197" y="537"/>
                        <a:pt x="1211" y="530"/>
                      </a:cubicBezTo>
                      <a:cubicBezTo>
                        <a:pt x="1225" y="523"/>
                        <a:pt x="1247" y="502"/>
                        <a:pt x="1247" y="502"/>
                      </a:cubicBezTo>
                      <a:cubicBezTo>
                        <a:pt x="1245" y="492"/>
                        <a:pt x="1245" y="492"/>
                        <a:pt x="1245" y="492"/>
                      </a:cubicBezTo>
                      <a:cubicBezTo>
                        <a:pt x="1245" y="492"/>
                        <a:pt x="1299" y="471"/>
                        <a:pt x="1309" y="472"/>
                      </a:cubicBezTo>
                      <a:cubicBezTo>
                        <a:pt x="1319" y="473"/>
                        <a:pt x="1322" y="483"/>
                        <a:pt x="1322" y="483"/>
                      </a:cubicBezTo>
                      <a:cubicBezTo>
                        <a:pt x="1364" y="470"/>
                        <a:pt x="1364" y="470"/>
                        <a:pt x="1364" y="470"/>
                      </a:cubicBezTo>
                      <a:cubicBezTo>
                        <a:pt x="1336" y="492"/>
                        <a:pt x="1336" y="492"/>
                        <a:pt x="1336" y="492"/>
                      </a:cubicBezTo>
                      <a:cubicBezTo>
                        <a:pt x="1350" y="498"/>
                        <a:pt x="1350" y="498"/>
                        <a:pt x="1350" y="498"/>
                      </a:cubicBezTo>
                      <a:cubicBezTo>
                        <a:pt x="1350" y="498"/>
                        <a:pt x="1346" y="510"/>
                        <a:pt x="1350" y="510"/>
                      </a:cubicBezTo>
                      <a:cubicBezTo>
                        <a:pt x="1354" y="510"/>
                        <a:pt x="1395" y="485"/>
                        <a:pt x="1395" y="485"/>
                      </a:cubicBezTo>
                      <a:cubicBezTo>
                        <a:pt x="1395" y="485"/>
                        <a:pt x="1356" y="515"/>
                        <a:pt x="1367" y="520"/>
                      </a:cubicBezTo>
                      <a:cubicBezTo>
                        <a:pt x="1378" y="525"/>
                        <a:pt x="1406" y="526"/>
                        <a:pt x="1406" y="526"/>
                      </a:cubicBezTo>
                      <a:cubicBezTo>
                        <a:pt x="1472" y="532"/>
                        <a:pt x="1472" y="532"/>
                        <a:pt x="1472" y="532"/>
                      </a:cubicBezTo>
                      <a:cubicBezTo>
                        <a:pt x="1493" y="519"/>
                        <a:pt x="1493" y="519"/>
                        <a:pt x="1493" y="519"/>
                      </a:cubicBezTo>
                      <a:cubicBezTo>
                        <a:pt x="1493" y="519"/>
                        <a:pt x="1480" y="541"/>
                        <a:pt x="1491" y="542"/>
                      </a:cubicBezTo>
                      <a:cubicBezTo>
                        <a:pt x="1502" y="543"/>
                        <a:pt x="1534" y="541"/>
                        <a:pt x="1534" y="541"/>
                      </a:cubicBezTo>
                      <a:cubicBezTo>
                        <a:pt x="1556" y="535"/>
                        <a:pt x="1556" y="535"/>
                        <a:pt x="1556" y="535"/>
                      </a:cubicBezTo>
                      <a:cubicBezTo>
                        <a:pt x="1556" y="535"/>
                        <a:pt x="1517" y="549"/>
                        <a:pt x="1520" y="557"/>
                      </a:cubicBezTo>
                      <a:cubicBezTo>
                        <a:pt x="1523" y="565"/>
                        <a:pt x="1541" y="573"/>
                        <a:pt x="1541" y="573"/>
                      </a:cubicBezTo>
                      <a:cubicBezTo>
                        <a:pt x="1541" y="573"/>
                        <a:pt x="1539" y="609"/>
                        <a:pt x="1551" y="609"/>
                      </a:cubicBezTo>
                      <a:cubicBezTo>
                        <a:pt x="1563" y="609"/>
                        <a:pt x="1594" y="606"/>
                        <a:pt x="1594" y="606"/>
                      </a:cubicBezTo>
                      <a:cubicBezTo>
                        <a:pt x="1587" y="585"/>
                        <a:pt x="1587" y="585"/>
                        <a:pt x="1587" y="585"/>
                      </a:cubicBezTo>
                      <a:cubicBezTo>
                        <a:pt x="1601" y="580"/>
                        <a:pt x="1601" y="580"/>
                        <a:pt x="1601" y="580"/>
                      </a:cubicBezTo>
                      <a:cubicBezTo>
                        <a:pt x="1610" y="591"/>
                        <a:pt x="1610" y="591"/>
                        <a:pt x="1610" y="591"/>
                      </a:cubicBezTo>
                      <a:cubicBezTo>
                        <a:pt x="1630" y="585"/>
                        <a:pt x="1630" y="585"/>
                        <a:pt x="1630" y="585"/>
                      </a:cubicBezTo>
                      <a:cubicBezTo>
                        <a:pt x="1630" y="585"/>
                        <a:pt x="1610" y="608"/>
                        <a:pt x="1621" y="612"/>
                      </a:cubicBezTo>
                      <a:cubicBezTo>
                        <a:pt x="1632" y="616"/>
                        <a:pt x="1650" y="586"/>
                        <a:pt x="1650" y="586"/>
                      </a:cubicBezTo>
                      <a:cubicBezTo>
                        <a:pt x="1670" y="557"/>
                        <a:pt x="1670" y="557"/>
                        <a:pt x="1670" y="557"/>
                      </a:cubicBezTo>
                      <a:cubicBezTo>
                        <a:pt x="1652" y="599"/>
                        <a:pt x="1652" y="599"/>
                        <a:pt x="1652" y="599"/>
                      </a:cubicBezTo>
                      <a:cubicBezTo>
                        <a:pt x="1656" y="615"/>
                        <a:pt x="1656" y="615"/>
                        <a:pt x="1656" y="615"/>
                      </a:cubicBezTo>
                      <a:cubicBezTo>
                        <a:pt x="1679" y="607"/>
                        <a:pt x="1679" y="607"/>
                        <a:pt x="1679" y="607"/>
                      </a:cubicBezTo>
                      <a:cubicBezTo>
                        <a:pt x="1664" y="623"/>
                        <a:pt x="1664" y="623"/>
                        <a:pt x="1664" y="623"/>
                      </a:cubicBezTo>
                      <a:cubicBezTo>
                        <a:pt x="1681" y="638"/>
                        <a:pt x="1681" y="638"/>
                        <a:pt x="1681" y="638"/>
                      </a:cubicBezTo>
                      <a:cubicBezTo>
                        <a:pt x="1669" y="635"/>
                        <a:pt x="1669" y="635"/>
                        <a:pt x="1669" y="635"/>
                      </a:cubicBezTo>
                      <a:cubicBezTo>
                        <a:pt x="1667" y="647"/>
                        <a:pt x="1667" y="647"/>
                        <a:pt x="1667" y="647"/>
                      </a:cubicBezTo>
                      <a:cubicBezTo>
                        <a:pt x="1648" y="660"/>
                        <a:pt x="1648" y="660"/>
                        <a:pt x="1648" y="660"/>
                      </a:cubicBezTo>
                      <a:cubicBezTo>
                        <a:pt x="1636" y="670"/>
                        <a:pt x="1636" y="670"/>
                        <a:pt x="1636" y="670"/>
                      </a:cubicBezTo>
                      <a:cubicBezTo>
                        <a:pt x="1657" y="681"/>
                        <a:pt x="1657" y="681"/>
                        <a:pt x="1657" y="681"/>
                      </a:cubicBezTo>
                      <a:cubicBezTo>
                        <a:pt x="1654" y="702"/>
                        <a:pt x="1654" y="702"/>
                        <a:pt x="1654" y="702"/>
                      </a:cubicBezTo>
                      <a:cubicBezTo>
                        <a:pt x="1642" y="714"/>
                        <a:pt x="1642" y="714"/>
                        <a:pt x="1642" y="714"/>
                      </a:cubicBezTo>
                      <a:cubicBezTo>
                        <a:pt x="1654" y="719"/>
                        <a:pt x="1654" y="719"/>
                        <a:pt x="1654" y="719"/>
                      </a:cubicBezTo>
                      <a:cubicBezTo>
                        <a:pt x="1639" y="733"/>
                        <a:pt x="1639" y="733"/>
                        <a:pt x="1639" y="733"/>
                      </a:cubicBezTo>
                      <a:cubicBezTo>
                        <a:pt x="1660" y="733"/>
                        <a:pt x="1660" y="733"/>
                        <a:pt x="1660" y="733"/>
                      </a:cubicBezTo>
                      <a:cubicBezTo>
                        <a:pt x="1685" y="724"/>
                        <a:pt x="1685" y="724"/>
                        <a:pt x="1685" y="724"/>
                      </a:cubicBezTo>
                      <a:cubicBezTo>
                        <a:pt x="1663" y="750"/>
                        <a:pt x="1663" y="750"/>
                        <a:pt x="1663" y="750"/>
                      </a:cubicBezTo>
                      <a:cubicBezTo>
                        <a:pt x="1652" y="760"/>
                        <a:pt x="1652" y="760"/>
                        <a:pt x="1652" y="760"/>
                      </a:cubicBezTo>
                      <a:cubicBezTo>
                        <a:pt x="1667" y="765"/>
                        <a:pt x="1667" y="765"/>
                        <a:pt x="1667" y="765"/>
                      </a:cubicBezTo>
                      <a:cubicBezTo>
                        <a:pt x="1637" y="777"/>
                        <a:pt x="1637" y="777"/>
                        <a:pt x="1637" y="777"/>
                      </a:cubicBezTo>
                      <a:cubicBezTo>
                        <a:pt x="1623" y="785"/>
                        <a:pt x="1623" y="785"/>
                        <a:pt x="1623" y="785"/>
                      </a:cubicBezTo>
                      <a:cubicBezTo>
                        <a:pt x="1637" y="791"/>
                        <a:pt x="1637" y="791"/>
                        <a:pt x="1637" y="791"/>
                      </a:cubicBezTo>
                      <a:cubicBezTo>
                        <a:pt x="1637" y="791"/>
                        <a:pt x="1636" y="794"/>
                        <a:pt x="1634" y="798"/>
                      </a:cubicBezTo>
                      <a:cubicBezTo>
                        <a:pt x="1655" y="788"/>
                        <a:pt x="1676" y="777"/>
                        <a:pt x="1680" y="773"/>
                      </a:cubicBezTo>
                      <a:cubicBezTo>
                        <a:pt x="1690" y="763"/>
                        <a:pt x="1690" y="747"/>
                        <a:pt x="1690" y="747"/>
                      </a:cubicBezTo>
                      <a:cubicBezTo>
                        <a:pt x="1690" y="747"/>
                        <a:pt x="1717" y="736"/>
                        <a:pt x="1717" y="728"/>
                      </a:cubicBezTo>
                      <a:cubicBezTo>
                        <a:pt x="1717" y="720"/>
                        <a:pt x="1707" y="721"/>
                        <a:pt x="1707" y="721"/>
                      </a:cubicBezTo>
                      <a:close/>
                      <a:moveTo>
                        <a:pt x="1598" y="704"/>
                      </a:moveTo>
                      <a:cubicBezTo>
                        <a:pt x="1604" y="718"/>
                        <a:pt x="1624" y="696"/>
                        <a:pt x="1624" y="696"/>
                      </a:cubicBezTo>
                      <a:cubicBezTo>
                        <a:pt x="1639" y="692"/>
                        <a:pt x="1639" y="692"/>
                        <a:pt x="1639" y="692"/>
                      </a:cubicBezTo>
                      <a:cubicBezTo>
                        <a:pt x="1638" y="682"/>
                        <a:pt x="1638" y="682"/>
                        <a:pt x="1638" y="682"/>
                      </a:cubicBezTo>
                      <a:cubicBezTo>
                        <a:pt x="1620" y="679"/>
                        <a:pt x="1620" y="679"/>
                        <a:pt x="1620" y="679"/>
                      </a:cubicBezTo>
                      <a:cubicBezTo>
                        <a:pt x="1620" y="679"/>
                        <a:pt x="1595" y="697"/>
                        <a:pt x="1598" y="704"/>
                      </a:cubicBezTo>
                      <a:close/>
                      <a:moveTo>
                        <a:pt x="1583" y="656"/>
                      </a:moveTo>
                      <a:cubicBezTo>
                        <a:pt x="1576" y="653"/>
                        <a:pt x="1559" y="664"/>
                        <a:pt x="1558" y="670"/>
                      </a:cubicBezTo>
                      <a:cubicBezTo>
                        <a:pt x="1557" y="676"/>
                        <a:pt x="1550" y="689"/>
                        <a:pt x="1550" y="689"/>
                      </a:cubicBezTo>
                      <a:cubicBezTo>
                        <a:pt x="1549" y="698"/>
                        <a:pt x="1549" y="698"/>
                        <a:pt x="1549" y="698"/>
                      </a:cubicBezTo>
                      <a:cubicBezTo>
                        <a:pt x="1549" y="698"/>
                        <a:pt x="1541" y="702"/>
                        <a:pt x="1540" y="709"/>
                      </a:cubicBezTo>
                      <a:cubicBezTo>
                        <a:pt x="1539" y="716"/>
                        <a:pt x="1546" y="720"/>
                        <a:pt x="1546" y="720"/>
                      </a:cubicBezTo>
                      <a:cubicBezTo>
                        <a:pt x="1546" y="720"/>
                        <a:pt x="1559" y="700"/>
                        <a:pt x="1576" y="687"/>
                      </a:cubicBezTo>
                      <a:cubicBezTo>
                        <a:pt x="1593" y="674"/>
                        <a:pt x="1590" y="659"/>
                        <a:pt x="1583" y="656"/>
                      </a:cubicBezTo>
                      <a:close/>
                      <a:moveTo>
                        <a:pt x="525" y="542"/>
                      </a:moveTo>
                      <a:cubicBezTo>
                        <a:pt x="547" y="540"/>
                        <a:pt x="594" y="519"/>
                        <a:pt x="578" y="515"/>
                      </a:cubicBezTo>
                      <a:cubicBezTo>
                        <a:pt x="561" y="510"/>
                        <a:pt x="539" y="507"/>
                        <a:pt x="533" y="513"/>
                      </a:cubicBezTo>
                      <a:cubicBezTo>
                        <a:pt x="527" y="519"/>
                        <a:pt x="514" y="506"/>
                        <a:pt x="510" y="517"/>
                      </a:cubicBezTo>
                      <a:cubicBezTo>
                        <a:pt x="507" y="528"/>
                        <a:pt x="513" y="543"/>
                        <a:pt x="525" y="542"/>
                      </a:cubicBezTo>
                      <a:close/>
                      <a:moveTo>
                        <a:pt x="0" y="886"/>
                      </a:moveTo>
                      <a:cubicBezTo>
                        <a:pt x="41" y="880"/>
                        <a:pt x="41" y="880"/>
                        <a:pt x="41" y="880"/>
                      </a:cubicBezTo>
                      <a:cubicBezTo>
                        <a:pt x="49" y="869"/>
                        <a:pt x="49" y="869"/>
                        <a:pt x="49" y="869"/>
                      </a:cubicBezTo>
                      <a:cubicBezTo>
                        <a:pt x="90" y="863"/>
                        <a:pt x="90" y="863"/>
                        <a:pt x="90" y="863"/>
                      </a:cubicBezTo>
                      <a:cubicBezTo>
                        <a:pt x="76" y="849"/>
                        <a:pt x="76" y="849"/>
                        <a:pt x="76" y="849"/>
                      </a:cubicBezTo>
                      <a:lnTo>
                        <a:pt x="0" y="886"/>
                      </a:lnTo>
                      <a:close/>
                      <a:moveTo>
                        <a:pt x="908" y="635"/>
                      </a:moveTo>
                      <a:cubicBezTo>
                        <a:pt x="905" y="636"/>
                        <a:pt x="892" y="641"/>
                        <a:pt x="892" y="641"/>
                      </a:cubicBezTo>
                      <a:cubicBezTo>
                        <a:pt x="892" y="641"/>
                        <a:pt x="884" y="634"/>
                        <a:pt x="879" y="635"/>
                      </a:cubicBezTo>
                      <a:cubicBezTo>
                        <a:pt x="874" y="636"/>
                        <a:pt x="875" y="651"/>
                        <a:pt x="875" y="651"/>
                      </a:cubicBezTo>
                      <a:cubicBezTo>
                        <a:pt x="859" y="663"/>
                        <a:pt x="859" y="663"/>
                        <a:pt x="859" y="663"/>
                      </a:cubicBezTo>
                      <a:cubicBezTo>
                        <a:pt x="859" y="646"/>
                        <a:pt x="859" y="646"/>
                        <a:pt x="859" y="646"/>
                      </a:cubicBezTo>
                      <a:cubicBezTo>
                        <a:pt x="859" y="646"/>
                        <a:pt x="845" y="641"/>
                        <a:pt x="831" y="654"/>
                      </a:cubicBezTo>
                      <a:cubicBezTo>
                        <a:pt x="831" y="654"/>
                        <a:pt x="814" y="665"/>
                        <a:pt x="811" y="672"/>
                      </a:cubicBezTo>
                      <a:cubicBezTo>
                        <a:pt x="809" y="680"/>
                        <a:pt x="831" y="681"/>
                        <a:pt x="831" y="681"/>
                      </a:cubicBezTo>
                      <a:cubicBezTo>
                        <a:pt x="831" y="681"/>
                        <a:pt x="861" y="681"/>
                        <a:pt x="872" y="676"/>
                      </a:cubicBezTo>
                      <a:cubicBezTo>
                        <a:pt x="884" y="671"/>
                        <a:pt x="881" y="664"/>
                        <a:pt x="881" y="664"/>
                      </a:cubicBezTo>
                      <a:cubicBezTo>
                        <a:pt x="899" y="661"/>
                        <a:pt x="899" y="661"/>
                        <a:pt x="899" y="661"/>
                      </a:cubicBezTo>
                      <a:cubicBezTo>
                        <a:pt x="900" y="655"/>
                        <a:pt x="900" y="655"/>
                        <a:pt x="900" y="655"/>
                      </a:cubicBezTo>
                      <a:cubicBezTo>
                        <a:pt x="925" y="654"/>
                        <a:pt x="925" y="654"/>
                        <a:pt x="925" y="654"/>
                      </a:cubicBezTo>
                      <a:cubicBezTo>
                        <a:pt x="931" y="638"/>
                        <a:pt x="931" y="638"/>
                        <a:pt x="931" y="638"/>
                      </a:cubicBezTo>
                      <a:cubicBezTo>
                        <a:pt x="920" y="640"/>
                        <a:pt x="920" y="640"/>
                        <a:pt x="920" y="640"/>
                      </a:cubicBezTo>
                      <a:cubicBezTo>
                        <a:pt x="920" y="640"/>
                        <a:pt x="912" y="634"/>
                        <a:pt x="908" y="635"/>
                      </a:cubicBezTo>
                      <a:close/>
                      <a:moveTo>
                        <a:pt x="107" y="860"/>
                      </a:moveTo>
                      <a:cubicBezTo>
                        <a:pt x="135" y="859"/>
                        <a:pt x="135" y="859"/>
                        <a:pt x="135" y="859"/>
                      </a:cubicBezTo>
                      <a:cubicBezTo>
                        <a:pt x="161" y="840"/>
                        <a:pt x="161" y="840"/>
                        <a:pt x="161" y="840"/>
                      </a:cubicBezTo>
                      <a:cubicBezTo>
                        <a:pt x="152" y="829"/>
                        <a:pt x="152" y="829"/>
                        <a:pt x="152" y="829"/>
                      </a:cubicBezTo>
                      <a:lnTo>
                        <a:pt x="107" y="860"/>
                      </a:lnTo>
                      <a:close/>
                      <a:moveTo>
                        <a:pt x="1646" y="762"/>
                      </a:moveTo>
                      <a:cubicBezTo>
                        <a:pt x="1652" y="749"/>
                        <a:pt x="1637" y="734"/>
                        <a:pt x="1627" y="744"/>
                      </a:cubicBezTo>
                      <a:cubicBezTo>
                        <a:pt x="1617" y="754"/>
                        <a:pt x="1611" y="784"/>
                        <a:pt x="1611" y="784"/>
                      </a:cubicBezTo>
                      <a:cubicBezTo>
                        <a:pt x="1611" y="784"/>
                        <a:pt x="1624" y="773"/>
                        <a:pt x="1629" y="773"/>
                      </a:cubicBezTo>
                      <a:cubicBezTo>
                        <a:pt x="1634" y="773"/>
                        <a:pt x="1640" y="775"/>
                        <a:pt x="1646" y="762"/>
                      </a:cubicBezTo>
                      <a:close/>
                      <a:moveTo>
                        <a:pt x="953" y="609"/>
                      </a:moveTo>
                      <a:cubicBezTo>
                        <a:pt x="940" y="618"/>
                        <a:pt x="916" y="623"/>
                        <a:pt x="923" y="630"/>
                      </a:cubicBezTo>
                      <a:cubicBezTo>
                        <a:pt x="934" y="641"/>
                        <a:pt x="959" y="629"/>
                        <a:pt x="959" y="629"/>
                      </a:cubicBezTo>
                      <a:cubicBezTo>
                        <a:pt x="966" y="620"/>
                        <a:pt x="966" y="620"/>
                        <a:pt x="966" y="620"/>
                      </a:cubicBezTo>
                      <a:cubicBezTo>
                        <a:pt x="966" y="620"/>
                        <a:pt x="982" y="624"/>
                        <a:pt x="979" y="618"/>
                      </a:cubicBezTo>
                      <a:cubicBezTo>
                        <a:pt x="977" y="612"/>
                        <a:pt x="967" y="600"/>
                        <a:pt x="953" y="609"/>
                      </a:cubicBezTo>
                      <a:close/>
                      <a:moveTo>
                        <a:pt x="331" y="777"/>
                      </a:moveTo>
                      <a:cubicBezTo>
                        <a:pt x="319" y="777"/>
                        <a:pt x="290" y="788"/>
                        <a:pt x="290" y="788"/>
                      </a:cubicBezTo>
                      <a:cubicBezTo>
                        <a:pt x="290" y="788"/>
                        <a:pt x="253" y="802"/>
                        <a:pt x="254" y="809"/>
                      </a:cubicBezTo>
                      <a:cubicBezTo>
                        <a:pt x="256" y="818"/>
                        <a:pt x="270" y="812"/>
                        <a:pt x="289" y="806"/>
                      </a:cubicBezTo>
                      <a:cubicBezTo>
                        <a:pt x="308" y="799"/>
                        <a:pt x="328" y="809"/>
                        <a:pt x="335" y="803"/>
                      </a:cubicBezTo>
                      <a:cubicBezTo>
                        <a:pt x="342" y="797"/>
                        <a:pt x="344" y="777"/>
                        <a:pt x="331" y="777"/>
                      </a:cubicBezTo>
                      <a:close/>
                      <a:moveTo>
                        <a:pt x="219" y="828"/>
                      </a:moveTo>
                      <a:cubicBezTo>
                        <a:pt x="221" y="814"/>
                        <a:pt x="221" y="814"/>
                        <a:pt x="221" y="814"/>
                      </a:cubicBezTo>
                      <a:cubicBezTo>
                        <a:pt x="184" y="829"/>
                        <a:pt x="184" y="829"/>
                        <a:pt x="184" y="829"/>
                      </a:cubicBezTo>
                      <a:lnTo>
                        <a:pt x="219" y="828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6" name="Freeform 358"/>
                <p:cNvSpPr>
                  <a:spLocks noEditPoints="1"/>
                </p:cNvSpPr>
                <p:nvPr/>
              </p:nvSpPr>
              <p:spPr bwMode="gray">
                <a:xfrm>
                  <a:off x="-19227" y="-16252"/>
                  <a:ext cx="6163" cy="3081"/>
                </a:xfrm>
                <a:custGeom>
                  <a:avLst/>
                  <a:gdLst>
                    <a:gd name="T0" fmla="*/ 2480 w 2609"/>
                    <a:gd name="T1" fmla="*/ 201 h 1304"/>
                    <a:gd name="T2" fmla="*/ 2188 w 2609"/>
                    <a:gd name="T3" fmla="*/ 278 h 1304"/>
                    <a:gd name="T4" fmla="*/ 2132 w 2609"/>
                    <a:gd name="T5" fmla="*/ 324 h 1304"/>
                    <a:gd name="T6" fmla="*/ 2049 w 2609"/>
                    <a:gd name="T7" fmla="*/ 357 h 1304"/>
                    <a:gd name="T8" fmla="*/ 1824 w 2609"/>
                    <a:gd name="T9" fmla="*/ 413 h 1304"/>
                    <a:gd name="T10" fmla="*/ 1906 w 2609"/>
                    <a:gd name="T11" fmla="*/ 294 h 1304"/>
                    <a:gd name="T12" fmla="*/ 1888 w 2609"/>
                    <a:gd name="T13" fmla="*/ 211 h 1304"/>
                    <a:gd name="T14" fmla="*/ 1909 w 2609"/>
                    <a:gd name="T15" fmla="*/ 159 h 1304"/>
                    <a:gd name="T16" fmla="*/ 1821 w 2609"/>
                    <a:gd name="T17" fmla="*/ 151 h 1304"/>
                    <a:gd name="T18" fmla="*/ 1700 w 2609"/>
                    <a:gd name="T19" fmla="*/ 142 h 1304"/>
                    <a:gd name="T20" fmla="*/ 1667 w 2609"/>
                    <a:gd name="T21" fmla="*/ 101 h 1304"/>
                    <a:gd name="T22" fmla="*/ 1627 w 2609"/>
                    <a:gd name="T23" fmla="*/ 67 h 1304"/>
                    <a:gd name="T24" fmla="*/ 1510 w 2609"/>
                    <a:gd name="T25" fmla="*/ 35 h 1304"/>
                    <a:gd name="T26" fmla="*/ 292 w 2609"/>
                    <a:gd name="T27" fmla="*/ 130 h 1304"/>
                    <a:gd name="T28" fmla="*/ 255 w 2609"/>
                    <a:gd name="T29" fmla="*/ 78 h 1304"/>
                    <a:gd name="T30" fmla="*/ 250 w 2609"/>
                    <a:gd name="T31" fmla="*/ 177 h 1304"/>
                    <a:gd name="T32" fmla="*/ 66 w 2609"/>
                    <a:gd name="T33" fmla="*/ 387 h 1304"/>
                    <a:gd name="T34" fmla="*/ 29 w 2609"/>
                    <a:gd name="T35" fmla="*/ 605 h 1304"/>
                    <a:gd name="T36" fmla="*/ 20 w 2609"/>
                    <a:gd name="T37" fmla="*/ 688 h 1304"/>
                    <a:gd name="T38" fmla="*/ 108 w 2609"/>
                    <a:gd name="T39" fmla="*/ 822 h 1304"/>
                    <a:gd name="T40" fmla="*/ 380 w 2609"/>
                    <a:gd name="T41" fmla="*/ 973 h 1304"/>
                    <a:gd name="T42" fmla="*/ 625 w 2609"/>
                    <a:gd name="T43" fmla="*/ 975 h 1304"/>
                    <a:gd name="T44" fmla="*/ 756 w 2609"/>
                    <a:gd name="T45" fmla="*/ 1047 h 1304"/>
                    <a:gd name="T46" fmla="*/ 851 w 2609"/>
                    <a:gd name="T47" fmla="*/ 1169 h 1304"/>
                    <a:gd name="T48" fmla="*/ 914 w 2609"/>
                    <a:gd name="T49" fmla="*/ 1254 h 1304"/>
                    <a:gd name="T50" fmla="*/ 950 w 2609"/>
                    <a:gd name="T51" fmla="*/ 1180 h 1304"/>
                    <a:gd name="T52" fmla="*/ 999 w 2609"/>
                    <a:gd name="T53" fmla="*/ 1128 h 1304"/>
                    <a:gd name="T54" fmla="*/ 1143 w 2609"/>
                    <a:gd name="T55" fmla="*/ 1040 h 1304"/>
                    <a:gd name="T56" fmla="*/ 1288 w 2609"/>
                    <a:gd name="T57" fmla="*/ 1079 h 1304"/>
                    <a:gd name="T58" fmla="*/ 1354 w 2609"/>
                    <a:gd name="T59" fmla="*/ 1087 h 1304"/>
                    <a:gd name="T60" fmla="*/ 1365 w 2609"/>
                    <a:gd name="T61" fmla="*/ 1024 h 1304"/>
                    <a:gd name="T62" fmla="*/ 1487 w 2609"/>
                    <a:gd name="T63" fmla="*/ 1024 h 1304"/>
                    <a:gd name="T64" fmla="*/ 1616 w 2609"/>
                    <a:gd name="T65" fmla="*/ 1079 h 1304"/>
                    <a:gd name="T66" fmla="*/ 1634 w 2609"/>
                    <a:gd name="T67" fmla="*/ 1212 h 1304"/>
                    <a:gd name="T68" fmla="*/ 1681 w 2609"/>
                    <a:gd name="T69" fmla="*/ 1304 h 1304"/>
                    <a:gd name="T70" fmla="*/ 1730 w 2609"/>
                    <a:gd name="T71" fmla="*/ 1112 h 1304"/>
                    <a:gd name="T72" fmla="*/ 1780 w 2609"/>
                    <a:gd name="T73" fmla="*/ 919 h 1304"/>
                    <a:gd name="T74" fmla="*/ 1864 w 2609"/>
                    <a:gd name="T75" fmla="*/ 859 h 1304"/>
                    <a:gd name="T76" fmla="*/ 2013 w 2609"/>
                    <a:gd name="T77" fmla="*/ 773 h 1304"/>
                    <a:gd name="T78" fmla="*/ 2015 w 2609"/>
                    <a:gd name="T79" fmla="*/ 726 h 1304"/>
                    <a:gd name="T80" fmla="*/ 2016 w 2609"/>
                    <a:gd name="T81" fmla="*/ 647 h 1304"/>
                    <a:gd name="T82" fmla="*/ 2025 w 2609"/>
                    <a:gd name="T83" fmla="*/ 586 h 1304"/>
                    <a:gd name="T84" fmla="*/ 2077 w 2609"/>
                    <a:gd name="T85" fmla="*/ 596 h 1304"/>
                    <a:gd name="T86" fmla="*/ 2136 w 2609"/>
                    <a:gd name="T87" fmla="*/ 513 h 1304"/>
                    <a:gd name="T88" fmla="*/ 2240 w 2609"/>
                    <a:gd name="T89" fmla="*/ 475 h 1304"/>
                    <a:gd name="T90" fmla="*/ 2355 w 2609"/>
                    <a:gd name="T91" fmla="*/ 411 h 1304"/>
                    <a:gd name="T92" fmla="*/ 2409 w 2609"/>
                    <a:gd name="T93" fmla="*/ 388 h 1304"/>
                    <a:gd name="T94" fmla="*/ 2423 w 2609"/>
                    <a:gd name="T95" fmla="*/ 324 h 1304"/>
                    <a:gd name="T96" fmla="*/ 2556 w 2609"/>
                    <a:gd name="T97" fmla="*/ 260 h 1304"/>
                    <a:gd name="T98" fmla="*/ 2582 w 2609"/>
                    <a:gd name="T99" fmla="*/ 202 h 1304"/>
                    <a:gd name="T100" fmla="*/ 1784 w 2609"/>
                    <a:gd name="T101" fmla="*/ 255 h 1304"/>
                    <a:gd name="T102" fmla="*/ 1734 w 2609"/>
                    <a:gd name="T103" fmla="*/ 342 h 1304"/>
                    <a:gd name="T104" fmla="*/ 1687 w 2609"/>
                    <a:gd name="T105" fmla="*/ 307 h 1304"/>
                    <a:gd name="T106" fmla="*/ 1772 w 2609"/>
                    <a:gd name="T107" fmla="*/ 194 h 1304"/>
                    <a:gd name="T108" fmla="*/ 1862 w 2609"/>
                    <a:gd name="T109" fmla="*/ 199 h 13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609" h="1304">
                      <a:moveTo>
                        <a:pt x="2570" y="119"/>
                      </a:moveTo>
                      <a:cubicBezTo>
                        <a:pt x="2558" y="119"/>
                        <a:pt x="2567" y="110"/>
                        <a:pt x="2554" y="110"/>
                      </a:cubicBezTo>
                      <a:cubicBezTo>
                        <a:pt x="2541" y="110"/>
                        <a:pt x="2530" y="131"/>
                        <a:pt x="2530" y="131"/>
                      </a:cubicBezTo>
                      <a:cubicBezTo>
                        <a:pt x="2503" y="150"/>
                        <a:pt x="2503" y="150"/>
                        <a:pt x="2503" y="150"/>
                      </a:cubicBezTo>
                      <a:cubicBezTo>
                        <a:pt x="2503" y="164"/>
                        <a:pt x="2503" y="164"/>
                        <a:pt x="2503" y="164"/>
                      </a:cubicBezTo>
                      <a:cubicBezTo>
                        <a:pt x="2503" y="164"/>
                        <a:pt x="2495" y="172"/>
                        <a:pt x="2489" y="172"/>
                      </a:cubicBezTo>
                      <a:cubicBezTo>
                        <a:pt x="2483" y="172"/>
                        <a:pt x="2480" y="194"/>
                        <a:pt x="2480" y="201"/>
                      </a:cubicBezTo>
                      <a:cubicBezTo>
                        <a:pt x="2480" y="208"/>
                        <a:pt x="2473" y="201"/>
                        <a:pt x="2463" y="201"/>
                      </a:cubicBezTo>
                      <a:cubicBezTo>
                        <a:pt x="2454" y="201"/>
                        <a:pt x="2443" y="222"/>
                        <a:pt x="2443" y="222"/>
                      </a:cubicBezTo>
                      <a:cubicBezTo>
                        <a:pt x="2443" y="222"/>
                        <a:pt x="2435" y="223"/>
                        <a:pt x="2423" y="223"/>
                      </a:cubicBezTo>
                      <a:cubicBezTo>
                        <a:pt x="2411" y="223"/>
                        <a:pt x="2411" y="238"/>
                        <a:pt x="2411" y="238"/>
                      </a:cubicBezTo>
                      <a:cubicBezTo>
                        <a:pt x="2411" y="238"/>
                        <a:pt x="2280" y="238"/>
                        <a:pt x="2263" y="238"/>
                      </a:cubicBezTo>
                      <a:cubicBezTo>
                        <a:pt x="2246" y="238"/>
                        <a:pt x="2212" y="276"/>
                        <a:pt x="2204" y="276"/>
                      </a:cubicBezTo>
                      <a:cubicBezTo>
                        <a:pt x="2196" y="276"/>
                        <a:pt x="2194" y="278"/>
                        <a:pt x="2188" y="278"/>
                      </a:cubicBezTo>
                      <a:cubicBezTo>
                        <a:pt x="2187" y="278"/>
                        <a:pt x="2185" y="279"/>
                        <a:pt x="2183" y="280"/>
                      </a:cubicBezTo>
                      <a:cubicBezTo>
                        <a:pt x="2188" y="285"/>
                        <a:pt x="2189" y="291"/>
                        <a:pt x="2189" y="291"/>
                      </a:cubicBezTo>
                      <a:cubicBezTo>
                        <a:pt x="2189" y="291"/>
                        <a:pt x="2188" y="299"/>
                        <a:pt x="2181" y="305"/>
                      </a:cubicBezTo>
                      <a:cubicBezTo>
                        <a:pt x="2174" y="311"/>
                        <a:pt x="2174" y="321"/>
                        <a:pt x="2174" y="321"/>
                      </a:cubicBezTo>
                      <a:cubicBezTo>
                        <a:pt x="2162" y="320"/>
                        <a:pt x="2162" y="320"/>
                        <a:pt x="2162" y="320"/>
                      </a:cubicBezTo>
                      <a:cubicBezTo>
                        <a:pt x="2162" y="320"/>
                        <a:pt x="2162" y="324"/>
                        <a:pt x="2150" y="329"/>
                      </a:cubicBezTo>
                      <a:cubicBezTo>
                        <a:pt x="2138" y="334"/>
                        <a:pt x="2132" y="324"/>
                        <a:pt x="2132" y="324"/>
                      </a:cubicBezTo>
                      <a:cubicBezTo>
                        <a:pt x="2132" y="324"/>
                        <a:pt x="2127" y="332"/>
                        <a:pt x="2114" y="333"/>
                      </a:cubicBezTo>
                      <a:cubicBezTo>
                        <a:pt x="2101" y="334"/>
                        <a:pt x="2097" y="324"/>
                        <a:pt x="2088" y="323"/>
                      </a:cubicBezTo>
                      <a:cubicBezTo>
                        <a:pt x="2079" y="322"/>
                        <a:pt x="2072" y="330"/>
                        <a:pt x="2051" y="335"/>
                      </a:cubicBezTo>
                      <a:cubicBezTo>
                        <a:pt x="2050" y="335"/>
                        <a:pt x="2048" y="336"/>
                        <a:pt x="2047" y="336"/>
                      </a:cubicBezTo>
                      <a:cubicBezTo>
                        <a:pt x="2048" y="340"/>
                        <a:pt x="2048" y="344"/>
                        <a:pt x="2046" y="350"/>
                      </a:cubicBezTo>
                      <a:cubicBezTo>
                        <a:pt x="2045" y="352"/>
                        <a:pt x="2043" y="354"/>
                        <a:pt x="2040" y="357"/>
                      </a:cubicBezTo>
                      <a:cubicBezTo>
                        <a:pt x="2049" y="357"/>
                        <a:pt x="2049" y="357"/>
                        <a:pt x="2049" y="357"/>
                      </a:cubicBezTo>
                      <a:cubicBezTo>
                        <a:pt x="2049" y="357"/>
                        <a:pt x="1969" y="398"/>
                        <a:pt x="1961" y="401"/>
                      </a:cubicBezTo>
                      <a:cubicBezTo>
                        <a:pt x="1953" y="404"/>
                        <a:pt x="1945" y="407"/>
                        <a:pt x="1925" y="412"/>
                      </a:cubicBezTo>
                      <a:cubicBezTo>
                        <a:pt x="1905" y="417"/>
                        <a:pt x="1897" y="423"/>
                        <a:pt x="1890" y="426"/>
                      </a:cubicBezTo>
                      <a:cubicBezTo>
                        <a:pt x="1883" y="429"/>
                        <a:pt x="1871" y="427"/>
                        <a:pt x="1871" y="427"/>
                      </a:cubicBezTo>
                      <a:cubicBezTo>
                        <a:pt x="1871" y="427"/>
                        <a:pt x="1871" y="432"/>
                        <a:pt x="1859" y="433"/>
                      </a:cubicBezTo>
                      <a:cubicBezTo>
                        <a:pt x="1847" y="434"/>
                        <a:pt x="1846" y="423"/>
                        <a:pt x="1846" y="423"/>
                      </a:cubicBezTo>
                      <a:cubicBezTo>
                        <a:pt x="1846" y="423"/>
                        <a:pt x="1824" y="420"/>
                        <a:pt x="1824" y="413"/>
                      </a:cubicBezTo>
                      <a:cubicBezTo>
                        <a:pt x="1824" y="413"/>
                        <a:pt x="1837" y="407"/>
                        <a:pt x="1848" y="402"/>
                      </a:cubicBezTo>
                      <a:cubicBezTo>
                        <a:pt x="1847" y="401"/>
                        <a:pt x="1847" y="400"/>
                        <a:pt x="1846" y="400"/>
                      </a:cubicBezTo>
                      <a:cubicBezTo>
                        <a:pt x="1836" y="390"/>
                        <a:pt x="1881" y="368"/>
                        <a:pt x="1889" y="368"/>
                      </a:cubicBezTo>
                      <a:cubicBezTo>
                        <a:pt x="1897" y="368"/>
                        <a:pt x="1895" y="347"/>
                        <a:pt x="1895" y="347"/>
                      </a:cubicBezTo>
                      <a:cubicBezTo>
                        <a:pt x="1895" y="347"/>
                        <a:pt x="1898" y="343"/>
                        <a:pt x="1902" y="338"/>
                      </a:cubicBezTo>
                      <a:cubicBezTo>
                        <a:pt x="1902" y="337"/>
                        <a:pt x="1901" y="337"/>
                        <a:pt x="1901" y="337"/>
                      </a:cubicBezTo>
                      <a:cubicBezTo>
                        <a:pt x="1895" y="331"/>
                        <a:pt x="1908" y="302"/>
                        <a:pt x="1906" y="294"/>
                      </a:cubicBezTo>
                      <a:cubicBezTo>
                        <a:pt x="1904" y="286"/>
                        <a:pt x="1890" y="293"/>
                        <a:pt x="1884" y="298"/>
                      </a:cubicBezTo>
                      <a:cubicBezTo>
                        <a:pt x="1878" y="303"/>
                        <a:pt x="1850" y="321"/>
                        <a:pt x="1848" y="308"/>
                      </a:cubicBezTo>
                      <a:cubicBezTo>
                        <a:pt x="1847" y="302"/>
                        <a:pt x="1871" y="288"/>
                        <a:pt x="1874" y="283"/>
                      </a:cubicBezTo>
                      <a:cubicBezTo>
                        <a:pt x="1877" y="278"/>
                        <a:pt x="1888" y="275"/>
                        <a:pt x="1897" y="269"/>
                      </a:cubicBezTo>
                      <a:cubicBezTo>
                        <a:pt x="1906" y="263"/>
                        <a:pt x="1898" y="240"/>
                        <a:pt x="1898" y="240"/>
                      </a:cubicBezTo>
                      <a:cubicBezTo>
                        <a:pt x="1898" y="240"/>
                        <a:pt x="1901" y="245"/>
                        <a:pt x="1909" y="228"/>
                      </a:cubicBezTo>
                      <a:cubicBezTo>
                        <a:pt x="1917" y="211"/>
                        <a:pt x="1897" y="218"/>
                        <a:pt x="1888" y="211"/>
                      </a:cubicBezTo>
                      <a:cubicBezTo>
                        <a:pt x="1879" y="204"/>
                        <a:pt x="1879" y="198"/>
                        <a:pt x="1879" y="198"/>
                      </a:cubicBezTo>
                      <a:cubicBezTo>
                        <a:pt x="1879" y="198"/>
                        <a:pt x="1876" y="205"/>
                        <a:pt x="1871" y="200"/>
                      </a:cubicBezTo>
                      <a:cubicBezTo>
                        <a:pt x="1866" y="195"/>
                        <a:pt x="1872" y="185"/>
                        <a:pt x="1872" y="185"/>
                      </a:cubicBezTo>
                      <a:cubicBezTo>
                        <a:pt x="1896" y="189"/>
                        <a:pt x="1896" y="189"/>
                        <a:pt x="1896" y="189"/>
                      </a:cubicBezTo>
                      <a:cubicBezTo>
                        <a:pt x="1896" y="189"/>
                        <a:pt x="1900" y="186"/>
                        <a:pt x="1897" y="178"/>
                      </a:cubicBezTo>
                      <a:cubicBezTo>
                        <a:pt x="1896" y="174"/>
                        <a:pt x="1900" y="174"/>
                        <a:pt x="1905" y="174"/>
                      </a:cubicBezTo>
                      <a:cubicBezTo>
                        <a:pt x="1909" y="159"/>
                        <a:pt x="1909" y="159"/>
                        <a:pt x="1909" y="159"/>
                      </a:cubicBezTo>
                      <a:cubicBezTo>
                        <a:pt x="1896" y="159"/>
                        <a:pt x="1896" y="159"/>
                        <a:pt x="1896" y="159"/>
                      </a:cubicBezTo>
                      <a:cubicBezTo>
                        <a:pt x="1894" y="167"/>
                        <a:pt x="1894" y="167"/>
                        <a:pt x="1894" y="167"/>
                      </a:cubicBezTo>
                      <a:cubicBezTo>
                        <a:pt x="1878" y="161"/>
                        <a:pt x="1878" y="161"/>
                        <a:pt x="1878" y="161"/>
                      </a:cubicBezTo>
                      <a:cubicBezTo>
                        <a:pt x="1877" y="147"/>
                        <a:pt x="1877" y="147"/>
                        <a:pt x="1877" y="147"/>
                      </a:cubicBezTo>
                      <a:cubicBezTo>
                        <a:pt x="1868" y="149"/>
                        <a:pt x="1868" y="149"/>
                        <a:pt x="1868" y="149"/>
                      </a:cubicBezTo>
                      <a:cubicBezTo>
                        <a:pt x="1857" y="154"/>
                        <a:pt x="1857" y="154"/>
                        <a:pt x="1857" y="154"/>
                      </a:cubicBezTo>
                      <a:cubicBezTo>
                        <a:pt x="1821" y="151"/>
                        <a:pt x="1821" y="151"/>
                        <a:pt x="1821" y="151"/>
                      </a:cubicBezTo>
                      <a:cubicBezTo>
                        <a:pt x="1821" y="151"/>
                        <a:pt x="1808" y="162"/>
                        <a:pt x="1787" y="160"/>
                      </a:cubicBezTo>
                      <a:cubicBezTo>
                        <a:pt x="1766" y="158"/>
                        <a:pt x="1771" y="144"/>
                        <a:pt x="1767" y="139"/>
                      </a:cubicBezTo>
                      <a:cubicBezTo>
                        <a:pt x="1763" y="134"/>
                        <a:pt x="1743" y="145"/>
                        <a:pt x="1740" y="136"/>
                      </a:cubicBezTo>
                      <a:cubicBezTo>
                        <a:pt x="1777" y="115"/>
                        <a:pt x="1777" y="115"/>
                        <a:pt x="1777" y="115"/>
                      </a:cubicBezTo>
                      <a:cubicBezTo>
                        <a:pt x="1777" y="115"/>
                        <a:pt x="1772" y="110"/>
                        <a:pt x="1765" y="110"/>
                      </a:cubicBezTo>
                      <a:cubicBezTo>
                        <a:pt x="1758" y="110"/>
                        <a:pt x="1744" y="122"/>
                        <a:pt x="1740" y="123"/>
                      </a:cubicBezTo>
                      <a:cubicBezTo>
                        <a:pt x="1736" y="124"/>
                        <a:pt x="1714" y="137"/>
                        <a:pt x="1700" y="142"/>
                      </a:cubicBezTo>
                      <a:cubicBezTo>
                        <a:pt x="1686" y="147"/>
                        <a:pt x="1670" y="144"/>
                        <a:pt x="1670" y="144"/>
                      </a:cubicBezTo>
                      <a:cubicBezTo>
                        <a:pt x="1664" y="153"/>
                        <a:pt x="1664" y="153"/>
                        <a:pt x="1664" y="153"/>
                      </a:cubicBezTo>
                      <a:cubicBezTo>
                        <a:pt x="1664" y="153"/>
                        <a:pt x="1640" y="155"/>
                        <a:pt x="1631" y="154"/>
                      </a:cubicBezTo>
                      <a:cubicBezTo>
                        <a:pt x="1622" y="153"/>
                        <a:pt x="1646" y="136"/>
                        <a:pt x="1646" y="136"/>
                      </a:cubicBezTo>
                      <a:cubicBezTo>
                        <a:pt x="1646" y="136"/>
                        <a:pt x="1636" y="140"/>
                        <a:pt x="1617" y="141"/>
                      </a:cubicBezTo>
                      <a:cubicBezTo>
                        <a:pt x="1598" y="142"/>
                        <a:pt x="1596" y="154"/>
                        <a:pt x="1579" y="148"/>
                      </a:cubicBezTo>
                      <a:cubicBezTo>
                        <a:pt x="1562" y="142"/>
                        <a:pt x="1655" y="109"/>
                        <a:pt x="1667" y="101"/>
                      </a:cubicBezTo>
                      <a:cubicBezTo>
                        <a:pt x="1679" y="93"/>
                        <a:pt x="1694" y="90"/>
                        <a:pt x="1713" y="86"/>
                      </a:cubicBezTo>
                      <a:cubicBezTo>
                        <a:pt x="1718" y="85"/>
                        <a:pt x="1722" y="83"/>
                        <a:pt x="1726" y="80"/>
                      </a:cubicBezTo>
                      <a:cubicBezTo>
                        <a:pt x="1698" y="80"/>
                        <a:pt x="1701" y="74"/>
                        <a:pt x="1701" y="74"/>
                      </a:cubicBezTo>
                      <a:cubicBezTo>
                        <a:pt x="1671" y="75"/>
                        <a:pt x="1671" y="75"/>
                        <a:pt x="1671" y="75"/>
                      </a:cubicBezTo>
                      <a:cubicBezTo>
                        <a:pt x="1671" y="65"/>
                        <a:pt x="1671" y="65"/>
                        <a:pt x="1671" y="65"/>
                      </a:cubicBezTo>
                      <a:cubicBezTo>
                        <a:pt x="1671" y="65"/>
                        <a:pt x="1655" y="76"/>
                        <a:pt x="1649" y="82"/>
                      </a:cubicBezTo>
                      <a:cubicBezTo>
                        <a:pt x="1643" y="88"/>
                        <a:pt x="1630" y="64"/>
                        <a:pt x="1627" y="67"/>
                      </a:cubicBezTo>
                      <a:cubicBezTo>
                        <a:pt x="1624" y="70"/>
                        <a:pt x="1617" y="67"/>
                        <a:pt x="1611" y="67"/>
                      </a:cubicBezTo>
                      <a:cubicBezTo>
                        <a:pt x="1605" y="67"/>
                        <a:pt x="1602" y="47"/>
                        <a:pt x="1589" y="47"/>
                      </a:cubicBezTo>
                      <a:cubicBezTo>
                        <a:pt x="1576" y="47"/>
                        <a:pt x="1578" y="59"/>
                        <a:pt x="1570" y="59"/>
                      </a:cubicBezTo>
                      <a:cubicBezTo>
                        <a:pt x="1562" y="59"/>
                        <a:pt x="1555" y="49"/>
                        <a:pt x="1555" y="49"/>
                      </a:cubicBezTo>
                      <a:cubicBezTo>
                        <a:pt x="1555" y="49"/>
                        <a:pt x="1536" y="48"/>
                        <a:pt x="1528" y="40"/>
                      </a:cubicBezTo>
                      <a:cubicBezTo>
                        <a:pt x="1519" y="31"/>
                        <a:pt x="1544" y="21"/>
                        <a:pt x="1534" y="11"/>
                      </a:cubicBezTo>
                      <a:cubicBezTo>
                        <a:pt x="1524" y="0"/>
                        <a:pt x="1510" y="35"/>
                        <a:pt x="1510" y="35"/>
                      </a:cubicBezTo>
                      <a:cubicBezTo>
                        <a:pt x="368" y="35"/>
                        <a:pt x="368" y="35"/>
                        <a:pt x="368" y="35"/>
                      </a:cubicBezTo>
                      <a:cubicBezTo>
                        <a:pt x="367" y="42"/>
                        <a:pt x="365" y="48"/>
                        <a:pt x="364" y="50"/>
                      </a:cubicBezTo>
                      <a:cubicBezTo>
                        <a:pt x="360" y="56"/>
                        <a:pt x="359" y="80"/>
                        <a:pt x="359" y="80"/>
                      </a:cubicBezTo>
                      <a:cubicBezTo>
                        <a:pt x="337" y="92"/>
                        <a:pt x="337" y="92"/>
                        <a:pt x="337" y="92"/>
                      </a:cubicBezTo>
                      <a:cubicBezTo>
                        <a:pt x="335" y="104"/>
                        <a:pt x="335" y="104"/>
                        <a:pt x="335" y="104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292" y="130"/>
                        <a:pt x="292" y="130"/>
                        <a:pt x="292" y="130"/>
                      </a:cubicBezTo>
                      <a:cubicBezTo>
                        <a:pt x="315" y="117"/>
                        <a:pt x="315" y="117"/>
                        <a:pt x="315" y="117"/>
                      </a:cubicBezTo>
                      <a:cubicBezTo>
                        <a:pt x="300" y="115"/>
                        <a:pt x="300" y="115"/>
                        <a:pt x="300" y="115"/>
                      </a:cubicBezTo>
                      <a:cubicBezTo>
                        <a:pt x="300" y="115"/>
                        <a:pt x="314" y="95"/>
                        <a:pt x="318" y="92"/>
                      </a:cubicBezTo>
                      <a:cubicBezTo>
                        <a:pt x="322" y="89"/>
                        <a:pt x="342" y="75"/>
                        <a:pt x="332" y="75"/>
                      </a:cubicBezTo>
                      <a:cubicBezTo>
                        <a:pt x="322" y="75"/>
                        <a:pt x="313" y="77"/>
                        <a:pt x="303" y="76"/>
                      </a:cubicBezTo>
                      <a:cubicBezTo>
                        <a:pt x="293" y="75"/>
                        <a:pt x="284" y="57"/>
                        <a:pt x="275" y="61"/>
                      </a:cubicBezTo>
                      <a:cubicBezTo>
                        <a:pt x="266" y="65"/>
                        <a:pt x="257" y="57"/>
                        <a:pt x="255" y="78"/>
                      </a:cubicBezTo>
                      <a:cubicBezTo>
                        <a:pt x="253" y="99"/>
                        <a:pt x="255" y="111"/>
                        <a:pt x="252" y="113"/>
                      </a:cubicBezTo>
                      <a:cubicBezTo>
                        <a:pt x="249" y="115"/>
                        <a:pt x="239" y="130"/>
                        <a:pt x="239" y="130"/>
                      </a:cubicBezTo>
                      <a:cubicBezTo>
                        <a:pt x="257" y="134"/>
                        <a:pt x="257" y="134"/>
                        <a:pt x="257" y="134"/>
                      </a:cubicBezTo>
                      <a:cubicBezTo>
                        <a:pt x="238" y="137"/>
                        <a:pt x="238" y="137"/>
                        <a:pt x="238" y="137"/>
                      </a:cubicBezTo>
                      <a:cubicBezTo>
                        <a:pt x="241" y="148"/>
                        <a:pt x="241" y="148"/>
                        <a:pt x="241" y="148"/>
                      </a:cubicBezTo>
                      <a:cubicBezTo>
                        <a:pt x="230" y="165"/>
                        <a:pt x="230" y="165"/>
                        <a:pt x="230" y="165"/>
                      </a:cubicBezTo>
                      <a:cubicBezTo>
                        <a:pt x="230" y="165"/>
                        <a:pt x="251" y="173"/>
                        <a:pt x="250" y="177"/>
                      </a:cubicBezTo>
                      <a:cubicBezTo>
                        <a:pt x="249" y="181"/>
                        <a:pt x="218" y="175"/>
                        <a:pt x="218" y="175"/>
                      </a:cubicBezTo>
                      <a:cubicBezTo>
                        <a:pt x="218" y="175"/>
                        <a:pt x="179" y="235"/>
                        <a:pt x="169" y="247"/>
                      </a:cubicBezTo>
                      <a:cubicBezTo>
                        <a:pt x="159" y="259"/>
                        <a:pt x="112" y="315"/>
                        <a:pt x="112" y="315"/>
                      </a:cubicBezTo>
                      <a:cubicBezTo>
                        <a:pt x="114" y="330"/>
                        <a:pt x="114" y="330"/>
                        <a:pt x="114" y="330"/>
                      </a:cubicBezTo>
                      <a:cubicBezTo>
                        <a:pt x="114" y="330"/>
                        <a:pt x="101" y="332"/>
                        <a:pt x="90" y="344"/>
                      </a:cubicBezTo>
                      <a:cubicBezTo>
                        <a:pt x="79" y="356"/>
                        <a:pt x="79" y="374"/>
                        <a:pt x="79" y="374"/>
                      </a:cubicBezTo>
                      <a:cubicBezTo>
                        <a:pt x="66" y="387"/>
                        <a:pt x="66" y="387"/>
                        <a:pt x="66" y="387"/>
                      </a:cubicBezTo>
                      <a:cubicBezTo>
                        <a:pt x="63" y="421"/>
                        <a:pt x="63" y="421"/>
                        <a:pt x="63" y="421"/>
                      </a:cubicBezTo>
                      <a:cubicBezTo>
                        <a:pt x="63" y="421"/>
                        <a:pt x="39" y="453"/>
                        <a:pt x="33" y="459"/>
                      </a:cubicBezTo>
                      <a:cubicBezTo>
                        <a:pt x="27" y="465"/>
                        <a:pt x="6" y="477"/>
                        <a:pt x="8" y="488"/>
                      </a:cubicBezTo>
                      <a:cubicBezTo>
                        <a:pt x="10" y="499"/>
                        <a:pt x="26" y="506"/>
                        <a:pt x="23" y="516"/>
                      </a:cubicBezTo>
                      <a:cubicBezTo>
                        <a:pt x="20" y="526"/>
                        <a:pt x="0" y="550"/>
                        <a:pt x="0" y="562"/>
                      </a:cubicBezTo>
                      <a:cubicBezTo>
                        <a:pt x="0" y="574"/>
                        <a:pt x="13" y="615"/>
                        <a:pt x="13" y="615"/>
                      </a:cubicBezTo>
                      <a:cubicBezTo>
                        <a:pt x="29" y="605"/>
                        <a:pt x="29" y="605"/>
                        <a:pt x="29" y="605"/>
                      </a:cubicBezTo>
                      <a:cubicBezTo>
                        <a:pt x="74" y="609"/>
                        <a:pt x="74" y="609"/>
                        <a:pt x="74" y="609"/>
                      </a:cubicBezTo>
                      <a:cubicBezTo>
                        <a:pt x="74" y="609"/>
                        <a:pt x="36" y="609"/>
                        <a:pt x="33" y="615"/>
                      </a:cubicBezTo>
                      <a:cubicBezTo>
                        <a:pt x="30" y="621"/>
                        <a:pt x="31" y="635"/>
                        <a:pt x="31" y="635"/>
                      </a:cubicBezTo>
                      <a:cubicBezTo>
                        <a:pt x="31" y="635"/>
                        <a:pt x="20" y="620"/>
                        <a:pt x="16" y="626"/>
                      </a:cubicBezTo>
                      <a:cubicBezTo>
                        <a:pt x="12" y="632"/>
                        <a:pt x="2" y="651"/>
                        <a:pt x="7" y="659"/>
                      </a:cubicBezTo>
                      <a:cubicBezTo>
                        <a:pt x="12" y="667"/>
                        <a:pt x="25" y="667"/>
                        <a:pt x="25" y="667"/>
                      </a:cubicBezTo>
                      <a:cubicBezTo>
                        <a:pt x="25" y="667"/>
                        <a:pt x="23" y="688"/>
                        <a:pt x="20" y="688"/>
                      </a:cubicBezTo>
                      <a:cubicBezTo>
                        <a:pt x="17" y="688"/>
                        <a:pt x="7" y="700"/>
                        <a:pt x="7" y="709"/>
                      </a:cubicBezTo>
                      <a:cubicBezTo>
                        <a:pt x="7" y="718"/>
                        <a:pt x="20" y="733"/>
                        <a:pt x="20" y="733"/>
                      </a:cubicBezTo>
                      <a:cubicBezTo>
                        <a:pt x="20" y="733"/>
                        <a:pt x="40" y="763"/>
                        <a:pt x="39" y="770"/>
                      </a:cubicBezTo>
                      <a:cubicBezTo>
                        <a:pt x="38" y="777"/>
                        <a:pt x="16" y="799"/>
                        <a:pt x="28" y="803"/>
                      </a:cubicBezTo>
                      <a:cubicBezTo>
                        <a:pt x="40" y="807"/>
                        <a:pt x="65" y="807"/>
                        <a:pt x="65" y="807"/>
                      </a:cubicBezTo>
                      <a:cubicBezTo>
                        <a:pt x="65" y="807"/>
                        <a:pt x="67" y="828"/>
                        <a:pt x="79" y="828"/>
                      </a:cubicBezTo>
                      <a:cubicBezTo>
                        <a:pt x="91" y="828"/>
                        <a:pt x="108" y="822"/>
                        <a:pt x="108" y="822"/>
                      </a:cubicBezTo>
                      <a:cubicBezTo>
                        <a:pt x="111" y="841"/>
                        <a:pt x="111" y="841"/>
                        <a:pt x="111" y="841"/>
                      </a:cubicBezTo>
                      <a:cubicBezTo>
                        <a:pt x="111" y="841"/>
                        <a:pt x="143" y="852"/>
                        <a:pt x="143" y="867"/>
                      </a:cubicBezTo>
                      <a:cubicBezTo>
                        <a:pt x="143" y="875"/>
                        <a:pt x="140" y="889"/>
                        <a:pt x="138" y="901"/>
                      </a:cubicBezTo>
                      <a:cubicBezTo>
                        <a:pt x="141" y="903"/>
                        <a:pt x="141" y="903"/>
                        <a:pt x="141" y="903"/>
                      </a:cubicBezTo>
                      <a:cubicBezTo>
                        <a:pt x="240" y="899"/>
                        <a:pt x="240" y="899"/>
                        <a:pt x="240" y="899"/>
                      </a:cubicBezTo>
                      <a:cubicBezTo>
                        <a:pt x="230" y="909"/>
                        <a:pt x="240" y="909"/>
                        <a:pt x="240" y="909"/>
                      </a:cubicBezTo>
                      <a:cubicBezTo>
                        <a:pt x="380" y="973"/>
                        <a:pt x="380" y="973"/>
                        <a:pt x="380" y="973"/>
                      </a:cubicBezTo>
                      <a:cubicBezTo>
                        <a:pt x="512" y="971"/>
                        <a:pt x="512" y="971"/>
                        <a:pt x="512" y="971"/>
                      </a:cubicBezTo>
                      <a:cubicBezTo>
                        <a:pt x="512" y="971"/>
                        <a:pt x="512" y="971"/>
                        <a:pt x="516" y="968"/>
                      </a:cubicBezTo>
                      <a:cubicBezTo>
                        <a:pt x="519" y="964"/>
                        <a:pt x="517" y="960"/>
                        <a:pt x="517" y="954"/>
                      </a:cubicBezTo>
                      <a:cubicBezTo>
                        <a:pt x="517" y="948"/>
                        <a:pt x="524" y="944"/>
                        <a:pt x="524" y="944"/>
                      </a:cubicBezTo>
                      <a:cubicBezTo>
                        <a:pt x="597" y="944"/>
                        <a:pt x="597" y="944"/>
                        <a:pt x="597" y="944"/>
                      </a:cubicBezTo>
                      <a:cubicBezTo>
                        <a:pt x="612" y="959"/>
                        <a:pt x="607" y="967"/>
                        <a:pt x="607" y="967"/>
                      </a:cubicBezTo>
                      <a:cubicBezTo>
                        <a:pt x="625" y="975"/>
                        <a:pt x="625" y="975"/>
                        <a:pt x="625" y="975"/>
                      </a:cubicBezTo>
                      <a:cubicBezTo>
                        <a:pt x="631" y="996"/>
                        <a:pt x="631" y="996"/>
                        <a:pt x="631" y="996"/>
                      </a:cubicBezTo>
                      <a:cubicBezTo>
                        <a:pt x="631" y="996"/>
                        <a:pt x="642" y="997"/>
                        <a:pt x="653" y="1008"/>
                      </a:cubicBezTo>
                      <a:cubicBezTo>
                        <a:pt x="663" y="1018"/>
                        <a:pt x="653" y="1060"/>
                        <a:pt x="653" y="1060"/>
                      </a:cubicBezTo>
                      <a:cubicBezTo>
                        <a:pt x="653" y="1060"/>
                        <a:pt x="684" y="1094"/>
                        <a:pt x="703" y="1094"/>
                      </a:cubicBezTo>
                      <a:cubicBezTo>
                        <a:pt x="722" y="1094"/>
                        <a:pt x="735" y="1060"/>
                        <a:pt x="739" y="1056"/>
                      </a:cubicBezTo>
                      <a:cubicBezTo>
                        <a:pt x="743" y="1052"/>
                        <a:pt x="755" y="1053"/>
                        <a:pt x="755" y="1053"/>
                      </a:cubicBezTo>
                      <a:cubicBezTo>
                        <a:pt x="756" y="1047"/>
                        <a:pt x="756" y="1047"/>
                        <a:pt x="756" y="1047"/>
                      </a:cubicBezTo>
                      <a:cubicBezTo>
                        <a:pt x="766" y="1052"/>
                        <a:pt x="766" y="1052"/>
                        <a:pt x="766" y="1052"/>
                      </a:cubicBezTo>
                      <a:cubicBezTo>
                        <a:pt x="795" y="1053"/>
                        <a:pt x="795" y="1053"/>
                        <a:pt x="795" y="1053"/>
                      </a:cubicBezTo>
                      <a:cubicBezTo>
                        <a:pt x="795" y="1053"/>
                        <a:pt x="815" y="1084"/>
                        <a:pt x="823" y="1092"/>
                      </a:cubicBezTo>
                      <a:cubicBezTo>
                        <a:pt x="831" y="1100"/>
                        <a:pt x="823" y="1115"/>
                        <a:pt x="823" y="1124"/>
                      </a:cubicBezTo>
                      <a:cubicBezTo>
                        <a:pt x="823" y="1133"/>
                        <a:pt x="834" y="1140"/>
                        <a:pt x="834" y="1140"/>
                      </a:cubicBezTo>
                      <a:cubicBezTo>
                        <a:pt x="834" y="1140"/>
                        <a:pt x="835" y="1146"/>
                        <a:pt x="835" y="1153"/>
                      </a:cubicBezTo>
                      <a:cubicBezTo>
                        <a:pt x="835" y="1161"/>
                        <a:pt x="844" y="1162"/>
                        <a:pt x="851" y="1169"/>
                      </a:cubicBezTo>
                      <a:cubicBezTo>
                        <a:pt x="858" y="1176"/>
                        <a:pt x="848" y="1179"/>
                        <a:pt x="848" y="1179"/>
                      </a:cubicBezTo>
                      <a:cubicBezTo>
                        <a:pt x="848" y="1206"/>
                        <a:pt x="848" y="1206"/>
                        <a:pt x="848" y="1206"/>
                      </a:cubicBezTo>
                      <a:cubicBezTo>
                        <a:pt x="856" y="1212"/>
                        <a:pt x="856" y="1212"/>
                        <a:pt x="856" y="1212"/>
                      </a:cubicBezTo>
                      <a:cubicBezTo>
                        <a:pt x="856" y="1212"/>
                        <a:pt x="854" y="1220"/>
                        <a:pt x="854" y="1231"/>
                      </a:cubicBezTo>
                      <a:cubicBezTo>
                        <a:pt x="854" y="1242"/>
                        <a:pt x="884" y="1243"/>
                        <a:pt x="884" y="1243"/>
                      </a:cubicBezTo>
                      <a:cubicBezTo>
                        <a:pt x="890" y="1254"/>
                        <a:pt x="890" y="1254"/>
                        <a:pt x="890" y="1254"/>
                      </a:cubicBezTo>
                      <a:cubicBezTo>
                        <a:pt x="890" y="1254"/>
                        <a:pt x="909" y="1254"/>
                        <a:pt x="914" y="1254"/>
                      </a:cubicBezTo>
                      <a:cubicBezTo>
                        <a:pt x="919" y="1254"/>
                        <a:pt x="917" y="1264"/>
                        <a:pt x="928" y="1264"/>
                      </a:cubicBezTo>
                      <a:cubicBezTo>
                        <a:pt x="933" y="1264"/>
                        <a:pt x="937" y="1263"/>
                        <a:pt x="940" y="1262"/>
                      </a:cubicBezTo>
                      <a:cubicBezTo>
                        <a:pt x="930" y="1213"/>
                        <a:pt x="930" y="1213"/>
                        <a:pt x="930" y="1213"/>
                      </a:cubicBezTo>
                      <a:cubicBezTo>
                        <a:pt x="942" y="1202"/>
                        <a:pt x="942" y="1202"/>
                        <a:pt x="942" y="1202"/>
                      </a:cubicBezTo>
                      <a:cubicBezTo>
                        <a:pt x="929" y="1193"/>
                        <a:pt x="929" y="1193"/>
                        <a:pt x="929" y="1193"/>
                      </a:cubicBezTo>
                      <a:cubicBezTo>
                        <a:pt x="929" y="1180"/>
                        <a:pt x="929" y="1180"/>
                        <a:pt x="929" y="1180"/>
                      </a:cubicBezTo>
                      <a:cubicBezTo>
                        <a:pt x="929" y="1180"/>
                        <a:pt x="947" y="1192"/>
                        <a:pt x="950" y="1180"/>
                      </a:cubicBezTo>
                      <a:cubicBezTo>
                        <a:pt x="953" y="1168"/>
                        <a:pt x="950" y="1159"/>
                        <a:pt x="950" y="1159"/>
                      </a:cubicBezTo>
                      <a:cubicBezTo>
                        <a:pt x="966" y="1157"/>
                        <a:pt x="966" y="1157"/>
                        <a:pt x="966" y="1157"/>
                      </a:cubicBezTo>
                      <a:cubicBezTo>
                        <a:pt x="971" y="1139"/>
                        <a:pt x="971" y="1139"/>
                        <a:pt x="971" y="1139"/>
                      </a:cubicBezTo>
                      <a:cubicBezTo>
                        <a:pt x="981" y="1144"/>
                        <a:pt x="981" y="1144"/>
                        <a:pt x="981" y="1144"/>
                      </a:cubicBezTo>
                      <a:cubicBezTo>
                        <a:pt x="994" y="1137"/>
                        <a:pt x="994" y="1137"/>
                        <a:pt x="994" y="1137"/>
                      </a:cubicBezTo>
                      <a:cubicBezTo>
                        <a:pt x="989" y="1121"/>
                        <a:pt x="989" y="1121"/>
                        <a:pt x="989" y="1121"/>
                      </a:cubicBezTo>
                      <a:cubicBezTo>
                        <a:pt x="999" y="1128"/>
                        <a:pt x="999" y="1128"/>
                        <a:pt x="999" y="1128"/>
                      </a:cubicBezTo>
                      <a:cubicBezTo>
                        <a:pt x="999" y="1128"/>
                        <a:pt x="1003" y="1106"/>
                        <a:pt x="1009" y="1110"/>
                      </a:cubicBezTo>
                      <a:cubicBezTo>
                        <a:pt x="1015" y="1114"/>
                        <a:pt x="1016" y="1125"/>
                        <a:pt x="1022" y="1122"/>
                      </a:cubicBezTo>
                      <a:cubicBezTo>
                        <a:pt x="1028" y="1119"/>
                        <a:pt x="1056" y="1111"/>
                        <a:pt x="1064" y="1103"/>
                      </a:cubicBezTo>
                      <a:cubicBezTo>
                        <a:pt x="1072" y="1095"/>
                        <a:pt x="1086" y="1076"/>
                        <a:pt x="1086" y="1076"/>
                      </a:cubicBezTo>
                      <a:cubicBezTo>
                        <a:pt x="1086" y="1076"/>
                        <a:pt x="1078" y="1053"/>
                        <a:pt x="1088" y="1052"/>
                      </a:cubicBezTo>
                      <a:cubicBezTo>
                        <a:pt x="1098" y="1051"/>
                        <a:pt x="1109" y="1075"/>
                        <a:pt x="1121" y="1068"/>
                      </a:cubicBezTo>
                      <a:cubicBezTo>
                        <a:pt x="1133" y="1061"/>
                        <a:pt x="1137" y="1033"/>
                        <a:pt x="1143" y="1040"/>
                      </a:cubicBezTo>
                      <a:cubicBezTo>
                        <a:pt x="1149" y="1047"/>
                        <a:pt x="1152" y="1053"/>
                        <a:pt x="1157" y="1053"/>
                      </a:cubicBezTo>
                      <a:cubicBezTo>
                        <a:pt x="1162" y="1053"/>
                        <a:pt x="1173" y="1037"/>
                        <a:pt x="1173" y="1037"/>
                      </a:cubicBezTo>
                      <a:cubicBezTo>
                        <a:pt x="1173" y="1037"/>
                        <a:pt x="1192" y="1068"/>
                        <a:pt x="1206" y="1066"/>
                      </a:cubicBezTo>
                      <a:cubicBezTo>
                        <a:pt x="1220" y="1064"/>
                        <a:pt x="1222" y="1033"/>
                        <a:pt x="1238" y="1049"/>
                      </a:cubicBezTo>
                      <a:cubicBezTo>
                        <a:pt x="1254" y="1065"/>
                        <a:pt x="1246" y="1083"/>
                        <a:pt x="1256" y="1083"/>
                      </a:cubicBezTo>
                      <a:cubicBezTo>
                        <a:pt x="1266" y="1083"/>
                        <a:pt x="1282" y="1090"/>
                        <a:pt x="1282" y="1090"/>
                      </a:cubicBezTo>
                      <a:cubicBezTo>
                        <a:pt x="1282" y="1090"/>
                        <a:pt x="1281" y="1074"/>
                        <a:pt x="1288" y="1079"/>
                      </a:cubicBezTo>
                      <a:cubicBezTo>
                        <a:pt x="1295" y="1084"/>
                        <a:pt x="1303" y="1103"/>
                        <a:pt x="1308" y="1091"/>
                      </a:cubicBezTo>
                      <a:cubicBezTo>
                        <a:pt x="1313" y="1079"/>
                        <a:pt x="1306" y="1064"/>
                        <a:pt x="1306" y="1064"/>
                      </a:cubicBezTo>
                      <a:cubicBezTo>
                        <a:pt x="1320" y="1069"/>
                        <a:pt x="1320" y="1069"/>
                        <a:pt x="1320" y="1069"/>
                      </a:cubicBezTo>
                      <a:cubicBezTo>
                        <a:pt x="1325" y="1080"/>
                        <a:pt x="1325" y="1080"/>
                        <a:pt x="1325" y="1080"/>
                      </a:cubicBezTo>
                      <a:cubicBezTo>
                        <a:pt x="1335" y="1083"/>
                        <a:pt x="1335" y="1083"/>
                        <a:pt x="1335" y="1083"/>
                      </a:cubicBezTo>
                      <a:cubicBezTo>
                        <a:pt x="1335" y="1092"/>
                        <a:pt x="1335" y="1092"/>
                        <a:pt x="1335" y="1092"/>
                      </a:cubicBezTo>
                      <a:cubicBezTo>
                        <a:pt x="1335" y="1092"/>
                        <a:pt x="1359" y="1099"/>
                        <a:pt x="1354" y="1087"/>
                      </a:cubicBezTo>
                      <a:cubicBezTo>
                        <a:pt x="1349" y="1075"/>
                        <a:pt x="1335" y="1070"/>
                        <a:pt x="1335" y="1070"/>
                      </a:cubicBezTo>
                      <a:cubicBezTo>
                        <a:pt x="1329" y="1060"/>
                        <a:pt x="1329" y="1060"/>
                        <a:pt x="1329" y="1060"/>
                      </a:cubicBezTo>
                      <a:cubicBezTo>
                        <a:pt x="1329" y="1060"/>
                        <a:pt x="1349" y="1057"/>
                        <a:pt x="1347" y="1049"/>
                      </a:cubicBezTo>
                      <a:cubicBezTo>
                        <a:pt x="1345" y="1041"/>
                        <a:pt x="1343" y="1039"/>
                        <a:pt x="1334" y="1040"/>
                      </a:cubicBezTo>
                      <a:cubicBezTo>
                        <a:pt x="1325" y="1041"/>
                        <a:pt x="1298" y="1044"/>
                        <a:pt x="1307" y="1030"/>
                      </a:cubicBezTo>
                      <a:cubicBezTo>
                        <a:pt x="1316" y="1016"/>
                        <a:pt x="1325" y="1027"/>
                        <a:pt x="1336" y="1030"/>
                      </a:cubicBezTo>
                      <a:cubicBezTo>
                        <a:pt x="1347" y="1033"/>
                        <a:pt x="1355" y="1031"/>
                        <a:pt x="1365" y="1024"/>
                      </a:cubicBezTo>
                      <a:cubicBezTo>
                        <a:pt x="1375" y="1017"/>
                        <a:pt x="1386" y="1017"/>
                        <a:pt x="1386" y="1017"/>
                      </a:cubicBezTo>
                      <a:cubicBezTo>
                        <a:pt x="1387" y="1021"/>
                        <a:pt x="1387" y="1021"/>
                        <a:pt x="1387" y="1021"/>
                      </a:cubicBezTo>
                      <a:cubicBezTo>
                        <a:pt x="1387" y="1021"/>
                        <a:pt x="1417" y="1021"/>
                        <a:pt x="1417" y="1014"/>
                      </a:cubicBezTo>
                      <a:cubicBezTo>
                        <a:pt x="1417" y="1007"/>
                        <a:pt x="1423" y="992"/>
                        <a:pt x="1426" y="997"/>
                      </a:cubicBezTo>
                      <a:cubicBezTo>
                        <a:pt x="1429" y="1002"/>
                        <a:pt x="1429" y="1024"/>
                        <a:pt x="1429" y="1024"/>
                      </a:cubicBezTo>
                      <a:cubicBezTo>
                        <a:pt x="1429" y="1024"/>
                        <a:pt x="1462" y="1012"/>
                        <a:pt x="1471" y="1013"/>
                      </a:cubicBezTo>
                      <a:cubicBezTo>
                        <a:pt x="1480" y="1014"/>
                        <a:pt x="1487" y="1024"/>
                        <a:pt x="1487" y="1024"/>
                      </a:cubicBezTo>
                      <a:cubicBezTo>
                        <a:pt x="1487" y="1024"/>
                        <a:pt x="1484" y="1008"/>
                        <a:pt x="1494" y="1012"/>
                      </a:cubicBezTo>
                      <a:cubicBezTo>
                        <a:pt x="1504" y="1016"/>
                        <a:pt x="1504" y="1030"/>
                        <a:pt x="1504" y="1030"/>
                      </a:cubicBezTo>
                      <a:cubicBezTo>
                        <a:pt x="1524" y="1025"/>
                        <a:pt x="1524" y="1025"/>
                        <a:pt x="1524" y="1025"/>
                      </a:cubicBezTo>
                      <a:cubicBezTo>
                        <a:pt x="1520" y="1033"/>
                        <a:pt x="1520" y="1033"/>
                        <a:pt x="1520" y="1033"/>
                      </a:cubicBezTo>
                      <a:cubicBezTo>
                        <a:pt x="1520" y="1033"/>
                        <a:pt x="1521" y="1065"/>
                        <a:pt x="1539" y="1061"/>
                      </a:cubicBezTo>
                      <a:cubicBezTo>
                        <a:pt x="1557" y="1057"/>
                        <a:pt x="1570" y="1031"/>
                        <a:pt x="1588" y="1035"/>
                      </a:cubicBezTo>
                      <a:cubicBezTo>
                        <a:pt x="1606" y="1039"/>
                        <a:pt x="1607" y="1073"/>
                        <a:pt x="1616" y="1079"/>
                      </a:cubicBezTo>
                      <a:cubicBezTo>
                        <a:pt x="1625" y="1085"/>
                        <a:pt x="1643" y="1085"/>
                        <a:pt x="1643" y="1085"/>
                      </a:cubicBezTo>
                      <a:cubicBezTo>
                        <a:pt x="1640" y="1111"/>
                        <a:pt x="1640" y="1111"/>
                        <a:pt x="1640" y="1111"/>
                      </a:cubicBezTo>
                      <a:cubicBezTo>
                        <a:pt x="1640" y="1111"/>
                        <a:pt x="1621" y="1139"/>
                        <a:pt x="1623" y="1147"/>
                      </a:cubicBezTo>
                      <a:cubicBezTo>
                        <a:pt x="1625" y="1155"/>
                        <a:pt x="1635" y="1156"/>
                        <a:pt x="1635" y="1156"/>
                      </a:cubicBezTo>
                      <a:cubicBezTo>
                        <a:pt x="1640" y="1166"/>
                        <a:pt x="1640" y="1166"/>
                        <a:pt x="1640" y="1166"/>
                      </a:cubicBezTo>
                      <a:cubicBezTo>
                        <a:pt x="1621" y="1179"/>
                        <a:pt x="1621" y="1179"/>
                        <a:pt x="1621" y="1179"/>
                      </a:cubicBezTo>
                      <a:cubicBezTo>
                        <a:pt x="1634" y="1212"/>
                        <a:pt x="1634" y="1212"/>
                        <a:pt x="1634" y="1212"/>
                      </a:cubicBezTo>
                      <a:cubicBezTo>
                        <a:pt x="1634" y="1212"/>
                        <a:pt x="1649" y="1193"/>
                        <a:pt x="1650" y="1199"/>
                      </a:cubicBezTo>
                      <a:cubicBezTo>
                        <a:pt x="1651" y="1205"/>
                        <a:pt x="1639" y="1230"/>
                        <a:pt x="1639" y="1230"/>
                      </a:cubicBezTo>
                      <a:cubicBezTo>
                        <a:pt x="1649" y="1227"/>
                        <a:pt x="1649" y="1227"/>
                        <a:pt x="1649" y="1227"/>
                      </a:cubicBezTo>
                      <a:cubicBezTo>
                        <a:pt x="1652" y="1259"/>
                        <a:pt x="1652" y="1259"/>
                        <a:pt x="1652" y="1259"/>
                      </a:cubicBezTo>
                      <a:cubicBezTo>
                        <a:pt x="1652" y="1259"/>
                        <a:pt x="1669" y="1259"/>
                        <a:pt x="1669" y="1265"/>
                      </a:cubicBezTo>
                      <a:cubicBezTo>
                        <a:pt x="1669" y="1271"/>
                        <a:pt x="1666" y="1287"/>
                        <a:pt x="1666" y="1287"/>
                      </a:cubicBezTo>
                      <a:cubicBezTo>
                        <a:pt x="1681" y="1304"/>
                        <a:pt x="1681" y="1304"/>
                        <a:pt x="1681" y="1304"/>
                      </a:cubicBezTo>
                      <a:cubicBezTo>
                        <a:pt x="1681" y="1304"/>
                        <a:pt x="1705" y="1298"/>
                        <a:pt x="1707" y="1291"/>
                      </a:cubicBezTo>
                      <a:cubicBezTo>
                        <a:pt x="1709" y="1284"/>
                        <a:pt x="1711" y="1271"/>
                        <a:pt x="1711" y="1271"/>
                      </a:cubicBezTo>
                      <a:cubicBezTo>
                        <a:pt x="1723" y="1271"/>
                        <a:pt x="1723" y="1271"/>
                        <a:pt x="1723" y="1271"/>
                      </a:cubicBezTo>
                      <a:cubicBezTo>
                        <a:pt x="1723" y="1271"/>
                        <a:pt x="1722" y="1250"/>
                        <a:pt x="1729" y="1240"/>
                      </a:cubicBezTo>
                      <a:cubicBezTo>
                        <a:pt x="1736" y="1230"/>
                        <a:pt x="1740" y="1213"/>
                        <a:pt x="1737" y="1203"/>
                      </a:cubicBezTo>
                      <a:cubicBezTo>
                        <a:pt x="1734" y="1193"/>
                        <a:pt x="1724" y="1160"/>
                        <a:pt x="1724" y="1151"/>
                      </a:cubicBezTo>
                      <a:cubicBezTo>
                        <a:pt x="1724" y="1142"/>
                        <a:pt x="1730" y="1128"/>
                        <a:pt x="1730" y="1112"/>
                      </a:cubicBezTo>
                      <a:cubicBezTo>
                        <a:pt x="1730" y="1096"/>
                        <a:pt x="1710" y="1070"/>
                        <a:pt x="1714" y="1056"/>
                      </a:cubicBezTo>
                      <a:cubicBezTo>
                        <a:pt x="1718" y="1042"/>
                        <a:pt x="1710" y="1002"/>
                        <a:pt x="1722" y="987"/>
                      </a:cubicBezTo>
                      <a:cubicBezTo>
                        <a:pt x="1734" y="972"/>
                        <a:pt x="1742" y="948"/>
                        <a:pt x="1742" y="948"/>
                      </a:cubicBezTo>
                      <a:cubicBezTo>
                        <a:pt x="1752" y="942"/>
                        <a:pt x="1752" y="942"/>
                        <a:pt x="1752" y="942"/>
                      </a:cubicBezTo>
                      <a:cubicBezTo>
                        <a:pt x="1765" y="929"/>
                        <a:pt x="1765" y="929"/>
                        <a:pt x="1765" y="929"/>
                      </a:cubicBezTo>
                      <a:cubicBezTo>
                        <a:pt x="1771" y="913"/>
                        <a:pt x="1771" y="913"/>
                        <a:pt x="1771" y="913"/>
                      </a:cubicBezTo>
                      <a:cubicBezTo>
                        <a:pt x="1780" y="919"/>
                        <a:pt x="1780" y="919"/>
                        <a:pt x="1780" y="919"/>
                      </a:cubicBezTo>
                      <a:cubicBezTo>
                        <a:pt x="1783" y="905"/>
                        <a:pt x="1783" y="905"/>
                        <a:pt x="1783" y="905"/>
                      </a:cubicBezTo>
                      <a:cubicBezTo>
                        <a:pt x="1783" y="905"/>
                        <a:pt x="1813" y="909"/>
                        <a:pt x="1818" y="903"/>
                      </a:cubicBezTo>
                      <a:cubicBezTo>
                        <a:pt x="1823" y="897"/>
                        <a:pt x="1819" y="886"/>
                        <a:pt x="1819" y="886"/>
                      </a:cubicBezTo>
                      <a:cubicBezTo>
                        <a:pt x="1832" y="887"/>
                        <a:pt x="1832" y="887"/>
                        <a:pt x="1832" y="887"/>
                      </a:cubicBezTo>
                      <a:cubicBezTo>
                        <a:pt x="1836" y="881"/>
                        <a:pt x="1836" y="881"/>
                        <a:pt x="1836" y="881"/>
                      </a:cubicBezTo>
                      <a:cubicBezTo>
                        <a:pt x="1847" y="880"/>
                        <a:pt x="1847" y="880"/>
                        <a:pt x="1847" y="880"/>
                      </a:cubicBezTo>
                      <a:cubicBezTo>
                        <a:pt x="1864" y="859"/>
                        <a:pt x="1864" y="859"/>
                        <a:pt x="1864" y="859"/>
                      </a:cubicBezTo>
                      <a:cubicBezTo>
                        <a:pt x="1864" y="859"/>
                        <a:pt x="1868" y="839"/>
                        <a:pt x="1887" y="834"/>
                      </a:cubicBezTo>
                      <a:cubicBezTo>
                        <a:pt x="1906" y="829"/>
                        <a:pt x="1917" y="840"/>
                        <a:pt x="1926" y="831"/>
                      </a:cubicBezTo>
                      <a:cubicBezTo>
                        <a:pt x="1935" y="822"/>
                        <a:pt x="1941" y="805"/>
                        <a:pt x="1941" y="805"/>
                      </a:cubicBezTo>
                      <a:cubicBezTo>
                        <a:pt x="1951" y="807"/>
                        <a:pt x="1951" y="807"/>
                        <a:pt x="1951" y="807"/>
                      </a:cubicBezTo>
                      <a:cubicBezTo>
                        <a:pt x="1956" y="792"/>
                        <a:pt x="1956" y="792"/>
                        <a:pt x="1956" y="792"/>
                      </a:cubicBezTo>
                      <a:cubicBezTo>
                        <a:pt x="2010" y="789"/>
                        <a:pt x="2010" y="789"/>
                        <a:pt x="2010" y="789"/>
                      </a:cubicBezTo>
                      <a:cubicBezTo>
                        <a:pt x="2013" y="773"/>
                        <a:pt x="2013" y="773"/>
                        <a:pt x="2013" y="773"/>
                      </a:cubicBezTo>
                      <a:cubicBezTo>
                        <a:pt x="1988" y="775"/>
                        <a:pt x="1988" y="775"/>
                        <a:pt x="1988" y="775"/>
                      </a:cubicBezTo>
                      <a:cubicBezTo>
                        <a:pt x="1988" y="775"/>
                        <a:pt x="2002" y="770"/>
                        <a:pt x="2001" y="763"/>
                      </a:cubicBezTo>
                      <a:cubicBezTo>
                        <a:pt x="2000" y="756"/>
                        <a:pt x="1990" y="749"/>
                        <a:pt x="1990" y="749"/>
                      </a:cubicBezTo>
                      <a:cubicBezTo>
                        <a:pt x="2013" y="745"/>
                        <a:pt x="2013" y="745"/>
                        <a:pt x="2013" y="745"/>
                      </a:cubicBezTo>
                      <a:cubicBezTo>
                        <a:pt x="2029" y="751"/>
                        <a:pt x="2029" y="751"/>
                        <a:pt x="2029" y="751"/>
                      </a:cubicBezTo>
                      <a:cubicBezTo>
                        <a:pt x="2052" y="727"/>
                        <a:pt x="2052" y="727"/>
                        <a:pt x="2052" y="727"/>
                      </a:cubicBezTo>
                      <a:cubicBezTo>
                        <a:pt x="2015" y="726"/>
                        <a:pt x="2015" y="726"/>
                        <a:pt x="2015" y="726"/>
                      </a:cubicBezTo>
                      <a:cubicBezTo>
                        <a:pt x="2013" y="709"/>
                        <a:pt x="2013" y="709"/>
                        <a:pt x="2013" y="709"/>
                      </a:cubicBezTo>
                      <a:cubicBezTo>
                        <a:pt x="2022" y="718"/>
                        <a:pt x="2022" y="718"/>
                        <a:pt x="2022" y="718"/>
                      </a:cubicBezTo>
                      <a:cubicBezTo>
                        <a:pt x="2052" y="707"/>
                        <a:pt x="2052" y="707"/>
                        <a:pt x="2052" y="707"/>
                      </a:cubicBezTo>
                      <a:cubicBezTo>
                        <a:pt x="2055" y="668"/>
                        <a:pt x="2055" y="668"/>
                        <a:pt x="2055" y="668"/>
                      </a:cubicBezTo>
                      <a:cubicBezTo>
                        <a:pt x="2036" y="676"/>
                        <a:pt x="2036" y="676"/>
                        <a:pt x="2036" y="676"/>
                      </a:cubicBezTo>
                      <a:cubicBezTo>
                        <a:pt x="2032" y="658"/>
                        <a:pt x="2032" y="658"/>
                        <a:pt x="2032" y="658"/>
                      </a:cubicBezTo>
                      <a:cubicBezTo>
                        <a:pt x="2016" y="647"/>
                        <a:pt x="2016" y="647"/>
                        <a:pt x="2016" y="647"/>
                      </a:cubicBezTo>
                      <a:cubicBezTo>
                        <a:pt x="2045" y="662"/>
                        <a:pt x="2045" y="662"/>
                        <a:pt x="2045" y="662"/>
                      </a:cubicBezTo>
                      <a:cubicBezTo>
                        <a:pt x="2052" y="656"/>
                        <a:pt x="2052" y="656"/>
                        <a:pt x="2052" y="656"/>
                      </a:cubicBezTo>
                      <a:cubicBezTo>
                        <a:pt x="2039" y="646"/>
                        <a:pt x="2039" y="646"/>
                        <a:pt x="2039" y="646"/>
                      </a:cubicBezTo>
                      <a:cubicBezTo>
                        <a:pt x="2057" y="646"/>
                        <a:pt x="2057" y="646"/>
                        <a:pt x="2057" y="646"/>
                      </a:cubicBezTo>
                      <a:cubicBezTo>
                        <a:pt x="2057" y="646"/>
                        <a:pt x="2035" y="617"/>
                        <a:pt x="2035" y="610"/>
                      </a:cubicBezTo>
                      <a:cubicBezTo>
                        <a:pt x="2035" y="603"/>
                        <a:pt x="2040" y="600"/>
                        <a:pt x="2040" y="600"/>
                      </a:cubicBezTo>
                      <a:cubicBezTo>
                        <a:pt x="2040" y="600"/>
                        <a:pt x="2023" y="589"/>
                        <a:pt x="2025" y="586"/>
                      </a:cubicBezTo>
                      <a:cubicBezTo>
                        <a:pt x="2027" y="583"/>
                        <a:pt x="2046" y="571"/>
                        <a:pt x="2046" y="571"/>
                      </a:cubicBezTo>
                      <a:cubicBezTo>
                        <a:pt x="2041" y="589"/>
                        <a:pt x="2041" y="589"/>
                        <a:pt x="2041" y="589"/>
                      </a:cubicBezTo>
                      <a:cubicBezTo>
                        <a:pt x="2062" y="606"/>
                        <a:pt x="2062" y="606"/>
                        <a:pt x="2062" y="606"/>
                      </a:cubicBezTo>
                      <a:cubicBezTo>
                        <a:pt x="2062" y="606"/>
                        <a:pt x="2070" y="582"/>
                        <a:pt x="2070" y="569"/>
                      </a:cubicBezTo>
                      <a:cubicBezTo>
                        <a:pt x="2070" y="556"/>
                        <a:pt x="2108" y="525"/>
                        <a:pt x="2107" y="533"/>
                      </a:cubicBezTo>
                      <a:cubicBezTo>
                        <a:pt x="2106" y="541"/>
                        <a:pt x="2083" y="574"/>
                        <a:pt x="2083" y="574"/>
                      </a:cubicBezTo>
                      <a:cubicBezTo>
                        <a:pt x="2077" y="596"/>
                        <a:pt x="2077" y="596"/>
                        <a:pt x="2077" y="596"/>
                      </a:cubicBezTo>
                      <a:cubicBezTo>
                        <a:pt x="2090" y="597"/>
                        <a:pt x="2090" y="597"/>
                        <a:pt x="2090" y="597"/>
                      </a:cubicBezTo>
                      <a:cubicBezTo>
                        <a:pt x="2090" y="597"/>
                        <a:pt x="2087" y="619"/>
                        <a:pt x="2082" y="623"/>
                      </a:cubicBezTo>
                      <a:cubicBezTo>
                        <a:pt x="2077" y="627"/>
                        <a:pt x="2059" y="661"/>
                        <a:pt x="2066" y="661"/>
                      </a:cubicBezTo>
                      <a:cubicBezTo>
                        <a:pt x="2073" y="661"/>
                        <a:pt x="2083" y="637"/>
                        <a:pt x="2089" y="632"/>
                      </a:cubicBezTo>
                      <a:cubicBezTo>
                        <a:pt x="2095" y="627"/>
                        <a:pt x="2125" y="611"/>
                        <a:pt x="2127" y="598"/>
                      </a:cubicBezTo>
                      <a:cubicBezTo>
                        <a:pt x="2129" y="585"/>
                        <a:pt x="2125" y="564"/>
                        <a:pt x="2125" y="553"/>
                      </a:cubicBezTo>
                      <a:cubicBezTo>
                        <a:pt x="2125" y="542"/>
                        <a:pt x="2129" y="516"/>
                        <a:pt x="2136" y="513"/>
                      </a:cubicBezTo>
                      <a:cubicBezTo>
                        <a:pt x="2143" y="510"/>
                        <a:pt x="2138" y="515"/>
                        <a:pt x="2135" y="528"/>
                      </a:cubicBezTo>
                      <a:cubicBezTo>
                        <a:pt x="2132" y="541"/>
                        <a:pt x="2144" y="545"/>
                        <a:pt x="2144" y="545"/>
                      </a:cubicBezTo>
                      <a:cubicBezTo>
                        <a:pt x="2144" y="545"/>
                        <a:pt x="2138" y="570"/>
                        <a:pt x="2141" y="570"/>
                      </a:cubicBezTo>
                      <a:cubicBezTo>
                        <a:pt x="2144" y="570"/>
                        <a:pt x="2175" y="531"/>
                        <a:pt x="2185" y="521"/>
                      </a:cubicBezTo>
                      <a:cubicBezTo>
                        <a:pt x="2195" y="511"/>
                        <a:pt x="2217" y="495"/>
                        <a:pt x="2214" y="491"/>
                      </a:cubicBezTo>
                      <a:cubicBezTo>
                        <a:pt x="2211" y="487"/>
                        <a:pt x="2202" y="490"/>
                        <a:pt x="2202" y="480"/>
                      </a:cubicBezTo>
                      <a:cubicBezTo>
                        <a:pt x="2202" y="470"/>
                        <a:pt x="2220" y="475"/>
                        <a:pt x="2240" y="475"/>
                      </a:cubicBezTo>
                      <a:cubicBezTo>
                        <a:pt x="2260" y="475"/>
                        <a:pt x="2306" y="453"/>
                        <a:pt x="2306" y="453"/>
                      </a:cubicBezTo>
                      <a:cubicBezTo>
                        <a:pt x="2293" y="447"/>
                        <a:pt x="2293" y="447"/>
                        <a:pt x="2293" y="447"/>
                      </a:cubicBezTo>
                      <a:cubicBezTo>
                        <a:pt x="2293" y="447"/>
                        <a:pt x="2269" y="458"/>
                        <a:pt x="2257" y="459"/>
                      </a:cubicBezTo>
                      <a:cubicBezTo>
                        <a:pt x="2245" y="460"/>
                        <a:pt x="2225" y="468"/>
                        <a:pt x="2228" y="455"/>
                      </a:cubicBezTo>
                      <a:cubicBezTo>
                        <a:pt x="2231" y="442"/>
                        <a:pt x="2266" y="439"/>
                        <a:pt x="2266" y="439"/>
                      </a:cubicBezTo>
                      <a:cubicBezTo>
                        <a:pt x="2326" y="438"/>
                        <a:pt x="2326" y="438"/>
                        <a:pt x="2326" y="438"/>
                      </a:cubicBezTo>
                      <a:cubicBezTo>
                        <a:pt x="2355" y="411"/>
                        <a:pt x="2355" y="411"/>
                        <a:pt x="2355" y="411"/>
                      </a:cubicBezTo>
                      <a:cubicBezTo>
                        <a:pt x="2361" y="421"/>
                        <a:pt x="2361" y="421"/>
                        <a:pt x="2361" y="421"/>
                      </a:cubicBezTo>
                      <a:cubicBezTo>
                        <a:pt x="2379" y="412"/>
                        <a:pt x="2379" y="412"/>
                        <a:pt x="2379" y="412"/>
                      </a:cubicBezTo>
                      <a:cubicBezTo>
                        <a:pt x="2377" y="435"/>
                        <a:pt x="2377" y="435"/>
                        <a:pt x="2377" y="435"/>
                      </a:cubicBezTo>
                      <a:cubicBezTo>
                        <a:pt x="2397" y="422"/>
                        <a:pt x="2397" y="422"/>
                        <a:pt x="2397" y="422"/>
                      </a:cubicBezTo>
                      <a:cubicBezTo>
                        <a:pt x="2413" y="418"/>
                        <a:pt x="2413" y="418"/>
                        <a:pt x="2413" y="418"/>
                      </a:cubicBezTo>
                      <a:cubicBezTo>
                        <a:pt x="2418" y="396"/>
                        <a:pt x="2418" y="396"/>
                        <a:pt x="2418" y="396"/>
                      </a:cubicBezTo>
                      <a:cubicBezTo>
                        <a:pt x="2409" y="388"/>
                        <a:pt x="2409" y="388"/>
                        <a:pt x="2409" y="388"/>
                      </a:cubicBezTo>
                      <a:cubicBezTo>
                        <a:pt x="2407" y="407"/>
                        <a:pt x="2407" y="407"/>
                        <a:pt x="2407" y="407"/>
                      </a:cubicBezTo>
                      <a:cubicBezTo>
                        <a:pt x="2391" y="410"/>
                        <a:pt x="2391" y="410"/>
                        <a:pt x="2391" y="410"/>
                      </a:cubicBezTo>
                      <a:cubicBezTo>
                        <a:pt x="2391" y="391"/>
                        <a:pt x="2391" y="391"/>
                        <a:pt x="2391" y="391"/>
                      </a:cubicBezTo>
                      <a:cubicBezTo>
                        <a:pt x="2378" y="377"/>
                        <a:pt x="2378" y="377"/>
                        <a:pt x="2378" y="377"/>
                      </a:cubicBezTo>
                      <a:cubicBezTo>
                        <a:pt x="2394" y="369"/>
                        <a:pt x="2394" y="369"/>
                        <a:pt x="2394" y="369"/>
                      </a:cubicBezTo>
                      <a:cubicBezTo>
                        <a:pt x="2398" y="346"/>
                        <a:pt x="2398" y="346"/>
                        <a:pt x="2398" y="346"/>
                      </a:cubicBezTo>
                      <a:cubicBezTo>
                        <a:pt x="2398" y="346"/>
                        <a:pt x="2413" y="329"/>
                        <a:pt x="2423" y="324"/>
                      </a:cubicBezTo>
                      <a:cubicBezTo>
                        <a:pt x="2433" y="319"/>
                        <a:pt x="2438" y="301"/>
                        <a:pt x="2438" y="301"/>
                      </a:cubicBezTo>
                      <a:cubicBezTo>
                        <a:pt x="2457" y="306"/>
                        <a:pt x="2457" y="306"/>
                        <a:pt x="2457" y="306"/>
                      </a:cubicBezTo>
                      <a:cubicBezTo>
                        <a:pt x="2467" y="291"/>
                        <a:pt x="2467" y="291"/>
                        <a:pt x="2467" y="291"/>
                      </a:cubicBezTo>
                      <a:cubicBezTo>
                        <a:pt x="2467" y="291"/>
                        <a:pt x="2470" y="302"/>
                        <a:pt x="2479" y="296"/>
                      </a:cubicBezTo>
                      <a:cubicBezTo>
                        <a:pt x="2488" y="290"/>
                        <a:pt x="2515" y="266"/>
                        <a:pt x="2515" y="266"/>
                      </a:cubicBezTo>
                      <a:cubicBezTo>
                        <a:pt x="2516" y="284"/>
                        <a:pt x="2516" y="284"/>
                        <a:pt x="2516" y="284"/>
                      </a:cubicBezTo>
                      <a:cubicBezTo>
                        <a:pt x="2516" y="284"/>
                        <a:pt x="2547" y="265"/>
                        <a:pt x="2556" y="260"/>
                      </a:cubicBezTo>
                      <a:cubicBezTo>
                        <a:pt x="2565" y="255"/>
                        <a:pt x="2597" y="254"/>
                        <a:pt x="2597" y="254"/>
                      </a:cubicBezTo>
                      <a:cubicBezTo>
                        <a:pt x="2597" y="232"/>
                        <a:pt x="2597" y="232"/>
                        <a:pt x="2597" y="232"/>
                      </a:cubicBezTo>
                      <a:cubicBezTo>
                        <a:pt x="2597" y="232"/>
                        <a:pt x="2598" y="232"/>
                        <a:pt x="2598" y="233"/>
                      </a:cubicBezTo>
                      <a:cubicBezTo>
                        <a:pt x="2597" y="229"/>
                        <a:pt x="2597" y="229"/>
                        <a:pt x="2597" y="229"/>
                      </a:cubicBezTo>
                      <a:cubicBezTo>
                        <a:pt x="2597" y="229"/>
                        <a:pt x="2589" y="232"/>
                        <a:pt x="2584" y="227"/>
                      </a:cubicBezTo>
                      <a:cubicBezTo>
                        <a:pt x="2579" y="222"/>
                        <a:pt x="2593" y="209"/>
                        <a:pt x="2593" y="209"/>
                      </a:cubicBezTo>
                      <a:cubicBezTo>
                        <a:pt x="2593" y="209"/>
                        <a:pt x="2585" y="205"/>
                        <a:pt x="2582" y="202"/>
                      </a:cubicBezTo>
                      <a:cubicBezTo>
                        <a:pt x="2579" y="199"/>
                        <a:pt x="2609" y="142"/>
                        <a:pt x="2609" y="125"/>
                      </a:cubicBezTo>
                      <a:cubicBezTo>
                        <a:pt x="2609" y="108"/>
                        <a:pt x="2582" y="119"/>
                        <a:pt x="2570" y="119"/>
                      </a:cubicBezTo>
                      <a:close/>
                      <a:moveTo>
                        <a:pt x="1811" y="252"/>
                      </a:moveTo>
                      <a:cubicBezTo>
                        <a:pt x="1797" y="252"/>
                        <a:pt x="1817" y="235"/>
                        <a:pt x="1810" y="232"/>
                      </a:cubicBezTo>
                      <a:cubicBezTo>
                        <a:pt x="1803" y="229"/>
                        <a:pt x="1793" y="242"/>
                        <a:pt x="1793" y="242"/>
                      </a:cubicBezTo>
                      <a:cubicBezTo>
                        <a:pt x="1788" y="244"/>
                        <a:pt x="1788" y="244"/>
                        <a:pt x="1788" y="244"/>
                      </a:cubicBezTo>
                      <a:cubicBezTo>
                        <a:pt x="1784" y="255"/>
                        <a:pt x="1784" y="255"/>
                        <a:pt x="1784" y="255"/>
                      </a:cubicBezTo>
                      <a:cubicBezTo>
                        <a:pt x="1773" y="251"/>
                        <a:pt x="1773" y="251"/>
                        <a:pt x="1773" y="251"/>
                      </a:cubicBezTo>
                      <a:cubicBezTo>
                        <a:pt x="1773" y="251"/>
                        <a:pt x="1773" y="262"/>
                        <a:pt x="1770" y="269"/>
                      </a:cubicBezTo>
                      <a:cubicBezTo>
                        <a:pt x="1767" y="276"/>
                        <a:pt x="1757" y="279"/>
                        <a:pt x="1752" y="284"/>
                      </a:cubicBezTo>
                      <a:cubicBezTo>
                        <a:pt x="1747" y="289"/>
                        <a:pt x="1753" y="297"/>
                        <a:pt x="1753" y="297"/>
                      </a:cubicBezTo>
                      <a:cubicBezTo>
                        <a:pt x="1753" y="297"/>
                        <a:pt x="1749" y="297"/>
                        <a:pt x="1736" y="311"/>
                      </a:cubicBezTo>
                      <a:cubicBezTo>
                        <a:pt x="1723" y="325"/>
                        <a:pt x="1741" y="325"/>
                        <a:pt x="1741" y="333"/>
                      </a:cubicBezTo>
                      <a:cubicBezTo>
                        <a:pt x="1741" y="341"/>
                        <a:pt x="1734" y="342"/>
                        <a:pt x="1734" y="342"/>
                      </a:cubicBezTo>
                      <a:cubicBezTo>
                        <a:pt x="1734" y="342"/>
                        <a:pt x="1742" y="346"/>
                        <a:pt x="1719" y="378"/>
                      </a:cubicBezTo>
                      <a:cubicBezTo>
                        <a:pt x="1696" y="410"/>
                        <a:pt x="1651" y="420"/>
                        <a:pt x="1651" y="420"/>
                      </a:cubicBezTo>
                      <a:cubicBezTo>
                        <a:pt x="1654" y="400"/>
                        <a:pt x="1654" y="400"/>
                        <a:pt x="1654" y="400"/>
                      </a:cubicBezTo>
                      <a:cubicBezTo>
                        <a:pt x="1654" y="400"/>
                        <a:pt x="1650" y="393"/>
                        <a:pt x="1648" y="389"/>
                      </a:cubicBezTo>
                      <a:cubicBezTo>
                        <a:pt x="1646" y="385"/>
                        <a:pt x="1663" y="365"/>
                        <a:pt x="1665" y="358"/>
                      </a:cubicBezTo>
                      <a:cubicBezTo>
                        <a:pt x="1667" y="351"/>
                        <a:pt x="1661" y="350"/>
                        <a:pt x="1663" y="338"/>
                      </a:cubicBezTo>
                      <a:cubicBezTo>
                        <a:pt x="1665" y="326"/>
                        <a:pt x="1687" y="307"/>
                        <a:pt x="1687" y="307"/>
                      </a:cubicBezTo>
                      <a:cubicBezTo>
                        <a:pt x="1687" y="298"/>
                        <a:pt x="1687" y="298"/>
                        <a:pt x="1687" y="298"/>
                      </a:cubicBezTo>
                      <a:cubicBezTo>
                        <a:pt x="1687" y="298"/>
                        <a:pt x="1708" y="283"/>
                        <a:pt x="1711" y="277"/>
                      </a:cubicBezTo>
                      <a:cubicBezTo>
                        <a:pt x="1714" y="271"/>
                        <a:pt x="1746" y="240"/>
                        <a:pt x="1746" y="240"/>
                      </a:cubicBezTo>
                      <a:cubicBezTo>
                        <a:pt x="1725" y="246"/>
                        <a:pt x="1725" y="246"/>
                        <a:pt x="1725" y="246"/>
                      </a:cubicBezTo>
                      <a:cubicBezTo>
                        <a:pt x="1725" y="246"/>
                        <a:pt x="1702" y="265"/>
                        <a:pt x="1698" y="260"/>
                      </a:cubicBezTo>
                      <a:cubicBezTo>
                        <a:pt x="1694" y="255"/>
                        <a:pt x="1734" y="231"/>
                        <a:pt x="1739" y="223"/>
                      </a:cubicBezTo>
                      <a:cubicBezTo>
                        <a:pt x="1744" y="215"/>
                        <a:pt x="1772" y="194"/>
                        <a:pt x="1772" y="194"/>
                      </a:cubicBezTo>
                      <a:cubicBezTo>
                        <a:pt x="1777" y="200"/>
                        <a:pt x="1777" y="200"/>
                        <a:pt x="1777" y="200"/>
                      </a:cubicBezTo>
                      <a:cubicBezTo>
                        <a:pt x="1787" y="194"/>
                        <a:pt x="1787" y="194"/>
                        <a:pt x="1787" y="194"/>
                      </a:cubicBezTo>
                      <a:cubicBezTo>
                        <a:pt x="1787" y="194"/>
                        <a:pt x="1782" y="203"/>
                        <a:pt x="1792" y="202"/>
                      </a:cubicBezTo>
                      <a:cubicBezTo>
                        <a:pt x="1802" y="201"/>
                        <a:pt x="1799" y="187"/>
                        <a:pt x="1799" y="187"/>
                      </a:cubicBezTo>
                      <a:cubicBezTo>
                        <a:pt x="1815" y="192"/>
                        <a:pt x="1815" y="192"/>
                        <a:pt x="1815" y="192"/>
                      </a:cubicBezTo>
                      <a:cubicBezTo>
                        <a:pt x="1815" y="192"/>
                        <a:pt x="1837" y="181"/>
                        <a:pt x="1847" y="184"/>
                      </a:cubicBezTo>
                      <a:cubicBezTo>
                        <a:pt x="1857" y="187"/>
                        <a:pt x="1862" y="199"/>
                        <a:pt x="1862" y="199"/>
                      </a:cubicBezTo>
                      <a:cubicBezTo>
                        <a:pt x="1845" y="205"/>
                        <a:pt x="1845" y="205"/>
                        <a:pt x="1845" y="205"/>
                      </a:cubicBezTo>
                      <a:cubicBezTo>
                        <a:pt x="1847" y="222"/>
                        <a:pt x="1847" y="222"/>
                        <a:pt x="1847" y="222"/>
                      </a:cubicBezTo>
                      <a:cubicBezTo>
                        <a:pt x="1847" y="222"/>
                        <a:pt x="1835" y="220"/>
                        <a:pt x="1828" y="220"/>
                      </a:cubicBezTo>
                      <a:cubicBezTo>
                        <a:pt x="1821" y="220"/>
                        <a:pt x="1824" y="237"/>
                        <a:pt x="1824" y="237"/>
                      </a:cubicBezTo>
                      <a:cubicBezTo>
                        <a:pt x="1824" y="237"/>
                        <a:pt x="1825" y="252"/>
                        <a:pt x="1811" y="252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3175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7" name="Freeform 359"/>
                <p:cNvSpPr>
                  <a:spLocks noEditPoints="1"/>
                </p:cNvSpPr>
                <p:nvPr/>
              </p:nvSpPr>
              <p:spPr bwMode="gray">
                <a:xfrm>
                  <a:off x="-9662" y="-15009"/>
                  <a:ext cx="645" cy="345"/>
                </a:xfrm>
                <a:custGeom>
                  <a:avLst/>
                  <a:gdLst>
                    <a:gd name="T0" fmla="*/ 11 w 273"/>
                    <a:gd name="T1" fmla="*/ 2 h 146"/>
                    <a:gd name="T2" fmla="*/ 6 w 273"/>
                    <a:gd name="T3" fmla="*/ 13 h 146"/>
                    <a:gd name="T4" fmla="*/ 11 w 273"/>
                    <a:gd name="T5" fmla="*/ 2 h 146"/>
                    <a:gd name="T6" fmla="*/ 115 w 273"/>
                    <a:gd name="T7" fmla="*/ 57 h 146"/>
                    <a:gd name="T8" fmla="*/ 142 w 273"/>
                    <a:gd name="T9" fmla="*/ 62 h 146"/>
                    <a:gd name="T10" fmla="*/ 129 w 273"/>
                    <a:gd name="T11" fmla="*/ 52 h 146"/>
                    <a:gd name="T12" fmla="*/ 119 w 273"/>
                    <a:gd name="T13" fmla="*/ 52 h 146"/>
                    <a:gd name="T14" fmla="*/ 115 w 273"/>
                    <a:gd name="T15" fmla="*/ 57 h 146"/>
                    <a:gd name="T16" fmla="*/ 190 w 273"/>
                    <a:gd name="T17" fmla="*/ 47 h 146"/>
                    <a:gd name="T18" fmla="*/ 180 w 273"/>
                    <a:gd name="T19" fmla="*/ 38 h 146"/>
                    <a:gd name="T20" fmla="*/ 169 w 273"/>
                    <a:gd name="T21" fmla="*/ 43 h 146"/>
                    <a:gd name="T22" fmla="*/ 190 w 273"/>
                    <a:gd name="T23" fmla="*/ 47 h 146"/>
                    <a:gd name="T24" fmla="*/ 249 w 273"/>
                    <a:gd name="T25" fmla="*/ 100 h 146"/>
                    <a:gd name="T26" fmla="*/ 266 w 273"/>
                    <a:gd name="T27" fmla="*/ 93 h 146"/>
                    <a:gd name="T28" fmla="*/ 249 w 273"/>
                    <a:gd name="T29" fmla="*/ 90 h 146"/>
                    <a:gd name="T30" fmla="*/ 232 w 273"/>
                    <a:gd name="T31" fmla="*/ 87 h 146"/>
                    <a:gd name="T32" fmla="*/ 249 w 273"/>
                    <a:gd name="T33" fmla="*/ 100 h 146"/>
                    <a:gd name="T34" fmla="*/ 260 w 273"/>
                    <a:gd name="T35" fmla="*/ 145 h 146"/>
                    <a:gd name="T36" fmla="*/ 260 w 273"/>
                    <a:gd name="T37" fmla="*/ 131 h 146"/>
                    <a:gd name="T38" fmla="*/ 260 w 273"/>
                    <a:gd name="T39" fmla="*/ 145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3" h="146">
                      <a:moveTo>
                        <a:pt x="11" y="2"/>
                      </a:moveTo>
                      <a:cubicBezTo>
                        <a:pt x="15" y="4"/>
                        <a:pt x="12" y="16"/>
                        <a:pt x="6" y="13"/>
                      </a:cubicBezTo>
                      <a:cubicBezTo>
                        <a:pt x="0" y="11"/>
                        <a:pt x="6" y="0"/>
                        <a:pt x="11" y="2"/>
                      </a:cubicBezTo>
                      <a:close/>
                      <a:moveTo>
                        <a:pt x="115" y="57"/>
                      </a:moveTo>
                      <a:cubicBezTo>
                        <a:pt x="121" y="68"/>
                        <a:pt x="142" y="62"/>
                        <a:pt x="142" y="62"/>
                      </a:cubicBezTo>
                      <a:cubicBezTo>
                        <a:pt x="129" y="52"/>
                        <a:pt x="129" y="52"/>
                        <a:pt x="129" y="52"/>
                      </a:cubicBezTo>
                      <a:cubicBezTo>
                        <a:pt x="119" y="52"/>
                        <a:pt x="119" y="52"/>
                        <a:pt x="119" y="52"/>
                      </a:cubicBezTo>
                      <a:lnTo>
                        <a:pt x="115" y="57"/>
                      </a:lnTo>
                      <a:close/>
                      <a:moveTo>
                        <a:pt x="190" y="47"/>
                      </a:moveTo>
                      <a:cubicBezTo>
                        <a:pt x="190" y="47"/>
                        <a:pt x="185" y="39"/>
                        <a:pt x="180" y="38"/>
                      </a:cubicBezTo>
                      <a:cubicBezTo>
                        <a:pt x="175" y="36"/>
                        <a:pt x="169" y="43"/>
                        <a:pt x="169" y="43"/>
                      </a:cubicBezTo>
                      <a:cubicBezTo>
                        <a:pt x="181" y="57"/>
                        <a:pt x="190" y="47"/>
                        <a:pt x="190" y="47"/>
                      </a:cubicBezTo>
                      <a:close/>
                      <a:moveTo>
                        <a:pt x="249" y="100"/>
                      </a:moveTo>
                      <a:cubicBezTo>
                        <a:pt x="256" y="101"/>
                        <a:pt x="267" y="100"/>
                        <a:pt x="266" y="93"/>
                      </a:cubicBezTo>
                      <a:cubicBezTo>
                        <a:pt x="265" y="86"/>
                        <a:pt x="253" y="90"/>
                        <a:pt x="249" y="90"/>
                      </a:cubicBezTo>
                      <a:cubicBezTo>
                        <a:pt x="245" y="91"/>
                        <a:pt x="232" y="87"/>
                        <a:pt x="232" y="87"/>
                      </a:cubicBezTo>
                      <a:cubicBezTo>
                        <a:pt x="226" y="96"/>
                        <a:pt x="241" y="99"/>
                        <a:pt x="249" y="100"/>
                      </a:cubicBezTo>
                      <a:close/>
                      <a:moveTo>
                        <a:pt x="260" y="145"/>
                      </a:moveTo>
                      <a:cubicBezTo>
                        <a:pt x="273" y="146"/>
                        <a:pt x="260" y="131"/>
                        <a:pt x="260" y="131"/>
                      </a:cubicBezTo>
                      <a:cubicBezTo>
                        <a:pt x="259" y="129"/>
                        <a:pt x="248" y="144"/>
                        <a:pt x="260" y="145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8" name="Freeform 360"/>
                <p:cNvSpPr>
                  <a:spLocks/>
                </p:cNvSpPr>
                <p:nvPr/>
              </p:nvSpPr>
              <p:spPr bwMode="gray">
                <a:xfrm>
                  <a:off x="5851" y="-10925"/>
                  <a:ext cx="1089" cy="839"/>
                </a:xfrm>
                <a:custGeom>
                  <a:avLst/>
                  <a:gdLst>
                    <a:gd name="T0" fmla="*/ 444 w 461"/>
                    <a:gd name="T1" fmla="*/ 131 h 355"/>
                    <a:gd name="T2" fmla="*/ 461 w 461"/>
                    <a:gd name="T3" fmla="*/ 111 h 355"/>
                    <a:gd name="T4" fmla="*/ 444 w 461"/>
                    <a:gd name="T5" fmla="*/ 105 h 355"/>
                    <a:gd name="T6" fmla="*/ 433 w 461"/>
                    <a:gd name="T7" fmla="*/ 88 h 355"/>
                    <a:gd name="T8" fmla="*/ 393 w 461"/>
                    <a:gd name="T9" fmla="*/ 77 h 355"/>
                    <a:gd name="T10" fmla="*/ 380 w 461"/>
                    <a:gd name="T11" fmla="*/ 46 h 355"/>
                    <a:gd name="T12" fmla="*/ 354 w 461"/>
                    <a:gd name="T13" fmla="*/ 42 h 355"/>
                    <a:gd name="T14" fmla="*/ 343 w 461"/>
                    <a:gd name="T15" fmla="*/ 1 h 355"/>
                    <a:gd name="T16" fmla="*/ 339 w 461"/>
                    <a:gd name="T17" fmla="*/ 14 h 355"/>
                    <a:gd name="T18" fmla="*/ 329 w 461"/>
                    <a:gd name="T19" fmla="*/ 0 h 355"/>
                    <a:gd name="T20" fmla="*/ 323 w 461"/>
                    <a:gd name="T21" fmla="*/ 41 h 355"/>
                    <a:gd name="T22" fmla="*/ 301 w 461"/>
                    <a:gd name="T23" fmla="*/ 50 h 355"/>
                    <a:gd name="T24" fmla="*/ 293 w 461"/>
                    <a:gd name="T25" fmla="*/ 77 h 355"/>
                    <a:gd name="T26" fmla="*/ 276 w 461"/>
                    <a:gd name="T27" fmla="*/ 83 h 355"/>
                    <a:gd name="T28" fmla="*/ 283 w 461"/>
                    <a:gd name="T29" fmla="*/ 107 h 355"/>
                    <a:gd name="T30" fmla="*/ 243 w 461"/>
                    <a:gd name="T31" fmla="*/ 101 h 355"/>
                    <a:gd name="T32" fmla="*/ 236 w 461"/>
                    <a:gd name="T33" fmla="*/ 102 h 355"/>
                    <a:gd name="T34" fmla="*/ 266 w 461"/>
                    <a:gd name="T35" fmla="*/ 177 h 355"/>
                    <a:gd name="T36" fmla="*/ 255 w 461"/>
                    <a:gd name="T37" fmla="*/ 171 h 355"/>
                    <a:gd name="T38" fmla="*/ 242 w 461"/>
                    <a:gd name="T39" fmla="*/ 151 h 355"/>
                    <a:gd name="T40" fmla="*/ 242 w 461"/>
                    <a:gd name="T41" fmla="*/ 183 h 355"/>
                    <a:gd name="T42" fmla="*/ 231 w 461"/>
                    <a:gd name="T43" fmla="*/ 191 h 355"/>
                    <a:gd name="T44" fmla="*/ 214 w 461"/>
                    <a:gd name="T45" fmla="*/ 166 h 355"/>
                    <a:gd name="T46" fmla="*/ 206 w 461"/>
                    <a:gd name="T47" fmla="*/ 160 h 355"/>
                    <a:gd name="T48" fmla="*/ 200 w 461"/>
                    <a:gd name="T49" fmla="*/ 166 h 355"/>
                    <a:gd name="T50" fmla="*/ 176 w 461"/>
                    <a:gd name="T51" fmla="*/ 213 h 355"/>
                    <a:gd name="T52" fmla="*/ 110 w 461"/>
                    <a:gd name="T53" fmla="*/ 235 h 355"/>
                    <a:gd name="T54" fmla="*/ 69 w 461"/>
                    <a:gd name="T55" fmla="*/ 262 h 355"/>
                    <a:gd name="T56" fmla="*/ 60 w 461"/>
                    <a:gd name="T57" fmla="*/ 285 h 355"/>
                    <a:gd name="T58" fmla="*/ 65 w 461"/>
                    <a:gd name="T59" fmla="*/ 317 h 355"/>
                    <a:gd name="T60" fmla="*/ 23 w 461"/>
                    <a:gd name="T61" fmla="*/ 305 h 355"/>
                    <a:gd name="T62" fmla="*/ 0 w 461"/>
                    <a:gd name="T63" fmla="*/ 322 h 355"/>
                    <a:gd name="T64" fmla="*/ 0 w 461"/>
                    <a:gd name="T65" fmla="*/ 322 h 355"/>
                    <a:gd name="T66" fmla="*/ 9 w 461"/>
                    <a:gd name="T67" fmla="*/ 338 h 355"/>
                    <a:gd name="T68" fmla="*/ 43 w 461"/>
                    <a:gd name="T69" fmla="*/ 352 h 355"/>
                    <a:gd name="T70" fmla="*/ 61 w 461"/>
                    <a:gd name="T71" fmla="*/ 342 h 355"/>
                    <a:gd name="T72" fmla="*/ 98 w 461"/>
                    <a:gd name="T73" fmla="*/ 345 h 355"/>
                    <a:gd name="T74" fmla="*/ 121 w 461"/>
                    <a:gd name="T75" fmla="*/ 318 h 355"/>
                    <a:gd name="T76" fmla="*/ 150 w 461"/>
                    <a:gd name="T77" fmla="*/ 318 h 355"/>
                    <a:gd name="T78" fmla="*/ 182 w 461"/>
                    <a:gd name="T79" fmla="*/ 335 h 355"/>
                    <a:gd name="T80" fmla="*/ 203 w 461"/>
                    <a:gd name="T81" fmla="*/ 322 h 355"/>
                    <a:gd name="T82" fmla="*/ 219 w 461"/>
                    <a:gd name="T83" fmla="*/ 322 h 355"/>
                    <a:gd name="T84" fmla="*/ 236 w 461"/>
                    <a:gd name="T85" fmla="*/ 299 h 355"/>
                    <a:gd name="T86" fmla="*/ 235 w 461"/>
                    <a:gd name="T87" fmla="*/ 287 h 355"/>
                    <a:gd name="T88" fmla="*/ 257 w 461"/>
                    <a:gd name="T89" fmla="*/ 268 h 355"/>
                    <a:gd name="T90" fmla="*/ 252 w 461"/>
                    <a:gd name="T91" fmla="*/ 243 h 355"/>
                    <a:gd name="T92" fmla="*/ 265 w 461"/>
                    <a:gd name="T93" fmla="*/ 235 h 355"/>
                    <a:gd name="T94" fmla="*/ 275 w 461"/>
                    <a:gd name="T95" fmla="*/ 204 h 355"/>
                    <a:gd name="T96" fmla="*/ 284 w 461"/>
                    <a:gd name="T97" fmla="*/ 165 h 355"/>
                    <a:gd name="T98" fmla="*/ 344 w 461"/>
                    <a:gd name="T99" fmla="*/ 166 h 355"/>
                    <a:gd name="T100" fmla="*/ 375 w 461"/>
                    <a:gd name="T101" fmla="*/ 190 h 355"/>
                    <a:gd name="T102" fmla="*/ 374 w 461"/>
                    <a:gd name="T103" fmla="*/ 189 h 355"/>
                    <a:gd name="T104" fmla="*/ 387 w 461"/>
                    <a:gd name="T105" fmla="*/ 186 h 355"/>
                    <a:gd name="T106" fmla="*/ 378 w 461"/>
                    <a:gd name="T107" fmla="*/ 144 h 355"/>
                    <a:gd name="T108" fmla="*/ 402 w 461"/>
                    <a:gd name="T109" fmla="*/ 162 h 355"/>
                    <a:gd name="T110" fmla="*/ 427 w 461"/>
                    <a:gd name="T111" fmla="*/ 160 h 355"/>
                    <a:gd name="T112" fmla="*/ 408 w 461"/>
                    <a:gd name="T113" fmla="*/ 126 h 355"/>
                    <a:gd name="T114" fmla="*/ 444 w 461"/>
                    <a:gd name="T115" fmla="*/ 131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461" h="355">
                      <a:moveTo>
                        <a:pt x="444" y="131"/>
                      </a:moveTo>
                      <a:cubicBezTo>
                        <a:pt x="461" y="111"/>
                        <a:pt x="461" y="111"/>
                        <a:pt x="461" y="111"/>
                      </a:cubicBezTo>
                      <a:cubicBezTo>
                        <a:pt x="444" y="105"/>
                        <a:pt x="444" y="105"/>
                        <a:pt x="444" y="105"/>
                      </a:cubicBezTo>
                      <a:cubicBezTo>
                        <a:pt x="444" y="105"/>
                        <a:pt x="441" y="93"/>
                        <a:pt x="433" y="88"/>
                      </a:cubicBezTo>
                      <a:cubicBezTo>
                        <a:pt x="425" y="82"/>
                        <a:pt x="393" y="77"/>
                        <a:pt x="393" y="77"/>
                      </a:cubicBezTo>
                      <a:cubicBezTo>
                        <a:pt x="393" y="77"/>
                        <a:pt x="392" y="58"/>
                        <a:pt x="380" y="46"/>
                      </a:cubicBezTo>
                      <a:cubicBezTo>
                        <a:pt x="367" y="33"/>
                        <a:pt x="354" y="42"/>
                        <a:pt x="354" y="42"/>
                      </a:cubicBezTo>
                      <a:cubicBezTo>
                        <a:pt x="343" y="1"/>
                        <a:pt x="343" y="1"/>
                        <a:pt x="343" y="1"/>
                      </a:cubicBezTo>
                      <a:cubicBezTo>
                        <a:pt x="339" y="14"/>
                        <a:pt x="339" y="14"/>
                        <a:pt x="339" y="14"/>
                      </a:cubicBezTo>
                      <a:cubicBezTo>
                        <a:pt x="329" y="0"/>
                        <a:pt x="329" y="0"/>
                        <a:pt x="329" y="0"/>
                      </a:cubicBezTo>
                      <a:cubicBezTo>
                        <a:pt x="323" y="41"/>
                        <a:pt x="323" y="41"/>
                        <a:pt x="323" y="41"/>
                      </a:cubicBezTo>
                      <a:cubicBezTo>
                        <a:pt x="323" y="41"/>
                        <a:pt x="308" y="45"/>
                        <a:pt x="301" y="50"/>
                      </a:cubicBezTo>
                      <a:cubicBezTo>
                        <a:pt x="294" y="55"/>
                        <a:pt x="293" y="77"/>
                        <a:pt x="293" y="77"/>
                      </a:cubicBezTo>
                      <a:cubicBezTo>
                        <a:pt x="276" y="83"/>
                        <a:pt x="276" y="83"/>
                        <a:pt x="276" y="83"/>
                      </a:cubicBezTo>
                      <a:cubicBezTo>
                        <a:pt x="283" y="107"/>
                        <a:pt x="283" y="107"/>
                        <a:pt x="283" y="107"/>
                      </a:cubicBezTo>
                      <a:cubicBezTo>
                        <a:pt x="283" y="107"/>
                        <a:pt x="259" y="104"/>
                        <a:pt x="243" y="101"/>
                      </a:cubicBezTo>
                      <a:cubicBezTo>
                        <a:pt x="241" y="100"/>
                        <a:pt x="238" y="101"/>
                        <a:pt x="236" y="102"/>
                      </a:cubicBezTo>
                      <a:cubicBezTo>
                        <a:pt x="259" y="120"/>
                        <a:pt x="266" y="177"/>
                        <a:pt x="266" y="177"/>
                      </a:cubicBezTo>
                      <a:cubicBezTo>
                        <a:pt x="255" y="171"/>
                        <a:pt x="255" y="171"/>
                        <a:pt x="255" y="171"/>
                      </a:cubicBezTo>
                      <a:cubicBezTo>
                        <a:pt x="242" y="151"/>
                        <a:pt x="242" y="151"/>
                        <a:pt x="242" y="151"/>
                      </a:cubicBezTo>
                      <a:cubicBezTo>
                        <a:pt x="242" y="151"/>
                        <a:pt x="243" y="175"/>
                        <a:pt x="242" y="183"/>
                      </a:cubicBezTo>
                      <a:cubicBezTo>
                        <a:pt x="241" y="190"/>
                        <a:pt x="231" y="191"/>
                        <a:pt x="231" y="191"/>
                      </a:cubicBezTo>
                      <a:cubicBezTo>
                        <a:pt x="214" y="166"/>
                        <a:pt x="214" y="166"/>
                        <a:pt x="214" y="166"/>
                      </a:cubicBezTo>
                      <a:cubicBezTo>
                        <a:pt x="206" y="160"/>
                        <a:pt x="206" y="160"/>
                        <a:pt x="206" y="160"/>
                      </a:cubicBezTo>
                      <a:cubicBezTo>
                        <a:pt x="200" y="166"/>
                        <a:pt x="200" y="166"/>
                        <a:pt x="200" y="166"/>
                      </a:cubicBezTo>
                      <a:cubicBezTo>
                        <a:pt x="200" y="166"/>
                        <a:pt x="192" y="201"/>
                        <a:pt x="176" y="213"/>
                      </a:cubicBezTo>
                      <a:cubicBezTo>
                        <a:pt x="160" y="224"/>
                        <a:pt x="119" y="232"/>
                        <a:pt x="110" y="235"/>
                      </a:cubicBezTo>
                      <a:cubicBezTo>
                        <a:pt x="101" y="237"/>
                        <a:pt x="69" y="262"/>
                        <a:pt x="69" y="262"/>
                      </a:cubicBezTo>
                      <a:cubicBezTo>
                        <a:pt x="60" y="285"/>
                        <a:pt x="60" y="285"/>
                        <a:pt x="60" y="285"/>
                      </a:cubicBezTo>
                      <a:cubicBezTo>
                        <a:pt x="60" y="285"/>
                        <a:pt x="84" y="303"/>
                        <a:pt x="65" y="317"/>
                      </a:cubicBezTo>
                      <a:cubicBezTo>
                        <a:pt x="47" y="331"/>
                        <a:pt x="34" y="308"/>
                        <a:pt x="23" y="305"/>
                      </a:cubicBezTo>
                      <a:cubicBezTo>
                        <a:pt x="13" y="303"/>
                        <a:pt x="0" y="322"/>
                        <a:pt x="0" y="322"/>
                      </a:cubicBezTo>
                      <a:cubicBezTo>
                        <a:pt x="0" y="322"/>
                        <a:pt x="0" y="322"/>
                        <a:pt x="0" y="322"/>
                      </a:cubicBezTo>
                      <a:cubicBezTo>
                        <a:pt x="3" y="328"/>
                        <a:pt x="5" y="334"/>
                        <a:pt x="9" y="338"/>
                      </a:cubicBezTo>
                      <a:cubicBezTo>
                        <a:pt x="17" y="347"/>
                        <a:pt x="39" y="355"/>
                        <a:pt x="43" y="352"/>
                      </a:cubicBezTo>
                      <a:cubicBezTo>
                        <a:pt x="47" y="350"/>
                        <a:pt x="46" y="342"/>
                        <a:pt x="61" y="342"/>
                      </a:cubicBezTo>
                      <a:cubicBezTo>
                        <a:pt x="75" y="342"/>
                        <a:pt x="88" y="351"/>
                        <a:pt x="98" y="345"/>
                      </a:cubicBezTo>
                      <a:cubicBezTo>
                        <a:pt x="108" y="339"/>
                        <a:pt x="121" y="318"/>
                        <a:pt x="121" y="318"/>
                      </a:cubicBezTo>
                      <a:cubicBezTo>
                        <a:pt x="121" y="318"/>
                        <a:pt x="146" y="315"/>
                        <a:pt x="150" y="318"/>
                      </a:cubicBezTo>
                      <a:cubicBezTo>
                        <a:pt x="154" y="320"/>
                        <a:pt x="179" y="336"/>
                        <a:pt x="182" y="335"/>
                      </a:cubicBezTo>
                      <a:cubicBezTo>
                        <a:pt x="185" y="335"/>
                        <a:pt x="203" y="322"/>
                        <a:pt x="203" y="322"/>
                      </a:cubicBezTo>
                      <a:cubicBezTo>
                        <a:pt x="219" y="322"/>
                        <a:pt x="219" y="322"/>
                        <a:pt x="219" y="322"/>
                      </a:cubicBezTo>
                      <a:cubicBezTo>
                        <a:pt x="236" y="299"/>
                        <a:pt x="236" y="299"/>
                        <a:pt x="236" y="299"/>
                      </a:cubicBezTo>
                      <a:cubicBezTo>
                        <a:pt x="235" y="287"/>
                        <a:pt x="235" y="287"/>
                        <a:pt x="235" y="287"/>
                      </a:cubicBezTo>
                      <a:cubicBezTo>
                        <a:pt x="257" y="268"/>
                        <a:pt x="257" y="268"/>
                        <a:pt x="257" y="268"/>
                      </a:cubicBezTo>
                      <a:cubicBezTo>
                        <a:pt x="257" y="268"/>
                        <a:pt x="245" y="252"/>
                        <a:pt x="252" y="243"/>
                      </a:cubicBezTo>
                      <a:cubicBezTo>
                        <a:pt x="258" y="234"/>
                        <a:pt x="265" y="235"/>
                        <a:pt x="265" y="235"/>
                      </a:cubicBezTo>
                      <a:cubicBezTo>
                        <a:pt x="265" y="235"/>
                        <a:pt x="274" y="220"/>
                        <a:pt x="275" y="204"/>
                      </a:cubicBezTo>
                      <a:cubicBezTo>
                        <a:pt x="277" y="188"/>
                        <a:pt x="270" y="166"/>
                        <a:pt x="284" y="165"/>
                      </a:cubicBezTo>
                      <a:cubicBezTo>
                        <a:pt x="299" y="164"/>
                        <a:pt x="340" y="165"/>
                        <a:pt x="344" y="166"/>
                      </a:cubicBezTo>
                      <a:cubicBezTo>
                        <a:pt x="348" y="166"/>
                        <a:pt x="367" y="183"/>
                        <a:pt x="375" y="190"/>
                      </a:cubicBezTo>
                      <a:cubicBezTo>
                        <a:pt x="374" y="189"/>
                        <a:pt x="374" y="189"/>
                        <a:pt x="374" y="189"/>
                      </a:cubicBezTo>
                      <a:cubicBezTo>
                        <a:pt x="387" y="186"/>
                        <a:pt x="387" y="186"/>
                        <a:pt x="387" y="186"/>
                      </a:cubicBezTo>
                      <a:cubicBezTo>
                        <a:pt x="378" y="144"/>
                        <a:pt x="378" y="144"/>
                        <a:pt x="378" y="144"/>
                      </a:cubicBezTo>
                      <a:cubicBezTo>
                        <a:pt x="378" y="144"/>
                        <a:pt x="393" y="160"/>
                        <a:pt x="402" y="162"/>
                      </a:cubicBezTo>
                      <a:cubicBezTo>
                        <a:pt x="412" y="163"/>
                        <a:pt x="427" y="160"/>
                        <a:pt x="427" y="160"/>
                      </a:cubicBezTo>
                      <a:cubicBezTo>
                        <a:pt x="427" y="160"/>
                        <a:pt x="402" y="136"/>
                        <a:pt x="408" y="126"/>
                      </a:cubicBezTo>
                      <a:cubicBezTo>
                        <a:pt x="413" y="115"/>
                        <a:pt x="444" y="131"/>
                        <a:pt x="444" y="131"/>
                      </a:cubicBez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9" name="Freeform 361"/>
                <p:cNvSpPr>
                  <a:spLocks/>
                </p:cNvSpPr>
                <p:nvPr/>
              </p:nvSpPr>
              <p:spPr bwMode="gray">
                <a:xfrm>
                  <a:off x="6337" y="-10684"/>
                  <a:ext cx="142" cy="211"/>
                </a:xfrm>
                <a:custGeom>
                  <a:avLst/>
                  <a:gdLst>
                    <a:gd name="T0" fmla="*/ 25 w 60"/>
                    <a:gd name="T1" fmla="*/ 89 h 89"/>
                    <a:gd name="T2" fmla="*/ 36 w 60"/>
                    <a:gd name="T3" fmla="*/ 81 h 89"/>
                    <a:gd name="T4" fmla="*/ 36 w 60"/>
                    <a:gd name="T5" fmla="*/ 49 h 89"/>
                    <a:gd name="T6" fmla="*/ 49 w 60"/>
                    <a:gd name="T7" fmla="*/ 69 h 89"/>
                    <a:gd name="T8" fmla="*/ 60 w 60"/>
                    <a:gd name="T9" fmla="*/ 75 h 89"/>
                    <a:gd name="T10" fmla="*/ 30 w 60"/>
                    <a:gd name="T11" fmla="*/ 0 h 89"/>
                    <a:gd name="T12" fmla="*/ 21 w 60"/>
                    <a:gd name="T13" fmla="*/ 34 h 89"/>
                    <a:gd name="T14" fmla="*/ 0 w 60"/>
                    <a:gd name="T15" fmla="*/ 58 h 89"/>
                    <a:gd name="T16" fmla="*/ 8 w 60"/>
                    <a:gd name="T17" fmla="*/ 64 h 89"/>
                    <a:gd name="T18" fmla="*/ 25 w 60"/>
                    <a:gd name="T19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89">
                      <a:moveTo>
                        <a:pt x="25" y="89"/>
                      </a:moveTo>
                      <a:cubicBezTo>
                        <a:pt x="25" y="89"/>
                        <a:pt x="35" y="88"/>
                        <a:pt x="36" y="81"/>
                      </a:cubicBezTo>
                      <a:cubicBezTo>
                        <a:pt x="37" y="73"/>
                        <a:pt x="36" y="49"/>
                        <a:pt x="36" y="49"/>
                      </a:cubicBezTo>
                      <a:cubicBezTo>
                        <a:pt x="49" y="69"/>
                        <a:pt x="49" y="69"/>
                        <a:pt x="49" y="69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cubicBezTo>
                        <a:pt x="60" y="75"/>
                        <a:pt x="53" y="18"/>
                        <a:pt x="30" y="0"/>
                      </a:cubicBezTo>
                      <a:cubicBezTo>
                        <a:pt x="22" y="8"/>
                        <a:pt x="21" y="34"/>
                        <a:pt x="21" y="34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8" y="64"/>
                        <a:pt x="8" y="64"/>
                        <a:pt x="8" y="64"/>
                      </a:cubicBezTo>
                      <a:lnTo>
                        <a:pt x="25" y="89"/>
                      </a:lnTo>
                      <a:close/>
                    </a:path>
                  </a:pathLst>
                </a:custGeom>
                <a:grpFill/>
                <a:ln w="3175" cap="flat" cmpd="sng">
                  <a:solidFill>
                    <a:srgbClr val="E6E6E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67" name="Rechteck 466"/>
              <p:cNvSpPr/>
              <p:nvPr/>
            </p:nvSpPr>
            <p:spPr bwMode="gray">
              <a:xfrm>
                <a:off x="3202985" y="1938692"/>
                <a:ext cx="1260000" cy="1415831"/>
              </a:xfrm>
              <a:prstGeom prst="rect">
                <a:avLst/>
              </a:prstGeom>
            </p:spPr>
            <p:txBody>
              <a:bodyPr wrap="square" lIns="72000" tIns="0" rIns="180000" bIns="0" anchor="b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r>
                  <a:rPr lang="en-US" sz="1050" dirty="0" smtClean="0">
                    <a:solidFill>
                      <a:srgbClr val="7D7D7D"/>
                    </a:solidFill>
                  </a:rPr>
                  <a:t>it can be replaced with your own text.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474" name="Rechteckige Legende 473"/>
              <p:cNvSpPr/>
              <p:nvPr/>
            </p:nvSpPr>
            <p:spPr bwMode="gray">
              <a:xfrm>
                <a:off x="5294312" y="2028095"/>
                <a:ext cx="861838" cy="432384"/>
              </a:xfrm>
              <a:prstGeom prst="wedgeRectCallout">
                <a:avLst>
                  <a:gd name="adj1" fmla="val -60179"/>
                  <a:gd name="adj2" fmla="val 20564"/>
                </a:avLst>
              </a:prstGeom>
              <a:solidFill>
                <a:srgbClr val="FFFFFF"/>
              </a:solidFill>
              <a:ln w="19050">
                <a:solidFill>
                  <a:schemeClr val="accent1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3200" b="1" smtClean="0">
                    <a:solidFill>
                      <a:schemeClr val="accent1"/>
                    </a:solidFill>
                  </a:rPr>
                  <a:t>87%</a:t>
                </a:r>
                <a:endParaRPr lang="de-DE" sz="3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75" name="Rechteckige Legende 474"/>
              <p:cNvSpPr/>
              <p:nvPr/>
            </p:nvSpPr>
            <p:spPr bwMode="gray">
              <a:xfrm>
                <a:off x="3410030" y="1257613"/>
                <a:ext cx="545280" cy="268390"/>
              </a:xfrm>
              <a:prstGeom prst="wedgeRectCallout">
                <a:avLst>
                  <a:gd name="adj1" fmla="val 56031"/>
                  <a:gd name="adj2" fmla="val -22061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600" b="1" smtClean="0">
                    <a:solidFill>
                      <a:srgbClr val="000000"/>
                    </a:solidFill>
                  </a:rPr>
                  <a:t>53%</a:t>
                </a:r>
                <a:endParaRPr lang="de-DE" sz="1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476" name="Rechteckige Legende 475"/>
              <p:cNvSpPr/>
              <p:nvPr/>
            </p:nvSpPr>
            <p:spPr bwMode="gray">
              <a:xfrm>
                <a:off x="6740941" y="1266396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rgbClr val="000000"/>
                    </a:solidFill>
                  </a:rPr>
                  <a:t>23%</a:t>
                </a:r>
                <a:endParaRPr lang="de-DE" sz="14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477" name="Rechteckige Legende 476"/>
              <p:cNvSpPr/>
              <p:nvPr/>
            </p:nvSpPr>
            <p:spPr bwMode="gray">
              <a:xfrm>
                <a:off x="5624910" y="1132673"/>
                <a:ext cx="436488" cy="214842"/>
              </a:xfrm>
              <a:prstGeom prst="wedgeRectCallout">
                <a:avLst>
                  <a:gd name="adj1" fmla="val 21881"/>
                  <a:gd name="adj2" fmla="val -70245"/>
                </a:avLst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rgbClr val="000000"/>
                    </a:solidFill>
                  </a:rPr>
                  <a:t>31%</a:t>
                </a:r>
                <a:endParaRPr lang="de-DE" sz="14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479" name="Freeform 8"/>
              <p:cNvSpPr>
                <a:spLocks noEditPoints="1"/>
              </p:cNvSpPr>
              <p:nvPr/>
            </p:nvSpPr>
            <p:spPr bwMode="gray">
              <a:xfrm rot="21399260" flipH="1">
                <a:off x="4539375" y="819867"/>
                <a:ext cx="986935" cy="273005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81" name="Freeform 8"/>
              <p:cNvSpPr>
                <a:spLocks noEditPoints="1"/>
              </p:cNvSpPr>
              <p:nvPr/>
            </p:nvSpPr>
            <p:spPr bwMode="gray">
              <a:xfrm rot="12352222" flipH="1">
                <a:off x="4400463" y="1669399"/>
                <a:ext cx="859493" cy="252992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82" name="Freeform 8"/>
              <p:cNvSpPr>
                <a:spLocks noEditPoints="1"/>
              </p:cNvSpPr>
              <p:nvPr/>
            </p:nvSpPr>
            <p:spPr bwMode="gray">
              <a:xfrm rot="18900000" flipV="1">
                <a:off x="6225181" y="1850398"/>
                <a:ext cx="811962" cy="239001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83" name="Freeform 8"/>
              <p:cNvSpPr>
                <a:spLocks noEditPoints="1"/>
              </p:cNvSpPr>
              <p:nvPr/>
            </p:nvSpPr>
            <p:spPr bwMode="gray">
              <a:xfrm rot="11127770" flipV="1">
                <a:off x="6110239" y="954202"/>
                <a:ext cx="707287" cy="203917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37" name="Rechteck 536"/>
              <p:cNvSpPr/>
              <p:nvPr/>
            </p:nvSpPr>
            <p:spPr bwMode="gray">
              <a:xfrm>
                <a:off x="5294312" y="2460479"/>
                <a:ext cx="1260000" cy="792000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de-DE" sz="10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8" name="Rechteck 537"/>
              <p:cNvSpPr/>
              <p:nvPr/>
            </p:nvSpPr>
            <p:spPr bwMode="gray">
              <a:xfrm>
                <a:off x="7174211" y="1266396"/>
                <a:ext cx="1260000" cy="792000"/>
              </a:xfrm>
              <a:prstGeom prst="rect">
                <a:avLst/>
              </a:prstGeom>
            </p:spPr>
            <p:txBody>
              <a:bodyPr wrap="square" lIns="72000" tIns="0" rIns="72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de-DE" sz="10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9" name="Rechteck 538"/>
              <p:cNvSpPr/>
              <p:nvPr/>
            </p:nvSpPr>
            <p:spPr bwMode="gray">
              <a:xfrm>
                <a:off x="5611965" y="1343869"/>
                <a:ext cx="1260000" cy="410692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</a:t>
                </a:r>
                <a:br>
                  <a:rPr lang="de-DE" sz="900" smtClean="0">
                    <a:solidFill>
                      <a:srgbClr val="000000"/>
                    </a:solidFill>
                  </a:rPr>
                </a:br>
                <a:r>
                  <a:rPr lang="de-DE" sz="900" smtClean="0">
                    <a:solidFill>
                      <a:srgbClr val="000000"/>
                    </a:solidFill>
                  </a:rPr>
                  <a:t>placeholder text.</a:t>
                </a:r>
                <a:endParaRPr lang="de-DE" sz="900">
                  <a:solidFill>
                    <a:srgbClr val="000000"/>
                  </a:solidFill>
                </a:endParaRPr>
              </a:p>
            </p:txBody>
          </p:sp>
          <p:sp>
            <p:nvSpPr>
              <p:cNvPr id="540" name="Rechteck 539"/>
              <p:cNvSpPr/>
              <p:nvPr/>
            </p:nvSpPr>
            <p:spPr bwMode="gray">
              <a:xfrm>
                <a:off x="3410030" y="1531398"/>
                <a:ext cx="686368" cy="658983"/>
              </a:xfrm>
              <a:prstGeom prst="rect">
                <a:avLst/>
              </a:prstGeom>
            </p:spPr>
            <p:txBody>
              <a:bodyPr wrap="square" lIns="0" tIns="72000" rIns="72000" bIns="0" anchor="t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000000"/>
                    </a:solidFill>
                  </a:rPr>
                  <a:t>This is a </a:t>
                </a:r>
                <a:br>
                  <a:rPr lang="de-DE" sz="900" smtClean="0">
                    <a:solidFill>
                      <a:srgbClr val="000000"/>
                    </a:solidFill>
                  </a:rPr>
                </a:br>
                <a:r>
                  <a:rPr lang="de-DE" sz="900" smtClean="0">
                    <a:solidFill>
                      <a:srgbClr val="000000"/>
                    </a:solidFill>
                  </a:rPr>
                  <a:t>placeholder text.</a:t>
                </a:r>
                <a:endParaRPr lang="de-DE" sz="9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1" name="Gruppieren 10"/>
              <p:cNvGrpSpPr/>
              <p:nvPr/>
            </p:nvGrpSpPr>
            <p:grpSpPr bwMode="gray">
              <a:xfrm>
                <a:off x="7375357" y="3003730"/>
                <a:ext cx="1370142" cy="350793"/>
                <a:chOff x="8815943" y="4781549"/>
                <a:chExt cx="5125298" cy="1312215"/>
              </a:xfrm>
            </p:grpSpPr>
            <p:sp>
              <p:nvSpPr>
                <p:cNvPr id="569" name="Rechteck 568"/>
                <p:cNvSpPr/>
                <p:nvPr/>
              </p:nvSpPr>
              <p:spPr bwMode="gray">
                <a:xfrm>
                  <a:off x="9901279" y="4781549"/>
                  <a:ext cx="4039962" cy="1312215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D7D7D7"/>
                  </a:solidFill>
                </a:ln>
                <a:effectLst>
                  <a:outerShdw blurRad="381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lvl="0" algn="ctr"/>
                  <a:r>
                    <a:rPr lang="de-DE" b="1" smtClean="0">
                      <a:solidFill>
                        <a:srgbClr val="2A79FF"/>
                      </a:solidFill>
                    </a:rPr>
                    <a:t>252 </a:t>
                  </a:r>
                  <a:r>
                    <a:rPr lang="de-DE" b="1" smtClean="0"/>
                    <a:t>Likes</a:t>
                  </a:r>
                  <a:endParaRPr lang="de-DE" b="1"/>
                </a:p>
              </p:txBody>
            </p:sp>
            <p:sp>
              <p:nvSpPr>
                <p:cNvPr id="10" name="Rechteck 9"/>
                <p:cNvSpPr/>
                <p:nvPr/>
              </p:nvSpPr>
              <p:spPr bwMode="gray">
                <a:xfrm>
                  <a:off x="8918011" y="4803959"/>
                  <a:ext cx="881201" cy="126739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36000">
                      <a:srgbClr val="C8C8C8"/>
                    </a:gs>
                  </a:gsLst>
                  <a:lin ang="108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600"/>
                </a:p>
              </p:txBody>
            </p:sp>
            <p:sp>
              <p:nvSpPr>
                <p:cNvPr id="568" name="Rechteck 567"/>
                <p:cNvSpPr/>
                <p:nvPr/>
              </p:nvSpPr>
              <p:spPr bwMode="gray">
                <a:xfrm>
                  <a:off x="8918012" y="5517235"/>
                  <a:ext cx="881202" cy="48101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600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>
                        <a:lumMod val="75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12700" dir="16200000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  <p:sp>
              <p:nvSpPr>
                <p:cNvPr id="9" name="Freeform 5"/>
                <p:cNvSpPr>
                  <a:spLocks noEditPoints="1"/>
                </p:cNvSpPr>
                <p:nvPr/>
              </p:nvSpPr>
              <p:spPr bwMode="gray">
                <a:xfrm>
                  <a:off x="8815943" y="4781549"/>
                  <a:ext cx="1085337" cy="1312215"/>
                </a:xfrm>
                <a:custGeom>
                  <a:avLst/>
                  <a:gdLst>
                    <a:gd name="T0" fmla="*/ 0 w 896"/>
                    <a:gd name="T1" fmla="*/ 0 h 1084"/>
                    <a:gd name="T2" fmla="*/ 0 w 896"/>
                    <a:gd name="T3" fmla="*/ 1084 h 1084"/>
                    <a:gd name="T4" fmla="*/ 896 w 896"/>
                    <a:gd name="T5" fmla="*/ 1084 h 1084"/>
                    <a:gd name="T6" fmla="*/ 896 w 896"/>
                    <a:gd name="T7" fmla="*/ 0 h 1084"/>
                    <a:gd name="T8" fmla="*/ 0 w 896"/>
                    <a:gd name="T9" fmla="*/ 0 h 1084"/>
                    <a:gd name="T10" fmla="*/ 760 w 896"/>
                    <a:gd name="T11" fmla="*/ 588 h 1084"/>
                    <a:gd name="T12" fmla="*/ 748 w 896"/>
                    <a:gd name="T13" fmla="*/ 593 h 1084"/>
                    <a:gd name="T14" fmla="*/ 746 w 896"/>
                    <a:gd name="T15" fmla="*/ 594 h 1084"/>
                    <a:gd name="T16" fmla="*/ 743 w 896"/>
                    <a:gd name="T17" fmla="*/ 597 h 1084"/>
                    <a:gd name="T18" fmla="*/ 741 w 896"/>
                    <a:gd name="T19" fmla="*/ 602 h 1084"/>
                    <a:gd name="T20" fmla="*/ 741 w 896"/>
                    <a:gd name="T21" fmla="*/ 602 h 1084"/>
                    <a:gd name="T22" fmla="*/ 741 w 896"/>
                    <a:gd name="T23" fmla="*/ 603 h 1084"/>
                    <a:gd name="T24" fmla="*/ 747 w 896"/>
                    <a:gd name="T25" fmla="*/ 614 h 1084"/>
                    <a:gd name="T26" fmla="*/ 757 w 896"/>
                    <a:gd name="T27" fmla="*/ 631 h 1084"/>
                    <a:gd name="T28" fmla="*/ 758 w 896"/>
                    <a:gd name="T29" fmla="*/ 633 h 1084"/>
                    <a:gd name="T30" fmla="*/ 758 w 896"/>
                    <a:gd name="T31" fmla="*/ 634 h 1084"/>
                    <a:gd name="T32" fmla="*/ 761 w 896"/>
                    <a:gd name="T33" fmla="*/ 645 h 1084"/>
                    <a:gd name="T34" fmla="*/ 723 w 896"/>
                    <a:gd name="T35" fmla="*/ 711 h 1084"/>
                    <a:gd name="T36" fmla="*/ 718 w 896"/>
                    <a:gd name="T37" fmla="*/ 713 h 1084"/>
                    <a:gd name="T38" fmla="*/ 717 w 896"/>
                    <a:gd name="T39" fmla="*/ 714 h 1084"/>
                    <a:gd name="T40" fmla="*/ 712 w 896"/>
                    <a:gd name="T41" fmla="*/ 734 h 1084"/>
                    <a:gd name="T42" fmla="*/ 714 w 896"/>
                    <a:gd name="T43" fmla="*/ 811 h 1084"/>
                    <a:gd name="T44" fmla="*/ 687 w 896"/>
                    <a:gd name="T45" fmla="*/ 833 h 1084"/>
                    <a:gd name="T46" fmla="*/ 681 w 896"/>
                    <a:gd name="T47" fmla="*/ 835 h 1084"/>
                    <a:gd name="T48" fmla="*/ 681 w 896"/>
                    <a:gd name="T49" fmla="*/ 835 h 1084"/>
                    <a:gd name="T50" fmla="*/ 677 w 896"/>
                    <a:gd name="T51" fmla="*/ 839 h 1084"/>
                    <a:gd name="T52" fmla="*/ 677 w 896"/>
                    <a:gd name="T53" fmla="*/ 840 h 1084"/>
                    <a:gd name="T54" fmla="*/ 677 w 896"/>
                    <a:gd name="T55" fmla="*/ 841 h 1084"/>
                    <a:gd name="T56" fmla="*/ 676 w 896"/>
                    <a:gd name="T57" fmla="*/ 849 h 1084"/>
                    <a:gd name="T58" fmla="*/ 678 w 896"/>
                    <a:gd name="T59" fmla="*/ 854 h 1084"/>
                    <a:gd name="T60" fmla="*/ 678 w 896"/>
                    <a:gd name="T61" fmla="*/ 854 h 1084"/>
                    <a:gd name="T62" fmla="*/ 680 w 896"/>
                    <a:gd name="T63" fmla="*/ 856 h 1084"/>
                    <a:gd name="T64" fmla="*/ 695 w 896"/>
                    <a:gd name="T65" fmla="*/ 878 h 1084"/>
                    <a:gd name="T66" fmla="*/ 696 w 896"/>
                    <a:gd name="T67" fmla="*/ 878 h 1084"/>
                    <a:gd name="T68" fmla="*/ 696 w 896"/>
                    <a:gd name="T69" fmla="*/ 881 h 1084"/>
                    <a:gd name="T70" fmla="*/ 630 w 896"/>
                    <a:gd name="T71" fmla="*/ 964 h 1084"/>
                    <a:gd name="T72" fmla="*/ 201 w 896"/>
                    <a:gd name="T73" fmla="*/ 962 h 1084"/>
                    <a:gd name="T74" fmla="*/ 143 w 896"/>
                    <a:gd name="T75" fmla="*/ 930 h 1084"/>
                    <a:gd name="T76" fmla="*/ 132 w 896"/>
                    <a:gd name="T77" fmla="*/ 930 h 1084"/>
                    <a:gd name="T78" fmla="*/ 102 w 896"/>
                    <a:gd name="T79" fmla="*/ 930 h 1084"/>
                    <a:gd name="T80" fmla="*/ 102 w 896"/>
                    <a:gd name="T81" fmla="*/ 930 h 1084"/>
                    <a:gd name="T82" fmla="*/ 102 w 896"/>
                    <a:gd name="T83" fmla="*/ 930 h 1084"/>
                    <a:gd name="T84" fmla="*/ 102 w 896"/>
                    <a:gd name="T85" fmla="*/ 834 h 1084"/>
                    <a:gd name="T86" fmla="*/ 102 w 896"/>
                    <a:gd name="T87" fmla="*/ 583 h 1084"/>
                    <a:gd name="T88" fmla="*/ 133 w 896"/>
                    <a:gd name="T89" fmla="*/ 562 h 1084"/>
                    <a:gd name="T90" fmla="*/ 133 w 896"/>
                    <a:gd name="T91" fmla="*/ 563 h 1084"/>
                    <a:gd name="T92" fmla="*/ 162 w 896"/>
                    <a:gd name="T93" fmla="*/ 542 h 1084"/>
                    <a:gd name="T94" fmla="*/ 321 w 896"/>
                    <a:gd name="T95" fmla="*/ 289 h 1084"/>
                    <a:gd name="T96" fmla="*/ 321 w 896"/>
                    <a:gd name="T97" fmla="*/ 140 h 1084"/>
                    <a:gd name="T98" fmla="*/ 361 w 896"/>
                    <a:gd name="T99" fmla="*/ 125 h 1084"/>
                    <a:gd name="T100" fmla="*/ 361 w 896"/>
                    <a:gd name="T101" fmla="*/ 125 h 1084"/>
                    <a:gd name="T102" fmla="*/ 403 w 896"/>
                    <a:gd name="T103" fmla="*/ 137 h 1084"/>
                    <a:gd name="T104" fmla="*/ 434 w 896"/>
                    <a:gd name="T105" fmla="*/ 211 h 1084"/>
                    <a:gd name="T106" fmla="*/ 450 w 896"/>
                    <a:gd name="T107" fmla="*/ 270 h 1084"/>
                    <a:gd name="T108" fmla="*/ 450 w 896"/>
                    <a:gd name="T109" fmla="*/ 270 h 1084"/>
                    <a:gd name="T110" fmla="*/ 451 w 896"/>
                    <a:gd name="T111" fmla="*/ 276 h 1084"/>
                    <a:gd name="T112" fmla="*/ 451 w 896"/>
                    <a:gd name="T113" fmla="*/ 279 h 1084"/>
                    <a:gd name="T114" fmla="*/ 451 w 896"/>
                    <a:gd name="T115" fmla="*/ 300 h 1084"/>
                    <a:gd name="T116" fmla="*/ 421 w 896"/>
                    <a:gd name="T117" fmla="*/ 484 h 1084"/>
                    <a:gd name="T118" fmla="*/ 752 w 896"/>
                    <a:gd name="T119" fmla="*/ 484 h 1084"/>
                    <a:gd name="T120" fmla="*/ 760 w 896"/>
                    <a:gd name="T121" fmla="*/ 588 h 10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96" h="1084">
                      <a:moveTo>
                        <a:pt x="0" y="0"/>
                      </a:moveTo>
                      <a:cubicBezTo>
                        <a:pt x="0" y="1084"/>
                        <a:pt x="0" y="1084"/>
                        <a:pt x="0" y="1084"/>
                      </a:cubicBezTo>
                      <a:cubicBezTo>
                        <a:pt x="896" y="1084"/>
                        <a:pt x="896" y="1084"/>
                        <a:pt x="896" y="1084"/>
                      </a:cubicBezTo>
                      <a:cubicBezTo>
                        <a:pt x="896" y="0"/>
                        <a:pt x="896" y="0"/>
                        <a:pt x="896" y="0"/>
                      </a:cubicBezTo>
                      <a:lnTo>
                        <a:pt x="0" y="0"/>
                      </a:lnTo>
                      <a:close/>
                      <a:moveTo>
                        <a:pt x="760" y="588"/>
                      </a:moveTo>
                      <a:cubicBezTo>
                        <a:pt x="756" y="591"/>
                        <a:pt x="752" y="592"/>
                        <a:pt x="748" y="593"/>
                      </a:cubicBezTo>
                      <a:cubicBezTo>
                        <a:pt x="748" y="594"/>
                        <a:pt x="747" y="594"/>
                        <a:pt x="746" y="594"/>
                      </a:cubicBezTo>
                      <a:cubicBezTo>
                        <a:pt x="745" y="595"/>
                        <a:pt x="744" y="596"/>
                        <a:pt x="743" y="597"/>
                      </a:cubicBezTo>
                      <a:cubicBezTo>
                        <a:pt x="742" y="598"/>
                        <a:pt x="741" y="600"/>
                        <a:pt x="741" y="602"/>
                      </a:cubicBezTo>
                      <a:cubicBezTo>
                        <a:pt x="741" y="602"/>
                        <a:pt x="741" y="602"/>
                        <a:pt x="741" y="602"/>
                      </a:cubicBezTo>
                      <a:cubicBezTo>
                        <a:pt x="741" y="603"/>
                        <a:pt x="741" y="603"/>
                        <a:pt x="741" y="603"/>
                      </a:cubicBezTo>
                      <a:cubicBezTo>
                        <a:pt x="741" y="607"/>
                        <a:pt x="743" y="611"/>
                        <a:pt x="747" y="614"/>
                      </a:cubicBezTo>
                      <a:cubicBezTo>
                        <a:pt x="751" y="619"/>
                        <a:pt x="755" y="625"/>
                        <a:pt x="757" y="631"/>
                      </a:cubicBezTo>
                      <a:cubicBezTo>
                        <a:pt x="757" y="631"/>
                        <a:pt x="758" y="632"/>
                        <a:pt x="758" y="633"/>
                      </a:cubicBezTo>
                      <a:cubicBezTo>
                        <a:pt x="758" y="633"/>
                        <a:pt x="758" y="633"/>
                        <a:pt x="758" y="634"/>
                      </a:cubicBezTo>
                      <a:cubicBezTo>
                        <a:pt x="760" y="637"/>
                        <a:pt x="761" y="641"/>
                        <a:pt x="761" y="645"/>
                      </a:cubicBezTo>
                      <a:cubicBezTo>
                        <a:pt x="766" y="673"/>
                        <a:pt x="749" y="697"/>
                        <a:pt x="723" y="711"/>
                      </a:cubicBezTo>
                      <a:cubicBezTo>
                        <a:pt x="721" y="712"/>
                        <a:pt x="720" y="713"/>
                        <a:pt x="718" y="713"/>
                      </a:cubicBezTo>
                      <a:cubicBezTo>
                        <a:pt x="718" y="713"/>
                        <a:pt x="718" y="714"/>
                        <a:pt x="717" y="714"/>
                      </a:cubicBezTo>
                      <a:cubicBezTo>
                        <a:pt x="706" y="719"/>
                        <a:pt x="709" y="732"/>
                        <a:pt x="712" y="734"/>
                      </a:cubicBezTo>
                      <a:cubicBezTo>
                        <a:pt x="741" y="758"/>
                        <a:pt x="732" y="790"/>
                        <a:pt x="714" y="811"/>
                      </a:cubicBezTo>
                      <a:cubicBezTo>
                        <a:pt x="706" y="822"/>
                        <a:pt x="697" y="830"/>
                        <a:pt x="687" y="833"/>
                      </a:cubicBezTo>
                      <a:cubicBezTo>
                        <a:pt x="685" y="834"/>
                        <a:pt x="683" y="835"/>
                        <a:pt x="681" y="835"/>
                      </a:cubicBezTo>
                      <a:cubicBezTo>
                        <a:pt x="681" y="835"/>
                        <a:pt x="681" y="835"/>
                        <a:pt x="681" y="835"/>
                      </a:cubicBezTo>
                      <a:cubicBezTo>
                        <a:pt x="679" y="836"/>
                        <a:pt x="678" y="838"/>
                        <a:pt x="677" y="839"/>
                      </a:cubicBezTo>
                      <a:cubicBezTo>
                        <a:pt x="677" y="839"/>
                        <a:pt x="677" y="840"/>
                        <a:pt x="677" y="840"/>
                      </a:cubicBezTo>
                      <a:cubicBezTo>
                        <a:pt x="677" y="840"/>
                        <a:pt x="677" y="840"/>
                        <a:pt x="677" y="841"/>
                      </a:cubicBezTo>
                      <a:cubicBezTo>
                        <a:pt x="676" y="843"/>
                        <a:pt x="675" y="846"/>
                        <a:pt x="676" y="849"/>
                      </a:cubicBezTo>
                      <a:cubicBezTo>
                        <a:pt x="676" y="851"/>
                        <a:pt x="677" y="853"/>
                        <a:pt x="678" y="854"/>
                      </a:cubicBezTo>
                      <a:cubicBezTo>
                        <a:pt x="678" y="854"/>
                        <a:pt x="678" y="854"/>
                        <a:pt x="678" y="854"/>
                      </a:cubicBezTo>
                      <a:cubicBezTo>
                        <a:pt x="679" y="855"/>
                        <a:pt x="679" y="856"/>
                        <a:pt x="680" y="856"/>
                      </a:cubicBezTo>
                      <a:cubicBezTo>
                        <a:pt x="688" y="863"/>
                        <a:pt x="693" y="871"/>
                        <a:pt x="695" y="878"/>
                      </a:cubicBezTo>
                      <a:cubicBezTo>
                        <a:pt x="696" y="878"/>
                        <a:pt x="696" y="878"/>
                        <a:pt x="696" y="878"/>
                      </a:cubicBezTo>
                      <a:cubicBezTo>
                        <a:pt x="696" y="879"/>
                        <a:pt x="696" y="880"/>
                        <a:pt x="696" y="881"/>
                      </a:cubicBezTo>
                      <a:cubicBezTo>
                        <a:pt x="707" y="923"/>
                        <a:pt x="647" y="965"/>
                        <a:pt x="630" y="964"/>
                      </a:cubicBezTo>
                      <a:cubicBezTo>
                        <a:pt x="630" y="964"/>
                        <a:pt x="204" y="964"/>
                        <a:pt x="201" y="962"/>
                      </a:cubicBezTo>
                      <a:cubicBezTo>
                        <a:pt x="198" y="963"/>
                        <a:pt x="143" y="930"/>
                        <a:pt x="143" y="930"/>
                      </a:cubicBezTo>
                      <a:cubicBezTo>
                        <a:pt x="132" y="930"/>
                        <a:pt x="132" y="930"/>
                        <a:pt x="13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930"/>
                        <a:pt x="102" y="930"/>
                        <a:pt x="102" y="930"/>
                      </a:cubicBezTo>
                      <a:cubicBezTo>
                        <a:pt x="102" y="834"/>
                        <a:pt x="102" y="834"/>
                        <a:pt x="102" y="834"/>
                      </a:cubicBezTo>
                      <a:cubicBezTo>
                        <a:pt x="102" y="583"/>
                        <a:pt x="102" y="583"/>
                        <a:pt x="102" y="583"/>
                      </a:cubicBezTo>
                      <a:cubicBezTo>
                        <a:pt x="133" y="562"/>
                        <a:pt x="133" y="562"/>
                        <a:pt x="133" y="562"/>
                      </a:cubicBezTo>
                      <a:cubicBezTo>
                        <a:pt x="133" y="563"/>
                        <a:pt x="133" y="563"/>
                        <a:pt x="133" y="563"/>
                      </a:cubicBezTo>
                      <a:cubicBezTo>
                        <a:pt x="162" y="542"/>
                        <a:pt x="162" y="542"/>
                        <a:pt x="162" y="542"/>
                      </a:cubicBezTo>
                      <a:cubicBezTo>
                        <a:pt x="225" y="463"/>
                        <a:pt x="276" y="378"/>
                        <a:pt x="321" y="289"/>
                      </a:cubicBezTo>
                      <a:cubicBezTo>
                        <a:pt x="321" y="140"/>
                        <a:pt x="321" y="140"/>
                        <a:pt x="321" y="140"/>
                      </a:cubicBezTo>
                      <a:cubicBezTo>
                        <a:pt x="334" y="130"/>
                        <a:pt x="348" y="125"/>
                        <a:pt x="361" y="125"/>
                      </a:cubicBezTo>
                      <a:cubicBezTo>
                        <a:pt x="361" y="125"/>
                        <a:pt x="361" y="125"/>
                        <a:pt x="361" y="125"/>
                      </a:cubicBezTo>
                      <a:cubicBezTo>
                        <a:pt x="376" y="125"/>
                        <a:pt x="388" y="127"/>
                        <a:pt x="403" y="137"/>
                      </a:cubicBezTo>
                      <a:cubicBezTo>
                        <a:pt x="416" y="164"/>
                        <a:pt x="426" y="188"/>
                        <a:pt x="434" y="211"/>
                      </a:cubicBezTo>
                      <a:cubicBezTo>
                        <a:pt x="441" y="230"/>
                        <a:pt x="446" y="250"/>
                        <a:pt x="450" y="270"/>
                      </a:cubicBezTo>
                      <a:cubicBezTo>
                        <a:pt x="450" y="270"/>
                        <a:pt x="450" y="270"/>
                        <a:pt x="450" y="270"/>
                      </a:cubicBezTo>
                      <a:cubicBezTo>
                        <a:pt x="451" y="272"/>
                        <a:pt x="451" y="274"/>
                        <a:pt x="451" y="276"/>
                      </a:cubicBezTo>
                      <a:cubicBezTo>
                        <a:pt x="451" y="277"/>
                        <a:pt x="451" y="278"/>
                        <a:pt x="451" y="279"/>
                      </a:cubicBezTo>
                      <a:cubicBezTo>
                        <a:pt x="452" y="286"/>
                        <a:pt x="452" y="293"/>
                        <a:pt x="451" y="300"/>
                      </a:cubicBezTo>
                      <a:cubicBezTo>
                        <a:pt x="450" y="353"/>
                        <a:pt x="434" y="424"/>
                        <a:pt x="421" y="484"/>
                      </a:cubicBezTo>
                      <a:cubicBezTo>
                        <a:pt x="752" y="484"/>
                        <a:pt x="752" y="484"/>
                        <a:pt x="752" y="484"/>
                      </a:cubicBezTo>
                      <a:cubicBezTo>
                        <a:pt x="806" y="491"/>
                        <a:pt x="809" y="562"/>
                        <a:pt x="760" y="58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6350">
                  <a:solidFill>
                    <a:srgbClr val="D7D7D7"/>
                  </a:solidFill>
                </a:ln>
                <a:effectLst>
                  <a:outerShdw blurRad="381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600"/>
                </a:p>
              </p:txBody>
            </p:sp>
          </p:grpSp>
        </p:grpSp>
        <p:grpSp>
          <p:nvGrpSpPr>
            <p:cNvPr id="285" name="Gruppieren 284"/>
            <p:cNvGrpSpPr/>
            <p:nvPr/>
          </p:nvGrpSpPr>
          <p:grpSpPr bwMode="gray">
            <a:xfrm>
              <a:off x="393450" y="3429795"/>
              <a:ext cx="2665305" cy="3012679"/>
              <a:chOff x="393450" y="3429795"/>
              <a:chExt cx="2665305" cy="3012679"/>
            </a:xfrm>
          </p:grpSpPr>
          <p:sp>
            <p:nvSpPr>
              <p:cNvPr id="280" name="Textfeld 279"/>
              <p:cNvSpPr txBox="1"/>
              <p:nvPr/>
            </p:nvSpPr>
            <p:spPr bwMode="gray">
              <a:xfrm>
                <a:off x="393450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81" name="Textfeld 280"/>
              <p:cNvSpPr txBox="1"/>
              <p:nvPr/>
            </p:nvSpPr>
            <p:spPr bwMode="gray">
              <a:xfrm>
                <a:off x="395217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dirty="0" smtClean="0">
                    <a:solidFill>
                      <a:schemeClr val="accent1"/>
                    </a:solidFill>
                  </a:rPr>
                  <a:t>38</a:t>
                </a:r>
                <a:r>
                  <a:rPr lang="de-DE" sz="2400" dirty="0" smtClean="0">
                    <a:solidFill>
                      <a:schemeClr val="accent1"/>
                    </a:solidFill>
                  </a:rPr>
                  <a:t> %</a:t>
                </a:r>
                <a:endParaRPr lang="de-DE" sz="24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35" name="Textfeld 334"/>
              <p:cNvSpPr txBox="1"/>
              <p:nvPr/>
            </p:nvSpPr>
            <p:spPr bwMode="gray">
              <a:xfrm>
                <a:off x="1762755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36" name="Textfeld 335"/>
              <p:cNvSpPr txBox="1"/>
              <p:nvPr/>
            </p:nvSpPr>
            <p:spPr bwMode="gray">
              <a:xfrm>
                <a:off x="1762755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62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37" name="Textfeld 336"/>
              <p:cNvSpPr txBox="1"/>
              <p:nvPr/>
            </p:nvSpPr>
            <p:spPr bwMode="gray">
              <a:xfrm>
                <a:off x="393450" y="5372475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38" name="Textfeld 337"/>
              <p:cNvSpPr txBox="1"/>
              <p:nvPr/>
            </p:nvSpPr>
            <p:spPr bwMode="gray">
              <a:xfrm>
                <a:off x="395217" y="4941037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lvl="0" algn="l">
                  <a:lnSpc>
                    <a:spcPct val="90000"/>
                  </a:lnSpc>
                  <a:spcAft>
                    <a:spcPts val="0"/>
                  </a:spcAft>
                </a:pPr>
                <a:r>
                  <a:rPr lang="de-DE" sz="2400" dirty="0" smtClean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97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39" name="Textfeld 338"/>
              <p:cNvSpPr txBox="1"/>
              <p:nvPr/>
            </p:nvSpPr>
            <p:spPr bwMode="gray">
              <a:xfrm>
                <a:off x="1762755" y="5372475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40" name="Textfeld 339"/>
              <p:cNvSpPr txBox="1"/>
              <p:nvPr/>
            </p:nvSpPr>
            <p:spPr bwMode="gray">
              <a:xfrm>
                <a:off x="1762755" y="4941037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200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" name="Gruppieren 1"/>
            <p:cNvGrpSpPr/>
            <p:nvPr/>
          </p:nvGrpSpPr>
          <p:grpSpPr bwMode="gray">
            <a:xfrm>
              <a:off x="3203549" y="4943395"/>
              <a:ext cx="2656894" cy="1439806"/>
              <a:chOff x="3203549" y="4943395"/>
              <a:chExt cx="2656894" cy="1439806"/>
            </a:xfrm>
          </p:grpSpPr>
          <p:grpSp>
            <p:nvGrpSpPr>
              <p:cNvPr id="593" name="Gruppieren 592"/>
              <p:cNvGrpSpPr/>
              <p:nvPr/>
            </p:nvGrpSpPr>
            <p:grpSpPr bwMode="gray">
              <a:xfrm>
                <a:off x="3203549" y="5731235"/>
                <a:ext cx="540000" cy="540000"/>
                <a:chOff x="10084155" y="2429275"/>
                <a:chExt cx="1200224" cy="1200224"/>
              </a:xfrm>
            </p:grpSpPr>
            <p:sp>
              <p:nvSpPr>
                <p:cNvPr id="606" name="Rad 605"/>
                <p:cNvSpPr/>
                <p:nvPr/>
              </p:nvSpPr>
              <p:spPr bwMode="gray">
                <a:xfrm flipH="1">
                  <a:off x="10084155" y="2429275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607" name="Rechteck 606"/>
                <p:cNvSpPr/>
                <p:nvPr/>
              </p:nvSpPr>
              <p:spPr bwMode="gray">
                <a:xfrm>
                  <a:off x="10084155" y="2429275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smtClean="0">
                      <a:solidFill>
                        <a:srgbClr val="7D7D7D"/>
                      </a:solidFill>
                    </a:rPr>
                    <a:t>50</a:t>
                  </a:r>
                  <a:endParaRPr lang="de-DE" sz="10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608" name="Halbbogen 607"/>
                <p:cNvSpPr/>
                <p:nvPr/>
              </p:nvSpPr>
              <p:spPr bwMode="gray">
                <a:xfrm flipH="1">
                  <a:off x="10084155" y="2429275"/>
                  <a:ext cx="1200224" cy="1200224"/>
                </a:xfrm>
                <a:prstGeom prst="blockArc">
                  <a:avLst>
                    <a:gd name="adj1" fmla="val 5338917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grpSp>
            <p:nvGrpSpPr>
              <p:cNvPr id="595" name="Gruppieren 594"/>
              <p:cNvGrpSpPr/>
              <p:nvPr/>
            </p:nvGrpSpPr>
            <p:grpSpPr bwMode="gray">
              <a:xfrm>
                <a:off x="3203549" y="5032839"/>
                <a:ext cx="540000" cy="540000"/>
                <a:chOff x="10084155" y="854345"/>
                <a:chExt cx="1200224" cy="1200224"/>
              </a:xfrm>
            </p:grpSpPr>
            <p:sp>
              <p:nvSpPr>
                <p:cNvPr id="600" name="Rad 599"/>
                <p:cNvSpPr/>
                <p:nvPr/>
              </p:nvSpPr>
              <p:spPr bwMode="gray">
                <a:xfrm flipH="1">
                  <a:off x="10084155" y="854345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601" name="Rechteck 600"/>
                <p:cNvSpPr/>
                <p:nvPr/>
              </p:nvSpPr>
              <p:spPr bwMode="gray">
                <a:xfrm>
                  <a:off x="10084155" y="854345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smtClean="0">
                      <a:solidFill>
                        <a:schemeClr val="accent1"/>
                      </a:solidFill>
                    </a:rPr>
                    <a:t>30</a:t>
                  </a:r>
                  <a:endParaRPr lang="de-DE" sz="8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02" name="Halbbogen 601"/>
                <p:cNvSpPr/>
                <p:nvPr/>
              </p:nvSpPr>
              <p:spPr bwMode="gray">
                <a:xfrm flipH="1">
                  <a:off x="10084155" y="854345"/>
                  <a:ext cx="1200224" cy="1200224"/>
                </a:xfrm>
                <a:prstGeom prst="blockArc">
                  <a:avLst>
                    <a:gd name="adj1" fmla="val 8993034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sp>
            <p:nvSpPr>
              <p:cNvPr id="341" name="Textfeld 340"/>
              <p:cNvSpPr txBox="1"/>
              <p:nvPr/>
            </p:nvSpPr>
            <p:spPr bwMode="gray">
              <a:xfrm>
                <a:off x="3771814" y="4943395"/>
                <a:ext cx="2088629" cy="7198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42" name="Textfeld 341"/>
              <p:cNvSpPr txBox="1"/>
              <p:nvPr/>
            </p:nvSpPr>
            <p:spPr bwMode="gray">
              <a:xfrm>
                <a:off x="3771814" y="5663202"/>
                <a:ext cx="2088629" cy="71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rgbClr val="7D7D7D"/>
                    </a:solidFill>
                  </a:rPr>
                  <a:t>Replace this text with your own information.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This text demonstrates how your text will look like. Type your text here, this is only a placeholder.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87" name="Gruppieren 286"/>
            <p:cNvGrpSpPr/>
            <p:nvPr/>
          </p:nvGrpSpPr>
          <p:grpSpPr>
            <a:xfrm>
              <a:off x="6088605" y="4941593"/>
              <a:ext cx="2656894" cy="1441608"/>
              <a:chOff x="6088605" y="4941593"/>
              <a:chExt cx="2656894" cy="1441608"/>
            </a:xfrm>
          </p:grpSpPr>
          <p:grpSp>
            <p:nvGrpSpPr>
              <p:cNvPr id="592" name="Gruppieren 591"/>
              <p:cNvGrpSpPr/>
              <p:nvPr/>
            </p:nvGrpSpPr>
            <p:grpSpPr bwMode="gray">
              <a:xfrm>
                <a:off x="6088605" y="5032839"/>
                <a:ext cx="540000" cy="540000"/>
                <a:chOff x="10084155" y="3839574"/>
                <a:chExt cx="1200224" cy="1200224"/>
              </a:xfrm>
            </p:grpSpPr>
            <p:sp>
              <p:nvSpPr>
                <p:cNvPr id="609" name="Rad 608"/>
                <p:cNvSpPr/>
                <p:nvPr/>
              </p:nvSpPr>
              <p:spPr bwMode="gray">
                <a:xfrm flipH="1">
                  <a:off x="10084155" y="3839574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610" name="Rechteck 609"/>
                <p:cNvSpPr/>
                <p:nvPr/>
              </p:nvSpPr>
              <p:spPr bwMode="gray">
                <a:xfrm>
                  <a:off x="10084155" y="3839574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smtClean="0">
                      <a:solidFill>
                        <a:srgbClr val="7D7D7D"/>
                      </a:solidFill>
                    </a:rPr>
                    <a:t>63</a:t>
                  </a:r>
                  <a:endParaRPr lang="de-DE" sz="8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611" name="Halbbogen 610"/>
                <p:cNvSpPr/>
                <p:nvPr/>
              </p:nvSpPr>
              <p:spPr bwMode="gray">
                <a:xfrm flipH="1">
                  <a:off x="10084155" y="3839574"/>
                  <a:ext cx="1200224" cy="1200224"/>
                </a:xfrm>
                <a:prstGeom prst="blockArc">
                  <a:avLst>
                    <a:gd name="adj1" fmla="val 1384253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grpSp>
            <p:nvGrpSpPr>
              <p:cNvPr id="594" name="Gruppieren 593"/>
              <p:cNvGrpSpPr/>
              <p:nvPr/>
            </p:nvGrpSpPr>
            <p:grpSpPr bwMode="gray">
              <a:xfrm>
                <a:off x="6088605" y="5731235"/>
                <a:ext cx="540000" cy="540000"/>
                <a:chOff x="10084155" y="5274830"/>
                <a:chExt cx="1200224" cy="1200224"/>
              </a:xfrm>
            </p:grpSpPr>
            <p:sp>
              <p:nvSpPr>
                <p:cNvPr id="603" name="Rad 602"/>
                <p:cNvSpPr/>
                <p:nvPr/>
              </p:nvSpPr>
              <p:spPr bwMode="gray">
                <a:xfrm flipH="1">
                  <a:off x="10084155" y="5274830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  <p:sp>
              <p:nvSpPr>
                <p:cNvPr id="604" name="Rechteck 603"/>
                <p:cNvSpPr/>
                <p:nvPr/>
              </p:nvSpPr>
              <p:spPr bwMode="gray">
                <a:xfrm>
                  <a:off x="10084155" y="5274830"/>
                  <a:ext cx="1200224" cy="118268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noAutofit/>
                </a:bodyPr>
                <a:lstStyle/>
                <a:p>
                  <a:pPr lvl="0" algn="ctr"/>
                  <a:r>
                    <a:rPr lang="de-DE" sz="1400" smtClean="0">
                      <a:solidFill>
                        <a:srgbClr val="7D7D7D"/>
                      </a:solidFill>
                    </a:rPr>
                    <a:t>82</a:t>
                  </a:r>
                  <a:endParaRPr lang="de-DE" sz="8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605" name="Halbbogen 604"/>
                <p:cNvSpPr/>
                <p:nvPr/>
              </p:nvSpPr>
              <p:spPr bwMode="gray">
                <a:xfrm flipH="1">
                  <a:off x="10084155" y="5274830"/>
                  <a:ext cx="1200224" cy="1200224"/>
                </a:xfrm>
                <a:prstGeom prst="blockArc">
                  <a:avLst>
                    <a:gd name="adj1" fmla="val 19120836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lIns="0" rIns="0" rtlCol="0" anchor="ctr"/>
                <a:lstStyle/>
                <a:p>
                  <a:pPr algn="ctr"/>
                  <a:endParaRPr lang="de-DE" sz="1000"/>
                </a:p>
              </p:txBody>
            </p:sp>
          </p:grpSp>
          <p:sp>
            <p:nvSpPr>
              <p:cNvPr id="343" name="Textfeld 342"/>
              <p:cNvSpPr txBox="1"/>
              <p:nvPr/>
            </p:nvSpPr>
            <p:spPr bwMode="gray">
              <a:xfrm>
                <a:off x="6656870" y="4941593"/>
                <a:ext cx="2088629" cy="72160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rgbClr val="7D7D7D"/>
                    </a:solidFill>
                  </a:rPr>
                  <a:t>This text demonstrates how your text will look like.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 Type your text here, this is only a placeholder. This is a placeholder text. Replace this text with your own information. 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344" name="Textfeld 343"/>
              <p:cNvSpPr txBox="1"/>
              <p:nvPr/>
            </p:nvSpPr>
            <p:spPr bwMode="gray">
              <a:xfrm>
                <a:off x="6656870" y="5663201"/>
                <a:ext cx="2088629" cy="720000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rgbClr val="7D7D7D"/>
                    </a:solidFill>
                  </a:rPr>
                  <a:t>This is a placeholder text.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</p:grpSp>
        <p:cxnSp>
          <p:nvCxnSpPr>
            <p:cNvPr id="348" name="Gerade Verbindung 347"/>
            <p:cNvCxnSpPr/>
            <p:nvPr/>
          </p:nvCxnSpPr>
          <p:spPr bwMode="gray">
            <a:xfrm flipH="1">
              <a:off x="3203549" y="4941593"/>
              <a:ext cx="554195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4" name="Gruppieren 283"/>
            <p:cNvGrpSpPr/>
            <p:nvPr/>
          </p:nvGrpSpPr>
          <p:grpSpPr>
            <a:xfrm>
              <a:off x="393450" y="493980"/>
              <a:ext cx="2665072" cy="2860693"/>
              <a:chOff x="393450" y="493980"/>
              <a:chExt cx="2665072" cy="2860693"/>
            </a:xfrm>
          </p:grpSpPr>
          <p:sp>
            <p:nvSpPr>
              <p:cNvPr id="150" name="Rechteck 149"/>
              <p:cNvSpPr/>
              <p:nvPr/>
            </p:nvSpPr>
            <p:spPr bwMode="gray">
              <a:xfrm>
                <a:off x="393450" y="1574669"/>
                <a:ext cx="2665072" cy="72160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1400" smtClean="0">
                    <a:solidFill>
                      <a:srgbClr val="000000"/>
                    </a:solidFill>
                  </a:rPr>
                  <a:t>Subheadline for further information on the topic or a short introduction.</a:t>
                </a:r>
                <a:endParaRPr lang="de-DE" sz="1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49" name="Rechteck 148"/>
              <p:cNvSpPr/>
              <p:nvPr/>
            </p:nvSpPr>
            <p:spPr bwMode="gray">
              <a:xfrm>
                <a:off x="393450" y="2296279"/>
                <a:ext cx="2665072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50">
                  <a:solidFill>
                    <a:srgbClr val="7D7D7D"/>
                  </a:solidFill>
                </a:endParaRPr>
              </a:p>
            </p:txBody>
          </p:sp>
          <p:sp>
            <p:nvSpPr>
              <p:cNvPr id="282" name="Textfeld 281"/>
              <p:cNvSpPr txBox="1"/>
              <p:nvPr/>
            </p:nvSpPr>
            <p:spPr bwMode="gray">
              <a:xfrm>
                <a:off x="393450" y="493980"/>
                <a:ext cx="2665072" cy="1080689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36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4" name="Gruppieren 3"/>
            <p:cNvGrpSpPr/>
            <p:nvPr/>
          </p:nvGrpSpPr>
          <p:grpSpPr>
            <a:xfrm>
              <a:off x="3332396" y="3586460"/>
              <a:ext cx="5413103" cy="1353996"/>
              <a:chOff x="3332396" y="3586460"/>
              <a:chExt cx="5413103" cy="1353996"/>
            </a:xfrm>
          </p:grpSpPr>
          <p:sp>
            <p:nvSpPr>
              <p:cNvPr id="359" name="Textfeld 358"/>
              <p:cNvSpPr txBox="1"/>
              <p:nvPr/>
            </p:nvSpPr>
            <p:spPr bwMode="gray">
              <a:xfrm>
                <a:off x="368991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60" name="Textfeld 359"/>
              <p:cNvSpPr txBox="1"/>
              <p:nvPr/>
            </p:nvSpPr>
            <p:spPr bwMode="gray">
              <a:xfrm>
                <a:off x="5015110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 text 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demonstrates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how your text will look like. Type your text here.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361" name="Textfeld 360"/>
              <p:cNvSpPr txBox="1"/>
              <p:nvPr/>
            </p:nvSpPr>
            <p:spPr bwMode="gray">
              <a:xfrm>
                <a:off x="7665499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 text 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demonstrates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how your text will look like. Type your text here.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363" name="Textfeld 362"/>
              <p:cNvSpPr txBox="1"/>
              <p:nvPr/>
            </p:nvSpPr>
            <p:spPr bwMode="gray">
              <a:xfrm>
                <a:off x="634030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3" name="Gruppieren 2"/>
              <p:cNvGrpSpPr/>
              <p:nvPr/>
            </p:nvGrpSpPr>
            <p:grpSpPr>
              <a:xfrm>
                <a:off x="3332396" y="3586460"/>
                <a:ext cx="5268316" cy="613046"/>
                <a:chOff x="3332396" y="3586460"/>
                <a:chExt cx="5268316" cy="613046"/>
              </a:xfrm>
            </p:grpSpPr>
            <p:grpSp>
              <p:nvGrpSpPr>
                <p:cNvPr id="288" name="Group 5"/>
                <p:cNvGrpSpPr>
                  <a:grpSpLocks noChangeAspect="1"/>
                </p:cNvGrpSpPr>
                <p:nvPr/>
              </p:nvGrpSpPr>
              <p:grpSpPr bwMode="auto">
                <a:xfrm>
                  <a:off x="3332396" y="3586460"/>
                  <a:ext cx="5268316" cy="564146"/>
                  <a:chOff x="2663" y="2445"/>
                  <a:chExt cx="1793" cy="192"/>
                </a:xfrm>
              </p:grpSpPr>
              <p:sp>
                <p:nvSpPr>
                  <p:cNvPr id="289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3563" y="2502"/>
                    <a:ext cx="789" cy="52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1"/>
                      </a:gs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135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90" name="Freeform 7"/>
                  <p:cNvSpPr>
                    <a:spLocks/>
                  </p:cNvSpPr>
                  <p:nvPr/>
                </p:nvSpPr>
                <p:spPr bwMode="auto">
                  <a:xfrm>
                    <a:off x="2663" y="2488"/>
                    <a:ext cx="1793" cy="75"/>
                  </a:xfrm>
                  <a:custGeom>
                    <a:avLst/>
                    <a:gdLst>
                      <a:gd name="T0" fmla="*/ 1692 w 1793"/>
                      <a:gd name="T1" fmla="*/ 66 h 75"/>
                      <a:gd name="T2" fmla="*/ 1741 w 1793"/>
                      <a:gd name="T3" fmla="*/ 31 h 75"/>
                      <a:gd name="T4" fmla="*/ 1784 w 1793"/>
                      <a:gd name="T5" fmla="*/ 5 h 75"/>
                      <a:gd name="T6" fmla="*/ 1791 w 1793"/>
                      <a:gd name="T7" fmla="*/ 75 h 75"/>
                      <a:gd name="T8" fmla="*/ 0 w 1793"/>
                      <a:gd name="T9" fmla="*/ 0 h 75"/>
                      <a:gd name="T10" fmla="*/ 52 w 1793"/>
                      <a:gd name="T11" fmla="*/ 66 h 75"/>
                      <a:gd name="T12" fmla="*/ 57 w 1793"/>
                      <a:gd name="T13" fmla="*/ 66 h 75"/>
                      <a:gd name="T14" fmla="*/ 107 w 1793"/>
                      <a:gd name="T15" fmla="*/ 0 h 75"/>
                      <a:gd name="T16" fmla="*/ 152 w 1793"/>
                      <a:gd name="T17" fmla="*/ 31 h 75"/>
                      <a:gd name="T18" fmla="*/ 201 w 1793"/>
                      <a:gd name="T19" fmla="*/ 66 h 75"/>
                      <a:gd name="T20" fmla="*/ 206 w 1793"/>
                      <a:gd name="T21" fmla="*/ 66 h 75"/>
                      <a:gd name="T22" fmla="*/ 256 w 1793"/>
                      <a:gd name="T23" fmla="*/ 31 h 75"/>
                      <a:gd name="T24" fmla="*/ 300 w 1793"/>
                      <a:gd name="T25" fmla="*/ 0 h 75"/>
                      <a:gd name="T26" fmla="*/ 350 w 1793"/>
                      <a:gd name="T27" fmla="*/ 66 h 75"/>
                      <a:gd name="T28" fmla="*/ 355 w 1793"/>
                      <a:gd name="T29" fmla="*/ 66 h 75"/>
                      <a:gd name="T30" fmla="*/ 404 w 1793"/>
                      <a:gd name="T31" fmla="*/ 0 h 75"/>
                      <a:gd name="T32" fmla="*/ 449 w 1793"/>
                      <a:gd name="T33" fmla="*/ 31 h 75"/>
                      <a:gd name="T34" fmla="*/ 499 w 1793"/>
                      <a:gd name="T35" fmla="*/ 66 h 75"/>
                      <a:gd name="T36" fmla="*/ 504 w 1793"/>
                      <a:gd name="T37" fmla="*/ 66 h 75"/>
                      <a:gd name="T38" fmla="*/ 553 w 1793"/>
                      <a:gd name="T39" fmla="*/ 31 h 75"/>
                      <a:gd name="T40" fmla="*/ 598 w 1793"/>
                      <a:gd name="T41" fmla="*/ 0 h 75"/>
                      <a:gd name="T42" fmla="*/ 648 w 1793"/>
                      <a:gd name="T43" fmla="*/ 66 h 75"/>
                      <a:gd name="T44" fmla="*/ 652 w 1793"/>
                      <a:gd name="T45" fmla="*/ 66 h 75"/>
                      <a:gd name="T46" fmla="*/ 702 w 1793"/>
                      <a:gd name="T47" fmla="*/ 0 h 75"/>
                      <a:gd name="T48" fmla="*/ 747 w 1793"/>
                      <a:gd name="T49" fmla="*/ 31 h 75"/>
                      <a:gd name="T50" fmla="*/ 796 w 1793"/>
                      <a:gd name="T51" fmla="*/ 66 h 75"/>
                      <a:gd name="T52" fmla="*/ 801 w 1793"/>
                      <a:gd name="T53" fmla="*/ 66 h 75"/>
                      <a:gd name="T54" fmla="*/ 851 w 1793"/>
                      <a:gd name="T55" fmla="*/ 31 h 75"/>
                      <a:gd name="T56" fmla="*/ 896 w 1793"/>
                      <a:gd name="T57" fmla="*/ 0 h 75"/>
                      <a:gd name="T58" fmla="*/ 945 w 1793"/>
                      <a:gd name="T59" fmla="*/ 66 h 75"/>
                      <a:gd name="T60" fmla="*/ 950 w 1793"/>
                      <a:gd name="T61" fmla="*/ 66 h 75"/>
                      <a:gd name="T62" fmla="*/ 1000 w 1793"/>
                      <a:gd name="T63" fmla="*/ 0 h 75"/>
                      <a:gd name="T64" fmla="*/ 1042 w 1793"/>
                      <a:gd name="T65" fmla="*/ 31 h 75"/>
                      <a:gd name="T66" fmla="*/ 1094 w 1793"/>
                      <a:gd name="T67" fmla="*/ 66 h 75"/>
                      <a:gd name="T68" fmla="*/ 1099 w 1793"/>
                      <a:gd name="T69" fmla="*/ 66 h 75"/>
                      <a:gd name="T70" fmla="*/ 1146 w 1793"/>
                      <a:gd name="T71" fmla="*/ 31 h 75"/>
                      <a:gd name="T72" fmla="*/ 1193 w 1793"/>
                      <a:gd name="T73" fmla="*/ 0 h 75"/>
                      <a:gd name="T74" fmla="*/ 1241 w 1793"/>
                      <a:gd name="T75" fmla="*/ 66 h 75"/>
                      <a:gd name="T76" fmla="*/ 1245 w 1793"/>
                      <a:gd name="T77" fmla="*/ 66 h 75"/>
                      <a:gd name="T78" fmla="*/ 1297 w 1793"/>
                      <a:gd name="T79" fmla="*/ 0 h 75"/>
                      <a:gd name="T80" fmla="*/ 1340 w 1793"/>
                      <a:gd name="T81" fmla="*/ 31 h 75"/>
                      <a:gd name="T82" fmla="*/ 1392 w 1793"/>
                      <a:gd name="T83" fmla="*/ 66 h 75"/>
                      <a:gd name="T84" fmla="*/ 1396 w 1793"/>
                      <a:gd name="T85" fmla="*/ 66 h 75"/>
                      <a:gd name="T86" fmla="*/ 1444 w 1793"/>
                      <a:gd name="T87" fmla="*/ 31 h 75"/>
                      <a:gd name="T88" fmla="*/ 1489 w 1793"/>
                      <a:gd name="T89" fmla="*/ 0 h 75"/>
                      <a:gd name="T90" fmla="*/ 1538 w 1793"/>
                      <a:gd name="T91" fmla="*/ 66 h 75"/>
                      <a:gd name="T92" fmla="*/ 1543 w 1793"/>
                      <a:gd name="T93" fmla="*/ 66 h 75"/>
                      <a:gd name="T94" fmla="*/ 1592 w 1793"/>
                      <a:gd name="T95" fmla="*/ 0 h 75"/>
                      <a:gd name="T96" fmla="*/ 1637 w 1793"/>
                      <a:gd name="T97" fmla="*/ 31 h 75"/>
                      <a:gd name="T98" fmla="*/ 1687 w 1793"/>
                      <a:gd name="T99" fmla="*/ 66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1793" h="75">
                        <a:moveTo>
                          <a:pt x="1687" y="0"/>
                        </a:moveTo>
                        <a:lnTo>
                          <a:pt x="1692" y="0"/>
                        </a:lnTo>
                        <a:lnTo>
                          <a:pt x="1692" y="66"/>
                        </a:lnTo>
                        <a:lnTo>
                          <a:pt x="1737" y="66"/>
                        </a:lnTo>
                        <a:lnTo>
                          <a:pt x="1737" y="31"/>
                        </a:lnTo>
                        <a:lnTo>
                          <a:pt x="1741" y="31"/>
                        </a:lnTo>
                        <a:lnTo>
                          <a:pt x="1741" y="66"/>
                        </a:lnTo>
                        <a:lnTo>
                          <a:pt x="1784" y="66"/>
                        </a:lnTo>
                        <a:lnTo>
                          <a:pt x="1784" y="5"/>
                        </a:lnTo>
                        <a:lnTo>
                          <a:pt x="1793" y="5"/>
                        </a:lnTo>
                        <a:lnTo>
                          <a:pt x="1793" y="75"/>
                        </a:lnTo>
                        <a:lnTo>
                          <a:pt x="1791" y="75"/>
                        </a:lnTo>
                        <a:lnTo>
                          <a:pt x="1791" y="75"/>
                        </a:lnTo>
                        <a:lnTo>
                          <a:pt x="0" y="75"/>
                        </a:lnTo>
                        <a:lnTo>
                          <a:pt x="0" y="0"/>
                        </a:lnTo>
                        <a:lnTo>
                          <a:pt x="10" y="0"/>
                        </a:lnTo>
                        <a:lnTo>
                          <a:pt x="10" y="66"/>
                        </a:lnTo>
                        <a:lnTo>
                          <a:pt x="52" y="66"/>
                        </a:lnTo>
                        <a:lnTo>
                          <a:pt x="52" y="31"/>
                        </a:lnTo>
                        <a:lnTo>
                          <a:pt x="57" y="31"/>
                        </a:lnTo>
                        <a:lnTo>
                          <a:pt x="57" y="66"/>
                        </a:lnTo>
                        <a:lnTo>
                          <a:pt x="102" y="66"/>
                        </a:lnTo>
                        <a:lnTo>
                          <a:pt x="102" y="0"/>
                        </a:lnTo>
                        <a:lnTo>
                          <a:pt x="107" y="0"/>
                        </a:lnTo>
                        <a:lnTo>
                          <a:pt x="107" y="66"/>
                        </a:lnTo>
                        <a:lnTo>
                          <a:pt x="152" y="66"/>
                        </a:lnTo>
                        <a:lnTo>
                          <a:pt x="152" y="31"/>
                        </a:lnTo>
                        <a:lnTo>
                          <a:pt x="156" y="31"/>
                        </a:lnTo>
                        <a:lnTo>
                          <a:pt x="156" y="66"/>
                        </a:lnTo>
                        <a:lnTo>
                          <a:pt x="201" y="66"/>
                        </a:lnTo>
                        <a:lnTo>
                          <a:pt x="201" y="0"/>
                        </a:lnTo>
                        <a:lnTo>
                          <a:pt x="206" y="0"/>
                        </a:lnTo>
                        <a:lnTo>
                          <a:pt x="206" y="66"/>
                        </a:lnTo>
                        <a:lnTo>
                          <a:pt x="251" y="66"/>
                        </a:lnTo>
                        <a:lnTo>
                          <a:pt x="251" y="31"/>
                        </a:lnTo>
                        <a:lnTo>
                          <a:pt x="256" y="31"/>
                        </a:lnTo>
                        <a:lnTo>
                          <a:pt x="256" y="66"/>
                        </a:lnTo>
                        <a:lnTo>
                          <a:pt x="300" y="66"/>
                        </a:lnTo>
                        <a:lnTo>
                          <a:pt x="300" y="0"/>
                        </a:lnTo>
                        <a:lnTo>
                          <a:pt x="305" y="0"/>
                        </a:lnTo>
                        <a:lnTo>
                          <a:pt x="305" y="66"/>
                        </a:lnTo>
                        <a:lnTo>
                          <a:pt x="350" y="66"/>
                        </a:lnTo>
                        <a:lnTo>
                          <a:pt x="350" y="31"/>
                        </a:lnTo>
                        <a:lnTo>
                          <a:pt x="355" y="31"/>
                        </a:lnTo>
                        <a:lnTo>
                          <a:pt x="355" y="66"/>
                        </a:lnTo>
                        <a:lnTo>
                          <a:pt x="400" y="66"/>
                        </a:lnTo>
                        <a:lnTo>
                          <a:pt x="400" y="0"/>
                        </a:lnTo>
                        <a:lnTo>
                          <a:pt x="404" y="0"/>
                        </a:lnTo>
                        <a:lnTo>
                          <a:pt x="404" y="66"/>
                        </a:lnTo>
                        <a:lnTo>
                          <a:pt x="449" y="66"/>
                        </a:lnTo>
                        <a:lnTo>
                          <a:pt x="449" y="31"/>
                        </a:lnTo>
                        <a:lnTo>
                          <a:pt x="454" y="31"/>
                        </a:lnTo>
                        <a:lnTo>
                          <a:pt x="454" y="66"/>
                        </a:lnTo>
                        <a:lnTo>
                          <a:pt x="499" y="66"/>
                        </a:lnTo>
                        <a:lnTo>
                          <a:pt x="499" y="0"/>
                        </a:lnTo>
                        <a:lnTo>
                          <a:pt x="504" y="0"/>
                        </a:lnTo>
                        <a:lnTo>
                          <a:pt x="504" y="66"/>
                        </a:lnTo>
                        <a:lnTo>
                          <a:pt x="548" y="66"/>
                        </a:lnTo>
                        <a:lnTo>
                          <a:pt x="548" y="31"/>
                        </a:lnTo>
                        <a:lnTo>
                          <a:pt x="553" y="31"/>
                        </a:lnTo>
                        <a:lnTo>
                          <a:pt x="553" y="66"/>
                        </a:lnTo>
                        <a:lnTo>
                          <a:pt x="598" y="66"/>
                        </a:lnTo>
                        <a:lnTo>
                          <a:pt x="598" y="0"/>
                        </a:lnTo>
                        <a:lnTo>
                          <a:pt x="603" y="0"/>
                        </a:lnTo>
                        <a:lnTo>
                          <a:pt x="603" y="66"/>
                        </a:lnTo>
                        <a:lnTo>
                          <a:pt x="648" y="66"/>
                        </a:lnTo>
                        <a:lnTo>
                          <a:pt x="648" y="31"/>
                        </a:lnTo>
                        <a:lnTo>
                          <a:pt x="652" y="31"/>
                        </a:lnTo>
                        <a:lnTo>
                          <a:pt x="652" y="66"/>
                        </a:lnTo>
                        <a:lnTo>
                          <a:pt x="697" y="66"/>
                        </a:lnTo>
                        <a:lnTo>
                          <a:pt x="697" y="0"/>
                        </a:lnTo>
                        <a:lnTo>
                          <a:pt x="702" y="0"/>
                        </a:lnTo>
                        <a:lnTo>
                          <a:pt x="702" y="66"/>
                        </a:lnTo>
                        <a:lnTo>
                          <a:pt x="747" y="66"/>
                        </a:lnTo>
                        <a:lnTo>
                          <a:pt x="747" y="31"/>
                        </a:lnTo>
                        <a:lnTo>
                          <a:pt x="752" y="31"/>
                        </a:lnTo>
                        <a:lnTo>
                          <a:pt x="752" y="66"/>
                        </a:lnTo>
                        <a:lnTo>
                          <a:pt x="796" y="66"/>
                        </a:lnTo>
                        <a:lnTo>
                          <a:pt x="796" y="0"/>
                        </a:lnTo>
                        <a:lnTo>
                          <a:pt x="801" y="0"/>
                        </a:lnTo>
                        <a:lnTo>
                          <a:pt x="801" y="66"/>
                        </a:lnTo>
                        <a:lnTo>
                          <a:pt x="846" y="66"/>
                        </a:lnTo>
                        <a:lnTo>
                          <a:pt x="846" y="31"/>
                        </a:lnTo>
                        <a:lnTo>
                          <a:pt x="851" y="31"/>
                        </a:lnTo>
                        <a:lnTo>
                          <a:pt x="851" y="66"/>
                        </a:lnTo>
                        <a:lnTo>
                          <a:pt x="896" y="66"/>
                        </a:lnTo>
                        <a:lnTo>
                          <a:pt x="896" y="0"/>
                        </a:lnTo>
                        <a:lnTo>
                          <a:pt x="900" y="0"/>
                        </a:lnTo>
                        <a:lnTo>
                          <a:pt x="900" y="66"/>
                        </a:lnTo>
                        <a:lnTo>
                          <a:pt x="945" y="66"/>
                        </a:lnTo>
                        <a:lnTo>
                          <a:pt x="945" y="31"/>
                        </a:lnTo>
                        <a:lnTo>
                          <a:pt x="950" y="31"/>
                        </a:lnTo>
                        <a:lnTo>
                          <a:pt x="950" y="66"/>
                        </a:lnTo>
                        <a:lnTo>
                          <a:pt x="995" y="66"/>
                        </a:lnTo>
                        <a:lnTo>
                          <a:pt x="995" y="0"/>
                        </a:lnTo>
                        <a:lnTo>
                          <a:pt x="1000" y="0"/>
                        </a:lnTo>
                        <a:lnTo>
                          <a:pt x="1000" y="66"/>
                        </a:lnTo>
                        <a:lnTo>
                          <a:pt x="1042" y="66"/>
                        </a:lnTo>
                        <a:lnTo>
                          <a:pt x="1042" y="31"/>
                        </a:lnTo>
                        <a:lnTo>
                          <a:pt x="1047" y="31"/>
                        </a:lnTo>
                        <a:lnTo>
                          <a:pt x="1047" y="66"/>
                        </a:lnTo>
                        <a:lnTo>
                          <a:pt x="1094" y="66"/>
                        </a:lnTo>
                        <a:lnTo>
                          <a:pt x="1094" y="0"/>
                        </a:lnTo>
                        <a:lnTo>
                          <a:pt x="1099" y="0"/>
                        </a:lnTo>
                        <a:lnTo>
                          <a:pt x="1099" y="66"/>
                        </a:lnTo>
                        <a:lnTo>
                          <a:pt x="1141" y="66"/>
                        </a:lnTo>
                        <a:lnTo>
                          <a:pt x="1141" y="31"/>
                        </a:lnTo>
                        <a:lnTo>
                          <a:pt x="1146" y="31"/>
                        </a:lnTo>
                        <a:lnTo>
                          <a:pt x="1146" y="66"/>
                        </a:lnTo>
                        <a:lnTo>
                          <a:pt x="1193" y="66"/>
                        </a:lnTo>
                        <a:lnTo>
                          <a:pt x="1193" y="0"/>
                        </a:lnTo>
                        <a:lnTo>
                          <a:pt x="1198" y="0"/>
                        </a:lnTo>
                        <a:lnTo>
                          <a:pt x="1198" y="66"/>
                        </a:lnTo>
                        <a:lnTo>
                          <a:pt x="1241" y="66"/>
                        </a:lnTo>
                        <a:lnTo>
                          <a:pt x="1241" y="31"/>
                        </a:lnTo>
                        <a:lnTo>
                          <a:pt x="1245" y="31"/>
                        </a:lnTo>
                        <a:lnTo>
                          <a:pt x="1245" y="66"/>
                        </a:lnTo>
                        <a:lnTo>
                          <a:pt x="1292" y="66"/>
                        </a:lnTo>
                        <a:lnTo>
                          <a:pt x="1292" y="0"/>
                        </a:lnTo>
                        <a:lnTo>
                          <a:pt x="1297" y="0"/>
                        </a:lnTo>
                        <a:lnTo>
                          <a:pt x="1297" y="66"/>
                        </a:lnTo>
                        <a:lnTo>
                          <a:pt x="1340" y="66"/>
                        </a:lnTo>
                        <a:lnTo>
                          <a:pt x="1340" y="31"/>
                        </a:lnTo>
                        <a:lnTo>
                          <a:pt x="1344" y="31"/>
                        </a:lnTo>
                        <a:lnTo>
                          <a:pt x="1344" y="66"/>
                        </a:lnTo>
                        <a:lnTo>
                          <a:pt x="1392" y="66"/>
                        </a:lnTo>
                        <a:lnTo>
                          <a:pt x="1392" y="0"/>
                        </a:lnTo>
                        <a:lnTo>
                          <a:pt x="1396" y="0"/>
                        </a:lnTo>
                        <a:lnTo>
                          <a:pt x="1396" y="66"/>
                        </a:lnTo>
                        <a:lnTo>
                          <a:pt x="1439" y="66"/>
                        </a:lnTo>
                        <a:lnTo>
                          <a:pt x="1439" y="31"/>
                        </a:lnTo>
                        <a:lnTo>
                          <a:pt x="1444" y="31"/>
                        </a:lnTo>
                        <a:lnTo>
                          <a:pt x="1444" y="66"/>
                        </a:lnTo>
                        <a:lnTo>
                          <a:pt x="1489" y="66"/>
                        </a:lnTo>
                        <a:lnTo>
                          <a:pt x="1489" y="0"/>
                        </a:lnTo>
                        <a:lnTo>
                          <a:pt x="1493" y="0"/>
                        </a:lnTo>
                        <a:lnTo>
                          <a:pt x="1493" y="66"/>
                        </a:lnTo>
                        <a:lnTo>
                          <a:pt x="1538" y="66"/>
                        </a:lnTo>
                        <a:lnTo>
                          <a:pt x="1538" y="31"/>
                        </a:lnTo>
                        <a:lnTo>
                          <a:pt x="1543" y="31"/>
                        </a:lnTo>
                        <a:lnTo>
                          <a:pt x="1543" y="66"/>
                        </a:lnTo>
                        <a:lnTo>
                          <a:pt x="1588" y="66"/>
                        </a:lnTo>
                        <a:lnTo>
                          <a:pt x="1588" y="0"/>
                        </a:lnTo>
                        <a:lnTo>
                          <a:pt x="1592" y="0"/>
                        </a:lnTo>
                        <a:lnTo>
                          <a:pt x="1592" y="66"/>
                        </a:lnTo>
                        <a:lnTo>
                          <a:pt x="1637" y="66"/>
                        </a:lnTo>
                        <a:lnTo>
                          <a:pt x="1637" y="31"/>
                        </a:lnTo>
                        <a:lnTo>
                          <a:pt x="1642" y="31"/>
                        </a:lnTo>
                        <a:lnTo>
                          <a:pt x="1642" y="66"/>
                        </a:lnTo>
                        <a:lnTo>
                          <a:pt x="1687" y="66"/>
                        </a:lnTo>
                        <a:lnTo>
                          <a:pt x="1687" y="0"/>
                        </a:lnTo>
                        <a:close/>
                      </a:path>
                    </a:pathLst>
                  </a:custGeom>
                  <a:solidFill>
                    <a:srgbClr val="40404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99" name="Freeform 16"/>
                  <p:cNvSpPr>
                    <a:spLocks/>
                  </p:cNvSpPr>
                  <p:nvPr/>
                </p:nvSpPr>
                <p:spPr bwMode="auto">
                  <a:xfrm>
                    <a:off x="4331" y="2445"/>
                    <a:ext cx="45" cy="24"/>
                  </a:xfrm>
                  <a:custGeom>
                    <a:avLst/>
                    <a:gdLst>
                      <a:gd name="T0" fmla="*/ 45 w 45"/>
                      <a:gd name="T1" fmla="*/ 0 h 24"/>
                      <a:gd name="T2" fmla="*/ 21 w 45"/>
                      <a:gd name="T3" fmla="*/ 24 h 24"/>
                      <a:gd name="T4" fmla="*/ 0 w 45"/>
                      <a:gd name="T5" fmla="*/ 0 h 24"/>
                      <a:gd name="T6" fmla="*/ 45 w 45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5" h="24">
                        <a:moveTo>
                          <a:pt x="45" y="0"/>
                        </a:moveTo>
                        <a:lnTo>
                          <a:pt x="21" y="24"/>
                        </a:lnTo>
                        <a:lnTo>
                          <a:pt x="0" y="0"/>
                        </a:lnTo>
                        <a:lnTo>
                          <a:pt x="45" y="0"/>
                        </a:lnTo>
                        <a:close/>
                      </a:path>
                    </a:pathLst>
                  </a:custGeom>
                  <a:solidFill>
                    <a:srgbClr val="40404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00" name="Freeform 17"/>
                  <p:cNvSpPr>
                    <a:spLocks/>
                  </p:cNvSpPr>
                  <p:nvPr/>
                </p:nvSpPr>
                <p:spPr bwMode="auto">
                  <a:xfrm>
                    <a:off x="3537" y="2448"/>
                    <a:ext cx="45" cy="23"/>
                  </a:xfrm>
                  <a:custGeom>
                    <a:avLst/>
                    <a:gdLst>
                      <a:gd name="T0" fmla="*/ 45 w 45"/>
                      <a:gd name="T1" fmla="*/ 0 h 23"/>
                      <a:gd name="T2" fmla="*/ 24 w 45"/>
                      <a:gd name="T3" fmla="*/ 23 h 23"/>
                      <a:gd name="T4" fmla="*/ 0 w 45"/>
                      <a:gd name="T5" fmla="*/ 0 h 23"/>
                      <a:gd name="T6" fmla="*/ 45 w 45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5" h="23">
                        <a:moveTo>
                          <a:pt x="45" y="0"/>
                        </a:moveTo>
                        <a:lnTo>
                          <a:pt x="24" y="23"/>
                        </a:lnTo>
                        <a:lnTo>
                          <a:pt x="0" y="0"/>
                        </a:lnTo>
                        <a:lnTo>
                          <a:pt x="45" y="0"/>
                        </a:lnTo>
                        <a:close/>
                      </a:path>
                    </a:pathLst>
                  </a:custGeom>
                  <a:solidFill>
                    <a:srgbClr val="40404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01" name="Rectangle 18"/>
                  <p:cNvSpPr>
                    <a:spLocks noChangeArrowheads="1"/>
                  </p:cNvSpPr>
                  <p:nvPr/>
                </p:nvSpPr>
                <p:spPr bwMode="auto">
                  <a:xfrm>
                    <a:off x="4350" y="2615"/>
                    <a:ext cx="7" cy="22"/>
                  </a:xfrm>
                  <a:prstGeom prst="rect">
                    <a:avLst/>
                  </a:prstGeom>
                  <a:solidFill>
                    <a:srgbClr val="40404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03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3566" y="2615"/>
                    <a:ext cx="9" cy="22"/>
                  </a:xfrm>
                  <a:prstGeom prst="rect">
                    <a:avLst/>
                  </a:prstGeom>
                  <a:solidFill>
                    <a:srgbClr val="40404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4" name="Textfeld 303"/>
                <p:cNvSpPr txBox="1"/>
                <p:nvPr/>
              </p:nvSpPr>
              <p:spPr bwMode="gray">
                <a:xfrm>
                  <a:off x="3687453" y="3986545"/>
                  <a:ext cx="486390" cy="212961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dirty="0" smtClean="0">
                      <a:solidFill>
                        <a:schemeClr val="tx1"/>
                      </a:solidFill>
                    </a:rPr>
                    <a:t>Step1</a:t>
                  </a:r>
                  <a:endParaRPr lang="de-DE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05" name="Textfeld 304"/>
                <p:cNvSpPr txBox="1"/>
                <p:nvPr/>
              </p:nvSpPr>
              <p:spPr bwMode="gray">
                <a:xfrm>
                  <a:off x="4268324" y="3984755"/>
                  <a:ext cx="486390" cy="212961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dirty="0" smtClean="0">
                      <a:solidFill>
                        <a:schemeClr val="tx1"/>
                      </a:solidFill>
                    </a:rPr>
                    <a:t>Step2</a:t>
                  </a:r>
                  <a:endParaRPr lang="de-DE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06" name="Textfeld 305"/>
                <p:cNvSpPr txBox="1"/>
                <p:nvPr/>
              </p:nvSpPr>
              <p:spPr bwMode="gray">
                <a:xfrm>
                  <a:off x="4849872" y="3984754"/>
                  <a:ext cx="486390" cy="212961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dirty="0" smtClean="0">
                      <a:solidFill>
                        <a:schemeClr val="tx1"/>
                      </a:solidFill>
                    </a:rPr>
                    <a:t>Step3</a:t>
                  </a:r>
                  <a:endParaRPr lang="de-DE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07" name="Textfeld 306"/>
                <p:cNvSpPr txBox="1"/>
                <p:nvPr/>
              </p:nvSpPr>
              <p:spPr bwMode="gray">
                <a:xfrm>
                  <a:off x="5434944" y="3983125"/>
                  <a:ext cx="486390" cy="212961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dirty="0" smtClean="0">
                      <a:solidFill>
                        <a:schemeClr val="tx1"/>
                      </a:solidFill>
                    </a:rPr>
                    <a:t>Step4</a:t>
                  </a:r>
                  <a:endParaRPr lang="de-DE" dirty="0">
                    <a:solidFill>
                      <a:schemeClr val="tx1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722873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uppieren 17"/>
          <p:cNvGrpSpPr/>
          <p:nvPr/>
        </p:nvGrpSpPr>
        <p:grpSpPr>
          <a:xfrm>
            <a:off x="393450" y="495970"/>
            <a:ext cx="8594748" cy="5865264"/>
            <a:chOff x="393450" y="495970"/>
            <a:chExt cx="8594748" cy="5865264"/>
          </a:xfrm>
        </p:grpSpPr>
        <p:cxnSp>
          <p:nvCxnSpPr>
            <p:cNvPr id="127" name="Gerade Verbindung 126"/>
            <p:cNvCxnSpPr/>
            <p:nvPr/>
          </p:nvCxnSpPr>
          <p:spPr bwMode="gray">
            <a:xfrm>
              <a:off x="6015720" y="495971"/>
              <a:ext cx="0" cy="5865263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Gerade Verbindung 129"/>
            <p:cNvCxnSpPr/>
            <p:nvPr/>
          </p:nvCxnSpPr>
          <p:spPr bwMode="gray">
            <a:xfrm flipH="1">
              <a:off x="393682" y="3429795"/>
              <a:ext cx="554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Gerade Verbindung 131"/>
            <p:cNvCxnSpPr/>
            <p:nvPr/>
          </p:nvCxnSpPr>
          <p:spPr bwMode="gray">
            <a:xfrm>
              <a:off x="3129960" y="3501232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Gerade Verbindung 135"/>
            <p:cNvCxnSpPr/>
            <p:nvPr/>
          </p:nvCxnSpPr>
          <p:spPr bwMode="gray">
            <a:xfrm flipH="1">
              <a:off x="6082985" y="4581229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Gerade Verbindung 133"/>
            <p:cNvCxnSpPr/>
            <p:nvPr/>
          </p:nvCxnSpPr>
          <p:spPr bwMode="gray">
            <a:xfrm flipH="1">
              <a:off x="6082985" y="264630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uppieren 16"/>
            <p:cNvGrpSpPr/>
            <p:nvPr/>
          </p:nvGrpSpPr>
          <p:grpSpPr bwMode="gray">
            <a:xfrm>
              <a:off x="393450" y="495970"/>
              <a:ext cx="5557428" cy="2860799"/>
              <a:chOff x="393450" y="495970"/>
              <a:chExt cx="5557428" cy="2860799"/>
            </a:xfrm>
          </p:grpSpPr>
          <p:sp>
            <p:nvSpPr>
              <p:cNvPr id="167" name="Textfeld 166"/>
              <p:cNvSpPr txBox="1"/>
              <p:nvPr/>
            </p:nvSpPr>
            <p:spPr bwMode="gray">
              <a:xfrm>
                <a:off x="393450" y="495970"/>
                <a:ext cx="5545072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68" name="Rechteck 167"/>
              <p:cNvSpPr/>
              <p:nvPr/>
            </p:nvSpPr>
            <p:spPr bwMode="gray">
              <a:xfrm>
                <a:off x="393450" y="854673"/>
                <a:ext cx="5545072" cy="359998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prstClr val="black"/>
                    </a:solidFill>
                  </a:rPr>
                  <a:t>Dies ist ein Platzhaltertext.</a:t>
                </a:r>
                <a:endParaRPr lang="de-DE" sz="140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Textfeld 171"/>
              <p:cNvSpPr txBox="1"/>
              <p:nvPr/>
            </p:nvSpPr>
            <p:spPr bwMode="gray">
              <a:xfrm>
                <a:off x="2258488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poor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Textfeld 172"/>
              <p:cNvSpPr txBox="1"/>
              <p:nvPr/>
            </p:nvSpPr>
            <p:spPr bwMode="gray">
              <a:xfrm>
                <a:off x="3043526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ok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Textfeld 173"/>
              <p:cNvSpPr txBox="1"/>
              <p:nvPr/>
            </p:nvSpPr>
            <p:spPr bwMode="gray">
              <a:xfrm>
                <a:off x="3828564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good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Textfeld 174"/>
              <p:cNvSpPr txBox="1"/>
              <p:nvPr/>
            </p:nvSpPr>
            <p:spPr bwMode="gray">
              <a:xfrm>
                <a:off x="4493362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superior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Textfeld 175"/>
              <p:cNvSpPr txBox="1"/>
              <p:nvPr/>
            </p:nvSpPr>
            <p:spPr bwMode="gray">
              <a:xfrm>
                <a:off x="5278398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000" smtClean="0"/>
                  <a:t>exzellent</a:t>
                </a:r>
                <a:endParaRPr lang="de-DE" sz="1000"/>
              </a:p>
            </p:txBody>
          </p:sp>
          <p:grpSp>
            <p:nvGrpSpPr>
              <p:cNvPr id="4" name="Gruppieren 3"/>
              <p:cNvGrpSpPr/>
              <p:nvPr/>
            </p:nvGrpSpPr>
            <p:grpSpPr bwMode="gray">
              <a:xfrm>
                <a:off x="1689451" y="1214673"/>
                <a:ext cx="3925188" cy="1800723"/>
                <a:chOff x="1703149" y="1577324"/>
                <a:chExt cx="3772898" cy="1112160"/>
              </a:xfrm>
            </p:grpSpPr>
            <p:grpSp>
              <p:nvGrpSpPr>
                <p:cNvPr id="170" name="Gruppieren 169"/>
                <p:cNvGrpSpPr/>
                <p:nvPr/>
              </p:nvGrpSpPr>
              <p:grpSpPr bwMode="gray">
                <a:xfrm rot="5400000">
                  <a:off x="3033519" y="246956"/>
                  <a:ext cx="1112158" cy="3772897"/>
                  <a:chOff x="1871930" y="1002335"/>
                  <a:chExt cx="5080936" cy="1727685"/>
                </a:xfrm>
              </p:grpSpPr>
              <p:cxnSp>
                <p:nvCxnSpPr>
                  <p:cNvPr id="190" name="Gerade Verbindung 189"/>
                  <p:cNvCxnSpPr/>
                  <p:nvPr/>
                </p:nvCxnSpPr>
                <p:spPr bwMode="gray">
                  <a:xfrm flipH="1">
                    <a:off x="1871931" y="2384481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Gerade Verbindung 190"/>
                  <p:cNvCxnSpPr/>
                  <p:nvPr/>
                </p:nvCxnSpPr>
                <p:spPr bwMode="gray">
                  <a:xfrm flipH="1">
                    <a:off x="1871931" y="203894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2" name="Gerade Verbindung 191"/>
                  <p:cNvCxnSpPr/>
                  <p:nvPr/>
                </p:nvCxnSpPr>
                <p:spPr bwMode="gray">
                  <a:xfrm flipH="1">
                    <a:off x="1871931" y="1693409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Gerade Verbindung 192"/>
                  <p:cNvCxnSpPr/>
                  <p:nvPr/>
                </p:nvCxnSpPr>
                <p:spPr bwMode="gray">
                  <a:xfrm flipH="1">
                    <a:off x="1871931" y="100233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4" name="Gerade Verbindung 193"/>
                  <p:cNvCxnSpPr/>
                  <p:nvPr/>
                </p:nvCxnSpPr>
                <p:spPr bwMode="gray">
                  <a:xfrm flipH="1">
                    <a:off x="1871930" y="2730020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Gerade Verbindung 194"/>
                  <p:cNvCxnSpPr/>
                  <p:nvPr/>
                </p:nvCxnSpPr>
                <p:spPr bwMode="gray">
                  <a:xfrm flipH="1">
                    <a:off x="1871931" y="1347873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7" name="Rechteck 176"/>
                <p:cNvSpPr/>
                <p:nvPr/>
              </p:nvSpPr>
              <p:spPr bwMode="gray">
                <a:xfrm>
                  <a:off x="1703150" y="2424728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8" name="Rechteck 177"/>
                <p:cNvSpPr/>
                <p:nvPr/>
              </p:nvSpPr>
              <p:spPr bwMode="gray">
                <a:xfrm>
                  <a:off x="1703150" y="2424728"/>
                  <a:ext cx="2726216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9" name="Rechteck 178"/>
                <p:cNvSpPr/>
                <p:nvPr/>
              </p:nvSpPr>
              <p:spPr bwMode="gray">
                <a:xfrm>
                  <a:off x="1703150" y="2142260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0" name="Rechteck 179"/>
                <p:cNvSpPr/>
                <p:nvPr/>
              </p:nvSpPr>
              <p:spPr bwMode="gray">
                <a:xfrm>
                  <a:off x="1703150" y="2142260"/>
                  <a:ext cx="3341513" cy="14400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1" name="Rechteck 180"/>
                <p:cNvSpPr/>
                <p:nvPr/>
              </p:nvSpPr>
              <p:spPr bwMode="gray">
                <a:xfrm>
                  <a:off x="1703150" y="1859792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3" name="Rechteck 182"/>
                <p:cNvSpPr/>
                <p:nvPr/>
              </p:nvSpPr>
              <p:spPr bwMode="gray">
                <a:xfrm>
                  <a:off x="1703150" y="1577324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4" name="Rechteck 183"/>
                <p:cNvSpPr/>
                <p:nvPr/>
              </p:nvSpPr>
              <p:spPr bwMode="gray">
                <a:xfrm>
                  <a:off x="1703150" y="1577324"/>
                  <a:ext cx="1363108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</p:grpSp>
          <p:sp>
            <p:nvSpPr>
              <p:cNvPr id="185" name="Textfeld 184"/>
              <p:cNvSpPr txBox="1"/>
              <p:nvPr/>
            </p:nvSpPr>
            <p:spPr bwMode="gray">
              <a:xfrm>
                <a:off x="393450" y="1214676"/>
                <a:ext cx="1296000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 text.</a:t>
                </a:r>
                <a:endParaRPr lang="de-DE" sz="1000"/>
              </a:p>
            </p:txBody>
          </p:sp>
          <p:sp>
            <p:nvSpPr>
              <p:cNvPr id="186" name="Textfeld 185"/>
              <p:cNvSpPr txBox="1"/>
              <p:nvPr/>
            </p:nvSpPr>
            <p:spPr bwMode="gray">
              <a:xfrm>
                <a:off x="393450" y="16720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This is a placeholder.</a:t>
                </a:r>
                <a:endParaRPr lang="de-DE" sz="1000"/>
              </a:p>
            </p:txBody>
          </p:sp>
          <p:sp>
            <p:nvSpPr>
              <p:cNvPr id="187" name="Textfeld 186"/>
              <p:cNvSpPr txBox="1"/>
              <p:nvPr/>
            </p:nvSpPr>
            <p:spPr bwMode="gray">
              <a:xfrm>
                <a:off x="393450" y="2129375"/>
                <a:ext cx="1296000" cy="233153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b="1" smtClean="0"/>
                  <a:t>Type your text here.</a:t>
                </a:r>
                <a:endParaRPr lang="de-DE" sz="1000" b="1"/>
              </a:p>
            </p:txBody>
          </p:sp>
          <p:sp>
            <p:nvSpPr>
              <p:cNvPr id="188" name="Textfeld 187"/>
              <p:cNvSpPr txBox="1"/>
              <p:nvPr/>
            </p:nvSpPr>
            <p:spPr bwMode="gray">
              <a:xfrm>
                <a:off x="393450" y="25867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Add Info here.</a:t>
                </a:r>
                <a:endParaRPr lang="de-DE" sz="1000"/>
              </a:p>
            </p:txBody>
          </p:sp>
          <p:sp>
            <p:nvSpPr>
              <p:cNvPr id="182" name="Rechteck 181"/>
              <p:cNvSpPr/>
              <p:nvPr/>
            </p:nvSpPr>
            <p:spPr bwMode="gray">
              <a:xfrm>
                <a:off x="1689450" y="1672023"/>
                <a:ext cx="2118946" cy="233154"/>
              </a:xfrm>
              <a:prstGeom prst="rect">
                <a:avLst/>
              </a:prstGeom>
              <a:gradFill flip="none" rotWithShape="1">
                <a:gsLst>
                  <a:gs pos="90000">
                    <a:schemeClr val="accent1"/>
                  </a:gs>
                  <a:gs pos="50000">
                    <a:schemeClr val="accent1">
                      <a:lumMod val="60000"/>
                      <a:lumOff val="4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5000">
                    <a:schemeClr val="accent1">
                      <a:lumMod val="40000"/>
                      <a:lumOff val="6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5" name="Rechteckige Legende 4"/>
              <p:cNvSpPr/>
              <p:nvPr/>
            </p:nvSpPr>
            <p:spPr bwMode="gray">
              <a:xfrm>
                <a:off x="4542377" y="1589048"/>
                <a:ext cx="861838" cy="432384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3200" b="1" smtClean="0">
                    <a:solidFill>
                      <a:schemeClr val="accent1"/>
                    </a:solidFill>
                  </a:rPr>
                  <a:t>87%</a:t>
                </a:r>
                <a:endParaRPr lang="de-DE" sz="3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94" name="Rechteckige Legende 493"/>
              <p:cNvSpPr/>
              <p:nvPr/>
            </p:nvSpPr>
            <p:spPr bwMode="gray">
              <a:xfrm>
                <a:off x="2781482" y="929587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36%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495" name="Rechteckige Legende 494"/>
              <p:cNvSpPr/>
              <p:nvPr/>
            </p:nvSpPr>
            <p:spPr bwMode="gray">
              <a:xfrm>
                <a:off x="3489815" y="138145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53%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496" name="Rechteckige Legende 495"/>
              <p:cNvSpPr/>
              <p:nvPr/>
            </p:nvSpPr>
            <p:spPr bwMode="gray">
              <a:xfrm>
                <a:off x="4210180" y="229441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72%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6" name="Gruppieren 15"/>
            <p:cNvGrpSpPr/>
            <p:nvPr/>
          </p:nvGrpSpPr>
          <p:grpSpPr bwMode="gray">
            <a:xfrm>
              <a:off x="393450" y="3500540"/>
              <a:ext cx="2665072" cy="2860693"/>
              <a:chOff x="393450" y="3500540"/>
              <a:chExt cx="2665072" cy="2860693"/>
            </a:xfrm>
          </p:grpSpPr>
          <p:sp>
            <p:nvSpPr>
              <p:cNvPr id="550" name="Textfeld 549"/>
              <p:cNvSpPr txBox="1"/>
              <p:nvPr/>
            </p:nvSpPr>
            <p:spPr bwMode="gray">
              <a:xfrm>
                <a:off x="393450" y="3500540"/>
                <a:ext cx="2665072" cy="1080689"/>
              </a:xfrm>
              <a:prstGeom prst="rect">
                <a:avLst/>
              </a:prstGeom>
              <a:noFill/>
            </p:spPr>
            <p:txBody>
              <a:bodyPr wrap="square" lIns="72000" tIns="7200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36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51" name="Rechteck 550"/>
              <p:cNvSpPr/>
              <p:nvPr/>
            </p:nvSpPr>
            <p:spPr bwMode="gray">
              <a:xfrm>
                <a:off x="393450" y="5302839"/>
                <a:ext cx="2665072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  <p:sp>
            <p:nvSpPr>
              <p:cNvPr id="552" name="Rechteck 551"/>
              <p:cNvSpPr/>
              <p:nvPr/>
            </p:nvSpPr>
            <p:spPr bwMode="gray">
              <a:xfrm>
                <a:off x="393450" y="4581229"/>
                <a:ext cx="2665072" cy="72160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4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Subheadline for further information on the topic or a short introduction.</a:t>
                </a:r>
                <a:endParaRPr lang="de-DE" sz="160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5" name="Gruppieren 14"/>
            <p:cNvGrpSpPr/>
            <p:nvPr/>
          </p:nvGrpSpPr>
          <p:grpSpPr bwMode="gray">
            <a:xfrm>
              <a:off x="3202986" y="3501233"/>
              <a:ext cx="2735536" cy="2860001"/>
              <a:chOff x="3202986" y="3501233"/>
              <a:chExt cx="2735536" cy="2860001"/>
            </a:xfrm>
          </p:grpSpPr>
          <p:sp>
            <p:nvSpPr>
              <p:cNvPr id="563" name="Textfeld 562"/>
              <p:cNvSpPr txBox="1"/>
              <p:nvPr/>
            </p:nvSpPr>
            <p:spPr bwMode="gray">
              <a:xfrm>
                <a:off x="3850753" y="5298786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564" name="Textfeld 563"/>
              <p:cNvSpPr txBox="1"/>
              <p:nvPr/>
            </p:nvSpPr>
            <p:spPr bwMode="gray">
              <a:xfrm>
                <a:off x="4571762" y="5298786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618" name="Textfeld 617"/>
              <p:cNvSpPr txBox="1"/>
              <p:nvPr/>
            </p:nvSpPr>
            <p:spPr bwMode="gray">
              <a:xfrm>
                <a:off x="3202986" y="3501233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19" name="Rechteck 618"/>
              <p:cNvSpPr/>
              <p:nvPr/>
            </p:nvSpPr>
            <p:spPr bwMode="gray">
              <a:xfrm>
                <a:off x="3202986" y="5663202"/>
                <a:ext cx="2735536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553" name="Gruppieren 552"/>
              <p:cNvGrpSpPr/>
              <p:nvPr/>
            </p:nvGrpSpPr>
            <p:grpSpPr bwMode="gray">
              <a:xfrm rot="21445823">
                <a:off x="4617183" y="3958935"/>
                <a:ext cx="559921" cy="1243946"/>
                <a:chOff x="1638379" y="1795010"/>
                <a:chExt cx="923514" cy="2051723"/>
              </a:xfrm>
            </p:grpSpPr>
            <p:grpSp>
              <p:nvGrpSpPr>
                <p:cNvPr id="554" name="Gruppieren 553"/>
                <p:cNvGrpSpPr/>
                <p:nvPr/>
              </p:nvGrpSpPr>
              <p:grpSpPr bwMode="gray">
                <a:xfrm>
                  <a:off x="1716504" y="1844825"/>
                  <a:ext cx="767265" cy="1952098"/>
                  <a:chOff x="1716504" y="1844825"/>
                  <a:chExt cx="767265" cy="1952098"/>
                </a:xfrm>
              </p:grpSpPr>
              <p:sp>
                <p:nvSpPr>
                  <p:cNvPr id="556" name="Rechteck 555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557" name="Rechteck 556"/>
                  <p:cNvSpPr/>
                  <p:nvPr/>
                </p:nvSpPr>
                <p:spPr bwMode="gray">
                  <a:xfrm>
                    <a:off x="1716505" y="2651779"/>
                    <a:ext cx="767264" cy="1145144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555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558" name="Gruppieren 557"/>
              <p:cNvGrpSpPr/>
              <p:nvPr/>
            </p:nvGrpSpPr>
            <p:grpSpPr bwMode="gray">
              <a:xfrm rot="390607">
                <a:off x="3961901" y="3996157"/>
                <a:ext cx="559921" cy="1243946"/>
                <a:chOff x="562430" y="1795010"/>
                <a:chExt cx="923514" cy="2051723"/>
              </a:xfrm>
            </p:grpSpPr>
            <p:grpSp>
              <p:nvGrpSpPr>
                <p:cNvPr id="559" name="Gruppieren 558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561" name="Rechteck 560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562" name="Rechteck 561"/>
                  <p:cNvSpPr/>
                  <p:nvPr/>
                </p:nvSpPr>
                <p:spPr bwMode="gray">
                  <a:xfrm>
                    <a:off x="1716504" y="2820872"/>
                    <a:ext cx="767264" cy="97604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560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673" name="Gruppieren 672"/>
              <p:cNvGrpSpPr/>
              <p:nvPr/>
            </p:nvGrpSpPr>
            <p:grpSpPr bwMode="gray">
              <a:xfrm rot="21419233">
                <a:off x="3423018" y="4319323"/>
                <a:ext cx="427229" cy="949152"/>
                <a:chOff x="562430" y="1795010"/>
                <a:chExt cx="923514" cy="2051723"/>
              </a:xfrm>
            </p:grpSpPr>
            <p:grpSp>
              <p:nvGrpSpPr>
                <p:cNvPr id="674" name="Gruppieren 673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676" name="Rechteck 675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677" name="Rechteck 676"/>
                  <p:cNvSpPr/>
                  <p:nvPr/>
                </p:nvSpPr>
                <p:spPr bwMode="gray">
                  <a:xfrm>
                    <a:off x="1716504" y="3161379"/>
                    <a:ext cx="767264" cy="63553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675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731" name="Gruppieren 730"/>
              <p:cNvGrpSpPr>
                <a:grpSpLocks noChangeAspect="1"/>
              </p:cNvGrpSpPr>
              <p:nvPr/>
            </p:nvGrpSpPr>
            <p:grpSpPr bwMode="gray">
              <a:xfrm rot="316738">
                <a:off x="5264777" y="4303501"/>
                <a:ext cx="427831" cy="950490"/>
                <a:chOff x="1638379" y="1795010"/>
                <a:chExt cx="923514" cy="2051723"/>
              </a:xfrm>
            </p:grpSpPr>
            <p:grpSp>
              <p:nvGrpSpPr>
                <p:cNvPr id="732" name="Gruppieren 731"/>
                <p:cNvGrpSpPr/>
                <p:nvPr/>
              </p:nvGrpSpPr>
              <p:grpSpPr bwMode="gray">
                <a:xfrm>
                  <a:off x="1716504" y="1844825"/>
                  <a:ext cx="767264" cy="1952095"/>
                  <a:chOff x="1716504" y="1844825"/>
                  <a:chExt cx="767264" cy="1952095"/>
                </a:xfrm>
              </p:grpSpPr>
              <p:sp>
                <p:nvSpPr>
                  <p:cNvPr id="734" name="Rechteck 733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735" name="Rechteck 734"/>
                  <p:cNvSpPr/>
                  <p:nvPr/>
                </p:nvSpPr>
                <p:spPr bwMode="gray">
                  <a:xfrm>
                    <a:off x="1716504" y="2721479"/>
                    <a:ext cx="767264" cy="1075441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733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sp>
            <p:nvSpPr>
              <p:cNvPr id="736" name="Textfeld 735"/>
              <p:cNvSpPr txBox="1"/>
              <p:nvPr/>
            </p:nvSpPr>
            <p:spPr bwMode="gray">
              <a:xfrm>
                <a:off x="3210554" y="5298786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737" name="Textfeld 736"/>
              <p:cNvSpPr txBox="1"/>
              <p:nvPr/>
            </p:nvSpPr>
            <p:spPr bwMode="gray">
              <a:xfrm>
                <a:off x="5185717" y="5298786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13" name="Gruppieren 12"/>
            <p:cNvGrpSpPr/>
            <p:nvPr/>
          </p:nvGrpSpPr>
          <p:grpSpPr bwMode="gray">
            <a:xfrm>
              <a:off x="6082985" y="2700000"/>
              <a:ext cx="2733594" cy="1891758"/>
              <a:chOff x="6082985" y="2700000"/>
              <a:chExt cx="2733594" cy="1891758"/>
            </a:xfrm>
          </p:grpSpPr>
          <p:grpSp>
            <p:nvGrpSpPr>
              <p:cNvPr id="25" name="Gruppieren 24"/>
              <p:cNvGrpSpPr/>
              <p:nvPr/>
            </p:nvGrpSpPr>
            <p:grpSpPr bwMode="gray">
              <a:xfrm>
                <a:off x="6264000" y="3195048"/>
                <a:ext cx="2442793" cy="845836"/>
                <a:chOff x="6264000" y="3015395"/>
                <a:chExt cx="2442793" cy="845836"/>
              </a:xfrm>
            </p:grpSpPr>
            <p:grpSp>
              <p:nvGrpSpPr>
                <p:cNvPr id="24" name="Gruppieren 23"/>
                <p:cNvGrpSpPr/>
                <p:nvPr/>
              </p:nvGrpSpPr>
              <p:grpSpPr bwMode="gray">
                <a:xfrm>
                  <a:off x="6264000" y="3015395"/>
                  <a:ext cx="1389386" cy="845836"/>
                  <a:chOff x="6425041" y="3015395"/>
                  <a:chExt cx="1980729" cy="1205836"/>
                </a:xfrm>
              </p:grpSpPr>
              <p:sp>
                <p:nvSpPr>
                  <p:cNvPr id="8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85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912" name="Rechteckige Legende 911"/>
                <p:cNvSpPr/>
                <p:nvPr/>
              </p:nvSpPr>
              <p:spPr bwMode="gray">
                <a:xfrm>
                  <a:off x="7791073" y="3015396"/>
                  <a:ext cx="915720" cy="845835"/>
                </a:xfrm>
                <a:prstGeom prst="wedgeRectCallout">
                  <a:avLst>
                    <a:gd name="adj1" fmla="val -58003"/>
                    <a:gd name="adj2" fmla="val -21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72000" tIns="0" rIns="72000" bIns="0" rtlCol="0" anchor="ctr"/>
                <a:lstStyle/>
                <a:p>
                  <a:pPr>
                    <a:lnSpc>
                      <a:spcPct val="80000"/>
                    </a:lnSpc>
                  </a:pPr>
                  <a:r>
                    <a:rPr lang="de-DE" sz="2800" b="1" smtClean="0">
                      <a:solidFill>
                        <a:schemeClr val="accent1"/>
                      </a:solidFill>
                    </a:rPr>
                    <a:t>24</a:t>
                  </a:r>
                  <a:r>
                    <a:rPr lang="de-DE" sz="2000" smtClean="0">
                      <a:solidFill>
                        <a:schemeClr val="accent1"/>
                      </a:solidFill>
                    </a:rPr>
                    <a:t>/30</a:t>
                  </a:r>
                </a:p>
                <a:p>
                  <a:pPr>
                    <a:lnSpc>
                      <a:spcPct val="80000"/>
                    </a:lnSpc>
                  </a:pPr>
                  <a:r>
                    <a:rPr lang="de-DE" sz="2000" smtClean="0">
                      <a:solidFill>
                        <a:schemeClr val="accent1"/>
                      </a:solidFill>
                    </a:rPr>
                    <a:t>like it.</a:t>
                  </a:r>
                  <a:endParaRPr lang="de-DE" sz="2800">
                    <a:solidFill>
                      <a:schemeClr val="accent1"/>
                    </a:solidFill>
                  </a:endParaRPr>
                </a:p>
              </p:txBody>
            </p:sp>
          </p:grpSp>
          <p:sp>
            <p:nvSpPr>
              <p:cNvPr id="913" name="Textfeld 912"/>
              <p:cNvSpPr txBox="1"/>
              <p:nvPr/>
            </p:nvSpPr>
            <p:spPr bwMode="gray">
              <a:xfrm>
                <a:off x="6082985" y="2700000"/>
                <a:ext cx="2733594" cy="35870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People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Survey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917" name="Rechteck 916"/>
              <p:cNvSpPr/>
              <p:nvPr/>
            </p:nvSpPr>
            <p:spPr bwMode="gray">
              <a:xfrm>
                <a:off x="6082987" y="4221231"/>
                <a:ext cx="2661591" cy="370527"/>
              </a:xfrm>
              <a:prstGeom prst="rect">
                <a:avLst/>
              </a:prstGeom>
            </p:spPr>
            <p:txBody>
              <a:bodyPr wrap="square" lIns="72000" tIns="0" rIns="180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Facebook Campaign is very successful.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6082985" y="4654800"/>
              <a:ext cx="2905213" cy="1706432"/>
              <a:chOff x="6082985" y="4654800"/>
              <a:chExt cx="2905213" cy="1706432"/>
            </a:xfrm>
          </p:grpSpPr>
          <p:graphicFrame>
            <p:nvGraphicFramePr>
              <p:cNvPr id="972" name="Diagramm 971"/>
              <p:cNvGraphicFramePr/>
              <p:nvPr>
                <p:extLst>
                  <p:ext uri="{D42A27DB-BD31-4B8C-83A1-F6EECF244321}">
                    <p14:modId xmlns:p14="http://schemas.microsoft.com/office/powerpoint/2010/main" val="462578057"/>
                  </p:ext>
                </p:extLst>
              </p:nvPr>
            </p:nvGraphicFramePr>
            <p:xfrm>
              <a:off x="6246318" y="4782885"/>
              <a:ext cx="2741880" cy="1498216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026" name="Textfeld 1025"/>
              <p:cNvSpPr txBox="1"/>
              <p:nvPr/>
            </p:nvSpPr>
            <p:spPr bwMode="gray">
              <a:xfrm>
                <a:off x="6082985" y="4654800"/>
                <a:ext cx="2733594" cy="36112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Pie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081" name="Rechteck 1080"/>
              <p:cNvSpPr/>
              <p:nvPr/>
            </p:nvSpPr>
            <p:spPr bwMode="gray">
              <a:xfrm>
                <a:off x="6082987" y="5015923"/>
                <a:ext cx="1039265" cy="1345309"/>
              </a:xfrm>
              <a:prstGeom prst="rect">
                <a:avLst/>
              </a:prstGeom>
            </p:spPr>
            <p:txBody>
              <a:bodyPr wrap="square" lIns="72000" tIns="0" rIns="180000" bIns="0" anchor="t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This is a placeholder text, it can be replaced with your own text.</a:t>
                </a:r>
                <a:endParaRPr lang="en-US" sz="105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" name="Gruppieren 11"/>
            <p:cNvGrpSpPr/>
            <p:nvPr/>
          </p:nvGrpSpPr>
          <p:grpSpPr bwMode="gray">
            <a:xfrm>
              <a:off x="6082985" y="495970"/>
              <a:ext cx="2733594" cy="2159901"/>
              <a:chOff x="6082985" y="495970"/>
              <a:chExt cx="2733594" cy="2159901"/>
            </a:xfrm>
          </p:grpSpPr>
          <p:sp>
            <p:nvSpPr>
              <p:cNvPr id="166" name="Textfeld 165"/>
              <p:cNvSpPr txBox="1"/>
              <p:nvPr/>
            </p:nvSpPr>
            <p:spPr bwMode="gray">
              <a:xfrm>
                <a:off x="6082985" y="495970"/>
                <a:ext cx="2733594" cy="35870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Thermometer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11" name="Gruppieren 10"/>
              <p:cNvGrpSpPr/>
              <p:nvPr/>
            </p:nvGrpSpPr>
            <p:grpSpPr bwMode="gray">
              <a:xfrm>
                <a:off x="6082985" y="965468"/>
                <a:ext cx="2661593" cy="1690403"/>
                <a:chOff x="6082985" y="965468"/>
                <a:chExt cx="2661593" cy="1690403"/>
              </a:xfrm>
            </p:grpSpPr>
            <p:grpSp>
              <p:nvGrpSpPr>
                <p:cNvPr id="9" name="Gruppieren 8"/>
                <p:cNvGrpSpPr/>
                <p:nvPr/>
              </p:nvGrpSpPr>
              <p:grpSpPr bwMode="gray">
                <a:xfrm>
                  <a:off x="6082985" y="965468"/>
                  <a:ext cx="2661593" cy="1043702"/>
                  <a:chOff x="6082985" y="965468"/>
                  <a:chExt cx="2661593" cy="1043702"/>
                </a:xfrm>
              </p:grpSpPr>
              <p:grpSp>
                <p:nvGrpSpPr>
                  <p:cNvPr id="206" name="Gruppieren 205"/>
                  <p:cNvGrpSpPr/>
                  <p:nvPr/>
                </p:nvGrpSpPr>
                <p:grpSpPr bwMode="gray">
                  <a:xfrm>
                    <a:off x="6082985" y="1054071"/>
                    <a:ext cx="2349815" cy="866497"/>
                    <a:chOff x="1871931" y="3780040"/>
                    <a:chExt cx="5080936" cy="1727684"/>
                  </a:xfrm>
                </p:grpSpPr>
                <p:cxnSp>
                  <p:nvCxnSpPr>
                    <p:cNvPr id="243" name="Gerade Verbindung 242"/>
                    <p:cNvCxnSpPr/>
                    <p:nvPr/>
                  </p:nvCxnSpPr>
                  <p:spPr bwMode="gray">
                    <a:xfrm flipH="1">
                      <a:off x="1871932" y="5162187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" name="Gerade Verbindung 243"/>
                    <p:cNvCxnSpPr/>
                    <p:nvPr/>
                  </p:nvCxnSpPr>
                  <p:spPr bwMode="gray">
                    <a:xfrm flipH="1">
                      <a:off x="1871932" y="4816650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" name="Gerade Verbindung 244"/>
                    <p:cNvCxnSpPr/>
                    <p:nvPr/>
                  </p:nvCxnSpPr>
                  <p:spPr bwMode="gray">
                    <a:xfrm flipH="1">
                      <a:off x="1871932" y="4471114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6" name="Gerade Verbindung 245"/>
                    <p:cNvCxnSpPr/>
                    <p:nvPr/>
                  </p:nvCxnSpPr>
                  <p:spPr bwMode="gray">
                    <a:xfrm flipH="1">
                      <a:off x="1871932" y="3780040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7" name="Gerade Verbindung 246"/>
                    <p:cNvCxnSpPr/>
                    <p:nvPr/>
                  </p:nvCxnSpPr>
                  <p:spPr bwMode="gray">
                    <a:xfrm flipH="1">
                      <a:off x="1871931" y="5507724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8" name="Gerade Verbindung 247"/>
                    <p:cNvCxnSpPr/>
                    <p:nvPr/>
                  </p:nvCxnSpPr>
                  <p:spPr bwMode="gray">
                    <a:xfrm flipH="1">
                      <a:off x="1871932" y="4125577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8" name="Gruppieren 7"/>
                  <p:cNvGrpSpPr/>
                  <p:nvPr/>
                </p:nvGrpSpPr>
                <p:grpSpPr bwMode="gray">
                  <a:xfrm>
                    <a:off x="8432800" y="965468"/>
                    <a:ext cx="311778" cy="1043702"/>
                    <a:chOff x="8432800" y="965468"/>
                    <a:chExt cx="311778" cy="1043702"/>
                  </a:xfrm>
                </p:grpSpPr>
                <p:sp>
                  <p:nvSpPr>
                    <p:cNvPr id="218" name="Textfeld 217"/>
                    <p:cNvSpPr txBox="1"/>
                    <p:nvPr/>
                  </p:nvSpPr>
                  <p:spPr bwMode="gray">
                    <a:xfrm>
                      <a:off x="8432800" y="965468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100%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29" name="Textfeld 428"/>
                    <p:cNvSpPr txBox="1"/>
                    <p:nvPr/>
                  </p:nvSpPr>
                  <p:spPr bwMode="gray">
                    <a:xfrm>
                      <a:off x="8432800" y="1138767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80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30" name="Textfeld 429"/>
                    <p:cNvSpPr txBox="1"/>
                    <p:nvPr/>
                  </p:nvSpPr>
                  <p:spPr bwMode="gray">
                    <a:xfrm>
                      <a:off x="8432800" y="1312066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60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31" name="Textfeld 430"/>
                    <p:cNvSpPr txBox="1"/>
                    <p:nvPr/>
                  </p:nvSpPr>
                  <p:spPr bwMode="gray">
                    <a:xfrm>
                      <a:off x="8432800" y="1485365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40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32" name="Textfeld 431"/>
                    <p:cNvSpPr txBox="1"/>
                    <p:nvPr/>
                  </p:nvSpPr>
                  <p:spPr bwMode="gray">
                    <a:xfrm>
                      <a:off x="8432800" y="1658664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20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33" name="Textfeld 432"/>
                    <p:cNvSpPr txBox="1"/>
                    <p:nvPr/>
                  </p:nvSpPr>
                  <p:spPr bwMode="gray">
                    <a:xfrm>
                      <a:off x="8432800" y="1831964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10" name="Gruppieren 9"/>
                <p:cNvGrpSpPr/>
                <p:nvPr/>
              </p:nvGrpSpPr>
              <p:grpSpPr bwMode="gray">
                <a:xfrm>
                  <a:off x="6087600" y="1027328"/>
                  <a:ext cx="2340000" cy="1628543"/>
                  <a:chOff x="6087600" y="1027328"/>
                  <a:chExt cx="2340000" cy="1628543"/>
                </a:xfrm>
              </p:grpSpPr>
              <p:grpSp>
                <p:nvGrpSpPr>
                  <p:cNvPr id="2" name="Gruppieren 1"/>
                  <p:cNvGrpSpPr/>
                  <p:nvPr/>
                </p:nvGrpSpPr>
                <p:grpSpPr bwMode="gray">
                  <a:xfrm>
                    <a:off x="6087600" y="1027328"/>
                    <a:ext cx="540000" cy="1628543"/>
                    <a:chOff x="6087600" y="1027328"/>
                    <a:chExt cx="540000" cy="1628543"/>
                  </a:xfrm>
                </p:grpSpPr>
                <p:sp>
                  <p:nvSpPr>
                    <p:cNvPr id="200" name="Textfeld 199"/>
                    <p:cNvSpPr txBox="1"/>
                    <p:nvPr/>
                  </p:nvSpPr>
                  <p:spPr bwMode="gray">
                    <a:xfrm>
                      <a:off x="60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Placeholder text.</a:t>
                      </a:r>
                      <a:endParaRPr lang="de-DE" sz="800"/>
                    </a:p>
                  </p:txBody>
                </p:sp>
                <p:grpSp>
                  <p:nvGrpSpPr>
                    <p:cNvPr id="207" name="Gruppieren 206"/>
                    <p:cNvGrpSpPr/>
                    <p:nvPr/>
                  </p:nvGrpSpPr>
                  <p:grpSpPr bwMode="gray">
                    <a:xfrm>
                      <a:off x="6264000" y="1027328"/>
                      <a:ext cx="187201" cy="1132461"/>
                      <a:chOff x="2326107" y="3726719"/>
                      <a:chExt cx="373255" cy="2257981"/>
                    </a:xfrm>
                  </p:grpSpPr>
                  <p:sp>
                    <p:nvSpPr>
                      <p:cNvPr id="239" name="Ellipse 4"/>
                      <p:cNvSpPr/>
                      <p:nvPr/>
                    </p:nvSpPr>
                    <p:spPr bwMode="gray">
                      <a:xfrm>
                        <a:off x="2326107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40" name="Abgerundetes Rechteck 239"/>
                      <p:cNvSpPr/>
                      <p:nvPr/>
                    </p:nvSpPr>
                    <p:spPr bwMode="gray">
                      <a:xfrm>
                        <a:off x="2469666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41" name="Abgerundetes Rechteck 240"/>
                      <p:cNvSpPr/>
                      <p:nvPr/>
                    </p:nvSpPr>
                    <p:spPr bwMode="gray">
                      <a:xfrm rot="10800000">
                        <a:off x="2469666" y="5290384"/>
                        <a:ext cx="86136" cy="43467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42" name="Ellipse 241"/>
                      <p:cNvSpPr/>
                      <p:nvPr/>
                    </p:nvSpPr>
                    <p:spPr bwMode="gray">
                      <a:xfrm>
                        <a:off x="2393785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3" name="Gruppieren 2"/>
                  <p:cNvGrpSpPr/>
                  <p:nvPr/>
                </p:nvGrpSpPr>
                <p:grpSpPr bwMode="gray">
                  <a:xfrm>
                    <a:off x="6687600" y="1027328"/>
                    <a:ext cx="540000" cy="1628543"/>
                    <a:chOff x="6687600" y="1027328"/>
                    <a:chExt cx="540000" cy="1628543"/>
                  </a:xfrm>
                </p:grpSpPr>
                <p:sp>
                  <p:nvSpPr>
                    <p:cNvPr id="201" name="Textfeld 200"/>
                    <p:cNvSpPr txBox="1"/>
                    <p:nvPr/>
                  </p:nvSpPr>
                  <p:spPr bwMode="gray">
                    <a:xfrm>
                      <a:off x="66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Add Info here.</a:t>
                      </a:r>
                      <a:endParaRPr lang="de-DE" sz="800"/>
                    </a:p>
                  </p:txBody>
                </p:sp>
                <p:grpSp>
                  <p:nvGrpSpPr>
                    <p:cNvPr id="208" name="Gruppieren 207"/>
                    <p:cNvGrpSpPr/>
                    <p:nvPr/>
                  </p:nvGrpSpPr>
                  <p:grpSpPr bwMode="gray">
                    <a:xfrm>
                      <a:off x="6864000" y="1027328"/>
                      <a:ext cx="187201" cy="1132461"/>
                      <a:chOff x="3085973" y="3726719"/>
                      <a:chExt cx="373255" cy="2257981"/>
                    </a:xfrm>
                  </p:grpSpPr>
                  <p:sp>
                    <p:nvSpPr>
                      <p:cNvPr id="235" name="Ellipse 4"/>
                      <p:cNvSpPr/>
                      <p:nvPr/>
                    </p:nvSpPr>
                    <p:spPr bwMode="gray">
                      <a:xfrm>
                        <a:off x="3085973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36" name="Abgerundetes Rechteck 235"/>
                      <p:cNvSpPr/>
                      <p:nvPr/>
                    </p:nvSpPr>
                    <p:spPr bwMode="gray">
                      <a:xfrm>
                        <a:off x="3229532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37" name="Abgerundetes Rechteck 236"/>
                      <p:cNvSpPr/>
                      <p:nvPr/>
                    </p:nvSpPr>
                    <p:spPr bwMode="gray">
                      <a:xfrm rot="10800000">
                        <a:off x="3229532" y="4855708"/>
                        <a:ext cx="86136" cy="86935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38" name="Ellipse 237"/>
                      <p:cNvSpPr/>
                      <p:nvPr/>
                    </p:nvSpPr>
                    <p:spPr bwMode="gray">
                      <a:xfrm>
                        <a:off x="3153651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7" name="Gruppieren 6"/>
                  <p:cNvGrpSpPr/>
                  <p:nvPr/>
                </p:nvGrpSpPr>
                <p:grpSpPr bwMode="gray">
                  <a:xfrm>
                    <a:off x="7887600" y="1027328"/>
                    <a:ext cx="540000" cy="1628543"/>
                    <a:chOff x="7887600" y="1027328"/>
                    <a:chExt cx="540000" cy="1628543"/>
                  </a:xfrm>
                </p:grpSpPr>
                <p:sp>
                  <p:nvSpPr>
                    <p:cNvPr id="203" name="Textfeld 202"/>
                    <p:cNvSpPr txBox="1"/>
                    <p:nvPr/>
                  </p:nvSpPr>
                  <p:spPr bwMode="gray">
                    <a:xfrm>
                      <a:off x="78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This is a placeholder.</a:t>
                      </a:r>
                      <a:endParaRPr lang="de-DE" sz="800"/>
                    </a:p>
                  </p:txBody>
                </p:sp>
                <p:grpSp>
                  <p:nvGrpSpPr>
                    <p:cNvPr id="210" name="Gruppieren 209"/>
                    <p:cNvGrpSpPr/>
                    <p:nvPr/>
                  </p:nvGrpSpPr>
                  <p:grpSpPr bwMode="gray">
                    <a:xfrm>
                      <a:off x="8064000" y="1027328"/>
                      <a:ext cx="187201" cy="1132461"/>
                      <a:chOff x="4605705" y="3726719"/>
                      <a:chExt cx="373255" cy="2257981"/>
                    </a:xfrm>
                  </p:grpSpPr>
                  <p:sp>
                    <p:nvSpPr>
                      <p:cNvPr id="227" name="Ellipse 4"/>
                      <p:cNvSpPr/>
                      <p:nvPr/>
                    </p:nvSpPr>
                    <p:spPr bwMode="gray">
                      <a:xfrm>
                        <a:off x="4605705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28" name="Abgerundetes Rechteck 227"/>
                      <p:cNvSpPr/>
                      <p:nvPr/>
                    </p:nvSpPr>
                    <p:spPr bwMode="gray">
                      <a:xfrm>
                        <a:off x="4749264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29" name="Abgerundetes Rechteck 228"/>
                      <p:cNvSpPr/>
                      <p:nvPr/>
                    </p:nvSpPr>
                    <p:spPr bwMode="gray">
                      <a:xfrm rot="10800000">
                        <a:off x="4749264" y="4334590"/>
                        <a:ext cx="86136" cy="139047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230" name="Ellipse 229"/>
                      <p:cNvSpPr/>
                      <p:nvPr/>
                    </p:nvSpPr>
                    <p:spPr bwMode="gray">
                      <a:xfrm>
                        <a:off x="4673383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6" name="Gruppieren 5"/>
                  <p:cNvGrpSpPr/>
                  <p:nvPr/>
                </p:nvGrpSpPr>
                <p:grpSpPr bwMode="gray">
                  <a:xfrm>
                    <a:off x="7288858" y="1027328"/>
                    <a:ext cx="540000" cy="1628543"/>
                    <a:chOff x="7288858" y="1027328"/>
                    <a:chExt cx="540000" cy="1628543"/>
                  </a:xfrm>
                </p:grpSpPr>
                <p:sp>
                  <p:nvSpPr>
                    <p:cNvPr id="202" name="Textfeld 201"/>
                    <p:cNvSpPr txBox="1"/>
                    <p:nvPr/>
                  </p:nvSpPr>
                  <p:spPr bwMode="gray">
                    <a:xfrm>
                      <a:off x="7288858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b="1" smtClean="0">
                          <a:solidFill>
                            <a:schemeClr val="accent1"/>
                          </a:solidFill>
                        </a:rPr>
                        <a:t>Type your text here.</a:t>
                      </a:r>
                      <a:endParaRPr lang="de-DE" sz="800" b="1">
                        <a:solidFill>
                          <a:schemeClr val="accent1"/>
                        </a:solidFill>
                      </a:endParaRPr>
                    </a:p>
                  </p:txBody>
                </p:sp>
                <p:grpSp>
                  <p:nvGrpSpPr>
                    <p:cNvPr id="487" name="Gruppieren 486"/>
                    <p:cNvGrpSpPr/>
                    <p:nvPr/>
                  </p:nvGrpSpPr>
                  <p:grpSpPr bwMode="gray">
                    <a:xfrm>
                      <a:off x="7464000" y="1027328"/>
                      <a:ext cx="187201" cy="1132461"/>
                      <a:chOff x="3085973" y="3726719"/>
                      <a:chExt cx="373255" cy="2257981"/>
                    </a:xfrm>
                  </p:grpSpPr>
                  <p:sp>
                    <p:nvSpPr>
                      <p:cNvPr id="488" name="Ellipse 4"/>
                      <p:cNvSpPr/>
                      <p:nvPr/>
                    </p:nvSpPr>
                    <p:spPr bwMode="gray">
                      <a:xfrm>
                        <a:off x="3085973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89" name="Abgerundetes Rechteck 488"/>
                      <p:cNvSpPr/>
                      <p:nvPr/>
                    </p:nvSpPr>
                    <p:spPr bwMode="gray">
                      <a:xfrm>
                        <a:off x="3229532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90" name="Abgerundetes Rechteck 489"/>
                      <p:cNvSpPr/>
                      <p:nvPr/>
                    </p:nvSpPr>
                    <p:spPr bwMode="gray">
                      <a:xfrm rot="10800000">
                        <a:off x="3229530" y="4204245"/>
                        <a:ext cx="91158" cy="1520817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91" name="Ellipse 490"/>
                      <p:cNvSpPr/>
                      <p:nvPr/>
                    </p:nvSpPr>
                    <p:spPr bwMode="gray">
                      <a:xfrm>
                        <a:off x="3153651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</p:grpSp>
          </p:grpSp>
          <p:sp>
            <p:nvSpPr>
              <p:cNvPr id="971" name="Rechteckige Legende 970"/>
              <p:cNvSpPr/>
              <p:nvPr/>
            </p:nvSpPr>
            <p:spPr bwMode="gray">
              <a:xfrm>
                <a:off x="6468453" y="1125422"/>
                <a:ext cx="982565" cy="214842"/>
              </a:xfrm>
              <a:prstGeom prst="wedgeRectCallout">
                <a:avLst>
                  <a:gd name="adj1" fmla="val 53900"/>
                  <a:gd name="adj2" fmla="val 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050" smtClean="0">
                    <a:solidFill>
                      <a:srgbClr val="7D7D7D"/>
                    </a:solidFill>
                  </a:rPr>
                  <a:t>Afternoon peak.</a:t>
                </a:r>
                <a:endParaRPr lang="de-DE" sz="1050">
                  <a:solidFill>
                    <a:srgbClr val="7D7D7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1905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ieren 2"/>
          <p:cNvGrpSpPr/>
          <p:nvPr/>
        </p:nvGrpSpPr>
        <p:grpSpPr>
          <a:xfrm>
            <a:off x="224004" y="425846"/>
            <a:ext cx="8592575" cy="6087841"/>
            <a:chOff x="224004" y="425846"/>
            <a:chExt cx="8592575" cy="6087841"/>
          </a:xfrm>
        </p:grpSpPr>
        <p:cxnSp>
          <p:nvCxnSpPr>
            <p:cNvPr id="127" name="Gerade Verbindung 126"/>
            <p:cNvCxnSpPr/>
            <p:nvPr/>
          </p:nvCxnSpPr>
          <p:spPr bwMode="gray">
            <a:xfrm>
              <a:off x="6015720" y="495971"/>
              <a:ext cx="0" cy="586526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Gerade Verbindung 129"/>
            <p:cNvCxnSpPr/>
            <p:nvPr/>
          </p:nvCxnSpPr>
          <p:spPr bwMode="gray">
            <a:xfrm flipH="1">
              <a:off x="393682" y="3429795"/>
              <a:ext cx="554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Gerade Verbindung 133"/>
            <p:cNvCxnSpPr/>
            <p:nvPr/>
          </p:nvCxnSpPr>
          <p:spPr bwMode="gray">
            <a:xfrm flipH="1">
              <a:off x="6082985" y="3429795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Gerade Verbindung 59"/>
            <p:cNvCxnSpPr/>
            <p:nvPr/>
          </p:nvCxnSpPr>
          <p:spPr bwMode="gray">
            <a:xfrm flipH="1">
              <a:off x="357030" y="494159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Gerade Verbindung 60"/>
            <p:cNvCxnSpPr/>
            <p:nvPr/>
          </p:nvCxnSpPr>
          <p:spPr bwMode="gray">
            <a:xfrm>
              <a:off x="3130754" y="3501230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 flipH="1">
              <a:off x="3203848" y="4941592"/>
              <a:ext cx="129272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>
              <a:off x="4572000" y="3501232"/>
              <a:ext cx="0" cy="286000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Gerade Verbindung 69"/>
            <p:cNvCxnSpPr/>
            <p:nvPr/>
          </p:nvCxnSpPr>
          <p:spPr bwMode="gray">
            <a:xfrm flipH="1">
              <a:off x="4644008" y="4941592"/>
              <a:ext cx="129272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" name="Gruppieren 118"/>
            <p:cNvGrpSpPr/>
            <p:nvPr/>
          </p:nvGrpSpPr>
          <p:grpSpPr bwMode="gray">
            <a:xfrm>
              <a:off x="4698839" y="5092856"/>
              <a:ext cx="1169316" cy="1169316"/>
              <a:chOff x="10084155" y="3839574"/>
              <a:chExt cx="1200224" cy="1200224"/>
            </a:xfrm>
          </p:grpSpPr>
          <p:sp>
            <p:nvSpPr>
              <p:cNvPr id="120" name="Rad 119"/>
              <p:cNvSpPr/>
              <p:nvPr/>
            </p:nvSpPr>
            <p:spPr bwMode="gray">
              <a:xfrm flipH="1">
                <a:off x="10084155" y="3839574"/>
                <a:ext cx="1200224" cy="1200224"/>
              </a:xfrm>
              <a:prstGeom prst="donut">
                <a:avLst>
                  <a:gd name="adj" fmla="val 17195"/>
                </a:avLst>
              </a:pr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  <p:sp>
            <p:nvSpPr>
              <p:cNvPr id="121" name="Rechteck 120"/>
              <p:cNvSpPr/>
              <p:nvPr/>
            </p:nvSpPr>
            <p:spPr bwMode="gray">
              <a:xfrm>
                <a:off x="10084155" y="3839574"/>
                <a:ext cx="1200224" cy="1182688"/>
              </a:xfrm>
              <a:prstGeom prst="rect">
                <a:avLst/>
              </a:prstGeom>
            </p:spPr>
            <p:txBody>
              <a:bodyPr wrap="square" lIns="72000" tIns="0" rIns="0" bIns="0" anchor="ctr">
                <a:noAutofit/>
              </a:bodyPr>
              <a:lstStyle/>
              <a:p>
                <a:pPr lvl="0" algn="ctr"/>
                <a:r>
                  <a:rPr lang="de-DE" sz="2800" b="1">
                    <a:solidFill>
                      <a:schemeClr val="accent1"/>
                    </a:solidFill>
                  </a:rPr>
                  <a:t>63</a:t>
                </a:r>
                <a:r>
                  <a:rPr lang="de-DE" sz="1400" b="1">
                    <a:solidFill>
                      <a:schemeClr val="accent1"/>
                    </a:solidFill>
                  </a:rPr>
                  <a:t>%</a:t>
                </a:r>
              </a:p>
            </p:txBody>
          </p:sp>
          <p:sp>
            <p:nvSpPr>
              <p:cNvPr id="122" name="Halbbogen 121"/>
              <p:cNvSpPr/>
              <p:nvPr/>
            </p:nvSpPr>
            <p:spPr bwMode="gray">
              <a:xfrm flipH="1">
                <a:off x="10084155" y="3839574"/>
                <a:ext cx="1200224" cy="1200224"/>
              </a:xfrm>
              <a:prstGeom prst="blockArc">
                <a:avLst>
                  <a:gd name="adj1" fmla="val 1384253"/>
                  <a:gd name="adj2" fmla="val 16224598"/>
                  <a:gd name="adj3" fmla="val 17222"/>
                </a:avLst>
              </a:prstGeom>
              <a:gradFill flip="none" rotWithShape="1">
                <a:gsLst>
                  <a:gs pos="50000">
                    <a:schemeClr val="accent1"/>
                  </a:gs>
                  <a:gs pos="100000">
                    <a:schemeClr val="accent1">
                      <a:lumMod val="50000"/>
                    </a:schemeClr>
                  </a:gs>
                </a:gsLst>
                <a:lin ang="8100000" scaled="1"/>
                <a:tileRect/>
              </a:gra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</p:grpSp>
        <p:grpSp>
          <p:nvGrpSpPr>
            <p:cNvPr id="123" name="Gruppieren 122"/>
            <p:cNvGrpSpPr/>
            <p:nvPr/>
          </p:nvGrpSpPr>
          <p:grpSpPr bwMode="gray">
            <a:xfrm>
              <a:off x="3255871" y="5092856"/>
              <a:ext cx="1169316" cy="1169316"/>
              <a:chOff x="10084155" y="2429275"/>
              <a:chExt cx="1200224" cy="1200224"/>
            </a:xfrm>
          </p:grpSpPr>
          <p:sp>
            <p:nvSpPr>
              <p:cNvPr id="124" name="Rad 123"/>
              <p:cNvSpPr/>
              <p:nvPr/>
            </p:nvSpPr>
            <p:spPr bwMode="gray">
              <a:xfrm flipH="1">
                <a:off x="10084155" y="2429275"/>
                <a:ext cx="1200224" cy="1200224"/>
              </a:xfrm>
              <a:prstGeom prst="donut">
                <a:avLst>
                  <a:gd name="adj" fmla="val 17195"/>
                </a:avLst>
              </a:pr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  <p:sp>
            <p:nvSpPr>
              <p:cNvPr id="125" name="Rechteck 124"/>
              <p:cNvSpPr/>
              <p:nvPr/>
            </p:nvSpPr>
            <p:spPr bwMode="gray">
              <a:xfrm>
                <a:off x="10084155" y="2429275"/>
                <a:ext cx="1200224" cy="1182688"/>
              </a:xfrm>
              <a:prstGeom prst="rect">
                <a:avLst/>
              </a:prstGeom>
            </p:spPr>
            <p:txBody>
              <a:bodyPr wrap="square" lIns="72000" tIns="0" rIns="0" bIns="0" anchor="ctr">
                <a:noAutofit/>
              </a:bodyPr>
              <a:lstStyle/>
              <a:p>
                <a:pPr lvl="0" algn="ctr"/>
                <a:r>
                  <a:rPr lang="de-DE" sz="2800" b="1" smtClean="0">
                    <a:solidFill>
                      <a:schemeClr val="accent1"/>
                    </a:solidFill>
                  </a:rPr>
                  <a:t>50</a:t>
                </a:r>
                <a:r>
                  <a:rPr lang="de-DE" sz="1400" b="1" smtClean="0">
                    <a:solidFill>
                      <a:schemeClr val="accent1"/>
                    </a:solidFill>
                  </a:rPr>
                  <a:t>%</a:t>
                </a:r>
                <a:endParaRPr lang="de-DE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6" name="Halbbogen 125"/>
              <p:cNvSpPr/>
              <p:nvPr/>
            </p:nvSpPr>
            <p:spPr bwMode="gray">
              <a:xfrm flipH="1">
                <a:off x="10084155" y="2429275"/>
                <a:ext cx="1200224" cy="1200224"/>
              </a:xfrm>
              <a:prstGeom prst="blockArc">
                <a:avLst>
                  <a:gd name="adj1" fmla="val 5338917"/>
                  <a:gd name="adj2" fmla="val 16224598"/>
                  <a:gd name="adj3" fmla="val 17222"/>
                </a:avLst>
              </a:prstGeom>
              <a:gradFill flip="none" rotWithShape="1">
                <a:gsLst>
                  <a:gs pos="50000">
                    <a:schemeClr val="accent1"/>
                  </a:gs>
                  <a:gs pos="100000">
                    <a:schemeClr val="accent1">
                      <a:lumMod val="50000"/>
                    </a:schemeClr>
                  </a:gs>
                </a:gsLst>
                <a:lin ang="8100000" scaled="1"/>
                <a:tileRect/>
              </a:gra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</p:grpSp>
        <p:grpSp>
          <p:nvGrpSpPr>
            <p:cNvPr id="128" name="Gruppieren 127"/>
            <p:cNvGrpSpPr/>
            <p:nvPr/>
          </p:nvGrpSpPr>
          <p:grpSpPr bwMode="gray">
            <a:xfrm>
              <a:off x="4698839" y="3590520"/>
              <a:ext cx="1169316" cy="1169316"/>
              <a:chOff x="10084155" y="854345"/>
              <a:chExt cx="1200224" cy="1200224"/>
            </a:xfrm>
          </p:grpSpPr>
          <p:sp>
            <p:nvSpPr>
              <p:cNvPr id="129" name="Rad 128"/>
              <p:cNvSpPr/>
              <p:nvPr/>
            </p:nvSpPr>
            <p:spPr bwMode="gray">
              <a:xfrm flipH="1">
                <a:off x="10084155" y="854345"/>
                <a:ext cx="1200224" cy="1200224"/>
              </a:xfrm>
              <a:prstGeom prst="donut">
                <a:avLst>
                  <a:gd name="adj" fmla="val 17195"/>
                </a:avLst>
              </a:pr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  <p:sp>
            <p:nvSpPr>
              <p:cNvPr id="131" name="Rechteck 130"/>
              <p:cNvSpPr/>
              <p:nvPr/>
            </p:nvSpPr>
            <p:spPr bwMode="gray">
              <a:xfrm>
                <a:off x="10084155" y="854345"/>
                <a:ext cx="1200224" cy="1182688"/>
              </a:xfrm>
              <a:prstGeom prst="rect">
                <a:avLst/>
              </a:prstGeom>
            </p:spPr>
            <p:txBody>
              <a:bodyPr wrap="square" lIns="72000" tIns="0" rIns="0" bIns="0" anchor="ctr">
                <a:noAutofit/>
              </a:bodyPr>
              <a:lstStyle/>
              <a:p>
                <a:pPr lvl="0" algn="ctr"/>
                <a:r>
                  <a:rPr lang="de-DE" sz="2800" b="1" smtClean="0">
                    <a:solidFill>
                      <a:schemeClr val="accent1"/>
                    </a:solidFill>
                  </a:rPr>
                  <a:t>30</a:t>
                </a:r>
                <a:r>
                  <a:rPr lang="de-DE" sz="1400" b="1" smtClean="0">
                    <a:solidFill>
                      <a:schemeClr val="accent1"/>
                    </a:solidFill>
                  </a:rPr>
                  <a:t>%</a:t>
                </a:r>
                <a:endParaRPr lang="de-DE" sz="14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3" name="Halbbogen 132"/>
              <p:cNvSpPr/>
              <p:nvPr/>
            </p:nvSpPr>
            <p:spPr bwMode="gray">
              <a:xfrm flipH="1">
                <a:off x="10084155" y="854345"/>
                <a:ext cx="1200224" cy="1200224"/>
              </a:xfrm>
              <a:prstGeom prst="blockArc">
                <a:avLst>
                  <a:gd name="adj1" fmla="val 8993034"/>
                  <a:gd name="adj2" fmla="val 16224598"/>
                  <a:gd name="adj3" fmla="val 17222"/>
                </a:avLst>
              </a:prstGeom>
              <a:gradFill flip="none" rotWithShape="1">
                <a:gsLst>
                  <a:gs pos="50000">
                    <a:schemeClr val="accent1"/>
                  </a:gs>
                  <a:gs pos="100000">
                    <a:schemeClr val="accent1">
                      <a:lumMod val="50000"/>
                    </a:schemeClr>
                  </a:gs>
                </a:gsLst>
                <a:lin ang="8100000" scaled="1"/>
                <a:tileRect/>
              </a:gra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 b="1"/>
              </a:p>
            </p:txBody>
          </p:sp>
        </p:grpSp>
        <p:sp>
          <p:nvSpPr>
            <p:cNvPr id="140" name="Textfeld 139"/>
            <p:cNvSpPr txBox="1"/>
            <p:nvPr/>
          </p:nvSpPr>
          <p:spPr bwMode="gray">
            <a:xfrm>
              <a:off x="3203848" y="3501982"/>
              <a:ext cx="1287486" cy="1376636"/>
            </a:xfrm>
            <a:prstGeom prst="rect">
              <a:avLst/>
            </a:prstGeom>
            <a:noFill/>
          </p:spPr>
          <p:txBody>
            <a:bodyPr wrap="square" lIns="72000" tIns="0" rIns="108000" bIns="72000" rtlCol="0" anchor="t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de-DE" sz="1800" smtClean="0">
                  <a:solidFill>
                    <a:schemeClr val="accent1"/>
                  </a:solidFill>
                </a:rPr>
                <a:t>Placeholder</a:t>
              </a:r>
            </a:p>
            <a:p>
              <a:pPr algn="l">
                <a:spcAft>
                  <a:spcPts val="0"/>
                </a:spcAft>
              </a:pPr>
              <a:r>
                <a:rPr lang="de-DE" sz="800" b="1" smtClean="0">
                  <a:solidFill>
                    <a:schemeClr val="accent1"/>
                  </a:solidFill>
                </a:rPr>
                <a:t>This</a:t>
              </a:r>
              <a:r>
                <a:rPr lang="de-DE" sz="800" b="1" smtClean="0">
                  <a:solidFill>
                    <a:srgbClr val="000000"/>
                  </a:solidFill>
                </a:rPr>
                <a:t> </a:t>
              </a:r>
              <a:r>
                <a:rPr lang="de-DE" sz="800" b="1" smtClean="0">
                  <a:solidFill>
                    <a:schemeClr val="accent1"/>
                  </a:solidFill>
                </a:rPr>
                <a:t>is</a:t>
              </a:r>
              <a:r>
                <a:rPr lang="de-DE" sz="800" b="1" smtClean="0">
                  <a:solidFill>
                    <a:srgbClr val="000000"/>
                  </a:solidFill>
                </a:rPr>
                <a:t> a placeholder text. </a:t>
              </a:r>
              <a:r>
                <a:rPr lang="de-DE" sz="800" smtClean="0">
                  <a:solidFill>
                    <a:srgbClr val="000000"/>
                  </a:solidFill>
                </a:rPr>
                <a:t>Replace this text with your own information. This text demonstrates how your text will look like. Type your text here, this is only a placeholder.</a:t>
              </a:r>
              <a:endParaRPr lang="de-DE" sz="800">
                <a:solidFill>
                  <a:srgbClr val="000000"/>
                </a:solidFill>
              </a:endParaRPr>
            </a:p>
          </p:txBody>
        </p:sp>
        <p:grpSp>
          <p:nvGrpSpPr>
            <p:cNvPr id="147" name="Gruppieren 146"/>
            <p:cNvGrpSpPr/>
            <p:nvPr/>
          </p:nvGrpSpPr>
          <p:grpSpPr bwMode="gray">
            <a:xfrm>
              <a:off x="484133" y="425846"/>
              <a:ext cx="5545073" cy="2874804"/>
              <a:chOff x="393449" y="425846"/>
              <a:chExt cx="5545073" cy="2874804"/>
            </a:xfrm>
          </p:grpSpPr>
          <p:sp>
            <p:nvSpPr>
              <p:cNvPr id="148" name="Gleichschenkliges Dreieck 147"/>
              <p:cNvSpPr/>
              <p:nvPr/>
            </p:nvSpPr>
            <p:spPr bwMode="gray">
              <a:xfrm>
                <a:off x="441458" y="2438249"/>
                <a:ext cx="742648" cy="593340"/>
              </a:xfrm>
              <a:prstGeom prst="triangle">
                <a:avLst/>
              </a:prstGeom>
              <a:solidFill>
                <a:schemeClr val="accent1">
                  <a:lumMod val="20000"/>
                  <a:lumOff val="80000"/>
                  <a:alpha val="81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49" name="Gleichschenkliges Dreieck 148"/>
              <p:cNvSpPr/>
              <p:nvPr/>
            </p:nvSpPr>
            <p:spPr bwMode="gray">
              <a:xfrm>
                <a:off x="883600" y="2172133"/>
                <a:ext cx="1075730" cy="859456"/>
              </a:xfrm>
              <a:prstGeom prst="triangle">
                <a:avLst/>
              </a:prstGeom>
              <a:solidFill>
                <a:schemeClr val="accent1">
                  <a:lumMod val="40000"/>
                  <a:lumOff val="60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0" name="Gleichschenkliges Dreieck 149"/>
              <p:cNvSpPr/>
              <p:nvPr/>
            </p:nvSpPr>
            <p:spPr bwMode="gray">
              <a:xfrm>
                <a:off x="1658824" y="2301587"/>
                <a:ext cx="913698" cy="730002"/>
              </a:xfrm>
              <a:prstGeom prst="triangle">
                <a:avLst/>
              </a:prstGeom>
              <a:solidFill>
                <a:schemeClr val="accent1">
                  <a:lumMod val="60000"/>
                  <a:lumOff val="40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1" name="Gleichschenkliges Dreieck 150"/>
              <p:cNvSpPr/>
              <p:nvPr/>
            </p:nvSpPr>
            <p:spPr bwMode="gray">
              <a:xfrm>
                <a:off x="2272016" y="1799947"/>
                <a:ext cx="1541572" cy="1231642"/>
              </a:xfrm>
              <a:prstGeom prst="triangle">
                <a:avLst/>
              </a:prstGeom>
              <a:solidFill>
                <a:schemeClr val="accent1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2" name="Gleichschenkliges Dreieck 151"/>
              <p:cNvSpPr/>
              <p:nvPr/>
            </p:nvSpPr>
            <p:spPr bwMode="gray">
              <a:xfrm>
                <a:off x="3513082" y="2172133"/>
                <a:ext cx="1075732" cy="859456"/>
              </a:xfrm>
              <a:prstGeom prst="triangle">
                <a:avLst/>
              </a:prstGeom>
              <a:solidFill>
                <a:schemeClr val="bg1">
                  <a:lumMod val="85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3" name="Gleichschenkliges Dreieck 152"/>
              <p:cNvSpPr/>
              <p:nvPr/>
            </p:nvSpPr>
            <p:spPr bwMode="gray">
              <a:xfrm>
                <a:off x="4288307" y="1949187"/>
                <a:ext cx="1354778" cy="1082402"/>
              </a:xfrm>
              <a:prstGeom prst="triangle">
                <a:avLst/>
              </a:prstGeom>
              <a:solidFill>
                <a:schemeClr val="bg2">
                  <a:lumMod val="75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4" name="Textfeld 153"/>
              <p:cNvSpPr txBox="1"/>
              <p:nvPr/>
            </p:nvSpPr>
            <p:spPr bwMode="gray">
              <a:xfrm>
                <a:off x="393449" y="425846"/>
                <a:ext cx="4645275" cy="1080689"/>
              </a:xfrm>
              <a:prstGeom prst="rect">
                <a:avLst/>
              </a:prstGeom>
              <a:noFill/>
            </p:spPr>
            <p:txBody>
              <a:bodyPr wrap="square" lIns="0" tIns="7200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28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28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28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55" name="Rechteck 154"/>
              <p:cNvSpPr/>
              <p:nvPr/>
            </p:nvSpPr>
            <p:spPr bwMode="gray">
              <a:xfrm>
                <a:off x="393450" y="1113137"/>
                <a:ext cx="5336790" cy="1058394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  <p:sp>
            <p:nvSpPr>
              <p:cNvPr id="156" name="Rechteck 155"/>
              <p:cNvSpPr/>
              <p:nvPr/>
            </p:nvSpPr>
            <p:spPr bwMode="gray">
              <a:xfrm>
                <a:off x="393450" y="866600"/>
                <a:ext cx="5545072" cy="721609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srgbClr val="000000"/>
                    </a:solidFill>
                  </a:rPr>
                  <a:t>Subheadline for further information on the topic or a short introduction.</a:t>
                </a:r>
                <a:endParaRPr lang="de-DE" sz="1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Textfeld 156"/>
              <p:cNvSpPr txBox="1"/>
              <p:nvPr/>
            </p:nvSpPr>
            <p:spPr bwMode="gray">
              <a:xfrm>
                <a:off x="563355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158" name="Textfeld 157"/>
              <p:cNvSpPr txBox="1"/>
              <p:nvPr/>
            </p:nvSpPr>
            <p:spPr bwMode="gray">
              <a:xfrm>
                <a:off x="1172038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159" name="Textfeld 158"/>
              <p:cNvSpPr txBox="1"/>
              <p:nvPr/>
            </p:nvSpPr>
            <p:spPr bwMode="gray">
              <a:xfrm>
                <a:off x="1866246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160" name="Textfeld 159"/>
              <p:cNvSpPr txBox="1"/>
              <p:nvPr/>
            </p:nvSpPr>
            <p:spPr bwMode="gray">
              <a:xfrm>
                <a:off x="2793375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/>
                    </a:solidFill>
                  </a:rPr>
                  <a:t>TEXT</a:t>
                </a:r>
                <a:endParaRPr lang="de-DE" sz="11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1" name="Textfeld 160"/>
              <p:cNvSpPr txBox="1"/>
              <p:nvPr/>
            </p:nvSpPr>
            <p:spPr bwMode="gray">
              <a:xfrm>
                <a:off x="3801521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bg1">
                        <a:lumMod val="65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bg1">
                      <a:lumMod val="65000"/>
                    </a:schemeClr>
                  </a:solidFill>
                </a:endParaRPr>
              </a:p>
            </p:txBody>
          </p:sp>
          <p:sp>
            <p:nvSpPr>
              <p:cNvPr id="162" name="Textfeld 161"/>
              <p:cNvSpPr txBox="1"/>
              <p:nvPr/>
            </p:nvSpPr>
            <p:spPr bwMode="gray">
              <a:xfrm>
                <a:off x="4716269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bg1">
                        <a:lumMod val="5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63" name="Textfeld 162"/>
              <p:cNvSpPr txBox="1"/>
              <p:nvPr/>
            </p:nvSpPr>
            <p:spPr bwMode="gray">
              <a:xfrm>
                <a:off x="549730" y="2118995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45%</a:t>
                </a:r>
                <a:endParaRPr lang="de-DE" sz="14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164" name="Textfeld 163"/>
              <p:cNvSpPr txBox="1"/>
              <p:nvPr/>
            </p:nvSpPr>
            <p:spPr bwMode="gray">
              <a:xfrm>
                <a:off x="1173653" y="1841018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62%</a:t>
                </a:r>
                <a:endParaRPr lang="de-DE" sz="14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165" name="Textfeld 164"/>
              <p:cNvSpPr txBox="1"/>
              <p:nvPr/>
            </p:nvSpPr>
            <p:spPr bwMode="gray">
              <a:xfrm>
                <a:off x="1867861" y="1993810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54%</a:t>
                </a:r>
                <a:endParaRPr lang="de-DE" sz="14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166" name="Textfeld 165"/>
              <p:cNvSpPr txBox="1"/>
              <p:nvPr/>
            </p:nvSpPr>
            <p:spPr bwMode="gray">
              <a:xfrm>
                <a:off x="2765730" y="1472972"/>
                <a:ext cx="5421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600" b="1" smtClean="0">
                    <a:solidFill>
                      <a:schemeClr val="accent1"/>
                    </a:solidFill>
                  </a:rPr>
                  <a:t>98%</a:t>
                </a:r>
                <a:endParaRPr lang="de-DE" sz="16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7" name="Textfeld 166"/>
              <p:cNvSpPr txBox="1"/>
              <p:nvPr/>
            </p:nvSpPr>
            <p:spPr bwMode="gray">
              <a:xfrm>
                <a:off x="3787896" y="1863754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bg1">
                        <a:lumMod val="65000"/>
                      </a:schemeClr>
                    </a:solidFill>
                  </a:rPr>
                  <a:t>60%</a:t>
                </a:r>
                <a:endParaRPr lang="de-DE" sz="1400" b="1">
                  <a:solidFill>
                    <a:schemeClr val="bg1">
                      <a:lumMod val="65000"/>
                    </a:schemeClr>
                  </a:solidFill>
                </a:endParaRPr>
              </a:p>
            </p:txBody>
          </p:sp>
          <p:sp>
            <p:nvSpPr>
              <p:cNvPr id="168" name="Textfeld 167"/>
              <p:cNvSpPr txBox="1"/>
              <p:nvPr/>
            </p:nvSpPr>
            <p:spPr bwMode="gray">
              <a:xfrm>
                <a:off x="4725504" y="1641410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bg1">
                        <a:lumMod val="50000"/>
                      </a:schemeClr>
                    </a:solidFill>
                  </a:rPr>
                  <a:t>71%</a:t>
                </a:r>
                <a:endParaRPr lang="de-DE" sz="14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2" name="Gruppieren 1"/>
            <p:cNvGrpSpPr/>
            <p:nvPr/>
          </p:nvGrpSpPr>
          <p:grpSpPr>
            <a:xfrm>
              <a:off x="4061559" y="4546966"/>
              <a:ext cx="980587" cy="617951"/>
              <a:chOff x="4061559" y="4546966"/>
              <a:chExt cx="980587" cy="617951"/>
            </a:xfrm>
          </p:grpSpPr>
          <p:sp>
            <p:nvSpPr>
              <p:cNvPr id="169" name="Freeform 8"/>
              <p:cNvSpPr>
                <a:spLocks noEditPoints="1"/>
              </p:cNvSpPr>
              <p:nvPr/>
            </p:nvSpPr>
            <p:spPr bwMode="gray">
              <a:xfrm rot="12352222" flipH="1">
                <a:off x="4244586" y="4806140"/>
                <a:ext cx="663159" cy="195201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70" name="Freeform 8"/>
              <p:cNvSpPr>
                <a:spLocks noEditPoints="1"/>
              </p:cNvSpPr>
              <p:nvPr/>
            </p:nvSpPr>
            <p:spPr bwMode="gray">
              <a:xfrm rot="9900000" flipH="1">
                <a:off x="4378987" y="4546966"/>
                <a:ext cx="663159" cy="195201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71" name="Freeform 8"/>
              <p:cNvSpPr>
                <a:spLocks noEditPoints="1"/>
              </p:cNvSpPr>
              <p:nvPr/>
            </p:nvSpPr>
            <p:spPr bwMode="gray">
              <a:xfrm rot="7688575">
                <a:off x="3862637" y="4800041"/>
                <a:ext cx="563798" cy="1659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181" name="Gruppieren 180"/>
            <p:cNvGrpSpPr/>
            <p:nvPr/>
          </p:nvGrpSpPr>
          <p:grpSpPr bwMode="gray">
            <a:xfrm>
              <a:off x="224004" y="3542895"/>
              <a:ext cx="3170152" cy="1381990"/>
              <a:chOff x="4584428" y="866080"/>
              <a:chExt cx="3673155" cy="1601269"/>
            </a:xfrm>
          </p:grpSpPr>
          <p:sp>
            <p:nvSpPr>
              <p:cNvPr id="182" name="Freeform 5"/>
              <p:cNvSpPr>
                <a:spLocks noChangeAspect="1" noEditPoints="1"/>
              </p:cNvSpPr>
              <p:nvPr/>
            </p:nvSpPr>
            <p:spPr bwMode="gray">
              <a:xfrm>
                <a:off x="5769040" y="1232838"/>
                <a:ext cx="438066" cy="1078251"/>
              </a:xfrm>
              <a:custGeom>
                <a:avLst/>
                <a:gdLst>
                  <a:gd name="T0" fmla="*/ 195 w 721"/>
                  <a:gd name="T1" fmla="*/ 161 h 1779"/>
                  <a:gd name="T2" fmla="*/ 360 w 721"/>
                  <a:gd name="T3" fmla="*/ 0 h 1779"/>
                  <a:gd name="T4" fmla="*/ 526 w 721"/>
                  <a:gd name="T5" fmla="*/ 161 h 1779"/>
                  <a:gd name="T6" fmla="*/ 360 w 721"/>
                  <a:gd name="T7" fmla="*/ 369 h 1779"/>
                  <a:gd name="T8" fmla="*/ 195 w 721"/>
                  <a:gd name="T9" fmla="*/ 161 h 1779"/>
                  <a:gd name="T10" fmla="*/ 696 w 721"/>
                  <a:gd name="T11" fmla="*/ 593 h 1779"/>
                  <a:gd name="T12" fmla="*/ 497 w 721"/>
                  <a:gd name="T13" fmla="*/ 393 h 1779"/>
                  <a:gd name="T14" fmla="*/ 360 w 721"/>
                  <a:gd name="T15" fmla="*/ 449 h 1779"/>
                  <a:gd name="T16" fmla="*/ 223 w 721"/>
                  <a:gd name="T17" fmla="*/ 393 h 1779"/>
                  <a:gd name="T18" fmla="*/ 24 w 721"/>
                  <a:gd name="T19" fmla="*/ 593 h 1779"/>
                  <a:gd name="T20" fmla="*/ 0 w 721"/>
                  <a:gd name="T21" fmla="*/ 1031 h 1779"/>
                  <a:gd name="T22" fmla="*/ 65 w 721"/>
                  <a:gd name="T23" fmla="*/ 1096 h 1779"/>
                  <a:gd name="T24" fmla="*/ 130 w 721"/>
                  <a:gd name="T25" fmla="*/ 1031 h 1779"/>
                  <a:gd name="T26" fmla="*/ 141 w 721"/>
                  <a:gd name="T27" fmla="*/ 614 h 1779"/>
                  <a:gd name="T28" fmla="*/ 158 w 721"/>
                  <a:gd name="T29" fmla="*/ 598 h 1779"/>
                  <a:gd name="T30" fmla="*/ 174 w 721"/>
                  <a:gd name="T31" fmla="*/ 614 h 1779"/>
                  <a:gd name="T32" fmla="*/ 174 w 721"/>
                  <a:gd name="T33" fmla="*/ 1084 h 1779"/>
                  <a:gd name="T34" fmla="*/ 174 w 721"/>
                  <a:gd name="T35" fmla="*/ 1122 h 1779"/>
                  <a:gd name="T36" fmla="*/ 177 w 721"/>
                  <a:gd name="T37" fmla="*/ 1707 h 1779"/>
                  <a:gd name="T38" fmla="*/ 249 w 721"/>
                  <a:gd name="T39" fmla="*/ 1779 h 1779"/>
                  <a:gd name="T40" fmla="*/ 321 w 721"/>
                  <a:gd name="T41" fmla="*/ 1707 h 1779"/>
                  <a:gd name="T42" fmla="*/ 344 w 721"/>
                  <a:gd name="T43" fmla="*/ 1122 h 1779"/>
                  <a:gd name="T44" fmla="*/ 360 w 721"/>
                  <a:gd name="T45" fmla="*/ 1106 h 1779"/>
                  <a:gd name="T46" fmla="*/ 376 w 721"/>
                  <a:gd name="T47" fmla="*/ 1122 h 1779"/>
                  <a:gd name="T48" fmla="*/ 399 w 721"/>
                  <a:gd name="T49" fmla="*/ 1707 h 1779"/>
                  <a:gd name="T50" fmla="*/ 471 w 721"/>
                  <a:gd name="T51" fmla="*/ 1779 h 1779"/>
                  <a:gd name="T52" fmla="*/ 544 w 721"/>
                  <a:gd name="T53" fmla="*/ 1707 h 1779"/>
                  <a:gd name="T54" fmla="*/ 546 w 721"/>
                  <a:gd name="T55" fmla="*/ 1122 h 1779"/>
                  <a:gd name="T56" fmla="*/ 546 w 721"/>
                  <a:gd name="T57" fmla="*/ 1084 h 1779"/>
                  <a:gd name="T58" fmla="*/ 547 w 721"/>
                  <a:gd name="T59" fmla="*/ 614 h 1779"/>
                  <a:gd name="T60" fmla="*/ 563 w 721"/>
                  <a:gd name="T61" fmla="*/ 598 h 1779"/>
                  <a:gd name="T62" fmla="*/ 579 w 721"/>
                  <a:gd name="T63" fmla="*/ 614 h 1779"/>
                  <a:gd name="T64" fmla="*/ 590 w 721"/>
                  <a:gd name="T65" fmla="*/ 1031 h 1779"/>
                  <a:gd name="T66" fmla="*/ 655 w 721"/>
                  <a:gd name="T67" fmla="*/ 1096 h 1779"/>
                  <a:gd name="T68" fmla="*/ 721 w 721"/>
                  <a:gd name="T69" fmla="*/ 1031 h 1779"/>
                  <a:gd name="T70" fmla="*/ 696 w 721"/>
                  <a:gd name="T71" fmla="*/ 593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1" h="1779">
                    <a:moveTo>
                      <a:pt x="195" y="161"/>
                    </a:moveTo>
                    <a:cubicBezTo>
                      <a:pt x="195" y="59"/>
                      <a:pt x="269" y="0"/>
                      <a:pt x="360" y="0"/>
                    </a:cubicBezTo>
                    <a:cubicBezTo>
                      <a:pt x="452" y="0"/>
                      <a:pt x="526" y="59"/>
                      <a:pt x="526" y="161"/>
                    </a:cubicBezTo>
                    <a:cubicBezTo>
                      <a:pt x="526" y="263"/>
                      <a:pt x="446" y="369"/>
                      <a:pt x="360" y="369"/>
                    </a:cubicBezTo>
                    <a:cubicBezTo>
                      <a:pt x="275" y="369"/>
                      <a:pt x="195" y="263"/>
                      <a:pt x="195" y="161"/>
                    </a:cubicBezTo>
                    <a:close/>
                    <a:moveTo>
                      <a:pt x="696" y="593"/>
                    </a:moveTo>
                    <a:cubicBezTo>
                      <a:pt x="696" y="474"/>
                      <a:pt x="572" y="393"/>
                      <a:pt x="497" y="393"/>
                    </a:cubicBezTo>
                    <a:cubicBezTo>
                      <a:pt x="421" y="393"/>
                      <a:pt x="420" y="449"/>
                      <a:pt x="360" y="449"/>
                    </a:cubicBezTo>
                    <a:cubicBezTo>
                      <a:pt x="301" y="449"/>
                      <a:pt x="283" y="393"/>
                      <a:pt x="223" y="393"/>
                    </a:cubicBezTo>
                    <a:cubicBezTo>
                      <a:pt x="164" y="393"/>
                      <a:pt x="24" y="474"/>
                      <a:pt x="24" y="593"/>
                    </a:cubicBezTo>
                    <a:cubicBezTo>
                      <a:pt x="0" y="1031"/>
                      <a:pt x="0" y="1031"/>
                      <a:pt x="0" y="1031"/>
                    </a:cubicBezTo>
                    <a:cubicBezTo>
                      <a:pt x="0" y="1067"/>
                      <a:pt x="29" y="1096"/>
                      <a:pt x="65" y="1096"/>
                    </a:cubicBezTo>
                    <a:cubicBezTo>
                      <a:pt x="101" y="1096"/>
                      <a:pt x="130" y="1067"/>
                      <a:pt x="130" y="1031"/>
                    </a:cubicBezTo>
                    <a:cubicBezTo>
                      <a:pt x="141" y="614"/>
                      <a:pt x="141" y="614"/>
                      <a:pt x="141" y="614"/>
                    </a:cubicBezTo>
                    <a:cubicBezTo>
                      <a:pt x="141" y="605"/>
                      <a:pt x="149" y="598"/>
                      <a:pt x="158" y="598"/>
                    </a:cubicBezTo>
                    <a:cubicBezTo>
                      <a:pt x="166" y="598"/>
                      <a:pt x="174" y="605"/>
                      <a:pt x="174" y="614"/>
                    </a:cubicBezTo>
                    <a:cubicBezTo>
                      <a:pt x="174" y="1084"/>
                      <a:pt x="174" y="1084"/>
                      <a:pt x="174" y="1084"/>
                    </a:cubicBezTo>
                    <a:cubicBezTo>
                      <a:pt x="174" y="1122"/>
                      <a:pt x="174" y="1122"/>
                      <a:pt x="174" y="1122"/>
                    </a:cubicBezTo>
                    <a:cubicBezTo>
                      <a:pt x="177" y="1707"/>
                      <a:pt x="177" y="1707"/>
                      <a:pt x="177" y="1707"/>
                    </a:cubicBezTo>
                    <a:cubicBezTo>
                      <a:pt x="177" y="1747"/>
                      <a:pt x="209" y="1779"/>
                      <a:pt x="249" y="1779"/>
                    </a:cubicBezTo>
                    <a:cubicBezTo>
                      <a:pt x="289" y="1779"/>
                      <a:pt x="321" y="1747"/>
                      <a:pt x="321" y="1707"/>
                    </a:cubicBezTo>
                    <a:cubicBezTo>
                      <a:pt x="344" y="1122"/>
                      <a:pt x="344" y="1122"/>
                      <a:pt x="344" y="1122"/>
                    </a:cubicBezTo>
                    <a:cubicBezTo>
                      <a:pt x="344" y="1113"/>
                      <a:pt x="351" y="1106"/>
                      <a:pt x="360" y="1106"/>
                    </a:cubicBezTo>
                    <a:cubicBezTo>
                      <a:pt x="369" y="1106"/>
                      <a:pt x="376" y="1113"/>
                      <a:pt x="376" y="1122"/>
                    </a:cubicBezTo>
                    <a:cubicBezTo>
                      <a:pt x="399" y="1707"/>
                      <a:pt x="399" y="1707"/>
                      <a:pt x="399" y="1707"/>
                    </a:cubicBezTo>
                    <a:cubicBezTo>
                      <a:pt x="399" y="1747"/>
                      <a:pt x="432" y="1779"/>
                      <a:pt x="471" y="1779"/>
                    </a:cubicBezTo>
                    <a:cubicBezTo>
                      <a:pt x="511" y="1779"/>
                      <a:pt x="544" y="1747"/>
                      <a:pt x="544" y="1707"/>
                    </a:cubicBezTo>
                    <a:cubicBezTo>
                      <a:pt x="546" y="1122"/>
                      <a:pt x="546" y="1122"/>
                      <a:pt x="546" y="1122"/>
                    </a:cubicBezTo>
                    <a:cubicBezTo>
                      <a:pt x="546" y="1084"/>
                      <a:pt x="546" y="1084"/>
                      <a:pt x="546" y="1084"/>
                    </a:cubicBezTo>
                    <a:cubicBezTo>
                      <a:pt x="547" y="614"/>
                      <a:pt x="547" y="614"/>
                      <a:pt x="547" y="614"/>
                    </a:cubicBezTo>
                    <a:cubicBezTo>
                      <a:pt x="547" y="605"/>
                      <a:pt x="554" y="598"/>
                      <a:pt x="563" y="598"/>
                    </a:cubicBezTo>
                    <a:cubicBezTo>
                      <a:pt x="572" y="598"/>
                      <a:pt x="579" y="605"/>
                      <a:pt x="579" y="614"/>
                    </a:cubicBezTo>
                    <a:cubicBezTo>
                      <a:pt x="590" y="1031"/>
                      <a:pt x="590" y="1031"/>
                      <a:pt x="590" y="1031"/>
                    </a:cubicBezTo>
                    <a:cubicBezTo>
                      <a:pt x="590" y="1067"/>
                      <a:pt x="619" y="1096"/>
                      <a:pt x="655" y="1096"/>
                    </a:cubicBezTo>
                    <a:cubicBezTo>
                      <a:pt x="691" y="1096"/>
                      <a:pt x="721" y="1067"/>
                      <a:pt x="721" y="1031"/>
                    </a:cubicBezTo>
                    <a:lnTo>
                      <a:pt x="696" y="593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  <a:effectLst/>
              <a:scene3d>
                <a:camera prst="orthographicFront"/>
                <a:lightRig rig="twoPt" dir="t">
                  <a:rot lat="0" lon="0" rev="8400000"/>
                </a:lightRig>
              </a:scene3d>
              <a:sp3d extrusionH="63500"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600"/>
              </a:p>
            </p:txBody>
          </p:sp>
          <p:sp>
            <p:nvSpPr>
              <p:cNvPr id="183" name="Freeform 5"/>
              <p:cNvSpPr>
                <a:spLocks/>
              </p:cNvSpPr>
              <p:nvPr/>
            </p:nvSpPr>
            <p:spPr bwMode="gray">
              <a:xfrm>
                <a:off x="6274931" y="866080"/>
                <a:ext cx="563293" cy="1445010"/>
              </a:xfrm>
              <a:custGeom>
                <a:avLst/>
                <a:gdLst/>
                <a:ahLst/>
                <a:cxnLst/>
                <a:rect l="l" t="t" r="r" b="b"/>
                <a:pathLst>
                  <a:path w="1954914" h="5014913">
                    <a:moveTo>
                      <a:pt x="547688" y="1108075"/>
                    </a:moveTo>
                    <a:cubicBezTo>
                      <a:pt x="706121" y="1108075"/>
                      <a:pt x="804199" y="1461533"/>
                      <a:pt x="977721" y="1461533"/>
                    </a:cubicBezTo>
                    <a:cubicBezTo>
                      <a:pt x="1151243" y="1461533"/>
                      <a:pt x="1245548" y="1108075"/>
                      <a:pt x="1403981" y="1108075"/>
                    </a:cubicBezTo>
                    <a:cubicBezTo>
                      <a:pt x="1562414" y="1108075"/>
                      <a:pt x="1837786" y="1386329"/>
                      <a:pt x="1883053" y="1939077"/>
                    </a:cubicBezTo>
                    <a:cubicBezTo>
                      <a:pt x="1883053" y="1939077"/>
                      <a:pt x="1883053" y="1939077"/>
                      <a:pt x="1954725" y="2777600"/>
                    </a:cubicBezTo>
                    <a:cubicBezTo>
                      <a:pt x="1958497" y="2852804"/>
                      <a:pt x="1905686" y="2920487"/>
                      <a:pt x="1830242" y="2924247"/>
                    </a:cubicBezTo>
                    <a:cubicBezTo>
                      <a:pt x="1754797" y="2931768"/>
                      <a:pt x="1690670" y="2875365"/>
                      <a:pt x="1683125" y="2800161"/>
                    </a:cubicBezTo>
                    <a:cubicBezTo>
                      <a:pt x="1683125" y="2800161"/>
                      <a:pt x="1562414" y="1728507"/>
                      <a:pt x="1539781" y="1728507"/>
                    </a:cubicBezTo>
                    <a:cubicBezTo>
                      <a:pt x="1513376" y="1728507"/>
                      <a:pt x="1377576" y="1935317"/>
                      <a:pt x="1377576" y="2142128"/>
                    </a:cubicBezTo>
                    <a:cubicBezTo>
                      <a:pt x="1377576" y="2322617"/>
                      <a:pt x="1830242" y="3755249"/>
                      <a:pt x="1830242" y="3755249"/>
                    </a:cubicBezTo>
                    <a:cubicBezTo>
                      <a:pt x="1830242" y="3755249"/>
                      <a:pt x="1830242" y="3755249"/>
                      <a:pt x="1486970" y="3755249"/>
                    </a:cubicBezTo>
                    <a:cubicBezTo>
                      <a:pt x="1434162" y="4300449"/>
                      <a:pt x="1377582" y="4853169"/>
                      <a:pt x="1377576" y="4853225"/>
                    </a:cubicBezTo>
                    <a:cubicBezTo>
                      <a:pt x="1377576" y="4943470"/>
                      <a:pt x="1305904" y="5014913"/>
                      <a:pt x="1219143" y="5014913"/>
                    </a:cubicBezTo>
                    <a:cubicBezTo>
                      <a:pt x="1132382" y="5014913"/>
                      <a:pt x="1060710" y="4943470"/>
                      <a:pt x="1060710" y="4853225"/>
                    </a:cubicBezTo>
                    <a:cubicBezTo>
                      <a:pt x="1060710" y="4853225"/>
                      <a:pt x="1060710" y="4853225"/>
                      <a:pt x="1034304" y="3755249"/>
                    </a:cubicBezTo>
                    <a:cubicBezTo>
                      <a:pt x="1034304" y="3755249"/>
                      <a:pt x="1034304" y="3755249"/>
                      <a:pt x="917365" y="3755249"/>
                    </a:cubicBezTo>
                    <a:cubicBezTo>
                      <a:pt x="891061" y="4849034"/>
                      <a:pt x="890960" y="4853209"/>
                      <a:pt x="890960" y="4853225"/>
                    </a:cubicBezTo>
                    <a:cubicBezTo>
                      <a:pt x="890960" y="4943470"/>
                      <a:pt x="819288" y="5014913"/>
                      <a:pt x="732527" y="5014913"/>
                    </a:cubicBezTo>
                    <a:cubicBezTo>
                      <a:pt x="645766" y="5014913"/>
                      <a:pt x="577866" y="4943470"/>
                      <a:pt x="577866" y="4853225"/>
                    </a:cubicBezTo>
                    <a:cubicBezTo>
                      <a:pt x="577866" y="4853225"/>
                      <a:pt x="517510" y="4300477"/>
                      <a:pt x="464699" y="3755249"/>
                    </a:cubicBezTo>
                    <a:cubicBezTo>
                      <a:pt x="464699" y="3755249"/>
                      <a:pt x="464699" y="3755249"/>
                      <a:pt x="121427" y="3755249"/>
                    </a:cubicBezTo>
                    <a:cubicBezTo>
                      <a:pt x="121427" y="3755249"/>
                      <a:pt x="577866" y="2322617"/>
                      <a:pt x="577866" y="2142128"/>
                    </a:cubicBezTo>
                    <a:cubicBezTo>
                      <a:pt x="577866" y="1935317"/>
                      <a:pt x="438293" y="1728507"/>
                      <a:pt x="415660" y="1728507"/>
                    </a:cubicBezTo>
                    <a:cubicBezTo>
                      <a:pt x="389257" y="1728507"/>
                      <a:pt x="268565" y="2799974"/>
                      <a:pt x="268544" y="2800161"/>
                    </a:cubicBezTo>
                    <a:cubicBezTo>
                      <a:pt x="264771" y="2875365"/>
                      <a:pt x="196872" y="2931768"/>
                      <a:pt x="121427" y="2924247"/>
                    </a:cubicBezTo>
                    <a:cubicBezTo>
                      <a:pt x="45983" y="2920487"/>
                      <a:pt x="-6828" y="2852804"/>
                      <a:pt x="716" y="2777600"/>
                    </a:cubicBezTo>
                    <a:cubicBezTo>
                      <a:pt x="68351" y="1942356"/>
                      <a:pt x="68615" y="1939090"/>
                      <a:pt x="68616" y="1939077"/>
                    </a:cubicBezTo>
                    <a:cubicBezTo>
                      <a:pt x="117655" y="1386329"/>
                      <a:pt x="393027" y="1108075"/>
                      <a:pt x="547688" y="1108075"/>
                    </a:cubicBezTo>
                    <a:close/>
                    <a:moveTo>
                      <a:pt x="977423" y="0"/>
                    </a:moveTo>
                    <a:cubicBezTo>
                      <a:pt x="1234239" y="0"/>
                      <a:pt x="1445735" y="169181"/>
                      <a:pt x="1445735" y="454908"/>
                    </a:cubicBezTo>
                    <a:cubicBezTo>
                      <a:pt x="1445735" y="740635"/>
                      <a:pt x="1219132" y="1041400"/>
                      <a:pt x="977423" y="1041400"/>
                    </a:cubicBezTo>
                    <a:cubicBezTo>
                      <a:pt x="731936" y="1041400"/>
                      <a:pt x="509110" y="740635"/>
                      <a:pt x="509110" y="454908"/>
                    </a:cubicBezTo>
                    <a:cubicBezTo>
                      <a:pt x="509110" y="169181"/>
                      <a:pt x="716829" y="0"/>
                      <a:pt x="977423" y="0"/>
                    </a:cubicBezTo>
                    <a:close/>
                  </a:path>
                </a:pathLst>
              </a:custGeom>
              <a:solidFill>
                <a:srgbClr val="2A7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600"/>
              </a:p>
            </p:txBody>
          </p:sp>
          <p:sp>
            <p:nvSpPr>
              <p:cNvPr id="184" name="Textfeld 183"/>
              <p:cNvSpPr txBox="1"/>
              <p:nvPr/>
            </p:nvSpPr>
            <p:spPr bwMode="gray">
              <a:xfrm>
                <a:off x="6783045" y="1020588"/>
                <a:ext cx="1474538" cy="1440001"/>
              </a:xfrm>
              <a:prstGeom prst="rect">
                <a:avLst/>
              </a:prstGeom>
              <a:noFill/>
            </p:spPr>
            <p:txBody>
              <a:bodyPr wrap="square" lIns="180000" tIns="0" rIns="180000" bIns="0" rtlCol="0" anchor="t" anchorCtr="0">
                <a:noAutofit/>
              </a:bodyPr>
              <a:lstStyle/>
              <a:p>
                <a:pPr lvl="0">
                  <a:lnSpc>
                    <a:spcPct val="90000"/>
                  </a:lnSpc>
                  <a:spcAft>
                    <a:spcPts val="300"/>
                  </a:spcAft>
                </a:pPr>
                <a:r>
                  <a:rPr lang="de-DE" sz="2400">
                    <a:solidFill>
                      <a:schemeClr val="accent1"/>
                    </a:solidFill>
                  </a:rPr>
                  <a:t>36%</a:t>
                </a:r>
                <a:br>
                  <a:rPr lang="de-DE" sz="2400">
                    <a:solidFill>
                      <a:schemeClr val="accent1"/>
                    </a:solidFill>
                  </a:rPr>
                </a:br>
                <a: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  <a:t>This is a placeholder.</a:t>
                </a:r>
                <a:b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  <a:t>Type your </a:t>
                </a:r>
                <a:b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  <a:t>text here</a:t>
                </a:r>
                <a:endParaRPr lang="de-DE" sz="105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85" name="Textfeld 184"/>
              <p:cNvSpPr txBox="1"/>
              <p:nvPr/>
            </p:nvSpPr>
            <p:spPr bwMode="gray">
              <a:xfrm>
                <a:off x="4584428" y="1387347"/>
                <a:ext cx="1250831" cy="1080002"/>
              </a:xfrm>
              <a:prstGeom prst="rect">
                <a:avLst/>
              </a:prstGeom>
              <a:noFill/>
            </p:spPr>
            <p:txBody>
              <a:bodyPr wrap="square" lIns="180000" tIns="0" rIns="180000" bIns="0" rtlCol="0" anchor="t" anchorCtr="0">
                <a:noAutofit/>
              </a:bodyPr>
              <a:lstStyle/>
              <a:p>
                <a:pPr lvl="0" algn="r">
                  <a:lnSpc>
                    <a:spcPct val="90000"/>
                  </a:lnSpc>
                  <a:spcAft>
                    <a:spcPts val="300"/>
                  </a:spcAft>
                </a:pPr>
                <a:r>
                  <a:rPr lang="de-DE" sz="2400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24%</a:t>
                </a:r>
                <a:br>
                  <a:rPr lang="de-DE" sz="2400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</a:br>
                <a:r>
                  <a:rPr lang="de-DE" sz="1000" smtClean="0">
                    <a:solidFill>
                      <a:schemeClr val="bg1">
                        <a:lumMod val="50000"/>
                      </a:schemeClr>
                    </a:solidFill>
                  </a:rPr>
                  <a:t>This is a placeholder</a:t>
                </a:r>
                <a:endParaRPr lang="de-DE" sz="105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35" name="Gruppieren 134"/>
            <p:cNvGrpSpPr/>
            <p:nvPr/>
          </p:nvGrpSpPr>
          <p:grpSpPr bwMode="gray">
            <a:xfrm>
              <a:off x="6147193" y="3493677"/>
              <a:ext cx="2508399" cy="2860000"/>
              <a:chOff x="479425" y="516209"/>
              <a:chExt cx="2508399" cy="2860000"/>
            </a:xfrm>
          </p:grpSpPr>
          <p:grpSp>
            <p:nvGrpSpPr>
              <p:cNvPr id="136" name="Gruppieren 269"/>
              <p:cNvGrpSpPr/>
              <p:nvPr/>
            </p:nvGrpSpPr>
            <p:grpSpPr bwMode="gray">
              <a:xfrm>
                <a:off x="479425" y="1236208"/>
                <a:ext cx="2508399" cy="2140001"/>
                <a:chOff x="479425" y="1236208"/>
                <a:chExt cx="2508399" cy="2140001"/>
              </a:xfrm>
            </p:grpSpPr>
            <p:sp>
              <p:nvSpPr>
                <p:cNvPr id="139" name="Textfeld 138"/>
                <p:cNvSpPr txBox="1"/>
                <p:nvPr/>
              </p:nvSpPr>
              <p:spPr bwMode="gray">
                <a:xfrm>
                  <a:off x="603484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2020</a:t>
                  </a:r>
                  <a:endParaRPr lang="de-DE" sz="1100"/>
                </a:p>
              </p:txBody>
            </p:sp>
            <p:sp>
              <p:nvSpPr>
                <p:cNvPr id="141" name="Textfeld 140"/>
                <p:cNvSpPr txBox="1"/>
                <p:nvPr/>
              </p:nvSpPr>
              <p:spPr bwMode="gray">
                <a:xfrm>
                  <a:off x="979635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2021</a:t>
                  </a:r>
                  <a:endParaRPr lang="de-DE" sz="1100"/>
                </a:p>
              </p:txBody>
            </p:sp>
            <p:sp>
              <p:nvSpPr>
                <p:cNvPr id="142" name="Textfeld 141"/>
                <p:cNvSpPr txBox="1"/>
                <p:nvPr/>
              </p:nvSpPr>
              <p:spPr bwMode="gray">
                <a:xfrm>
                  <a:off x="1355787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2022</a:t>
                  </a:r>
                  <a:endParaRPr lang="de-DE" sz="1100"/>
                </a:p>
              </p:txBody>
            </p:sp>
            <p:sp>
              <p:nvSpPr>
                <p:cNvPr id="143" name="Textfeld 142"/>
                <p:cNvSpPr txBox="1"/>
                <p:nvPr/>
              </p:nvSpPr>
              <p:spPr bwMode="gray">
                <a:xfrm>
                  <a:off x="1731938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2023</a:t>
                  </a:r>
                  <a:endParaRPr lang="de-DE" sz="1100"/>
                </a:p>
              </p:txBody>
            </p:sp>
            <p:sp>
              <p:nvSpPr>
                <p:cNvPr id="144" name="Textfeld 143"/>
                <p:cNvSpPr txBox="1"/>
                <p:nvPr/>
              </p:nvSpPr>
              <p:spPr bwMode="gray">
                <a:xfrm>
                  <a:off x="2108090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2024</a:t>
                  </a:r>
                  <a:endParaRPr lang="de-DE" sz="1100"/>
                </a:p>
              </p:txBody>
            </p:sp>
            <p:sp>
              <p:nvSpPr>
                <p:cNvPr id="145" name="Textfeld 144"/>
                <p:cNvSpPr txBox="1"/>
                <p:nvPr/>
              </p:nvSpPr>
              <p:spPr bwMode="gray">
                <a:xfrm>
                  <a:off x="2484241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2025</a:t>
                  </a:r>
                  <a:endParaRPr lang="de-DE" sz="1100"/>
                </a:p>
              </p:txBody>
            </p:sp>
            <p:grpSp>
              <p:nvGrpSpPr>
                <p:cNvPr id="146" name="Gruppieren 4"/>
                <p:cNvGrpSpPr/>
                <p:nvPr/>
              </p:nvGrpSpPr>
              <p:grpSpPr bwMode="gray">
                <a:xfrm>
                  <a:off x="479425" y="1236208"/>
                  <a:ext cx="2508399" cy="1780002"/>
                  <a:chOff x="3202985" y="3500559"/>
                  <a:chExt cx="2735537" cy="1875035"/>
                </a:xfrm>
              </p:grpSpPr>
              <p:sp>
                <p:nvSpPr>
                  <p:cNvPr id="172" name="Rechteck 171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3" name="Rechteck 172"/>
                  <p:cNvSpPr/>
                  <p:nvPr/>
                </p:nvSpPr>
                <p:spPr bwMode="gray">
                  <a:xfrm>
                    <a:off x="548186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4" name="Rechteck 173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5" name="Rechteck 174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6" name="Rechteck 175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7" name="Rechteck 176"/>
                  <p:cNvSpPr/>
                  <p:nvPr/>
                </p:nvSpPr>
                <p:spPr bwMode="gray">
                  <a:xfrm>
                    <a:off x="5071657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8" name="Rechteck 177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9" name="Rechteck 178"/>
                  <p:cNvSpPr/>
                  <p:nvPr/>
                </p:nvSpPr>
                <p:spPr bwMode="gray">
                  <a:xfrm>
                    <a:off x="5481869" y="3614936"/>
                    <a:ext cx="227824" cy="176065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0" name="Rechteck 179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6" name="Rechteck 185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7" name="Rechteck 186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8" name="Rechteck 187"/>
                  <p:cNvSpPr/>
                  <p:nvPr/>
                </p:nvSpPr>
                <p:spPr bwMode="gray">
                  <a:xfrm>
                    <a:off x="5071657" y="3755500"/>
                    <a:ext cx="227824" cy="1620092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189" name="Gerade Verbindung 188"/>
                  <p:cNvCxnSpPr/>
                  <p:nvPr/>
                </p:nvCxnSpPr>
                <p:spPr bwMode="gray">
                  <a:xfrm flipV="1">
                    <a:off x="3202985" y="5375592"/>
                    <a:ext cx="2735537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37" name="Textfeld 136"/>
              <p:cNvSpPr txBox="1"/>
              <p:nvPr/>
            </p:nvSpPr>
            <p:spPr bwMode="gray">
              <a:xfrm>
                <a:off x="479426" y="516209"/>
                <a:ext cx="2508398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38" name="Textfeld 137"/>
              <p:cNvSpPr txBox="1"/>
              <p:nvPr/>
            </p:nvSpPr>
            <p:spPr bwMode="gray">
              <a:xfrm>
                <a:off x="479425" y="876209"/>
                <a:ext cx="2508399" cy="180000"/>
              </a:xfrm>
              <a:prstGeom prst="rect">
                <a:avLst/>
              </a:prstGeom>
              <a:noFill/>
            </p:spPr>
            <p:txBody>
              <a:bodyPr wrap="square" lIns="7200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90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de-DE" sz="9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92" name="Gruppieren 191"/>
            <p:cNvGrpSpPr/>
            <p:nvPr/>
          </p:nvGrpSpPr>
          <p:grpSpPr bwMode="gray">
            <a:xfrm>
              <a:off x="356761" y="4962525"/>
              <a:ext cx="2761983" cy="1551162"/>
              <a:chOff x="4573581" y="4962525"/>
              <a:chExt cx="2761983" cy="1551162"/>
            </a:xfrm>
          </p:grpSpPr>
          <p:grpSp>
            <p:nvGrpSpPr>
              <p:cNvPr id="193" name="Gruppieren 83"/>
              <p:cNvGrpSpPr/>
              <p:nvPr/>
            </p:nvGrpSpPr>
            <p:grpSpPr bwMode="gray">
              <a:xfrm>
                <a:off x="4573581" y="4962525"/>
                <a:ext cx="1644339" cy="1379687"/>
                <a:chOff x="1113557" y="1536146"/>
                <a:chExt cx="2296962" cy="1927274"/>
              </a:xfrm>
            </p:grpSpPr>
            <p:sp>
              <p:nvSpPr>
                <p:cNvPr id="195" name="Halbbogen 194"/>
                <p:cNvSpPr/>
                <p:nvPr/>
              </p:nvSpPr>
              <p:spPr bwMode="gray">
                <a:xfrm flipH="1">
                  <a:off x="1798571" y="1851471"/>
                  <a:ext cx="1367821" cy="1367821"/>
                </a:xfrm>
                <a:prstGeom prst="blockArc">
                  <a:avLst>
                    <a:gd name="adj1" fmla="val 4149655"/>
                    <a:gd name="adj2" fmla="val 16199507"/>
                    <a:gd name="adj3" fmla="val 12492"/>
                  </a:avLst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 w="76200">
                  <a:noFill/>
                  <a:round/>
                  <a:headEnd/>
                  <a:tailEnd/>
                </a:ln>
                <a:effectLst>
                  <a:innerShdw blurRad="38100" dist="12700" dir="13500000">
                    <a:prstClr val="black">
                      <a:alpha val="5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200"/>
                </a:p>
              </p:txBody>
            </p:sp>
            <p:sp>
              <p:nvSpPr>
                <p:cNvPr id="196" name="Halbbogen 195"/>
                <p:cNvSpPr/>
                <p:nvPr/>
              </p:nvSpPr>
              <p:spPr bwMode="gray">
                <a:xfrm flipH="1">
                  <a:off x="2053488" y="2106389"/>
                  <a:ext cx="857986" cy="857986"/>
                </a:xfrm>
                <a:prstGeom prst="blockArc">
                  <a:avLst>
                    <a:gd name="adj1" fmla="val 8027884"/>
                    <a:gd name="adj2" fmla="val 16178268"/>
                    <a:gd name="adj3" fmla="val 19856"/>
                  </a:avLst>
                </a:prstGeom>
                <a:solidFill>
                  <a:schemeClr val="accent2"/>
                </a:solidFill>
                <a:ln w="76200">
                  <a:noFill/>
                  <a:round/>
                  <a:headEnd/>
                  <a:tailEnd/>
                </a:ln>
                <a:effectLst>
                  <a:innerShdw blurRad="38100" dist="12700" dir="13500000">
                    <a:prstClr val="black">
                      <a:alpha val="5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200"/>
                </a:p>
              </p:txBody>
            </p:sp>
            <p:sp>
              <p:nvSpPr>
                <p:cNvPr id="197" name="Halbbogen 196"/>
                <p:cNvSpPr/>
                <p:nvPr/>
              </p:nvSpPr>
              <p:spPr bwMode="gray">
                <a:xfrm flipH="1">
                  <a:off x="1554443" y="1607344"/>
                  <a:ext cx="1856076" cy="1856076"/>
                </a:xfrm>
                <a:prstGeom prst="blockArc">
                  <a:avLst>
                    <a:gd name="adj1" fmla="val 1909852"/>
                    <a:gd name="adj2" fmla="val 16199977"/>
                    <a:gd name="adj3" fmla="val 9375"/>
                  </a:avLst>
                </a:prstGeom>
                <a:solidFill>
                  <a:schemeClr val="accent1"/>
                </a:solidFill>
                <a:ln w="76200">
                  <a:noFill/>
                  <a:round/>
                  <a:headEnd/>
                  <a:tailEnd/>
                </a:ln>
                <a:effectLst>
                  <a:innerShdw blurRad="38100" dist="12700" dir="13500000">
                    <a:prstClr val="black">
                      <a:alpha val="5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200"/>
                </a:p>
              </p:txBody>
            </p:sp>
            <p:sp>
              <p:nvSpPr>
                <p:cNvPr id="198" name="Textfeld 197"/>
                <p:cNvSpPr txBox="1"/>
                <p:nvPr/>
              </p:nvSpPr>
              <p:spPr bwMode="gray">
                <a:xfrm>
                  <a:off x="1113557" y="1536146"/>
                  <a:ext cx="1377567" cy="32244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rtlCol="0" anchor="ctr" anchorCtr="0">
                  <a:spAutoFit/>
                </a:bodyPr>
                <a:lstStyle/>
                <a:p>
                  <a:pPr algn="r"/>
                  <a:r>
                    <a:rPr lang="de-DE" sz="900" b="1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Description  70%</a:t>
                  </a:r>
                  <a:endParaRPr lang="de-DE" sz="900" b="1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199" name="Textfeld 198"/>
                <p:cNvSpPr txBox="1"/>
                <p:nvPr/>
              </p:nvSpPr>
              <p:spPr bwMode="gray">
                <a:xfrm>
                  <a:off x="1113559" y="1778973"/>
                  <a:ext cx="1377567" cy="32244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rtlCol="0" anchor="ctr" anchorCtr="0">
                  <a:spAutoFit/>
                </a:bodyPr>
                <a:lstStyle/>
                <a:p>
                  <a:pPr algn="r"/>
                  <a:r>
                    <a:rPr lang="de-DE" sz="900" b="1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Description  64%</a:t>
                  </a:r>
                  <a:endParaRPr lang="de-DE" sz="900" b="1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00" name="Textfeld 199"/>
                <p:cNvSpPr txBox="1"/>
                <p:nvPr/>
              </p:nvSpPr>
              <p:spPr bwMode="gray">
                <a:xfrm>
                  <a:off x="1113558" y="2028472"/>
                  <a:ext cx="1377568" cy="32244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rtlCol="0" anchor="ctr" anchorCtr="0">
                  <a:spAutoFit/>
                </a:bodyPr>
                <a:lstStyle/>
                <a:p>
                  <a:pPr algn="r"/>
                  <a:r>
                    <a:rPr lang="de-DE" sz="900" b="1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Description  32%</a:t>
                  </a:r>
                  <a:endParaRPr lang="de-DE" sz="900" b="1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194" name="Textfeld 193"/>
              <p:cNvSpPr txBox="1"/>
              <p:nvPr/>
            </p:nvSpPr>
            <p:spPr bwMode="gray">
              <a:xfrm>
                <a:off x="6271260" y="5067300"/>
                <a:ext cx="1064304" cy="1446387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6082985" y="495970"/>
              <a:ext cx="2733594" cy="2632844"/>
              <a:chOff x="6082985" y="495970"/>
              <a:chExt cx="2733594" cy="2632844"/>
            </a:xfrm>
          </p:grpSpPr>
          <p:grpSp>
            <p:nvGrpSpPr>
              <p:cNvPr id="71" name="Gruppieren 70"/>
              <p:cNvGrpSpPr/>
              <p:nvPr/>
            </p:nvGrpSpPr>
            <p:grpSpPr bwMode="gray">
              <a:xfrm>
                <a:off x="6082985" y="495970"/>
                <a:ext cx="2733594" cy="2159901"/>
                <a:chOff x="6082985" y="495970"/>
                <a:chExt cx="2733594" cy="2159901"/>
              </a:xfrm>
            </p:grpSpPr>
            <p:sp>
              <p:nvSpPr>
                <p:cNvPr id="72" name="Textfeld 71"/>
                <p:cNvSpPr txBox="1"/>
                <p:nvPr/>
              </p:nvSpPr>
              <p:spPr bwMode="gray">
                <a:xfrm>
                  <a:off x="6082985" y="495970"/>
                  <a:ext cx="2733594" cy="35870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2400" b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Thermometer </a:t>
                  </a:r>
                  <a:r>
                    <a:rPr lang="de-DE" sz="24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Chart</a:t>
                  </a:r>
                  <a:endParaRPr lang="de-DE" sz="240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grpSp>
              <p:nvGrpSpPr>
                <p:cNvPr id="73" name="Gruppieren 10"/>
                <p:cNvGrpSpPr/>
                <p:nvPr/>
              </p:nvGrpSpPr>
              <p:grpSpPr bwMode="gray">
                <a:xfrm>
                  <a:off x="6082985" y="965468"/>
                  <a:ext cx="2661593" cy="1690403"/>
                  <a:chOff x="6082985" y="965468"/>
                  <a:chExt cx="2661593" cy="1690403"/>
                </a:xfrm>
              </p:grpSpPr>
              <p:grpSp>
                <p:nvGrpSpPr>
                  <p:cNvPr id="75" name="Gruppieren 8"/>
                  <p:cNvGrpSpPr/>
                  <p:nvPr/>
                </p:nvGrpSpPr>
                <p:grpSpPr bwMode="gray">
                  <a:xfrm>
                    <a:off x="6082985" y="965468"/>
                    <a:ext cx="2661593" cy="1043702"/>
                    <a:chOff x="6082985" y="965468"/>
                    <a:chExt cx="2661593" cy="1043702"/>
                  </a:xfrm>
                </p:grpSpPr>
                <p:grpSp>
                  <p:nvGrpSpPr>
                    <p:cNvPr id="105" name="Gruppieren 205"/>
                    <p:cNvGrpSpPr/>
                    <p:nvPr/>
                  </p:nvGrpSpPr>
                  <p:grpSpPr bwMode="gray">
                    <a:xfrm>
                      <a:off x="6082985" y="1054071"/>
                      <a:ext cx="2349815" cy="866497"/>
                      <a:chOff x="1871931" y="3780040"/>
                      <a:chExt cx="5080936" cy="1727684"/>
                    </a:xfrm>
                  </p:grpSpPr>
                  <p:cxnSp>
                    <p:nvCxnSpPr>
                      <p:cNvPr id="113" name="Gerade Verbindung 112"/>
                      <p:cNvCxnSpPr/>
                      <p:nvPr/>
                    </p:nvCxnSpPr>
                    <p:spPr bwMode="gray">
                      <a:xfrm flipH="1">
                        <a:off x="1871932" y="5162187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4" name="Gerade Verbindung 113"/>
                      <p:cNvCxnSpPr/>
                      <p:nvPr/>
                    </p:nvCxnSpPr>
                    <p:spPr bwMode="gray">
                      <a:xfrm flipH="1">
                        <a:off x="1871932" y="4816650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5" name="Gerade Verbindung 114"/>
                      <p:cNvCxnSpPr/>
                      <p:nvPr/>
                    </p:nvCxnSpPr>
                    <p:spPr bwMode="gray">
                      <a:xfrm flipH="1">
                        <a:off x="1871932" y="4471114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6" name="Gerade Verbindung 115"/>
                      <p:cNvCxnSpPr/>
                      <p:nvPr/>
                    </p:nvCxnSpPr>
                    <p:spPr bwMode="gray">
                      <a:xfrm flipH="1">
                        <a:off x="1871932" y="3780040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7" name="Gerade Verbindung 116"/>
                      <p:cNvCxnSpPr/>
                      <p:nvPr/>
                    </p:nvCxnSpPr>
                    <p:spPr bwMode="gray">
                      <a:xfrm flipH="1">
                        <a:off x="1871931" y="5507724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8" name="Gerade Verbindung 117"/>
                      <p:cNvCxnSpPr/>
                      <p:nvPr/>
                    </p:nvCxnSpPr>
                    <p:spPr bwMode="gray">
                      <a:xfrm flipH="1">
                        <a:off x="1871932" y="4125577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D7D7D7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06" name="Gruppieren 7"/>
                    <p:cNvGrpSpPr/>
                    <p:nvPr/>
                  </p:nvGrpSpPr>
                  <p:grpSpPr bwMode="gray">
                    <a:xfrm>
                      <a:off x="8432800" y="965468"/>
                      <a:ext cx="311778" cy="1043702"/>
                      <a:chOff x="8432800" y="965468"/>
                      <a:chExt cx="311778" cy="1043702"/>
                    </a:xfrm>
                  </p:grpSpPr>
                  <p:sp>
                    <p:nvSpPr>
                      <p:cNvPr id="107" name="Textfeld 106"/>
                      <p:cNvSpPr txBox="1"/>
                      <p:nvPr/>
                    </p:nvSpPr>
                    <p:spPr bwMode="gray">
                      <a:xfrm>
                        <a:off x="8432800" y="965468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100%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  <p:sp>
                    <p:nvSpPr>
                      <p:cNvPr id="108" name="Textfeld 107"/>
                      <p:cNvSpPr txBox="1"/>
                      <p:nvPr/>
                    </p:nvSpPr>
                    <p:spPr bwMode="gray">
                      <a:xfrm>
                        <a:off x="8432800" y="1138767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80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  <p:sp>
                    <p:nvSpPr>
                      <p:cNvPr id="109" name="Textfeld 108"/>
                      <p:cNvSpPr txBox="1"/>
                      <p:nvPr/>
                    </p:nvSpPr>
                    <p:spPr bwMode="gray">
                      <a:xfrm>
                        <a:off x="8432800" y="1312066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60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  <p:sp>
                    <p:nvSpPr>
                      <p:cNvPr id="110" name="Textfeld 109"/>
                      <p:cNvSpPr txBox="1"/>
                      <p:nvPr/>
                    </p:nvSpPr>
                    <p:spPr bwMode="gray">
                      <a:xfrm>
                        <a:off x="8432800" y="1485365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40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  <p:sp>
                    <p:nvSpPr>
                      <p:cNvPr id="111" name="Textfeld 110"/>
                      <p:cNvSpPr txBox="1"/>
                      <p:nvPr/>
                    </p:nvSpPr>
                    <p:spPr bwMode="gray">
                      <a:xfrm>
                        <a:off x="8432800" y="1658664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20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  <p:sp>
                    <p:nvSpPr>
                      <p:cNvPr id="112" name="Textfeld 111"/>
                      <p:cNvSpPr txBox="1"/>
                      <p:nvPr/>
                    </p:nvSpPr>
                    <p:spPr bwMode="gray">
                      <a:xfrm>
                        <a:off x="8432800" y="1831964"/>
                        <a:ext cx="311778" cy="17720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36000" tIns="0" rIns="0" bIns="0" rtlCol="0" anchor="ctr" anchorCtr="0">
                        <a:noAutofit/>
                      </a:bodyPr>
                      <a:lstStyle/>
                      <a:p>
                        <a:pPr lvl="0">
                          <a:spcAft>
                            <a:spcPts val="600"/>
                          </a:spcAft>
                        </a:pPr>
                        <a:r>
                          <a:rPr lang="de-DE" sz="800" smtClean="0">
                            <a:solidFill>
                              <a:prstClr val="black"/>
                            </a:solidFill>
                          </a:rPr>
                          <a:t>0</a:t>
                        </a:r>
                        <a:endParaRPr lang="de-DE" sz="80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</p:grpSp>
              </p:grpSp>
              <p:grpSp>
                <p:nvGrpSpPr>
                  <p:cNvPr id="76" name="Gruppieren 9"/>
                  <p:cNvGrpSpPr/>
                  <p:nvPr/>
                </p:nvGrpSpPr>
                <p:grpSpPr bwMode="gray">
                  <a:xfrm>
                    <a:off x="6087600" y="1027328"/>
                    <a:ext cx="2340000" cy="1628543"/>
                    <a:chOff x="6087600" y="1027328"/>
                    <a:chExt cx="2340000" cy="1628543"/>
                  </a:xfrm>
                </p:grpSpPr>
                <p:grpSp>
                  <p:nvGrpSpPr>
                    <p:cNvPr id="77" name="Gruppieren 1"/>
                    <p:cNvGrpSpPr/>
                    <p:nvPr/>
                  </p:nvGrpSpPr>
                  <p:grpSpPr bwMode="gray">
                    <a:xfrm>
                      <a:off x="6087600" y="1027328"/>
                      <a:ext cx="540000" cy="1628543"/>
                      <a:chOff x="6087600" y="1027328"/>
                      <a:chExt cx="540000" cy="1628543"/>
                    </a:xfrm>
                  </p:grpSpPr>
                  <p:sp>
                    <p:nvSpPr>
                      <p:cNvPr id="99" name="Textfeld 98"/>
                      <p:cNvSpPr txBox="1"/>
                      <p:nvPr/>
                    </p:nvSpPr>
                    <p:spPr bwMode="gray">
                      <a:xfrm>
                        <a:off x="6087600" y="2295871"/>
                        <a:ext cx="540000" cy="360000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t" anchorCtr="0">
                        <a:noAutofit/>
                      </a:bodyPr>
                      <a:lstStyle>
                        <a:defPPr>
                          <a:defRPr lang="de-DE"/>
                        </a:defPPr>
                        <a:lvl1pPr lvl="0" algn="ctr">
                          <a:spcAft>
                            <a:spcPts val="600"/>
                          </a:spcAft>
                          <a:defRPr sz="1200">
                            <a:solidFill>
                              <a:prstClr val="black"/>
                            </a:solidFill>
                          </a:defRPr>
                        </a:lvl1pPr>
                      </a:lstStyle>
                      <a:p>
                        <a:r>
                          <a:rPr lang="de-DE" sz="800" smtClean="0"/>
                          <a:t>Placeholder text.</a:t>
                        </a:r>
                        <a:endParaRPr lang="de-DE" sz="800"/>
                      </a:p>
                    </p:txBody>
                  </p:sp>
                  <p:grpSp>
                    <p:nvGrpSpPr>
                      <p:cNvPr id="100" name="Gruppieren 206"/>
                      <p:cNvGrpSpPr/>
                      <p:nvPr/>
                    </p:nvGrpSpPr>
                    <p:grpSpPr bwMode="gray">
                      <a:xfrm>
                        <a:off x="6264000" y="1027328"/>
                        <a:ext cx="187201" cy="1132461"/>
                        <a:chOff x="2326107" y="3726719"/>
                        <a:chExt cx="373255" cy="2257981"/>
                      </a:xfrm>
                    </p:grpSpPr>
                    <p:sp>
                      <p:nvSpPr>
                        <p:cNvPr id="101" name="Ellipse 4"/>
                        <p:cNvSpPr/>
                        <p:nvPr/>
                      </p:nvSpPr>
                      <p:spPr bwMode="gray">
                        <a:xfrm>
                          <a:off x="2326107" y="3726719"/>
                          <a:ext cx="373255" cy="225798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66776" h="5243513">
                              <a:moveTo>
                                <a:pt x="433388" y="0"/>
                              </a:moveTo>
                              <a:cubicBezTo>
                                <a:pt x="559956" y="0"/>
                                <a:pt x="662559" y="102603"/>
                                <a:pt x="662559" y="229171"/>
                              </a:cubicBezTo>
                              <a:lnTo>
                                <a:pt x="662559" y="4443621"/>
                              </a:lnTo>
                              <a:cubicBezTo>
                                <a:pt x="785468" y="4519232"/>
                                <a:pt x="866776" y="4655183"/>
                                <a:pt x="866776" y="4810125"/>
                              </a:cubicBezTo>
                              <a:cubicBezTo>
                                <a:pt x="866776" y="5049479"/>
                                <a:pt x="672742" y="5243513"/>
                                <a:pt x="433388" y="5243513"/>
                              </a:cubicBezTo>
                              <a:cubicBezTo>
                                <a:pt x="194034" y="5243513"/>
                                <a:pt x="0" y="5049479"/>
                                <a:pt x="0" y="4810125"/>
                              </a:cubicBezTo>
                              <a:cubicBezTo>
                                <a:pt x="0" y="4655183"/>
                                <a:pt x="81309" y="4519232"/>
                                <a:pt x="204217" y="4443621"/>
                              </a:cubicBezTo>
                              <a:lnTo>
                                <a:pt x="204217" y="229171"/>
                              </a:lnTo>
                              <a:cubicBezTo>
                                <a:pt x="204217" y="102603"/>
                                <a:pt x="306820" y="0"/>
                                <a:pt x="433388" y="0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100000">
                              <a:srgbClr val="7D7D7D"/>
                            </a:gs>
                            <a:gs pos="85000">
                              <a:srgbClr val="969696"/>
                            </a:gs>
                            <a:gs pos="60000">
                              <a:srgbClr val="C8C8C8"/>
                            </a:gs>
                            <a:gs pos="20000">
                              <a:srgbClr val="FFFFFF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  <a:effectLst>
                          <a:outerShdw blurRad="127000" dir="18900000" sy="23000" kx="-1200000" algn="bl" rotWithShape="0">
                            <a:prstClr val="black">
                              <a:alpha val="20000"/>
                            </a:prstClr>
                          </a:outerShdw>
                        </a:effectLst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102" name="Abgerundetes Rechteck 101"/>
                        <p:cNvSpPr/>
                        <p:nvPr/>
                      </p:nvSpPr>
                      <p:spPr bwMode="gray">
                        <a:xfrm>
                          <a:off x="2469666" y="3780041"/>
                          <a:ext cx="86136" cy="1985218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100000">
                              <a:srgbClr val="E6E6E6"/>
                            </a:gs>
                            <a:gs pos="0">
                              <a:srgbClr val="7D7D7D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103" name="Abgerundetes Rechteck 102"/>
                        <p:cNvSpPr/>
                        <p:nvPr/>
                      </p:nvSpPr>
                      <p:spPr bwMode="gray">
                        <a:xfrm rot="10800000">
                          <a:off x="2469666" y="5290384"/>
                          <a:ext cx="86136" cy="434678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90000">
                              <a:schemeClr val="accent1">
                                <a:lumMod val="50000"/>
                              </a:schemeClr>
                            </a:gs>
                            <a:gs pos="50000">
                              <a:schemeClr val="accent1"/>
                            </a:gs>
                            <a:gs pos="15000">
                              <a:schemeClr val="accent1">
                                <a:lumMod val="60000"/>
                                <a:lumOff val="40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104" name="Ellipse 103"/>
                        <p:cNvSpPr/>
                        <p:nvPr/>
                      </p:nvSpPr>
                      <p:spPr bwMode="gray">
                        <a:xfrm>
                          <a:off x="2393785" y="5679124"/>
                          <a:ext cx="237899" cy="237898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100000">
                              <a:schemeClr val="accent1"/>
                            </a:gs>
                            <a:gs pos="0">
                              <a:schemeClr val="accent1">
                                <a:lumMod val="50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</p:grpSp>
                </p:grpSp>
                <p:grpSp>
                  <p:nvGrpSpPr>
                    <p:cNvPr id="78" name="Gruppieren 2"/>
                    <p:cNvGrpSpPr/>
                    <p:nvPr/>
                  </p:nvGrpSpPr>
                  <p:grpSpPr bwMode="gray">
                    <a:xfrm>
                      <a:off x="6687600" y="1027328"/>
                      <a:ext cx="540000" cy="1628543"/>
                      <a:chOff x="6687600" y="1027328"/>
                      <a:chExt cx="540000" cy="1628543"/>
                    </a:xfrm>
                  </p:grpSpPr>
                  <p:sp>
                    <p:nvSpPr>
                      <p:cNvPr id="93" name="Textfeld 92"/>
                      <p:cNvSpPr txBox="1"/>
                      <p:nvPr/>
                    </p:nvSpPr>
                    <p:spPr bwMode="gray">
                      <a:xfrm>
                        <a:off x="6687600" y="2295871"/>
                        <a:ext cx="540000" cy="360000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t" anchorCtr="0">
                        <a:noAutofit/>
                      </a:bodyPr>
                      <a:lstStyle>
                        <a:defPPr>
                          <a:defRPr lang="de-DE"/>
                        </a:defPPr>
                        <a:lvl1pPr lvl="0" algn="ctr">
                          <a:spcAft>
                            <a:spcPts val="600"/>
                          </a:spcAft>
                          <a:defRPr sz="1200">
                            <a:solidFill>
                              <a:prstClr val="black"/>
                            </a:solidFill>
                          </a:defRPr>
                        </a:lvl1pPr>
                      </a:lstStyle>
                      <a:p>
                        <a:r>
                          <a:rPr lang="de-DE" sz="800" smtClean="0"/>
                          <a:t>Add Info here.</a:t>
                        </a:r>
                        <a:endParaRPr lang="de-DE" sz="800"/>
                      </a:p>
                    </p:txBody>
                  </p:sp>
                  <p:grpSp>
                    <p:nvGrpSpPr>
                      <p:cNvPr id="94" name="Gruppieren 207"/>
                      <p:cNvGrpSpPr/>
                      <p:nvPr/>
                    </p:nvGrpSpPr>
                    <p:grpSpPr bwMode="gray">
                      <a:xfrm>
                        <a:off x="6864000" y="1027328"/>
                        <a:ext cx="187201" cy="1132461"/>
                        <a:chOff x="3085973" y="3726719"/>
                        <a:chExt cx="373255" cy="2257981"/>
                      </a:xfrm>
                    </p:grpSpPr>
                    <p:sp>
                      <p:nvSpPr>
                        <p:cNvPr id="95" name="Ellipse 4"/>
                        <p:cNvSpPr/>
                        <p:nvPr/>
                      </p:nvSpPr>
                      <p:spPr bwMode="gray">
                        <a:xfrm>
                          <a:off x="3085973" y="3726719"/>
                          <a:ext cx="373255" cy="225798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66776" h="5243513">
                              <a:moveTo>
                                <a:pt x="433388" y="0"/>
                              </a:moveTo>
                              <a:cubicBezTo>
                                <a:pt x="559956" y="0"/>
                                <a:pt x="662559" y="102603"/>
                                <a:pt x="662559" y="229171"/>
                              </a:cubicBezTo>
                              <a:lnTo>
                                <a:pt x="662559" y="4443621"/>
                              </a:lnTo>
                              <a:cubicBezTo>
                                <a:pt x="785468" y="4519232"/>
                                <a:pt x="866776" y="4655183"/>
                                <a:pt x="866776" y="4810125"/>
                              </a:cubicBezTo>
                              <a:cubicBezTo>
                                <a:pt x="866776" y="5049479"/>
                                <a:pt x="672742" y="5243513"/>
                                <a:pt x="433388" y="5243513"/>
                              </a:cubicBezTo>
                              <a:cubicBezTo>
                                <a:pt x="194034" y="5243513"/>
                                <a:pt x="0" y="5049479"/>
                                <a:pt x="0" y="4810125"/>
                              </a:cubicBezTo>
                              <a:cubicBezTo>
                                <a:pt x="0" y="4655183"/>
                                <a:pt x="81309" y="4519232"/>
                                <a:pt x="204217" y="4443621"/>
                              </a:cubicBezTo>
                              <a:lnTo>
                                <a:pt x="204217" y="229171"/>
                              </a:lnTo>
                              <a:cubicBezTo>
                                <a:pt x="204217" y="102603"/>
                                <a:pt x="306820" y="0"/>
                                <a:pt x="433388" y="0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100000">
                              <a:srgbClr val="7D7D7D"/>
                            </a:gs>
                            <a:gs pos="85000">
                              <a:srgbClr val="969696"/>
                            </a:gs>
                            <a:gs pos="60000">
                              <a:srgbClr val="C8C8C8"/>
                            </a:gs>
                            <a:gs pos="20000">
                              <a:srgbClr val="FFFFFF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  <a:effectLst>
                          <a:outerShdw blurRad="127000" dir="18900000" sy="23000" kx="-1200000" algn="bl" rotWithShape="0">
                            <a:prstClr val="black">
                              <a:alpha val="20000"/>
                            </a:prstClr>
                          </a:outerShdw>
                        </a:effectLst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6" name="Abgerundetes Rechteck 95"/>
                        <p:cNvSpPr/>
                        <p:nvPr/>
                      </p:nvSpPr>
                      <p:spPr bwMode="gray">
                        <a:xfrm>
                          <a:off x="3229532" y="3780041"/>
                          <a:ext cx="86136" cy="1985218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100000">
                              <a:srgbClr val="E6E6E6"/>
                            </a:gs>
                            <a:gs pos="0">
                              <a:srgbClr val="7D7D7D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7" name="Abgerundetes Rechteck 96"/>
                        <p:cNvSpPr/>
                        <p:nvPr/>
                      </p:nvSpPr>
                      <p:spPr bwMode="gray">
                        <a:xfrm rot="10800000">
                          <a:off x="3229532" y="4855708"/>
                          <a:ext cx="86136" cy="869354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90000">
                              <a:schemeClr val="accent1">
                                <a:lumMod val="50000"/>
                              </a:schemeClr>
                            </a:gs>
                            <a:gs pos="50000">
                              <a:schemeClr val="accent1"/>
                            </a:gs>
                            <a:gs pos="15000">
                              <a:schemeClr val="accent1">
                                <a:lumMod val="60000"/>
                                <a:lumOff val="40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8" name="Ellipse 97"/>
                        <p:cNvSpPr/>
                        <p:nvPr/>
                      </p:nvSpPr>
                      <p:spPr bwMode="gray">
                        <a:xfrm>
                          <a:off x="3153651" y="5679124"/>
                          <a:ext cx="237899" cy="237898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100000">
                              <a:schemeClr val="accent1"/>
                            </a:gs>
                            <a:gs pos="0">
                              <a:schemeClr val="accent1">
                                <a:lumMod val="50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</p:grpSp>
                </p:grpSp>
                <p:grpSp>
                  <p:nvGrpSpPr>
                    <p:cNvPr id="79" name="Gruppieren 6"/>
                    <p:cNvGrpSpPr/>
                    <p:nvPr/>
                  </p:nvGrpSpPr>
                  <p:grpSpPr bwMode="gray">
                    <a:xfrm>
                      <a:off x="7887600" y="1027328"/>
                      <a:ext cx="540000" cy="1628543"/>
                      <a:chOff x="7887600" y="1027328"/>
                      <a:chExt cx="540000" cy="1628543"/>
                    </a:xfrm>
                  </p:grpSpPr>
                  <p:sp>
                    <p:nvSpPr>
                      <p:cNvPr id="87" name="Textfeld 86"/>
                      <p:cNvSpPr txBox="1"/>
                      <p:nvPr/>
                    </p:nvSpPr>
                    <p:spPr bwMode="gray">
                      <a:xfrm>
                        <a:off x="7887600" y="2295871"/>
                        <a:ext cx="540000" cy="360000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t" anchorCtr="0">
                        <a:noAutofit/>
                      </a:bodyPr>
                      <a:lstStyle>
                        <a:defPPr>
                          <a:defRPr lang="de-DE"/>
                        </a:defPPr>
                        <a:lvl1pPr lvl="0" algn="ctr">
                          <a:spcAft>
                            <a:spcPts val="600"/>
                          </a:spcAft>
                          <a:defRPr sz="1200">
                            <a:solidFill>
                              <a:prstClr val="black"/>
                            </a:solidFill>
                          </a:defRPr>
                        </a:lvl1pPr>
                      </a:lstStyle>
                      <a:p>
                        <a:r>
                          <a:rPr lang="de-DE" sz="800" smtClean="0"/>
                          <a:t>This is a placeholder.</a:t>
                        </a:r>
                        <a:endParaRPr lang="de-DE" sz="800"/>
                      </a:p>
                    </p:txBody>
                  </p:sp>
                  <p:grpSp>
                    <p:nvGrpSpPr>
                      <p:cNvPr id="88" name="Gruppieren 209"/>
                      <p:cNvGrpSpPr/>
                      <p:nvPr/>
                    </p:nvGrpSpPr>
                    <p:grpSpPr bwMode="gray">
                      <a:xfrm>
                        <a:off x="8064000" y="1027328"/>
                        <a:ext cx="187201" cy="1132461"/>
                        <a:chOff x="4605705" y="3726719"/>
                        <a:chExt cx="373255" cy="2257981"/>
                      </a:xfrm>
                    </p:grpSpPr>
                    <p:sp>
                      <p:nvSpPr>
                        <p:cNvPr id="89" name="Ellipse 4"/>
                        <p:cNvSpPr/>
                        <p:nvPr/>
                      </p:nvSpPr>
                      <p:spPr bwMode="gray">
                        <a:xfrm>
                          <a:off x="4605705" y="3726719"/>
                          <a:ext cx="373255" cy="225798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66776" h="5243513">
                              <a:moveTo>
                                <a:pt x="433388" y="0"/>
                              </a:moveTo>
                              <a:cubicBezTo>
                                <a:pt x="559956" y="0"/>
                                <a:pt x="662559" y="102603"/>
                                <a:pt x="662559" y="229171"/>
                              </a:cubicBezTo>
                              <a:lnTo>
                                <a:pt x="662559" y="4443621"/>
                              </a:lnTo>
                              <a:cubicBezTo>
                                <a:pt x="785468" y="4519232"/>
                                <a:pt x="866776" y="4655183"/>
                                <a:pt x="866776" y="4810125"/>
                              </a:cubicBezTo>
                              <a:cubicBezTo>
                                <a:pt x="866776" y="5049479"/>
                                <a:pt x="672742" y="5243513"/>
                                <a:pt x="433388" y="5243513"/>
                              </a:cubicBezTo>
                              <a:cubicBezTo>
                                <a:pt x="194034" y="5243513"/>
                                <a:pt x="0" y="5049479"/>
                                <a:pt x="0" y="4810125"/>
                              </a:cubicBezTo>
                              <a:cubicBezTo>
                                <a:pt x="0" y="4655183"/>
                                <a:pt x="81309" y="4519232"/>
                                <a:pt x="204217" y="4443621"/>
                              </a:cubicBezTo>
                              <a:lnTo>
                                <a:pt x="204217" y="229171"/>
                              </a:lnTo>
                              <a:cubicBezTo>
                                <a:pt x="204217" y="102603"/>
                                <a:pt x="306820" y="0"/>
                                <a:pt x="433388" y="0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100000">
                              <a:srgbClr val="7D7D7D"/>
                            </a:gs>
                            <a:gs pos="85000">
                              <a:srgbClr val="969696"/>
                            </a:gs>
                            <a:gs pos="60000">
                              <a:srgbClr val="C8C8C8"/>
                            </a:gs>
                            <a:gs pos="20000">
                              <a:srgbClr val="FFFFFF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  <a:effectLst>
                          <a:outerShdw blurRad="127000" dir="18900000" sy="23000" kx="-1200000" algn="bl" rotWithShape="0">
                            <a:prstClr val="black">
                              <a:alpha val="20000"/>
                            </a:prstClr>
                          </a:outerShdw>
                        </a:effectLst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0" name="Abgerundetes Rechteck 89"/>
                        <p:cNvSpPr/>
                        <p:nvPr/>
                      </p:nvSpPr>
                      <p:spPr bwMode="gray">
                        <a:xfrm>
                          <a:off x="4749264" y="3780041"/>
                          <a:ext cx="86136" cy="1985218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100000">
                              <a:srgbClr val="E6E6E6"/>
                            </a:gs>
                            <a:gs pos="0">
                              <a:srgbClr val="7D7D7D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1" name="Abgerundetes Rechteck 90"/>
                        <p:cNvSpPr/>
                        <p:nvPr/>
                      </p:nvSpPr>
                      <p:spPr bwMode="gray">
                        <a:xfrm rot="10800000">
                          <a:off x="4749264" y="4334590"/>
                          <a:ext cx="86136" cy="139047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90000">
                              <a:schemeClr val="accent1">
                                <a:lumMod val="50000"/>
                              </a:schemeClr>
                            </a:gs>
                            <a:gs pos="50000">
                              <a:schemeClr val="accent1"/>
                            </a:gs>
                            <a:gs pos="15000">
                              <a:schemeClr val="accent1">
                                <a:lumMod val="60000"/>
                                <a:lumOff val="40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92" name="Ellipse 91"/>
                        <p:cNvSpPr/>
                        <p:nvPr/>
                      </p:nvSpPr>
                      <p:spPr bwMode="gray">
                        <a:xfrm>
                          <a:off x="4673383" y="5679124"/>
                          <a:ext cx="237899" cy="237898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100000">
                              <a:schemeClr val="accent1"/>
                            </a:gs>
                            <a:gs pos="0">
                              <a:schemeClr val="accent1">
                                <a:lumMod val="50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</p:grpSp>
                </p:grpSp>
                <p:grpSp>
                  <p:nvGrpSpPr>
                    <p:cNvPr id="80" name="Gruppieren 5"/>
                    <p:cNvGrpSpPr/>
                    <p:nvPr/>
                  </p:nvGrpSpPr>
                  <p:grpSpPr bwMode="gray">
                    <a:xfrm>
                      <a:off x="7288858" y="1027328"/>
                      <a:ext cx="540000" cy="1628543"/>
                      <a:chOff x="7288858" y="1027328"/>
                      <a:chExt cx="540000" cy="1628543"/>
                    </a:xfrm>
                  </p:grpSpPr>
                  <p:sp>
                    <p:nvSpPr>
                      <p:cNvPr id="81" name="Textfeld 80"/>
                      <p:cNvSpPr txBox="1"/>
                      <p:nvPr/>
                    </p:nvSpPr>
                    <p:spPr bwMode="gray">
                      <a:xfrm>
                        <a:off x="7288858" y="2295871"/>
                        <a:ext cx="540000" cy="360000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t" anchorCtr="0">
                        <a:noAutofit/>
                      </a:bodyPr>
                      <a:lstStyle>
                        <a:defPPr>
                          <a:defRPr lang="de-DE"/>
                        </a:defPPr>
                        <a:lvl1pPr lvl="0" algn="ctr">
                          <a:spcAft>
                            <a:spcPts val="600"/>
                          </a:spcAft>
                          <a:defRPr sz="1200">
                            <a:solidFill>
                              <a:prstClr val="black"/>
                            </a:solidFill>
                          </a:defRPr>
                        </a:lvl1pPr>
                      </a:lstStyle>
                      <a:p>
                        <a:r>
                          <a:rPr lang="de-DE" sz="800" b="1" smtClean="0">
                            <a:solidFill>
                              <a:schemeClr val="accent1"/>
                            </a:solidFill>
                          </a:rPr>
                          <a:t>Type your text here.</a:t>
                        </a:r>
                        <a:endParaRPr lang="de-DE" sz="800" b="1">
                          <a:solidFill>
                            <a:schemeClr val="accent1"/>
                          </a:solidFill>
                        </a:endParaRPr>
                      </a:p>
                    </p:txBody>
                  </p:sp>
                  <p:grpSp>
                    <p:nvGrpSpPr>
                      <p:cNvPr id="82" name="Gruppieren 486"/>
                      <p:cNvGrpSpPr/>
                      <p:nvPr/>
                    </p:nvGrpSpPr>
                    <p:grpSpPr bwMode="gray">
                      <a:xfrm>
                        <a:off x="7464000" y="1027328"/>
                        <a:ext cx="187201" cy="1132461"/>
                        <a:chOff x="3085973" y="3726719"/>
                        <a:chExt cx="373255" cy="2257981"/>
                      </a:xfrm>
                    </p:grpSpPr>
                    <p:sp>
                      <p:nvSpPr>
                        <p:cNvPr id="83" name="Ellipse 4"/>
                        <p:cNvSpPr/>
                        <p:nvPr/>
                      </p:nvSpPr>
                      <p:spPr bwMode="gray">
                        <a:xfrm>
                          <a:off x="3085973" y="3726719"/>
                          <a:ext cx="373255" cy="225798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66776" h="5243513">
                              <a:moveTo>
                                <a:pt x="433388" y="0"/>
                              </a:moveTo>
                              <a:cubicBezTo>
                                <a:pt x="559956" y="0"/>
                                <a:pt x="662559" y="102603"/>
                                <a:pt x="662559" y="229171"/>
                              </a:cubicBezTo>
                              <a:lnTo>
                                <a:pt x="662559" y="4443621"/>
                              </a:lnTo>
                              <a:cubicBezTo>
                                <a:pt x="785468" y="4519232"/>
                                <a:pt x="866776" y="4655183"/>
                                <a:pt x="866776" y="4810125"/>
                              </a:cubicBezTo>
                              <a:cubicBezTo>
                                <a:pt x="866776" y="5049479"/>
                                <a:pt x="672742" y="5243513"/>
                                <a:pt x="433388" y="5243513"/>
                              </a:cubicBezTo>
                              <a:cubicBezTo>
                                <a:pt x="194034" y="5243513"/>
                                <a:pt x="0" y="5049479"/>
                                <a:pt x="0" y="4810125"/>
                              </a:cubicBezTo>
                              <a:cubicBezTo>
                                <a:pt x="0" y="4655183"/>
                                <a:pt x="81309" y="4519232"/>
                                <a:pt x="204217" y="4443621"/>
                              </a:cubicBezTo>
                              <a:lnTo>
                                <a:pt x="204217" y="229171"/>
                              </a:lnTo>
                              <a:cubicBezTo>
                                <a:pt x="204217" y="102603"/>
                                <a:pt x="306820" y="0"/>
                                <a:pt x="433388" y="0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100000">
                              <a:srgbClr val="7D7D7D"/>
                            </a:gs>
                            <a:gs pos="85000">
                              <a:srgbClr val="969696"/>
                            </a:gs>
                            <a:gs pos="60000">
                              <a:srgbClr val="C8C8C8"/>
                            </a:gs>
                            <a:gs pos="20000">
                              <a:srgbClr val="FFFFFF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  <a:effectLst>
                          <a:outerShdw blurRad="127000" dir="18900000" sy="23000" kx="-1200000" algn="bl" rotWithShape="0">
                            <a:prstClr val="black">
                              <a:alpha val="20000"/>
                            </a:prstClr>
                          </a:outerShdw>
                        </a:effectLst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84" name="Abgerundetes Rechteck 83"/>
                        <p:cNvSpPr/>
                        <p:nvPr/>
                      </p:nvSpPr>
                      <p:spPr bwMode="gray">
                        <a:xfrm>
                          <a:off x="3229532" y="3780041"/>
                          <a:ext cx="86136" cy="1985218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100000">
                              <a:srgbClr val="E6E6E6"/>
                            </a:gs>
                            <a:gs pos="0">
                              <a:srgbClr val="7D7D7D"/>
                            </a:gs>
                          </a:gsLst>
                          <a:lin ang="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85" name="Abgerundetes Rechteck 84"/>
                        <p:cNvSpPr/>
                        <p:nvPr/>
                      </p:nvSpPr>
                      <p:spPr bwMode="gray">
                        <a:xfrm rot="10800000">
                          <a:off x="3229530" y="4204245"/>
                          <a:ext cx="91158" cy="1520817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gradFill flip="none" rotWithShape="1">
                          <a:gsLst>
                            <a:gs pos="90000">
                              <a:schemeClr val="accent1">
                                <a:lumMod val="50000"/>
                              </a:schemeClr>
                            </a:gs>
                            <a:gs pos="50000">
                              <a:schemeClr val="accent1"/>
                            </a:gs>
                            <a:gs pos="15000">
                              <a:schemeClr val="accent1">
                                <a:lumMod val="60000"/>
                                <a:lumOff val="40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  <p:sp>
                      <p:nvSpPr>
                        <p:cNvPr id="86" name="Ellipse 85"/>
                        <p:cNvSpPr/>
                        <p:nvPr/>
                      </p:nvSpPr>
                      <p:spPr bwMode="gray">
                        <a:xfrm>
                          <a:off x="3153651" y="5679124"/>
                          <a:ext cx="237899" cy="237898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100000">
                              <a:schemeClr val="accent1"/>
                            </a:gs>
                            <a:gs pos="0">
                              <a:schemeClr val="accent1">
                                <a:lumMod val="50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ln w="12700">
                          <a:noFill/>
                          <a:round/>
                          <a:headEnd/>
                          <a:tailEnd/>
                        </a:ln>
                      </p:spPr>
                      <p:txBody>
                        <a:bodyPr rtlCol="0" anchor="ctr"/>
                        <a:lstStyle/>
                        <a:p>
                          <a:pPr algn="ctr"/>
                          <a:endParaRPr lang="de-DE" sz="1100"/>
                        </a:p>
                      </p:txBody>
                    </p:sp>
                  </p:grpSp>
                </p:grpSp>
              </p:grpSp>
            </p:grpSp>
            <p:sp>
              <p:nvSpPr>
                <p:cNvPr id="74" name="Rechteckige Legende 73"/>
                <p:cNvSpPr/>
                <p:nvPr/>
              </p:nvSpPr>
              <p:spPr bwMode="gray">
                <a:xfrm>
                  <a:off x="6468453" y="1125422"/>
                  <a:ext cx="982565" cy="214842"/>
                </a:xfrm>
                <a:prstGeom prst="wedgeRectCallout">
                  <a:avLst>
                    <a:gd name="adj1" fmla="val 53900"/>
                    <a:gd name="adj2" fmla="val 21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100" smtClean="0">
                      <a:solidFill>
                        <a:srgbClr val="7D7D7D"/>
                      </a:solidFill>
                    </a:rPr>
                    <a:t>Afternoon peak.</a:t>
                  </a:r>
                  <a:endParaRPr lang="de-DE" sz="1100">
                    <a:solidFill>
                      <a:srgbClr val="7D7D7D"/>
                    </a:solidFill>
                  </a:endParaRPr>
                </a:p>
              </p:txBody>
            </p:sp>
          </p:grpSp>
          <p:sp>
            <p:nvSpPr>
              <p:cNvPr id="190" name="Rechteck 189"/>
              <p:cNvSpPr/>
              <p:nvPr/>
            </p:nvSpPr>
            <p:spPr bwMode="gray">
              <a:xfrm>
                <a:off x="6085311" y="2663892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>
                  <a:solidFill>
                    <a:srgbClr val="7D7D7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1905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08288" y="495970"/>
            <a:ext cx="8508293" cy="5956348"/>
            <a:chOff x="308288" y="495970"/>
            <a:chExt cx="8508293" cy="5956348"/>
          </a:xfrm>
        </p:grpSpPr>
        <p:cxnSp>
          <p:nvCxnSpPr>
            <p:cNvPr id="63" name="Gerade Verbindung 62"/>
            <p:cNvCxnSpPr/>
            <p:nvPr/>
          </p:nvCxnSpPr>
          <p:spPr bwMode="gray">
            <a:xfrm>
              <a:off x="4564142" y="495970"/>
              <a:ext cx="0" cy="5849349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Gerade Verbindung 279"/>
            <p:cNvCxnSpPr/>
            <p:nvPr/>
          </p:nvCxnSpPr>
          <p:spPr bwMode="gray">
            <a:xfrm>
              <a:off x="1689450" y="495971"/>
              <a:ext cx="0" cy="286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85"/>
            <p:cNvGrpSpPr/>
            <p:nvPr/>
          </p:nvGrpSpPr>
          <p:grpSpPr bwMode="gray">
            <a:xfrm>
              <a:off x="393681" y="3527674"/>
              <a:ext cx="4102894" cy="2817645"/>
              <a:chOff x="393681" y="3527674"/>
              <a:chExt cx="4102894" cy="2817645"/>
            </a:xfrm>
          </p:grpSpPr>
          <p:sp>
            <p:nvSpPr>
              <p:cNvPr id="87" name="Rechteckige Legende 86"/>
              <p:cNvSpPr/>
              <p:nvPr/>
            </p:nvSpPr>
            <p:spPr bwMode="gray">
              <a:xfrm>
                <a:off x="3505373" y="3527675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smtClean="0">
                    <a:solidFill>
                      <a:schemeClr val="accent1"/>
                    </a:solidFill>
                  </a:rPr>
                  <a:t>24</a:t>
                </a:r>
                <a:r>
                  <a:rPr lang="de-DE" sz="2000" smtClean="0">
                    <a:solidFill>
                      <a:schemeClr val="accent1"/>
                    </a:solidFill>
                  </a:rPr>
                  <a:t>/30</a:t>
                </a:r>
              </a:p>
              <a:p>
                <a:pPr>
                  <a:lnSpc>
                    <a:spcPct val="80000"/>
                  </a:lnSpc>
                </a:pPr>
                <a:r>
                  <a:rPr lang="de-DE" sz="2000" smtClean="0">
                    <a:solidFill>
                      <a:schemeClr val="accent1"/>
                    </a:solidFill>
                  </a:rPr>
                  <a:t>like it.</a:t>
                </a:r>
                <a:endParaRPr lang="de-DE" sz="2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" name="Rechteck 87"/>
              <p:cNvSpPr/>
              <p:nvPr/>
            </p:nvSpPr>
            <p:spPr bwMode="gray">
              <a:xfrm>
                <a:off x="393681" y="6004743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Facebook Campaign is very successful.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Textfeld 88"/>
              <p:cNvSpPr txBox="1"/>
              <p:nvPr/>
            </p:nvSpPr>
            <p:spPr bwMode="gray">
              <a:xfrm>
                <a:off x="3505373" y="4564017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7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7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7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7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" name="Gruppieren 431"/>
              <p:cNvGrpSpPr/>
              <p:nvPr/>
            </p:nvGrpSpPr>
            <p:grpSpPr bwMode="gray">
              <a:xfrm>
                <a:off x="502462" y="3527674"/>
                <a:ext cx="2824856" cy="2395610"/>
                <a:chOff x="502462" y="3527674"/>
                <a:chExt cx="2824856" cy="2395610"/>
              </a:xfrm>
            </p:grpSpPr>
            <p:grpSp>
              <p:nvGrpSpPr>
                <p:cNvPr id="5" name="Gruppieren 240"/>
                <p:cNvGrpSpPr/>
                <p:nvPr/>
              </p:nvGrpSpPr>
              <p:grpSpPr bwMode="gray">
                <a:xfrm>
                  <a:off x="502462" y="3527674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6" name="Gruppieren 24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2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7" name="Gruppieren 24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2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8" name="Gruppieren 24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2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9" name="Gruppieren 24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2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0" name="Gruppieren 24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22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1" name="Gruppieren 24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21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2" name="Gruppieren 24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20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3" name="Gruppieren 24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19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  <p:grpSp>
              <p:nvGrpSpPr>
                <p:cNvPr id="14" name="Gruppieren 330"/>
                <p:cNvGrpSpPr/>
                <p:nvPr/>
              </p:nvGrpSpPr>
              <p:grpSpPr bwMode="gray">
                <a:xfrm>
                  <a:off x="1937932" y="3527674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15" name="Gruppieren 33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17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6" name="Gruppieren 33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1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7" name="Gruppieren 33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1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8" name="Gruppieren 33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1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19" name="Gruppieren 33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1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0" name="Gruppieren 33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1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" name="Gruppieren 33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11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2" name="Gruppieren 33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10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</p:grpSp>
        </p:grpSp>
        <p:grpSp>
          <p:nvGrpSpPr>
            <p:cNvPr id="273" name="Gruppieren 272"/>
            <p:cNvGrpSpPr/>
            <p:nvPr/>
          </p:nvGrpSpPr>
          <p:grpSpPr>
            <a:xfrm>
              <a:off x="308288" y="495971"/>
              <a:ext cx="1381161" cy="2898101"/>
              <a:chOff x="308288" y="495971"/>
              <a:chExt cx="1381161" cy="2898101"/>
            </a:xfrm>
          </p:grpSpPr>
          <p:pic>
            <p:nvPicPr>
              <p:cNvPr id="274" name="Picture 16" descr="business_man_3_spiegelung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 l="1066" t="-510" r="30497" b="86121"/>
              <a:stretch>
                <a:fillRect/>
              </a:stretch>
            </p:blipFill>
            <p:spPr bwMode="gray">
              <a:xfrm>
                <a:off x="426768" y="1100397"/>
                <a:ext cx="1149177" cy="1149177"/>
              </a:xfrm>
              <a:prstGeom prst="rect">
                <a:avLst/>
              </a:prstGeom>
              <a:solidFill>
                <a:srgbClr val="FFFFFF"/>
              </a:solidFill>
              <a:ln w="12700" algn="ctr">
                <a:solidFill>
                  <a:srgbClr val="C0C0C0"/>
                </a:solidFill>
                <a:miter lim="800000"/>
                <a:headEnd/>
                <a:tailEnd/>
              </a:ln>
              <a:effectLst/>
            </p:spPr>
          </p:pic>
          <p:sp>
            <p:nvSpPr>
              <p:cNvPr id="276" name="Textfeld 275"/>
              <p:cNvSpPr txBox="1"/>
              <p:nvPr/>
            </p:nvSpPr>
            <p:spPr bwMode="gray">
              <a:xfrm>
                <a:off x="323528" y="2324073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</a:t>
                </a:r>
                <a:br>
                  <a:rPr lang="de-DE" sz="800" smtClean="0">
                    <a:solidFill>
                      <a:srgbClr val="000000"/>
                    </a:solidFill>
                  </a:rPr>
                </a:br>
                <a:r>
                  <a:rPr lang="de-DE" sz="800" smtClean="0">
                    <a:solidFill>
                      <a:srgbClr val="000000"/>
                    </a:solidFill>
                  </a:rPr>
                  <a:t>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1" name="Textfeld 280"/>
              <p:cNvSpPr txBox="1"/>
              <p:nvPr/>
            </p:nvSpPr>
            <p:spPr bwMode="gray">
              <a:xfrm>
                <a:off x="308288" y="495971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b="1" smtClean="0">
                    <a:solidFill>
                      <a:schemeClr val="accent1"/>
                    </a:solidFill>
                  </a:rPr>
                  <a:t>Placeholder</a:t>
                </a:r>
                <a:r>
                  <a:rPr lang="de-DE" sz="1100" smtClean="0">
                    <a:solidFill>
                      <a:schemeClr val="accent1"/>
                    </a:solidFill>
                  </a:rPr>
                  <a:t/>
                </a:r>
                <a:br>
                  <a:rPr lang="de-DE" sz="1100" smtClean="0">
                    <a:solidFill>
                      <a:schemeClr val="accent1"/>
                    </a:solidFill>
                  </a:rPr>
                </a:br>
                <a:r>
                  <a:rPr lang="de-DE" sz="1000" smtClean="0">
                    <a:solidFill>
                      <a:schemeClr val="tx1"/>
                    </a:solidFill>
                  </a:rPr>
                  <a:t>Name, Surname</a:t>
                </a:r>
                <a:endParaRPr lang="de-DE" sz="1100" smtClean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75" name="Gruppieren 274"/>
            <p:cNvGrpSpPr/>
            <p:nvPr/>
          </p:nvGrpSpPr>
          <p:grpSpPr>
            <a:xfrm>
              <a:off x="1732493" y="495971"/>
              <a:ext cx="1386068" cy="2898101"/>
              <a:chOff x="1732493" y="495971"/>
              <a:chExt cx="1386068" cy="2898101"/>
            </a:xfrm>
          </p:grpSpPr>
          <p:pic>
            <p:nvPicPr>
              <p:cNvPr id="272" name="Picture 20" descr="business_frau_4_spiegelung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 l="17020" t="1074" r="20396" b="85774"/>
              <a:stretch>
                <a:fillRect/>
              </a:stretch>
            </p:blipFill>
            <p:spPr bwMode="gray">
              <a:xfrm>
                <a:off x="1847201" y="1100397"/>
                <a:ext cx="1149653" cy="1149177"/>
              </a:xfrm>
              <a:prstGeom prst="rect">
                <a:avLst/>
              </a:prstGeom>
              <a:solidFill>
                <a:srgbClr val="FFFFFF"/>
              </a:solidFill>
              <a:ln w="12700" algn="ctr">
                <a:solidFill>
                  <a:srgbClr val="C0C0C0"/>
                </a:solidFill>
                <a:miter lim="800000"/>
                <a:headEnd/>
                <a:tailEnd/>
              </a:ln>
              <a:effectLst/>
            </p:spPr>
          </p:pic>
          <p:sp>
            <p:nvSpPr>
              <p:cNvPr id="277" name="Textfeld 276"/>
              <p:cNvSpPr txBox="1"/>
              <p:nvPr/>
            </p:nvSpPr>
            <p:spPr bwMode="gray">
              <a:xfrm>
                <a:off x="1752640" y="2324073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</a:t>
                </a:r>
                <a:br>
                  <a:rPr lang="de-DE" sz="800" smtClean="0">
                    <a:solidFill>
                      <a:srgbClr val="000000"/>
                    </a:solidFill>
                  </a:rPr>
                </a:br>
                <a:r>
                  <a:rPr lang="de-DE" sz="800" smtClean="0">
                    <a:solidFill>
                      <a:srgbClr val="000000"/>
                    </a:solidFill>
                  </a:rPr>
                  <a:t>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2" name="Textfeld 281"/>
              <p:cNvSpPr txBox="1"/>
              <p:nvPr/>
            </p:nvSpPr>
            <p:spPr bwMode="gray">
              <a:xfrm>
                <a:off x="1732493" y="495971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b="1" smtClean="0">
                    <a:solidFill>
                      <a:schemeClr val="accent1"/>
                    </a:solidFill>
                  </a:rPr>
                  <a:t>Placeholder</a:t>
                </a:r>
                <a:r>
                  <a:rPr lang="de-DE" sz="1100" smtClean="0">
                    <a:solidFill>
                      <a:schemeClr val="accent1"/>
                    </a:solidFill>
                  </a:rPr>
                  <a:t/>
                </a:r>
                <a:br>
                  <a:rPr lang="de-DE" sz="1100" smtClean="0">
                    <a:solidFill>
                      <a:schemeClr val="accent1"/>
                    </a:solidFill>
                  </a:rPr>
                </a:br>
                <a:r>
                  <a:rPr lang="de-DE" sz="1000" smtClean="0">
                    <a:solidFill>
                      <a:schemeClr val="tx1"/>
                    </a:solidFill>
                  </a:rPr>
                  <a:t>Name, Surname</a:t>
                </a:r>
                <a:endParaRPr lang="de-DE" sz="1100" smtClean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09" name="Gruppieren 308"/>
            <p:cNvGrpSpPr/>
            <p:nvPr/>
          </p:nvGrpSpPr>
          <p:grpSpPr>
            <a:xfrm>
              <a:off x="3152501" y="495971"/>
              <a:ext cx="1388781" cy="2898101"/>
              <a:chOff x="3152501" y="495971"/>
              <a:chExt cx="1388781" cy="2898101"/>
            </a:xfrm>
          </p:grpSpPr>
          <p:pic>
            <p:nvPicPr>
              <p:cNvPr id="271" name="Picture 15" descr="business_man_1_spiegelung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 l="5853" t="-230" r="13592" b="85437"/>
              <a:stretch>
                <a:fillRect/>
              </a:stretch>
            </p:blipFill>
            <p:spPr bwMode="gray">
              <a:xfrm>
                <a:off x="3268110" y="1100397"/>
                <a:ext cx="1149177" cy="1149177"/>
              </a:xfrm>
              <a:prstGeom prst="rect">
                <a:avLst/>
              </a:prstGeom>
              <a:solidFill>
                <a:srgbClr val="FFFFFF"/>
              </a:solidFill>
              <a:ln w="12700" algn="ctr">
                <a:solidFill>
                  <a:srgbClr val="C0C0C0"/>
                </a:solidFill>
                <a:miter lim="800000"/>
                <a:headEnd/>
                <a:tailEnd/>
              </a:ln>
              <a:effectLst/>
            </p:spPr>
          </p:pic>
          <p:sp>
            <p:nvSpPr>
              <p:cNvPr id="279" name="Textfeld 278"/>
              <p:cNvSpPr txBox="1"/>
              <p:nvPr/>
            </p:nvSpPr>
            <p:spPr bwMode="gray">
              <a:xfrm>
                <a:off x="3175361" y="2324073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</a:t>
                </a:r>
                <a:br>
                  <a:rPr lang="de-DE" sz="800" smtClean="0">
                    <a:solidFill>
                      <a:srgbClr val="000000"/>
                    </a:solidFill>
                  </a:rPr>
                </a:br>
                <a:r>
                  <a:rPr lang="de-DE" sz="800" smtClean="0">
                    <a:solidFill>
                      <a:srgbClr val="000000"/>
                    </a:solidFill>
                  </a:rPr>
                  <a:t>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3" name="Textfeld 282"/>
              <p:cNvSpPr txBox="1"/>
              <p:nvPr/>
            </p:nvSpPr>
            <p:spPr bwMode="gray">
              <a:xfrm>
                <a:off x="3152501" y="495971"/>
                <a:ext cx="1365921" cy="1069999"/>
              </a:xfrm>
              <a:prstGeom prst="rect">
                <a:avLst/>
              </a:prstGeom>
              <a:noFill/>
            </p:spPr>
            <p:txBody>
              <a:bodyPr wrap="square" lIns="108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b="1" smtClean="0">
                    <a:solidFill>
                      <a:schemeClr val="accent1"/>
                    </a:solidFill>
                  </a:rPr>
                  <a:t>Placeholder</a:t>
                </a:r>
                <a:r>
                  <a:rPr lang="de-DE" sz="1100" smtClean="0">
                    <a:solidFill>
                      <a:schemeClr val="accent1"/>
                    </a:solidFill>
                  </a:rPr>
                  <a:t/>
                </a:r>
                <a:br>
                  <a:rPr lang="de-DE" sz="1100" smtClean="0">
                    <a:solidFill>
                      <a:schemeClr val="accent1"/>
                    </a:solidFill>
                  </a:rPr>
                </a:br>
                <a:r>
                  <a:rPr lang="de-DE" sz="1000" smtClean="0">
                    <a:solidFill>
                      <a:schemeClr val="tx1"/>
                    </a:solidFill>
                  </a:rPr>
                  <a:t>Name, Surname</a:t>
                </a:r>
                <a:endParaRPr lang="de-DE" sz="1100" smtClean="0">
                  <a:solidFill>
                    <a:schemeClr val="tx1"/>
                  </a:solidFill>
                </a:endParaRPr>
              </a:p>
            </p:txBody>
          </p:sp>
        </p:grpSp>
        <p:cxnSp>
          <p:nvCxnSpPr>
            <p:cNvPr id="350" name="Gerade Verbindung 349"/>
            <p:cNvCxnSpPr/>
            <p:nvPr/>
          </p:nvCxnSpPr>
          <p:spPr bwMode="gray">
            <a:xfrm>
              <a:off x="7450754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Gerade Verbindung 350"/>
            <p:cNvCxnSpPr/>
            <p:nvPr/>
          </p:nvCxnSpPr>
          <p:spPr bwMode="gray">
            <a:xfrm>
              <a:off x="6009450" y="3501233"/>
              <a:ext cx="0" cy="286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4" y="3429795"/>
              <a:ext cx="4102891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Gerade Verbindung 352"/>
            <p:cNvCxnSpPr/>
            <p:nvPr/>
          </p:nvCxnSpPr>
          <p:spPr bwMode="gray">
            <a:xfrm flipH="1">
              <a:off x="4641038" y="3429795"/>
              <a:ext cx="4102891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0" name="Gruppieren 309"/>
            <p:cNvGrpSpPr/>
            <p:nvPr/>
          </p:nvGrpSpPr>
          <p:grpSpPr>
            <a:xfrm>
              <a:off x="4651459" y="3464696"/>
              <a:ext cx="1296000" cy="2987622"/>
              <a:chOff x="4651459" y="3464696"/>
              <a:chExt cx="1296000" cy="2987622"/>
            </a:xfrm>
          </p:grpSpPr>
          <p:grpSp>
            <p:nvGrpSpPr>
              <p:cNvPr id="355" name="Gruppieren 354"/>
              <p:cNvGrpSpPr/>
              <p:nvPr/>
            </p:nvGrpSpPr>
            <p:grpSpPr bwMode="gray">
              <a:xfrm>
                <a:off x="4735279" y="3753272"/>
                <a:ext cx="1106196" cy="1106197"/>
                <a:chOff x="944092" y="5226826"/>
                <a:chExt cx="1200224" cy="1200224"/>
              </a:xfrm>
            </p:grpSpPr>
            <p:sp>
              <p:nvSpPr>
                <p:cNvPr id="356" name="Ellipse 355"/>
                <p:cNvSpPr/>
                <p:nvPr/>
              </p:nvSpPr>
              <p:spPr bwMode="gray">
                <a:xfrm flipH="1">
                  <a:off x="944092" y="5226826"/>
                  <a:ext cx="1200224" cy="1200224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7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  <p:sp>
              <p:nvSpPr>
                <p:cNvPr id="357" name="Rechteck 356"/>
                <p:cNvSpPr/>
                <p:nvPr/>
              </p:nvSpPr>
              <p:spPr bwMode="gray">
                <a:xfrm>
                  <a:off x="944092" y="5226826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endParaRPr lang="de-DE" sz="12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58" name="Torte 357"/>
                <p:cNvSpPr/>
                <p:nvPr/>
              </p:nvSpPr>
              <p:spPr bwMode="gray">
                <a:xfrm flipH="1">
                  <a:off x="1017278" y="5300012"/>
                  <a:ext cx="1053852" cy="1053852"/>
                </a:xfrm>
                <a:prstGeom prst="pie">
                  <a:avLst>
                    <a:gd name="adj1" fmla="val 12400352"/>
                    <a:gd name="adj2" fmla="val 16200000"/>
                  </a:avLst>
                </a:prstGeom>
                <a:gradFill flip="none" rotWithShape="1">
                  <a:gsLst>
                    <a:gs pos="50000">
                      <a:schemeClr val="accent1"/>
                    </a:gs>
                    <a:gs pos="100000">
                      <a:schemeClr val="accent1">
                        <a:lumMod val="50000"/>
                      </a:schemeClr>
                    </a:gs>
                  </a:gsLst>
                  <a:lin ang="81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25400" dir="5400000" algn="t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</p:grpSp>
          <p:sp>
            <p:nvSpPr>
              <p:cNvPr id="370" name="Textfeld 369"/>
              <p:cNvSpPr txBox="1"/>
              <p:nvPr/>
            </p:nvSpPr>
            <p:spPr bwMode="gray">
              <a:xfrm>
                <a:off x="4651459" y="5382319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1" name="Textfeld 370"/>
              <p:cNvSpPr txBox="1"/>
              <p:nvPr/>
            </p:nvSpPr>
            <p:spPr bwMode="gray">
              <a:xfrm>
                <a:off x="4653226" y="4950881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38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6" name="Textfeld 375"/>
              <p:cNvSpPr txBox="1"/>
              <p:nvPr/>
            </p:nvSpPr>
            <p:spPr bwMode="gray">
              <a:xfrm>
                <a:off x="4817736" y="3464696"/>
                <a:ext cx="9412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311" name="Gruppieren 310"/>
            <p:cNvGrpSpPr/>
            <p:nvPr/>
          </p:nvGrpSpPr>
          <p:grpSpPr>
            <a:xfrm>
              <a:off x="6096964" y="3464696"/>
              <a:ext cx="1296000" cy="2987622"/>
              <a:chOff x="6096964" y="3464696"/>
              <a:chExt cx="1296000" cy="2987622"/>
            </a:xfrm>
          </p:grpSpPr>
          <p:grpSp>
            <p:nvGrpSpPr>
              <p:cNvPr id="360" name="Gruppieren 359"/>
              <p:cNvGrpSpPr/>
              <p:nvPr/>
            </p:nvGrpSpPr>
            <p:grpSpPr bwMode="gray">
              <a:xfrm>
                <a:off x="6188217" y="3753272"/>
                <a:ext cx="1106196" cy="1106197"/>
                <a:chOff x="2457990" y="5226826"/>
                <a:chExt cx="1200224" cy="1200224"/>
              </a:xfrm>
            </p:grpSpPr>
            <p:sp>
              <p:nvSpPr>
                <p:cNvPr id="361" name="Ellipse 360"/>
                <p:cNvSpPr/>
                <p:nvPr/>
              </p:nvSpPr>
              <p:spPr bwMode="gray">
                <a:xfrm flipH="1">
                  <a:off x="2457990" y="5226826"/>
                  <a:ext cx="1200224" cy="1200224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7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  <p:sp>
              <p:nvSpPr>
                <p:cNvPr id="362" name="Rechteck 361"/>
                <p:cNvSpPr/>
                <p:nvPr/>
              </p:nvSpPr>
              <p:spPr bwMode="gray">
                <a:xfrm>
                  <a:off x="2457990" y="5226826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endParaRPr lang="de-DE" sz="12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63" name="Torte 362"/>
                <p:cNvSpPr/>
                <p:nvPr/>
              </p:nvSpPr>
              <p:spPr bwMode="gray">
                <a:xfrm flipH="1">
                  <a:off x="2531176" y="5300012"/>
                  <a:ext cx="1053852" cy="1053852"/>
                </a:xfrm>
                <a:prstGeom prst="pie">
                  <a:avLst>
                    <a:gd name="adj1" fmla="val 9056532"/>
                    <a:gd name="adj2" fmla="val 16200000"/>
                  </a:avLst>
                </a:prstGeom>
                <a:gradFill flip="none" rotWithShape="1">
                  <a:gsLst>
                    <a:gs pos="50000">
                      <a:schemeClr val="accent1"/>
                    </a:gs>
                    <a:gs pos="100000">
                      <a:schemeClr val="accent1">
                        <a:lumMod val="50000"/>
                      </a:schemeClr>
                    </a:gs>
                  </a:gsLst>
                  <a:lin ang="81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25400" dir="5400000" algn="t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</p:grpSp>
          <p:sp>
            <p:nvSpPr>
              <p:cNvPr id="372" name="Textfeld 371"/>
              <p:cNvSpPr txBox="1"/>
              <p:nvPr/>
            </p:nvSpPr>
            <p:spPr bwMode="gray">
              <a:xfrm>
                <a:off x="6096964" y="5382319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3" name="Textfeld 372"/>
              <p:cNvSpPr txBox="1"/>
              <p:nvPr/>
            </p:nvSpPr>
            <p:spPr bwMode="gray">
              <a:xfrm>
                <a:off x="6096964" y="4950881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62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7" name="Textfeld 376"/>
              <p:cNvSpPr txBox="1"/>
              <p:nvPr/>
            </p:nvSpPr>
            <p:spPr bwMode="gray">
              <a:xfrm>
                <a:off x="6270674" y="3464696"/>
                <a:ext cx="9412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312" name="Gruppieren 311"/>
            <p:cNvGrpSpPr/>
            <p:nvPr/>
          </p:nvGrpSpPr>
          <p:grpSpPr>
            <a:xfrm>
              <a:off x="7520581" y="3464696"/>
              <a:ext cx="1296000" cy="2987622"/>
              <a:chOff x="7520581" y="3464696"/>
              <a:chExt cx="1296000" cy="2987622"/>
            </a:xfrm>
          </p:grpSpPr>
          <p:grpSp>
            <p:nvGrpSpPr>
              <p:cNvPr id="365" name="Gruppieren 364"/>
              <p:cNvGrpSpPr/>
              <p:nvPr/>
            </p:nvGrpSpPr>
            <p:grpSpPr bwMode="gray">
              <a:xfrm>
                <a:off x="7580195" y="3753272"/>
                <a:ext cx="1106196" cy="1106197"/>
                <a:chOff x="3971888" y="5226826"/>
                <a:chExt cx="1200224" cy="1200224"/>
              </a:xfrm>
            </p:grpSpPr>
            <p:sp>
              <p:nvSpPr>
                <p:cNvPr id="366" name="Ellipse 365"/>
                <p:cNvSpPr/>
                <p:nvPr/>
              </p:nvSpPr>
              <p:spPr bwMode="gray">
                <a:xfrm flipH="1">
                  <a:off x="3971888" y="5226826"/>
                  <a:ext cx="1200224" cy="1200224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7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  <p:sp>
              <p:nvSpPr>
                <p:cNvPr id="367" name="Rechteck 366"/>
                <p:cNvSpPr/>
                <p:nvPr/>
              </p:nvSpPr>
              <p:spPr bwMode="gray">
                <a:xfrm>
                  <a:off x="3971888" y="5226826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endParaRPr lang="de-DE" sz="16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68" name="Torte 367"/>
                <p:cNvSpPr/>
                <p:nvPr/>
              </p:nvSpPr>
              <p:spPr bwMode="gray">
                <a:xfrm flipH="1">
                  <a:off x="4045074" y="5300012"/>
                  <a:ext cx="1053852" cy="1053852"/>
                </a:xfrm>
                <a:prstGeom prst="pie">
                  <a:avLst>
                    <a:gd name="adj1" fmla="val 5343999"/>
                    <a:gd name="adj2" fmla="val 16200000"/>
                  </a:avLst>
                </a:prstGeom>
                <a:gradFill flip="none" rotWithShape="1">
                  <a:gsLst>
                    <a:gs pos="50000">
                      <a:schemeClr val="accent1"/>
                    </a:gs>
                    <a:gs pos="100000">
                      <a:schemeClr val="accent1">
                        <a:lumMod val="50000"/>
                      </a:schemeClr>
                    </a:gs>
                  </a:gsLst>
                  <a:lin ang="81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outerShdw blurRad="38100" dist="25400" dir="5400000" algn="t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600"/>
                </a:p>
              </p:txBody>
            </p:sp>
          </p:grpSp>
          <p:sp>
            <p:nvSpPr>
              <p:cNvPr id="374" name="Textfeld 373"/>
              <p:cNvSpPr txBox="1"/>
              <p:nvPr/>
            </p:nvSpPr>
            <p:spPr bwMode="gray">
              <a:xfrm>
                <a:off x="7520581" y="5382319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5" name="Textfeld 374"/>
              <p:cNvSpPr txBox="1"/>
              <p:nvPr/>
            </p:nvSpPr>
            <p:spPr bwMode="gray">
              <a:xfrm>
                <a:off x="7520581" y="4950881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62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78" name="Textfeld 377"/>
              <p:cNvSpPr txBox="1"/>
              <p:nvPr/>
            </p:nvSpPr>
            <p:spPr bwMode="gray">
              <a:xfrm>
                <a:off x="7662652" y="3464696"/>
                <a:ext cx="9412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278" name="Gruppieren 277"/>
            <p:cNvGrpSpPr/>
            <p:nvPr/>
          </p:nvGrpSpPr>
          <p:grpSpPr bwMode="gray">
            <a:xfrm>
              <a:off x="4625798" y="495971"/>
              <a:ext cx="4140313" cy="2821901"/>
              <a:chOff x="4625798" y="495971"/>
              <a:chExt cx="4140313" cy="2821901"/>
            </a:xfrm>
          </p:grpSpPr>
          <p:grpSp>
            <p:nvGrpSpPr>
              <p:cNvPr id="284" name="Gruppieren 283"/>
              <p:cNvGrpSpPr/>
              <p:nvPr/>
            </p:nvGrpSpPr>
            <p:grpSpPr bwMode="gray">
              <a:xfrm>
                <a:off x="4778197" y="495971"/>
                <a:ext cx="3965053" cy="1812862"/>
                <a:chOff x="393450" y="3500540"/>
                <a:chExt cx="2665072" cy="1812862"/>
              </a:xfrm>
            </p:grpSpPr>
            <p:sp>
              <p:nvSpPr>
                <p:cNvPr id="306" name="Textfeld 305"/>
                <p:cNvSpPr txBox="1"/>
                <p:nvPr/>
              </p:nvSpPr>
              <p:spPr bwMode="gray">
                <a:xfrm>
                  <a:off x="393450" y="3500540"/>
                  <a:ext cx="2665072" cy="1080689"/>
                </a:xfrm>
                <a:prstGeom prst="rect">
                  <a:avLst/>
                </a:prstGeom>
                <a:noFill/>
              </p:spPr>
              <p:txBody>
                <a:bodyPr wrap="square" lIns="0" tIns="7200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de-DE" sz="36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Topic</a:t>
                  </a:r>
                  <a:r>
                    <a:rPr lang="de-DE" sz="36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</a:t>
                  </a:r>
                  <a:r>
                    <a:rPr lang="de-DE" sz="3600" noProof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of Infographic</a:t>
                  </a:r>
                  <a:endParaRPr lang="de-DE" sz="3600" noProof="1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307" name="Rechteck 306"/>
                <p:cNvSpPr/>
                <p:nvPr/>
              </p:nvSpPr>
              <p:spPr bwMode="gray">
                <a:xfrm>
                  <a:off x="393450" y="4634476"/>
                  <a:ext cx="2665072" cy="678926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1050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</a:t>
                  </a:r>
                  <a:endParaRPr lang="de-DE" sz="11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08" name="Rechteck 307"/>
                <p:cNvSpPr/>
                <p:nvPr/>
              </p:nvSpPr>
              <p:spPr bwMode="gray">
                <a:xfrm>
                  <a:off x="393450" y="4118294"/>
                  <a:ext cx="2665072" cy="721609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1400" noProof="1" smtClean="0">
                      <a:solidFill>
                        <a:srgbClr val="000000"/>
                      </a:solidFill>
                    </a:rPr>
                    <a:t>Subheadline for further information on the topic or a short introduction.</a:t>
                  </a:r>
                  <a:endParaRPr lang="de-DE" sz="1600" noProof="1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285" name="Gruppieren 301"/>
              <p:cNvGrpSpPr/>
              <p:nvPr/>
            </p:nvGrpSpPr>
            <p:grpSpPr bwMode="gray">
              <a:xfrm>
                <a:off x="4679138" y="2473376"/>
                <a:ext cx="4040103" cy="844496"/>
                <a:chOff x="944092" y="3571838"/>
                <a:chExt cx="5741918" cy="1200224"/>
              </a:xfrm>
            </p:grpSpPr>
            <p:grpSp>
              <p:nvGrpSpPr>
                <p:cNvPr id="290" name="Gruppieren 226"/>
                <p:cNvGrpSpPr/>
                <p:nvPr/>
              </p:nvGrpSpPr>
              <p:grpSpPr bwMode="gray">
                <a:xfrm>
                  <a:off x="5485786" y="3571838"/>
                  <a:ext cx="1200224" cy="1200224"/>
                  <a:chOff x="10084155" y="3839574"/>
                  <a:chExt cx="1200224" cy="1200224"/>
                </a:xfrm>
              </p:grpSpPr>
              <p:sp>
                <p:nvSpPr>
                  <p:cNvPr id="303" name="Rad 302"/>
                  <p:cNvSpPr/>
                  <p:nvPr/>
                </p:nvSpPr>
                <p:spPr bwMode="gray">
                  <a:xfrm flipH="1">
                    <a:off x="10084155" y="3839574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  <p:sp>
                <p:nvSpPr>
                  <p:cNvPr id="304" name="Rechteck 303"/>
                  <p:cNvSpPr/>
                  <p:nvPr/>
                </p:nvSpPr>
                <p:spPr bwMode="gray">
                  <a:xfrm>
                    <a:off x="10084155" y="3839574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400" b="1">
                        <a:solidFill>
                          <a:schemeClr val="accent1"/>
                        </a:solidFill>
                      </a:rPr>
                      <a:t>63</a:t>
                    </a:r>
                    <a:r>
                      <a:rPr lang="de-DE" sz="1200" b="1">
                        <a:solidFill>
                          <a:schemeClr val="accent1"/>
                        </a:solidFill>
                      </a:rPr>
                      <a:t>%</a:t>
                    </a:r>
                  </a:p>
                </p:txBody>
              </p:sp>
              <p:sp>
                <p:nvSpPr>
                  <p:cNvPr id="305" name="Halbbogen 304"/>
                  <p:cNvSpPr/>
                  <p:nvPr/>
                </p:nvSpPr>
                <p:spPr bwMode="gray">
                  <a:xfrm flipH="1">
                    <a:off x="10084155" y="3839574"/>
                    <a:ext cx="1200224" cy="1200224"/>
                  </a:xfrm>
                  <a:prstGeom prst="blockArc">
                    <a:avLst>
                      <a:gd name="adj1" fmla="val 1384253"/>
                      <a:gd name="adj2" fmla="val 16224598"/>
                      <a:gd name="adj3" fmla="val 17222"/>
                    </a:avLst>
                  </a:prstGeom>
                  <a:gradFill flip="none" rotWithShape="1">
                    <a:gsLst>
                      <a:gs pos="50000">
                        <a:schemeClr val="accent1"/>
                      </a:gs>
                      <a:gs pos="100000">
                        <a:schemeClr val="accent1">
                          <a:lumMod val="50000"/>
                        </a:schemeClr>
                      </a:gs>
                    </a:gsLst>
                    <a:lin ang="81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</p:grpSp>
            <p:grpSp>
              <p:nvGrpSpPr>
                <p:cNvPr id="291" name="Gruppieren 289"/>
                <p:cNvGrpSpPr/>
                <p:nvPr/>
              </p:nvGrpSpPr>
              <p:grpSpPr bwMode="gray">
                <a:xfrm>
                  <a:off x="3971888" y="3571838"/>
                  <a:ext cx="1200224" cy="1200224"/>
                  <a:chOff x="10084155" y="2429275"/>
                  <a:chExt cx="1200224" cy="1200224"/>
                </a:xfrm>
              </p:grpSpPr>
              <p:sp>
                <p:nvSpPr>
                  <p:cNvPr id="300" name="Rad 299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  <p:sp>
                <p:nvSpPr>
                  <p:cNvPr id="301" name="Rechteck 300"/>
                  <p:cNvSpPr/>
                  <p:nvPr/>
                </p:nvSpPr>
                <p:spPr bwMode="gray">
                  <a:xfrm>
                    <a:off x="10084155" y="242927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400" b="1" smtClean="0">
                        <a:solidFill>
                          <a:schemeClr val="accent1"/>
                        </a:solidFill>
                      </a:rPr>
                      <a:t>50</a:t>
                    </a:r>
                    <a:r>
                      <a:rPr lang="de-DE" sz="12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6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302" name="Halbbogen 301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blockArc">
                    <a:avLst>
                      <a:gd name="adj1" fmla="val 5338917"/>
                      <a:gd name="adj2" fmla="val 16224598"/>
                      <a:gd name="adj3" fmla="val 17222"/>
                    </a:avLst>
                  </a:prstGeom>
                  <a:gradFill flip="none" rotWithShape="1">
                    <a:gsLst>
                      <a:gs pos="50000">
                        <a:schemeClr val="accent1"/>
                      </a:gs>
                      <a:gs pos="100000">
                        <a:schemeClr val="accent1">
                          <a:lumMod val="50000"/>
                        </a:schemeClr>
                      </a:gs>
                    </a:gsLst>
                    <a:lin ang="81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</p:grpSp>
            <p:grpSp>
              <p:nvGrpSpPr>
                <p:cNvPr id="292" name="Gruppieren 293"/>
                <p:cNvGrpSpPr/>
                <p:nvPr/>
              </p:nvGrpSpPr>
              <p:grpSpPr bwMode="gray">
                <a:xfrm>
                  <a:off x="2457990" y="3571838"/>
                  <a:ext cx="1200224" cy="1200224"/>
                  <a:chOff x="10084155" y="854345"/>
                  <a:chExt cx="1200224" cy="1200224"/>
                </a:xfrm>
              </p:grpSpPr>
              <p:sp>
                <p:nvSpPr>
                  <p:cNvPr id="297" name="Rad 296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  <p:sp>
                <p:nvSpPr>
                  <p:cNvPr id="298" name="Rechteck 297"/>
                  <p:cNvSpPr/>
                  <p:nvPr/>
                </p:nvSpPr>
                <p:spPr bwMode="gray">
                  <a:xfrm>
                    <a:off x="10084155" y="85434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400" b="1" smtClean="0">
                        <a:solidFill>
                          <a:schemeClr val="accent1"/>
                        </a:solidFill>
                      </a:rPr>
                      <a:t>30</a:t>
                    </a:r>
                    <a:r>
                      <a:rPr lang="de-DE" sz="12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2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299" name="Halbbogen 298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blockArc">
                    <a:avLst>
                      <a:gd name="adj1" fmla="val 8993034"/>
                      <a:gd name="adj2" fmla="val 16224598"/>
                      <a:gd name="adj3" fmla="val 17222"/>
                    </a:avLst>
                  </a:prstGeom>
                  <a:gradFill flip="none" rotWithShape="1">
                    <a:gsLst>
                      <a:gs pos="50000">
                        <a:schemeClr val="accent1"/>
                      </a:gs>
                      <a:gs pos="100000">
                        <a:schemeClr val="accent1">
                          <a:lumMod val="50000"/>
                        </a:schemeClr>
                      </a:gs>
                    </a:gsLst>
                    <a:lin ang="81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</p:grpSp>
            <p:grpSp>
              <p:nvGrpSpPr>
                <p:cNvPr id="293" name="Gruppieren 297"/>
                <p:cNvGrpSpPr/>
                <p:nvPr/>
              </p:nvGrpSpPr>
              <p:grpSpPr bwMode="gray">
                <a:xfrm>
                  <a:off x="944092" y="3571838"/>
                  <a:ext cx="1200224" cy="1200224"/>
                  <a:chOff x="10084155" y="-716560"/>
                  <a:chExt cx="1200224" cy="1200224"/>
                </a:xfrm>
              </p:grpSpPr>
              <p:sp>
                <p:nvSpPr>
                  <p:cNvPr id="294" name="Halbbogen 293"/>
                  <p:cNvSpPr/>
                  <p:nvPr/>
                </p:nvSpPr>
                <p:spPr bwMode="gray">
                  <a:xfrm flipH="1">
                    <a:off x="10084155" y="-716560"/>
                    <a:ext cx="1200224" cy="1200224"/>
                  </a:xfrm>
                  <a:prstGeom prst="blockArc">
                    <a:avLst>
                      <a:gd name="adj1" fmla="val 16291066"/>
                      <a:gd name="adj2" fmla="val 16224598"/>
                      <a:gd name="adj3" fmla="val 17222"/>
                    </a:avLst>
                  </a:prstGeom>
                  <a:solidFill>
                    <a:srgbClr val="FFFFFF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  <p:sp>
                <p:nvSpPr>
                  <p:cNvPr id="295" name="Rechteck 294"/>
                  <p:cNvSpPr/>
                  <p:nvPr/>
                </p:nvSpPr>
                <p:spPr bwMode="gray">
                  <a:xfrm>
                    <a:off x="10084155" y="-716560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400" b="1" smtClean="0">
                        <a:solidFill>
                          <a:schemeClr val="accent1"/>
                        </a:solidFill>
                      </a:rPr>
                      <a:t>13</a:t>
                    </a:r>
                    <a:r>
                      <a:rPr lang="de-DE" sz="12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2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296" name="Halbbogen 295"/>
                  <p:cNvSpPr/>
                  <p:nvPr/>
                </p:nvSpPr>
                <p:spPr bwMode="gray">
                  <a:xfrm flipH="1">
                    <a:off x="10084155" y="-716560"/>
                    <a:ext cx="1200224" cy="1200224"/>
                  </a:xfrm>
                  <a:prstGeom prst="blockArc">
                    <a:avLst>
                      <a:gd name="adj1" fmla="val 13078639"/>
                      <a:gd name="adj2" fmla="val 16224598"/>
                      <a:gd name="adj3" fmla="val 17222"/>
                    </a:avLst>
                  </a:prstGeom>
                  <a:gradFill flip="none" rotWithShape="1">
                    <a:gsLst>
                      <a:gs pos="50000">
                        <a:schemeClr val="accent1"/>
                      </a:gs>
                      <a:gs pos="100000">
                        <a:schemeClr val="accent1">
                          <a:lumMod val="50000"/>
                        </a:schemeClr>
                      </a:gs>
                    </a:gsLst>
                    <a:lin ang="81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1600" b="1"/>
                  </a:p>
                </p:txBody>
              </p:sp>
            </p:grpSp>
          </p:grpSp>
          <p:sp>
            <p:nvSpPr>
              <p:cNvPr id="286" name="Textfeld 285"/>
              <p:cNvSpPr txBox="1"/>
              <p:nvPr/>
            </p:nvSpPr>
            <p:spPr bwMode="gray">
              <a:xfrm>
                <a:off x="4625798" y="2177953"/>
                <a:ext cx="9412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87" name="Textfeld 286"/>
              <p:cNvSpPr txBox="1"/>
              <p:nvPr/>
            </p:nvSpPr>
            <p:spPr bwMode="gray">
              <a:xfrm>
                <a:off x="5700892" y="2177953"/>
                <a:ext cx="9412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88" name="Textfeld 287"/>
              <p:cNvSpPr txBox="1"/>
              <p:nvPr/>
            </p:nvSpPr>
            <p:spPr bwMode="gray">
              <a:xfrm>
                <a:off x="6758474" y="2177953"/>
                <a:ext cx="9412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89" name="Textfeld 288"/>
              <p:cNvSpPr txBox="1"/>
              <p:nvPr/>
            </p:nvSpPr>
            <p:spPr bwMode="gray">
              <a:xfrm>
                <a:off x="7824827" y="2177953"/>
                <a:ext cx="9412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0807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450" y="495970"/>
            <a:ext cx="8446784" cy="6017717"/>
            <a:chOff x="393450" y="495970"/>
            <a:chExt cx="8446784" cy="6017717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89"/>
            <p:cNvGrpSpPr/>
            <p:nvPr/>
          </p:nvGrpSpPr>
          <p:grpSpPr bwMode="gray">
            <a:xfrm>
              <a:off x="393681" y="538328"/>
              <a:ext cx="2664841" cy="2817645"/>
              <a:chOff x="393681" y="538328"/>
              <a:chExt cx="2664841" cy="2817645"/>
            </a:xfrm>
          </p:grpSpPr>
          <p:sp>
            <p:nvSpPr>
              <p:cNvPr id="91" name="Rechteckige Legende 90"/>
              <p:cNvSpPr/>
              <p:nvPr/>
            </p:nvSpPr>
            <p:spPr bwMode="gray">
              <a:xfrm>
                <a:off x="2067320" y="538329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dirty="0" smtClean="0">
                    <a:solidFill>
                      <a:schemeClr val="accent1"/>
                    </a:solidFill>
                  </a:rPr>
                  <a:t>54</a:t>
                </a:r>
                <a:r>
                  <a:rPr lang="de-DE" sz="2000" dirty="0" smtClean="0">
                    <a:solidFill>
                      <a:schemeClr val="accent1"/>
                    </a:solidFill>
                  </a:rPr>
                  <a:t>/80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sz="2000" dirty="0" smtClean="0">
                    <a:solidFill>
                      <a:schemeClr val="accent1"/>
                    </a:solidFill>
                  </a:rPr>
                  <a:t>like</a:t>
                </a:r>
                <a:r>
                  <a:rPr lang="de-DE" sz="2000" dirty="0" smtClean="0">
                    <a:solidFill>
                      <a:schemeClr val="accent1"/>
                    </a:solidFill>
                  </a:rPr>
                  <a:t> it.</a:t>
                </a:r>
                <a:endParaRPr lang="de-DE" sz="2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Rechteck 92"/>
              <p:cNvSpPr/>
              <p:nvPr/>
            </p:nvSpPr>
            <p:spPr bwMode="gray">
              <a:xfrm>
                <a:off x="393681" y="3015397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" name="Gruppieren 236"/>
              <p:cNvGrpSpPr/>
              <p:nvPr/>
            </p:nvGrpSpPr>
            <p:grpSpPr bwMode="gray">
              <a:xfrm>
                <a:off x="502462" y="538328"/>
                <a:ext cx="1389386" cy="2395610"/>
                <a:chOff x="502462" y="538328"/>
                <a:chExt cx="1389386" cy="2395610"/>
              </a:xfrm>
            </p:grpSpPr>
            <p:grpSp>
              <p:nvGrpSpPr>
                <p:cNvPr id="5" name="Gruppieren 233"/>
                <p:cNvGrpSpPr/>
                <p:nvPr/>
              </p:nvGrpSpPr>
              <p:grpSpPr bwMode="gray">
                <a:xfrm>
                  <a:off x="502462" y="1151036"/>
                  <a:ext cx="1389386" cy="251131"/>
                  <a:chOff x="502462" y="1133033"/>
                  <a:chExt cx="1389386" cy="251131"/>
                </a:xfrm>
              </p:grpSpPr>
              <p:sp>
                <p:nvSpPr>
                  <p:cNvPr id="1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6" name="Gruppieren 234"/>
                <p:cNvGrpSpPr/>
                <p:nvPr/>
              </p:nvGrpSpPr>
              <p:grpSpPr bwMode="gray">
                <a:xfrm>
                  <a:off x="502462" y="844682"/>
                  <a:ext cx="1389386" cy="251131"/>
                  <a:chOff x="502462" y="835681"/>
                  <a:chExt cx="1389386" cy="251131"/>
                </a:xfrm>
              </p:grpSpPr>
              <p:sp>
                <p:nvSpPr>
                  <p:cNvPr id="1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7" name="Gruppieren 235"/>
                <p:cNvGrpSpPr/>
                <p:nvPr/>
              </p:nvGrpSpPr>
              <p:grpSpPr bwMode="gray">
                <a:xfrm>
                  <a:off x="502462" y="538328"/>
                  <a:ext cx="1389386" cy="251131"/>
                  <a:chOff x="502462" y="538328"/>
                  <a:chExt cx="1389386" cy="251131"/>
                </a:xfrm>
              </p:grpSpPr>
              <p:sp>
                <p:nvSpPr>
                  <p:cNvPr id="1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8" name="Gruppieren 230"/>
                <p:cNvGrpSpPr/>
                <p:nvPr/>
              </p:nvGrpSpPr>
              <p:grpSpPr bwMode="gray">
                <a:xfrm>
                  <a:off x="502462" y="2070098"/>
                  <a:ext cx="1389386" cy="251131"/>
                  <a:chOff x="502462" y="2043904"/>
                  <a:chExt cx="1389386" cy="251131"/>
                </a:xfrm>
              </p:grpSpPr>
              <p:sp>
                <p:nvSpPr>
                  <p:cNvPr id="1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9" name="Gruppieren 231"/>
                <p:cNvGrpSpPr/>
                <p:nvPr/>
              </p:nvGrpSpPr>
              <p:grpSpPr bwMode="gray">
                <a:xfrm>
                  <a:off x="502462" y="1763744"/>
                  <a:ext cx="1389386" cy="251131"/>
                  <a:chOff x="502462" y="1746552"/>
                  <a:chExt cx="1389386" cy="251131"/>
                </a:xfrm>
              </p:grpSpPr>
              <p:sp>
                <p:nvSpPr>
                  <p:cNvPr id="1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0" name="Gruppieren 232"/>
                <p:cNvGrpSpPr/>
                <p:nvPr/>
              </p:nvGrpSpPr>
              <p:grpSpPr bwMode="gray">
                <a:xfrm>
                  <a:off x="502462" y="1457390"/>
                  <a:ext cx="1389386" cy="251131"/>
                  <a:chOff x="502462" y="1449199"/>
                  <a:chExt cx="1389386" cy="251131"/>
                </a:xfrm>
              </p:grpSpPr>
              <p:sp>
                <p:nvSpPr>
                  <p:cNvPr id="13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" name="Gruppieren 228"/>
                <p:cNvGrpSpPr/>
                <p:nvPr/>
              </p:nvGrpSpPr>
              <p:grpSpPr bwMode="gray">
                <a:xfrm>
                  <a:off x="502462" y="2682807"/>
                  <a:ext cx="1389386" cy="251131"/>
                  <a:chOff x="502462" y="2682807"/>
                  <a:chExt cx="1389386" cy="251131"/>
                </a:xfrm>
              </p:grpSpPr>
              <p:sp>
                <p:nvSpPr>
                  <p:cNvPr id="1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2" name="Gruppieren 229"/>
                <p:cNvGrpSpPr/>
                <p:nvPr/>
              </p:nvGrpSpPr>
              <p:grpSpPr bwMode="gray">
                <a:xfrm>
                  <a:off x="502462" y="2376452"/>
                  <a:ext cx="1389386" cy="251131"/>
                  <a:chOff x="502462" y="2385455"/>
                  <a:chExt cx="1389386" cy="251131"/>
                </a:xfrm>
              </p:grpSpPr>
              <p:sp>
                <p:nvSpPr>
                  <p:cNvPr id="11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sp>
            <p:nvSpPr>
              <p:cNvPr id="97" name="Textfeld 96"/>
              <p:cNvSpPr txBox="1"/>
              <p:nvPr/>
            </p:nvSpPr>
            <p:spPr bwMode="gray">
              <a:xfrm>
                <a:off x="2067320" y="1574671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7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7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7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7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81" name="Gruppieren 680"/>
            <p:cNvGrpSpPr/>
            <p:nvPr/>
          </p:nvGrpSpPr>
          <p:grpSpPr bwMode="gray">
            <a:xfrm>
              <a:off x="393450" y="3501008"/>
              <a:ext cx="4076170" cy="3012679"/>
              <a:chOff x="393450" y="3501008"/>
              <a:chExt cx="4076170" cy="3012679"/>
            </a:xfrm>
          </p:grpSpPr>
          <p:grpSp>
            <p:nvGrpSpPr>
              <p:cNvPr id="682" name="Gruppieren 236"/>
              <p:cNvGrpSpPr/>
              <p:nvPr/>
            </p:nvGrpSpPr>
            <p:grpSpPr bwMode="gray">
              <a:xfrm>
                <a:off x="393450" y="3501008"/>
                <a:ext cx="1296000" cy="3012679"/>
                <a:chOff x="393450" y="3501008"/>
                <a:chExt cx="1296000" cy="3012679"/>
              </a:xfrm>
            </p:grpSpPr>
            <p:sp>
              <p:nvSpPr>
                <p:cNvPr id="720" name="Textfeld 719"/>
                <p:cNvSpPr txBox="1"/>
                <p:nvPr/>
              </p:nvSpPr>
              <p:spPr bwMode="gray">
                <a:xfrm>
                  <a:off x="393450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730" name="Textfeld 729"/>
                <p:cNvSpPr txBox="1"/>
                <p:nvPr/>
              </p:nvSpPr>
              <p:spPr bwMode="gray">
                <a:xfrm>
                  <a:off x="395217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11</a:t>
                  </a:r>
                  <a:r>
                    <a:rPr lang="de-DE" sz="240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 %</a:t>
                  </a:r>
                  <a:endParaRPr lang="de-DE" sz="2400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776" name="Textfeld 775"/>
                <p:cNvSpPr txBox="1"/>
                <p:nvPr/>
              </p:nvSpPr>
              <p:spPr bwMode="gray">
                <a:xfrm>
                  <a:off x="393450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777" name="Textfeld 776"/>
                <p:cNvSpPr txBox="1"/>
                <p:nvPr/>
              </p:nvSpPr>
              <p:spPr bwMode="gray">
                <a:xfrm>
                  <a:off x="395217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white">
                          <a:lumMod val="50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134</a:t>
                  </a:r>
                  <a:endParaRPr lang="de-DE" sz="24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grpSp>
            <p:nvGrpSpPr>
              <p:cNvPr id="683" name="Gruppieren 230"/>
              <p:cNvGrpSpPr/>
              <p:nvPr/>
            </p:nvGrpSpPr>
            <p:grpSpPr bwMode="gray">
              <a:xfrm>
                <a:off x="1783535" y="3501008"/>
                <a:ext cx="1296000" cy="3012679"/>
                <a:chOff x="1762755" y="3501008"/>
                <a:chExt cx="1296000" cy="3012679"/>
              </a:xfrm>
            </p:grpSpPr>
            <p:sp>
              <p:nvSpPr>
                <p:cNvPr id="689" name="Textfeld 688"/>
                <p:cNvSpPr txBox="1"/>
                <p:nvPr/>
              </p:nvSpPr>
              <p:spPr bwMode="gray">
                <a:xfrm>
                  <a:off x="1762755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90" name="Textfeld 689"/>
                <p:cNvSpPr txBox="1"/>
                <p:nvPr/>
              </p:nvSpPr>
              <p:spPr bwMode="gray">
                <a:xfrm>
                  <a:off x="1762755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accent1"/>
                      </a:solidFill>
                    </a:rPr>
                    <a:t>69</a:t>
                  </a:r>
                  <a:r>
                    <a:rPr lang="de-DE" sz="2400" dirty="0" smtClean="0">
                      <a:solidFill>
                        <a:schemeClr val="accent1"/>
                      </a:solidFill>
                    </a:rPr>
                    <a:t> %</a:t>
                  </a:r>
                  <a:endParaRPr lang="de-DE" sz="24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700" name="Textfeld 699"/>
                <p:cNvSpPr txBox="1"/>
                <p:nvPr/>
              </p:nvSpPr>
              <p:spPr bwMode="gray">
                <a:xfrm>
                  <a:off x="1762755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  <p:sp>
              <p:nvSpPr>
                <p:cNvPr id="710" name="Textfeld 709"/>
                <p:cNvSpPr txBox="1"/>
                <p:nvPr/>
              </p:nvSpPr>
              <p:spPr bwMode="gray">
                <a:xfrm>
                  <a:off x="1762755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25</a:t>
                  </a:r>
                  <a:endParaRPr lang="de-DE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p:grpSp>
          <p:grpSp>
            <p:nvGrpSpPr>
              <p:cNvPr id="684" name="Gruppieren 231"/>
              <p:cNvGrpSpPr/>
              <p:nvPr/>
            </p:nvGrpSpPr>
            <p:grpSpPr bwMode="gray">
              <a:xfrm>
                <a:off x="3173620" y="3501008"/>
                <a:ext cx="1296000" cy="3012679"/>
                <a:chOff x="1762755" y="3501008"/>
                <a:chExt cx="1296000" cy="3012679"/>
              </a:xfrm>
            </p:grpSpPr>
            <p:sp>
              <p:nvSpPr>
                <p:cNvPr id="685" name="Textfeld 684"/>
                <p:cNvSpPr txBox="1"/>
                <p:nvPr/>
              </p:nvSpPr>
              <p:spPr bwMode="gray">
                <a:xfrm>
                  <a:off x="1762755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686" name="Textfeld 685"/>
                <p:cNvSpPr txBox="1"/>
                <p:nvPr/>
              </p:nvSpPr>
              <p:spPr bwMode="gray">
                <a:xfrm>
                  <a:off x="1762755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23</a:t>
                  </a:r>
                  <a:r>
                    <a:rPr lang="de-DE" sz="24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%</a:t>
                  </a:r>
                  <a:endParaRPr lang="de-DE" sz="2400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687" name="Textfeld 686"/>
                <p:cNvSpPr txBox="1"/>
                <p:nvPr/>
              </p:nvSpPr>
              <p:spPr bwMode="gray">
                <a:xfrm>
                  <a:off x="1762755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88" name="Textfeld 687"/>
                <p:cNvSpPr txBox="1"/>
                <p:nvPr/>
              </p:nvSpPr>
              <p:spPr bwMode="gray">
                <a:xfrm>
                  <a:off x="1762755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srgbClr val="000000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rgbClr val="000000"/>
                      </a:solidFill>
                    </a:rPr>
                    <a:t>87</a:t>
                  </a:r>
                  <a:endParaRPr lang="de-DE" sz="24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778" name="Gruppieren 777"/>
            <p:cNvGrpSpPr/>
            <p:nvPr/>
          </p:nvGrpSpPr>
          <p:grpSpPr bwMode="gray">
            <a:xfrm>
              <a:off x="4634901" y="3466131"/>
              <a:ext cx="4205333" cy="1404945"/>
              <a:chOff x="4634901" y="3466131"/>
              <a:chExt cx="4205333" cy="1404945"/>
            </a:xfrm>
          </p:grpSpPr>
          <p:sp>
            <p:nvSpPr>
              <p:cNvPr id="779" name="Textfeld 778"/>
              <p:cNvSpPr txBox="1"/>
              <p:nvPr/>
            </p:nvSpPr>
            <p:spPr bwMode="gray">
              <a:xfrm>
                <a:off x="4634901" y="3466131"/>
                <a:ext cx="3936012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780" name="Textfeld 779"/>
              <p:cNvSpPr txBox="1"/>
              <p:nvPr/>
            </p:nvSpPr>
            <p:spPr bwMode="gray">
              <a:xfrm>
                <a:off x="6229130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poor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781" name="Textfeld 780"/>
              <p:cNvSpPr txBox="1"/>
              <p:nvPr/>
            </p:nvSpPr>
            <p:spPr bwMode="gray">
              <a:xfrm>
                <a:off x="6750907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ok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782" name="Textfeld 781"/>
              <p:cNvSpPr txBox="1"/>
              <p:nvPr/>
            </p:nvSpPr>
            <p:spPr bwMode="gray">
              <a:xfrm>
                <a:off x="7261210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good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783" name="Textfeld 782"/>
              <p:cNvSpPr txBox="1"/>
              <p:nvPr/>
            </p:nvSpPr>
            <p:spPr bwMode="gray">
              <a:xfrm>
                <a:off x="7656473" y="4565984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superior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784" name="Textfeld 783"/>
              <p:cNvSpPr txBox="1"/>
              <p:nvPr/>
            </p:nvSpPr>
            <p:spPr bwMode="gray">
              <a:xfrm>
                <a:off x="8167754" y="4565984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exzellent</a:t>
                </a:r>
                <a:endParaRPr lang="de-DE" sz="900"/>
              </a:p>
            </p:txBody>
          </p:sp>
          <p:sp>
            <p:nvSpPr>
              <p:cNvPr id="785" name="Textfeld 784"/>
              <p:cNvSpPr txBox="1"/>
              <p:nvPr/>
            </p:nvSpPr>
            <p:spPr bwMode="gray">
              <a:xfrm>
                <a:off x="4634901" y="3890114"/>
                <a:ext cx="1296000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 text</a:t>
                </a:r>
                <a:endParaRPr lang="de-DE" sz="1000"/>
              </a:p>
            </p:txBody>
          </p:sp>
          <p:sp>
            <p:nvSpPr>
              <p:cNvPr id="786" name="Textfeld 785"/>
              <p:cNvSpPr txBox="1"/>
              <p:nvPr/>
            </p:nvSpPr>
            <p:spPr bwMode="gray">
              <a:xfrm>
                <a:off x="4634901" y="4271262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en-US" sz="1000" dirty="0" smtClean="0"/>
                  <a:t>This is a placeholder</a:t>
                </a:r>
                <a:endParaRPr lang="en-US" sz="1000" dirty="0"/>
              </a:p>
            </p:txBody>
          </p:sp>
          <p:grpSp>
            <p:nvGrpSpPr>
              <p:cNvPr id="787" name="Gruppieren 1406"/>
              <p:cNvGrpSpPr/>
              <p:nvPr/>
            </p:nvGrpSpPr>
            <p:grpSpPr bwMode="gray">
              <a:xfrm>
                <a:off x="5930902" y="3890112"/>
                <a:ext cx="2571114" cy="763024"/>
                <a:chOff x="1682686" y="4184835"/>
                <a:chExt cx="3925189" cy="872390"/>
              </a:xfrm>
            </p:grpSpPr>
            <p:grpSp>
              <p:nvGrpSpPr>
                <p:cNvPr id="790" name="Gruppieren 3"/>
                <p:cNvGrpSpPr/>
                <p:nvPr/>
              </p:nvGrpSpPr>
              <p:grpSpPr bwMode="gray">
                <a:xfrm>
                  <a:off x="1682687" y="4184835"/>
                  <a:ext cx="3925188" cy="872390"/>
                  <a:chOff x="1703149" y="1577324"/>
                  <a:chExt cx="3772898" cy="538804"/>
                </a:xfrm>
              </p:grpSpPr>
              <p:grpSp>
                <p:nvGrpSpPr>
                  <p:cNvPr id="792" name="Gruppieren 169"/>
                  <p:cNvGrpSpPr/>
                  <p:nvPr/>
                </p:nvGrpSpPr>
                <p:grpSpPr bwMode="gray">
                  <a:xfrm rot="5400000">
                    <a:off x="3320197" y="-39722"/>
                    <a:ext cx="538802" cy="3772897"/>
                    <a:chOff x="1871930" y="1002335"/>
                    <a:chExt cx="2461539" cy="1727685"/>
                  </a:xfrm>
                </p:grpSpPr>
                <p:cxnSp>
                  <p:nvCxnSpPr>
                    <p:cNvPr id="796" name="Gerade Verbindung 795"/>
                    <p:cNvCxnSpPr/>
                    <p:nvPr/>
                  </p:nvCxnSpPr>
                  <p:spPr bwMode="gray">
                    <a:xfrm rot="16200000" flipV="1">
                      <a:off x="3102700" y="1153711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7" name="Gerade Verbindung 796"/>
                    <p:cNvCxnSpPr/>
                    <p:nvPr/>
                  </p:nvCxnSpPr>
                  <p:spPr bwMode="gray">
                    <a:xfrm rot="16200000" flipV="1">
                      <a:off x="3102700" y="808176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8" name="Gerade Verbindung 797"/>
                    <p:cNvCxnSpPr/>
                    <p:nvPr/>
                  </p:nvCxnSpPr>
                  <p:spPr bwMode="gray">
                    <a:xfrm rot="16200000" flipV="1">
                      <a:off x="3102700" y="462640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9" name="Gerade Verbindung 798"/>
                    <p:cNvCxnSpPr/>
                    <p:nvPr/>
                  </p:nvCxnSpPr>
                  <p:spPr bwMode="gray">
                    <a:xfrm rot="16200000" flipV="1">
                      <a:off x="3102700" y="-228435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C0C0C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0" name="Gerade Verbindung 799"/>
                    <p:cNvCxnSpPr/>
                    <p:nvPr/>
                  </p:nvCxnSpPr>
                  <p:spPr bwMode="gray">
                    <a:xfrm rot="16200000" flipV="1">
                      <a:off x="3102700" y="1499250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C0C0C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1" name="Gerade Verbindung 800"/>
                    <p:cNvCxnSpPr/>
                    <p:nvPr/>
                  </p:nvCxnSpPr>
                  <p:spPr bwMode="gray">
                    <a:xfrm rot="16200000" flipV="1">
                      <a:off x="3102700" y="117104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93" name="Rechteck 792"/>
                  <p:cNvSpPr/>
                  <p:nvPr/>
                </p:nvSpPr>
                <p:spPr bwMode="gray">
                  <a:xfrm>
                    <a:off x="1703150" y="1859792"/>
                    <a:ext cx="3772897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E6E6E6"/>
                      </a:gs>
                      <a:gs pos="0">
                        <a:srgbClr val="7D7D7D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794" name="Rechteck 793"/>
                  <p:cNvSpPr/>
                  <p:nvPr/>
                </p:nvSpPr>
                <p:spPr bwMode="gray">
                  <a:xfrm>
                    <a:off x="1703150" y="1577324"/>
                    <a:ext cx="3772897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E6E6E6"/>
                      </a:gs>
                      <a:gs pos="0">
                        <a:srgbClr val="7D7D7D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795" name="Rechteck 794"/>
                  <p:cNvSpPr/>
                  <p:nvPr/>
                </p:nvSpPr>
                <p:spPr bwMode="gray">
                  <a:xfrm>
                    <a:off x="1703150" y="1577324"/>
                    <a:ext cx="3154468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sp>
              <p:nvSpPr>
                <p:cNvPr id="791" name="Rechteck 790"/>
                <p:cNvSpPr/>
                <p:nvPr/>
              </p:nvSpPr>
              <p:spPr bwMode="gray">
                <a:xfrm>
                  <a:off x="1682686" y="4642184"/>
                  <a:ext cx="2118946" cy="233154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</p:grpSp>
          <p:sp>
            <p:nvSpPr>
              <p:cNvPr id="788" name="Rechteckige Legende 787"/>
              <p:cNvSpPr/>
              <p:nvPr/>
            </p:nvSpPr>
            <p:spPr bwMode="gray">
              <a:xfrm>
                <a:off x="7754434" y="3605025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82%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789" name="Rechteckige Legende 788"/>
              <p:cNvSpPr/>
              <p:nvPr/>
            </p:nvSpPr>
            <p:spPr bwMode="gray">
              <a:xfrm>
                <a:off x="7006008" y="4007169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chemeClr val="accent1"/>
                    </a:solidFill>
                  </a:rPr>
                  <a:t>55%</a:t>
                </a:r>
                <a:endParaRPr lang="de-DE" sz="14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802" name="Gruppieren 801"/>
            <p:cNvGrpSpPr/>
            <p:nvPr/>
          </p:nvGrpSpPr>
          <p:grpSpPr bwMode="gray">
            <a:xfrm>
              <a:off x="7460491" y="4933485"/>
              <a:ext cx="1339352" cy="1335919"/>
              <a:chOff x="7460491" y="4933485"/>
              <a:chExt cx="1339352" cy="1335919"/>
            </a:xfrm>
          </p:grpSpPr>
          <p:sp>
            <p:nvSpPr>
              <p:cNvPr id="803" name="Textfeld 802"/>
              <p:cNvSpPr txBox="1"/>
              <p:nvPr/>
            </p:nvSpPr>
            <p:spPr bwMode="gray">
              <a:xfrm>
                <a:off x="7460491" y="4933485"/>
                <a:ext cx="1339352" cy="508172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400" smtClean="0">
                    <a:solidFill>
                      <a:schemeClr val="accent1"/>
                    </a:solidFill>
                  </a:rPr>
                  <a:t>78%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804" name="Gruppieren 1646"/>
              <p:cNvGrpSpPr/>
              <p:nvPr/>
            </p:nvGrpSpPr>
            <p:grpSpPr bwMode="gray">
              <a:xfrm>
                <a:off x="7495819" y="5710070"/>
                <a:ext cx="1236463" cy="559334"/>
                <a:chOff x="7495819" y="5310478"/>
                <a:chExt cx="1236463" cy="559334"/>
              </a:xfrm>
            </p:grpSpPr>
            <p:sp>
              <p:nvSpPr>
                <p:cNvPr id="805" name="Würfel 804"/>
                <p:cNvSpPr/>
                <p:nvPr/>
              </p:nvSpPr>
              <p:spPr bwMode="gray">
                <a:xfrm>
                  <a:off x="7495819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6" name="Würfel 805"/>
                <p:cNvSpPr/>
                <p:nvPr/>
              </p:nvSpPr>
              <p:spPr bwMode="gray">
                <a:xfrm>
                  <a:off x="7593480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7" name="Würfel 806"/>
                <p:cNvSpPr/>
                <p:nvPr/>
              </p:nvSpPr>
              <p:spPr bwMode="gray">
                <a:xfrm>
                  <a:off x="7691141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8" name="Würfel 807"/>
                <p:cNvSpPr/>
                <p:nvPr/>
              </p:nvSpPr>
              <p:spPr bwMode="gray">
                <a:xfrm>
                  <a:off x="7788801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9" name="Würfel 808"/>
                <p:cNvSpPr/>
                <p:nvPr/>
              </p:nvSpPr>
              <p:spPr bwMode="gray">
                <a:xfrm>
                  <a:off x="7886463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11" name="Würfel 810"/>
                <p:cNvSpPr/>
                <p:nvPr/>
              </p:nvSpPr>
              <p:spPr bwMode="gray">
                <a:xfrm>
                  <a:off x="7984123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16" name="Würfel 815"/>
                <p:cNvSpPr/>
                <p:nvPr/>
              </p:nvSpPr>
              <p:spPr bwMode="gray">
                <a:xfrm>
                  <a:off x="7495819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0" name="Würfel 819"/>
                <p:cNvSpPr/>
                <p:nvPr/>
              </p:nvSpPr>
              <p:spPr bwMode="gray">
                <a:xfrm>
                  <a:off x="7593480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1" name="Würfel 820"/>
                <p:cNvSpPr/>
                <p:nvPr/>
              </p:nvSpPr>
              <p:spPr bwMode="gray">
                <a:xfrm>
                  <a:off x="7691141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2" name="Würfel 821"/>
                <p:cNvSpPr/>
                <p:nvPr/>
              </p:nvSpPr>
              <p:spPr bwMode="gray">
                <a:xfrm>
                  <a:off x="7788801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3" name="Würfel 822"/>
                <p:cNvSpPr/>
                <p:nvPr/>
              </p:nvSpPr>
              <p:spPr bwMode="gray">
                <a:xfrm>
                  <a:off x="7886463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4" name="Würfel 823"/>
                <p:cNvSpPr/>
                <p:nvPr/>
              </p:nvSpPr>
              <p:spPr bwMode="gray">
                <a:xfrm>
                  <a:off x="7984123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5" name="Würfel 824"/>
                <p:cNvSpPr/>
                <p:nvPr/>
              </p:nvSpPr>
              <p:spPr bwMode="gray">
                <a:xfrm>
                  <a:off x="7495819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6" name="Würfel 825"/>
                <p:cNvSpPr/>
                <p:nvPr/>
              </p:nvSpPr>
              <p:spPr bwMode="gray">
                <a:xfrm>
                  <a:off x="7593480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7" name="Würfel 826"/>
                <p:cNvSpPr/>
                <p:nvPr/>
              </p:nvSpPr>
              <p:spPr bwMode="gray">
                <a:xfrm>
                  <a:off x="7691141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8" name="Würfel 827"/>
                <p:cNvSpPr/>
                <p:nvPr/>
              </p:nvSpPr>
              <p:spPr bwMode="gray">
                <a:xfrm>
                  <a:off x="7788801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9" name="Würfel 828"/>
                <p:cNvSpPr/>
                <p:nvPr/>
              </p:nvSpPr>
              <p:spPr bwMode="gray">
                <a:xfrm>
                  <a:off x="7886463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0" name="Würfel 829"/>
                <p:cNvSpPr/>
                <p:nvPr/>
              </p:nvSpPr>
              <p:spPr bwMode="gray">
                <a:xfrm>
                  <a:off x="7984123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1" name="Würfel 830"/>
                <p:cNvSpPr/>
                <p:nvPr/>
              </p:nvSpPr>
              <p:spPr bwMode="gray">
                <a:xfrm>
                  <a:off x="7495819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2" name="Würfel 831"/>
                <p:cNvSpPr/>
                <p:nvPr/>
              </p:nvSpPr>
              <p:spPr bwMode="gray">
                <a:xfrm>
                  <a:off x="7593480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3" name="Würfel 832"/>
                <p:cNvSpPr/>
                <p:nvPr/>
              </p:nvSpPr>
              <p:spPr bwMode="gray">
                <a:xfrm>
                  <a:off x="7691141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4" name="Würfel 833"/>
                <p:cNvSpPr/>
                <p:nvPr/>
              </p:nvSpPr>
              <p:spPr bwMode="gray">
                <a:xfrm>
                  <a:off x="7788801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5" name="Würfel 834"/>
                <p:cNvSpPr/>
                <p:nvPr/>
              </p:nvSpPr>
              <p:spPr bwMode="gray">
                <a:xfrm>
                  <a:off x="7886463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6" name="Würfel 835"/>
                <p:cNvSpPr/>
                <p:nvPr/>
              </p:nvSpPr>
              <p:spPr bwMode="gray">
                <a:xfrm>
                  <a:off x="7984123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7" name="Würfel 836"/>
                <p:cNvSpPr/>
                <p:nvPr/>
              </p:nvSpPr>
              <p:spPr bwMode="gray">
                <a:xfrm>
                  <a:off x="7495819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8" name="Würfel 837"/>
                <p:cNvSpPr/>
                <p:nvPr/>
              </p:nvSpPr>
              <p:spPr bwMode="gray">
                <a:xfrm>
                  <a:off x="7593480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9" name="Würfel 838"/>
                <p:cNvSpPr/>
                <p:nvPr/>
              </p:nvSpPr>
              <p:spPr bwMode="gray">
                <a:xfrm>
                  <a:off x="7691141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0" name="Würfel 839"/>
                <p:cNvSpPr/>
                <p:nvPr/>
              </p:nvSpPr>
              <p:spPr bwMode="gray">
                <a:xfrm>
                  <a:off x="7788801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1" name="Würfel 840"/>
                <p:cNvSpPr/>
                <p:nvPr/>
              </p:nvSpPr>
              <p:spPr bwMode="gray">
                <a:xfrm>
                  <a:off x="7886463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2" name="Würfel 841"/>
                <p:cNvSpPr/>
                <p:nvPr/>
              </p:nvSpPr>
              <p:spPr bwMode="gray">
                <a:xfrm>
                  <a:off x="7984123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3" name="Würfel 842"/>
                <p:cNvSpPr/>
                <p:nvPr/>
              </p:nvSpPr>
              <p:spPr bwMode="gray">
                <a:xfrm>
                  <a:off x="7495819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4" name="Würfel 843"/>
                <p:cNvSpPr/>
                <p:nvPr/>
              </p:nvSpPr>
              <p:spPr bwMode="gray">
                <a:xfrm>
                  <a:off x="7593480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5" name="Würfel 844"/>
                <p:cNvSpPr/>
                <p:nvPr/>
              </p:nvSpPr>
              <p:spPr bwMode="gray">
                <a:xfrm>
                  <a:off x="7691141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6" name="Würfel 845"/>
                <p:cNvSpPr/>
                <p:nvPr/>
              </p:nvSpPr>
              <p:spPr bwMode="gray">
                <a:xfrm>
                  <a:off x="7788801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7" name="Würfel 846"/>
                <p:cNvSpPr/>
                <p:nvPr/>
              </p:nvSpPr>
              <p:spPr bwMode="gray">
                <a:xfrm>
                  <a:off x="7886463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8" name="Würfel 847"/>
                <p:cNvSpPr/>
                <p:nvPr/>
              </p:nvSpPr>
              <p:spPr bwMode="gray">
                <a:xfrm>
                  <a:off x="7984123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9" name="Würfel 848"/>
                <p:cNvSpPr/>
                <p:nvPr/>
              </p:nvSpPr>
              <p:spPr bwMode="gray">
                <a:xfrm>
                  <a:off x="8081784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0" name="Würfel 849"/>
                <p:cNvSpPr/>
                <p:nvPr/>
              </p:nvSpPr>
              <p:spPr bwMode="gray">
                <a:xfrm>
                  <a:off x="8277106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1" name="Würfel 850"/>
                <p:cNvSpPr/>
                <p:nvPr/>
              </p:nvSpPr>
              <p:spPr bwMode="gray">
                <a:xfrm>
                  <a:off x="8179445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2" name="Würfel 851"/>
                <p:cNvSpPr/>
                <p:nvPr/>
              </p:nvSpPr>
              <p:spPr bwMode="gray">
                <a:xfrm>
                  <a:off x="8374767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3" name="Würfel 852"/>
                <p:cNvSpPr/>
                <p:nvPr/>
              </p:nvSpPr>
              <p:spPr bwMode="gray">
                <a:xfrm>
                  <a:off x="8081784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4" name="Würfel 853"/>
                <p:cNvSpPr/>
                <p:nvPr/>
              </p:nvSpPr>
              <p:spPr bwMode="gray">
                <a:xfrm>
                  <a:off x="8277106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5" name="Würfel 854"/>
                <p:cNvSpPr/>
                <p:nvPr/>
              </p:nvSpPr>
              <p:spPr bwMode="gray">
                <a:xfrm>
                  <a:off x="8179445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6" name="Würfel 855"/>
                <p:cNvSpPr/>
                <p:nvPr/>
              </p:nvSpPr>
              <p:spPr bwMode="gray">
                <a:xfrm>
                  <a:off x="8374767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7" name="Würfel 856"/>
                <p:cNvSpPr/>
                <p:nvPr/>
              </p:nvSpPr>
              <p:spPr bwMode="gray">
                <a:xfrm>
                  <a:off x="8081784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8" name="Würfel 857"/>
                <p:cNvSpPr/>
                <p:nvPr/>
              </p:nvSpPr>
              <p:spPr bwMode="gray">
                <a:xfrm>
                  <a:off x="8277106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9" name="Würfel 858"/>
                <p:cNvSpPr/>
                <p:nvPr/>
              </p:nvSpPr>
              <p:spPr bwMode="gray">
                <a:xfrm>
                  <a:off x="8179445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0" name="Würfel 859"/>
                <p:cNvSpPr/>
                <p:nvPr/>
              </p:nvSpPr>
              <p:spPr bwMode="gray">
                <a:xfrm>
                  <a:off x="8374767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1" name="Würfel 860"/>
                <p:cNvSpPr/>
                <p:nvPr/>
              </p:nvSpPr>
              <p:spPr bwMode="gray">
                <a:xfrm>
                  <a:off x="8081784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2" name="Würfel 861"/>
                <p:cNvSpPr/>
                <p:nvPr/>
              </p:nvSpPr>
              <p:spPr bwMode="gray">
                <a:xfrm>
                  <a:off x="8277106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3" name="Würfel 862"/>
                <p:cNvSpPr/>
                <p:nvPr/>
              </p:nvSpPr>
              <p:spPr bwMode="gray">
                <a:xfrm>
                  <a:off x="8179445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4" name="Würfel 863"/>
                <p:cNvSpPr/>
                <p:nvPr/>
              </p:nvSpPr>
              <p:spPr bwMode="gray">
                <a:xfrm>
                  <a:off x="8374767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5" name="Würfel 864"/>
                <p:cNvSpPr/>
                <p:nvPr/>
              </p:nvSpPr>
              <p:spPr bwMode="gray">
                <a:xfrm>
                  <a:off x="8081784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6" name="Würfel 865"/>
                <p:cNvSpPr/>
                <p:nvPr/>
              </p:nvSpPr>
              <p:spPr bwMode="gray">
                <a:xfrm>
                  <a:off x="8277106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7" name="Würfel 866"/>
                <p:cNvSpPr/>
                <p:nvPr/>
              </p:nvSpPr>
              <p:spPr bwMode="gray">
                <a:xfrm>
                  <a:off x="8179445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8" name="Würfel 867"/>
                <p:cNvSpPr/>
                <p:nvPr/>
              </p:nvSpPr>
              <p:spPr bwMode="gray">
                <a:xfrm>
                  <a:off x="8374767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9" name="Würfel 868"/>
                <p:cNvSpPr/>
                <p:nvPr/>
              </p:nvSpPr>
              <p:spPr bwMode="gray">
                <a:xfrm>
                  <a:off x="8081784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0" name="Würfel 869"/>
                <p:cNvSpPr/>
                <p:nvPr/>
              </p:nvSpPr>
              <p:spPr bwMode="gray">
                <a:xfrm>
                  <a:off x="8277106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1" name="Würfel 870"/>
                <p:cNvSpPr/>
                <p:nvPr/>
              </p:nvSpPr>
              <p:spPr bwMode="gray">
                <a:xfrm>
                  <a:off x="8179445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2" name="Würfel 871"/>
                <p:cNvSpPr/>
                <p:nvPr/>
              </p:nvSpPr>
              <p:spPr bwMode="gray">
                <a:xfrm>
                  <a:off x="8374767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3" name="Würfel 872"/>
                <p:cNvSpPr/>
                <p:nvPr/>
              </p:nvSpPr>
              <p:spPr bwMode="gray">
                <a:xfrm>
                  <a:off x="8465694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4" name="Würfel 873"/>
                <p:cNvSpPr/>
                <p:nvPr/>
              </p:nvSpPr>
              <p:spPr bwMode="gray">
                <a:xfrm>
                  <a:off x="8661016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5" name="Würfel 874"/>
                <p:cNvSpPr/>
                <p:nvPr/>
              </p:nvSpPr>
              <p:spPr bwMode="gray">
                <a:xfrm>
                  <a:off x="8563355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6" name="Würfel 875"/>
                <p:cNvSpPr/>
                <p:nvPr/>
              </p:nvSpPr>
              <p:spPr bwMode="gray">
                <a:xfrm>
                  <a:off x="8465694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7" name="Würfel 876"/>
                <p:cNvSpPr/>
                <p:nvPr/>
              </p:nvSpPr>
              <p:spPr bwMode="gray">
                <a:xfrm>
                  <a:off x="8661016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8" name="Würfel 877"/>
                <p:cNvSpPr/>
                <p:nvPr/>
              </p:nvSpPr>
              <p:spPr bwMode="gray">
                <a:xfrm>
                  <a:off x="8563355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9" name="Würfel 878"/>
                <p:cNvSpPr/>
                <p:nvPr/>
              </p:nvSpPr>
              <p:spPr bwMode="gray">
                <a:xfrm>
                  <a:off x="8465694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0" name="Würfel 879"/>
                <p:cNvSpPr/>
                <p:nvPr/>
              </p:nvSpPr>
              <p:spPr bwMode="gray">
                <a:xfrm>
                  <a:off x="8661016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1" name="Würfel 880"/>
                <p:cNvSpPr/>
                <p:nvPr/>
              </p:nvSpPr>
              <p:spPr bwMode="gray">
                <a:xfrm>
                  <a:off x="8563355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2" name="Würfel 881"/>
                <p:cNvSpPr/>
                <p:nvPr/>
              </p:nvSpPr>
              <p:spPr bwMode="gray">
                <a:xfrm>
                  <a:off x="8465694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3" name="Würfel 882"/>
                <p:cNvSpPr/>
                <p:nvPr/>
              </p:nvSpPr>
              <p:spPr bwMode="gray">
                <a:xfrm>
                  <a:off x="8661016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4" name="Würfel 883"/>
                <p:cNvSpPr/>
                <p:nvPr/>
              </p:nvSpPr>
              <p:spPr bwMode="gray">
                <a:xfrm>
                  <a:off x="8563355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5" name="Würfel 884"/>
                <p:cNvSpPr/>
                <p:nvPr/>
              </p:nvSpPr>
              <p:spPr bwMode="gray">
                <a:xfrm>
                  <a:off x="8465694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6" name="Würfel 885"/>
                <p:cNvSpPr/>
                <p:nvPr/>
              </p:nvSpPr>
              <p:spPr bwMode="gray">
                <a:xfrm>
                  <a:off x="8661016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7" name="Würfel 886"/>
                <p:cNvSpPr/>
                <p:nvPr/>
              </p:nvSpPr>
              <p:spPr bwMode="gray">
                <a:xfrm>
                  <a:off x="8563355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8" name="Würfel 887"/>
                <p:cNvSpPr/>
                <p:nvPr/>
              </p:nvSpPr>
              <p:spPr bwMode="gray">
                <a:xfrm>
                  <a:off x="8465694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9" name="Würfel 888"/>
                <p:cNvSpPr/>
                <p:nvPr/>
              </p:nvSpPr>
              <p:spPr bwMode="gray">
                <a:xfrm>
                  <a:off x="8661016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0" name="Würfel 889"/>
                <p:cNvSpPr/>
                <p:nvPr/>
              </p:nvSpPr>
              <p:spPr bwMode="gray">
                <a:xfrm>
                  <a:off x="8563355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</p:grpSp>
        <p:grpSp>
          <p:nvGrpSpPr>
            <p:cNvPr id="891" name="Gruppieren 890"/>
            <p:cNvGrpSpPr/>
            <p:nvPr/>
          </p:nvGrpSpPr>
          <p:grpSpPr bwMode="gray">
            <a:xfrm>
              <a:off x="4708026" y="4992155"/>
              <a:ext cx="2699808" cy="1376636"/>
              <a:chOff x="4708026" y="4992155"/>
              <a:chExt cx="2699808" cy="1376636"/>
            </a:xfrm>
          </p:grpSpPr>
          <p:sp>
            <p:nvSpPr>
              <p:cNvPr id="892" name="Textfeld 891"/>
              <p:cNvSpPr txBox="1"/>
              <p:nvPr/>
            </p:nvSpPr>
            <p:spPr bwMode="gray">
              <a:xfrm>
                <a:off x="6120348" y="4992155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893" name="Gruppieren 294"/>
              <p:cNvGrpSpPr/>
              <p:nvPr/>
            </p:nvGrpSpPr>
            <p:grpSpPr bwMode="gray">
              <a:xfrm>
                <a:off x="4708026" y="5021137"/>
                <a:ext cx="1428278" cy="1248793"/>
                <a:chOff x="479425" y="1236208"/>
                <a:chExt cx="1749400" cy="2053033"/>
              </a:xfrm>
            </p:grpSpPr>
            <p:sp>
              <p:nvSpPr>
                <p:cNvPr id="894" name="Textfeld 893"/>
                <p:cNvSpPr txBox="1"/>
                <p:nvPr/>
              </p:nvSpPr>
              <p:spPr bwMode="gray">
                <a:xfrm>
                  <a:off x="60348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2020</a:t>
                  </a:r>
                  <a:endParaRPr lang="de-DE" sz="900"/>
                </a:p>
              </p:txBody>
            </p:sp>
            <p:sp>
              <p:nvSpPr>
                <p:cNvPr id="895" name="Textfeld 894"/>
                <p:cNvSpPr txBox="1"/>
                <p:nvPr/>
              </p:nvSpPr>
              <p:spPr bwMode="gray">
                <a:xfrm>
                  <a:off x="97963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896" name="Textfeld 895"/>
                <p:cNvSpPr txBox="1"/>
                <p:nvPr/>
              </p:nvSpPr>
              <p:spPr bwMode="gray">
                <a:xfrm>
                  <a:off x="1355787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2022</a:t>
                  </a:r>
                  <a:endParaRPr lang="de-DE" sz="900"/>
                </a:p>
              </p:txBody>
            </p:sp>
            <p:sp>
              <p:nvSpPr>
                <p:cNvPr id="897" name="Textfeld 896"/>
                <p:cNvSpPr txBox="1"/>
                <p:nvPr/>
              </p:nvSpPr>
              <p:spPr bwMode="gray">
                <a:xfrm>
                  <a:off x="1731938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2023</a:t>
                  </a:r>
                  <a:endParaRPr lang="de-DE" sz="900"/>
                </a:p>
              </p:txBody>
            </p:sp>
            <p:grpSp>
              <p:nvGrpSpPr>
                <p:cNvPr id="898" name="Gruppieren 4"/>
                <p:cNvGrpSpPr/>
                <p:nvPr/>
              </p:nvGrpSpPr>
              <p:grpSpPr bwMode="gray">
                <a:xfrm>
                  <a:off x="479425" y="1236208"/>
                  <a:ext cx="1749400" cy="1780006"/>
                  <a:chOff x="3202985" y="3500559"/>
                  <a:chExt cx="1907810" cy="1875039"/>
                </a:xfrm>
              </p:grpSpPr>
              <p:sp>
                <p:nvSpPr>
                  <p:cNvPr id="899" name="Rechteck 898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907" name="Gerade Verbindung 906"/>
                  <p:cNvCxnSpPr/>
                  <p:nvPr/>
                </p:nvCxnSpPr>
                <p:spPr bwMode="gray">
                  <a:xfrm flipV="1">
                    <a:off x="3202985" y="5375596"/>
                    <a:ext cx="1907810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908" name="Gruppieren 907"/>
            <p:cNvGrpSpPr/>
            <p:nvPr/>
          </p:nvGrpSpPr>
          <p:grpSpPr bwMode="gray">
            <a:xfrm>
              <a:off x="3196989" y="503528"/>
              <a:ext cx="5373923" cy="2860001"/>
              <a:chOff x="3196989" y="503528"/>
              <a:chExt cx="5373923" cy="2860001"/>
            </a:xfrm>
          </p:grpSpPr>
          <p:sp>
            <p:nvSpPr>
              <p:cNvPr id="909" name="Textfeld 908"/>
              <p:cNvSpPr txBox="1"/>
              <p:nvPr/>
            </p:nvSpPr>
            <p:spPr bwMode="gray">
              <a:xfrm>
                <a:off x="3980783" y="2406879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910" name="Textfeld 909"/>
              <p:cNvSpPr txBox="1"/>
              <p:nvPr/>
            </p:nvSpPr>
            <p:spPr bwMode="gray">
              <a:xfrm>
                <a:off x="4701792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911" name="Textfeld 910"/>
              <p:cNvSpPr txBox="1"/>
              <p:nvPr/>
            </p:nvSpPr>
            <p:spPr bwMode="gray">
              <a:xfrm>
                <a:off x="3196990" y="503528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912" name="Rechteck 911"/>
              <p:cNvSpPr/>
              <p:nvPr/>
            </p:nvSpPr>
            <p:spPr bwMode="gray">
              <a:xfrm>
                <a:off x="3196989" y="2665497"/>
                <a:ext cx="5373923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 </a:t>
                </a:r>
                <a:r>
                  <a:rPr lang="de-DE" sz="1100" smtClean="0">
                    <a:solidFill>
                      <a:srgbClr val="000000"/>
                    </a:solidFill>
                  </a:rPr>
                  <a:t>This is a placeholder text, it can be replaced with your own text.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3" name="Textfeld 912"/>
              <p:cNvSpPr txBox="1"/>
              <p:nvPr/>
            </p:nvSpPr>
            <p:spPr bwMode="gray">
              <a:xfrm>
                <a:off x="3340584" y="240687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914" name="Textfeld 913"/>
              <p:cNvSpPr txBox="1"/>
              <p:nvPr/>
            </p:nvSpPr>
            <p:spPr bwMode="gray">
              <a:xfrm>
                <a:off x="5315747" y="240687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grpSp>
            <p:nvGrpSpPr>
              <p:cNvPr id="915" name="Gruppieren 219"/>
              <p:cNvGrpSpPr/>
              <p:nvPr/>
            </p:nvGrpSpPr>
            <p:grpSpPr bwMode="gray">
              <a:xfrm>
                <a:off x="3417022" y="850595"/>
                <a:ext cx="5054403" cy="1574605"/>
                <a:chOff x="3417022" y="850596"/>
                <a:chExt cx="4558687" cy="1420174"/>
              </a:xfrm>
            </p:grpSpPr>
            <p:grpSp>
              <p:nvGrpSpPr>
                <p:cNvPr id="920" name="Gruppieren 552"/>
                <p:cNvGrpSpPr/>
                <p:nvPr/>
              </p:nvGrpSpPr>
              <p:grpSpPr bwMode="gray">
                <a:xfrm rot="21445823">
                  <a:off x="4551560" y="961230"/>
                  <a:ext cx="559921" cy="1243946"/>
                  <a:chOff x="1638379" y="1795010"/>
                  <a:chExt cx="923514" cy="2051723"/>
                </a:xfrm>
              </p:grpSpPr>
              <p:grpSp>
                <p:nvGrpSpPr>
                  <p:cNvPr id="956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958" name="Rechteck 95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59" name="Rechteck 958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57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1" name="Gruppieren 557"/>
                <p:cNvGrpSpPr/>
                <p:nvPr/>
              </p:nvGrpSpPr>
              <p:grpSpPr bwMode="gray">
                <a:xfrm rot="390607">
                  <a:off x="3917945" y="998452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952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954" name="Rechteck 953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55" name="Rechteck 954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53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2" name="Gruppieren 672"/>
                <p:cNvGrpSpPr/>
                <p:nvPr/>
              </p:nvGrpSpPr>
              <p:grpSpPr bwMode="gray">
                <a:xfrm rot="21419233">
                  <a:off x="3417022" y="1321618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948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950" name="Rechteck 949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51" name="Rechteck 950"/>
                    <p:cNvSpPr/>
                    <p:nvPr/>
                  </p:nvSpPr>
                  <p:spPr bwMode="gray">
                    <a:xfrm>
                      <a:off x="1716504" y="3161379"/>
                      <a:ext cx="767264" cy="63553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49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3" name="Gruppieren 730"/>
                <p:cNvGrpSpPr>
                  <a:grpSpLocks noChangeAspect="1"/>
                </p:cNvGrpSpPr>
                <p:nvPr/>
              </p:nvGrpSpPr>
              <p:grpSpPr bwMode="gray">
                <a:xfrm rot="316738">
                  <a:off x="5185175" y="1305796"/>
                  <a:ext cx="427831" cy="950490"/>
                  <a:chOff x="1638379" y="1795010"/>
                  <a:chExt cx="923514" cy="2051723"/>
                </a:xfrm>
              </p:grpSpPr>
              <p:grpSp>
                <p:nvGrpSpPr>
                  <p:cNvPr id="944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946" name="Rechteck 945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47" name="Rechteck 946"/>
                    <p:cNvSpPr/>
                    <p:nvPr/>
                  </p:nvSpPr>
                  <p:spPr bwMode="gray">
                    <a:xfrm>
                      <a:off x="1716504" y="2721479"/>
                      <a:ext cx="767264" cy="107544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45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4" name="Gruppieren 552"/>
                <p:cNvGrpSpPr/>
                <p:nvPr/>
              </p:nvGrpSpPr>
              <p:grpSpPr bwMode="gray">
                <a:xfrm rot="167314">
                  <a:off x="5686700" y="850596"/>
                  <a:ext cx="610301" cy="1355872"/>
                  <a:chOff x="1638379" y="1795010"/>
                  <a:chExt cx="923514" cy="2051723"/>
                </a:xfrm>
              </p:grpSpPr>
              <p:grpSp>
                <p:nvGrpSpPr>
                  <p:cNvPr id="940" name="Gruppieren 553"/>
                  <p:cNvGrpSpPr/>
                  <p:nvPr/>
                </p:nvGrpSpPr>
                <p:grpSpPr bwMode="gray">
                  <a:xfrm>
                    <a:off x="1716504" y="1844825"/>
                    <a:ext cx="767265" cy="1952094"/>
                    <a:chOff x="1716504" y="1844825"/>
                    <a:chExt cx="767265" cy="1952094"/>
                  </a:xfrm>
                </p:grpSpPr>
                <p:sp>
                  <p:nvSpPr>
                    <p:cNvPr id="942" name="Rechteck 941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43" name="Rechteck 942"/>
                    <p:cNvSpPr/>
                    <p:nvPr/>
                  </p:nvSpPr>
                  <p:spPr bwMode="gray">
                    <a:xfrm>
                      <a:off x="1716505" y="2266220"/>
                      <a:ext cx="767264" cy="15306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41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5" name="Gruppieren 557"/>
                <p:cNvGrpSpPr/>
                <p:nvPr/>
              </p:nvGrpSpPr>
              <p:grpSpPr bwMode="gray">
                <a:xfrm rot="21150889">
                  <a:off x="6370695" y="998451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936" name="Gruppieren 558"/>
                  <p:cNvGrpSpPr/>
                  <p:nvPr/>
                </p:nvGrpSpPr>
                <p:grpSpPr bwMode="gray">
                  <a:xfrm>
                    <a:off x="640554" y="1844825"/>
                    <a:ext cx="767265" cy="1952094"/>
                    <a:chOff x="1716503" y="1844825"/>
                    <a:chExt cx="767265" cy="1952094"/>
                  </a:xfrm>
                </p:grpSpPr>
                <p:sp>
                  <p:nvSpPr>
                    <p:cNvPr id="938" name="Rechteck 93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39" name="Rechteck 938"/>
                    <p:cNvSpPr/>
                    <p:nvPr/>
                  </p:nvSpPr>
                  <p:spPr bwMode="gray">
                    <a:xfrm>
                      <a:off x="1716503" y="2986800"/>
                      <a:ext cx="767264" cy="81011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37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6" name="Gruppieren 730"/>
                <p:cNvGrpSpPr>
                  <a:grpSpLocks noChangeAspect="1"/>
                </p:cNvGrpSpPr>
                <p:nvPr/>
              </p:nvGrpSpPr>
              <p:grpSpPr bwMode="gray">
                <a:xfrm>
                  <a:off x="7004310" y="1305796"/>
                  <a:ext cx="427831" cy="950490"/>
                  <a:chOff x="1638379" y="1795010"/>
                  <a:chExt cx="923514" cy="2051723"/>
                </a:xfrm>
              </p:grpSpPr>
              <p:grpSp>
                <p:nvGrpSpPr>
                  <p:cNvPr id="932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934" name="Rechteck 933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35" name="Rechteck 934"/>
                    <p:cNvSpPr/>
                    <p:nvPr/>
                  </p:nvSpPr>
                  <p:spPr bwMode="gray">
                    <a:xfrm>
                      <a:off x="1716504" y="3133747"/>
                      <a:ext cx="767264" cy="663173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33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927" name="Gruppieren 672"/>
                <p:cNvGrpSpPr/>
                <p:nvPr/>
              </p:nvGrpSpPr>
              <p:grpSpPr bwMode="gray">
                <a:xfrm rot="505997">
                  <a:off x="7548480" y="1321617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928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930" name="Rechteck 929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931" name="Rechteck 930"/>
                    <p:cNvSpPr/>
                    <p:nvPr/>
                  </p:nvSpPr>
                  <p:spPr bwMode="gray">
                    <a:xfrm>
                      <a:off x="1716504" y="2637448"/>
                      <a:ext cx="767264" cy="115947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929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916" name="Textfeld 915"/>
              <p:cNvSpPr txBox="1"/>
              <p:nvPr/>
            </p:nvSpPr>
            <p:spPr bwMode="gray">
              <a:xfrm>
                <a:off x="5893255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80%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917" name="Textfeld 916"/>
              <p:cNvSpPr txBox="1"/>
              <p:nvPr/>
            </p:nvSpPr>
            <p:spPr bwMode="gray">
              <a:xfrm>
                <a:off x="7339856" y="2406879"/>
                <a:ext cx="61652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918" name="Textfeld 917"/>
              <p:cNvSpPr txBox="1"/>
              <p:nvPr/>
            </p:nvSpPr>
            <p:spPr bwMode="gray">
              <a:xfrm>
                <a:off x="7948819" y="2406879"/>
                <a:ext cx="61652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919" name="Textfeld 918"/>
              <p:cNvSpPr txBox="1"/>
              <p:nvPr/>
            </p:nvSpPr>
            <p:spPr bwMode="gray">
              <a:xfrm>
                <a:off x="6652675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80%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uppieren 12"/>
          <p:cNvGrpSpPr/>
          <p:nvPr/>
        </p:nvGrpSpPr>
        <p:grpSpPr>
          <a:xfrm>
            <a:off x="251520" y="244889"/>
            <a:ext cx="8636140" cy="6368222"/>
            <a:chOff x="251520" y="244889"/>
            <a:chExt cx="8636140" cy="6368222"/>
          </a:xfrm>
        </p:grpSpPr>
        <p:grpSp>
          <p:nvGrpSpPr>
            <p:cNvPr id="2" name="Gruppieren 2"/>
            <p:cNvGrpSpPr/>
            <p:nvPr/>
          </p:nvGrpSpPr>
          <p:grpSpPr bwMode="gray">
            <a:xfrm>
              <a:off x="251520" y="244889"/>
              <a:ext cx="8636140" cy="6368222"/>
              <a:chOff x="251520" y="244889"/>
              <a:chExt cx="8636140" cy="6368222"/>
            </a:xfrm>
          </p:grpSpPr>
          <p:sp>
            <p:nvSpPr>
              <p:cNvPr id="73" name="Ellipse 72"/>
              <p:cNvSpPr/>
              <p:nvPr/>
            </p:nvSpPr>
            <p:spPr bwMode="gray">
              <a:xfrm rot="5400000">
                <a:off x="4497934" y="2294464"/>
                <a:ext cx="142162" cy="84951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3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" name="Ellipse 73"/>
              <p:cNvSpPr/>
              <p:nvPr/>
            </p:nvSpPr>
            <p:spPr bwMode="gray">
              <a:xfrm rot="5400000">
                <a:off x="4497934" y="-3931596"/>
                <a:ext cx="142162" cy="84951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3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" name="Ellipse 74"/>
              <p:cNvSpPr/>
              <p:nvPr/>
            </p:nvSpPr>
            <p:spPr bwMode="gray">
              <a:xfrm>
                <a:off x="8745499" y="315969"/>
                <a:ext cx="142161" cy="6226056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3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" name="Ellipse 75"/>
              <p:cNvSpPr/>
              <p:nvPr/>
            </p:nvSpPr>
            <p:spPr bwMode="gray">
              <a:xfrm>
                <a:off x="251520" y="315973"/>
                <a:ext cx="142161" cy="6226056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3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" name="Rechteck 76"/>
              <p:cNvSpPr/>
              <p:nvPr/>
            </p:nvSpPr>
            <p:spPr bwMode="gray">
              <a:xfrm>
                <a:off x="321450" y="315970"/>
                <a:ext cx="8496300" cy="6226059"/>
              </a:xfrm>
              <a:prstGeom prst="rect">
                <a:avLst/>
              </a:prstGeom>
              <a:gradFill flip="none" rotWithShape="1">
                <a:gsLst>
                  <a:gs pos="0">
                    <a:srgbClr val="E6E6E6"/>
                  </a:gs>
                  <a:gs pos="100000">
                    <a:srgbClr val="F8F8F8"/>
                  </a:gs>
                  <a:gs pos="50000">
                    <a:srgbClr val="FFFFFF"/>
                  </a:gs>
                </a:gsLst>
                <a:lin ang="13500000" scaled="1"/>
                <a:tileRect/>
              </a:gra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uppieren 89"/>
            <p:cNvGrpSpPr/>
            <p:nvPr/>
          </p:nvGrpSpPr>
          <p:grpSpPr bwMode="gray">
            <a:xfrm>
              <a:off x="393681" y="538328"/>
              <a:ext cx="2664841" cy="2817645"/>
              <a:chOff x="393681" y="538328"/>
              <a:chExt cx="2664841" cy="2817645"/>
            </a:xfrm>
          </p:grpSpPr>
          <p:sp>
            <p:nvSpPr>
              <p:cNvPr id="91" name="Rechteckige Legende 90"/>
              <p:cNvSpPr/>
              <p:nvPr/>
            </p:nvSpPr>
            <p:spPr bwMode="gray">
              <a:xfrm>
                <a:off x="2067320" y="538329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smtClean="0">
                    <a:solidFill>
                      <a:schemeClr val="accent1"/>
                    </a:solidFill>
                  </a:rPr>
                  <a:t>54</a:t>
                </a:r>
                <a:r>
                  <a:rPr lang="de-DE" sz="2000" smtClean="0">
                    <a:solidFill>
                      <a:schemeClr val="accent1"/>
                    </a:solidFill>
                  </a:rPr>
                  <a:t>/80</a:t>
                </a:r>
              </a:p>
              <a:p>
                <a:pPr>
                  <a:lnSpc>
                    <a:spcPct val="80000"/>
                  </a:lnSpc>
                </a:pPr>
                <a:r>
                  <a:rPr lang="de-DE" sz="2000" smtClean="0">
                    <a:solidFill>
                      <a:schemeClr val="accent1"/>
                    </a:solidFill>
                  </a:rPr>
                  <a:t>like it.</a:t>
                </a:r>
                <a:endParaRPr lang="de-DE" sz="2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Rechteck 92"/>
              <p:cNvSpPr/>
              <p:nvPr/>
            </p:nvSpPr>
            <p:spPr bwMode="gray">
              <a:xfrm>
                <a:off x="393681" y="3015397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" name="Gruppieren 236"/>
              <p:cNvGrpSpPr/>
              <p:nvPr/>
            </p:nvGrpSpPr>
            <p:grpSpPr bwMode="gray">
              <a:xfrm>
                <a:off x="502462" y="538328"/>
                <a:ext cx="1389386" cy="2395610"/>
                <a:chOff x="502462" y="538328"/>
                <a:chExt cx="1389386" cy="2395610"/>
              </a:xfrm>
            </p:grpSpPr>
            <p:grpSp>
              <p:nvGrpSpPr>
                <p:cNvPr id="5" name="Gruppieren 233"/>
                <p:cNvGrpSpPr/>
                <p:nvPr/>
              </p:nvGrpSpPr>
              <p:grpSpPr bwMode="gray">
                <a:xfrm>
                  <a:off x="502462" y="1151036"/>
                  <a:ext cx="1389386" cy="251131"/>
                  <a:chOff x="502462" y="1133033"/>
                  <a:chExt cx="1389386" cy="251131"/>
                </a:xfrm>
              </p:grpSpPr>
              <p:sp>
                <p:nvSpPr>
                  <p:cNvPr id="1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6" name="Gruppieren 234"/>
                <p:cNvGrpSpPr/>
                <p:nvPr/>
              </p:nvGrpSpPr>
              <p:grpSpPr bwMode="gray">
                <a:xfrm>
                  <a:off x="502462" y="844682"/>
                  <a:ext cx="1389386" cy="251131"/>
                  <a:chOff x="502462" y="835681"/>
                  <a:chExt cx="1389386" cy="251131"/>
                </a:xfrm>
              </p:grpSpPr>
              <p:sp>
                <p:nvSpPr>
                  <p:cNvPr id="1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7" name="Gruppieren 235"/>
                <p:cNvGrpSpPr/>
                <p:nvPr/>
              </p:nvGrpSpPr>
              <p:grpSpPr bwMode="gray">
                <a:xfrm>
                  <a:off x="502462" y="538328"/>
                  <a:ext cx="1389386" cy="251131"/>
                  <a:chOff x="502462" y="538328"/>
                  <a:chExt cx="1389386" cy="251131"/>
                </a:xfrm>
              </p:grpSpPr>
              <p:sp>
                <p:nvSpPr>
                  <p:cNvPr id="1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8" name="Gruppieren 230"/>
                <p:cNvGrpSpPr/>
                <p:nvPr/>
              </p:nvGrpSpPr>
              <p:grpSpPr bwMode="gray">
                <a:xfrm>
                  <a:off x="502462" y="2070098"/>
                  <a:ext cx="1389386" cy="251131"/>
                  <a:chOff x="502462" y="2043904"/>
                  <a:chExt cx="1389386" cy="251131"/>
                </a:xfrm>
              </p:grpSpPr>
              <p:sp>
                <p:nvSpPr>
                  <p:cNvPr id="1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9" name="Gruppieren 231"/>
                <p:cNvGrpSpPr/>
                <p:nvPr/>
              </p:nvGrpSpPr>
              <p:grpSpPr bwMode="gray">
                <a:xfrm>
                  <a:off x="502462" y="1763744"/>
                  <a:ext cx="1389386" cy="251131"/>
                  <a:chOff x="502462" y="1746552"/>
                  <a:chExt cx="1389386" cy="251131"/>
                </a:xfrm>
              </p:grpSpPr>
              <p:sp>
                <p:nvSpPr>
                  <p:cNvPr id="1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0" name="Gruppieren 232"/>
                <p:cNvGrpSpPr/>
                <p:nvPr/>
              </p:nvGrpSpPr>
              <p:grpSpPr bwMode="gray">
                <a:xfrm>
                  <a:off x="502462" y="1457390"/>
                  <a:ext cx="1389386" cy="251131"/>
                  <a:chOff x="502462" y="1449199"/>
                  <a:chExt cx="1389386" cy="251131"/>
                </a:xfrm>
              </p:grpSpPr>
              <p:sp>
                <p:nvSpPr>
                  <p:cNvPr id="13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" name="Gruppieren 228"/>
                <p:cNvGrpSpPr/>
                <p:nvPr/>
              </p:nvGrpSpPr>
              <p:grpSpPr bwMode="gray">
                <a:xfrm>
                  <a:off x="502462" y="2682807"/>
                  <a:ext cx="1389386" cy="251131"/>
                  <a:chOff x="502462" y="2682807"/>
                  <a:chExt cx="1389386" cy="251131"/>
                </a:xfrm>
              </p:grpSpPr>
              <p:sp>
                <p:nvSpPr>
                  <p:cNvPr id="1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2" name="Gruppieren 229"/>
                <p:cNvGrpSpPr/>
                <p:nvPr/>
              </p:nvGrpSpPr>
              <p:grpSpPr bwMode="gray">
                <a:xfrm>
                  <a:off x="502462" y="2376452"/>
                  <a:ext cx="1389386" cy="251131"/>
                  <a:chOff x="502462" y="2385455"/>
                  <a:chExt cx="1389386" cy="251131"/>
                </a:xfrm>
              </p:grpSpPr>
              <p:sp>
                <p:nvSpPr>
                  <p:cNvPr id="11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sp>
            <p:nvSpPr>
              <p:cNvPr id="97" name="Textfeld 96"/>
              <p:cNvSpPr txBox="1"/>
              <p:nvPr/>
            </p:nvSpPr>
            <p:spPr bwMode="gray">
              <a:xfrm>
                <a:off x="2067320" y="1574671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7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7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7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7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81" name="Gruppieren 680"/>
            <p:cNvGrpSpPr/>
            <p:nvPr/>
          </p:nvGrpSpPr>
          <p:grpSpPr bwMode="gray">
            <a:xfrm>
              <a:off x="3195628" y="495970"/>
              <a:ext cx="5557428" cy="2860799"/>
              <a:chOff x="393450" y="495970"/>
              <a:chExt cx="5557428" cy="2860799"/>
            </a:xfrm>
          </p:grpSpPr>
          <p:sp>
            <p:nvSpPr>
              <p:cNvPr id="682" name="Textfeld 681"/>
              <p:cNvSpPr txBox="1"/>
              <p:nvPr/>
            </p:nvSpPr>
            <p:spPr bwMode="gray">
              <a:xfrm>
                <a:off x="393450" y="495970"/>
                <a:ext cx="5375285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83" name="Rechteck 682"/>
              <p:cNvSpPr/>
              <p:nvPr/>
            </p:nvSpPr>
            <p:spPr bwMode="gray">
              <a:xfrm>
                <a:off x="393450" y="854673"/>
                <a:ext cx="5545072" cy="359998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prstClr val="black"/>
                    </a:solidFill>
                  </a:rPr>
                  <a:t>Dies ist ein Platzhaltertext.</a:t>
                </a:r>
                <a:endParaRPr lang="de-DE" sz="1400">
                  <a:solidFill>
                    <a:prstClr val="black"/>
                  </a:solidFill>
                </a:endParaRPr>
              </a:p>
            </p:txBody>
          </p:sp>
          <p:sp>
            <p:nvSpPr>
              <p:cNvPr id="684" name="Textfeld 683"/>
              <p:cNvSpPr txBox="1"/>
              <p:nvPr/>
            </p:nvSpPr>
            <p:spPr bwMode="gray">
              <a:xfrm>
                <a:off x="2258488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poor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685" name="Textfeld 684"/>
              <p:cNvSpPr txBox="1"/>
              <p:nvPr/>
            </p:nvSpPr>
            <p:spPr bwMode="gray">
              <a:xfrm>
                <a:off x="3043526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ok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686" name="Textfeld 685"/>
              <p:cNvSpPr txBox="1"/>
              <p:nvPr/>
            </p:nvSpPr>
            <p:spPr bwMode="gray">
              <a:xfrm>
                <a:off x="3828564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good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687" name="Textfeld 686"/>
              <p:cNvSpPr txBox="1"/>
              <p:nvPr/>
            </p:nvSpPr>
            <p:spPr bwMode="gray">
              <a:xfrm>
                <a:off x="4493362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superior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688" name="Textfeld 687"/>
              <p:cNvSpPr txBox="1"/>
              <p:nvPr/>
            </p:nvSpPr>
            <p:spPr bwMode="gray">
              <a:xfrm>
                <a:off x="5278398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000" smtClean="0"/>
                  <a:t>exzellent</a:t>
                </a:r>
                <a:endParaRPr lang="de-DE" sz="1000"/>
              </a:p>
            </p:txBody>
          </p:sp>
          <p:grpSp>
            <p:nvGrpSpPr>
              <p:cNvPr id="689" name="Gruppieren 3"/>
              <p:cNvGrpSpPr/>
              <p:nvPr/>
            </p:nvGrpSpPr>
            <p:grpSpPr bwMode="gray">
              <a:xfrm>
                <a:off x="1689451" y="1214673"/>
                <a:ext cx="3925188" cy="1800723"/>
                <a:chOff x="1703149" y="1577324"/>
                <a:chExt cx="3772898" cy="1112160"/>
              </a:xfrm>
            </p:grpSpPr>
            <p:grpSp>
              <p:nvGrpSpPr>
                <p:cNvPr id="780" name="Gruppieren 169"/>
                <p:cNvGrpSpPr/>
                <p:nvPr/>
              </p:nvGrpSpPr>
              <p:grpSpPr bwMode="gray">
                <a:xfrm rot="5400000">
                  <a:off x="3033519" y="246956"/>
                  <a:ext cx="1112158" cy="3772897"/>
                  <a:chOff x="1871930" y="1002335"/>
                  <a:chExt cx="5080936" cy="1727685"/>
                </a:xfrm>
              </p:grpSpPr>
              <p:cxnSp>
                <p:nvCxnSpPr>
                  <p:cNvPr id="788" name="Gerade Verbindung 787"/>
                  <p:cNvCxnSpPr/>
                  <p:nvPr/>
                </p:nvCxnSpPr>
                <p:spPr bwMode="gray">
                  <a:xfrm flipH="1">
                    <a:off x="1871931" y="2384481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9" name="Gerade Verbindung 788"/>
                  <p:cNvCxnSpPr/>
                  <p:nvPr/>
                </p:nvCxnSpPr>
                <p:spPr bwMode="gray">
                  <a:xfrm flipH="1">
                    <a:off x="1871931" y="203894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Gerade Verbindung 789"/>
                  <p:cNvCxnSpPr/>
                  <p:nvPr/>
                </p:nvCxnSpPr>
                <p:spPr bwMode="gray">
                  <a:xfrm flipH="1">
                    <a:off x="1871931" y="1693409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Gerade Verbindung 790"/>
                  <p:cNvCxnSpPr/>
                  <p:nvPr/>
                </p:nvCxnSpPr>
                <p:spPr bwMode="gray">
                  <a:xfrm flipH="1">
                    <a:off x="1871931" y="100233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2" name="Gerade Verbindung 791"/>
                  <p:cNvCxnSpPr/>
                  <p:nvPr/>
                </p:nvCxnSpPr>
                <p:spPr bwMode="gray">
                  <a:xfrm flipH="1">
                    <a:off x="1871930" y="2730020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3" name="Gerade Verbindung 792"/>
                  <p:cNvCxnSpPr/>
                  <p:nvPr/>
                </p:nvCxnSpPr>
                <p:spPr bwMode="gray">
                  <a:xfrm flipH="1">
                    <a:off x="1871931" y="1347873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81" name="Rechteck 780"/>
                <p:cNvSpPr/>
                <p:nvPr/>
              </p:nvSpPr>
              <p:spPr bwMode="gray">
                <a:xfrm>
                  <a:off x="1703150" y="2424728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2" name="Rechteck 781"/>
                <p:cNvSpPr/>
                <p:nvPr/>
              </p:nvSpPr>
              <p:spPr bwMode="gray">
                <a:xfrm>
                  <a:off x="1703150" y="2424728"/>
                  <a:ext cx="2726216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3" name="Rechteck 782"/>
                <p:cNvSpPr/>
                <p:nvPr/>
              </p:nvSpPr>
              <p:spPr bwMode="gray">
                <a:xfrm>
                  <a:off x="1703150" y="2142260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4" name="Rechteck 783"/>
                <p:cNvSpPr/>
                <p:nvPr/>
              </p:nvSpPr>
              <p:spPr bwMode="gray">
                <a:xfrm>
                  <a:off x="1703150" y="2142260"/>
                  <a:ext cx="3341513" cy="14400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5" name="Rechteck 784"/>
                <p:cNvSpPr/>
                <p:nvPr/>
              </p:nvSpPr>
              <p:spPr bwMode="gray">
                <a:xfrm>
                  <a:off x="1703150" y="1859792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6" name="Rechteck 785"/>
                <p:cNvSpPr/>
                <p:nvPr/>
              </p:nvSpPr>
              <p:spPr bwMode="gray">
                <a:xfrm>
                  <a:off x="1703150" y="1577324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787" name="Rechteck 786"/>
                <p:cNvSpPr/>
                <p:nvPr/>
              </p:nvSpPr>
              <p:spPr bwMode="gray">
                <a:xfrm>
                  <a:off x="1703150" y="1577324"/>
                  <a:ext cx="1363108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</p:grpSp>
          <p:sp>
            <p:nvSpPr>
              <p:cNvPr id="690" name="Textfeld 689"/>
              <p:cNvSpPr txBox="1"/>
              <p:nvPr/>
            </p:nvSpPr>
            <p:spPr bwMode="gray">
              <a:xfrm>
                <a:off x="393450" y="1214676"/>
                <a:ext cx="1296000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 text</a:t>
                </a:r>
                <a:endParaRPr lang="de-DE" sz="1000"/>
              </a:p>
            </p:txBody>
          </p:sp>
          <p:sp>
            <p:nvSpPr>
              <p:cNvPr id="700" name="Textfeld 699"/>
              <p:cNvSpPr txBox="1"/>
              <p:nvPr/>
            </p:nvSpPr>
            <p:spPr bwMode="gray">
              <a:xfrm>
                <a:off x="393450" y="16720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This is a placeholder</a:t>
                </a:r>
                <a:endParaRPr lang="de-DE" sz="1000"/>
              </a:p>
            </p:txBody>
          </p:sp>
          <p:sp>
            <p:nvSpPr>
              <p:cNvPr id="710" name="Textfeld 709"/>
              <p:cNvSpPr txBox="1"/>
              <p:nvPr/>
            </p:nvSpPr>
            <p:spPr bwMode="gray">
              <a:xfrm>
                <a:off x="393450" y="2129375"/>
                <a:ext cx="1296000" cy="233153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b="1" smtClean="0"/>
                  <a:t>Type your text here</a:t>
                </a:r>
                <a:endParaRPr lang="de-DE" sz="1000" b="1"/>
              </a:p>
            </p:txBody>
          </p:sp>
          <p:sp>
            <p:nvSpPr>
              <p:cNvPr id="720" name="Textfeld 719"/>
              <p:cNvSpPr txBox="1"/>
              <p:nvPr/>
            </p:nvSpPr>
            <p:spPr bwMode="gray">
              <a:xfrm>
                <a:off x="393450" y="25867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Add Info here</a:t>
                </a:r>
                <a:endParaRPr lang="de-DE" sz="1000"/>
              </a:p>
            </p:txBody>
          </p:sp>
          <p:sp>
            <p:nvSpPr>
              <p:cNvPr id="730" name="Rechteck 729"/>
              <p:cNvSpPr/>
              <p:nvPr/>
            </p:nvSpPr>
            <p:spPr bwMode="gray">
              <a:xfrm>
                <a:off x="1689450" y="1672023"/>
                <a:ext cx="2118946" cy="233154"/>
              </a:xfrm>
              <a:prstGeom prst="rect">
                <a:avLst/>
              </a:prstGeom>
              <a:gradFill flip="none" rotWithShape="1">
                <a:gsLst>
                  <a:gs pos="90000">
                    <a:schemeClr val="accent1"/>
                  </a:gs>
                  <a:gs pos="50000">
                    <a:schemeClr val="accent1">
                      <a:lumMod val="60000"/>
                      <a:lumOff val="4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5000">
                    <a:schemeClr val="accent1">
                      <a:lumMod val="40000"/>
                      <a:lumOff val="6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776" name="Rechteckige Legende 775"/>
              <p:cNvSpPr/>
              <p:nvPr/>
            </p:nvSpPr>
            <p:spPr bwMode="gray">
              <a:xfrm>
                <a:off x="4542377" y="1589048"/>
                <a:ext cx="861838" cy="432384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3200" b="1" smtClean="0">
                    <a:solidFill>
                      <a:schemeClr val="accent1"/>
                    </a:solidFill>
                  </a:rPr>
                  <a:t>87%</a:t>
                </a:r>
                <a:endParaRPr lang="de-DE" sz="3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777" name="Rechteckige Legende 776"/>
              <p:cNvSpPr/>
              <p:nvPr/>
            </p:nvSpPr>
            <p:spPr bwMode="gray">
              <a:xfrm>
                <a:off x="2781482" y="929587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36%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778" name="Rechteckige Legende 777"/>
              <p:cNvSpPr/>
              <p:nvPr/>
            </p:nvSpPr>
            <p:spPr bwMode="gray">
              <a:xfrm>
                <a:off x="3489815" y="138145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53%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779" name="Rechteckige Legende 778"/>
              <p:cNvSpPr/>
              <p:nvPr/>
            </p:nvSpPr>
            <p:spPr bwMode="gray">
              <a:xfrm>
                <a:off x="4210180" y="229441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72%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794" name="Gruppieren 793"/>
            <p:cNvGrpSpPr/>
            <p:nvPr/>
          </p:nvGrpSpPr>
          <p:grpSpPr bwMode="gray">
            <a:xfrm>
              <a:off x="4643850" y="3499517"/>
              <a:ext cx="4138744" cy="1194970"/>
              <a:chOff x="4643850" y="3499517"/>
              <a:chExt cx="4138744" cy="1194970"/>
            </a:xfrm>
          </p:grpSpPr>
          <p:sp>
            <p:nvSpPr>
              <p:cNvPr id="795" name="Rechteck 794"/>
              <p:cNvSpPr/>
              <p:nvPr/>
            </p:nvSpPr>
            <p:spPr bwMode="gray">
              <a:xfrm>
                <a:off x="4643850" y="4229565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>
                  <a:solidFill>
                    <a:srgbClr val="7D7D7D"/>
                  </a:solidFill>
                </a:endParaRPr>
              </a:p>
            </p:txBody>
          </p:sp>
          <p:sp>
            <p:nvSpPr>
              <p:cNvPr id="796" name="Freeform 8"/>
              <p:cNvSpPr>
                <a:spLocks noEditPoints="1"/>
              </p:cNvSpPr>
              <p:nvPr/>
            </p:nvSpPr>
            <p:spPr bwMode="gray">
              <a:xfrm rot="21026752" flipV="1">
                <a:off x="6376005" y="3740684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797" name="Freeform 8"/>
              <p:cNvSpPr>
                <a:spLocks noEditPoints="1"/>
              </p:cNvSpPr>
              <p:nvPr/>
            </p:nvSpPr>
            <p:spPr bwMode="gray">
              <a:xfrm rot="21026752" flipV="1">
                <a:off x="5239015" y="3740685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798" name="Rechteck 797"/>
              <p:cNvSpPr/>
              <p:nvPr/>
            </p:nvSpPr>
            <p:spPr bwMode="gray">
              <a:xfrm>
                <a:off x="4710937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799" name="Rechteck 798"/>
              <p:cNvSpPr/>
              <p:nvPr/>
            </p:nvSpPr>
            <p:spPr bwMode="gray">
              <a:xfrm>
                <a:off x="5879458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800" name="Rechteck 799"/>
              <p:cNvSpPr/>
              <p:nvPr/>
            </p:nvSpPr>
            <p:spPr bwMode="gray">
              <a:xfrm>
                <a:off x="8164307" y="3984538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b="1" smtClean="0">
                    <a:solidFill>
                      <a:srgbClr val="000000"/>
                    </a:solidFill>
                  </a:rPr>
                  <a:t>Placeholder text.</a:t>
                </a:r>
                <a:endParaRPr lang="de-DE" sz="7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801" name="Gruppieren 297"/>
              <p:cNvGrpSpPr/>
              <p:nvPr/>
            </p:nvGrpSpPr>
            <p:grpSpPr bwMode="gray">
              <a:xfrm>
                <a:off x="6989188" y="3499517"/>
                <a:ext cx="439159" cy="681941"/>
                <a:chOff x="6989188" y="3499517"/>
                <a:chExt cx="439159" cy="681941"/>
              </a:xfrm>
            </p:grpSpPr>
            <p:sp>
              <p:nvSpPr>
                <p:cNvPr id="824" name="Rectangle 5"/>
                <p:cNvSpPr>
                  <a:spLocks noChangeArrowheads="1"/>
                </p:cNvSpPr>
                <p:nvPr/>
              </p:nvSpPr>
              <p:spPr bwMode="gray">
                <a:xfrm>
                  <a:off x="6989188" y="3499517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825" name="Rectangle 7"/>
                <p:cNvSpPr>
                  <a:spLocks noChangeArrowheads="1"/>
                </p:cNvSpPr>
                <p:nvPr/>
              </p:nvSpPr>
              <p:spPr bwMode="gray">
                <a:xfrm>
                  <a:off x="6989188" y="3529235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6" name="Freeform 6"/>
                <p:cNvSpPr>
                  <a:spLocks/>
                </p:cNvSpPr>
                <p:nvPr/>
              </p:nvSpPr>
              <p:spPr bwMode="gray">
                <a:xfrm>
                  <a:off x="7025070" y="3529235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802" name="Gruppieren 298"/>
              <p:cNvGrpSpPr/>
              <p:nvPr/>
            </p:nvGrpSpPr>
            <p:grpSpPr bwMode="gray">
              <a:xfrm>
                <a:off x="5843600" y="3504579"/>
                <a:ext cx="439159" cy="681941"/>
                <a:chOff x="5843600" y="3504579"/>
                <a:chExt cx="439159" cy="681941"/>
              </a:xfrm>
            </p:grpSpPr>
            <p:sp>
              <p:nvSpPr>
                <p:cNvPr id="821" name="Rectangle 5"/>
                <p:cNvSpPr>
                  <a:spLocks noChangeArrowheads="1"/>
                </p:cNvSpPr>
                <p:nvPr/>
              </p:nvSpPr>
              <p:spPr bwMode="gray">
                <a:xfrm>
                  <a:off x="5843600" y="3504579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822" name="Rectangle 7"/>
                <p:cNvSpPr>
                  <a:spLocks noChangeArrowheads="1"/>
                </p:cNvSpPr>
                <p:nvPr/>
              </p:nvSpPr>
              <p:spPr bwMode="gray">
                <a:xfrm>
                  <a:off x="5843600" y="3534297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>
                        <a:lumMod val="40000"/>
                        <a:lumOff val="6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3" name="Freeform 6"/>
                <p:cNvSpPr>
                  <a:spLocks/>
                </p:cNvSpPr>
                <p:nvPr/>
              </p:nvSpPr>
              <p:spPr bwMode="gray">
                <a:xfrm>
                  <a:off x="5879482" y="3534297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40000"/>
                        <a:lumOff val="60000"/>
                      </a:schemeClr>
                    </a:gs>
                    <a:gs pos="100000">
                      <a:schemeClr val="accent1">
                        <a:lumMod val="20000"/>
                        <a:lumOff val="8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803" name="Gruppieren 299"/>
              <p:cNvGrpSpPr/>
              <p:nvPr/>
            </p:nvGrpSpPr>
            <p:grpSpPr bwMode="gray">
              <a:xfrm>
                <a:off x="4698012" y="3504579"/>
                <a:ext cx="439159" cy="681941"/>
                <a:chOff x="4698012" y="3504579"/>
                <a:chExt cx="439159" cy="681941"/>
              </a:xfrm>
            </p:grpSpPr>
            <p:sp>
              <p:nvSpPr>
                <p:cNvPr id="811" name="Rectangle 5"/>
                <p:cNvSpPr>
                  <a:spLocks noChangeArrowheads="1"/>
                </p:cNvSpPr>
                <p:nvPr/>
              </p:nvSpPr>
              <p:spPr bwMode="gray">
                <a:xfrm>
                  <a:off x="4698012" y="3504579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816" name="Rectangle 7"/>
                <p:cNvSpPr>
                  <a:spLocks noChangeArrowheads="1"/>
                </p:cNvSpPr>
                <p:nvPr/>
              </p:nvSpPr>
              <p:spPr bwMode="gray">
                <a:xfrm>
                  <a:off x="4698012" y="3534297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bg1">
                        <a:lumMod val="75000"/>
                      </a:schemeClr>
                    </a:gs>
                    <a:gs pos="50000">
                      <a:schemeClr val="bg1">
                        <a:lumMod val="85000"/>
                      </a:schemeClr>
                    </a:gs>
                    <a:gs pos="15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0" name="Freeform 6"/>
                <p:cNvSpPr>
                  <a:spLocks/>
                </p:cNvSpPr>
                <p:nvPr/>
              </p:nvSpPr>
              <p:spPr bwMode="gray">
                <a:xfrm>
                  <a:off x="4733894" y="3534297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804" name="Gruppieren 296"/>
              <p:cNvGrpSpPr/>
              <p:nvPr/>
            </p:nvGrpSpPr>
            <p:grpSpPr bwMode="gray">
              <a:xfrm>
                <a:off x="8134775" y="3499517"/>
                <a:ext cx="439159" cy="681941"/>
                <a:chOff x="8134775" y="3499517"/>
                <a:chExt cx="439159" cy="681941"/>
              </a:xfrm>
            </p:grpSpPr>
            <p:sp>
              <p:nvSpPr>
                <p:cNvPr id="807" name="Rectangle 5"/>
                <p:cNvSpPr>
                  <a:spLocks noChangeArrowheads="1"/>
                </p:cNvSpPr>
                <p:nvPr/>
              </p:nvSpPr>
              <p:spPr bwMode="gray">
                <a:xfrm>
                  <a:off x="8134775" y="3499517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808" name="Rectangle 7"/>
                <p:cNvSpPr>
                  <a:spLocks noChangeArrowheads="1"/>
                </p:cNvSpPr>
                <p:nvPr/>
              </p:nvSpPr>
              <p:spPr bwMode="gray">
                <a:xfrm>
                  <a:off x="8134775" y="3529235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809" name="Freeform 6"/>
                <p:cNvSpPr>
                  <a:spLocks/>
                </p:cNvSpPr>
                <p:nvPr/>
              </p:nvSpPr>
              <p:spPr bwMode="gray">
                <a:xfrm>
                  <a:off x="8170657" y="3529235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1">
                        <a:lumMod val="60000"/>
                        <a:lumOff val="4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805" name="Rechteck 804"/>
              <p:cNvSpPr/>
              <p:nvPr/>
            </p:nvSpPr>
            <p:spPr bwMode="gray">
              <a:xfrm>
                <a:off x="7034755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806" name="Freeform 8"/>
              <p:cNvSpPr>
                <a:spLocks noEditPoints="1"/>
              </p:cNvSpPr>
              <p:nvPr/>
            </p:nvSpPr>
            <p:spPr bwMode="gray">
              <a:xfrm rot="21026752" flipV="1">
                <a:off x="7551656" y="3740683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  <p:grpSp>
          <p:nvGrpSpPr>
            <p:cNvPr id="827" name="Gruppieren 826"/>
            <p:cNvGrpSpPr/>
            <p:nvPr/>
          </p:nvGrpSpPr>
          <p:grpSpPr bwMode="gray">
            <a:xfrm>
              <a:off x="386125" y="3493486"/>
              <a:ext cx="4098954" cy="2860001"/>
              <a:chOff x="386125" y="3493486"/>
              <a:chExt cx="4098954" cy="2860001"/>
            </a:xfrm>
          </p:grpSpPr>
          <p:sp>
            <p:nvSpPr>
              <p:cNvPr id="828" name="Textfeld 827"/>
              <p:cNvSpPr txBox="1"/>
              <p:nvPr/>
            </p:nvSpPr>
            <p:spPr bwMode="gray">
              <a:xfrm>
                <a:off x="1702002" y="5291039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829" name="Textfeld 828"/>
              <p:cNvSpPr txBox="1"/>
              <p:nvPr/>
            </p:nvSpPr>
            <p:spPr bwMode="gray">
              <a:xfrm>
                <a:off x="2415454" y="529103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830" name="Textfeld 829"/>
              <p:cNvSpPr txBox="1"/>
              <p:nvPr/>
            </p:nvSpPr>
            <p:spPr bwMode="gray">
              <a:xfrm>
                <a:off x="386125" y="3493486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831" name="Rechteck 830"/>
              <p:cNvSpPr/>
              <p:nvPr/>
            </p:nvSpPr>
            <p:spPr bwMode="gray">
              <a:xfrm>
                <a:off x="386125" y="5655455"/>
                <a:ext cx="2735536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sp>
            <p:nvSpPr>
              <p:cNvPr id="832" name="Textfeld 831"/>
              <p:cNvSpPr txBox="1"/>
              <p:nvPr/>
            </p:nvSpPr>
            <p:spPr bwMode="gray">
              <a:xfrm>
                <a:off x="393693" y="529103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833" name="Textfeld 832"/>
              <p:cNvSpPr txBox="1"/>
              <p:nvPr/>
            </p:nvSpPr>
            <p:spPr bwMode="gray">
              <a:xfrm>
                <a:off x="3126733" y="529103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000" smtClean="0">
                    <a:solidFill>
                      <a:schemeClr val="tx2"/>
                    </a:solidFill>
                  </a:rPr>
                  <a:t>51%</a:t>
                </a:r>
                <a:endParaRPr lang="de-DE" sz="2000">
                  <a:solidFill>
                    <a:schemeClr val="tx2"/>
                  </a:solidFill>
                </a:endParaRPr>
              </a:p>
            </p:txBody>
          </p:sp>
          <p:grpSp>
            <p:nvGrpSpPr>
              <p:cNvPr id="834" name="Gruppieren 271"/>
              <p:cNvGrpSpPr/>
              <p:nvPr/>
            </p:nvGrpSpPr>
            <p:grpSpPr bwMode="gray">
              <a:xfrm>
                <a:off x="583486" y="3988410"/>
                <a:ext cx="3725841" cy="1272318"/>
                <a:chOff x="583486" y="3988410"/>
                <a:chExt cx="3725841" cy="1272318"/>
              </a:xfrm>
            </p:grpSpPr>
            <p:grpSp>
              <p:nvGrpSpPr>
                <p:cNvPr id="837" name="Gruppieren 557"/>
                <p:cNvGrpSpPr/>
                <p:nvPr/>
              </p:nvGrpSpPr>
              <p:grpSpPr bwMode="gray">
                <a:xfrm rot="390607">
                  <a:off x="1795029" y="3988410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863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865" name="Rechteck 86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66" name="Rechteck 865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64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838" name="Gruppieren 672"/>
                <p:cNvGrpSpPr/>
                <p:nvPr/>
              </p:nvGrpSpPr>
              <p:grpSpPr bwMode="gray">
                <a:xfrm rot="21419233">
                  <a:off x="583486" y="4311576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859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861" name="Rechteck 860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62" name="Rechteck 861"/>
                    <p:cNvSpPr/>
                    <p:nvPr/>
                  </p:nvSpPr>
                  <p:spPr bwMode="gray">
                    <a:xfrm>
                      <a:off x="1716504" y="3161379"/>
                      <a:ext cx="767264" cy="63553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60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839" name="Gruppieren 730"/>
                <p:cNvGrpSpPr>
                  <a:grpSpLocks noChangeAspect="1"/>
                </p:cNvGrpSpPr>
                <p:nvPr/>
              </p:nvGrpSpPr>
              <p:grpSpPr bwMode="gray">
                <a:xfrm>
                  <a:off x="2498018" y="4009463"/>
                  <a:ext cx="556695" cy="1236780"/>
                  <a:chOff x="1638379" y="1795010"/>
                  <a:chExt cx="923514" cy="2051723"/>
                </a:xfrm>
              </p:grpSpPr>
              <p:grpSp>
                <p:nvGrpSpPr>
                  <p:cNvPr id="855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857" name="Rechteck 856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58" name="Rechteck 857"/>
                    <p:cNvSpPr/>
                    <p:nvPr/>
                  </p:nvSpPr>
                  <p:spPr bwMode="gray">
                    <a:xfrm>
                      <a:off x="1716504" y="2721479"/>
                      <a:ext cx="767264" cy="107544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56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840" name="Gruppieren 557"/>
                <p:cNvGrpSpPr/>
                <p:nvPr/>
              </p:nvGrpSpPr>
              <p:grpSpPr bwMode="gray">
                <a:xfrm>
                  <a:off x="1153783" y="4121639"/>
                  <a:ext cx="498178" cy="1106774"/>
                  <a:chOff x="562430" y="1795010"/>
                  <a:chExt cx="923514" cy="2051723"/>
                </a:xfrm>
              </p:grpSpPr>
              <p:grpSp>
                <p:nvGrpSpPr>
                  <p:cNvPr id="851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853" name="Rechteck 852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54" name="Rechteck 853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52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841" name="Gruppieren 552"/>
                <p:cNvGrpSpPr/>
                <p:nvPr/>
              </p:nvGrpSpPr>
              <p:grpSpPr bwMode="gray">
                <a:xfrm rot="21409720">
                  <a:off x="3197781" y="4124241"/>
                  <a:ext cx="501659" cy="1114509"/>
                  <a:chOff x="1638379" y="1795010"/>
                  <a:chExt cx="923514" cy="2051723"/>
                </a:xfrm>
              </p:grpSpPr>
              <p:grpSp>
                <p:nvGrpSpPr>
                  <p:cNvPr id="847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849" name="Rechteck 848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50" name="Rechteck 849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48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842" name="Gruppieren 552"/>
                <p:cNvGrpSpPr/>
                <p:nvPr/>
              </p:nvGrpSpPr>
              <p:grpSpPr bwMode="gray">
                <a:xfrm rot="21409720">
                  <a:off x="3842506" y="4200617"/>
                  <a:ext cx="466821" cy="1037111"/>
                  <a:chOff x="1638379" y="1795010"/>
                  <a:chExt cx="923514" cy="2051723"/>
                </a:xfrm>
              </p:grpSpPr>
              <p:grpSp>
                <p:nvGrpSpPr>
                  <p:cNvPr id="843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845" name="Rechteck 84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846" name="Rechteck 845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844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835" name="Textfeld 834"/>
              <p:cNvSpPr txBox="1"/>
              <p:nvPr/>
            </p:nvSpPr>
            <p:spPr bwMode="gray">
              <a:xfrm>
                <a:off x="1052718" y="529103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000" smtClean="0">
                    <a:solidFill>
                      <a:schemeClr val="tx2"/>
                    </a:solidFill>
                  </a:rPr>
                  <a:t>35%</a:t>
                </a:r>
                <a:endParaRPr lang="de-DE" sz="2000">
                  <a:solidFill>
                    <a:schemeClr val="tx2"/>
                  </a:solidFill>
                </a:endParaRPr>
              </a:p>
            </p:txBody>
          </p:sp>
          <p:sp>
            <p:nvSpPr>
              <p:cNvPr id="836" name="Textfeld 835"/>
              <p:cNvSpPr txBox="1"/>
              <p:nvPr/>
            </p:nvSpPr>
            <p:spPr bwMode="gray">
              <a:xfrm>
                <a:off x="3760113" y="529103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867" name="Gruppieren 866"/>
            <p:cNvGrpSpPr/>
            <p:nvPr/>
          </p:nvGrpSpPr>
          <p:grpSpPr bwMode="gray">
            <a:xfrm>
              <a:off x="4719909" y="4916120"/>
              <a:ext cx="2557073" cy="1430000"/>
              <a:chOff x="4719909" y="4916120"/>
              <a:chExt cx="2557073" cy="1430000"/>
            </a:xfrm>
          </p:grpSpPr>
          <p:grpSp>
            <p:nvGrpSpPr>
              <p:cNvPr id="868" name="Gruppieren 138"/>
              <p:cNvGrpSpPr/>
              <p:nvPr/>
            </p:nvGrpSpPr>
            <p:grpSpPr bwMode="gray">
              <a:xfrm>
                <a:off x="4719909" y="5031008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870" name="Rad 869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71" name="Rechteck 870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10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872" name="Halbbogen 871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4334371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869" name="Rechteck 868"/>
              <p:cNvSpPr/>
              <p:nvPr/>
            </p:nvSpPr>
            <p:spPr bwMode="gray">
              <a:xfrm>
                <a:off x="5907910" y="4916120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b="1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de-DE" sz="1050" b="1" smtClean="0">
                    <a:solidFill>
                      <a:schemeClr val="accent1"/>
                    </a:solidFill>
                  </a:rPr>
                </a:br>
                <a:r>
                  <a:rPr lang="de-DE" sz="105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de-DE" sz="105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873" name="Gruppieren 872"/>
            <p:cNvGrpSpPr/>
            <p:nvPr/>
          </p:nvGrpSpPr>
          <p:grpSpPr bwMode="gray">
            <a:xfrm>
              <a:off x="7429649" y="5012250"/>
              <a:ext cx="1296000" cy="1501437"/>
              <a:chOff x="7429649" y="5012250"/>
              <a:chExt cx="1296000" cy="1501437"/>
            </a:xfrm>
          </p:grpSpPr>
          <p:sp>
            <p:nvSpPr>
              <p:cNvPr id="874" name="Textfeld 873"/>
              <p:cNvSpPr txBox="1"/>
              <p:nvPr/>
            </p:nvSpPr>
            <p:spPr bwMode="gray">
              <a:xfrm>
                <a:off x="7429649" y="5443688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75" name="Textfeld 874"/>
              <p:cNvSpPr txBox="1"/>
              <p:nvPr/>
            </p:nvSpPr>
            <p:spPr bwMode="gray">
              <a:xfrm>
                <a:off x="7429649" y="5012250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lvl="0" algn="l">
                  <a:lnSpc>
                    <a:spcPct val="90000"/>
                  </a:lnSpc>
                  <a:spcAft>
                    <a:spcPts val="0"/>
                  </a:spcAft>
                </a:pPr>
                <a:r>
                  <a:rPr lang="de-DE" sz="2400" dirty="0" smtClean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37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25434" y="425847"/>
            <a:ext cx="8491145" cy="6028787"/>
            <a:chOff x="325434" y="425847"/>
            <a:chExt cx="8491145" cy="6028787"/>
          </a:xfrm>
        </p:grpSpPr>
        <p:cxnSp>
          <p:nvCxnSpPr>
            <p:cNvPr id="127" name="Gerade Verbindung 126"/>
            <p:cNvCxnSpPr/>
            <p:nvPr/>
          </p:nvCxnSpPr>
          <p:spPr bwMode="gray">
            <a:xfrm>
              <a:off x="6015720" y="495971"/>
              <a:ext cx="0" cy="5865263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Gerade Verbindung 131"/>
            <p:cNvCxnSpPr/>
            <p:nvPr/>
          </p:nvCxnSpPr>
          <p:spPr bwMode="gray">
            <a:xfrm>
              <a:off x="3129960" y="495971"/>
              <a:ext cx="0" cy="2860798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Gerade Verbindung 245"/>
            <p:cNvCxnSpPr/>
            <p:nvPr/>
          </p:nvCxnSpPr>
          <p:spPr bwMode="gray">
            <a:xfrm flipH="1">
              <a:off x="6082985" y="2646303"/>
              <a:ext cx="266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Gerade Verbindung 305"/>
            <p:cNvCxnSpPr/>
            <p:nvPr/>
          </p:nvCxnSpPr>
          <p:spPr bwMode="gray">
            <a:xfrm flipH="1">
              <a:off x="393682" y="3429793"/>
              <a:ext cx="5544840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Gruppieren 207"/>
            <p:cNvGrpSpPr/>
            <p:nvPr/>
          </p:nvGrpSpPr>
          <p:grpSpPr>
            <a:xfrm>
              <a:off x="456091" y="3607269"/>
              <a:ext cx="5664994" cy="2769205"/>
              <a:chOff x="456091" y="3607269"/>
              <a:chExt cx="5664994" cy="2769205"/>
            </a:xfrm>
          </p:grpSpPr>
          <p:grpSp>
            <p:nvGrpSpPr>
              <p:cNvPr id="308" name="Gruppieren 82"/>
              <p:cNvGrpSpPr/>
              <p:nvPr/>
            </p:nvGrpSpPr>
            <p:grpSpPr bwMode="gray">
              <a:xfrm>
                <a:off x="2930491" y="3608922"/>
                <a:ext cx="2035304" cy="367880"/>
                <a:chOff x="5477154" y="3471392"/>
                <a:chExt cx="2035304" cy="367880"/>
              </a:xfrm>
            </p:grpSpPr>
            <p:sp>
              <p:nvSpPr>
                <p:cNvPr id="34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477154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896230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315306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734382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686692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105768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524844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943920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153458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362998" y="3471392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grpSp>
            <p:nvGrpSpPr>
              <p:cNvPr id="309" name="Gruppieren 83"/>
              <p:cNvGrpSpPr/>
              <p:nvPr/>
            </p:nvGrpSpPr>
            <p:grpSpPr bwMode="gray">
              <a:xfrm>
                <a:off x="2930491" y="4180693"/>
                <a:ext cx="2035304" cy="367880"/>
                <a:chOff x="5477154" y="3903679"/>
                <a:chExt cx="2035304" cy="367880"/>
              </a:xfrm>
            </p:grpSpPr>
            <p:sp>
              <p:nvSpPr>
                <p:cNvPr id="33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477154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896230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315306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734382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686692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105768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3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524844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943920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153458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4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362998" y="3903679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311" name="Textfeld 310"/>
              <p:cNvSpPr txBox="1"/>
              <p:nvPr/>
            </p:nvSpPr>
            <p:spPr bwMode="gray">
              <a:xfrm>
                <a:off x="5025326" y="3608922"/>
                <a:ext cx="1095759" cy="367880"/>
              </a:xfrm>
              <a:prstGeom prst="rect">
                <a:avLst/>
              </a:prstGeom>
              <a:noFill/>
            </p:spPr>
            <p:txBody>
              <a:bodyPr wrap="square" lIns="108000" tIns="0" rIns="0" bIns="0" rtlCol="0" anchor="ctr" anchorCtr="0">
                <a:no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de-DE" sz="3200" smtClean="0">
                    <a:solidFill>
                      <a:schemeClr val="accent1"/>
                    </a:solidFill>
                  </a:rPr>
                  <a:t>40%</a:t>
                </a:r>
                <a:endParaRPr lang="de-DE" sz="32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12" name="Textfeld 311"/>
              <p:cNvSpPr txBox="1"/>
              <p:nvPr/>
            </p:nvSpPr>
            <p:spPr bwMode="gray">
              <a:xfrm>
                <a:off x="5025326" y="4180693"/>
                <a:ext cx="1095759" cy="367880"/>
              </a:xfrm>
              <a:prstGeom prst="rect">
                <a:avLst/>
              </a:prstGeom>
              <a:noFill/>
            </p:spPr>
            <p:txBody>
              <a:bodyPr wrap="square" lIns="108000" tIns="0" rIns="0" bIns="0" rtlCol="0" anchor="ctr" anchorCtr="0">
                <a:no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de-DE" sz="3200" smtClean="0">
                    <a:solidFill>
                      <a:schemeClr val="accent1"/>
                    </a:solidFill>
                  </a:rPr>
                  <a:t>80%</a:t>
                </a:r>
                <a:endParaRPr lang="de-DE" sz="32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14" name="Textfeld 313"/>
              <p:cNvSpPr txBox="1"/>
              <p:nvPr/>
            </p:nvSpPr>
            <p:spPr bwMode="gray">
              <a:xfrm>
                <a:off x="768036" y="3611520"/>
                <a:ext cx="2076449" cy="367880"/>
              </a:xfrm>
              <a:prstGeom prst="rect">
                <a:avLst/>
              </a:prstGeom>
              <a:noFill/>
            </p:spPr>
            <p:txBody>
              <a:bodyPr wrap="square" lIns="108000" tIns="0" rIns="0" bIns="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14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Type your text here.</a:t>
                </a:r>
                <a:br>
                  <a:rPr lang="de-DE" sz="14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</a:br>
                <a:r>
                  <a:rPr lang="de-DE" sz="7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This text demonstrates how your text will look like. Type your text here, this is only a placeholder.</a:t>
                </a:r>
                <a:endParaRPr lang="de-DE" sz="140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5" name="Textfeld 314"/>
              <p:cNvSpPr txBox="1"/>
              <p:nvPr/>
            </p:nvSpPr>
            <p:spPr bwMode="gray">
              <a:xfrm>
                <a:off x="768036" y="4168177"/>
                <a:ext cx="2076449" cy="367880"/>
              </a:xfrm>
              <a:prstGeom prst="rect">
                <a:avLst/>
              </a:prstGeom>
              <a:noFill/>
            </p:spPr>
            <p:txBody>
              <a:bodyPr wrap="square" lIns="108000" tIns="0" rIns="0" bIns="0" rtlCol="0" anchor="ctr" anchorCtr="0">
                <a:no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de-DE" sz="14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This is a placeholder.</a:t>
                </a:r>
                <a:br>
                  <a:rPr lang="de-DE" sz="14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</a:br>
                <a:r>
                  <a:rPr lang="de-DE" sz="70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This text demonstrates how your text will look like. Type your text here, this is only a placeholder.</a:t>
                </a:r>
                <a:endParaRPr lang="de-DE" sz="140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cxnSp>
            <p:nvCxnSpPr>
              <p:cNvPr id="317" name="Gerade Verbindung 316"/>
              <p:cNvCxnSpPr/>
              <p:nvPr/>
            </p:nvCxnSpPr>
            <p:spPr bwMode="gray">
              <a:xfrm flipH="1">
                <a:off x="475141" y="4062527"/>
                <a:ext cx="5379246" cy="0"/>
              </a:xfrm>
              <a:prstGeom prst="line">
                <a:avLst/>
              </a:prstGeom>
              <a:ln>
                <a:solidFill>
                  <a:srgbClr val="AFAFA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Gerade Verbindung 317"/>
              <p:cNvCxnSpPr/>
              <p:nvPr/>
            </p:nvCxnSpPr>
            <p:spPr bwMode="gray">
              <a:xfrm flipH="1">
                <a:off x="475141" y="4634298"/>
                <a:ext cx="5379246" cy="0"/>
              </a:xfrm>
              <a:prstGeom prst="line">
                <a:avLst/>
              </a:prstGeom>
              <a:ln>
                <a:solidFill>
                  <a:srgbClr val="AFAFA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Textfeld 319"/>
              <p:cNvSpPr txBox="1"/>
              <p:nvPr/>
            </p:nvSpPr>
            <p:spPr bwMode="gray">
              <a:xfrm>
                <a:off x="456091" y="3607269"/>
                <a:ext cx="264319" cy="36788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de-DE" sz="3600" b="1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A</a:t>
                </a:r>
                <a:endParaRPr lang="de-DE" sz="3600" b="1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1" name="Textfeld 320"/>
              <p:cNvSpPr txBox="1"/>
              <p:nvPr/>
            </p:nvSpPr>
            <p:spPr bwMode="gray">
              <a:xfrm>
                <a:off x="456091" y="4156369"/>
                <a:ext cx="264319" cy="36788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de-DE" sz="3600" b="1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B</a:t>
                </a:r>
                <a:endParaRPr lang="de-DE" sz="3600" b="1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grpSp>
            <p:nvGrpSpPr>
              <p:cNvPr id="353" name="Gruppieren 352"/>
              <p:cNvGrpSpPr/>
              <p:nvPr/>
            </p:nvGrpSpPr>
            <p:grpSpPr bwMode="gray">
              <a:xfrm>
                <a:off x="456091" y="4728141"/>
                <a:ext cx="5664994" cy="477929"/>
                <a:chOff x="456091" y="4728141"/>
                <a:chExt cx="5664994" cy="477929"/>
              </a:xfrm>
            </p:grpSpPr>
            <p:grpSp>
              <p:nvGrpSpPr>
                <p:cNvPr id="310" name="Gruppieren 84"/>
                <p:cNvGrpSpPr/>
                <p:nvPr/>
              </p:nvGrpSpPr>
              <p:grpSpPr bwMode="gray">
                <a:xfrm>
                  <a:off x="2930491" y="4752465"/>
                  <a:ext cx="2035304" cy="367880"/>
                  <a:chOff x="5477154" y="4356381"/>
                  <a:chExt cx="2035304" cy="367880"/>
                </a:xfrm>
              </p:grpSpPr>
              <p:sp>
                <p:nvSpPr>
                  <p:cNvPr id="3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477154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896230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315306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734382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686692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10576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524844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943920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15345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36299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313" name="Textfeld 312"/>
                <p:cNvSpPr txBox="1"/>
                <p:nvPr/>
              </p:nvSpPr>
              <p:spPr bwMode="gray">
                <a:xfrm>
                  <a:off x="5025326" y="4752465"/>
                  <a:ext cx="109575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200" smtClean="0">
                      <a:solidFill>
                        <a:schemeClr val="accent1"/>
                      </a:solidFill>
                    </a:rPr>
                    <a:t>70%</a:t>
                  </a:r>
                  <a:endParaRPr lang="de-DE" sz="32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16" name="Textfeld 315"/>
                <p:cNvSpPr txBox="1"/>
                <p:nvPr/>
              </p:nvSpPr>
              <p:spPr bwMode="gray">
                <a:xfrm>
                  <a:off x="768036" y="4732392"/>
                  <a:ext cx="207644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Replace this text.</a:t>
                  </a:r>
                  <a:b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</a:br>
                  <a:r>
                    <a:rPr lang="de-DE" sz="7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 This text demonstrates how your text will look like. Type your text here, this is only a placeholder.</a:t>
                  </a:r>
                  <a:endParaRPr lang="de-DE" sz="160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cxnSp>
              <p:nvCxnSpPr>
                <p:cNvPr id="319" name="Gerade Verbindung 318"/>
                <p:cNvCxnSpPr/>
                <p:nvPr/>
              </p:nvCxnSpPr>
              <p:spPr bwMode="gray">
                <a:xfrm flipH="1">
                  <a:off x="475141" y="5206070"/>
                  <a:ext cx="5379246" cy="0"/>
                </a:xfrm>
                <a:prstGeom prst="line">
                  <a:avLst/>
                </a:prstGeom>
                <a:ln>
                  <a:solidFill>
                    <a:srgbClr val="AFAFA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2" name="Textfeld 321"/>
                <p:cNvSpPr txBox="1"/>
                <p:nvPr/>
              </p:nvSpPr>
              <p:spPr bwMode="gray">
                <a:xfrm>
                  <a:off x="456091" y="4728141"/>
                  <a:ext cx="264319" cy="36788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600" b="1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C</a:t>
                  </a:r>
                  <a:endParaRPr lang="de-DE" sz="3600" b="1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386" name="Gruppieren 385"/>
              <p:cNvGrpSpPr/>
              <p:nvPr/>
            </p:nvGrpSpPr>
            <p:grpSpPr bwMode="gray">
              <a:xfrm>
                <a:off x="456091" y="5313543"/>
                <a:ext cx="5664994" cy="477929"/>
                <a:chOff x="456091" y="5313543"/>
                <a:chExt cx="5664994" cy="477929"/>
              </a:xfrm>
            </p:grpSpPr>
            <p:sp>
              <p:nvSpPr>
                <p:cNvPr id="360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2930491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349567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2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768643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187719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140029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559105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6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978181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397257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606795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/>
                    </a:gs>
                    <a:gs pos="0">
                      <a:schemeClr val="accent1">
                        <a:lumMod val="50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6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4816335" y="5337867"/>
                  <a:ext cx="149460" cy="36788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356" name="Textfeld 355"/>
                <p:cNvSpPr txBox="1"/>
                <p:nvPr/>
              </p:nvSpPr>
              <p:spPr bwMode="gray">
                <a:xfrm>
                  <a:off x="5025326" y="5337867"/>
                  <a:ext cx="109575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200" smtClean="0">
                      <a:solidFill>
                        <a:schemeClr val="accent1"/>
                      </a:solidFill>
                    </a:rPr>
                    <a:t>90%</a:t>
                  </a:r>
                  <a:endParaRPr lang="de-DE" sz="32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57" name="Textfeld 356"/>
                <p:cNvSpPr txBox="1"/>
                <p:nvPr/>
              </p:nvSpPr>
              <p:spPr bwMode="gray">
                <a:xfrm>
                  <a:off x="768036" y="5317794"/>
                  <a:ext cx="207644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Replace this text.</a:t>
                  </a:r>
                  <a:b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</a:br>
                  <a:r>
                    <a:rPr lang="de-DE" sz="7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 This text demonstrates how your text will look like. Type your text here, this is only a placeholder.</a:t>
                  </a:r>
                  <a:endParaRPr lang="de-DE" sz="160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cxnSp>
              <p:nvCxnSpPr>
                <p:cNvPr id="358" name="Gerade Verbindung 357"/>
                <p:cNvCxnSpPr/>
                <p:nvPr/>
              </p:nvCxnSpPr>
              <p:spPr bwMode="gray">
                <a:xfrm flipH="1">
                  <a:off x="475141" y="5791472"/>
                  <a:ext cx="5379246" cy="0"/>
                </a:xfrm>
                <a:prstGeom prst="line">
                  <a:avLst/>
                </a:prstGeom>
                <a:ln>
                  <a:solidFill>
                    <a:srgbClr val="AFAFA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9" name="Textfeld 358"/>
                <p:cNvSpPr txBox="1"/>
                <p:nvPr/>
              </p:nvSpPr>
              <p:spPr bwMode="gray">
                <a:xfrm>
                  <a:off x="456091" y="5313543"/>
                  <a:ext cx="264319" cy="36788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600" b="1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D</a:t>
                  </a:r>
                  <a:endParaRPr lang="de-DE" sz="3600" b="1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370" name="Gruppieren 369"/>
              <p:cNvGrpSpPr/>
              <p:nvPr/>
            </p:nvGrpSpPr>
            <p:grpSpPr bwMode="gray">
              <a:xfrm>
                <a:off x="456091" y="5898545"/>
                <a:ext cx="5664994" cy="477929"/>
                <a:chOff x="456091" y="4728141"/>
                <a:chExt cx="5664994" cy="477929"/>
              </a:xfrm>
            </p:grpSpPr>
            <p:grpSp>
              <p:nvGrpSpPr>
                <p:cNvPr id="371" name="Gruppieren 84"/>
                <p:cNvGrpSpPr/>
                <p:nvPr/>
              </p:nvGrpSpPr>
              <p:grpSpPr bwMode="gray">
                <a:xfrm>
                  <a:off x="2930491" y="4752465"/>
                  <a:ext cx="2035304" cy="367880"/>
                  <a:chOff x="5477154" y="4356381"/>
                  <a:chExt cx="2035304" cy="367880"/>
                </a:xfrm>
              </p:grpSpPr>
              <p:sp>
                <p:nvSpPr>
                  <p:cNvPr id="3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477154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896230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315306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734382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686692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50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10576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524844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943920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15345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362998" y="4356381"/>
                    <a:ext cx="149460" cy="367880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solidFill>
                    <a:srgbClr val="AFAFAF"/>
                  </a:soli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372" name="Textfeld 371"/>
                <p:cNvSpPr txBox="1"/>
                <p:nvPr/>
              </p:nvSpPr>
              <p:spPr bwMode="gray">
                <a:xfrm>
                  <a:off x="5025326" y="4752465"/>
                  <a:ext cx="109575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200" smtClean="0">
                      <a:solidFill>
                        <a:schemeClr val="accent1"/>
                      </a:solidFill>
                    </a:rPr>
                    <a:t>70%</a:t>
                  </a:r>
                  <a:endParaRPr lang="de-DE" sz="32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73" name="Textfeld 372"/>
                <p:cNvSpPr txBox="1"/>
                <p:nvPr/>
              </p:nvSpPr>
              <p:spPr bwMode="gray">
                <a:xfrm>
                  <a:off x="768036" y="4732392"/>
                  <a:ext cx="2076449" cy="367880"/>
                </a:xfrm>
                <a:prstGeom prst="rect">
                  <a:avLst/>
                </a:prstGeom>
                <a:noFill/>
              </p:spPr>
              <p:txBody>
                <a:bodyPr wrap="square" lIns="108000" tIns="0" rIns="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Replace this text.</a:t>
                  </a:r>
                  <a:br>
                    <a:rPr lang="de-DE" sz="16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</a:br>
                  <a:r>
                    <a:rPr lang="de-DE" sz="70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 This text demonstrates how your text will look like. Type your text here, this is only a placeholder.</a:t>
                  </a:r>
                  <a:endParaRPr lang="de-DE" sz="160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cxnSp>
              <p:nvCxnSpPr>
                <p:cNvPr id="374" name="Gerade Verbindung 373"/>
                <p:cNvCxnSpPr/>
                <p:nvPr/>
              </p:nvCxnSpPr>
              <p:spPr bwMode="gray">
                <a:xfrm flipH="1">
                  <a:off x="475141" y="5206070"/>
                  <a:ext cx="5379246" cy="0"/>
                </a:xfrm>
                <a:prstGeom prst="line">
                  <a:avLst/>
                </a:prstGeom>
                <a:ln>
                  <a:solidFill>
                    <a:srgbClr val="AFAFA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5" name="Textfeld 374"/>
                <p:cNvSpPr txBox="1"/>
                <p:nvPr/>
              </p:nvSpPr>
              <p:spPr bwMode="gray">
                <a:xfrm>
                  <a:off x="456091" y="4728141"/>
                  <a:ext cx="264319" cy="36788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>
                    <a:spcAft>
                      <a:spcPts val="600"/>
                    </a:spcAft>
                  </a:pPr>
                  <a:r>
                    <a:rPr lang="de-DE" sz="3600" b="1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E</a:t>
                  </a:r>
                  <a:endParaRPr lang="de-DE" sz="3600" b="1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sp>
          <p:nvSpPr>
            <p:cNvPr id="388" name="Rad 387"/>
            <p:cNvSpPr/>
            <p:nvPr/>
          </p:nvSpPr>
          <p:spPr bwMode="gray">
            <a:xfrm flipH="1">
              <a:off x="6136325" y="4053533"/>
              <a:ext cx="1044202" cy="1044202"/>
            </a:xfrm>
            <a:prstGeom prst="donut">
              <a:avLst>
                <a:gd name="adj" fmla="val 17195"/>
              </a:avLst>
            </a:prstGeom>
            <a:gradFill flip="none" rotWithShape="1">
              <a:gsLst>
                <a:gs pos="0">
                  <a:srgbClr val="FFFFFF"/>
                </a:gs>
                <a:gs pos="50000">
                  <a:srgbClr val="E6E6E6"/>
                </a:gs>
              </a:gsLst>
              <a:lin ang="16200000" scaled="1"/>
              <a:tileRect/>
            </a:gradFill>
            <a:ln w="12700">
              <a:noFill/>
              <a:round/>
              <a:headEnd/>
              <a:tailEnd/>
            </a:ln>
            <a:effectLst>
              <a:innerShdw blurRad="76200" dist="12700" dir="18900000">
                <a:prstClr val="black">
                  <a:alpha val="30000"/>
                </a:prstClr>
              </a:innerShdw>
            </a:effectLst>
          </p:spPr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92" name="Rad 391"/>
            <p:cNvSpPr/>
            <p:nvPr/>
          </p:nvSpPr>
          <p:spPr bwMode="gray">
            <a:xfrm flipH="1">
              <a:off x="6136325" y="2791976"/>
              <a:ext cx="1044202" cy="1044202"/>
            </a:xfrm>
            <a:prstGeom prst="donut">
              <a:avLst>
                <a:gd name="adj" fmla="val 17195"/>
              </a:avLst>
            </a:prstGeom>
            <a:gradFill flip="none" rotWithShape="1">
              <a:gsLst>
                <a:gs pos="0">
                  <a:srgbClr val="FFFFFF"/>
                </a:gs>
                <a:gs pos="50000">
                  <a:srgbClr val="E6E6E6"/>
                </a:gs>
              </a:gsLst>
              <a:lin ang="16200000" scaled="1"/>
              <a:tileRect/>
            </a:gradFill>
            <a:ln w="12700">
              <a:noFill/>
              <a:round/>
              <a:headEnd/>
              <a:tailEnd/>
            </a:ln>
            <a:effectLst>
              <a:innerShdw blurRad="76200" dist="12700" dir="18900000">
                <a:prstClr val="black">
                  <a:alpha val="30000"/>
                </a:prstClr>
              </a:innerShdw>
            </a:effectLst>
          </p:spPr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02" name="Gruppieren 401"/>
            <p:cNvGrpSpPr/>
            <p:nvPr/>
          </p:nvGrpSpPr>
          <p:grpSpPr bwMode="gray">
            <a:xfrm>
              <a:off x="6082985" y="495970"/>
              <a:ext cx="2733594" cy="2159901"/>
              <a:chOff x="6082985" y="495970"/>
              <a:chExt cx="2733594" cy="2159901"/>
            </a:xfrm>
          </p:grpSpPr>
          <p:sp>
            <p:nvSpPr>
              <p:cNvPr id="403" name="Textfeld 402"/>
              <p:cNvSpPr txBox="1"/>
              <p:nvPr/>
            </p:nvSpPr>
            <p:spPr bwMode="gray">
              <a:xfrm>
                <a:off x="6082985" y="495970"/>
                <a:ext cx="2733594" cy="35870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Thermometer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404" name="Gruppieren 10"/>
              <p:cNvGrpSpPr/>
              <p:nvPr/>
            </p:nvGrpSpPr>
            <p:grpSpPr bwMode="gray">
              <a:xfrm>
                <a:off x="6082985" y="965468"/>
                <a:ext cx="2661593" cy="1690403"/>
                <a:chOff x="6082985" y="965468"/>
                <a:chExt cx="2661593" cy="1690403"/>
              </a:xfrm>
            </p:grpSpPr>
            <p:grpSp>
              <p:nvGrpSpPr>
                <p:cNvPr id="406" name="Gruppieren 8"/>
                <p:cNvGrpSpPr/>
                <p:nvPr/>
              </p:nvGrpSpPr>
              <p:grpSpPr bwMode="gray">
                <a:xfrm>
                  <a:off x="6082985" y="965468"/>
                  <a:ext cx="2661593" cy="1043702"/>
                  <a:chOff x="6082985" y="965468"/>
                  <a:chExt cx="2661593" cy="1043702"/>
                </a:xfrm>
              </p:grpSpPr>
              <p:grpSp>
                <p:nvGrpSpPr>
                  <p:cNvPr id="436" name="Gruppieren 205"/>
                  <p:cNvGrpSpPr/>
                  <p:nvPr/>
                </p:nvGrpSpPr>
                <p:grpSpPr bwMode="gray">
                  <a:xfrm>
                    <a:off x="6082985" y="1054071"/>
                    <a:ext cx="2349815" cy="866497"/>
                    <a:chOff x="1871931" y="3780040"/>
                    <a:chExt cx="5080936" cy="1727684"/>
                  </a:xfrm>
                </p:grpSpPr>
                <p:cxnSp>
                  <p:nvCxnSpPr>
                    <p:cNvPr id="444" name="Gerade Verbindung 443"/>
                    <p:cNvCxnSpPr/>
                    <p:nvPr/>
                  </p:nvCxnSpPr>
                  <p:spPr bwMode="gray">
                    <a:xfrm flipH="1">
                      <a:off x="1871932" y="5162187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45" name="Gerade Verbindung 444"/>
                    <p:cNvCxnSpPr/>
                    <p:nvPr/>
                  </p:nvCxnSpPr>
                  <p:spPr bwMode="gray">
                    <a:xfrm flipH="1">
                      <a:off x="1871932" y="4816650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46" name="Gerade Verbindung 445"/>
                    <p:cNvCxnSpPr/>
                    <p:nvPr/>
                  </p:nvCxnSpPr>
                  <p:spPr bwMode="gray">
                    <a:xfrm flipH="1">
                      <a:off x="1871932" y="4471114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47" name="Gerade Verbindung 446"/>
                    <p:cNvCxnSpPr/>
                    <p:nvPr/>
                  </p:nvCxnSpPr>
                  <p:spPr bwMode="gray">
                    <a:xfrm flipH="1">
                      <a:off x="1871932" y="3780040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48" name="Gerade Verbindung 447"/>
                    <p:cNvCxnSpPr/>
                    <p:nvPr/>
                  </p:nvCxnSpPr>
                  <p:spPr bwMode="gray">
                    <a:xfrm flipH="1">
                      <a:off x="1871931" y="5507724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49" name="Gerade Verbindung 448"/>
                    <p:cNvCxnSpPr/>
                    <p:nvPr/>
                  </p:nvCxnSpPr>
                  <p:spPr bwMode="gray">
                    <a:xfrm flipH="1">
                      <a:off x="1871932" y="4125577"/>
                      <a:ext cx="5080935" cy="0"/>
                    </a:xfrm>
                    <a:prstGeom prst="line">
                      <a:avLst/>
                    </a:prstGeom>
                    <a:ln>
                      <a:solidFill>
                        <a:srgbClr val="D7D7D7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437" name="Gruppieren 7"/>
                  <p:cNvGrpSpPr/>
                  <p:nvPr/>
                </p:nvGrpSpPr>
                <p:grpSpPr bwMode="gray">
                  <a:xfrm>
                    <a:off x="8432800" y="965468"/>
                    <a:ext cx="311778" cy="1043702"/>
                    <a:chOff x="8432800" y="965468"/>
                    <a:chExt cx="311778" cy="1043702"/>
                  </a:xfrm>
                </p:grpSpPr>
                <p:sp>
                  <p:nvSpPr>
                    <p:cNvPr id="438" name="Textfeld 437"/>
                    <p:cNvSpPr txBox="1"/>
                    <p:nvPr/>
                  </p:nvSpPr>
                  <p:spPr bwMode="gray">
                    <a:xfrm>
                      <a:off x="8432800" y="965468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100%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39" name="Textfeld 438"/>
                    <p:cNvSpPr txBox="1"/>
                    <p:nvPr/>
                  </p:nvSpPr>
                  <p:spPr bwMode="gray">
                    <a:xfrm>
                      <a:off x="8432800" y="1138767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80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40" name="Textfeld 439"/>
                    <p:cNvSpPr txBox="1"/>
                    <p:nvPr/>
                  </p:nvSpPr>
                  <p:spPr bwMode="gray">
                    <a:xfrm>
                      <a:off x="8432800" y="1312066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60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41" name="Textfeld 440"/>
                    <p:cNvSpPr txBox="1"/>
                    <p:nvPr/>
                  </p:nvSpPr>
                  <p:spPr bwMode="gray">
                    <a:xfrm>
                      <a:off x="8432800" y="1485365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40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42" name="Textfeld 441"/>
                    <p:cNvSpPr txBox="1"/>
                    <p:nvPr/>
                  </p:nvSpPr>
                  <p:spPr bwMode="gray">
                    <a:xfrm>
                      <a:off x="8432800" y="1658664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20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  <p:sp>
                  <p:nvSpPr>
                    <p:cNvPr id="443" name="Textfeld 442"/>
                    <p:cNvSpPr txBox="1"/>
                    <p:nvPr/>
                  </p:nvSpPr>
                  <p:spPr bwMode="gray">
                    <a:xfrm>
                      <a:off x="8432800" y="1831964"/>
                      <a:ext cx="311778" cy="17720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36000" tIns="0" rIns="0" bIns="0" rtlCol="0" anchor="ctr" anchorCtr="0">
                      <a:noAutofit/>
                    </a:bodyPr>
                    <a:lstStyle/>
                    <a:p>
                      <a:pPr lvl="0">
                        <a:spcAft>
                          <a:spcPts val="600"/>
                        </a:spcAft>
                      </a:pPr>
                      <a:r>
                        <a:rPr lang="de-DE" sz="800" smtClean="0">
                          <a:solidFill>
                            <a:prstClr val="black"/>
                          </a:solidFill>
                        </a:rPr>
                        <a:t>0</a:t>
                      </a:r>
                      <a:endParaRPr lang="de-DE" sz="800">
                        <a:solidFill>
                          <a:prstClr val="black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07" name="Gruppieren 9"/>
                <p:cNvGrpSpPr/>
                <p:nvPr/>
              </p:nvGrpSpPr>
              <p:grpSpPr bwMode="gray">
                <a:xfrm>
                  <a:off x="6087600" y="1027328"/>
                  <a:ext cx="2340000" cy="1628543"/>
                  <a:chOff x="6087600" y="1027328"/>
                  <a:chExt cx="2340000" cy="1628543"/>
                </a:xfrm>
              </p:grpSpPr>
              <p:grpSp>
                <p:nvGrpSpPr>
                  <p:cNvPr id="408" name="Gruppieren 1"/>
                  <p:cNvGrpSpPr/>
                  <p:nvPr/>
                </p:nvGrpSpPr>
                <p:grpSpPr bwMode="gray">
                  <a:xfrm>
                    <a:off x="6087600" y="1027328"/>
                    <a:ext cx="540000" cy="1628543"/>
                    <a:chOff x="6087600" y="1027328"/>
                    <a:chExt cx="540000" cy="1628543"/>
                  </a:xfrm>
                </p:grpSpPr>
                <p:sp>
                  <p:nvSpPr>
                    <p:cNvPr id="430" name="Textfeld 429"/>
                    <p:cNvSpPr txBox="1"/>
                    <p:nvPr/>
                  </p:nvSpPr>
                  <p:spPr bwMode="gray">
                    <a:xfrm>
                      <a:off x="60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Placeholder text.</a:t>
                      </a:r>
                      <a:endParaRPr lang="de-DE" sz="800"/>
                    </a:p>
                  </p:txBody>
                </p:sp>
                <p:grpSp>
                  <p:nvGrpSpPr>
                    <p:cNvPr id="431" name="Gruppieren 206"/>
                    <p:cNvGrpSpPr/>
                    <p:nvPr/>
                  </p:nvGrpSpPr>
                  <p:grpSpPr bwMode="gray">
                    <a:xfrm>
                      <a:off x="6264000" y="1027328"/>
                      <a:ext cx="187201" cy="1132461"/>
                      <a:chOff x="2326107" y="3726719"/>
                      <a:chExt cx="373255" cy="2257981"/>
                    </a:xfrm>
                  </p:grpSpPr>
                  <p:sp>
                    <p:nvSpPr>
                      <p:cNvPr id="432" name="Ellipse 4"/>
                      <p:cNvSpPr/>
                      <p:nvPr/>
                    </p:nvSpPr>
                    <p:spPr bwMode="gray">
                      <a:xfrm>
                        <a:off x="2326107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33" name="Abgerundetes Rechteck 432"/>
                      <p:cNvSpPr/>
                      <p:nvPr/>
                    </p:nvSpPr>
                    <p:spPr bwMode="gray">
                      <a:xfrm>
                        <a:off x="2469666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34" name="Abgerundetes Rechteck 433"/>
                      <p:cNvSpPr/>
                      <p:nvPr/>
                    </p:nvSpPr>
                    <p:spPr bwMode="gray">
                      <a:xfrm rot="10800000">
                        <a:off x="2469666" y="5290384"/>
                        <a:ext cx="86136" cy="43467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35" name="Ellipse 434"/>
                      <p:cNvSpPr/>
                      <p:nvPr/>
                    </p:nvSpPr>
                    <p:spPr bwMode="gray">
                      <a:xfrm>
                        <a:off x="2393785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409" name="Gruppieren 2"/>
                  <p:cNvGrpSpPr/>
                  <p:nvPr/>
                </p:nvGrpSpPr>
                <p:grpSpPr bwMode="gray">
                  <a:xfrm>
                    <a:off x="6687600" y="1027328"/>
                    <a:ext cx="540000" cy="1628543"/>
                    <a:chOff x="6687600" y="1027328"/>
                    <a:chExt cx="540000" cy="1628543"/>
                  </a:xfrm>
                </p:grpSpPr>
                <p:sp>
                  <p:nvSpPr>
                    <p:cNvPr id="424" name="Textfeld 423"/>
                    <p:cNvSpPr txBox="1"/>
                    <p:nvPr/>
                  </p:nvSpPr>
                  <p:spPr bwMode="gray">
                    <a:xfrm>
                      <a:off x="66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Add Info here.</a:t>
                      </a:r>
                      <a:endParaRPr lang="de-DE" sz="800"/>
                    </a:p>
                  </p:txBody>
                </p:sp>
                <p:grpSp>
                  <p:nvGrpSpPr>
                    <p:cNvPr id="425" name="Gruppieren 207"/>
                    <p:cNvGrpSpPr/>
                    <p:nvPr/>
                  </p:nvGrpSpPr>
                  <p:grpSpPr bwMode="gray">
                    <a:xfrm>
                      <a:off x="6864000" y="1027328"/>
                      <a:ext cx="187201" cy="1132461"/>
                      <a:chOff x="3085973" y="3726719"/>
                      <a:chExt cx="373255" cy="2257981"/>
                    </a:xfrm>
                  </p:grpSpPr>
                  <p:sp>
                    <p:nvSpPr>
                      <p:cNvPr id="426" name="Ellipse 4"/>
                      <p:cNvSpPr/>
                      <p:nvPr/>
                    </p:nvSpPr>
                    <p:spPr bwMode="gray">
                      <a:xfrm>
                        <a:off x="3085973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7" name="Abgerundetes Rechteck 426"/>
                      <p:cNvSpPr/>
                      <p:nvPr/>
                    </p:nvSpPr>
                    <p:spPr bwMode="gray">
                      <a:xfrm>
                        <a:off x="3229532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8" name="Abgerundetes Rechteck 427"/>
                      <p:cNvSpPr/>
                      <p:nvPr/>
                    </p:nvSpPr>
                    <p:spPr bwMode="gray">
                      <a:xfrm rot="10800000">
                        <a:off x="3229532" y="4855708"/>
                        <a:ext cx="86136" cy="86935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9" name="Ellipse 428"/>
                      <p:cNvSpPr/>
                      <p:nvPr/>
                    </p:nvSpPr>
                    <p:spPr bwMode="gray">
                      <a:xfrm>
                        <a:off x="3153651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410" name="Gruppieren 6"/>
                  <p:cNvGrpSpPr/>
                  <p:nvPr/>
                </p:nvGrpSpPr>
                <p:grpSpPr bwMode="gray">
                  <a:xfrm>
                    <a:off x="7887600" y="1027328"/>
                    <a:ext cx="540000" cy="1628543"/>
                    <a:chOff x="7887600" y="1027328"/>
                    <a:chExt cx="540000" cy="1628543"/>
                  </a:xfrm>
                </p:grpSpPr>
                <p:sp>
                  <p:nvSpPr>
                    <p:cNvPr id="418" name="Textfeld 417"/>
                    <p:cNvSpPr txBox="1"/>
                    <p:nvPr/>
                  </p:nvSpPr>
                  <p:spPr bwMode="gray">
                    <a:xfrm>
                      <a:off x="7887600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smtClean="0"/>
                        <a:t>This is a placeholder.</a:t>
                      </a:r>
                      <a:endParaRPr lang="de-DE" sz="800"/>
                    </a:p>
                  </p:txBody>
                </p:sp>
                <p:grpSp>
                  <p:nvGrpSpPr>
                    <p:cNvPr id="419" name="Gruppieren 209"/>
                    <p:cNvGrpSpPr/>
                    <p:nvPr/>
                  </p:nvGrpSpPr>
                  <p:grpSpPr bwMode="gray">
                    <a:xfrm>
                      <a:off x="8064000" y="1027328"/>
                      <a:ext cx="187201" cy="1132461"/>
                      <a:chOff x="4605705" y="3726719"/>
                      <a:chExt cx="373255" cy="2257981"/>
                    </a:xfrm>
                  </p:grpSpPr>
                  <p:sp>
                    <p:nvSpPr>
                      <p:cNvPr id="420" name="Ellipse 4"/>
                      <p:cNvSpPr/>
                      <p:nvPr/>
                    </p:nvSpPr>
                    <p:spPr bwMode="gray">
                      <a:xfrm>
                        <a:off x="4605705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1" name="Abgerundetes Rechteck 420"/>
                      <p:cNvSpPr/>
                      <p:nvPr/>
                    </p:nvSpPr>
                    <p:spPr bwMode="gray">
                      <a:xfrm>
                        <a:off x="4749264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2" name="Abgerundetes Rechteck 421"/>
                      <p:cNvSpPr/>
                      <p:nvPr/>
                    </p:nvSpPr>
                    <p:spPr bwMode="gray">
                      <a:xfrm rot="10800000">
                        <a:off x="4749264" y="4334590"/>
                        <a:ext cx="86136" cy="139047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23" name="Ellipse 422"/>
                      <p:cNvSpPr/>
                      <p:nvPr/>
                    </p:nvSpPr>
                    <p:spPr bwMode="gray">
                      <a:xfrm>
                        <a:off x="4673383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  <p:grpSp>
                <p:nvGrpSpPr>
                  <p:cNvPr id="411" name="Gruppieren 5"/>
                  <p:cNvGrpSpPr/>
                  <p:nvPr/>
                </p:nvGrpSpPr>
                <p:grpSpPr bwMode="gray">
                  <a:xfrm>
                    <a:off x="7288858" y="1027328"/>
                    <a:ext cx="540000" cy="1628543"/>
                    <a:chOff x="7288858" y="1027328"/>
                    <a:chExt cx="540000" cy="1628543"/>
                  </a:xfrm>
                </p:grpSpPr>
                <p:sp>
                  <p:nvSpPr>
                    <p:cNvPr id="412" name="Textfeld 411"/>
                    <p:cNvSpPr txBox="1"/>
                    <p:nvPr/>
                  </p:nvSpPr>
                  <p:spPr bwMode="gray">
                    <a:xfrm>
                      <a:off x="7288858" y="2295871"/>
                      <a:ext cx="540000" cy="36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t" anchorCtr="0">
                      <a:noAutofit/>
                    </a:bodyPr>
                    <a:lstStyle>
                      <a:defPPr>
                        <a:defRPr lang="de-DE"/>
                      </a:defPPr>
                      <a:lvl1pPr lvl="0" algn="ctr">
                        <a:spcAft>
                          <a:spcPts val="600"/>
                        </a:spcAft>
                        <a:defRPr sz="1200">
                          <a:solidFill>
                            <a:prstClr val="black"/>
                          </a:solidFill>
                        </a:defRPr>
                      </a:lvl1pPr>
                    </a:lstStyle>
                    <a:p>
                      <a:r>
                        <a:rPr lang="de-DE" sz="800" b="1" smtClean="0">
                          <a:solidFill>
                            <a:schemeClr val="accent1"/>
                          </a:solidFill>
                        </a:rPr>
                        <a:t>Type your text here.</a:t>
                      </a:r>
                      <a:endParaRPr lang="de-DE" sz="800" b="1">
                        <a:solidFill>
                          <a:schemeClr val="accent1"/>
                        </a:solidFill>
                      </a:endParaRPr>
                    </a:p>
                  </p:txBody>
                </p:sp>
                <p:grpSp>
                  <p:nvGrpSpPr>
                    <p:cNvPr id="413" name="Gruppieren 486"/>
                    <p:cNvGrpSpPr/>
                    <p:nvPr/>
                  </p:nvGrpSpPr>
                  <p:grpSpPr bwMode="gray">
                    <a:xfrm>
                      <a:off x="7464000" y="1027328"/>
                      <a:ext cx="187201" cy="1132461"/>
                      <a:chOff x="3085973" y="3726719"/>
                      <a:chExt cx="373255" cy="2257981"/>
                    </a:xfrm>
                  </p:grpSpPr>
                  <p:sp>
                    <p:nvSpPr>
                      <p:cNvPr id="414" name="Ellipse 4"/>
                      <p:cNvSpPr/>
                      <p:nvPr/>
                    </p:nvSpPr>
                    <p:spPr bwMode="gray">
                      <a:xfrm>
                        <a:off x="3085973" y="3726719"/>
                        <a:ext cx="373255" cy="22579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66776" h="5243513">
                            <a:moveTo>
                              <a:pt x="433388" y="0"/>
                            </a:moveTo>
                            <a:cubicBezTo>
                              <a:pt x="559956" y="0"/>
                              <a:pt x="662559" y="102603"/>
                              <a:pt x="662559" y="229171"/>
                            </a:cubicBezTo>
                            <a:lnTo>
                              <a:pt x="662559" y="4443621"/>
                            </a:lnTo>
                            <a:cubicBezTo>
                              <a:pt x="785468" y="4519232"/>
                              <a:pt x="866776" y="4655183"/>
                              <a:pt x="866776" y="4810125"/>
                            </a:cubicBezTo>
                            <a:cubicBezTo>
                              <a:pt x="866776" y="5049479"/>
                              <a:pt x="672742" y="5243513"/>
                              <a:pt x="433388" y="5243513"/>
                            </a:cubicBezTo>
                            <a:cubicBezTo>
                              <a:pt x="194034" y="5243513"/>
                              <a:pt x="0" y="5049479"/>
                              <a:pt x="0" y="4810125"/>
                            </a:cubicBezTo>
                            <a:cubicBezTo>
                              <a:pt x="0" y="4655183"/>
                              <a:pt x="81309" y="4519232"/>
                              <a:pt x="204217" y="4443621"/>
                            </a:cubicBezTo>
                            <a:lnTo>
                              <a:pt x="204217" y="229171"/>
                            </a:lnTo>
                            <a:cubicBezTo>
                              <a:pt x="204217" y="102603"/>
                              <a:pt x="306820" y="0"/>
                              <a:pt x="433388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rgbClr val="7D7D7D"/>
                          </a:gs>
                          <a:gs pos="85000">
                            <a:srgbClr val="969696"/>
                          </a:gs>
                          <a:gs pos="60000">
                            <a:srgbClr val="C8C8C8"/>
                          </a:gs>
                          <a:gs pos="20000">
                            <a:srgbClr val="FFFFFF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127000" dir="18900000" sy="23000" kx="-1200000" algn="bl" rotWithShape="0">
                          <a:prstClr val="black">
                            <a:alpha val="2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15" name="Abgerundetes Rechteck 414"/>
                      <p:cNvSpPr/>
                      <p:nvPr/>
                    </p:nvSpPr>
                    <p:spPr bwMode="gray">
                      <a:xfrm>
                        <a:off x="3229532" y="3780041"/>
                        <a:ext cx="86136" cy="1985218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100000">
                            <a:srgbClr val="E6E6E6"/>
                          </a:gs>
                          <a:gs pos="0">
                            <a:srgbClr val="7D7D7D"/>
                          </a:gs>
                        </a:gsLst>
                        <a:lin ang="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16" name="Abgerundetes Rechteck 415"/>
                      <p:cNvSpPr/>
                      <p:nvPr/>
                    </p:nvSpPr>
                    <p:spPr bwMode="gray">
                      <a:xfrm rot="10800000">
                        <a:off x="3229530" y="4204245"/>
                        <a:ext cx="91158" cy="1520817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50000">
                            <a:schemeClr val="accent1"/>
                          </a:gs>
                          <a:gs pos="1500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  <p:sp>
                    <p:nvSpPr>
                      <p:cNvPr id="417" name="Ellipse 416"/>
                      <p:cNvSpPr/>
                      <p:nvPr/>
                    </p:nvSpPr>
                    <p:spPr bwMode="gray">
                      <a:xfrm>
                        <a:off x="3153651" y="5679124"/>
                        <a:ext cx="237899" cy="237898"/>
                      </a:xfrm>
                      <a:prstGeom prst="ellipse">
                        <a:avLst/>
                      </a:prstGeom>
                      <a:gradFill flip="none" rotWithShape="1">
                        <a:gsLst>
                          <a:gs pos="100000">
                            <a:schemeClr val="accent1"/>
                          </a:gs>
                          <a:gs pos="0">
                            <a:schemeClr val="accent1">
                              <a:lumMod val="5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1100"/>
                      </a:p>
                    </p:txBody>
                  </p:sp>
                </p:grpSp>
              </p:grpSp>
            </p:grpSp>
          </p:grpSp>
          <p:sp>
            <p:nvSpPr>
              <p:cNvPr id="405" name="Rechteckige Legende 404"/>
              <p:cNvSpPr/>
              <p:nvPr/>
            </p:nvSpPr>
            <p:spPr bwMode="gray">
              <a:xfrm>
                <a:off x="6468453" y="1125422"/>
                <a:ext cx="982565" cy="214842"/>
              </a:xfrm>
              <a:prstGeom prst="wedgeRectCallout">
                <a:avLst>
                  <a:gd name="adj1" fmla="val 53900"/>
                  <a:gd name="adj2" fmla="val 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100" smtClean="0">
                    <a:solidFill>
                      <a:srgbClr val="7D7D7D"/>
                    </a:solidFill>
                  </a:rPr>
                  <a:t>Afternoon peak.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09" name="Gruppieren 208"/>
            <p:cNvGrpSpPr/>
            <p:nvPr/>
          </p:nvGrpSpPr>
          <p:grpSpPr>
            <a:xfrm>
              <a:off x="6136325" y="2747836"/>
              <a:ext cx="2609174" cy="3706798"/>
              <a:chOff x="6136325" y="2747836"/>
              <a:chExt cx="2609174" cy="3706798"/>
            </a:xfrm>
          </p:grpSpPr>
          <p:sp>
            <p:nvSpPr>
              <p:cNvPr id="390" name="Halbbogen 389"/>
              <p:cNvSpPr/>
              <p:nvPr/>
            </p:nvSpPr>
            <p:spPr bwMode="gray">
              <a:xfrm flipH="1">
                <a:off x="6136325" y="4053533"/>
                <a:ext cx="1044202" cy="1044202"/>
              </a:xfrm>
              <a:prstGeom prst="blockArc">
                <a:avLst>
                  <a:gd name="adj1" fmla="val 8993034"/>
                  <a:gd name="adj2" fmla="val 16224598"/>
                  <a:gd name="adj3" fmla="val 17222"/>
                </a:avLst>
              </a:pr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4" name="Halbbogen 393"/>
              <p:cNvSpPr/>
              <p:nvPr/>
            </p:nvSpPr>
            <p:spPr bwMode="gray">
              <a:xfrm flipH="1">
                <a:off x="6136325" y="2791976"/>
                <a:ext cx="1044202" cy="1044202"/>
              </a:xfrm>
              <a:prstGeom prst="blockArc">
                <a:avLst>
                  <a:gd name="adj1" fmla="val 2505050"/>
                  <a:gd name="adj2" fmla="val 16224598"/>
                  <a:gd name="adj3" fmla="val 17222"/>
                </a:avLst>
              </a:pr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05" name="Gruppieren 204"/>
              <p:cNvGrpSpPr/>
              <p:nvPr/>
            </p:nvGrpSpPr>
            <p:grpSpPr>
              <a:xfrm>
                <a:off x="6136325" y="2747836"/>
                <a:ext cx="2609174" cy="1156923"/>
                <a:chOff x="6136325" y="2747836"/>
                <a:chExt cx="2609174" cy="1156923"/>
              </a:xfrm>
            </p:grpSpPr>
            <p:sp>
              <p:nvSpPr>
                <p:cNvPr id="393" name="Rechteck 392"/>
                <p:cNvSpPr/>
                <p:nvPr/>
              </p:nvSpPr>
              <p:spPr bwMode="gray">
                <a:xfrm>
                  <a:off x="6136325" y="2791976"/>
                  <a:ext cx="1044202" cy="1028946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62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grpSp>
              <p:nvGrpSpPr>
                <p:cNvPr id="401" name="Gruppieren 400"/>
                <p:cNvGrpSpPr/>
                <p:nvPr/>
              </p:nvGrpSpPr>
              <p:grpSpPr bwMode="gray">
                <a:xfrm>
                  <a:off x="7449499" y="2747836"/>
                  <a:ext cx="1296000" cy="1156923"/>
                  <a:chOff x="7449499" y="2679256"/>
                  <a:chExt cx="1296000" cy="1156923"/>
                </a:xfrm>
              </p:grpSpPr>
              <p:sp>
                <p:nvSpPr>
                  <p:cNvPr id="399" name="Textfeld 398"/>
                  <p:cNvSpPr txBox="1"/>
                  <p:nvPr/>
                </p:nvSpPr>
                <p:spPr bwMode="gray">
                  <a:xfrm>
                    <a:off x="7449499" y="3110695"/>
                    <a:ext cx="1296000" cy="725484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/>
                    <a:r>
                      <a:rPr lang="de-DE" sz="800" smtClean="0">
                        <a:solidFill>
                          <a:srgbClr val="000000"/>
                        </a:solidFill>
                      </a:rPr>
                      <a:t>This is a placeholder text. Replace this text with your own information. This text demonstrates how your text will look like. </a:t>
                    </a:r>
                    <a:endParaRPr lang="de-DE" sz="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 bwMode="gray">
                  <a:xfrm>
                    <a:off x="7451266" y="2679256"/>
                    <a:ext cx="1294233" cy="431438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lvl="0" algn="l">
                      <a:lnSpc>
                        <a:spcPct val="90000"/>
                      </a:lnSpc>
                      <a:spcAft>
                        <a:spcPts val="0"/>
                      </a:spcAft>
                    </a:pPr>
                    <a:r>
                      <a:rPr lang="de-DE" sz="2400" dirty="0" smtClean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</a:rPr>
                      <a:t>$ </a:t>
                    </a:r>
                    <a:r>
                      <a:rPr lang="de-DE" sz="400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</a:rPr>
                      <a:t>157</a:t>
                    </a:r>
                    <a:endParaRPr lang="de-DE" sz="24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</p:grpSp>
          </p:grpSp>
          <p:grpSp>
            <p:nvGrpSpPr>
              <p:cNvPr id="206" name="Gruppieren 205"/>
              <p:cNvGrpSpPr/>
              <p:nvPr/>
            </p:nvGrpSpPr>
            <p:grpSpPr>
              <a:xfrm>
                <a:off x="6136325" y="4022773"/>
                <a:ext cx="2609174" cy="1156923"/>
                <a:chOff x="6136325" y="4022773"/>
                <a:chExt cx="2609174" cy="1156923"/>
              </a:xfrm>
            </p:grpSpPr>
            <p:sp>
              <p:nvSpPr>
                <p:cNvPr id="389" name="Rechteck 388"/>
                <p:cNvSpPr/>
                <p:nvPr/>
              </p:nvSpPr>
              <p:spPr bwMode="gray">
                <a:xfrm>
                  <a:off x="6136325" y="4053533"/>
                  <a:ext cx="1044202" cy="1028946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30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grpSp>
              <p:nvGrpSpPr>
                <p:cNvPr id="450" name="Gruppieren 449"/>
                <p:cNvGrpSpPr/>
                <p:nvPr/>
              </p:nvGrpSpPr>
              <p:grpSpPr bwMode="gray">
                <a:xfrm>
                  <a:off x="7449499" y="4022773"/>
                  <a:ext cx="1296000" cy="1156923"/>
                  <a:chOff x="7449499" y="2679256"/>
                  <a:chExt cx="1296000" cy="1156923"/>
                </a:xfrm>
              </p:grpSpPr>
              <p:sp>
                <p:nvSpPr>
                  <p:cNvPr id="451" name="Textfeld 450"/>
                  <p:cNvSpPr txBox="1"/>
                  <p:nvPr/>
                </p:nvSpPr>
                <p:spPr bwMode="gray">
                  <a:xfrm>
                    <a:off x="7449499" y="3110695"/>
                    <a:ext cx="1296000" cy="725484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/>
                    <a:r>
                      <a:rPr lang="de-DE" sz="800" smtClean="0">
                        <a:solidFill>
                          <a:srgbClr val="000000"/>
                        </a:solidFill>
                      </a:rPr>
                      <a:t>This is a placeholder text. Replace this text with your own information. This text demonstrates how your text will look like. </a:t>
                    </a:r>
                    <a:endParaRPr lang="de-DE" sz="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52" name="Textfeld 451"/>
                  <p:cNvSpPr txBox="1"/>
                  <p:nvPr/>
                </p:nvSpPr>
                <p:spPr bwMode="gray">
                  <a:xfrm>
                    <a:off x="7451266" y="2679256"/>
                    <a:ext cx="1294233" cy="431438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>
                      <a:lnSpc>
                        <a:spcPct val="90000"/>
                      </a:lnSpc>
                    </a:pPr>
                    <a:r>
                      <a:rPr lang="de-DE" sz="2400" dirty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</a:rPr>
                      <a:t>$ </a:t>
                    </a:r>
                    <a:r>
                      <a:rPr lang="de-DE" sz="400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</a:rPr>
                      <a:t>97</a:t>
                    </a:r>
                    <a:endParaRPr lang="de-DE" sz="24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</p:grpSp>
          </p:grpSp>
          <p:grpSp>
            <p:nvGrpSpPr>
              <p:cNvPr id="207" name="Gruppieren 206"/>
              <p:cNvGrpSpPr/>
              <p:nvPr/>
            </p:nvGrpSpPr>
            <p:grpSpPr>
              <a:xfrm>
                <a:off x="6136325" y="5297711"/>
                <a:ext cx="2609174" cy="1156923"/>
                <a:chOff x="6136325" y="5297711"/>
                <a:chExt cx="2609174" cy="1156923"/>
              </a:xfrm>
            </p:grpSpPr>
            <p:grpSp>
              <p:nvGrpSpPr>
                <p:cNvPr id="395" name="Gruppieren 394"/>
                <p:cNvGrpSpPr/>
                <p:nvPr/>
              </p:nvGrpSpPr>
              <p:grpSpPr bwMode="gray">
                <a:xfrm>
                  <a:off x="6136325" y="5315091"/>
                  <a:ext cx="1044202" cy="1044202"/>
                  <a:chOff x="2457990" y="5181563"/>
                  <a:chExt cx="1200224" cy="1200224"/>
                </a:xfrm>
              </p:grpSpPr>
              <p:sp>
                <p:nvSpPr>
                  <p:cNvPr id="396" name="Rad 395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" name="Rechteck 396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smtClean="0">
                        <a:solidFill>
                          <a:schemeClr val="accent1"/>
                        </a:solidFill>
                      </a:rPr>
                      <a:t>24</a:t>
                    </a:r>
                    <a:r>
                      <a:rPr lang="de-DE" sz="14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4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398" name="Halbbogen 397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11456917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grpSp>
              <p:nvGrpSpPr>
                <p:cNvPr id="453" name="Gruppieren 452"/>
                <p:cNvGrpSpPr/>
                <p:nvPr/>
              </p:nvGrpSpPr>
              <p:grpSpPr bwMode="gray">
                <a:xfrm>
                  <a:off x="7449499" y="5297711"/>
                  <a:ext cx="1296000" cy="1156923"/>
                  <a:chOff x="7449499" y="2679256"/>
                  <a:chExt cx="1296000" cy="1156923"/>
                </a:xfrm>
              </p:grpSpPr>
              <p:sp>
                <p:nvSpPr>
                  <p:cNvPr id="454" name="Textfeld 453"/>
                  <p:cNvSpPr txBox="1"/>
                  <p:nvPr/>
                </p:nvSpPr>
                <p:spPr bwMode="gray">
                  <a:xfrm>
                    <a:off x="7449499" y="3110695"/>
                    <a:ext cx="1296000" cy="725484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72000" rIns="108000" bIns="7200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/>
                    <a:r>
                      <a:rPr lang="de-DE" sz="800" smtClean="0">
                        <a:solidFill>
                          <a:srgbClr val="000000"/>
                        </a:solidFill>
                      </a:rPr>
                      <a:t>This is a placeholder text. Replace this text with your own information. This text demonstrates how your text will look like. </a:t>
                    </a:r>
                    <a:endParaRPr lang="de-DE" sz="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55" name="Textfeld 454"/>
                  <p:cNvSpPr txBox="1"/>
                  <p:nvPr/>
                </p:nvSpPr>
                <p:spPr bwMode="gray">
                  <a:xfrm>
                    <a:off x="7451266" y="2679256"/>
                    <a:ext cx="1294233" cy="431438"/>
                  </a:xfrm>
                  <a:prstGeom prst="rect">
                    <a:avLst/>
                  </a:prstGeom>
                  <a:noFill/>
                </p:spPr>
                <p:txBody>
                  <a:bodyPr wrap="square" lIns="72000" tIns="0" rIns="0" bIns="0" rtlCol="0" anchor="t" anchorCtr="0">
                    <a:noAutofit/>
                  </a:bodyPr>
                  <a:lstStyle>
                    <a:defPPr>
                      <a:defRPr lang="de-DE"/>
                    </a:defPPr>
                    <a:lvl1pPr lvl="0" algn="ctr">
                      <a:spcAft>
                        <a:spcPts val="600"/>
                      </a:spcAft>
                      <a:defRPr sz="1200">
                        <a:solidFill>
                          <a:prstClr val="black"/>
                        </a:solidFill>
                      </a:defRPr>
                    </a:lvl1pPr>
                  </a:lstStyle>
                  <a:p>
                    <a:pPr algn="l">
                      <a:lnSpc>
                        <a:spcPct val="90000"/>
                      </a:lnSpc>
                    </a:pPr>
                    <a:r>
                      <a:rPr lang="de-DE" sz="2400" dirty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</a:rPr>
                      <a:t>$ </a:t>
                    </a:r>
                    <a:r>
                      <a:rPr lang="de-DE" sz="400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</a:rPr>
                      <a:t>68</a:t>
                    </a:r>
                    <a:endParaRPr lang="de-DE" sz="24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157" name="Gruppieren 156"/>
            <p:cNvGrpSpPr/>
            <p:nvPr/>
          </p:nvGrpSpPr>
          <p:grpSpPr bwMode="gray">
            <a:xfrm>
              <a:off x="325434" y="500233"/>
              <a:ext cx="2779354" cy="2873594"/>
              <a:chOff x="325434" y="500233"/>
              <a:chExt cx="2779354" cy="2873594"/>
            </a:xfrm>
          </p:grpSpPr>
          <p:sp>
            <p:nvSpPr>
              <p:cNvPr id="158" name="Textfeld 157"/>
              <p:cNvSpPr txBox="1"/>
              <p:nvPr/>
            </p:nvSpPr>
            <p:spPr bwMode="gray">
              <a:xfrm>
                <a:off x="394014" y="500233"/>
                <a:ext cx="2548006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159" name="Gruppieren 1689"/>
              <p:cNvGrpSpPr/>
              <p:nvPr/>
            </p:nvGrpSpPr>
            <p:grpSpPr bwMode="gray">
              <a:xfrm>
                <a:off x="325434" y="865072"/>
                <a:ext cx="2779354" cy="2508755"/>
                <a:chOff x="325434" y="865072"/>
                <a:chExt cx="2779354" cy="2508755"/>
              </a:xfrm>
            </p:grpSpPr>
            <p:cxnSp>
              <p:nvCxnSpPr>
                <p:cNvPr id="161" name="Gerade Verbindung 160"/>
                <p:cNvCxnSpPr/>
                <p:nvPr/>
              </p:nvCxnSpPr>
              <p:spPr bwMode="gray">
                <a:xfrm flipV="1">
                  <a:off x="1736643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2" name="Gerade Verbindung 161"/>
                <p:cNvCxnSpPr/>
                <p:nvPr/>
              </p:nvCxnSpPr>
              <p:spPr bwMode="gray">
                <a:xfrm flipV="1">
                  <a:off x="2305041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Textfeld 162"/>
                <p:cNvSpPr txBox="1"/>
                <p:nvPr/>
              </p:nvSpPr>
              <p:spPr bwMode="gray">
                <a:xfrm>
                  <a:off x="1521719" y="306873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prstClr val="black"/>
                      </a:solidFill>
                    </a:rPr>
                    <a:t>poor</a:t>
                  </a:r>
                  <a:endParaRPr lang="de-DE" sz="8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4" name="Textfeld 163"/>
                <p:cNvSpPr txBox="1"/>
                <p:nvPr/>
              </p:nvSpPr>
              <p:spPr bwMode="gray">
                <a:xfrm>
                  <a:off x="2089257" y="306873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prstClr val="black"/>
                      </a:solidFill>
                    </a:rPr>
                    <a:t>good</a:t>
                  </a:r>
                  <a:endParaRPr lang="de-DE" sz="8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5" name="Textfeld 164"/>
                <p:cNvSpPr txBox="1"/>
                <p:nvPr/>
              </p:nvSpPr>
              <p:spPr bwMode="gray">
                <a:xfrm>
                  <a:off x="2641552" y="3068735"/>
                  <a:ext cx="463236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800" smtClean="0"/>
                    <a:t>exzellent</a:t>
                  </a:r>
                  <a:endParaRPr lang="de-DE" sz="800"/>
                </a:p>
              </p:txBody>
            </p:sp>
            <p:sp>
              <p:nvSpPr>
                <p:cNvPr id="166" name="Textfeld 165"/>
                <p:cNvSpPr txBox="1"/>
                <p:nvPr/>
              </p:nvSpPr>
              <p:spPr bwMode="gray">
                <a:xfrm>
                  <a:off x="325434" y="1132496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67" name="Textfeld 166"/>
                <p:cNvSpPr txBox="1"/>
                <p:nvPr/>
              </p:nvSpPr>
              <p:spPr bwMode="gray">
                <a:xfrm>
                  <a:off x="325434" y="1513644"/>
                  <a:ext cx="857765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Description</a:t>
                  </a:r>
                  <a:endParaRPr lang="de-DE" sz="1000"/>
                </a:p>
              </p:txBody>
            </p:sp>
            <p:sp>
              <p:nvSpPr>
                <p:cNvPr id="168" name="Rechteckige Legende 167"/>
                <p:cNvSpPr/>
                <p:nvPr/>
              </p:nvSpPr>
              <p:spPr bwMode="gray">
                <a:xfrm>
                  <a:off x="2279103" y="865072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78%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69" name="Rechteck 168"/>
                <p:cNvSpPr/>
                <p:nvPr/>
              </p:nvSpPr>
              <p:spPr bwMode="gray">
                <a:xfrm>
                  <a:off x="1168245" y="1145194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0" name="Rechteck 169"/>
                <p:cNvSpPr/>
                <p:nvPr/>
              </p:nvSpPr>
              <p:spPr bwMode="gray">
                <a:xfrm>
                  <a:off x="1168245" y="1145194"/>
                  <a:ext cx="1425690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1" name="Rechteck 170"/>
                <p:cNvSpPr/>
                <p:nvPr/>
              </p:nvSpPr>
              <p:spPr bwMode="gray">
                <a:xfrm>
                  <a:off x="1168245" y="1535200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2" name="Rechteck 171"/>
                <p:cNvSpPr/>
                <p:nvPr/>
              </p:nvSpPr>
              <p:spPr bwMode="gray">
                <a:xfrm>
                  <a:off x="1168245" y="1535199"/>
                  <a:ext cx="920520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cxnSp>
              <p:nvCxnSpPr>
                <p:cNvPr id="173" name="Gerade Verbindung 172"/>
                <p:cNvCxnSpPr/>
                <p:nvPr/>
              </p:nvCxnSpPr>
              <p:spPr bwMode="gray">
                <a:xfrm flipV="1">
                  <a:off x="2873440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4" name="Gerade Verbindung 173"/>
                <p:cNvCxnSpPr/>
                <p:nvPr/>
              </p:nvCxnSpPr>
              <p:spPr bwMode="gray">
                <a:xfrm flipV="1">
                  <a:off x="1168245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5" name="Rechteckige Legende 174"/>
                <p:cNvSpPr/>
                <p:nvPr/>
              </p:nvSpPr>
              <p:spPr bwMode="gray">
                <a:xfrm>
                  <a:off x="1769045" y="1262251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53%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76" name="Rechteck 175"/>
                <p:cNvSpPr/>
                <p:nvPr/>
              </p:nvSpPr>
              <p:spPr bwMode="gray">
                <a:xfrm>
                  <a:off x="1168245" y="1925205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7" name="Rechteck 176"/>
                <p:cNvSpPr/>
                <p:nvPr/>
              </p:nvSpPr>
              <p:spPr bwMode="gray">
                <a:xfrm>
                  <a:off x="1168245" y="1925205"/>
                  <a:ext cx="1136796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8" name="Rechteck 177"/>
                <p:cNvSpPr/>
                <p:nvPr/>
              </p:nvSpPr>
              <p:spPr bwMode="gray">
                <a:xfrm>
                  <a:off x="1168245" y="2315211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79" name="Rechteck 178"/>
                <p:cNvSpPr/>
                <p:nvPr/>
              </p:nvSpPr>
              <p:spPr bwMode="gray">
                <a:xfrm>
                  <a:off x="1168244" y="2315210"/>
                  <a:ext cx="1542891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0" name="Rechteck 179"/>
                <p:cNvSpPr/>
                <p:nvPr/>
              </p:nvSpPr>
              <p:spPr bwMode="gray">
                <a:xfrm>
                  <a:off x="1168245" y="2705216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1" name="Rechteck 180"/>
                <p:cNvSpPr/>
                <p:nvPr/>
              </p:nvSpPr>
              <p:spPr bwMode="gray">
                <a:xfrm>
                  <a:off x="1168245" y="2705215"/>
                  <a:ext cx="600800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82" name="Textfeld 181"/>
                <p:cNvSpPr txBox="1"/>
                <p:nvPr/>
              </p:nvSpPr>
              <p:spPr bwMode="gray">
                <a:xfrm>
                  <a:off x="325434" y="1916832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83" name="Textfeld 182"/>
                <p:cNvSpPr txBox="1"/>
                <p:nvPr/>
              </p:nvSpPr>
              <p:spPr bwMode="gray">
                <a:xfrm>
                  <a:off x="325434" y="2297980"/>
                  <a:ext cx="857765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Description</a:t>
                  </a:r>
                  <a:endParaRPr lang="de-DE" sz="1000"/>
                </a:p>
              </p:txBody>
            </p:sp>
            <p:sp>
              <p:nvSpPr>
                <p:cNvPr id="184" name="Textfeld 183"/>
                <p:cNvSpPr txBox="1"/>
                <p:nvPr/>
              </p:nvSpPr>
              <p:spPr bwMode="gray">
                <a:xfrm>
                  <a:off x="325434" y="2696220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85" name="Rechteckige Legende 184"/>
                <p:cNvSpPr/>
                <p:nvPr/>
              </p:nvSpPr>
              <p:spPr bwMode="gray">
                <a:xfrm>
                  <a:off x="1987289" y="1659323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65%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86" name="Rechteckige Legende 185"/>
                <p:cNvSpPr/>
                <p:nvPr/>
              </p:nvSpPr>
              <p:spPr bwMode="gray">
                <a:xfrm>
                  <a:off x="2393361" y="2042562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400" b="1" dirty="0" smtClean="0">
                      <a:solidFill>
                        <a:schemeClr val="accent1"/>
                      </a:solidFill>
                    </a:rPr>
                    <a:t>84%</a:t>
                  </a:r>
                  <a:endParaRPr lang="de-DE" sz="1400" b="1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87" name="Rechteckige Legende 186"/>
                <p:cNvSpPr/>
                <p:nvPr/>
              </p:nvSpPr>
              <p:spPr bwMode="gray">
                <a:xfrm>
                  <a:off x="1458092" y="2430063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30%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</p:grpSp>
          <p:sp>
            <p:nvSpPr>
              <p:cNvPr id="160" name="Rechteck 159"/>
              <p:cNvSpPr/>
              <p:nvPr/>
            </p:nvSpPr>
            <p:spPr bwMode="gray">
              <a:xfrm>
                <a:off x="393036" y="796454"/>
                <a:ext cx="1788935" cy="283460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prstClr val="black"/>
                    </a:solidFill>
                  </a:rPr>
                  <a:t>Dies ist ein Platzhaltertext.</a:t>
                </a:r>
                <a:endParaRPr lang="de-DE" sz="110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8" name="Gruppieren 187"/>
            <p:cNvGrpSpPr/>
            <p:nvPr/>
          </p:nvGrpSpPr>
          <p:grpSpPr bwMode="gray">
            <a:xfrm>
              <a:off x="3280233" y="425847"/>
              <a:ext cx="2568905" cy="2880673"/>
              <a:chOff x="469019" y="425847"/>
              <a:chExt cx="2568905" cy="2880673"/>
            </a:xfrm>
          </p:grpSpPr>
          <p:grpSp>
            <p:nvGrpSpPr>
              <p:cNvPr id="189" name="Gruppieren 392"/>
              <p:cNvGrpSpPr/>
              <p:nvPr/>
            </p:nvGrpSpPr>
            <p:grpSpPr bwMode="gray">
              <a:xfrm>
                <a:off x="469019" y="425847"/>
                <a:ext cx="2568905" cy="1130900"/>
                <a:chOff x="469019" y="425847"/>
                <a:chExt cx="2568905" cy="1130900"/>
              </a:xfrm>
            </p:grpSpPr>
            <p:sp>
              <p:nvSpPr>
                <p:cNvPr id="202" name="Textfeld 201"/>
                <p:cNvSpPr txBox="1"/>
                <p:nvPr/>
              </p:nvSpPr>
              <p:spPr bwMode="gray">
                <a:xfrm>
                  <a:off x="469020" y="425847"/>
                  <a:ext cx="2553790" cy="473439"/>
                </a:xfrm>
                <a:prstGeom prst="rect">
                  <a:avLst/>
                </a:prstGeom>
                <a:noFill/>
              </p:spPr>
              <p:txBody>
                <a:bodyPr wrap="square" lIns="0" tIns="7200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de-DE" sz="2000" b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Topic</a:t>
                  </a:r>
                  <a:r>
                    <a:rPr lang="de-DE" sz="20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of Infographic</a:t>
                  </a:r>
                  <a:endParaRPr lang="de-DE" sz="200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03" name="Rechteck 202"/>
                <p:cNvSpPr/>
                <p:nvPr/>
              </p:nvSpPr>
              <p:spPr bwMode="gray">
                <a:xfrm>
                  <a:off x="469021" y="1188708"/>
                  <a:ext cx="2523562" cy="368039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900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</a:t>
                  </a:r>
                  <a:endParaRPr lang="de-DE" sz="10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204" name="Rechteck 203"/>
                <p:cNvSpPr/>
                <p:nvPr/>
              </p:nvSpPr>
              <p:spPr bwMode="gray">
                <a:xfrm>
                  <a:off x="469019" y="806145"/>
                  <a:ext cx="2568905" cy="266953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1000" smtClean="0">
                      <a:solidFill>
                        <a:srgbClr val="000000"/>
                      </a:solidFill>
                    </a:rPr>
                    <a:t>Subheadline for further information on the topic or a short introduction.</a:t>
                  </a:r>
                  <a:endParaRPr lang="de-DE" sz="105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90" name="Gruppieren 307"/>
              <p:cNvGrpSpPr/>
              <p:nvPr/>
            </p:nvGrpSpPr>
            <p:grpSpPr bwMode="gray">
              <a:xfrm>
                <a:off x="471686" y="2118996"/>
                <a:ext cx="742648" cy="1181655"/>
                <a:chOff x="471686" y="5217376"/>
                <a:chExt cx="742648" cy="1181655"/>
              </a:xfrm>
            </p:grpSpPr>
            <p:sp>
              <p:nvSpPr>
                <p:cNvPr id="199" name="Gleichschenkliges Dreieck 198"/>
                <p:cNvSpPr/>
                <p:nvPr/>
              </p:nvSpPr>
              <p:spPr bwMode="gray">
                <a:xfrm>
                  <a:off x="471686" y="5536630"/>
                  <a:ext cx="742648" cy="593340"/>
                </a:xfrm>
                <a:prstGeom prst="triangle">
                  <a:avLst/>
                </a:prstGeom>
                <a:solidFill>
                  <a:schemeClr val="accent1">
                    <a:lumMod val="20000"/>
                    <a:lumOff val="80000"/>
                    <a:alpha val="81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00" name="Textfeld 199"/>
                <p:cNvSpPr txBox="1"/>
                <p:nvPr/>
              </p:nvSpPr>
              <p:spPr bwMode="gray">
                <a:xfrm>
                  <a:off x="593583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  <p:sp>
              <p:nvSpPr>
                <p:cNvPr id="201" name="Textfeld 200"/>
                <p:cNvSpPr txBox="1"/>
                <p:nvPr/>
              </p:nvSpPr>
              <p:spPr bwMode="gray">
                <a:xfrm>
                  <a:off x="579958" y="5217376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45%</a:t>
                  </a:r>
                  <a:endParaRPr lang="de-DE" sz="14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</p:grpSp>
          <p:grpSp>
            <p:nvGrpSpPr>
              <p:cNvPr id="191" name="Gruppieren 309"/>
              <p:cNvGrpSpPr/>
              <p:nvPr/>
            </p:nvGrpSpPr>
            <p:grpSpPr bwMode="gray">
              <a:xfrm>
                <a:off x="2100909" y="1993811"/>
                <a:ext cx="913698" cy="1306840"/>
                <a:chOff x="1689052" y="5092191"/>
                <a:chExt cx="913698" cy="1306840"/>
              </a:xfrm>
            </p:grpSpPr>
            <p:sp>
              <p:nvSpPr>
                <p:cNvPr id="196" name="Gleichschenkliges Dreieck 195"/>
                <p:cNvSpPr/>
                <p:nvPr/>
              </p:nvSpPr>
              <p:spPr bwMode="gray">
                <a:xfrm>
                  <a:off x="1689052" y="5399968"/>
                  <a:ext cx="913698" cy="730002"/>
                </a:xfrm>
                <a:prstGeom prst="triangle">
                  <a:avLst/>
                </a:prstGeom>
                <a:solidFill>
                  <a:schemeClr val="accent1">
                    <a:lumMod val="60000"/>
                    <a:lumOff val="40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" name="Textfeld 196"/>
                <p:cNvSpPr txBox="1"/>
                <p:nvPr/>
              </p:nvSpPr>
              <p:spPr bwMode="gray">
                <a:xfrm>
                  <a:off x="1896474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198" name="Textfeld 197"/>
                <p:cNvSpPr txBox="1"/>
                <p:nvPr/>
              </p:nvSpPr>
              <p:spPr bwMode="gray">
                <a:xfrm>
                  <a:off x="1898089" y="5092191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54%</a:t>
                  </a:r>
                  <a:endParaRPr lang="de-DE" sz="14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  <p:grpSp>
            <p:nvGrpSpPr>
              <p:cNvPr id="192" name="Gruppieren 308"/>
              <p:cNvGrpSpPr/>
              <p:nvPr/>
            </p:nvGrpSpPr>
            <p:grpSpPr bwMode="gray">
              <a:xfrm>
                <a:off x="1038604" y="1666132"/>
                <a:ext cx="1238035" cy="1640388"/>
                <a:chOff x="913828" y="4939399"/>
                <a:chExt cx="1075730" cy="1425335"/>
              </a:xfrm>
            </p:grpSpPr>
            <p:sp>
              <p:nvSpPr>
                <p:cNvPr id="193" name="Gleichschenkliges Dreieck 192"/>
                <p:cNvSpPr/>
                <p:nvPr/>
              </p:nvSpPr>
              <p:spPr bwMode="gray">
                <a:xfrm>
                  <a:off x="913828" y="5263947"/>
                  <a:ext cx="1075730" cy="859456"/>
                </a:xfrm>
                <a:prstGeom prst="triangle">
                  <a:avLst/>
                </a:prstGeom>
                <a:solidFill>
                  <a:schemeClr val="accent1"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4" name="Textfeld 193"/>
                <p:cNvSpPr txBox="1"/>
                <p:nvPr/>
              </p:nvSpPr>
              <p:spPr bwMode="gray">
                <a:xfrm>
                  <a:off x="1233180" y="6137421"/>
                  <a:ext cx="409776" cy="22731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/>
                      </a:solidFill>
                    </a:rPr>
                    <a:t>TEXT</a:t>
                  </a:r>
                  <a:endParaRPr lang="de-DE" sz="11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95" name="Textfeld 194"/>
                <p:cNvSpPr txBox="1"/>
                <p:nvPr/>
              </p:nvSpPr>
              <p:spPr bwMode="gray">
                <a:xfrm>
                  <a:off x="1236580" y="4939399"/>
                  <a:ext cx="433456" cy="26742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/>
                      </a:solidFill>
                    </a:rPr>
                    <a:t>62%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181905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450" y="493980"/>
            <a:ext cx="8354928" cy="5967759"/>
            <a:chOff x="393450" y="493980"/>
            <a:chExt cx="8354928" cy="5967759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09960" y="3501232"/>
              <a:ext cx="0" cy="144036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202985" y="3429001"/>
              <a:ext cx="5542515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6009960" y="505037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202985" y="4941593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0" cy="586526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H="1">
              <a:off x="6082985" y="1935036"/>
              <a:ext cx="2665393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Gruppieren 185"/>
            <p:cNvGrpSpPr/>
            <p:nvPr/>
          </p:nvGrpSpPr>
          <p:grpSpPr bwMode="gray">
            <a:xfrm>
              <a:off x="3202986" y="561380"/>
              <a:ext cx="2735536" cy="2860001"/>
              <a:chOff x="3202986" y="3501233"/>
              <a:chExt cx="2735536" cy="2860001"/>
            </a:xfrm>
          </p:grpSpPr>
          <p:sp>
            <p:nvSpPr>
              <p:cNvPr id="187" name="Textfeld 186"/>
              <p:cNvSpPr txBox="1"/>
              <p:nvPr/>
            </p:nvSpPr>
            <p:spPr bwMode="gray">
              <a:xfrm>
                <a:off x="3850753" y="5298786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88" name="Textfeld 187"/>
              <p:cNvSpPr txBox="1"/>
              <p:nvPr/>
            </p:nvSpPr>
            <p:spPr bwMode="gray">
              <a:xfrm>
                <a:off x="4571762" y="5298786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89" name="Textfeld 188"/>
              <p:cNvSpPr txBox="1"/>
              <p:nvPr/>
            </p:nvSpPr>
            <p:spPr bwMode="gray">
              <a:xfrm>
                <a:off x="3202986" y="3501233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90" name="Rechteck 189"/>
              <p:cNvSpPr/>
              <p:nvPr/>
            </p:nvSpPr>
            <p:spPr bwMode="gray">
              <a:xfrm>
                <a:off x="3202986" y="5663202"/>
                <a:ext cx="2735536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1" name="Gruppieren 552"/>
              <p:cNvGrpSpPr/>
              <p:nvPr/>
            </p:nvGrpSpPr>
            <p:grpSpPr bwMode="gray">
              <a:xfrm rot="21445823">
                <a:off x="4617183" y="3958935"/>
                <a:ext cx="559921" cy="1243946"/>
                <a:chOff x="1638379" y="1795010"/>
                <a:chExt cx="923514" cy="2051723"/>
              </a:xfrm>
            </p:grpSpPr>
            <p:grpSp>
              <p:nvGrpSpPr>
                <p:cNvPr id="237" name="Gruppieren 553"/>
                <p:cNvGrpSpPr/>
                <p:nvPr/>
              </p:nvGrpSpPr>
              <p:grpSpPr bwMode="gray">
                <a:xfrm>
                  <a:off x="1716504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239" name="Rechteck 238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240" name="Rechteck 239"/>
                  <p:cNvSpPr/>
                  <p:nvPr/>
                </p:nvSpPr>
                <p:spPr bwMode="gray">
                  <a:xfrm>
                    <a:off x="1716504" y="2484120"/>
                    <a:ext cx="767264" cy="1312799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238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92" name="Gruppieren 557"/>
              <p:cNvGrpSpPr/>
              <p:nvPr/>
            </p:nvGrpSpPr>
            <p:grpSpPr bwMode="gray">
              <a:xfrm rot="390607">
                <a:off x="3961901" y="3996157"/>
                <a:ext cx="559921" cy="1243946"/>
                <a:chOff x="562430" y="1795010"/>
                <a:chExt cx="923514" cy="2051723"/>
              </a:xfrm>
            </p:grpSpPr>
            <p:grpSp>
              <p:nvGrpSpPr>
                <p:cNvPr id="233" name="Gruppieren 558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235" name="Rechteck 234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236" name="Rechteck 235"/>
                  <p:cNvSpPr/>
                  <p:nvPr/>
                </p:nvSpPr>
                <p:spPr bwMode="gray">
                  <a:xfrm>
                    <a:off x="1716504" y="2820872"/>
                    <a:ext cx="767264" cy="97604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234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93" name="Gruppieren 672"/>
              <p:cNvGrpSpPr/>
              <p:nvPr/>
            </p:nvGrpSpPr>
            <p:grpSpPr bwMode="gray">
              <a:xfrm rot="21419233">
                <a:off x="3423018" y="4319323"/>
                <a:ext cx="427229" cy="949152"/>
                <a:chOff x="562430" y="1795010"/>
                <a:chExt cx="923514" cy="2051723"/>
              </a:xfrm>
            </p:grpSpPr>
            <p:grpSp>
              <p:nvGrpSpPr>
                <p:cNvPr id="202" name="Gruppieren 673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205" name="Rechteck 204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228" name="Rechteck 227"/>
                  <p:cNvSpPr/>
                  <p:nvPr/>
                </p:nvSpPr>
                <p:spPr bwMode="gray">
                  <a:xfrm>
                    <a:off x="1716504" y="3161379"/>
                    <a:ext cx="767264" cy="63553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204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94" name="Gruppieren 730"/>
              <p:cNvGrpSpPr>
                <a:grpSpLocks noChangeAspect="1"/>
              </p:cNvGrpSpPr>
              <p:nvPr/>
            </p:nvGrpSpPr>
            <p:grpSpPr bwMode="gray">
              <a:xfrm rot="316738">
                <a:off x="5264777" y="4303501"/>
                <a:ext cx="427831" cy="950490"/>
                <a:chOff x="1638379" y="1795010"/>
                <a:chExt cx="923514" cy="2051723"/>
              </a:xfrm>
            </p:grpSpPr>
            <p:grpSp>
              <p:nvGrpSpPr>
                <p:cNvPr id="197" name="Gruppieren 731"/>
                <p:cNvGrpSpPr/>
                <p:nvPr/>
              </p:nvGrpSpPr>
              <p:grpSpPr bwMode="gray">
                <a:xfrm>
                  <a:off x="1716504" y="1844825"/>
                  <a:ext cx="767264" cy="1952095"/>
                  <a:chOff x="1716504" y="1844825"/>
                  <a:chExt cx="767264" cy="1952095"/>
                </a:xfrm>
              </p:grpSpPr>
              <p:sp>
                <p:nvSpPr>
                  <p:cNvPr id="199" name="Rechteck 198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200" name="Rechteck 199"/>
                  <p:cNvSpPr/>
                  <p:nvPr/>
                </p:nvSpPr>
                <p:spPr bwMode="gray">
                  <a:xfrm>
                    <a:off x="1716504" y="2721479"/>
                    <a:ext cx="767264" cy="1075441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198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sp>
            <p:nvSpPr>
              <p:cNvPr id="195" name="Textfeld 194"/>
              <p:cNvSpPr txBox="1"/>
              <p:nvPr/>
            </p:nvSpPr>
            <p:spPr bwMode="gray">
              <a:xfrm>
                <a:off x="3210554" y="5298786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196" name="Textfeld 195"/>
              <p:cNvSpPr txBox="1"/>
              <p:nvPr/>
            </p:nvSpPr>
            <p:spPr bwMode="gray">
              <a:xfrm>
                <a:off x="5185717" y="5298786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241" name="Gruppieren 240"/>
            <p:cNvGrpSpPr/>
            <p:nvPr/>
          </p:nvGrpSpPr>
          <p:grpSpPr bwMode="gray">
            <a:xfrm>
              <a:off x="6141623" y="1996023"/>
              <a:ext cx="2583895" cy="1376636"/>
              <a:chOff x="6159357" y="3501982"/>
              <a:chExt cx="2583895" cy="1376636"/>
            </a:xfrm>
          </p:grpSpPr>
          <p:grpSp>
            <p:nvGrpSpPr>
              <p:cNvPr id="242" name="Gruppieren 13"/>
              <p:cNvGrpSpPr/>
              <p:nvPr/>
            </p:nvGrpSpPr>
            <p:grpSpPr bwMode="gray">
              <a:xfrm>
                <a:off x="6159357" y="3591231"/>
                <a:ext cx="1188000" cy="88423"/>
                <a:chOff x="6078379" y="3501232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363" name="Würfel 362"/>
                <p:cNvSpPr/>
                <p:nvPr/>
              </p:nvSpPr>
              <p:spPr bwMode="gray">
                <a:xfrm>
                  <a:off x="6078379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4" name="Würfel 363"/>
                <p:cNvSpPr/>
                <p:nvPr/>
              </p:nvSpPr>
              <p:spPr bwMode="gray">
                <a:xfrm>
                  <a:off x="6219944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5" name="Würfel 364"/>
                <p:cNvSpPr/>
                <p:nvPr/>
              </p:nvSpPr>
              <p:spPr bwMode="gray">
                <a:xfrm>
                  <a:off x="636150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6" name="Würfel 365"/>
                <p:cNvSpPr/>
                <p:nvPr/>
              </p:nvSpPr>
              <p:spPr bwMode="gray">
                <a:xfrm>
                  <a:off x="6503073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7" name="Würfel 366"/>
                <p:cNvSpPr/>
                <p:nvPr/>
              </p:nvSpPr>
              <p:spPr bwMode="gray">
                <a:xfrm>
                  <a:off x="664463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8" name="Würfel 367"/>
                <p:cNvSpPr/>
                <p:nvPr/>
              </p:nvSpPr>
              <p:spPr bwMode="gray">
                <a:xfrm>
                  <a:off x="678620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9" name="Würfel 368"/>
                <p:cNvSpPr/>
                <p:nvPr/>
              </p:nvSpPr>
              <p:spPr bwMode="gray">
                <a:xfrm>
                  <a:off x="6927767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70" name="Würfel 369"/>
                <p:cNvSpPr/>
                <p:nvPr/>
              </p:nvSpPr>
              <p:spPr bwMode="gray">
                <a:xfrm>
                  <a:off x="7210896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71" name="Würfel 370"/>
                <p:cNvSpPr/>
                <p:nvPr/>
              </p:nvSpPr>
              <p:spPr bwMode="gray">
                <a:xfrm>
                  <a:off x="706933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72" name="Würfel 371"/>
                <p:cNvSpPr/>
                <p:nvPr/>
              </p:nvSpPr>
              <p:spPr bwMode="gray">
                <a:xfrm>
                  <a:off x="7352461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3" name="Gruppieren 12"/>
              <p:cNvGrpSpPr/>
              <p:nvPr/>
            </p:nvGrpSpPr>
            <p:grpSpPr bwMode="gray">
              <a:xfrm>
                <a:off x="6159357" y="3713407"/>
                <a:ext cx="1188000" cy="88423"/>
                <a:chOff x="6078379" y="3642885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353" name="Würfel 352"/>
                <p:cNvSpPr/>
                <p:nvPr/>
              </p:nvSpPr>
              <p:spPr bwMode="gray">
                <a:xfrm>
                  <a:off x="6078379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4" name="Würfel 353"/>
                <p:cNvSpPr/>
                <p:nvPr/>
              </p:nvSpPr>
              <p:spPr bwMode="gray">
                <a:xfrm>
                  <a:off x="6219944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5" name="Würfel 354"/>
                <p:cNvSpPr/>
                <p:nvPr/>
              </p:nvSpPr>
              <p:spPr bwMode="gray">
                <a:xfrm>
                  <a:off x="636150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6" name="Würfel 355"/>
                <p:cNvSpPr/>
                <p:nvPr/>
              </p:nvSpPr>
              <p:spPr bwMode="gray">
                <a:xfrm>
                  <a:off x="6503073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7" name="Würfel 356"/>
                <p:cNvSpPr/>
                <p:nvPr/>
              </p:nvSpPr>
              <p:spPr bwMode="gray">
                <a:xfrm>
                  <a:off x="664463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8" name="Würfel 357"/>
                <p:cNvSpPr/>
                <p:nvPr/>
              </p:nvSpPr>
              <p:spPr bwMode="gray">
                <a:xfrm>
                  <a:off x="678620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9" name="Würfel 358"/>
                <p:cNvSpPr/>
                <p:nvPr/>
              </p:nvSpPr>
              <p:spPr bwMode="gray">
                <a:xfrm>
                  <a:off x="6927767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0" name="Würfel 359"/>
                <p:cNvSpPr/>
                <p:nvPr/>
              </p:nvSpPr>
              <p:spPr bwMode="gray">
                <a:xfrm>
                  <a:off x="7210896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1" name="Würfel 360"/>
                <p:cNvSpPr/>
                <p:nvPr/>
              </p:nvSpPr>
              <p:spPr bwMode="gray">
                <a:xfrm>
                  <a:off x="706933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62" name="Würfel 361"/>
                <p:cNvSpPr/>
                <p:nvPr/>
              </p:nvSpPr>
              <p:spPr bwMode="gray">
                <a:xfrm>
                  <a:off x="7352461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4" name="Gruppieren 11"/>
              <p:cNvGrpSpPr/>
              <p:nvPr/>
            </p:nvGrpSpPr>
            <p:grpSpPr bwMode="gray">
              <a:xfrm>
                <a:off x="6159357" y="3957759"/>
                <a:ext cx="1188000" cy="88423"/>
                <a:chOff x="6078379" y="3926190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343" name="Würfel 342"/>
                <p:cNvSpPr/>
                <p:nvPr/>
              </p:nvSpPr>
              <p:spPr bwMode="gray">
                <a:xfrm>
                  <a:off x="6078379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4" name="Würfel 343"/>
                <p:cNvSpPr/>
                <p:nvPr/>
              </p:nvSpPr>
              <p:spPr bwMode="gray">
                <a:xfrm>
                  <a:off x="6219944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5" name="Würfel 344"/>
                <p:cNvSpPr/>
                <p:nvPr/>
              </p:nvSpPr>
              <p:spPr bwMode="gray">
                <a:xfrm>
                  <a:off x="636150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6" name="Würfel 345"/>
                <p:cNvSpPr/>
                <p:nvPr/>
              </p:nvSpPr>
              <p:spPr bwMode="gray">
                <a:xfrm>
                  <a:off x="6503073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7" name="Würfel 346"/>
                <p:cNvSpPr/>
                <p:nvPr/>
              </p:nvSpPr>
              <p:spPr bwMode="gray">
                <a:xfrm>
                  <a:off x="664463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8" name="Würfel 347"/>
                <p:cNvSpPr/>
                <p:nvPr/>
              </p:nvSpPr>
              <p:spPr bwMode="gray">
                <a:xfrm>
                  <a:off x="678620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9" name="Würfel 348"/>
                <p:cNvSpPr/>
                <p:nvPr/>
              </p:nvSpPr>
              <p:spPr bwMode="gray">
                <a:xfrm>
                  <a:off x="6927767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0" name="Würfel 349"/>
                <p:cNvSpPr/>
                <p:nvPr/>
              </p:nvSpPr>
              <p:spPr bwMode="gray">
                <a:xfrm>
                  <a:off x="7210896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1" name="Würfel 350"/>
                <p:cNvSpPr/>
                <p:nvPr/>
              </p:nvSpPr>
              <p:spPr bwMode="gray">
                <a:xfrm>
                  <a:off x="706933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52" name="Würfel 351"/>
                <p:cNvSpPr/>
                <p:nvPr/>
              </p:nvSpPr>
              <p:spPr bwMode="gray">
                <a:xfrm>
                  <a:off x="7352461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5" name="Gruppieren 10"/>
              <p:cNvGrpSpPr/>
              <p:nvPr/>
            </p:nvGrpSpPr>
            <p:grpSpPr bwMode="gray">
              <a:xfrm>
                <a:off x="6159357" y="4079934"/>
                <a:ext cx="1188000" cy="88423"/>
                <a:chOff x="6078379" y="4067842"/>
                <a:chExt cx="1377386" cy="102519"/>
              </a:xfrm>
            </p:grpSpPr>
            <p:sp>
              <p:nvSpPr>
                <p:cNvPr id="333" name="Würfel 332"/>
                <p:cNvSpPr/>
                <p:nvPr/>
              </p:nvSpPr>
              <p:spPr bwMode="gray">
                <a:xfrm>
                  <a:off x="6078379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4" name="Würfel 333"/>
                <p:cNvSpPr/>
                <p:nvPr/>
              </p:nvSpPr>
              <p:spPr bwMode="gray">
                <a:xfrm>
                  <a:off x="6219944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5" name="Würfel 334"/>
                <p:cNvSpPr/>
                <p:nvPr/>
              </p:nvSpPr>
              <p:spPr bwMode="gray">
                <a:xfrm>
                  <a:off x="636150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6" name="Würfel 335"/>
                <p:cNvSpPr/>
                <p:nvPr/>
              </p:nvSpPr>
              <p:spPr bwMode="gray">
                <a:xfrm>
                  <a:off x="6503073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7" name="Würfel 336"/>
                <p:cNvSpPr/>
                <p:nvPr/>
              </p:nvSpPr>
              <p:spPr bwMode="gray">
                <a:xfrm>
                  <a:off x="664463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8" name="Würfel 337"/>
                <p:cNvSpPr/>
                <p:nvPr/>
              </p:nvSpPr>
              <p:spPr bwMode="gray">
                <a:xfrm>
                  <a:off x="678620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9" name="Würfel 338"/>
                <p:cNvSpPr/>
                <p:nvPr/>
              </p:nvSpPr>
              <p:spPr bwMode="gray">
                <a:xfrm>
                  <a:off x="6927767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0" name="Würfel 339"/>
                <p:cNvSpPr/>
                <p:nvPr/>
              </p:nvSpPr>
              <p:spPr bwMode="gray">
                <a:xfrm>
                  <a:off x="7210896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1" name="Würfel 340"/>
                <p:cNvSpPr/>
                <p:nvPr/>
              </p:nvSpPr>
              <p:spPr bwMode="gray">
                <a:xfrm>
                  <a:off x="706933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42" name="Würfel 341"/>
                <p:cNvSpPr/>
                <p:nvPr/>
              </p:nvSpPr>
              <p:spPr bwMode="gray">
                <a:xfrm>
                  <a:off x="7352461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6" name="Gruppieren 9"/>
              <p:cNvGrpSpPr/>
              <p:nvPr/>
            </p:nvGrpSpPr>
            <p:grpSpPr bwMode="gray">
              <a:xfrm>
                <a:off x="6159357" y="3835583"/>
                <a:ext cx="1188000" cy="88423"/>
                <a:chOff x="6078379" y="3784537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323" name="Würfel 322"/>
                <p:cNvSpPr/>
                <p:nvPr/>
              </p:nvSpPr>
              <p:spPr bwMode="gray">
                <a:xfrm>
                  <a:off x="6078379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4" name="Würfel 323"/>
                <p:cNvSpPr/>
                <p:nvPr/>
              </p:nvSpPr>
              <p:spPr bwMode="gray">
                <a:xfrm>
                  <a:off x="6219944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5" name="Würfel 324"/>
                <p:cNvSpPr/>
                <p:nvPr/>
              </p:nvSpPr>
              <p:spPr bwMode="gray">
                <a:xfrm>
                  <a:off x="636150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6" name="Würfel 325"/>
                <p:cNvSpPr/>
                <p:nvPr/>
              </p:nvSpPr>
              <p:spPr bwMode="gray">
                <a:xfrm>
                  <a:off x="6503073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7" name="Würfel 326"/>
                <p:cNvSpPr/>
                <p:nvPr/>
              </p:nvSpPr>
              <p:spPr bwMode="gray">
                <a:xfrm>
                  <a:off x="664463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8" name="Würfel 327"/>
                <p:cNvSpPr/>
                <p:nvPr/>
              </p:nvSpPr>
              <p:spPr bwMode="gray">
                <a:xfrm>
                  <a:off x="678620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9" name="Würfel 328"/>
                <p:cNvSpPr/>
                <p:nvPr/>
              </p:nvSpPr>
              <p:spPr bwMode="gray">
                <a:xfrm>
                  <a:off x="6927767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0" name="Würfel 329"/>
                <p:cNvSpPr/>
                <p:nvPr/>
              </p:nvSpPr>
              <p:spPr bwMode="gray">
                <a:xfrm>
                  <a:off x="7210896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1" name="Würfel 330"/>
                <p:cNvSpPr/>
                <p:nvPr/>
              </p:nvSpPr>
              <p:spPr bwMode="gray">
                <a:xfrm>
                  <a:off x="706933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32" name="Würfel 331"/>
                <p:cNvSpPr/>
                <p:nvPr/>
              </p:nvSpPr>
              <p:spPr bwMode="gray">
                <a:xfrm>
                  <a:off x="7352461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7" name="Gruppieren 3"/>
              <p:cNvGrpSpPr/>
              <p:nvPr/>
            </p:nvGrpSpPr>
            <p:grpSpPr bwMode="gray">
              <a:xfrm>
                <a:off x="6159357" y="4202112"/>
                <a:ext cx="1188000" cy="88423"/>
                <a:chOff x="6078379" y="4209497"/>
                <a:chExt cx="1377386" cy="102519"/>
              </a:xfrm>
            </p:grpSpPr>
            <p:sp>
              <p:nvSpPr>
                <p:cNvPr id="313" name="Würfel 312"/>
                <p:cNvSpPr/>
                <p:nvPr/>
              </p:nvSpPr>
              <p:spPr bwMode="gray">
                <a:xfrm>
                  <a:off x="6078379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4" name="Würfel 313"/>
                <p:cNvSpPr/>
                <p:nvPr/>
              </p:nvSpPr>
              <p:spPr bwMode="gray">
                <a:xfrm>
                  <a:off x="6219944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5" name="Würfel 314"/>
                <p:cNvSpPr/>
                <p:nvPr/>
              </p:nvSpPr>
              <p:spPr bwMode="gray">
                <a:xfrm>
                  <a:off x="636150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6" name="Würfel 315"/>
                <p:cNvSpPr/>
                <p:nvPr/>
              </p:nvSpPr>
              <p:spPr bwMode="gray">
                <a:xfrm>
                  <a:off x="6503073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7" name="Würfel 316"/>
                <p:cNvSpPr/>
                <p:nvPr/>
              </p:nvSpPr>
              <p:spPr bwMode="gray">
                <a:xfrm>
                  <a:off x="664463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8" name="Würfel 317"/>
                <p:cNvSpPr/>
                <p:nvPr/>
              </p:nvSpPr>
              <p:spPr bwMode="gray">
                <a:xfrm>
                  <a:off x="678620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9" name="Würfel 318"/>
                <p:cNvSpPr/>
                <p:nvPr/>
              </p:nvSpPr>
              <p:spPr bwMode="gray">
                <a:xfrm>
                  <a:off x="6927767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0" name="Würfel 319"/>
                <p:cNvSpPr/>
                <p:nvPr/>
              </p:nvSpPr>
              <p:spPr bwMode="gray">
                <a:xfrm>
                  <a:off x="7210896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1" name="Würfel 320"/>
                <p:cNvSpPr/>
                <p:nvPr/>
              </p:nvSpPr>
              <p:spPr bwMode="gray">
                <a:xfrm>
                  <a:off x="706933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22" name="Würfel 321"/>
                <p:cNvSpPr/>
                <p:nvPr/>
              </p:nvSpPr>
              <p:spPr bwMode="gray">
                <a:xfrm>
                  <a:off x="7352461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8" name="Gruppieren 247"/>
              <p:cNvGrpSpPr/>
              <p:nvPr/>
            </p:nvGrpSpPr>
            <p:grpSpPr bwMode="gray">
              <a:xfrm>
                <a:off x="6159357" y="4324286"/>
                <a:ext cx="1188000" cy="88423"/>
                <a:chOff x="6078379" y="4351147"/>
                <a:chExt cx="1377386" cy="102519"/>
              </a:xfrm>
            </p:grpSpPr>
            <p:sp>
              <p:nvSpPr>
                <p:cNvPr id="302" name="Würfel 301"/>
                <p:cNvSpPr/>
                <p:nvPr/>
              </p:nvSpPr>
              <p:spPr bwMode="gray">
                <a:xfrm>
                  <a:off x="6078379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3" name="Würfel 302"/>
                <p:cNvSpPr/>
                <p:nvPr/>
              </p:nvSpPr>
              <p:spPr bwMode="gray">
                <a:xfrm>
                  <a:off x="6219944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4" name="Würfel 303"/>
                <p:cNvSpPr/>
                <p:nvPr/>
              </p:nvSpPr>
              <p:spPr bwMode="gray">
                <a:xfrm>
                  <a:off x="636150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6" name="Würfel 305"/>
                <p:cNvSpPr/>
                <p:nvPr/>
              </p:nvSpPr>
              <p:spPr bwMode="gray">
                <a:xfrm>
                  <a:off x="6503073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7" name="Würfel 306"/>
                <p:cNvSpPr/>
                <p:nvPr/>
              </p:nvSpPr>
              <p:spPr bwMode="gray">
                <a:xfrm>
                  <a:off x="664463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8" name="Würfel 307"/>
                <p:cNvSpPr/>
                <p:nvPr/>
              </p:nvSpPr>
              <p:spPr bwMode="gray">
                <a:xfrm>
                  <a:off x="678620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9" name="Würfel 308"/>
                <p:cNvSpPr/>
                <p:nvPr/>
              </p:nvSpPr>
              <p:spPr bwMode="gray">
                <a:xfrm>
                  <a:off x="6927767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0" name="Würfel 309"/>
                <p:cNvSpPr/>
                <p:nvPr/>
              </p:nvSpPr>
              <p:spPr bwMode="gray">
                <a:xfrm>
                  <a:off x="7210896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1" name="Würfel 310"/>
                <p:cNvSpPr/>
                <p:nvPr/>
              </p:nvSpPr>
              <p:spPr bwMode="gray">
                <a:xfrm>
                  <a:off x="706933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12" name="Würfel 311"/>
                <p:cNvSpPr/>
                <p:nvPr/>
              </p:nvSpPr>
              <p:spPr bwMode="gray">
                <a:xfrm>
                  <a:off x="7352461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49" name="Gruppieren 7"/>
              <p:cNvGrpSpPr/>
              <p:nvPr/>
            </p:nvGrpSpPr>
            <p:grpSpPr bwMode="gray">
              <a:xfrm>
                <a:off x="6159357" y="4568639"/>
                <a:ext cx="1188000" cy="88423"/>
                <a:chOff x="6078379" y="4634454"/>
                <a:chExt cx="1377386" cy="102519"/>
              </a:xfrm>
              <a:solidFill>
                <a:srgbClr val="C8C8C8"/>
              </a:solidFill>
            </p:grpSpPr>
            <p:sp>
              <p:nvSpPr>
                <p:cNvPr id="292" name="Würfel 291"/>
                <p:cNvSpPr/>
                <p:nvPr/>
              </p:nvSpPr>
              <p:spPr bwMode="gray">
                <a:xfrm>
                  <a:off x="6078379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3" name="Würfel 292"/>
                <p:cNvSpPr/>
                <p:nvPr/>
              </p:nvSpPr>
              <p:spPr bwMode="gray">
                <a:xfrm>
                  <a:off x="6219944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4" name="Würfel 293"/>
                <p:cNvSpPr/>
                <p:nvPr/>
              </p:nvSpPr>
              <p:spPr bwMode="gray">
                <a:xfrm>
                  <a:off x="636150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5" name="Würfel 294"/>
                <p:cNvSpPr/>
                <p:nvPr/>
              </p:nvSpPr>
              <p:spPr bwMode="gray">
                <a:xfrm>
                  <a:off x="6503073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6" name="Würfel 295"/>
                <p:cNvSpPr/>
                <p:nvPr/>
              </p:nvSpPr>
              <p:spPr bwMode="gray">
                <a:xfrm>
                  <a:off x="664463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7" name="Würfel 296"/>
                <p:cNvSpPr/>
                <p:nvPr/>
              </p:nvSpPr>
              <p:spPr bwMode="gray">
                <a:xfrm>
                  <a:off x="678620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8" name="Würfel 297"/>
                <p:cNvSpPr/>
                <p:nvPr/>
              </p:nvSpPr>
              <p:spPr bwMode="gray">
                <a:xfrm>
                  <a:off x="6927767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9" name="Würfel 298"/>
                <p:cNvSpPr/>
                <p:nvPr/>
              </p:nvSpPr>
              <p:spPr bwMode="gray">
                <a:xfrm>
                  <a:off x="7210896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0" name="Würfel 299"/>
                <p:cNvSpPr/>
                <p:nvPr/>
              </p:nvSpPr>
              <p:spPr bwMode="gray">
                <a:xfrm>
                  <a:off x="706933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301" name="Würfel 300"/>
                <p:cNvSpPr/>
                <p:nvPr/>
              </p:nvSpPr>
              <p:spPr bwMode="gray">
                <a:xfrm>
                  <a:off x="7352461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50" name="Gruppieren 5"/>
              <p:cNvGrpSpPr/>
              <p:nvPr/>
            </p:nvGrpSpPr>
            <p:grpSpPr bwMode="gray">
              <a:xfrm>
                <a:off x="6159357" y="4690808"/>
                <a:ext cx="1188000" cy="88423"/>
                <a:chOff x="6078379" y="4776099"/>
                <a:chExt cx="1377386" cy="102519"/>
              </a:xfrm>
              <a:solidFill>
                <a:srgbClr val="C8C8C8"/>
              </a:solidFill>
            </p:grpSpPr>
            <p:sp>
              <p:nvSpPr>
                <p:cNvPr id="282" name="Würfel 281"/>
                <p:cNvSpPr/>
                <p:nvPr/>
              </p:nvSpPr>
              <p:spPr bwMode="gray">
                <a:xfrm>
                  <a:off x="6078379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3" name="Würfel 282"/>
                <p:cNvSpPr/>
                <p:nvPr/>
              </p:nvSpPr>
              <p:spPr bwMode="gray">
                <a:xfrm>
                  <a:off x="6219944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4" name="Würfel 283"/>
                <p:cNvSpPr/>
                <p:nvPr/>
              </p:nvSpPr>
              <p:spPr bwMode="gray">
                <a:xfrm>
                  <a:off x="636150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5" name="Würfel 284"/>
                <p:cNvSpPr/>
                <p:nvPr/>
              </p:nvSpPr>
              <p:spPr bwMode="gray">
                <a:xfrm>
                  <a:off x="6503073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6" name="Würfel 285"/>
                <p:cNvSpPr/>
                <p:nvPr/>
              </p:nvSpPr>
              <p:spPr bwMode="gray">
                <a:xfrm>
                  <a:off x="664463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7" name="Würfel 286"/>
                <p:cNvSpPr/>
                <p:nvPr/>
              </p:nvSpPr>
              <p:spPr bwMode="gray">
                <a:xfrm>
                  <a:off x="678620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8" name="Würfel 287"/>
                <p:cNvSpPr/>
                <p:nvPr/>
              </p:nvSpPr>
              <p:spPr bwMode="gray">
                <a:xfrm>
                  <a:off x="6927767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9" name="Würfel 288"/>
                <p:cNvSpPr/>
                <p:nvPr/>
              </p:nvSpPr>
              <p:spPr bwMode="gray">
                <a:xfrm>
                  <a:off x="7210896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0" name="Würfel 289"/>
                <p:cNvSpPr/>
                <p:nvPr/>
              </p:nvSpPr>
              <p:spPr bwMode="gray">
                <a:xfrm>
                  <a:off x="706933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91" name="Würfel 290"/>
                <p:cNvSpPr/>
                <p:nvPr/>
              </p:nvSpPr>
              <p:spPr bwMode="gray">
                <a:xfrm>
                  <a:off x="7352461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251" name="Gruppieren 4"/>
              <p:cNvGrpSpPr/>
              <p:nvPr/>
            </p:nvGrpSpPr>
            <p:grpSpPr bwMode="gray">
              <a:xfrm>
                <a:off x="6159357" y="4446463"/>
                <a:ext cx="1188000" cy="88423"/>
                <a:chOff x="6078379" y="4492802"/>
                <a:chExt cx="1377386" cy="102519"/>
              </a:xfrm>
              <a:solidFill>
                <a:srgbClr val="C8C8C8"/>
              </a:solidFill>
            </p:grpSpPr>
            <p:sp>
              <p:nvSpPr>
                <p:cNvPr id="253" name="Würfel 252"/>
                <p:cNvSpPr/>
                <p:nvPr/>
              </p:nvSpPr>
              <p:spPr bwMode="gray">
                <a:xfrm>
                  <a:off x="6078379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4" name="Würfel 253"/>
                <p:cNvSpPr/>
                <p:nvPr/>
              </p:nvSpPr>
              <p:spPr bwMode="gray">
                <a:xfrm>
                  <a:off x="6219944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5" name="Würfel 254"/>
                <p:cNvSpPr/>
                <p:nvPr/>
              </p:nvSpPr>
              <p:spPr bwMode="gray">
                <a:xfrm>
                  <a:off x="636150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6" name="Würfel 255"/>
                <p:cNvSpPr/>
                <p:nvPr/>
              </p:nvSpPr>
              <p:spPr bwMode="gray">
                <a:xfrm>
                  <a:off x="6503073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7" name="Würfel 256"/>
                <p:cNvSpPr/>
                <p:nvPr/>
              </p:nvSpPr>
              <p:spPr bwMode="gray">
                <a:xfrm>
                  <a:off x="664463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8" name="Würfel 257"/>
                <p:cNvSpPr/>
                <p:nvPr/>
              </p:nvSpPr>
              <p:spPr bwMode="gray">
                <a:xfrm>
                  <a:off x="678620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59" name="Würfel 258"/>
                <p:cNvSpPr/>
                <p:nvPr/>
              </p:nvSpPr>
              <p:spPr bwMode="gray">
                <a:xfrm>
                  <a:off x="6927767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60" name="Würfel 259"/>
                <p:cNvSpPr/>
                <p:nvPr/>
              </p:nvSpPr>
              <p:spPr bwMode="gray">
                <a:xfrm>
                  <a:off x="7210896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0" name="Würfel 279"/>
                <p:cNvSpPr/>
                <p:nvPr/>
              </p:nvSpPr>
              <p:spPr bwMode="gray">
                <a:xfrm>
                  <a:off x="706933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281" name="Würfel 280"/>
                <p:cNvSpPr/>
                <p:nvPr/>
              </p:nvSpPr>
              <p:spPr bwMode="gray">
                <a:xfrm>
                  <a:off x="7352461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252" name="Textfeld 251"/>
              <p:cNvSpPr txBox="1"/>
              <p:nvPr/>
            </p:nvSpPr>
            <p:spPr bwMode="gray">
              <a:xfrm>
                <a:off x="7455766" y="3501982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28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26" name="Gruppieren 225"/>
            <p:cNvGrpSpPr/>
            <p:nvPr/>
          </p:nvGrpSpPr>
          <p:grpSpPr>
            <a:xfrm>
              <a:off x="393450" y="493980"/>
              <a:ext cx="2725138" cy="5857925"/>
              <a:chOff x="393450" y="493980"/>
              <a:chExt cx="2725138" cy="5857925"/>
            </a:xfrm>
          </p:grpSpPr>
          <p:grpSp>
            <p:nvGrpSpPr>
              <p:cNvPr id="419" name="Gruppieren 418"/>
              <p:cNvGrpSpPr/>
              <p:nvPr/>
            </p:nvGrpSpPr>
            <p:grpSpPr bwMode="gray">
              <a:xfrm>
                <a:off x="461694" y="2718017"/>
                <a:ext cx="2656894" cy="719806"/>
                <a:chOff x="393681" y="1957726"/>
                <a:chExt cx="2656894" cy="719806"/>
              </a:xfrm>
            </p:grpSpPr>
            <p:grpSp>
              <p:nvGrpSpPr>
                <p:cNvPr id="386" name="Gruppieren 352"/>
                <p:cNvGrpSpPr/>
                <p:nvPr/>
              </p:nvGrpSpPr>
              <p:grpSpPr bwMode="gray">
                <a:xfrm>
                  <a:off x="393681" y="2047170"/>
                  <a:ext cx="540000" cy="540000"/>
                  <a:chOff x="10084155" y="854345"/>
                  <a:chExt cx="1200224" cy="1200224"/>
                </a:xfrm>
              </p:grpSpPr>
              <p:sp>
                <p:nvSpPr>
                  <p:cNvPr id="389" name="Rad 388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  <p:sp>
                <p:nvSpPr>
                  <p:cNvPr id="390" name="Rechteck 389"/>
                  <p:cNvSpPr/>
                  <p:nvPr/>
                </p:nvSpPr>
                <p:spPr bwMode="gray">
                  <a:xfrm>
                    <a:off x="10084155" y="85434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1400" dirty="0" smtClean="0">
                        <a:solidFill>
                          <a:schemeClr val="accent1"/>
                        </a:solidFill>
                      </a:rPr>
                      <a:t>30</a:t>
                    </a:r>
                    <a:endParaRPr lang="de-DE" sz="800" dirty="0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391" name="Halbbogen 390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blockArc">
                    <a:avLst>
                      <a:gd name="adj1" fmla="val 8993034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 bwMode="gray">
                <a:xfrm>
                  <a:off x="961946" y="1957726"/>
                  <a:ext cx="2088629" cy="7198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This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</a:t>
                  </a:r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a placeholder text. </a:t>
                  </a:r>
                  <a:r>
                    <a:rPr lang="en-US" sz="800" dirty="0" smtClean="0">
                      <a:solidFill>
                        <a:srgbClr val="000000"/>
                      </a:solidFill>
                    </a:rPr>
                    <a:t>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420" name="Gruppieren 419"/>
              <p:cNvGrpSpPr/>
              <p:nvPr/>
            </p:nvGrpSpPr>
            <p:grpSpPr bwMode="gray">
              <a:xfrm>
                <a:off x="461694" y="3446441"/>
                <a:ext cx="2656894" cy="719999"/>
                <a:chOff x="393681" y="2677533"/>
                <a:chExt cx="2656894" cy="719999"/>
              </a:xfrm>
            </p:grpSpPr>
            <p:grpSp>
              <p:nvGrpSpPr>
                <p:cNvPr id="385" name="Gruppieren 351"/>
                <p:cNvGrpSpPr/>
                <p:nvPr/>
              </p:nvGrpSpPr>
              <p:grpSpPr bwMode="gray">
                <a:xfrm>
                  <a:off x="393681" y="2745566"/>
                  <a:ext cx="540000" cy="540000"/>
                  <a:chOff x="10084155" y="2429275"/>
                  <a:chExt cx="1200224" cy="1200224"/>
                </a:xfrm>
              </p:grpSpPr>
              <p:sp>
                <p:nvSpPr>
                  <p:cNvPr id="392" name="Rad 391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  <p:sp>
                <p:nvSpPr>
                  <p:cNvPr id="393" name="Rechteck 392"/>
                  <p:cNvSpPr/>
                  <p:nvPr/>
                </p:nvSpPr>
                <p:spPr bwMode="gray">
                  <a:xfrm>
                    <a:off x="10084155" y="242927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1400" smtClean="0">
                        <a:solidFill>
                          <a:srgbClr val="7D7D7D"/>
                        </a:solidFill>
                      </a:rPr>
                      <a:t>50</a:t>
                    </a:r>
                    <a:endParaRPr lang="de-DE" sz="1000">
                      <a:solidFill>
                        <a:srgbClr val="7D7D7D"/>
                      </a:solidFill>
                    </a:endParaRPr>
                  </a:p>
                </p:txBody>
              </p:sp>
              <p:sp>
                <p:nvSpPr>
                  <p:cNvPr id="394" name="Halbbogen 393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blockArc">
                    <a:avLst>
                      <a:gd name="adj1" fmla="val 5338917"/>
                      <a:gd name="adj2" fmla="val 16224598"/>
                      <a:gd name="adj3" fmla="val 17222"/>
                    </a:avLst>
                  </a:prstGeom>
                  <a:solidFill>
                    <a:srgbClr val="7D7D7D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</p:grpSp>
            <p:sp>
              <p:nvSpPr>
                <p:cNvPr id="388" name="Textfeld 387"/>
                <p:cNvSpPr txBox="1"/>
                <p:nvPr/>
              </p:nvSpPr>
              <p:spPr bwMode="gray">
                <a:xfrm>
                  <a:off x="961946" y="2677533"/>
                  <a:ext cx="2088629" cy="71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rgbClr val="7D7D7D"/>
                      </a:solidFill>
                    </a:rPr>
                    <a:t>Replace this text with your own information. </a:t>
                  </a:r>
                  <a:r>
                    <a:rPr lang="en-US" sz="800" dirty="0" smtClean="0">
                      <a:solidFill>
                        <a:srgbClr val="7D7D7D"/>
                      </a:solidFill>
                    </a:rPr>
                    <a:t>This text demonstrates how your text will look like. Type your text here, this is only a placeholder.</a:t>
                  </a:r>
                  <a:endParaRPr lang="en-US" sz="800" dirty="0">
                    <a:solidFill>
                      <a:srgbClr val="7D7D7D"/>
                    </a:solidFill>
                  </a:endParaRPr>
                </a:p>
              </p:txBody>
            </p:sp>
          </p:grpSp>
          <p:grpSp>
            <p:nvGrpSpPr>
              <p:cNvPr id="421" name="Gruppieren 420"/>
              <p:cNvGrpSpPr/>
              <p:nvPr/>
            </p:nvGrpSpPr>
            <p:grpSpPr bwMode="gray">
              <a:xfrm>
                <a:off x="461694" y="4175058"/>
                <a:ext cx="2656894" cy="719806"/>
                <a:chOff x="393681" y="3501787"/>
                <a:chExt cx="2656894" cy="719806"/>
              </a:xfrm>
            </p:grpSpPr>
            <p:grpSp>
              <p:nvGrpSpPr>
                <p:cNvPr id="397" name="Gruppieren 352"/>
                <p:cNvGrpSpPr/>
                <p:nvPr/>
              </p:nvGrpSpPr>
              <p:grpSpPr bwMode="gray">
                <a:xfrm>
                  <a:off x="393681" y="3591231"/>
                  <a:ext cx="540000" cy="540000"/>
                  <a:chOff x="10084155" y="854345"/>
                  <a:chExt cx="1200224" cy="1200224"/>
                </a:xfrm>
              </p:grpSpPr>
              <p:sp>
                <p:nvSpPr>
                  <p:cNvPr id="400" name="Rad 399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  <p:sp>
                <p:nvSpPr>
                  <p:cNvPr id="401" name="Rechteck 400"/>
                  <p:cNvSpPr/>
                  <p:nvPr/>
                </p:nvSpPr>
                <p:spPr bwMode="gray">
                  <a:xfrm>
                    <a:off x="10084155" y="85434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1400" smtClean="0">
                        <a:solidFill>
                          <a:schemeClr val="accent1"/>
                        </a:solidFill>
                      </a:rPr>
                      <a:t>30</a:t>
                    </a:r>
                    <a:endParaRPr lang="de-DE" sz="800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402" name="Halbbogen 401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blockArc">
                    <a:avLst>
                      <a:gd name="adj1" fmla="val 8993034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</p:grpSp>
            <p:sp>
              <p:nvSpPr>
                <p:cNvPr id="398" name="Textfeld 397"/>
                <p:cNvSpPr txBox="1"/>
                <p:nvPr/>
              </p:nvSpPr>
              <p:spPr bwMode="gray">
                <a:xfrm>
                  <a:off x="961946" y="3501787"/>
                  <a:ext cx="2088629" cy="7198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This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</a:t>
                  </a:r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a placeholder text. </a:t>
                  </a:r>
                  <a:r>
                    <a:rPr lang="en-US" sz="800" dirty="0" smtClean="0">
                      <a:solidFill>
                        <a:srgbClr val="000000"/>
                      </a:solidFill>
                    </a:rPr>
                    <a:t>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422" name="Gruppieren 421"/>
              <p:cNvGrpSpPr/>
              <p:nvPr/>
            </p:nvGrpSpPr>
            <p:grpSpPr bwMode="gray">
              <a:xfrm>
                <a:off x="461694" y="4903482"/>
                <a:ext cx="2656894" cy="719999"/>
                <a:chOff x="393681" y="4221594"/>
                <a:chExt cx="2656894" cy="719999"/>
              </a:xfrm>
            </p:grpSpPr>
            <p:grpSp>
              <p:nvGrpSpPr>
                <p:cNvPr id="396" name="Gruppieren 351"/>
                <p:cNvGrpSpPr/>
                <p:nvPr/>
              </p:nvGrpSpPr>
              <p:grpSpPr bwMode="gray">
                <a:xfrm>
                  <a:off x="393681" y="4289627"/>
                  <a:ext cx="540000" cy="540000"/>
                  <a:chOff x="10084155" y="2429275"/>
                  <a:chExt cx="1200224" cy="1200224"/>
                </a:xfrm>
              </p:grpSpPr>
              <p:sp>
                <p:nvSpPr>
                  <p:cNvPr id="403" name="Rad 402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 bwMode="gray">
                  <a:xfrm>
                    <a:off x="10084155" y="242927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1400" smtClean="0">
                        <a:solidFill>
                          <a:srgbClr val="7D7D7D"/>
                        </a:solidFill>
                      </a:rPr>
                      <a:t>50</a:t>
                    </a:r>
                    <a:endParaRPr lang="de-DE" sz="1000">
                      <a:solidFill>
                        <a:srgbClr val="7D7D7D"/>
                      </a:solidFill>
                    </a:endParaRPr>
                  </a:p>
                </p:txBody>
              </p:sp>
              <p:sp>
                <p:nvSpPr>
                  <p:cNvPr id="405" name="Halbbogen 404"/>
                  <p:cNvSpPr/>
                  <p:nvPr/>
                </p:nvSpPr>
                <p:spPr bwMode="gray">
                  <a:xfrm flipH="1">
                    <a:off x="10084155" y="2429275"/>
                    <a:ext cx="1200224" cy="1200224"/>
                  </a:xfrm>
                  <a:prstGeom prst="blockArc">
                    <a:avLst>
                      <a:gd name="adj1" fmla="val 5338917"/>
                      <a:gd name="adj2" fmla="val 16224598"/>
                      <a:gd name="adj3" fmla="val 17222"/>
                    </a:avLst>
                  </a:prstGeom>
                  <a:solidFill>
                    <a:srgbClr val="7D7D7D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</p:grpSp>
            <p:sp>
              <p:nvSpPr>
                <p:cNvPr id="399" name="Textfeld 398"/>
                <p:cNvSpPr txBox="1"/>
                <p:nvPr/>
              </p:nvSpPr>
              <p:spPr bwMode="gray">
                <a:xfrm>
                  <a:off x="961946" y="4221594"/>
                  <a:ext cx="2088629" cy="71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rgbClr val="7D7D7D"/>
                      </a:solidFill>
                    </a:rPr>
                    <a:t>Replace this text with your own information. </a:t>
                  </a:r>
                  <a:r>
                    <a:rPr lang="en-US" sz="800" dirty="0" smtClean="0">
                      <a:solidFill>
                        <a:srgbClr val="7D7D7D"/>
                      </a:solidFill>
                    </a:rPr>
                    <a:t>This text demonstrates how your text will look like. Type your text here, this is only a placeholder.</a:t>
                  </a:r>
                  <a:endParaRPr lang="en-US" sz="800" dirty="0">
                    <a:solidFill>
                      <a:srgbClr val="7D7D7D"/>
                    </a:solidFill>
                  </a:endParaRPr>
                </a:p>
              </p:txBody>
            </p:sp>
          </p:grpSp>
          <p:grpSp>
            <p:nvGrpSpPr>
              <p:cNvPr id="423" name="Gruppieren 422"/>
              <p:cNvGrpSpPr/>
              <p:nvPr/>
            </p:nvGrpSpPr>
            <p:grpSpPr bwMode="gray">
              <a:xfrm>
                <a:off x="461694" y="5632099"/>
                <a:ext cx="2656894" cy="719806"/>
                <a:chOff x="393681" y="4921428"/>
                <a:chExt cx="2656894" cy="719806"/>
              </a:xfrm>
            </p:grpSpPr>
            <p:grpSp>
              <p:nvGrpSpPr>
                <p:cNvPr id="408" name="Gruppieren 352"/>
                <p:cNvGrpSpPr/>
                <p:nvPr/>
              </p:nvGrpSpPr>
              <p:grpSpPr bwMode="gray">
                <a:xfrm>
                  <a:off x="393681" y="5010872"/>
                  <a:ext cx="540000" cy="540000"/>
                  <a:chOff x="10084155" y="854345"/>
                  <a:chExt cx="1200224" cy="1200224"/>
                </a:xfrm>
              </p:grpSpPr>
              <p:sp>
                <p:nvSpPr>
                  <p:cNvPr id="411" name="Rad 410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 bwMode="gray">
                  <a:xfrm>
                    <a:off x="10084155" y="854345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1400" smtClean="0">
                        <a:solidFill>
                          <a:schemeClr val="accent1"/>
                        </a:solidFill>
                      </a:rPr>
                      <a:t>30</a:t>
                    </a:r>
                    <a:endParaRPr lang="de-DE" sz="800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413" name="Halbbogen 412"/>
                  <p:cNvSpPr/>
                  <p:nvPr/>
                </p:nvSpPr>
                <p:spPr bwMode="gray">
                  <a:xfrm flipH="1">
                    <a:off x="10084155" y="854345"/>
                    <a:ext cx="1200224" cy="1200224"/>
                  </a:xfrm>
                  <a:prstGeom prst="blockArc">
                    <a:avLst>
                      <a:gd name="adj1" fmla="val 8993034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lIns="0" rIns="0" rtlCol="0" anchor="ctr"/>
                  <a:lstStyle/>
                  <a:p>
                    <a:pPr algn="ctr"/>
                    <a:endParaRPr lang="de-DE" sz="1000"/>
                  </a:p>
                </p:txBody>
              </p:sp>
            </p:grpSp>
            <p:sp>
              <p:nvSpPr>
                <p:cNvPr id="409" name="Textfeld 408"/>
                <p:cNvSpPr txBox="1"/>
                <p:nvPr/>
              </p:nvSpPr>
              <p:spPr bwMode="gray">
                <a:xfrm>
                  <a:off x="961946" y="4921428"/>
                  <a:ext cx="2088629" cy="719806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This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</a:t>
                  </a:r>
                  <a:r>
                    <a:rPr lang="en-US" sz="800" b="1" dirty="0" smtClean="0">
                      <a:solidFill>
                        <a:schemeClr val="accent1"/>
                      </a:solidFill>
                    </a:rPr>
                    <a:t>is</a:t>
                  </a:r>
                  <a:r>
                    <a:rPr lang="en-US" sz="800" b="1" dirty="0" smtClean="0">
                      <a:solidFill>
                        <a:srgbClr val="000000"/>
                      </a:solidFill>
                    </a:rPr>
                    <a:t> a placeholder text. </a:t>
                  </a:r>
                  <a:r>
                    <a:rPr lang="en-US" sz="800" dirty="0" smtClean="0">
                      <a:solidFill>
                        <a:srgbClr val="000000"/>
                      </a:solidFill>
                    </a:rPr>
                    <a:t>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425" name="Textfeld 424"/>
              <p:cNvSpPr txBox="1"/>
              <p:nvPr/>
            </p:nvSpPr>
            <p:spPr bwMode="gray">
              <a:xfrm>
                <a:off x="393450" y="493980"/>
                <a:ext cx="2665072" cy="1080689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 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of </a:t>
                </a:r>
                <a:r>
                  <a:rPr lang="en-US" sz="3600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Infographic</a:t>
                </a:r>
                <a:endParaRPr lang="en-US" sz="3600" noProof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426" name="Rechteck 425"/>
              <p:cNvSpPr/>
              <p:nvPr/>
            </p:nvSpPr>
            <p:spPr bwMode="gray">
              <a:xfrm>
                <a:off x="393450" y="1508699"/>
                <a:ext cx="2665072" cy="72160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srgbClr val="000000"/>
                    </a:solidFill>
                  </a:rPr>
                  <a:t>Subheadline for further information </a:t>
                </a:r>
                <a:br>
                  <a:rPr lang="de-DE" sz="1200" smtClean="0">
                    <a:solidFill>
                      <a:srgbClr val="000000"/>
                    </a:solidFill>
                  </a:rPr>
                </a:br>
                <a:r>
                  <a:rPr lang="de-DE" sz="1200" smtClean="0">
                    <a:solidFill>
                      <a:srgbClr val="000000"/>
                    </a:solidFill>
                  </a:rPr>
                  <a:t>on the topic or a short introduction.</a:t>
                </a:r>
                <a:endParaRPr lang="de-DE" sz="1400">
                  <a:solidFill>
                    <a:srgbClr val="000000"/>
                  </a:solidFill>
                </a:endParaRPr>
              </a:p>
            </p:txBody>
          </p:sp>
          <p:sp>
            <p:nvSpPr>
              <p:cNvPr id="427" name="Rechteck 426"/>
              <p:cNvSpPr/>
              <p:nvPr/>
            </p:nvSpPr>
            <p:spPr bwMode="gray">
              <a:xfrm>
                <a:off x="393450" y="2003616"/>
                <a:ext cx="2665072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0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5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428" name="Gruppieren 427"/>
            <p:cNvGrpSpPr/>
            <p:nvPr/>
          </p:nvGrpSpPr>
          <p:grpSpPr bwMode="gray">
            <a:xfrm>
              <a:off x="3190970" y="3520819"/>
              <a:ext cx="2793815" cy="1194970"/>
              <a:chOff x="3190970" y="3520819"/>
              <a:chExt cx="2793815" cy="1194970"/>
            </a:xfrm>
          </p:grpSpPr>
          <p:sp>
            <p:nvSpPr>
              <p:cNvPr id="429" name="Rechteck 428"/>
              <p:cNvSpPr/>
              <p:nvPr/>
            </p:nvSpPr>
            <p:spPr bwMode="gray">
              <a:xfrm>
                <a:off x="3190970" y="4250867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>
                  <a:solidFill>
                    <a:srgbClr val="7D7D7D"/>
                  </a:solidFill>
                </a:endParaRPr>
              </a:p>
            </p:txBody>
          </p:sp>
          <p:sp>
            <p:nvSpPr>
              <p:cNvPr id="430" name="Freeform 8"/>
              <p:cNvSpPr>
                <a:spLocks noEditPoints="1"/>
              </p:cNvSpPr>
              <p:nvPr/>
            </p:nvSpPr>
            <p:spPr bwMode="gray">
              <a:xfrm rot="21026752" flipV="1">
                <a:off x="4789556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431" name="Freeform 8"/>
              <p:cNvSpPr>
                <a:spLocks noEditPoints="1"/>
              </p:cNvSpPr>
              <p:nvPr/>
            </p:nvSpPr>
            <p:spPr bwMode="gray">
              <a:xfrm rot="21026752" flipV="1">
                <a:off x="3735335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432" name="Rechteck 431"/>
              <p:cNvSpPr/>
              <p:nvPr/>
            </p:nvSpPr>
            <p:spPr bwMode="gray">
              <a:xfrm>
                <a:off x="3258057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433" name="Rechteck 432"/>
              <p:cNvSpPr/>
              <p:nvPr/>
            </p:nvSpPr>
            <p:spPr bwMode="gray">
              <a:xfrm>
                <a:off x="4312278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434" name="Rechteck 433"/>
              <p:cNvSpPr/>
              <p:nvPr/>
            </p:nvSpPr>
            <p:spPr bwMode="gray">
              <a:xfrm>
                <a:off x="5366498" y="4005840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b="1" smtClean="0">
                    <a:solidFill>
                      <a:srgbClr val="000000"/>
                    </a:solidFill>
                  </a:rPr>
                  <a:t>Placeholder text.</a:t>
                </a:r>
                <a:endParaRPr lang="de-DE" sz="7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35" name="Gruppieren 602"/>
              <p:cNvGrpSpPr/>
              <p:nvPr/>
            </p:nvGrpSpPr>
            <p:grpSpPr bwMode="gray">
              <a:xfrm>
                <a:off x="3245132" y="3520819"/>
                <a:ext cx="2551232" cy="687003"/>
                <a:chOff x="630582" y="1719451"/>
                <a:chExt cx="3840507" cy="1034182"/>
              </a:xfrm>
            </p:grpSpPr>
            <p:grpSp>
              <p:nvGrpSpPr>
                <p:cNvPr id="436" name="Gruppieren 589"/>
                <p:cNvGrpSpPr/>
                <p:nvPr/>
              </p:nvGrpSpPr>
              <p:grpSpPr bwMode="gray">
                <a:xfrm>
                  <a:off x="3810000" y="1719451"/>
                  <a:ext cx="661089" cy="1026562"/>
                  <a:chOff x="2950574" y="2385072"/>
                  <a:chExt cx="1337201" cy="2076450"/>
                </a:xfrm>
              </p:grpSpPr>
              <p:sp>
                <p:nvSpPr>
                  <p:cNvPr id="445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385072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446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475560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447" name="Freeform 6"/>
                  <p:cNvSpPr>
                    <a:spLocks/>
                  </p:cNvSpPr>
                  <p:nvPr/>
                </p:nvSpPr>
                <p:spPr bwMode="gray">
                  <a:xfrm>
                    <a:off x="3059832" y="2475560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437" name="Gruppieren 593"/>
                <p:cNvGrpSpPr/>
                <p:nvPr/>
              </p:nvGrpSpPr>
              <p:grpSpPr bwMode="gray">
                <a:xfrm>
                  <a:off x="2222883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442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443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44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0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438" name="Gruppieren 597"/>
                <p:cNvGrpSpPr/>
                <p:nvPr/>
              </p:nvGrpSpPr>
              <p:grpSpPr bwMode="gray">
                <a:xfrm>
                  <a:off x="630582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439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440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>
                          <a:lumMod val="40000"/>
                          <a:lumOff val="6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41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  <a:gs pos="100000">
                        <a:schemeClr val="accent1">
                          <a:lumMod val="20000"/>
                          <a:lumOff val="8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</p:grpSp>
        </p:grpSp>
        <p:grpSp>
          <p:nvGrpSpPr>
            <p:cNvPr id="448" name="Gruppieren 447"/>
            <p:cNvGrpSpPr/>
            <p:nvPr/>
          </p:nvGrpSpPr>
          <p:grpSpPr bwMode="gray">
            <a:xfrm>
              <a:off x="6240045" y="493980"/>
              <a:ext cx="2341571" cy="1341420"/>
              <a:chOff x="6240045" y="5019812"/>
              <a:chExt cx="2341571" cy="1341420"/>
            </a:xfrm>
          </p:grpSpPr>
          <p:sp>
            <p:nvSpPr>
              <p:cNvPr id="449" name="Freeform 24"/>
              <p:cNvSpPr>
                <a:spLocks/>
              </p:cNvSpPr>
              <p:nvPr/>
            </p:nvSpPr>
            <p:spPr bwMode="gray">
              <a:xfrm>
                <a:off x="6240045" y="5019812"/>
                <a:ext cx="2341571" cy="1341420"/>
              </a:xfrm>
              <a:custGeom>
                <a:avLst/>
                <a:gdLst/>
                <a:ahLst/>
                <a:cxnLst/>
                <a:rect l="l" t="t" r="r" b="b"/>
                <a:pathLst>
                  <a:path w="1884363" h="1079500">
                    <a:moveTo>
                      <a:pt x="702783" y="425450"/>
                    </a:moveTo>
                    <a:cubicBezTo>
                      <a:pt x="817945" y="425450"/>
                      <a:pt x="912437" y="499438"/>
                      <a:pt x="921295" y="594142"/>
                    </a:cubicBezTo>
                    <a:cubicBezTo>
                      <a:pt x="956730" y="552709"/>
                      <a:pt x="1009881" y="529033"/>
                      <a:pt x="1068939" y="529033"/>
                    </a:cubicBezTo>
                    <a:cubicBezTo>
                      <a:pt x="1172289" y="529033"/>
                      <a:pt x="1257922" y="605980"/>
                      <a:pt x="1263828" y="706603"/>
                    </a:cubicBezTo>
                    <a:cubicBezTo>
                      <a:pt x="1296310" y="671089"/>
                      <a:pt x="1343556" y="650372"/>
                      <a:pt x="1396707" y="650372"/>
                    </a:cubicBezTo>
                    <a:cubicBezTo>
                      <a:pt x="1500058" y="650372"/>
                      <a:pt x="1582738" y="730279"/>
                      <a:pt x="1582738" y="830902"/>
                    </a:cubicBezTo>
                    <a:cubicBezTo>
                      <a:pt x="1582738" y="969999"/>
                      <a:pt x="1473482" y="1079500"/>
                      <a:pt x="1334697" y="1079500"/>
                    </a:cubicBezTo>
                    <a:cubicBezTo>
                      <a:pt x="1334697" y="1079500"/>
                      <a:pt x="1334697" y="1079500"/>
                      <a:pt x="245088" y="1079500"/>
                    </a:cubicBezTo>
                    <a:cubicBezTo>
                      <a:pt x="109256" y="1079500"/>
                      <a:pt x="0" y="969999"/>
                      <a:pt x="0" y="830902"/>
                    </a:cubicBezTo>
                    <a:cubicBezTo>
                      <a:pt x="0" y="721400"/>
                      <a:pt x="85633" y="632615"/>
                      <a:pt x="194889" y="632615"/>
                    </a:cubicBezTo>
                    <a:cubicBezTo>
                      <a:pt x="218512" y="632615"/>
                      <a:pt x="242135" y="638534"/>
                      <a:pt x="262805" y="647413"/>
                    </a:cubicBezTo>
                    <a:cubicBezTo>
                      <a:pt x="280523" y="579344"/>
                      <a:pt x="336627" y="529033"/>
                      <a:pt x="398637" y="529033"/>
                    </a:cubicBezTo>
                    <a:cubicBezTo>
                      <a:pt x="434072" y="529033"/>
                      <a:pt x="466553" y="543830"/>
                      <a:pt x="493129" y="567506"/>
                    </a:cubicBezTo>
                    <a:cubicBezTo>
                      <a:pt x="513799" y="487600"/>
                      <a:pt x="599433" y="425450"/>
                      <a:pt x="702783" y="425450"/>
                    </a:cubicBezTo>
                    <a:close/>
                    <a:moveTo>
                      <a:pt x="921485" y="0"/>
                    </a:moveTo>
                    <a:cubicBezTo>
                      <a:pt x="1045537" y="0"/>
                      <a:pt x="1148913" y="79904"/>
                      <a:pt x="1157774" y="186443"/>
                    </a:cubicBezTo>
                    <a:cubicBezTo>
                      <a:pt x="1196171" y="142052"/>
                      <a:pt x="1255243" y="112458"/>
                      <a:pt x="1320223" y="112458"/>
                    </a:cubicBezTo>
                    <a:cubicBezTo>
                      <a:pt x="1435414" y="112458"/>
                      <a:pt x="1526976" y="198281"/>
                      <a:pt x="1532883" y="307779"/>
                    </a:cubicBezTo>
                    <a:cubicBezTo>
                      <a:pt x="1571280" y="269307"/>
                      <a:pt x="1621491" y="245632"/>
                      <a:pt x="1680564" y="245632"/>
                    </a:cubicBezTo>
                    <a:cubicBezTo>
                      <a:pt x="1792801" y="245632"/>
                      <a:pt x="1884363" y="337374"/>
                      <a:pt x="1884363" y="446872"/>
                    </a:cubicBezTo>
                    <a:cubicBezTo>
                      <a:pt x="1884363" y="597802"/>
                      <a:pt x="1763265" y="719138"/>
                      <a:pt x="1615584" y="719138"/>
                    </a:cubicBezTo>
                    <a:cubicBezTo>
                      <a:pt x="1615584" y="719138"/>
                      <a:pt x="1615584" y="719138"/>
                      <a:pt x="1613369" y="719138"/>
                    </a:cubicBezTo>
                    <a:lnTo>
                      <a:pt x="1597863" y="719138"/>
                    </a:lnTo>
                    <a:cubicBezTo>
                      <a:pt x="1559466" y="648112"/>
                      <a:pt x="1482672" y="603721"/>
                      <a:pt x="1397017" y="603721"/>
                    </a:cubicBezTo>
                    <a:cubicBezTo>
                      <a:pt x="1358620" y="603721"/>
                      <a:pt x="1323176" y="612599"/>
                      <a:pt x="1293640" y="627396"/>
                    </a:cubicBezTo>
                    <a:cubicBezTo>
                      <a:pt x="1255243" y="541573"/>
                      <a:pt x="1169589" y="482385"/>
                      <a:pt x="1069166" y="482385"/>
                    </a:cubicBezTo>
                    <a:cubicBezTo>
                      <a:pt x="1024861" y="482385"/>
                      <a:pt x="980557" y="494223"/>
                      <a:pt x="945114" y="514939"/>
                    </a:cubicBezTo>
                    <a:cubicBezTo>
                      <a:pt x="903763" y="435034"/>
                      <a:pt x="809248" y="378805"/>
                      <a:pt x="702917" y="378805"/>
                    </a:cubicBezTo>
                    <a:cubicBezTo>
                      <a:pt x="605448" y="378805"/>
                      <a:pt x="516840" y="426156"/>
                      <a:pt x="472536" y="497182"/>
                    </a:cubicBezTo>
                    <a:cubicBezTo>
                      <a:pt x="448907" y="488304"/>
                      <a:pt x="425278" y="482385"/>
                      <a:pt x="398695" y="482385"/>
                    </a:cubicBezTo>
                    <a:cubicBezTo>
                      <a:pt x="330762" y="482385"/>
                      <a:pt x="268736" y="523817"/>
                      <a:pt x="233293" y="591883"/>
                    </a:cubicBezTo>
                    <a:cubicBezTo>
                      <a:pt x="221478" y="588924"/>
                      <a:pt x="206710" y="585964"/>
                      <a:pt x="194896" y="585964"/>
                    </a:cubicBezTo>
                    <a:cubicBezTo>
                      <a:pt x="191942" y="585964"/>
                      <a:pt x="188989" y="585964"/>
                      <a:pt x="186035" y="585964"/>
                    </a:cubicBezTo>
                    <a:cubicBezTo>
                      <a:pt x="162406" y="547492"/>
                      <a:pt x="147638" y="497182"/>
                      <a:pt x="147638" y="446872"/>
                    </a:cubicBezTo>
                    <a:cubicBezTo>
                      <a:pt x="147638" y="325536"/>
                      <a:pt x="242154" y="227875"/>
                      <a:pt x="360298" y="227875"/>
                    </a:cubicBezTo>
                    <a:cubicBezTo>
                      <a:pt x="386881" y="227875"/>
                      <a:pt x="413463" y="233794"/>
                      <a:pt x="437092" y="242672"/>
                    </a:cubicBezTo>
                    <a:cubicBezTo>
                      <a:pt x="454814" y="168687"/>
                      <a:pt x="516840" y="115417"/>
                      <a:pt x="587727" y="115417"/>
                    </a:cubicBezTo>
                    <a:cubicBezTo>
                      <a:pt x="626124" y="115417"/>
                      <a:pt x="661567" y="130215"/>
                      <a:pt x="688149" y="156849"/>
                    </a:cubicBezTo>
                    <a:cubicBezTo>
                      <a:pt x="711778" y="68067"/>
                      <a:pt x="806294" y="0"/>
                      <a:pt x="92148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FFFFF"/>
                  </a:gs>
                  <a:gs pos="50000">
                    <a:srgbClr val="E6E6E6"/>
                  </a:gs>
                </a:gsLst>
                <a:lin ang="162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50" name="Textfeld 449"/>
              <p:cNvSpPr txBox="1"/>
              <p:nvPr/>
            </p:nvSpPr>
            <p:spPr bwMode="gray">
              <a:xfrm>
                <a:off x="6247907" y="5564949"/>
                <a:ext cx="1922847" cy="7962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b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spcAft>
                    <a:spcPts val="0"/>
                  </a:spcAft>
                </a:pPr>
                <a:r>
                  <a:rPr lang="de-DE" sz="2400" b="1" smtClean="0">
                    <a:solidFill>
                      <a:schemeClr val="accent1"/>
                    </a:solidFill>
                  </a:rPr>
                  <a:t>5,000</a:t>
                </a:r>
                <a:r>
                  <a:rPr lang="de-DE" sz="2800" b="1" smtClean="0">
                    <a:solidFill>
                      <a:srgbClr val="969696"/>
                    </a:solidFill>
                  </a:rPr>
                  <a:t> </a:t>
                </a:r>
                <a:r>
                  <a:rPr lang="de-DE" b="1" smtClean="0">
                    <a:solidFill>
                      <a:srgbClr val="7D7D7D"/>
                    </a:solidFill>
                  </a:rPr>
                  <a:t>TB</a:t>
                </a:r>
                <a:endParaRPr lang="de-DE" sz="2800" b="1" smtClean="0">
                  <a:solidFill>
                    <a:srgbClr val="7D7D7D"/>
                  </a:solidFill>
                </a:endParaRPr>
              </a:p>
              <a:p>
                <a:pPr>
                  <a:spcAft>
                    <a:spcPts val="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of data saved in cloud.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451" name="Textfeld 450"/>
              <p:cNvSpPr txBox="1"/>
              <p:nvPr/>
            </p:nvSpPr>
            <p:spPr bwMode="gray">
              <a:xfrm>
                <a:off x="7283845" y="5303298"/>
                <a:ext cx="847824" cy="318270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85000"/>
                  </a:lnSpc>
                  <a:spcAft>
                    <a:spcPts val="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of total capacity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452" name="Rechteck 451"/>
              <p:cNvSpPr/>
              <p:nvPr/>
            </p:nvSpPr>
            <p:spPr bwMode="gray">
              <a:xfrm>
                <a:off x="7125374" y="5119781"/>
                <a:ext cx="538930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de-DE" sz="1400" b="1" smtClean="0">
                    <a:solidFill>
                      <a:srgbClr val="7D7D7D"/>
                    </a:solidFill>
                  </a:rPr>
                  <a:t>67% 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12" name="Gruppieren 211"/>
            <p:cNvGrpSpPr/>
            <p:nvPr/>
          </p:nvGrpSpPr>
          <p:grpSpPr bwMode="gray">
            <a:xfrm>
              <a:off x="3291499" y="5063502"/>
              <a:ext cx="5454000" cy="1398237"/>
              <a:chOff x="3291499" y="3542219"/>
              <a:chExt cx="5454000" cy="1398237"/>
            </a:xfrm>
          </p:grpSpPr>
          <p:sp>
            <p:nvSpPr>
              <p:cNvPr id="213" name="Abgerundetes Rechteck 212"/>
              <p:cNvSpPr/>
              <p:nvPr/>
            </p:nvSpPr>
            <p:spPr bwMode="gray">
              <a:xfrm>
                <a:off x="3291499" y="4112650"/>
                <a:ext cx="5040000" cy="108000"/>
              </a:xfrm>
              <a:prstGeom prst="roundRect">
                <a:avLst>
                  <a:gd name="adj" fmla="val 50000"/>
                </a:avLst>
              </a:prstGeom>
              <a:noFill/>
              <a:ln w="12700">
                <a:gradFill flip="none" rotWithShape="1">
                  <a:gsLst>
                    <a:gs pos="0">
                      <a:srgbClr val="7D7D7D"/>
                    </a:gs>
                    <a:gs pos="100000">
                      <a:srgbClr val="AFAFAF"/>
                    </a:gs>
                  </a:gsLst>
                  <a:lin ang="10800000" scaled="1"/>
                  <a:tileRect/>
                </a:gradFill>
                <a:round/>
                <a:headEnd/>
                <a:tailEnd/>
              </a:ln>
              <a:scene3d>
                <a:camera prst="obliqueTopRight"/>
                <a:lightRig rig="threePt" dir="t">
                  <a:rot lat="0" lon="0" rev="0"/>
                </a:lightRig>
              </a:scene3d>
              <a:sp3d extrusionH="1143000"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Rechteck 213"/>
              <p:cNvSpPr/>
              <p:nvPr/>
            </p:nvSpPr>
            <p:spPr bwMode="gray">
              <a:xfrm>
                <a:off x="5015110" y="3681488"/>
                <a:ext cx="360000" cy="360000"/>
              </a:xfrm>
              <a:prstGeom prst="rect">
                <a:avLst/>
              </a:pr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lin ang="16200000" scaled="1"/>
              </a:gra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threePt" dir="t"/>
              </a:scene3d>
              <a:sp3d extrusionH="508000" prstMaterial="metal"/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2</a:t>
                </a:r>
                <a:endParaRPr lang="de-DE" sz="240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5" name="Rechteck 214"/>
              <p:cNvSpPr/>
              <p:nvPr/>
            </p:nvSpPr>
            <p:spPr bwMode="gray">
              <a:xfrm>
                <a:off x="3689915" y="3681488"/>
                <a:ext cx="360000" cy="360000"/>
              </a:xfrm>
              <a:prstGeom prst="rect">
                <a:avLst/>
              </a:pr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lin ang="16200000" scaled="1"/>
              </a:gra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threePt" dir="t"/>
              </a:scene3d>
              <a:sp3d extrusionH="508000" prstMaterial="metal"/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1</a:t>
                </a:r>
                <a:endParaRPr lang="de-DE" sz="240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6" name="Rechteck 215"/>
              <p:cNvSpPr/>
              <p:nvPr/>
            </p:nvSpPr>
            <p:spPr bwMode="gray">
              <a:xfrm>
                <a:off x="6340305" y="3681488"/>
                <a:ext cx="360000" cy="360000"/>
              </a:xfrm>
              <a:prstGeom prst="rect">
                <a:avLst/>
              </a:pr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lin ang="16200000" scaled="1"/>
              </a:gra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threePt" dir="t"/>
              </a:scene3d>
              <a:sp3d extrusionH="508000" prstMaterial="metal"/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3</a:t>
                </a:r>
                <a:endParaRPr lang="de-DE" sz="240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17" name="Textfeld 216"/>
              <p:cNvSpPr txBox="1"/>
              <p:nvPr/>
            </p:nvSpPr>
            <p:spPr bwMode="gray">
              <a:xfrm>
                <a:off x="368991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8" name="Textfeld 217"/>
              <p:cNvSpPr txBox="1"/>
              <p:nvPr/>
            </p:nvSpPr>
            <p:spPr bwMode="gray">
              <a:xfrm>
                <a:off x="5015110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 text 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demonstrates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how your text will look like. Type your text here.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19" name="Rechteck 218"/>
              <p:cNvSpPr/>
              <p:nvPr/>
            </p:nvSpPr>
            <p:spPr bwMode="gray">
              <a:xfrm>
                <a:off x="7665499" y="3681488"/>
                <a:ext cx="360000" cy="3600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5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  <a:scene3d>
                <a:camera prst="obliqueTopRight"/>
                <a:lightRig rig="threePt" dir="t"/>
              </a:scene3d>
              <a:sp3d extrusionH="508000" prstMaterial="metal"/>
            </p:spPr>
            <p:txBody>
              <a:bodyPr rtlCol="0" anchor="ctr"/>
              <a:lstStyle/>
              <a:p>
                <a:pPr algn="ctr"/>
                <a:r>
                  <a:rPr lang="de-DE" sz="240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4</a:t>
                </a:r>
                <a:endParaRPr lang="de-DE" sz="240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20" name="Textfeld 219"/>
              <p:cNvSpPr txBox="1"/>
              <p:nvPr/>
            </p:nvSpPr>
            <p:spPr bwMode="gray">
              <a:xfrm>
                <a:off x="7665499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 text 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demonstrates </a:t>
                </a:r>
                <a:r>
                  <a:rPr lang="de-DE" sz="800" smtClean="0">
                    <a:solidFill>
                      <a:srgbClr val="7D7D7D"/>
                    </a:solidFill>
                  </a:rPr>
                  <a:t>how your text will look like. Type your text here.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21" name="Textfeld 220"/>
              <p:cNvSpPr txBox="1"/>
              <p:nvPr/>
            </p:nvSpPr>
            <p:spPr bwMode="gray">
              <a:xfrm>
                <a:off x="6340305" y="4220650"/>
                <a:ext cx="1080000" cy="719806"/>
              </a:xfrm>
              <a:prstGeom prst="rect">
                <a:avLst/>
              </a:prstGeom>
              <a:noFill/>
            </p:spPr>
            <p:txBody>
              <a:bodyPr wrap="square" lIns="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22" name="Freeform 7"/>
              <p:cNvSpPr>
                <a:spLocks noEditPoints="1"/>
              </p:cNvSpPr>
              <p:nvPr/>
            </p:nvSpPr>
            <p:spPr bwMode="gray">
              <a:xfrm rot="11257154" flipH="1">
                <a:off x="4248405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C8C8C8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23" name="Freeform 7"/>
              <p:cNvSpPr>
                <a:spLocks noEditPoints="1"/>
              </p:cNvSpPr>
              <p:nvPr/>
            </p:nvSpPr>
            <p:spPr bwMode="gray">
              <a:xfrm rot="11257154" flipH="1">
                <a:off x="5572904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C8C8C8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24" name="Freeform 7"/>
              <p:cNvSpPr>
                <a:spLocks noEditPoints="1"/>
              </p:cNvSpPr>
              <p:nvPr/>
            </p:nvSpPr>
            <p:spPr bwMode="gray">
              <a:xfrm rot="11257154" flipH="1">
                <a:off x="6897403" y="3542219"/>
                <a:ext cx="698675" cy="278538"/>
              </a:xfrm>
              <a:custGeom>
                <a:avLst/>
                <a:gdLst>
                  <a:gd name="T0" fmla="*/ 456 w 565"/>
                  <a:gd name="T1" fmla="*/ 168 h 275"/>
                  <a:gd name="T2" fmla="*/ 174 w 565"/>
                  <a:gd name="T3" fmla="*/ 199 h 275"/>
                  <a:gd name="T4" fmla="*/ 1 w 565"/>
                  <a:gd name="T5" fmla="*/ 25 h 275"/>
                  <a:gd name="T6" fmla="*/ 26 w 565"/>
                  <a:gd name="T7" fmla="*/ 19 h 275"/>
                  <a:gd name="T8" fmla="*/ 92 w 565"/>
                  <a:gd name="T9" fmla="*/ 130 h 275"/>
                  <a:gd name="T10" fmla="*/ 204 w 565"/>
                  <a:gd name="T11" fmla="*/ 175 h 275"/>
                  <a:gd name="T12" fmla="*/ 458 w 565"/>
                  <a:gd name="T13" fmla="*/ 143 h 275"/>
                  <a:gd name="T14" fmla="*/ 456 w 565"/>
                  <a:gd name="T15" fmla="*/ 168 h 275"/>
                  <a:gd name="T16" fmla="*/ 551 w 565"/>
                  <a:gd name="T17" fmla="*/ 129 h 275"/>
                  <a:gd name="T18" fmla="*/ 412 w 565"/>
                  <a:gd name="T19" fmla="*/ 94 h 275"/>
                  <a:gd name="T20" fmla="*/ 398 w 565"/>
                  <a:gd name="T21" fmla="*/ 119 h 275"/>
                  <a:gd name="T22" fmla="*/ 495 w 565"/>
                  <a:gd name="T23" fmla="*/ 145 h 275"/>
                  <a:gd name="T24" fmla="*/ 467 w 565"/>
                  <a:gd name="T25" fmla="*/ 169 h 275"/>
                  <a:gd name="T26" fmla="*/ 415 w 565"/>
                  <a:gd name="T27" fmla="*/ 256 h 275"/>
                  <a:gd name="T28" fmla="*/ 439 w 565"/>
                  <a:gd name="T29" fmla="*/ 256 h 275"/>
                  <a:gd name="T30" fmla="*/ 540 w 565"/>
                  <a:gd name="T31" fmla="*/ 155 h 275"/>
                  <a:gd name="T32" fmla="*/ 551 w 565"/>
                  <a:gd name="T33" fmla="*/ 12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275">
                    <a:moveTo>
                      <a:pt x="456" y="168"/>
                    </a:moveTo>
                    <a:cubicBezTo>
                      <a:pt x="367" y="197"/>
                      <a:pt x="267" y="217"/>
                      <a:pt x="174" y="199"/>
                    </a:cubicBezTo>
                    <a:cubicBezTo>
                      <a:pt x="93" y="183"/>
                      <a:pt x="0" y="118"/>
                      <a:pt x="1" y="25"/>
                    </a:cubicBezTo>
                    <a:cubicBezTo>
                      <a:pt x="1" y="12"/>
                      <a:pt x="26" y="0"/>
                      <a:pt x="26" y="19"/>
                    </a:cubicBezTo>
                    <a:cubicBezTo>
                      <a:pt x="25" y="64"/>
                      <a:pt x="58" y="104"/>
                      <a:pt x="92" y="130"/>
                    </a:cubicBezTo>
                    <a:cubicBezTo>
                      <a:pt x="124" y="156"/>
                      <a:pt x="163" y="170"/>
                      <a:pt x="204" y="175"/>
                    </a:cubicBezTo>
                    <a:cubicBezTo>
                      <a:pt x="290" y="186"/>
                      <a:pt x="377" y="169"/>
                      <a:pt x="458" y="143"/>
                    </a:cubicBezTo>
                    <a:cubicBezTo>
                      <a:pt x="475" y="137"/>
                      <a:pt x="468" y="164"/>
                      <a:pt x="456" y="168"/>
                    </a:cubicBezTo>
                    <a:close/>
                    <a:moveTo>
                      <a:pt x="551" y="129"/>
                    </a:moveTo>
                    <a:cubicBezTo>
                      <a:pt x="504" y="120"/>
                      <a:pt x="460" y="102"/>
                      <a:pt x="412" y="94"/>
                    </a:cubicBezTo>
                    <a:cubicBezTo>
                      <a:pt x="399" y="91"/>
                      <a:pt x="384" y="117"/>
                      <a:pt x="398" y="119"/>
                    </a:cubicBezTo>
                    <a:cubicBezTo>
                      <a:pt x="431" y="125"/>
                      <a:pt x="463" y="136"/>
                      <a:pt x="495" y="145"/>
                    </a:cubicBezTo>
                    <a:cubicBezTo>
                      <a:pt x="485" y="152"/>
                      <a:pt x="475" y="161"/>
                      <a:pt x="467" y="169"/>
                    </a:cubicBezTo>
                    <a:cubicBezTo>
                      <a:pt x="444" y="192"/>
                      <a:pt x="422" y="224"/>
                      <a:pt x="415" y="256"/>
                    </a:cubicBezTo>
                    <a:cubicBezTo>
                      <a:pt x="411" y="275"/>
                      <a:pt x="436" y="271"/>
                      <a:pt x="439" y="256"/>
                    </a:cubicBezTo>
                    <a:cubicBezTo>
                      <a:pt x="447" y="216"/>
                      <a:pt x="493" y="149"/>
                      <a:pt x="540" y="155"/>
                    </a:cubicBezTo>
                    <a:cubicBezTo>
                      <a:pt x="551" y="157"/>
                      <a:pt x="565" y="132"/>
                      <a:pt x="551" y="129"/>
                    </a:cubicBezTo>
                    <a:close/>
                  </a:path>
                </a:pathLst>
              </a:custGeom>
              <a:solidFill>
                <a:srgbClr val="C8C8C8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cxnSp>
          <p:nvCxnSpPr>
            <p:cNvPr id="225" name="Gerade Verbindung 224"/>
            <p:cNvCxnSpPr/>
            <p:nvPr/>
          </p:nvCxnSpPr>
          <p:spPr bwMode="gray">
            <a:xfrm flipH="1">
              <a:off x="6009963" y="4941593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uppieren 380"/>
            <p:cNvGrpSpPr/>
            <p:nvPr/>
          </p:nvGrpSpPr>
          <p:grpSpPr bwMode="gray">
            <a:xfrm>
              <a:off x="5998978" y="3611764"/>
              <a:ext cx="2699808" cy="1376636"/>
              <a:chOff x="4708026" y="4992155"/>
              <a:chExt cx="2699808" cy="1376636"/>
            </a:xfrm>
          </p:grpSpPr>
          <p:sp>
            <p:nvSpPr>
              <p:cNvPr id="382" name="Textfeld 381"/>
              <p:cNvSpPr txBox="1"/>
              <p:nvPr/>
            </p:nvSpPr>
            <p:spPr bwMode="gray">
              <a:xfrm>
                <a:off x="6120348" y="4992155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383" name="Gruppieren 382"/>
              <p:cNvGrpSpPr/>
              <p:nvPr/>
            </p:nvGrpSpPr>
            <p:grpSpPr bwMode="gray">
              <a:xfrm>
                <a:off x="4708026" y="5021137"/>
                <a:ext cx="1428278" cy="1248793"/>
                <a:chOff x="479425" y="1236208"/>
                <a:chExt cx="1749400" cy="2053033"/>
              </a:xfrm>
            </p:grpSpPr>
            <p:sp>
              <p:nvSpPr>
                <p:cNvPr id="384" name="Textfeld 383"/>
                <p:cNvSpPr txBox="1"/>
                <p:nvPr/>
              </p:nvSpPr>
              <p:spPr bwMode="gray">
                <a:xfrm>
                  <a:off x="60348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2020</a:t>
                  </a:r>
                  <a:endParaRPr lang="de-DE" sz="900"/>
                </a:p>
              </p:txBody>
            </p:sp>
            <p:sp>
              <p:nvSpPr>
                <p:cNvPr id="395" name="Textfeld 394"/>
                <p:cNvSpPr txBox="1"/>
                <p:nvPr/>
              </p:nvSpPr>
              <p:spPr bwMode="gray">
                <a:xfrm>
                  <a:off x="97963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406" name="Textfeld 405"/>
                <p:cNvSpPr txBox="1"/>
                <p:nvPr/>
              </p:nvSpPr>
              <p:spPr bwMode="gray">
                <a:xfrm>
                  <a:off x="1355787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2022</a:t>
                  </a:r>
                  <a:endParaRPr lang="de-DE" sz="900"/>
                </a:p>
              </p:txBody>
            </p:sp>
            <p:sp>
              <p:nvSpPr>
                <p:cNvPr id="407" name="Textfeld 406"/>
                <p:cNvSpPr txBox="1"/>
                <p:nvPr/>
              </p:nvSpPr>
              <p:spPr bwMode="gray">
                <a:xfrm>
                  <a:off x="1731938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2023</a:t>
                  </a:r>
                  <a:endParaRPr lang="de-DE" sz="900"/>
                </a:p>
              </p:txBody>
            </p:sp>
            <p:grpSp>
              <p:nvGrpSpPr>
                <p:cNvPr id="410" name="Gruppieren 4"/>
                <p:cNvGrpSpPr/>
                <p:nvPr/>
              </p:nvGrpSpPr>
              <p:grpSpPr bwMode="gray">
                <a:xfrm>
                  <a:off x="479425" y="1236208"/>
                  <a:ext cx="1749400" cy="1780006"/>
                  <a:chOff x="3202985" y="3500559"/>
                  <a:chExt cx="1907810" cy="1875039"/>
                </a:xfrm>
              </p:grpSpPr>
              <p:sp>
                <p:nvSpPr>
                  <p:cNvPr id="414" name="Rechteck 413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15" name="Rechteck 414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16" name="Rechteck 415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17" name="Rechteck 416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18" name="Rechteck 417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455" name="Gerade Verbindung 454"/>
                  <p:cNvCxnSpPr/>
                  <p:nvPr/>
                </p:nvCxnSpPr>
                <p:spPr bwMode="gray">
                  <a:xfrm flipV="1">
                    <a:off x="3202985" y="5375596"/>
                    <a:ext cx="1907810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p14:creationId xmlns:p14="http://schemas.microsoft.com/office/powerpoint/2010/main" val="2344151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1" y="480730"/>
            <a:ext cx="8432292" cy="5971169"/>
            <a:chOff x="393681" y="480730"/>
            <a:chExt cx="8432292" cy="5971169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6009960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 Verbindung 62"/>
            <p:cNvCxnSpPr/>
            <p:nvPr/>
          </p:nvCxnSpPr>
          <p:spPr bwMode="gray">
            <a:xfrm>
              <a:off x="6009960" y="505037"/>
              <a:ext cx="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 bwMode="gray">
            <a:xfrm flipH="1">
              <a:off x="3202985" y="1935038"/>
              <a:ext cx="2735537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Gerade Verbindung 65"/>
            <p:cNvCxnSpPr/>
            <p:nvPr/>
          </p:nvCxnSpPr>
          <p:spPr bwMode="gray">
            <a:xfrm>
              <a:off x="3130754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H="1">
              <a:off x="3202985" y="4931233"/>
              <a:ext cx="273553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 flipH="1">
              <a:off x="6082985" y="4941593"/>
              <a:ext cx="1297484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Gerade Verbindung 81"/>
            <p:cNvCxnSpPr/>
            <p:nvPr/>
          </p:nvCxnSpPr>
          <p:spPr bwMode="gray">
            <a:xfrm>
              <a:off x="7452320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Gerade Verbindung 84"/>
            <p:cNvCxnSpPr/>
            <p:nvPr/>
          </p:nvCxnSpPr>
          <p:spPr bwMode="gray">
            <a:xfrm flipH="1">
              <a:off x="7524328" y="4941592"/>
              <a:ext cx="1220251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Gruppieren 89"/>
            <p:cNvGrpSpPr/>
            <p:nvPr/>
          </p:nvGrpSpPr>
          <p:grpSpPr bwMode="gray">
            <a:xfrm>
              <a:off x="6265494" y="610209"/>
              <a:ext cx="2199470" cy="2775776"/>
              <a:chOff x="449096" y="1895179"/>
              <a:chExt cx="2199470" cy="2775776"/>
            </a:xfrm>
          </p:grpSpPr>
          <p:grpSp>
            <p:nvGrpSpPr>
              <p:cNvPr id="91" name="Gruppieren 10"/>
              <p:cNvGrpSpPr/>
              <p:nvPr/>
            </p:nvGrpSpPr>
            <p:grpSpPr bwMode="gray">
              <a:xfrm rot="21387017">
                <a:off x="1638379" y="1895179"/>
                <a:ext cx="923514" cy="2051723"/>
                <a:chOff x="1638379" y="1795010"/>
                <a:chExt cx="923514" cy="2051723"/>
              </a:xfrm>
            </p:grpSpPr>
            <p:grpSp>
              <p:nvGrpSpPr>
                <p:cNvPr id="99" name="Gruppieren 9"/>
                <p:cNvGrpSpPr/>
                <p:nvPr/>
              </p:nvGrpSpPr>
              <p:grpSpPr bwMode="gray">
                <a:xfrm>
                  <a:off x="1716504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101" name="Rechteck 100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02" name="Rechteck 101"/>
                  <p:cNvSpPr/>
                  <p:nvPr/>
                </p:nvSpPr>
                <p:spPr bwMode="gray">
                  <a:xfrm>
                    <a:off x="1716504" y="2484120"/>
                    <a:ext cx="767264" cy="1312799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sp>
              <p:nvSpPr>
                <p:cNvPr id="100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grpSp>
            <p:nvGrpSpPr>
              <p:cNvPr id="92" name="Gruppieren 11"/>
              <p:cNvGrpSpPr/>
              <p:nvPr/>
            </p:nvGrpSpPr>
            <p:grpSpPr bwMode="gray">
              <a:xfrm rot="390607">
                <a:off x="562430" y="2033493"/>
                <a:ext cx="923514" cy="2051723"/>
                <a:chOff x="562430" y="1795010"/>
                <a:chExt cx="923514" cy="2051723"/>
              </a:xfrm>
            </p:grpSpPr>
            <p:grpSp>
              <p:nvGrpSpPr>
                <p:cNvPr id="95" name="Gruppieren 102"/>
                <p:cNvGrpSpPr/>
                <p:nvPr/>
              </p:nvGrpSpPr>
              <p:grpSpPr bwMode="gray">
                <a:xfrm>
                  <a:off x="640555" y="1844825"/>
                  <a:ext cx="795683" cy="1957029"/>
                  <a:chOff x="1716504" y="1844825"/>
                  <a:chExt cx="795683" cy="1957029"/>
                </a:xfrm>
              </p:grpSpPr>
              <p:sp>
                <p:nvSpPr>
                  <p:cNvPr id="97" name="Rechteck 96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98" name="Rechteck 97"/>
                  <p:cNvSpPr/>
                  <p:nvPr/>
                </p:nvSpPr>
                <p:spPr bwMode="gray">
                  <a:xfrm>
                    <a:off x="1744923" y="2690628"/>
                    <a:ext cx="767264" cy="111122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sp>
              <p:nvSpPr>
                <p:cNvPr id="96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93" name="Textfeld 92"/>
              <p:cNvSpPr txBox="1"/>
              <p:nvPr/>
            </p:nvSpPr>
            <p:spPr bwMode="gray">
              <a:xfrm>
                <a:off x="449096" y="4130955"/>
                <a:ext cx="923514" cy="54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3200" b="1" dirty="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50</a:t>
                </a:r>
                <a:r>
                  <a:rPr lang="de-DE" b="1" dirty="0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%</a:t>
                </a:r>
                <a:endParaRPr lang="de-DE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4" name="Textfeld 93"/>
              <p:cNvSpPr txBox="1"/>
              <p:nvPr/>
            </p:nvSpPr>
            <p:spPr bwMode="gray">
              <a:xfrm>
                <a:off x="1725052" y="4023612"/>
                <a:ext cx="923514" cy="54000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3200" b="1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70</a:t>
                </a:r>
                <a:r>
                  <a:rPr lang="de-DE" b="1" smtClean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%</a:t>
                </a:r>
                <a:endParaRPr lang="de-DE" b="1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103" name="Textfeld 102"/>
            <p:cNvSpPr txBox="1"/>
            <p:nvPr/>
          </p:nvSpPr>
          <p:spPr bwMode="gray">
            <a:xfrm>
              <a:off x="3202984" y="480730"/>
              <a:ext cx="2735537" cy="1376636"/>
            </a:xfrm>
            <a:prstGeom prst="rect">
              <a:avLst/>
            </a:prstGeom>
            <a:noFill/>
          </p:spPr>
          <p:txBody>
            <a:bodyPr wrap="square" lIns="72000" tIns="0" rIns="108000" bIns="72000" rtlCol="0" anchor="t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2000" dirty="0" smtClean="0">
                  <a:solidFill>
                    <a:schemeClr val="accent1"/>
                  </a:solidFill>
                </a:rPr>
                <a:t>Placeholder</a:t>
              </a:r>
            </a:p>
            <a:p>
              <a:pPr algn="l">
                <a:spcAft>
                  <a:spcPts val="0"/>
                </a:spcAft>
              </a:pPr>
              <a:r>
                <a:rPr lang="en-US" sz="900" b="1" dirty="0" smtClean="0">
                  <a:solidFill>
                    <a:schemeClr val="accent1"/>
                  </a:solidFill>
                </a:rPr>
                <a:t>This</a:t>
              </a:r>
              <a:r>
                <a:rPr lang="en-US" sz="900" b="1" dirty="0" smtClean="0">
                  <a:solidFill>
                    <a:srgbClr val="000000"/>
                  </a:solidFill>
                </a:rPr>
                <a:t> </a:t>
              </a:r>
              <a:r>
                <a:rPr lang="en-US" sz="900" b="1" dirty="0" smtClean="0">
                  <a:solidFill>
                    <a:schemeClr val="accent1"/>
                  </a:solidFill>
                </a:rPr>
                <a:t>is</a:t>
              </a:r>
              <a:r>
                <a:rPr lang="en-US" sz="900" b="1" dirty="0" smtClean="0">
                  <a:solidFill>
                    <a:srgbClr val="000000"/>
                  </a:solidFill>
                </a:rPr>
                <a:t> a placeholder text. </a:t>
              </a:r>
              <a:r>
                <a:rPr lang="en-US" sz="900" dirty="0" smtClean="0">
                  <a:solidFill>
                    <a:srgbClr val="000000"/>
                  </a:solidFill>
                </a:rPr>
                <a:t>Replace this text with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your own information. This text demonstrates how your text will look like. Type your text here, this is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only a placeholder. Replace this text with your own information. This text demonstrates how your text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will look like. Type your text here, this is only a placeholder.</a:t>
              </a:r>
              <a:endParaRPr lang="en-US" sz="900" dirty="0">
                <a:solidFill>
                  <a:srgbClr val="000000"/>
                </a:solidFill>
              </a:endParaRPr>
            </a:p>
          </p:txBody>
        </p:sp>
        <p:sp>
          <p:nvSpPr>
            <p:cNvPr id="104" name="Textfeld 103"/>
            <p:cNvSpPr txBox="1"/>
            <p:nvPr/>
          </p:nvSpPr>
          <p:spPr bwMode="gray">
            <a:xfrm>
              <a:off x="3202984" y="2000236"/>
              <a:ext cx="2735537" cy="1376636"/>
            </a:xfrm>
            <a:prstGeom prst="rect">
              <a:avLst/>
            </a:prstGeom>
            <a:noFill/>
          </p:spPr>
          <p:txBody>
            <a:bodyPr wrap="square" lIns="72000" tIns="0" rIns="108000" bIns="72000" rtlCol="0" anchor="t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2000" dirty="0" smtClean="0">
                  <a:solidFill>
                    <a:schemeClr val="accent1"/>
                  </a:solidFill>
                </a:rPr>
                <a:t>Placeholder</a:t>
              </a:r>
            </a:p>
            <a:p>
              <a:pPr algn="l">
                <a:spcAft>
                  <a:spcPts val="0"/>
                </a:spcAft>
              </a:pPr>
              <a:r>
                <a:rPr lang="en-US" sz="900" b="1" dirty="0" smtClean="0">
                  <a:solidFill>
                    <a:schemeClr val="accent1"/>
                  </a:solidFill>
                </a:rPr>
                <a:t>This</a:t>
              </a:r>
              <a:r>
                <a:rPr lang="en-US" sz="900" b="1" dirty="0" smtClean="0">
                  <a:solidFill>
                    <a:srgbClr val="000000"/>
                  </a:solidFill>
                </a:rPr>
                <a:t> </a:t>
              </a:r>
              <a:r>
                <a:rPr lang="en-US" sz="900" b="1" dirty="0" smtClean="0">
                  <a:solidFill>
                    <a:schemeClr val="accent1"/>
                  </a:solidFill>
                </a:rPr>
                <a:t>is</a:t>
              </a:r>
              <a:r>
                <a:rPr lang="en-US" sz="900" b="1" dirty="0" smtClean="0">
                  <a:solidFill>
                    <a:srgbClr val="000000"/>
                  </a:solidFill>
                </a:rPr>
                <a:t> a placeholder text. </a:t>
              </a:r>
              <a:r>
                <a:rPr lang="en-US" sz="900" dirty="0" smtClean="0">
                  <a:solidFill>
                    <a:srgbClr val="000000"/>
                  </a:solidFill>
                </a:rPr>
                <a:t>Replace this text with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your own information. This text demonstrates how your text will look like. Type your text here, this is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only a placeholder. Replace this text with your own information. This text demonstrates how your text </a:t>
              </a:r>
              <a:br>
                <a:rPr lang="en-US" sz="900" dirty="0" smtClean="0">
                  <a:solidFill>
                    <a:srgbClr val="000000"/>
                  </a:solidFill>
                </a:rPr>
              </a:br>
              <a:r>
                <a:rPr lang="en-US" sz="900" dirty="0" smtClean="0">
                  <a:solidFill>
                    <a:srgbClr val="000000"/>
                  </a:solidFill>
                </a:rPr>
                <a:t>will look like. Type your text here, this is only a placeholder.</a:t>
              </a:r>
              <a:endParaRPr lang="en-US" sz="900" dirty="0">
                <a:solidFill>
                  <a:srgbClr val="000000"/>
                </a:solidFill>
              </a:endParaRPr>
            </a:p>
          </p:txBody>
        </p:sp>
        <p:grpSp>
          <p:nvGrpSpPr>
            <p:cNvPr id="105" name="Gruppieren 104"/>
            <p:cNvGrpSpPr/>
            <p:nvPr/>
          </p:nvGrpSpPr>
          <p:grpSpPr bwMode="gray">
            <a:xfrm>
              <a:off x="393681" y="538328"/>
              <a:ext cx="2664841" cy="2817645"/>
              <a:chOff x="393681" y="538328"/>
              <a:chExt cx="2664841" cy="2817645"/>
            </a:xfrm>
          </p:grpSpPr>
          <p:sp>
            <p:nvSpPr>
              <p:cNvPr id="106" name="Rechteckige Legende 105"/>
              <p:cNvSpPr/>
              <p:nvPr/>
            </p:nvSpPr>
            <p:spPr bwMode="gray">
              <a:xfrm>
                <a:off x="2067320" y="538329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smtClean="0">
                    <a:solidFill>
                      <a:schemeClr val="accent1"/>
                    </a:solidFill>
                  </a:rPr>
                  <a:t>24</a:t>
                </a:r>
                <a:r>
                  <a:rPr lang="de-DE" sz="2000" smtClean="0">
                    <a:solidFill>
                      <a:schemeClr val="accent1"/>
                    </a:solidFill>
                  </a:rPr>
                  <a:t>/30</a:t>
                </a:r>
              </a:p>
              <a:p>
                <a:pPr>
                  <a:lnSpc>
                    <a:spcPct val="80000"/>
                  </a:lnSpc>
                </a:pPr>
                <a:r>
                  <a:rPr lang="de-DE" sz="2000" smtClean="0">
                    <a:solidFill>
                      <a:schemeClr val="accent1"/>
                    </a:solidFill>
                  </a:rPr>
                  <a:t>like it.</a:t>
                </a:r>
                <a:endParaRPr lang="de-DE" sz="28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7" name="Rechteck 106"/>
              <p:cNvSpPr/>
              <p:nvPr/>
            </p:nvSpPr>
            <p:spPr bwMode="gray">
              <a:xfrm>
                <a:off x="393681" y="3015397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Facebook Campaign is very successful.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08" name="Gruppieren 236"/>
              <p:cNvGrpSpPr/>
              <p:nvPr/>
            </p:nvGrpSpPr>
            <p:grpSpPr bwMode="gray">
              <a:xfrm>
                <a:off x="502462" y="538328"/>
                <a:ext cx="1389386" cy="2395610"/>
                <a:chOff x="502462" y="538328"/>
                <a:chExt cx="1389386" cy="2395610"/>
              </a:xfrm>
            </p:grpSpPr>
            <p:grpSp>
              <p:nvGrpSpPr>
                <p:cNvPr id="110" name="Gruppieren 233"/>
                <p:cNvGrpSpPr/>
                <p:nvPr/>
              </p:nvGrpSpPr>
              <p:grpSpPr bwMode="gray">
                <a:xfrm>
                  <a:off x="502462" y="1151036"/>
                  <a:ext cx="1389386" cy="251131"/>
                  <a:chOff x="502462" y="1133033"/>
                  <a:chExt cx="1389386" cy="251131"/>
                </a:xfrm>
              </p:grpSpPr>
              <p:sp>
                <p:nvSpPr>
                  <p:cNvPr id="1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1" name="Gruppieren 234"/>
                <p:cNvGrpSpPr/>
                <p:nvPr/>
              </p:nvGrpSpPr>
              <p:grpSpPr bwMode="gray">
                <a:xfrm>
                  <a:off x="502462" y="844682"/>
                  <a:ext cx="1389386" cy="251131"/>
                  <a:chOff x="502462" y="835681"/>
                  <a:chExt cx="1389386" cy="251131"/>
                </a:xfrm>
              </p:grpSpPr>
              <p:sp>
                <p:nvSpPr>
                  <p:cNvPr id="1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2" name="Gruppieren 235"/>
                <p:cNvGrpSpPr/>
                <p:nvPr/>
              </p:nvGrpSpPr>
              <p:grpSpPr bwMode="gray">
                <a:xfrm>
                  <a:off x="502462" y="538328"/>
                  <a:ext cx="1389386" cy="251131"/>
                  <a:chOff x="502462" y="538328"/>
                  <a:chExt cx="1389386" cy="251131"/>
                </a:xfrm>
              </p:grpSpPr>
              <p:sp>
                <p:nvSpPr>
                  <p:cNvPr id="1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3" name="Gruppieren 230"/>
                <p:cNvGrpSpPr/>
                <p:nvPr/>
              </p:nvGrpSpPr>
              <p:grpSpPr bwMode="gray">
                <a:xfrm>
                  <a:off x="502462" y="2070098"/>
                  <a:ext cx="1389386" cy="251131"/>
                  <a:chOff x="502462" y="2043904"/>
                  <a:chExt cx="1389386" cy="251131"/>
                </a:xfrm>
              </p:grpSpPr>
              <p:sp>
                <p:nvSpPr>
                  <p:cNvPr id="1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4" name="Gruppieren 231"/>
                <p:cNvGrpSpPr/>
                <p:nvPr/>
              </p:nvGrpSpPr>
              <p:grpSpPr bwMode="gray">
                <a:xfrm>
                  <a:off x="502462" y="1763744"/>
                  <a:ext cx="1389386" cy="251131"/>
                  <a:chOff x="502462" y="1746552"/>
                  <a:chExt cx="1389386" cy="251131"/>
                </a:xfrm>
              </p:grpSpPr>
              <p:sp>
                <p:nvSpPr>
                  <p:cNvPr id="1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5" name="Gruppieren 232"/>
                <p:cNvGrpSpPr/>
                <p:nvPr/>
              </p:nvGrpSpPr>
              <p:grpSpPr bwMode="gray">
                <a:xfrm>
                  <a:off x="502462" y="1457390"/>
                  <a:ext cx="1389386" cy="251131"/>
                  <a:chOff x="502462" y="1449199"/>
                  <a:chExt cx="1389386" cy="251131"/>
                </a:xfrm>
              </p:grpSpPr>
              <p:sp>
                <p:nvSpPr>
                  <p:cNvPr id="1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6" name="Gruppieren 228"/>
                <p:cNvGrpSpPr/>
                <p:nvPr/>
              </p:nvGrpSpPr>
              <p:grpSpPr bwMode="gray">
                <a:xfrm>
                  <a:off x="502462" y="2682807"/>
                  <a:ext cx="1389386" cy="251131"/>
                  <a:chOff x="502462" y="2682807"/>
                  <a:chExt cx="1389386" cy="251131"/>
                </a:xfrm>
              </p:grpSpPr>
              <p:sp>
                <p:nvSpPr>
                  <p:cNvPr id="1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7" name="Gruppieren 229"/>
                <p:cNvGrpSpPr/>
                <p:nvPr/>
              </p:nvGrpSpPr>
              <p:grpSpPr bwMode="gray">
                <a:xfrm>
                  <a:off x="502462" y="2376452"/>
                  <a:ext cx="1389386" cy="251131"/>
                  <a:chOff x="502462" y="2385455"/>
                  <a:chExt cx="1389386" cy="251131"/>
                </a:xfrm>
              </p:grpSpPr>
              <p:sp>
                <p:nvSpPr>
                  <p:cNvPr id="1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sp>
            <p:nvSpPr>
              <p:cNvPr id="109" name="Textfeld 108"/>
              <p:cNvSpPr txBox="1"/>
              <p:nvPr/>
            </p:nvSpPr>
            <p:spPr bwMode="gray">
              <a:xfrm>
                <a:off x="2067320" y="1574671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7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7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7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7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7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7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9" name="Gruppieren 198"/>
            <p:cNvGrpSpPr/>
            <p:nvPr/>
          </p:nvGrpSpPr>
          <p:grpSpPr bwMode="gray">
            <a:xfrm>
              <a:off x="3404683" y="3510757"/>
              <a:ext cx="2341571" cy="1341420"/>
              <a:chOff x="6240045" y="5019812"/>
              <a:chExt cx="2341571" cy="1341420"/>
            </a:xfrm>
          </p:grpSpPr>
          <p:sp>
            <p:nvSpPr>
              <p:cNvPr id="200" name="Freeform 24"/>
              <p:cNvSpPr>
                <a:spLocks/>
              </p:cNvSpPr>
              <p:nvPr/>
            </p:nvSpPr>
            <p:spPr bwMode="gray">
              <a:xfrm>
                <a:off x="6240045" y="5019812"/>
                <a:ext cx="2341571" cy="1341420"/>
              </a:xfrm>
              <a:custGeom>
                <a:avLst/>
                <a:gdLst/>
                <a:ahLst/>
                <a:cxnLst/>
                <a:rect l="l" t="t" r="r" b="b"/>
                <a:pathLst>
                  <a:path w="1884363" h="1079500">
                    <a:moveTo>
                      <a:pt x="702783" y="425450"/>
                    </a:moveTo>
                    <a:cubicBezTo>
                      <a:pt x="817945" y="425450"/>
                      <a:pt x="912437" y="499438"/>
                      <a:pt x="921295" y="594142"/>
                    </a:cubicBezTo>
                    <a:cubicBezTo>
                      <a:pt x="956730" y="552709"/>
                      <a:pt x="1009881" y="529033"/>
                      <a:pt x="1068939" y="529033"/>
                    </a:cubicBezTo>
                    <a:cubicBezTo>
                      <a:pt x="1172289" y="529033"/>
                      <a:pt x="1257922" y="605980"/>
                      <a:pt x="1263828" y="706603"/>
                    </a:cubicBezTo>
                    <a:cubicBezTo>
                      <a:pt x="1296310" y="671089"/>
                      <a:pt x="1343556" y="650372"/>
                      <a:pt x="1396707" y="650372"/>
                    </a:cubicBezTo>
                    <a:cubicBezTo>
                      <a:pt x="1500058" y="650372"/>
                      <a:pt x="1582738" y="730279"/>
                      <a:pt x="1582738" y="830902"/>
                    </a:cubicBezTo>
                    <a:cubicBezTo>
                      <a:pt x="1582738" y="969999"/>
                      <a:pt x="1473482" y="1079500"/>
                      <a:pt x="1334697" y="1079500"/>
                    </a:cubicBezTo>
                    <a:cubicBezTo>
                      <a:pt x="1334697" y="1079500"/>
                      <a:pt x="1334697" y="1079500"/>
                      <a:pt x="245088" y="1079500"/>
                    </a:cubicBezTo>
                    <a:cubicBezTo>
                      <a:pt x="109256" y="1079500"/>
                      <a:pt x="0" y="969999"/>
                      <a:pt x="0" y="830902"/>
                    </a:cubicBezTo>
                    <a:cubicBezTo>
                      <a:pt x="0" y="721400"/>
                      <a:pt x="85633" y="632615"/>
                      <a:pt x="194889" y="632615"/>
                    </a:cubicBezTo>
                    <a:cubicBezTo>
                      <a:pt x="218512" y="632615"/>
                      <a:pt x="242135" y="638534"/>
                      <a:pt x="262805" y="647413"/>
                    </a:cubicBezTo>
                    <a:cubicBezTo>
                      <a:pt x="280523" y="579344"/>
                      <a:pt x="336627" y="529033"/>
                      <a:pt x="398637" y="529033"/>
                    </a:cubicBezTo>
                    <a:cubicBezTo>
                      <a:pt x="434072" y="529033"/>
                      <a:pt x="466553" y="543830"/>
                      <a:pt x="493129" y="567506"/>
                    </a:cubicBezTo>
                    <a:cubicBezTo>
                      <a:pt x="513799" y="487600"/>
                      <a:pt x="599433" y="425450"/>
                      <a:pt x="702783" y="425450"/>
                    </a:cubicBezTo>
                    <a:close/>
                    <a:moveTo>
                      <a:pt x="921485" y="0"/>
                    </a:moveTo>
                    <a:cubicBezTo>
                      <a:pt x="1045537" y="0"/>
                      <a:pt x="1148913" y="79904"/>
                      <a:pt x="1157774" y="186443"/>
                    </a:cubicBezTo>
                    <a:cubicBezTo>
                      <a:pt x="1196171" y="142052"/>
                      <a:pt x="1255243" y="112458"/>
                      <a:pt x="1320223" y="112458"/>
                    </a:cubicBezTo>
                    <a:cubicBezTo>
                      <a:pt x="1435414" y="112458"/>
                      <a:pt x="1526976" y="198281"/>
                      <a:pt x="1532883" y="307779"/>
                    </a:cubicBezTo>
                    <a:cubicBezTo>
                      <a:pt x="1571280" y="269307"/>
                      <a:pt x="1621491" y="245632"/>
                      <a:pt x="1680564" y="245632"/>
                    </a:cubicBezTo>
                    <a:cubicBezTo>
                      <a:pt x="1792801" y="245632"/>
                      <a:pt x="1884363" y="337374"/>
                      <a:pt x="1884363" y="446872"/>
                    </a:cubicBezTo>
                    <a:cubicBezTo>
                      <a:pt x="1884363" y="597802"/>
                      <a:pt x="1763265" y="719138"/>
                      <a:pt x="1615584" y="719138"/>
                    </a:cubicBezTo>
                    <a:cubicBezTo>
                      <a:pt x="1615584" y="719138"/>
                      <a:pt x="1615584" y="719138"/>
                      <a:pt x="1613369" y="719138"/>
                    </a:cubicBezTo>
                    <a:lnTo>
                      <a:pt x="1597863" y="719138"/>
                    </a:lnTo>
                    <a:cubicBezTo>
                      <a:pt x="1559466" y="648112"/>
                      <a:pt x="1482672" y="603721"/>
                      <a:pt x="1397017" y="603721"/>
                    </a:cubicBezTo>
                    <a:cubicBezTo>
                      <a:pt x="1358620" y="603721"/>
                      <a:pt x="1323176" y="612599"/>
                      <a:pt x="1293640" y="627396"/>
                    </a:cubicBezTo>
                    <a:cubicBezTo>
                      <a:pt x="1255243" y="541573"/>
                      <a:pt x="1169589" y="482385"/>
                      <a:pt x="1069166" y="482385"/>
                    </a:cubicBezTo>
                    <a:cubicBezTo>
                      <a:pt x="1024861" y="482385"/>
                      <a:pt x="980557" y="494223"/>
                      <a:pt x="945114" y="514939"/>
                    </a:cubicBezTo>
                    <a:cubicBezTo>
                      <a:pt x="903763" y="435034"/>
                      <a:pt x="809248" y="378805"/>
                      <a:pt x="702917" y="378805"/>
                    </a:cubicBezTo>
                    <a:cubicBezTo>
                      <a:pt x="605448" y="378805"/>
                      <a:pt x="516840" y="426156"/>
                      <a:pt x="472536" y="497182"/>
                    </a:cubicBezTo>
                    <a:cubicBezTo>
                      <a:pt x="448907" y="488304"/>
                      <a:pt x="425278" y="482385"/>
                      <a:pt x="398695" y="482385"/>
                    </a:cubicBezTo>
                    <a:cubicBezTo>
                      <a:pt x="330762" y="482385"/>
                      <a:pt x="268736" y="523817"/>
                      <a:pt x="233293" y="591883"/>
                    </a:cubicBezTo>
                    <a:cubicBezTo>
                      <a:pt x="221478" y="588924"/>
                      <a:pt x="206710" y="585964"/>
                      <a:pt x="194896" y="585964"/>
                    </a:cubicBezTo>
                    <a:cubicBezTo>
                      <a:pt x="191942" y="585964"/>
                      <a:pt x="188989" y="585964"/>
                      <a:pt x="186035" y="585964"/>
                    </a:cubicBezTo>
                    <a:cubicBezTo>
                      <a:pt x="162406" y="547492"/>
                      <a:pt x="147638" y="497182"/>
                      <a:pt x="147638" y="446872"/>
                    </a:cubicBezTo>
                    <a:cubicBezTo>
                      <a:pt x="147638" y="325536"/>
                      <a:pt x="242154" y="227875"/>
                      <a:pt x="360298" y="227875"/>
                    </a:cubicBezTo>
                    <a:cubicBezTo>
                      <a:pt x="386881" y="227875"/>
                      <a:pt x="413463" y="233794"/>
                      <a:pt x="437092" y="242672"/>
                    </a:cubicBezTo>
                    <a:cubicBezTo>
                      <a:pt x="454814" y="168687"/>
                      <a:pt x="516840" y="115417"/>
                      <a:pt x="587727" y="115417"/>
                    </a:cubicBezTo>
                    <a:cubicBezTo>
                      <a:pt x="626124" y="115417"/>
                      <a:pt x="661567" y="130215"/>
                      <a:pt x="688149" y="156849"/>
                    </a:cubicBezTo>
                    <a:cubicBezTo>
                      <a:pt x="711778" y="68067"/>
                      <a:pt x="806294" y="0"/>
                      <a:pt x="92148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FFFFF"/>
                  </a:gs>
                  <a:gs pos="50000">
                    <a:srgbClr val="E6E6E6"/>
                  </a:gs>
                </a:gsLst>
                <a:lin ang="162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1" name="Textfeld 200"/>
              <p:cNvSpPr txBox="1"/>
              <p:nvPr/>
            </p:nvSpPr>
            <p:spPr bwMode="gray">
              <a:xfrm>
                <a:off x="6247907" y="5564949"/>
                <a:ext cx="1922847" cy="7962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b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>
                  <a:spcAft>
                    <a:spcPts val="0"/>
                  </a:spcAft>
                </a:pPr>
                <a:r>
                  <a:rPr lang="de-DE" sz="2400" b="1" smtClean="0">
                    <a:solidFill>
                      <a:schemeClr val="accent1"/>
                    </a:solidFill>
                  </a:rPr>
                  <a:t>5,000</a:t>
                </a:r>
                <a:r>
                  <a:rPr lang="de-DE" sz="2800" b="1" smtClean="0">
                    <a:solidFill>
                      <a:srgbClr val="969696"/>
                    </a:solidFill>
                  </a:rPr>
                  <a:t> </a:t>
                </a:r>
                <a:r>
                  <a:rPr lang="de-DE" b="1" smtClean="0">
                    <a:solidFill>
                      <a:srgbClr val="7D7D7D"/>
                    </a:solidFill>
                  </a:rPr>
                  <a:t>TB</a:t>
                </a:r>
                <a:endParaRPr lang="de-DE" sz="2800" b="1" smtClean="0">
                  <a:solidFill>
                    <a:srgbClr val="7D7D7D"/>
                  </a:solidFill>
                </a:endParaRPr>
              </a:p>
              <a:p>
                <a:pPr>
                  <a:spcAft>
                    <a:spcPts val="0"/>
                  </a:spcAft>
                </a:pPr>
                <a:r>
                  <a:rPr lang="de-DE" sz="800" smtClean="0">
                    <a:solidFill>
                      <a:srgbClr val="7D7D7D"/>
                    </a:solidFill>
                  </a:rPr>
                  <a:t>of data saved in cloud.</a:t>
                </a:r>
                <a:endParaRPr lang="de-DE" sz="800">
                  <a:solidFill>
                    <a:srgbClr val="7D7D7D"/>
                  </a:solidFill>
                </a:endParaRPr>
              </a:p>
            </p:txBody>
          </p:sp>
          <p:sp>
            <p:nvSpPr>
              <p:cNvPr id="202" name="Textfeld 201"/>
              <p:cNvSpPr txBox="1"/>
              <p:nvPr/>
            </p:nvSpPr>
            <p:spPr bwMode="gray">
              <a:xfrm>
                <a:off x="7283845" y="5303298"/>
                <a:ext cx="847824" cy="318270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85000"/>
                  </a:lnSpc>
                  <a:spcAft>
                    <a:spcPts val="0"/>
                  </a:spcAft>
                </a:pPr>
                <a:r>
                  <a:rPr lang="en-US" sz="800" dirty="0" smtClean="0">
                    <a:solidFill>
                      <a:srgbClr val="7D7D7D"/>
                    </a:solidFill>
                  </a:rPr>
                  <a:t>of total capacity</a:t>
                </a:r>
                <a:endParaRPr lang="en-US" sz="8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203" name="Rechteck 202"/>
              <p:cNvSpPr/>
              <p:nvPr/>
            </p:nvSpPr>
            <p:spPr bwMode="gray">
              <a:xfrm>
                <a:off x="7125374" y="5119781"/>
                <a:ext cx="538930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de-DE" sz="1400" b="1" smtClean="0">
                    <a:solidFill>
                      <a:srgbClr val="7D7D7D"/>
                    </a:solidFill>
                  </a:rPr>
                  <a:t>67% 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15" name="Gruppieren 214"/>
            <p:cNvGrpSpPr/>
            <p:nvPr/>
          </p:nvGrpSpPr>
          <p:grpSpPr bwMode="gray">
            <a:xfrm>
              <a:off x="6091920" y="3429795"/>
              <a:ext cx="1296000" cy="1501437"/>
              <a:chOff x="393450" y="3429795"/>
              <a:chExt cx="1296000" cy="1501437"/>
            </a:xfrm>
          </p:grpSpPr>
          <p:sp>
            <p:nvSpPr>
              <p:cNvPr id="204" name="Textfeld 203"/>
              <p:cNvSpPr txBox="1"/>
              <p:nvPr/>
            </p:nvSpPr>
            <p:spPr bwMode="gray">
              <a:xfrm>
                <a:off x="393450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5" name="Textfeld 204"/>
              <p:cNvSpPr txBox="1"/>
              <p:nvPr/>
            </p:nvSpPr>
            <p:spPr bwMode="gray">
              <a:xfrm>
                <a:off x="395217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dirty="0" smtClean="0">
                    <a:solidFill>
                      <a:schemeClr val="accent1"/>
                    </a:solidFill>
                  </a:rPr>
                  <a:t>38</a:t>
                </a:r>
                <a:r>
                  <a:rPr lang="de-DE" sz="2400" dirty="0" smtClean="0">
                    <a:solidFill>
                      <a:schemeClr val="accent1"/>
                    </a:solidFill>
                  </a:rPr>
                  <a:t> %</a:t>
                </a:r>
                <a:endParaRPr lang="de-DE" sz="24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214" name="Gruppieren 213"/>
            <p:cNvGrpSpPr/>
            <p:nvPr/>
          </p:nvGrpSpPr>
          <p:grpSpPr bwMode="gray">
            <a:xfrm>
              <a:off x="7461225" y="3429795"/>
              <a:ext cx="1296000" cy="1501437"/>
              <a:chOff x="1762755" y="3429795"/>
              <a:chExt cx="1296000" cy="1501437"/>
            </a:xfrm>
          </p:grpSpPr>
          <p:sp>
            <p:nvSpPr>
              <p:cNvPr id="206" name="Textfeld 205"/>
              <p:cNvSpPr txBox="1"/>
              <p:nvPr/>
            </p:nvSpPr>
            <p:spPr bwMode="gray">
              <a:xfrm>
                <a:off x="1762755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7" name="Textfeld 206"/>
              <p:cNvSpPr txBox="1"/>
              <p:nvPr/>
            </p:nvSpPr>
            <p:spPr bwMode="gray">
              <a:xfrm>
                <a:off x="1762755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dirty="0" smtClean="0">
                    <a:solidFill>
                      <a:schemeClr val="accent1"/>
                    </a:solidFill>
                  </a:rPr>
                  <a:t>62</a:t>
                </a:r>
                <a:r>
                  <a:rPr lang="de-DE" sz="2400" dirty="0" smtClean="0">
                    <a:solidFill>
                      <a:schemeClr val="accent1"/>
                    </a:solidFill>
                  </a:rPr>
                  <a:t> %</a:t>
                </a:r>
                <a:endParaRPr lang="de-DE" sz="24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216" name="Gruppieren 215"/>
            <p:cNvGrpSpPr/>
            <p:nvPr/>
          </p:nvGrpSpPr>
          <p:grpSpPr bwMode="gray">
            <a:xfrm>
              <a:off x="6091920" y="4950462"/>
              <a:ext cx="2734053" cy="1501437"/>
              <a:chOff x="3202985" y="3429796"/>
              <a:chExt cx="2734053" cy="1501437"/>
            </a:xfrm>
          </p:grpSpPr>
          <p:grpSp>
            <p:nvGrpSpPr>
              <p:cNvPr id="212" name="Gruppieren 211"/>
              <p:cNvGrpSpPr/>
              <p:nvPr/>
            </p:nvGrpSpPr>
            <p:grpSpPr bwMode="gray">
              <a:xfrm>
                <a:off x="3202985" y="3429796"/>
                <a:ext cx="1296000" cy="1501437"/>
                <a:chOff x="3202985" y="3429796"/>
                <a:chExt cx="1296000" cy="1501437"/>
              </a:xfrm>
            </p:grpSpPr>
            <p:sp>
              <p:nvSpPr>
                <p:cNvPr id="208" name="Textfeld 207"/>
                <p:cNvSpPr txBox="1"/>
                <p:nvPr/>
              </p:nvSpPr>
              <p:spPr bwMode="gray">
                <a:xfrm>
                  <a:off x="3202985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09" name="Textfeld 208"/>
                <p:cNvSpPr txBox="1"/>
                <p:nvPr/>
              </p:nvSpPr>
              <p:spPr bwMode="gray">
                <a:xfrm>
                  <a:off x="3204752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97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213" name="Gruppieren 212"/>
              <p:cNvGrpSpPr/>
              <p:nvPr/>
            </p:nvGrpSpPr>
            <p:grpSpPr bwMode="gray">
              <a:xfrm>
                <a:off x="4641038" y="3429796"/>
                <a:ext cx="1296000" cy="1501437"/>
                <a:chOff x="4641038" y="3429796"/>
                <a:chExt cx="1296000" cy="1501437"/>
              </a:xfrm>
            </p:grpSpPr>
            <p:sp>
              <p:nvSpPr>
                <p:cNvPr id="210" name="Textfeld 209"/>
                <p:cNvSpPr txBox="1"/>
                <p:nvPr/>
              </p:nvSpPr>
              <p:spPr bwMode="gray">
                <a:xfrm>
                  <a:off x="4641038" y="3861234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1" name="Textfeld 210"/>
                <p:cNvSpPr txBox="1"/>
                <p:nvPr/>
              </p:nvSpPr>
              <p:spPr bwMode="gray">
                <a:xfrm>
                  <a:off x="4641038" y="3429796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rPr>
                    <a:t>200</a:t>
                  </a:r>
                  <a:endParaRPr lang="de-DE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217" name="Gruppieren 216"/>
            <p:cNvGrpSpPr/>
            <p:nvPr/>
          </p:nvGrpSpPr>
          <p:grpSpPr bwMode="gray">
            <a:xfrm>
              <a:off x="3206210" y="5021484"/>
              <a:ext cx="2793815" cy="1194970"/>
              <a:chOff x="3190970" y="3520819"/>
              <a:chExt cx="2793815" cy="1194970"/>
            </a:xfrm>
          </p:grpSpPr>
          <p:sp>
            <p:nvSpPr>
              <p:cNvPr id="218" name="Rechteck 217"/>
              <p:cNvSpPr/>
              <p:nvPr/>
            </p:nvSpPr>
            <p:spPr bwMode="gray">
              <a:xfrm>
                <a:off x="3190970" y="4250867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900" b="1" dirty="0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en-US" sz="900" dirty="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en-US" sz="10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219" name="Freeform 8"/>
              <p:cNvSpPr>
                <a:spLocks noEditPoints="1"/>
              </p:cNvSpPr>
              <p:nvPr/>
            </p:nvSpPr>
            <p:spPr bwMode="gray">
              <a:xfrm rot="21026752" flipV="1">
                <a:off x="4789556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20" name="Freeform 8"/>
              <p:cNvSpPr>
                <a:spLocks noEditPoints="1"/>
              </p:cNvSpPr>
              <p:nvPr/>
            </p:nvSpPr>
            <p:spPr bwMode="gray">
              <a:xfrm rot="21026752" flipV="1">
                <a:off x="3735335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21" name="Rechteck 220"/>
              <p:cNvSpPr/>
              <p:nvPr/>
            </p:nvSpPr>
            <p:spPr bwMode="gray">
              <a:xfrm>
                <a:off x="3258057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22" name="Rechteck 221"/>
              <p:cNvSpPr/>
              <p:nvPr/>
            </p:nvSpPr>
            <p:spPr bwMode="gray">
              <a:xfrm>
                <a:off x="4312278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23" name="Rechteck 222"/>
              <p:cNvSpPr/>
              <p:nvPr/>
            </p:nvSpPr>
            <p:spPr bwMode="gray">
              <a:xfrm>
                <a:off x="5366498" y="4005840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b="1" smtClean="0">
                    <a:solidFill>
                      <a:srgbClr val="000000"/>
                    </a:solidFill>
                  </a:rPr>
                  <a:t>Placeholder text.</a:t>
                </a:r>
                <a:endParaRPr lang="de-DE" sz="7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24" name="Gruppieren 602"/>
              <p:cNvGrpSpPr/>
              <p:nvPr/>
            </p:nvGrpSpPr>
            <p:grpSpPr bwMode="gray">
              <a:xfrm>
                <a:off x="3245132" y="3520819"/>
                <a:ext cx="2551232" cy="687003"/>
                <a:chOff x="630582" y="1719451"/>
                <a:chExt cx="3840507" cy="1034182"/>
              </a:xfrm>
            </p:grpSpPr>
            <p:grpSp>
              <p:nvGrpSpPr>
                <p:cNvPr id="225" name="Gruppieren 589"/>
                <p:cNvGrpSpPr/>
                <p:nvPr/>
              </p:nvGrpSpPr>
              <p:grpSpPr bwMode="gray">
                <a:xfrm>
                  <a:off x="3810000" y="1719451"/>
                  <a:ext cx="661089" cy="1026562"/>
                  <a:chOff x="2950574" y="2385072"/>
                  <a:chExt cx="1337201" cy="2076450"/>
                </a:xfrm>
              </p:grpSpPr>
              <p:sp>
                <p:nvSpPr>
                  <p:cNvPr id="234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385072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35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475560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36" name="Freeform 6"/>
                  <p:cNvSpPr>
                    <a:spLocks/>
                  </p:cNvSpPr>
                  <p:nvPr/>
                </p:nvSpPr>
                <p:spPr bwMode="gray">
                  <a:xfrm>
                    <a:off x="3059832" y="2475560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26" name="Gruppieren 593"/>
                <p:cNvGrpSpPr/>
                <p:nvPr/>
              </p:nvGrpSpPr>
              <p:grpSpPr bwMode="gray">
                <a:xfrm>
                  <a:off x="2222883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31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32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33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0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dirty="0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27" name="Gruppieren 597"/>
                <p:cNvGrpSpPr/>
                <p:nvPr/>
              </p:nvGrpSpPr>
              <p:grpSpPr bwMode="gray">
                <a:xfrm>
                  <a:off x="630582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28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29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>
                          <a:lumMod val="40000"/>
                          <a:lumOff val="6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30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  <a:gs pos="100000">
                        <a:schemeClr val="accent1">
                          <a:lumMod val="20000"/>
                          <a:lumOff val="8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</p:grpSp>
        </p:grpSp>
        <p:grpSp>
          <p:nvGrpSpPr>
            <p:cNvPr id="237" name="Gruppieren 236"/>
            <p:cNvGrpSpPr/>
            <p:nvPr/>
          </p:nvGrpSpPr>
          <p:grpSpPr bwMode="gray">
            <a:xfrm>
              <a:off x="478778" y="3515674"/>
              <a:ext cx="2557073" cy="2860674"/>
              <a:chOff x="478778" y="515535"/>
              <a:chExt cx="2557073" cy="2860674"/>
            </a:xfrm>
          </p:grpSpPr>
          <p:grpSp>
            <p:nvGrpSpPr>
              <p:cNvPr id="238" name="Gruppieren 88"/>
              <p:cNvGrpSpPr/>
              <p:nvPr/>
            </p:nvGrpSpPr>
            <p:grpSpPr bwMode="gray">
              <a:xfrm>
                <a:off x="478778" y="2061097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245" name="Rad 244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6" name="Rechteck 245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20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247" name="Halbbogen 246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1885641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239" name="Rechteck 238"/>
              <p:cNvSpPr/>
              <p:nvPr/>
            </p:nvSpPr>
            <p:spPr bwMode="gray">
              <a:xfrm>
                <a:off x="1666779" y="1946209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40" name="Gruppieren 93"/>
              <p:cNvGrpSpPr/>
              <p:nvPr/>
            </p:nvGrpSpPr>
            <p:grpSpPr bwMode="gray">
              <a:xfrm>
                <a:off x="478778" y="630423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242" name="Rad 241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80</a:t>
                  </a:r>
                  <a:r>
                    <a:rPr lang="de-DE" sz="1400" b="1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%</a:t>
                  </a:r>
                  <a:endParaRPr lang="de-DE" sz="1400" b="1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44" name="Halbbogen 243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9193318"/>
                    <a:gd name="adj2" fmla="val 16224598"/>
                    <a:gd name="adj3" fmla="val 17222"/>
                  </a:avLst>
                </a:prstGeom>
                <a:solidFill>
                  <a:schemeClr val="bg1">
                    <a:lumMod val="50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241" name="Rechteck 240"/>
              <p:cNvSpPr/>
              <p:nvPr/>
            </p:nvSpPr>
            <p:spPr bwMode="gray">
              <a:xfrm>
                <a:off x="1666779" y="515535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/>
                  <a:t>This is a placeholder text, </a:t>
                </a:r>
                <a:r>
                  <a:rPr lang="en-US" sz="1050" b="1" dirty="0" smtClean="0">
                    <a:solidFill>
                      <a:schemeClr val="accent1"/>
                    </a:solidFill>
                  </a:rPr>
                  <a:t/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</a:t>
                </a:r>
                <a:br>
                  <a:rPr lang="en-US" sz="1050" dirty="0" smtClean="0">
                    <a:solidFill>
                      <a:srgbClr val="7D7D7D"/>
                    </a:solidFill>
                  </a:rPr>
                </a:br>
                <a:r>
                  <a:rPr lang="en-US" sz="1050" dirty="0" smtClean="0">
                    <a:solidFill>
                      <a:srgbClr val="7D7D7D"/>
                    </a:solidFill>
                  </a:rPr>
                  <a:t>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44151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1" name="Gerade Verbindung 60"/>
          <p:cNvCxnSpPr/>
          <p:nvPr/>
        </p:nvCxnSpPr>
        <p:spPr bwMode="gray">
          <a:xfrm>
            <a:off x="4571762" y="3501232"/>
            <a:ext cx="5760" cy="2860002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Gerade Verbindung 61"/>
          <p:cNvCxnSpPr>
            <a:stCxn id="7" idx="3"/>
          </p:cNvCxnSpPr>
          <p:nvPr/>
        </p:nvCxnSpPr>
        <p:spPr bwMode="gray">
          <a:xfrm flipH="1">
            <a:off x="393682" y="3429001"/>
            <a:ext cx="8351817" cy="794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Gerade Verbindung 145"/>
          <p:cNvCxnSpPr/>
          <p:nvPr/>
        </p:nvCxnSpPr>
        <p:spPr bwMode="gray">
          <a:xfrm>
            <a:off x="3130754" y="495970"/>
            <a:ext cx="5760" cy="2860002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Gerade Verbindung 77"/>
          <p:cNvCxnSpPr/>
          <p:nvPr/>
        </p:nvCxnSpPr>
        <p:spPr bwMode="gray">
          <a:xfrm flipH="1">
            <a:off x="4577522" y="4896531"/>
            <a:ext cx="4167978" cy="0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9" name="Textfeld 688"/>
          <p:cNvSpPr txBox="1"/>
          <p:nvPr/>
        </p:nvSpPr>
        <p:spPr bwMode="gray">
          <a:xfrm>
            <a:off x="3161721" y="3583786"/>
            <a:ext cx="1366431" cy="2863113"/>
          </a:xfrm>
          <a:prstGeom prst="rect">
            <a:avLst/>
          </a:prstGeom>
          <a:noFill/>
        </p:spPr>
        <p:txBody>
          <a:bodyPr wrap="square" lIns="72000" tIns="0" rIns="108000" bIns="72000" rtlCol="0" anchor="t" anchorCtr="0">
            <a:noAutofit/>
          </a:bodyPr>
          <a:lstStyle>
            <a:defPPr>
              <a:defRPr lang="de-DE"/>
            </a:defPPr>
            <a:lvl1pPr lvl="0" algn="ctr">
              <a:spcAft>
                <a:spcPts val="600"/>
              </a:spcAft>
              <a:defRPr sz="1200">
                <a:solidFill>
                  <a:prstClr val="black"/>
                </a:solidFill>
              </a:defRPr>
            </a:lvl1pPr>
          </a:lstStyle>
          <a:p>
            <a:pPr algn="l">
              <a:spcAft>
                <a:spcPts val="0"/>
              </a:spcAft>
            </a:pPr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This is a </a:t>
            </a:r>
            <a:br>
              <a:rPr lang="en-US" sz="1000" b="1" dirty="0" smtClean="0">
                <a:solidFill>
                  <a:schemeClr val="bg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</a:br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placeholder text. </a:t>
            </a:r>
            <a:br>
              <a:rPr lang="en-US" sz="1000" b="1" dirty="0" smtClean="0">
                <a:solidFill>
                  <a:schemeClr val="bg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</a:b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Replace this text with your own information. This text demonstrates how your text will look like. Type your text here, this is only a placeholder. Replace this text with your own information. This text demonstrates how your text will look like. Type your text here, this is only a placeholder. Type your text here, this is only a placeholder. </a:t>
            </a:r>
            <a:endParaRPr lang="en-US" sz="1000" dirty="0">
              <a:solidFill>
                <a:schemeClr val="bg1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5" name="Gruppieren 4"/>
          <p:cNvGrpSpPr/>
          <p:nvPr/>
        </p:nvGrpSpPr>
        <p:grpSpPr>
          <a:xfrm>
            <a:off x="527050" y="3621166"/>
            <a:ext cx="2484968" cy="2707200"/>
            <a:chOff x="527050" y="3621166"/>
            <a:chExt cx="2484968" cy="2707200"/>
          </a:xfrm>
        </p:grpSpPr>
        <p:grpSp>
          <p:nvGrpSpPr>
            <p:cNvPr id="776" name="Gruppieren 775"/>
            <p:cNvGrpSpPr/>
            <p:nvPr/>
          </p:nvGrpSpPr>
          <p:grpSpPr>
            <a:xfrm>
              <a:off x="527050" y="3621166"/>
              <a:ext cx="2484968" cy="811134"/>
              <a:chOff x="527050" y="3621166"/>
              <a:chExt cx="2484968" cy="811134"/>
            </a:xfrm>
            <a:solidFill>
              <a:schemeClr val="accent1">
                <a:lumMod val="60000"/>
                <a:lumOff val="40000"/>
              </a:schemeClr>
            </a:solidFill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81" name="Freeform 11"/>
              <p:cNvSpPr>
                <a:spLocks/>
              </p:cNvSpPr>
              <p:nvPr/>
            </p:nvSpPr>
            <p:spPr bwMode="auto">
              <a:xfrm>
                <a:off x="52705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2" name="Freeform 11"/>
              <p:cNvSpPr>
                <a:spLocks/>
              </p:cNvSpPr>
              <p:nvPr/>
            </p:nvSpPr>
            <p:spPr bwMode="auto">
              <a:xfrm>
                <a:off x="744177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3" name="Freeform 11"/>
              <p:cNvSpPr>
                <a:spLocks/>
              </p:cNvSpPr>
              <p:nvPr/>
            </p:nvSpPr>
            <p:spPr bwMode="auto">
              <a:xfrm>
                <a:off x="96130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4" name="Freeform 11"/>
              <p:cNvSpPr>
                <a:spLocks/>
              </p:cNvSpPr>
              <p:nvPr/>
            </p:nvSpPr>
            <p:spPr bwMode="auto">
              <a:xfrm>
                <a:off x="1178431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5" name="Freeform 11"/>
              <p:cNvSpPr>
                <a:spLocks/>
              </p:cNvSpPr>
              <p:nvPr/>
            </p:nvSpPr>
            <p:spPr bwMode="auto">
              <a:xfrm>
                <a:off x="1395558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6" name="Freeform 11"/>
              <p:cNvSpPr>
                <a:spLocks/>
              </p:cNvSpPr>
              <p:nvPr/>
            </p:nvSpPr>
            <p:spPr bwMode="auto">
              <a:xfrm>
                <a:off x="1612685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7" name="Freeform 11"/>
              <p:cNvSpPr>
                <a:spLocks/>
              </p:cNvSpPr>
              <p:nvPr/>
            </p:nvSpPr>
            <p:spPr bwMode="auto">
              <a:xfrm>
                <a:off x="1829812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88" name="Freeform 11"/>
              <p:cNvSpPr>
                <a:spLocks/>
              </p:cNvSpPr>
              <p:nvPr/>
            </p:nvSpPr>
            <p:spPr bwMode="auto">
              <a:xfrm>
                <a:off x="2046939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00" name="Freeform 11"/>
              <p:cNvSpPr>
                <a:spLocks/>
              </p:cNvSpPr>
              <p:nvPr/>
            </p:nvSpPr>
            <p:spPr bwMode="auto">
              <a:xfrm>
                <a:off x="2264066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10" name="Freeform 11"/>
              <p:cNvSpPr>
                <a:spLocks/>
              </p:cNvSpPr>
              <p:nvPr/>
            </p:nvSpPr>
            <p:spPr bwMode="auto">
              <a:xfrm>
                <a:off x="2481193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20" name="Freeform 11"/>
              <p:cNvSpPr>
                <a:spLocks/>
              </p:cNvSpPr>
              <p:nvPr/>
            </p:nvSpPr>
            <p:spPr bwMode="auto">
              <a:xfrm>
                <a:off x="269832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30" name="Freeform 11"/>
              <p:cNvSpPr>
                <a:spLocks/>
              </p:cNvSpPr>
              <p:nvPr/>
            </p:nvSpPr>
            <p:spPr bwMode="auto">
              <a:xfrm>
                <a:off x="291544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777" name="Gruppieren 776"/>
            <p:cNvGrpSpPr/>
            <p:nvPr/>
          </p:nvGrpSpPr>
          <p:grpSpPr>
            <a:xfrm>
              <a:off x="527050" y="4569199"/>
              <a:ext cx="2484968" cy="811134"/>
              <a:chOff x="527050" y="3621166"/>
              <a:chExt cx="2484968" cy="811134"/>
            </a:xfrm>
            <a:solidFill>
              <a:schemeClr val="accent1">
                <a:lumMod val="60000"/>
                <a:lumOff val="40000"/>
              </a:schemeClr>
            </a:solidFill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778" name="Freeform 11"/>
              <p:cNvSpPr>
                <a:spLocks/>
              </p:cNvSpPr>
              <p:nvPr/>
            </p:nvSpPr>
            <p:spPr bwMode="auto">
              <a:xfrm>
                <a:off x="52705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79" name="Freeform 11"/>
              <p:cNvSpPr>
                <a:spLocks/>
              </p:cNvSpPr>
              <p:nvPr/>
            </p:nvSpPr>
            <p:spPr bwMode="auto">
              <a:xfrm>
                <a:off x="744177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0" name="Freeform 11"/>
              <p:cNvSpPr>
                <a:spLocks/>
              </p:cNvSpPr>
              <p:nvPr/>
            </p:nvSpPr>
            <p:spPr bwMode="auto">
              <a:xfrm>
                <a:off x="96130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1" name="Freeform 11"/>
              <p:cNvSpPr>
                <a:spLocks/>
              </p:cNvSpPr>
              <p:nvPr/>
            </p:nvSpPr>
            <p:spPr bwMode="auto">
              <a:xfrm>
                <a:off x="1178431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2" name="Freeform 11"/>
              <p:cNvSpPr>
                <a:spLocks/>
              </p:cNvSpPr>
              <p:nvPr/>
            </p:nvSpPr>
            <p:spPr bwMode="auto">
              <a:xfrm>
                <a:off x="1395558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3" name="Freeform 11"/>
              <p:cNvSpPr>
                <a:spLocks/>
              </p:cNvSpPr>
              <p:nvPr/>
            </p:nvSpPr>
            <p:spPr bwMode="auto">
              <a:xfrm>
                <a:off x="1612685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4" name="Freeform 11"/>
              <p:cNvSpPr>
                <a:spLocks/>
              </p:cNvSpPr>
              <p:nvPr/>
            </p:nvSpPr>
            <p:spPr bwMode="auto">
              <a:xfrm>
                <a:off x="1829812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5" name="Freeform 11"/>
              <p:cNvSpPr>
                <a:spLocks/>
              </p:cNvSpPr>
              <p:nvPr/>
            </p:nvSpPr>
            <p:spPr bwMode="auto">
              <a:xfrm>
                <a:off x="2046939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6" name="Freeform 11"/>
              <p:cNvSpPr>
                <a:spLocks/>
              </p:cNvSpPr>
              <p:nvPr/>
            </p:nvSpPr>
            <p:spPr bwMode="auto">
              <a:xfrm>
                <a:off x="2264066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7" name="Freeform 11"/>
              <p:cNvSpPr>
                <a:spLocks/>
              </p:cNvSpPr>
              <p:nvPr/>
            </p:nvSpPr>
            <p:spPr bwMode="auto">
              <a:xfrm>
                <a:off x="2481193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8" name="Freeform 11"/>
              <p:cNvSpPr>
                <a:spLocks/>
              </p:cNvSpPr>
              <p:nvPr/>
            </p:nvSpPr>
            <p:spPr bwMode="auto">
              <a:xfrm>
                <a:off x="269832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89" name="Freeform 11"/>
              <p:cNvSpPr>
                <a:spLocks/>
              </p:cNvSpPr>
              <p:nvPr/>
            </p:nvSpPr>
            <p:spPr bwMode="auto">
              <a:xfrm>
                <a:off x="291544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790" name="Gruppieren 789"/>
            <p:cNvGrpSpPr/>
            <p:nvPr/>
          </p:nvGrpSpPr>
          <p:grpSpPr>
            <a:xfrm>
              <a:off x="527050" y="5517232"/>
              <a:ext cx="2484968" cy="811134"/>
              <a:chOff x="527050" y="3621166"/>
              <a:chExt cx="2484968" cy="811134"/>
            </a:xfrm>
            <a:solidFill>
              <a:schemeClr val="accent1">
                <a:lumMod val="60000"/>
                <a:lumOff val="40000"/>
              </a:schemeClr>
            </a:solidFill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791" name="Freeform 11"/>
              <p:cNvSpPr>
                <a:spLocks/>
              </p:cNvSpPr>
              <p:nvPr/>
            </p:nvSpPr>
            <p:spPr bwMode="auto">
              <a:xfrm>
                <a:off x="52705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2" name="Freeform 11"/>
              <p:cNvSpPr>
                <a:spLocks/>
              </p:cNvSpPr>
              <p:nvPr/>
            </p:nvSpPr>
            <p:spPr bwMode="auto">
              <a:xfrm>
                <a:off x="744177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3" name="Freeform 11"/>
              <p:cNvSpPr>
                <a:spLocks/>
              </p:cNvSpPr>
              <p:nvPr/>
            </p:nvSpPr>
            <p:spPr bwMode="auto">
              <a:xfrm>
                <a:off x="96130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4" name="Freeform 11"/>
              <p:cNvSpPr>
                <a:spLocks/>
              </p:cNvSpPr>
              <p:nvPr/>
            </p:nvSpPr>
            <p:spPr bwMode="auto">
              <a:xfrm>
                <a:off x="1178431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5" name="Freeform 11"/>
              <p:cNvSpPr>
                <a:spLocks/>
              </p:cNvSpPr>
              <p:nvPr/>
            </p:nvSpPr>
            <p:spPr bwMode="auto">
              <a:xfrm>
                <a:off x="1395558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6" name="Freeform 11"/>
              <p:cNvSpPr>
                <a:spLocks/>
              </p:cNvSpPr>
              <p:nvPr/>
            </p:nvSpPr>
            <p:spPr bwMode="auto">
              <a:xfrm>
                <a:off x="1612685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7" name="Freeform 11"/>
              <p:cNvSpPr>
                <a:spLocks/>
              </p:cNvSpPr>
              <p:nvPr/>
            </p:nvSpPr>
            <p:spPr bwMode="auto">
              <a:xfrm>
                <a:off x="1829812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8" name="Freeform 11"/>
              <p:cNvSpPr>
                <a:spLocks/>
              </p:cNvSpPr>
              <p:nvPr/>
            </p:nvSpPr>
            <p:spPr bwMode="auto">
              <a:xfrm>
                <a:off x="2046939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99" name="Freeform 11"/>
              <p:cNvSpPr>
                <a:spLocks/>
              </p:cNvSpPr>
              <p:nvPr/>
            </p:nvSpPr>
            <p:spPr bwMode="auto">
              <a:xfrm>
                <a:off x="2264066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0" name="Freeform 11"/>
              <p:cNvSpPr>
                <a:spLocks/>
              </p:cNvSpPr>
              <p:nvPr/>
            </p:nvSpPr>
            <p:spPr bwMode="auto">
              <a:xfrm>
                <a:off x="2481193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1" name="Freeform 11"/>
              <p:cNvSpPr>
                <a:spLocks/>
              </p:cNvSpPr>
              <p:nvPr/>
            </p:nvSpPr>
            <p:spPr bwMode="auto">
              <a:xfrm>
                <a:off x="2698320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2" name="Freeform 11"/>
              <p:cNvSpPr>
                <a:spLocks/>
              </p:cNvSpPr>
              <p:nvPr/>
            </p:nvSpPr>
            <p:spPr bwMode="auto">
              <a:xfrm>
                <a:off x="2915444" y="3621166"/>
                <a:ext cx="96574" cy="811134"/>
              </a:xfrm>
              <a:custGeom>
                <a:avLst/>
                <a:gdLst/>
                <a:ahLst/>
                <a:cxnLst>
                  <a:cxn ang="0">
                    <a:pos x="3" y="560"/>
                  </a:cxn>
                  <a:cxn ang="0">
                    <a:pos x="0" y="362"/>
                  </a:cxn>
                  <a:cxn ang="0">
                    <a:pos x="5" y="353"/>
                  </a:cxn>
                  <a:cxn ang="0">
                    <a:pos x="6" y="350"/>
                  </a:cxn>
                  <a:cxn ang="0">
                    <a:pos x="6" y="348"/>
                  </a:cxn>
                  <a:cxn ang="0">
                    <a:pos x="7" y="346"/>
                  </a:cxn>
                  <a:cxn ang="0">
                    <a:pos x="7" y="343"/>
                  </a:cxn>
                  <a:cxn ang="0">
                    <a:pos x="8" y="343"/>
                  </a:cxn>
                  <a:cxn ang="0">
                    <a:pos x="8" y="341"/>
                  </a:cxn>
                  <a:cxn ang="0">
                    <a:pos x="8" y="339"/>
                  </a:cxn>
                  <a:cxn ang="0">
                    <a:pos x="8" y="337"/>
                  </a:cxn>
                  <a:cxn ang="0">
                    <a:pos x="8" y="335"/>
                  </a:cxn>
                  <a:cxn ang="0">
                    <a:pos x="8" y="333"/>
                  </a:cxn>
                  <a:cxn ang="0">
                    <a:pos x="8" y="330"/>
                  </a:cxn>
                  <a:cxn ang="0">
                    <a:pos x="8" y="329"/>
                  </a:cxn>
                  <a:cxn ang="0">
                    <a:pos x="7" y="328"/>
                  </a:cxn>
                  <a:cxn ang="0">
                    <a:pos x="7" y="325"/>
                  </a:cxn>
                  <a:cxn ang="0">
                    <a:pos x="6" y="324"/>
                  </a:cxn>
                  <a:cxn ang="0">
                    <a:pos x="6" y="321"/>
                  </a:cxn>
                  <a:cxn ang="0">
                    <a:pos x="5" y="320"/>
                  </a:cxn>
                  <a:cxn ang="0">
                    <a:pos x="0" y="314"/>
                  </a:cxn>
                  <a:cxn ang="0">
                    <a:pos x="1" y="298"/>
                  </a:cxn>
                  <a:cxn ang="0">
                    <a:pos x="8" y="296"/>
                  </a:cxn>
                  <a:cxn ang="0">
                    <a:pos x="23" y="293"/>
                  </a:cxn>
                  <a:cxn ang="0">
                    <a:pos x="25" y="15"/>
                  </a:cxn>
                  <a:cxn ang="0">
                    <a:pos x="31" y="3"/>
                  </a:cxn>
                  <a:cxn ang="0">
                    <a:pos x="37" y="3"/>
                  </a:cxn>
                  <a:cxn ang="0">
                    <a:pos x="43" y="15"/>
                  </a:cxn>
                  <a:cxn ang="0">
                    <a:pos x="45" y="293"/>
                  </a:cxn>
                  <a:cxn ang="0">
                    <a:pos x="60" y="296"/>
                  </a:cxn>
                  <a:cxn ang="0">
                    <a:pos x="67" y="298"/>
                  </a:cxn>
                  <a:cxn ang="0">
                    <a:pos x="68" y="314"/>
                  </a:cxn>
                  <a:cxn ang="0">
                    <a:pos x="63" y="320"/>
                  </a:cxn>
                  <a:cxn ang="0">
                    <a:pos x="62" y="321"/>
                  </a:cxn>
                  <a:cxn ang="0">
                    <a:pos x="61" y="324"/>
                  </a:cxn>
                  <a:cxn ang="0">
                    <a:pos x="61" y="325"/>
                  </a:cxn>
                  <a:cxn ang="0">
                    <a:pos x="61" y="328"/>
                  </a:cxn>
                  <a:cxn ang="0">
                    <a:pos x="60" y="329"/>
                  </a:cxn>
                  <a:cxn ang="0">
                    <a:pos x="60" y="330"/>
                  </a:cxn>
                  <a:cxn ang="0">
                    <a:pos x="60" y="333"/>
                  </a:cxn>
                  <a:cxn ang="0">
                    <a:pos x="59" y="335"/>
                  </a:cxn>
                  <a:cxn ang="0">
                    <a:pos x="59" y="337"/>
                  </a:cxn>
                  <a:cxn ang="0">
                    <a:pos x="60" y="339"/>
                  </a:cxn>
                  <a:cxn ang="0">
                    <a:pos x="60" y="341"/>
                  </a:cxn>
                  <a:cxn ang="0">
                    <a:pos x="60" y="343"/>
                  </a:cxn>
                  <a:cxn ang="0">
                    <a:pos x="61" y="343"/>
                  </a:cxn>
                  <a:cxn ang="0">
                    <a:pos x="61" y="346"/>
                  </a:cxn>
                  <a:cxn ang="0">
                    <a:pos x="61" y="348"/>
                  </a:cxn>
                  <a:cxn ang="0">
                    <a:pos x="62" y="350"/>
                  </a:cxn>
                  <a:cxn ang="0">
                    <a:pos x="63" y="353"/>
                  </a:cxn>
                  <a:cxn ang="0">
                    <a:pos x="68" y="362"/>
                  </a:cxn>
                  <a:cxn ang="0">
                    <a:pos x="65" y="560"/>
                  </a:cxn>
                  <a:cxn ang="0">
                    <a:pos x="34" y="572"/>
                  </a:cxn>
                </a:cxnLst>
                <a:rect l="0" t="0" r="r" b="b"/>
                <a:pathLst>
                  <a:path w="68" h="572">
                    <a:moveTo>
                      <a:pt x="4" y="562"/>
                    </a:moveTo>
                    <a:cubicBezTo>
                      <a:pt x="4" y="561"/>
                      <a:pt x="3" y="561"/>
                      <a:pt x="3" y="560"/>
                    </a:cubicBezTo>
                    <a:cubicBezTo>
                      <a:pt x="2" y="556"/>
                      <a:pt x="1" y="549"/>
                      <a:pt x="1" y="543"/>
                    </a:cubicBezTo>
                    <a:cubicBezTo>
                      <a:pt x="1" y="537"/>
                      <a:pt x="0" y="365"/>
                      <a:pt x="0" y="362"/>
                    </a:cubicBezTo>
                    <a:cubicBezTo>
                      <a:pt x="0" y="360"/>
                      <a:pt x="0" y="359"/>
                      <a:pt x="1" y="357"/>
                    </a:cubicBezTo>
                    <a:cubicBezTo>
                      <a:pt x="2" y="356"/>
                      <a:pt x="3" y="354"/>
                      <a:pt x="5" y="353"/>
                    </a:cubicBezTo>
                    <a:cubicBezTo>
                      <a:pt x="5" y="352"/>
                      <a:pt x="5" y="352"/>
                      <a:pt x="6" y="352"/>
                    </a:cubicBezTo>
                    <a:cubicBezTo>
                      <a:pt x="6" y="351"/>
                      <a:pt x="6" y="351"/>
                      <a:pt x="6" y="350"/>
                    </a:cubicBezTo>
                    <a:cubicBezTo>
                      <a:pt x="6" y="350"/>
                      <a:pt x="6" y="350"/>
                      <a:pt x="6" y="349"/>
                    </a:cubicBezTo>
                    <a:cubicBezTo>
                      <a:pt x="6" y="349"/>
                      <a:pt x="6" y="348"/>
                      <a:pt x="6" y="348"/>
                    </a:cubicBezTo>
                    <a:cubicBezTo>
                      <a:pt x="7" y="348"/>
                      <a:pt x="7" y="347"/>
                      <a:pt x="7" y="347"/>
                    </a:cubicBezTo>
                    <a:cubicBezTo>
                      <a:pt x="7" y="347"/>
                      <a:pt x="7" y="346"/>
                      <a:pt x="7" y="346"/>
                    </a:cubicBezTo>
                    <a:cubicBezTo>
                      <a:pt x="6" y="346"/>
                      <a:pt x="6" y="345"/>
                      <a:pt x="6" y="345"/>
                    </a:cubicBezTo>
                    <a:cubicBezTo>
                      <a:pt x="6" y="344"/>
                      <a:pt x="7" y="344"/>
                      <a:pt x="7" y="343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8" y="343"/>
                      <a:pt x="8" y="342"/>
                      <a:pt x="8" y="342"/>
                    </a:cubicBezTo>
                    <a:cubicBezTo>
                      <a:pt x="8" y="342"/>
                      <a:pt x="8" y="341"/>
                      <a:pt x="8" y="341"/>
                    </a:cubicBezTo>
                    <a:cubicBezTo>
                      <a:pt x="8" y="341"/>
                      <a:pt x="8" y="340"/>
                      <a:pt x="8" y="340"/>
                    </a:cubicBezTo>
                    <a:cubicBezTo>
                      <a:pt x="8" y="340"/>
                      <a:pt x="8" y="339"/>
                      <a:pt x="8" y="339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8"/>
                      <a:pt x="9" y="337"/>
                      <a:pt x="8" y="337"/>
                    </a:cubicBezTo>
                    <a:cubicBezTo>
                      <a:pt x="8" y="337"/>
                      <a:pt x="8" y="336"/>
                      <a:pt x="8" y="336"/>
                    </a:cubicBezTo>
                    <a:cubicBezTo>
                      <a:pt x="8" y="335"/>
                      <a:pt x="8" y="335"/>
                      <a:pt x="8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9" y="333"/>
                      <a:pt x="9" y="333"/>
                      <a:pt x="8" y="333"/>
                    </a:cubicBezTo>
                    <a:cubicBezTo>
                      <a:pt x="8" y="332"/>
                      <a:pt x="8" y="332"/>
                      <a:pt x="8" y="331"/>
                    </a:cubicBezTo>
                    <a:cubicBezTo>
                      <a:pt x="8" y="331"/>
                      <a:pt x="8" y="331"/>
                      <a:pt x="8" y="330"/>
                    </a:cubicBezTo>
                    <a:cubicBezTo>
                      <a:pt x="8" y="330"/>
                      <a:pt x="8" y="330"/>
                      <a:pt x="8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8"/>
                      <a:pt x="6" y="327"/>
                      <a:pt x="6" y="327"/>
                    </a:cubicBezTo>
                    <a:cubicBezTo>
                      <a:pt x="6" y="326"/>
                      <a:pt x="6" y="326"/>
                      <a:pt x="7" y="325"/>
                    </a:cubicBezTo>
                    <a:cubicBezTo>
                      <a:pt x="7" y="325"/>
                      <a:pt x="7" y="325"/>
                      <a:pt x="7" y="324"/>
                    </a:cubicBezTo>
                    <a:cubicBezTo>
                      <a:pt x="7" y="324"/>
                      <a:pt x="7" y="324"/>
                      <a:pt x="6" y="324"/>
                    </a:cubicBezTo>
                    <a:cubicBezTo>
                      <a:pt x="6" y="323"/>
                      <a:pt x="6" y="323"/>
                      <a:pt x="6" y="322"/>
                    </a:cubicBezTo>
                    <a:cubicBezTo>
                      <a:pt x="6" y="322"/>
                      <a:pt x="6" y="322"/>
                      <a:pt x="6" y="321"/>
                    </a:cubicBezTo>
                    <a:cubicBezTo>
                      <a:pt x="6" y="321"/>
                      <a:pt x="6" y="321"/>
                      <a:pt x="5" y="320"/>
                    </a:cubicBezTo>
                    <a:cubicBezTo>
                      <a:pt x="5" y="320"/>
                      <a:pt x="5" y="320"/>
                      <a:pt x="5" y="320"/>
                    </a:cubicBezTo>
                    <a:cubicBezTo>
                      <a:pt x="5" y="319"/>
                      <a:pt x="4" y="319"/>
                      <a:pt x="4" y="319"/>
                    </a:cubicBezTo>
                    <a:cubicBezTo>
                      <a:pt x="2" y="317"/>
                      <a:pt x="0" y="315"/>
                      <a:pt x="0" y="314"/>
                    </a:cubicBezTo>
                    <a:cubicBezTo>
                      <a:pt x="0" y="313"/>
                      <a:pt x="0" y="302"/>
                      <a:pt x="0" y="301"/>
                    </a:cubicBezTo>
                    <a:cubicBezTo>
                      <a:pt x="0" y="299"/>
                      <a:pt x="0" y="298"/>
                      <a:pt x="1" y="298"/>
                    </a:cubicBezTo>
                    <a:cubicBezTo>
                      <a:pt x="3" y="297"/>
                      <a:pt x="6" y="297"/>
                      <a:pt x="7" y="297"/>
                    </a:cubicBezTo>
                    <a:cubicBezTo>
                      <a:pt x="8" y="297"/>
                      <a:pt x="8" y="297"/>
                      <a:pt x="8" y="296"/>
                    </a:cubicBezTo>
                    <a:cubicBezTo>
                      <a:pt x="9" y="295"/>
                      <a:pt x="9" y="294"/>
                      <a:pt x="12" y="294"/>
                    </a:cubicBezTo>
                    <a:cubicBezTo>
                      <a:pt x="14" y="293"/>
                      <a:pt x="21" y="293"/>
                      <a:pt x="23" y="293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3"/>
                      <a:pt x="26" y="11"/>
                    </a:cubicBezTo>
                    <a:cubicBezTo>
                      <a:pt x="27" y="9"/>
                      <a:pt x="29" y="5"/>
                      <a:pt x="31" y="3"/>
                    </a:cubicBezTo>
                    <a:cubicBezTo>
                      <a:pt x="32" y="1"/>
                      <a:pt x="33" y="0"/>
                      <a:pt x="34" y="0"/>
                    </a:cubicBezTo>
                    <a:cubicBezTo>
                      <a:pt x="35" y="0"/>
                      <a:pt x="36" y="1"/>
                      <a:pt x="37" y="3"/>
                    </a:cubicBezTo>
                    <a:cubicBezTo>
                      <a:pt x="39" y="5"/>
                      <a:pt x="41" y="9"/>
                      <a:pt x="42" y="11"/>
                    </a:cubicBezTo>
                    <a:cubicBezTo>
                      <a:pt x="43" y="13"/>
                      <a:pt x="43" y="15"/>
                      <a:pt x="43" y="15"/>
                    </a:cubicBezTo>
                    <a:cubicBezTo>
                      <a:pt x="42" y="293"/>
                      <a:pt x="42" y="293"/>
                      <a:pt x="42" y="293"/>
                    </a:cubicBezTo>
                    <a:cubicBezTo>
                      <a:pt x="42" y="293"/>
                      <a:pt x="42" y="293"/>
                      <a:pt x="45" y="293"/>
                    </a:cubicBezTo>
                    <a:cubicBezTo>
                      <a:pt x="47" y="293"/>
                      <a:pt x="54" y="293"/>
                      <a:pt x="56" y="294"/>
                    </a:cubicBezTo>
                    <a:cubicBezTo>
                      <a:pt x="58" y="294"/>
                      <a:pt x="59" y="295"/>
                      <a:pt x="60" y="296"/>
                    </a:cubicBezTo>
                    <a:cubicBezTo>
                      <a:pt x="60" y="297"/>
                      <a:pt x="60" y="297"/>
                      <a:pt x="61" y="297"/>
                    </a:cubicBezTo>
                    <a:cubicBezTo>
                      <a:pt x="62" y="297"/>
                      <a:pt x="65" y="297"/>
                      <a:pt x="67" y="298"/>
                    </a:cubicBezTo>
                    <a:cubicBezTo>
                      <a:pt x="68" y="298"/>
                      <a:pt x="68" y="299"/>
                      <a:pt x="68" y="301"/>
                    </a:cubicBezTo>
                    <a:cubicBezTo>
                      <a:pt x="68" y="302"/>
                      <a:pt x="68" y="313"/>
                      <a:pt x="68" y="314"/>
                    </a:cubicBezTo>
                    <a:cubicBezTo>
                      <a:pt x="68" y="315"/>
                      <a:pt x="66" y="317"/>
                      <a:pt x="64" y="319"/>
                    </a:cubicBezTo>
                    <a:cubicBezTo>
                      <a:pt x="64" y="319"/>
                      <a:pt x="63" y="319"/>
                      <a:pt x="63" y="320"/>
                    </a:cubicBezTo>
                    <a:cubicBezTo>
                      <a:pt x="63" y="320"/>
                      <a:pt x="63" y="320"/>
                      <a:pt x="63" y="320"/>
                    </a:cubicBezTo>
                    <a:cubicBezTo>
                      <a:pt x="62" y="321"/>
                      <a:pt x="62" y="321"/>
                      <a:pt x="62" y="321"/>
                    </a:cubicBezTo>
                    <a:cubicBezTo>
                      <a:pt x="62" y="322"/>
                      <a:pt x="62" y="322"/>
                      <a:pt x="62" y="322"/>
                    </a:cubicBezTo>
                    <a:cubicBezTo>
                      <a:pt x="62" y="323"/>
                      <a:pt x="62" y="323"/>
                      <a:pt x="61" y="324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1" y="325"/>
                      <a:pt x="61" y="325"/>
                      <a:pt x="61" y="325"/>
                    </a:cubicBezTo>
                    <a:cubicBezTo>
                      <a:pt x="62" y="326"/>
                      <a:pt x="62" y="326"/>
                      <a:pt x="62" y="327"/>
                    </a:cubicBezTo>
                    <a:cubicBezTo>
                      <a:pt x="62" y="327"/>
                      <a:pt x="61" y="328"/>
                      <a:pt x="61" y="328"/>
                    </a:cubicBezTo>
                    <a:cubicBezTo>
                      <a:pt x="61" y="328"/>
                      <a:pt x="61" y="328"/>
                      <a:pt x="61" y="328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60" y="329"/>
                      <a:pt x="60" y="329"/>
                      <a:pt x="60" y="329"/>
                    </a:cubicBezTo>
                    <a:cubicBezTo>
                      <a:pt x="59" y="330"/>
                      <a:pt x="60" y="330"/>
                      <a:pt x="60" y="330"/>
                    </a:cubicBezTo>
                    <a:cubicBezTo>
                      <a:pt x="60" y="331"/>
                      <a:pt x="60" y="331"/>
                      <a:pt x="60" y="331"/>
                    </a:cubicBezTo>
                    <a:cubicBezTo>
                      <a:pt x="60" y="332"/>
                      <a:pt x="60" y="332"/>
                      <a:pt x="60" y="333"/>
                    </a:cubicBezTo>
                    <a:cubicBezTo>
                      <a:pt x="59" y="333"/>
                      <a:pt x="59" y="333"/>
                      <a:pt x="59" y="334"/>
                    </a:cubicBezTo>
                    <a:cubicBezTo>
                      <a:pt x="59" y="334"/>
                      <a:pt x="59" y="334"/>
                      <a:pt x="59" y="335"/>
                    </a:cubicBezTo>
                    <a:cubicBezTo>
                      <a:pt x="60" y="335"/>
                      <a:pt x="60" y="335"/>
                      <a:pt x="60" y="336"/>
                    </a:cubicBezTo>
                    <a:cubicBezTo>
                      <a:pt x="60" y="336"/>
                      <a:pt x="60" y="337"/>
                      <a:pt x="59" y="337"/>
                    </a:cubicBezTo>
                    <a:cubicBezTo>
                      <a:pt x="59" y="337"/>
                      <a:pt x="59" y="338"/>
                      <a:pt x="59" y="338"/>
                    </a:cubicBezTo>
                    <a:cubicBezTo>
                      <a:pt x="59" y="338"/>
                      <a:pt x="59" y="338"/>
                      <a:pt x="60" y="339"/>
                    </a:cubicBezTo>
                    <a:cubicBezTo>
                      <a:pt x="60" y="339"/>
                      <a:pt x="60" y="340"/>
                      <a:pt x="60" y="340"/>
                    </a:cubicBezTo>
                    <a:cubicBezTo>
                      <a:pt x="60" y="340"/>
                      <a:pt x="60" y="341"/>
                      <a:pt x="60" y="341"/>
                    </a:cubicBezTo>
                    <a:cubicBezTo>
                      <a:pt x="60" y="341"/>
                      <a:pt x="59" y="342"/>
                      <a:pt x="60" y="342"/>
                    </a:cubicBezTo>
                    <a:cubicBezTo>
                      <a:pt x="60" y="342"/>
                      <a:pt x="60" y="343"/>
                      <a:pt x="60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3"/>
                      <a:pt x="61" y="343"/>
                      <a:pt x="61" y="343"/>
                    </a:cubicBezTo>
                    <a:cubicBezTo>
                      <a:pt x="61" y="344"/>
                      <a:pt x="62" y="344"/>
                      <a:pt x="62" y="345"/>
                    </a:cubicBezTo>
                    <a:cubicBezTo>
                      <a:pt x="62" y="345"/>
                      <a:pt x="62" y="346"/>
                      <a:pt x="61" y="346"/>
                    </a:cubicBezTo>
                    <a:cubicBezTo>
                      <a:pt x="61" y="346"/>
                      <a:pt x="61" y="347"/>
                      <a:pt x="61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2" y="348"/>
                      <a:pt x="62" y="349"/>
                      <a:pt x="62" y="349"/>
                    </a:cubicBezTo>
                    <a:cubicBezTo>
                      <a:pt x="62" y="350"/>
                      <a:pt x="62" y="350"/>
                      <a:pt x="62" y="350"/>
                    </a:cubicBezTo>
                    <a:cubicBezTo>
                      <a:pt x="62" y="351"/>
                      <a:pt x="62" y="351"/>
                      <a:pt x="62" y="352"/>
                    </a:cubicBezTo>
                    <a:cubicBezTo>
                      <a:pt x="62" y="352"/>
                      <a:pt x="63" y="352"/>
                      <a:pt x="63" y="353"/>
                    </a:cubicBezTo>
                    <a:cubicBezTo>
                      <a:pt x="65" y="354"/>
                      <a:pt x="66" y="356"/>
                      <a:pt x="67" y="357"/>
                    </a:cubicBezTo>
                    <a:cubicBezTo>
                      <a:pt x="68" y="359"/>
                      <a:pt x="68" y="360"/>
                      <a:pt x="68" y="362"/>
                    </a:cubicBezTo>
                    <a:cubicBezTo>
                      <a:pt x="68" y="365"/>
                      <a:pt x="67" y="537"/>
                      <a:pt x="67" y="543"/>
                    </a:cubicBezTo>
                    <a:cubicBezTo>
                      <a:pt x="67" y="549"/>
                      <a:pt x="66" y="556"/>
                      <a:pt x="65" y="560"/>
                    </a:cubicBezTo>
                    <a:cubicBezTo>
                      <a:pt x="65" y="561"/>
                      <a:pt x="64" y="561"/>
                      <a:pt x="64" y="562"/>
                    </a:cubicBezTo>
                    <a:cubicBezTo>
                      <a:pt x="60" y="568"/>
                      <a:pt x="47" y="572"/>
                      <a:pt x="34" y="572"/>
                    </a:cubicBezTo>
                    <a:cubicBezTo>
                      <a:pt x="21" y="572"/>
                      <a:pt x="8" y="568"/>
                      <a:pt x="4" y="56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</p:grpSp>
      <p:sp>
        <p:nvSpPr>
          <p:cNvPr id="803" name="Textfeld 802"/>
          <p:cNvSpPr txBox="1"/>
          <p:nvPr/>
        </p:nvSpPr>
        <p:spPr>
          <a:xfrm>
            <a:off x="3176118" y="2128896"/>
            <a:ext cx="384284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8800" b="1" dirty="0" smtClean="0">
                <a:solidFill>
                  <a:schemeClr val="accent1"/>
                </a:solidFill>
                <a:effectLst>
                  <a:innerShdw blurRad="25400" dist="25400" dir="13500000">
                    <a:prstClr val="black">
                      <a:alpha val="50000"/>
                    </a:prstClr>
                  </a:innerShdw>
                </a:effectLst>
              </a:rPr>
              <a:t>Toolbox</a:t>
            </a:r>
            <a:endParaRPr lang="de-DE" sz="8800" b="1" dirty="0">
              <a:solidFill>
                <a:schemeClr val="accent1"/>
              </a:solidFill>
              <a:effectLst>
                <a:innerShdw blurRad="25400" dist="25400" dir="13500000">
                  <a:prstClr val="black">
                    <a:alpha val="50000"/>
                  </a:prstClr>
                </a:innerShdw>
              </a:effectLst>
            </a:endParaRPr>
          </a:p>
        </p:txBody>
      </p:sp>
      <p:grpSp>
        <p:nvGrpSpPr>
          <p:cNvPr id="887" name="Gruppieren 886"/>
          <p:cNvGrpSpPr/>
          <p:nvPr/>
        </p:nvGrpSpPr>
        <p:grpSpPr>
          <a:xfrm>
            <a:off x="3281404" y="548680"/>
            <a:ext cx="5378146" cy="2720300"/>
            <a:chOff x="3281404" y="548680"/>
            <a:chExt cx="5378146" cy="2720300"/>
          </a:xfrm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886" name="Gruppieren 885"/>
            <p:cNvGrpSpPr/>
            <p:nvPr/>
          </p:nvGrpSpPr>
          <p:grpSpPr>
            <a:xfrm>
              <a:off x="3281404" y="548680"/>
              <a:ext cx="295606" cy="1775041"/>
              <a:chOff x="3281404" y="548680"/>
              <a:chExt cx="295606" cy="1775041"/>
            </a:xfrm>
          </p:grpSpPr>
          <p:sp>
            <p:nvSpPr>
              <p:cNvPr id="804" name="Freeform 20"/>
              <p:cNvSpPr>
                <a:spLocks/>
              </p:cNvSpPr>
              <p:nvPr/>
            </p:nvSpPr>
            <p:spPr bwMode="auto">
              <a:xfrm>
                <a:off x="328140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5" name="Freeform 20"/>
              <p:cNvSpPr>
                <a:spLocks/>
              </p:cNvSpPr>
              <p:nvPr/>
            </p:nvSpPr>
            <p:spPr bwMode="auto">
              <a:xfrm>
                <a:off x="328140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5" name="Gruppieren 884"/>
            <p:cNvGrpSpPr/>
            <p:nvPr/>
          </p:nvGrpSpPr>
          <p:grpSpPr>
            <a:xfrm>
              <a:off x="3644443" y="548680"/>
              <a:ext cx="295606" cy="1775041"/>
              <a:chOff x="3654784" y="548680"/>
              <a:chExt cx="295606" cy="1775041"/>
            </a:xfrm>
          </p:grpSpPr>
          <p:sp>
            <p:nvSpPr>
              <p:cNvPr id="808" name="Freeform 20"/>
              <p:cNvSpPr>
                <a:spLocks/>
              </p:cNvSpPr>
              <p:nvPr/>
            </p:nvSpPr>
            <p:spPr bwMode="auto">
              <a:xfrm>
                <a:off x="365478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9" name="Freeform 20"/>
              <p:cNvSpPr>
                <a:spLocks/>
              </p:cNvSpPr>
              <p:nvPr/>
            </p:nvSpPr>
            <p:spPr bwMode="auto">
              <a:xfrm>
                <a:off x="365478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4" name="Gruppieren 883"/>
            <p:cNvGrpSpPr/>
            <p:nvPr/>
          </p:nvGrpSpPr>
          <p:grpSpPr>
            <a:xfrm>
              <a:off x="4007482" y="548680"/>
              <a:ext cx="295606" cy="1775041"/>
              <a:chOff x="4005304" y="548680"/>
              <a:chExt cx="295606" cy="1775041"/>
            </a:xfrm>
          </p:grpSpPr>
          <p:sp>
            <p:nvSpPr>
              <p:cNvPr id="816" name="Freeform 20"/>
              <p:cNvSpPr>
                <a:spLocks/>
              </p:cNvSpPr>
              <p:nvPr/>
            </p:nvSpPr>
            <p:spPr bwMode="auto">
              <a:xfrm>
                <a:off x="400530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20" name="Freeform 20"/>
              <p:cNvSpPr>
                <a:spLocks/>
              </p:cNvSpPr>
              <p:nvPr/>
            </p:nvSpPr>
            <p:spPr bwMode="auto">
              <a:xfrm>
                <a:off x="400530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3" name="Gruppieren 882"/>
            <p:cNvGrpSpPr/>
            <p:nvPr/>
          </p:nvGrpSpPr>
          <p:grpSpPr>
            <a:xfrm>
              <a:off x="4370521" y="548680"/>
              <a:ext cx="295606" cy="1775041"/>
              <a:chOff x="4378684" y="548680"/>
              <a:chExt cx="295606" cy="1775041"/>
            </a:xfrm>
          </p:grpSpPr>
          <p:sp>
            <p:nvSpPr>
              <p:cNvPr id="822" name="Freeform 20"/>
              <p:cNvSpPr>
                <a:spLocks/>
              </p:cNvSpPr>
              <p:nvPr/>
            </p:nvSpPr>
            <p:spPr bwMode="auto">
              <a:xfrm>
                <a:off x="437868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23" name="Freeform 20"/>
              <p:cNvSpPr>
                <a:spLocks/>
              </p:cNvSpPr>
              <p:nvPr/>
            </p:nvSpPr>
            <p:spPr bwMode="auto">
              <a:xfrm>
                <a:off x="437868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2" name="Gruppieren 881"/>
            <p:cNvGrpSpPr/>
            <p:nvPr/>
          </p:nvGrpSpPr>
          <p:grpSpPr>
            <a:xfrm>
              <a:off x="4733560" y="548680"/>
              <a:ext cx="295606" cy="1775041"/>
              <a:chOff x="4744444" y="548680"/>
              <a:chExt cx="295606" cy="1775041"/>
            </a:xfrm>
          </p:grpSpPr>
          <p:sp>
            <p:nvSpPr>
              <p:cNvPr id="825" name="Freeform 20"/>
              <p:cNvSpPr>
                <a:spLocks/>
              </p:cNvSpPr>
              <p:nvPr/>
            </p:nvSpPr>
            <p:spPr bwMode="auto">
              <a:xfrm>
                <a:off x="474444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26" name="Freeform 20"/>
              <p:cNvSpPr>
                <a:spLocks/>
              </p:cNvSpPr>
              <p:nvPr/>
            </p:nvSpPr>
            <p:spPr bwMode="auto">
              <a:xfrm>
                <a:off x="474444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1" name="Gruppieren 880"/>
            <p:cNvGrpSpPr/>
            <p:nvPr/>
          </p:nvGrpSpPr>
          <p:grpSpPr>
            <a:xfrm>
              <a:off x="5096599" y="548680"/>
              <a:ext cx="295606" cy="1775041"/>
              <a:chOff x="5117824" y="548680"/>
              <a:chExt cx="295606" cy="1775041"/>
            </a:xfrm>
          </p:grpSpPr>
          <p:sp>
            <p:nvSpPr>
              <p:cNvPr id="828" name="Freeform 20"/>
              <p:cNvSpPr>
                <a:spLocks/>
              </p:cNvSpPr>
              <p:nvPr/>
            </p:nvSpPr>
            <p:spPr bwMode="auto">
              <a:xfrm>
                <a:off x="511782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29" name="Freeform 20"/>
              <p:cNvSpPr>
                <a:spLocks/>
              </p:cNvSpPr>
              <p:nvPr/>
            </p:nvSpPr>
            <p:spPr bwMode="auto">
              <a:xfrm>
                <a:off x="511782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80" name="Gruppieren 879"/>
            <p:cNvGrpSpPr/>
            <p:nvPr/>
          </p:nvGrpSpPr>
          <p:grpSpPr>
            <a:xfrm>
              <a:off x="5459638" y="548680"/>
              <a:ext cx="295606" cy="1775041"/>
              <a:chOff x="5468344" y="548680"/>
              <a:chExt cx="295606" cy="1775041"/>
            </a:xfrm>
          </p:grpSpPr>
          <p:sp>
            <p:nvSpPr>
              <p:cNvPr id="831" name="Freeform 20"/>
              <p:cNvSpPr>
                <a:spLocks/>
              </p:cNvSpPr>
              <p:nvPr/>
            </p:nvSpPr>
            <p:spPr bwMode="auto">
              <a:xfrm>
                <a:off x="546834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32" name="Freeform 20"/>
              <p:cNvSpPr>
                <a:spLocks/>
              </p:cNvSpPr>
              <p:nvPr/>
            </p:nvSpPr>
            <p:spPr bwMode="auto">
              <a:xfrm>
                <a:off x="546834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9" name="Gruppieren 878"/>
            <p:cNvGrpSpPr/>
            <p:nvPr/>
          </p:nvGrpSpPr>
          <p:grpSpPr>
            <a:xfrm>
              <a:off x="5822677" y="548680"/>
              <a:ext cx="295606" cy="1775041"/>
              <a:chOff x="5841724" y="548680"/>
              <a:chExt cx="295606" cy="1775041"/>
            </a:xfrm>
          </p:grpSpPr>
          <p:sp>
            <p:nvSpPr>
              <p:cNvPr id="834" name="Freeform 20"/>
              <p:cNvSpPr>
                <a:spLocks/>
              </p:cNvSpPr>
              <p:nvPr/>
            </p:nvSpPr>
            <p:spPr bwMode="auto">
              <a:xfrm>
                <a:off x="584172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35" name="Freeform 20"/>
              <p:cNvSpPr>
                <a:spLocks/>
              </p:cNvSpPr>
              <p:nvPr/>
            </p:nvSpPr>
            <p:spPr bwMode="auto">
              <a:xfrm>
                <a:off x="584172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8" name="Gruppieren 877"/>
            <p:cNvGrpSpPr/>
            <p:nvPr/>
          </p:nvGrpSpPr>
          <p:grpSpPr>
            <a:xfrm>
              <a:off x="6185716" y="548680"/>
              <a:ext cx="295606" cy="1775041"/>
              <a:chOff x="6177004" y="548680"/>
              <a:chExt cx="295606" cy="1775041"/>
            </a:xfrm>
          </p:grpSpPr>
          <p:sp>
            <p:nvSpPr>
              <p:cNvPr id="837" name="Freeform 20"/>
              <p:cNvSpPr>
                <a:spLocks/>
              </p:cNvSpPr>
              <p:nvPr/>
            </p:nvSpPr>
            <p:spPr bwMode="auto">
              <a:xfrm>
                <a:off x="617700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38" name="Freeform 20"/>
              <p:cNvSpPr>
                <a:spLocks/>
              </p:cNvSpPr>
              <p:nvPr/>
            </p:nvSpPr>
            <p:spPr bwMode="auto">
              <a:xfrm>
                <a:off x="617700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7" name="Gruppieren 876"/>
            <p:cNvGrpSpPr/>
            <p:nvPr/>
          </p:nvGrpSpPr>
          <p:grpSpPr>
            <a:xfrm>
              <a:off x="6548755" y="548680"/>
              <a:ext cx="295606" cy="1775041"/>
              <a:chOff x="6550384" y="548680"/>
              <a:chExt cx="295606" cy="1775041"/>
            </a:xfrm>
          </p:grpSpPr>
          <p:sp>
            <p:nvSpPr>
              <p:cNvPr id="840" name="Freeform 20"/>
              <p:cNvSpPr>
                <a:spLocks/>
              </p:cNvSpPr>
              <p:nvPr/>
            </p:nvSpPr>
            <p:spPr bwMode="auto">
              <a:xfrm>
                <a:off x="655038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41" name="Freeform 20"/>
              <p:cNvSpPr>
                <a:spLocks/>
              </p:cNvSpPr>
              <p:nvPr/>
            </p:nvSpPr>
            <p:spPr bwMode="auto">
              <a:xfrm>
                <a:off x="655038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6911794" y="548680"/>
              <a:ext cx="295606" cy="2720300"/>
              <a:chOff x="6900904" y="548680"/>
              <a:chExt cx="295606" cy="2720300"/>
            </a:xfrm>
          </p:grpSpPr>
          <p:sp>
            <p:nvSpPr>
              <p:cNvPr id="843" name="Freeform 20"/>
              <p:cNvSpPr>
                <a:spLocks/>
              </p:cNvSpPr>
              <p:nvPr/>
            </p:nvSpPr>
            <p:spPr bwMode="auto">
              <a:xfrm>
                <a:off x="690090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44" name="Freeform 20"/>
              <p:cNvSpPr>
                <a:spLocks/>
              </p:cNvSpPr>
              <p:nvPr/>
            </p:nvSpPr>
            <p:spPr bwMode="auto">
              <a:xfrm>
                <a:off x="690090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63" name="Freeform 20"/>
              <p:cNvSpPr>
                <a:spLocks/>
              </p:cNvSpPr>
              <p:nvPr/>
            </p:nvSpPr>
            <p:spPr bwMode="auto">
              <a:xfrm>
                <a:off x="6900904" y="2439198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5" name="Gruppieren 874"/>
            <p:cNvGrpSpPr/>
            <p:nvPr/>
          </p:nvGrpSpPr>
          <p:grpSpPr>
            <a:xfrm>
              <a:off x="7274833" y="548680"/>
              <a:ext cx="295606" cy="2720300"/>
              <a:chOff x="7274284" y="548680"/>
              <a:chExt cx="295606" cy="2720300"/>
            </a:xfrm>
          </p:grpSpPr>
          <p:sp>
            <p:nvSpPr>
              <p:cNvPr id="846" name="Freeform 20"/>
              <p:cNvSpPr>
                <a:spLocks/>
              </p:cNvSpPr>
              <p:nvPr/>
            </p:nvSpPr>
            <p:spPr bwMode="auto">
              <a:xfrm>
                <a:off x="727428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47" name="Freeform 20"/>
              <p:cNvSpPr>
                <a:spLocks/>
              </p:cNvSpPr>
              <p:nvPr/>
            </p:nvSpPr>
            <p:spPr bwMode="auto">
              <a:xfrm>
                <a:off x="727428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64" name="Freeform 20"/>
              <p:cNvSpPr>
                <a:spLocks/>
              </p:cNvSpPr>
              <p:nvPr/>
            </p:nvSpPr>
            <p:spPr bwMode="auto">
              <a:xfrm>
                <a:off x="7274284" y="2439198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4" name="Gruppieren 873"/>
            <p:cNvGrpSpPr/>
            <p:nvPr/>
          </p:nvGrpSpPr>
          <p:grpSpPr>
            <a:xfrm>
              <a:off x="7637872" y="548680"/>
              <a:ext cx="295606" cy="2720300"/>
              <a:chOff x="7640044" y="548680"/>
              <a:chExt cx="295606" cy="2720300"/>
            </a:xfrm>
          </p:grpSpPr>
          <p:sp>
            <p:nvSpPr>
              <p:cNvPr id="849" name="Freeform 20"/>
              <p:cNvSpPr>
                <a:spLocks/>
              </p:cNvSpPr>
              <p:nvPr/>
            </p:nvSpPr>
            <p:spPr bwMode="auto">
              <a:xfrm>
                <a:off x="764004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50" name="Freeform 20"/>
              <p:cNvSpPr>
                <a:spLocks/>
              </p:cNvSpPr>
              <p:nvPr/>
            </p:nvSpPr>
            <p:spPr bwMode="auto">
              <a:xfrm>
                <a:off x="764004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65" name="Freeform 20"/>
              <p:cNvSpPr>
                <a:spLocks/>
              </p:cNvSpPr>
              <p:nvPr/>
            </p:nvSpPr>
            <p:spPr bwMode="auto">
              <a:xfrm>
                <a:off x="7640044" y="2439198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3" name="Gruppieren 872"/>
            <p:cNvGrpSpPr/>
            <p:nvPr/>
          </p:nvGrpSpPr>
          <p:grpSpPr>
            <a:xfrm>
              <a:off x="8000911" y="548680"/>
              <a:ext cx="295606" cy="2720300"/>
              <a:chOff x="8013424" y="548680"/>
              <a:chExt cx="295606" cy="2720300"/>
            </a:xfrm>
          </p:grpSpPr>
          <p:sp>
            <p:nvSpPr>
              <p:cNvPr id="852" name="Freeform 20"/>
              <p:cNvSpPr>
                <a:spLocks/>
              </p:cNvSpPr>
              <p:nvPr/>
            </p:nvSpPr>
            <p:spPr bwMode="auto">
              <a:xfrm>
                <a:off x="801342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53" name="Freeform 20"/>
              <p:cNvSpPr>
                <a:spLocks/>
              </p:cNvSpPr>
              <p:nvPr/>
            </p:nvSpPr>
            <p:spPr bwMode="auto">
              <a:xfrm>
                <a:off x="801342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66" name="Freeform 20"/>
              <p:cNvSpPr>
                <a:spLocks/>
              </p:cNvSpPr>
              <p:nvPr/>
            </p:nvSpPr>
            <p:spPr bwMode="auto">
              <a:xfrm>
                <a:off x="8013424" y="2439198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872" name="Gruppieren 871"/>
            <p:cNvGrpSpPr/>
            <p:nvPr/>
          </p:nvGrpSpPr>
          <p:grpSpPr>
            <a:xfrm>
              <a:off x="8363944" y="548680"/>
              <a:ext cx="295606" cy="2720300"/>
              <a:chOff x="8363944" y="548680"/>
              <a:chExt cx="295606" cy="2720300"/>
            </a:xfrm>
          </p:grpSpPr>
          <p:sp>
            <p:nvSpPr>
              <p:cNvPr id="855" name="Freeform 20"/>
              <p:cNvSpPr>
                <a:spLocks/>
              </p:cNvSpPr>
              <p:nvPr/>
            </p:nvSpPr>
            <p:spPr bwMode="auto">
              <a:xfrm>
                <a:off x="8363944" y="1493939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56" name="Freeform 20"/>
              <p:cNvSpPr>
                <a:spLocks/>
              </p:cNvSpPr>
              <p:nvPr/>
            </p:nvSpPr>
            <p:spPr bwMode="auto">
              <a:xfrm>
                <a:off x="8363944" y="548680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67" name="Freeform 20"/>
              <p:cNvSpPr>
                <a:spLocks/>
              </p:cNvSpPr>
              <p:nvPr/>
            </p:nvSpPr>
            <p:spPr bwMode="auto">
              <a:xfrm>
                <a:off x="8363944" y="2439198"/>
                <a:ext cx="295606" cy="829782"/>
              </a:xfrm>
              <a:custGeom>
                <a:avLst/>
                <a:gdLst/>
                <a:ahLst/>
                <a:cxnLst>
                  <a:cxn ang="0">
                    <a:pos x="171" y="100"/>
                  </a:cxn>
                  <a:cxn ang="0">
                    <a:pos x="169" y="230"/>
                  </a:cxn>
                  <a:cxn ang="0">
                    <a:pos x="173" y="341"/>
                  </a:cxn>
                  <a:cxn ang="0">
                    <a:pos x="178" y="485"/>
                  </a:cxn>
                  <a:cxn ang="0">
                    <a:pos x="178" y="489"/>
                  </a:cxn>
                  <a:cxn ang="0">
                    <a:pos x="180" y="521"/>
                  </a:cxn>
                  <a:cxn ang="0">
                    <a:pos x="177" y="526"/>
                  </a:cxn>
                  <a:cxn ang="0">
                    <a:pos x="180" y="532"/>
                  </a:cxn>
                  <a:cxn ang="0">
                    <a:pos x="179" y="556"/>
                  </a:cxn>
                  <a:cxn ang="0">
                    <a:pos x="177" y="561"/>
                  </a:cxn>
                  <a:cxn ang="0">
                    <a:pos x="179" y="566"/>
                  </a:cxn>
                  <a:cxn ang="0">
                    <a:pos x="179" y="588"/>
                  </a:cxn>
                  <a:cxn ang="0">
                    <a:pos x="176" y="593"/>
                  </a:cxn>
                  <a:cxn ang="0">
                    <a:pos x="179" y="598"/>
                  </a:cxn>
                  <a:cxn ang="0">
                    <a:pos x="178" y="619"/>
                  </a:cxn>
                  <a:cxn ang="0">
                    <a:pos x="178" y="623"/>
                  </a:cxn>
                  <a:cxn ang="0">
                    <a:pos x="181" y="639"/>
                  </a:cxn>
                  <a:cxn ang="0">
                    <a:pos x="180" y="643"/>
                  </a:cxn>
                  <a:cxn ang="0">
                    <a:pos x="182" y="648"/>
                  </a:cxn>
                  <a:cxn ang="0">
                    <a:pos x="184" y="661"/>
                  </a:cxn>
                  <a:cxn ang="0">
                    <a:pos x="185" y="666"/>
                  </a:cxn>
                  <a:cxn ang="0">
                    <a:pos x="187" y="674"/>
                  </a:cxn>
                  <a:cxn ang="0">
                    <a:pos x="187" y="678"/>
                  </a:cxn>
                  <a:cxn ang="0">
                    <a:pos x="190" y="684"/>
                  </a:cxn>
                  <a:cxn ang="0">
                    <a:pos x="192" y="710"/>
                  </a:cxn>
                  <a:cxn ang="0">
                    <a:pos x="160" y="712"/>
                  </a:cxn>
                  <a:cxn ang="0">
                    <a:pos x="108" y="713"/>
                  </a:cxn>
                  <a:cxn ang="0">
                    <a:pos x="97" y="702"/>
                  </a:cxn>
                  <a:cxn ang="0">
                    <a:pos x="99" y="661"/>
                  </a:cxn>
                  <a:cxn ang="0">
                    <a:pos x="99" y="658"/>
                  </a:cxn>
                  <a:cxn ang="0">
                    <a:pos x="98" y="650"/>
                  </a:cxn>
                  <a:cxn ang="0">
                    <a:pos x="99" y="646"/>
                  </a:cxn>
                  <a:cxn ang="0">
                    <a:pos x="99" y="643"/>
                  </a:cxn>
                  <a:cxn ang="0">
                    <a:pos x="98" y="631"/>
                  </a:cxn>
                  <a:cxn ang="0">
                    <a:pos x="101" y="625"/>
                  </a:cxn>
                  <a:cxn ang="0">
                    <a:pos x="98" y="620"/>
                  </a:cxn>
                  <a:cxn ang="0">
                    <a:pos x="100" y="604"/>
                  </a:cxn>
                  <a:cxn ang="0">
                    <a:pos x="100" y="600"/>
                  </a:cxn>
                  <a:cxn ang="0">
                    <a:pos x="99" y="580"/>
                  </a:cxn>
                  <a:cxn ang="0">
                    <a:pos x="101" y="575"/>
                  </a:cxn>
                  <a:cxn ang="0">
                    <a:pos x="99" y="571"/>
                  </a:cxn>
                  <a:cxn ang="0">
                    <a:pos x="98" y="549"/>
                  </a:cxn>
                  <a:cxn ang="0">
                    <a:pos x="101" y="544"/>
                  </a:cxn>
                  <a:cxn ang="0">
                    <a:pos x="98" y="539"/>
                  </a:cxn>
                  <a:cxn ang="0">
                    <a:pos x="98" y="513"/>
                  </a:cxn>
                  <a:cxn ang="0">
                    <a:pos x="101" y="508"/>
                  </a:cxn>
                  <a:cxn ang="0">
                    <a:pos x="98" y="504"/>
                  </a:cxn>
                  <a:cxn ang="0">
                    <a:pos x="100" y="470"/>
                  </a:cxn>
                  <a:cxn ang="0">
                    <a:pos x="100" y="467"/>
                  </a:cxn>
                  <a:cxn ang="0">
                    <a:pos x="105" y="341"/>
                  </a:cxn>
                  <a:cxn ang="0">
                    <a:pos x="109" y="230"/>
                  </a:cxn>
                  <a:cxn ang="0">
                    <a:pos x="107" y="100"/>
                  </a:cxn>
                  <a:cxn ang="0">
                    <a:pos x="103" y="67"/>
                  </a:cxn>
                  <a:cxn ang="0">
                    <a:pos x="4" y="44"/>
                  </a:cxn>
                  <a:cxn ang="0">
                    <a:pos x="1" y="34"/>
                  </a:cxn>
                  <a:cxn ang="0">
                    <a:pos x="100" y="2"/>
                  </a:cxn>
                  <a:cxn ang="0">
                    <a:pos x="246" y="0"/>
                  </a:cxn>
                  <a:cxn ang="0">
                    <a:pos x="254" y="32"/>
                  </a:cxn>
                  <a:cxn ang="0">
                    <a:pos x="243" y="64"/>
                  </a:cxn>
                  <a:cxn ang="0">
                    <a:pos x="170" y="71"/>
                  </a:cxn>
                </a:cxnLst>
                <a:rect l="0" t="0" r="r" b="b"/>
                <a:pathLst>
                  <a:path w="254" h="713">
                    <a:moveTo>
                      <a:pt x="170" y="71"/>
                    </a:moveTo>
                    <a:cubicBezTo>
                      <a:pt x="169" y="77"/>
                      <a:pt x="170" y="89"/>
                      <a:pt x="171" y="100"/>
                    </a:cubicBezTo>
                    <a:cubicBezTo>
                      <a:pt x="172" y="115"/>
                      <a:pt x="172" y="130"/>
                      <a:pt x="171" y="145"/>
                    </a:cubicBezTo>
                    <a:cubicBezTo>
                      <a:pt x="170" y="173"/>
                      <a:pt x="169" y="202"/>
                      <a:pt x="169" y="230"/>
                    </a:cubicBezTo>
                    <a:cubicBezTo>
                      <a:pt x="168" y="265"/>
                      <a:pt x="169" y="301"/>
                      <a:pt x="170" y="336"/>
                    </a:cubicBezTo>
                    <a:cubicBezTo>
                      <a:pt x="170" y="337"/>
                      <a:pt x="172" y="337"/>
                      <a:pt x="173" y="341"/>
                    </a:cubicBezTo>
                    <a:cubicBezTo>
                      <a:pt x="177" y="387"/>
                      <a:pt x="179" y="434"/>
                      <a:pt x="180" y="481"/>
                    </a:cubicBezTo>
                    <a:cubicBezTo>
                      <a:pt x="180" y="483"/>
                      <a:pt x="179" y="484"/>
                      <a:pt x="178" y="485"/>
                    </a:cubicBezTo>
                    <a:cubicBezTo>
                      <a:pt x="177" y="485"/>
                      <a:pt x="177" y="486"/>
                      <a:pt x="177" y="487"/>
                    </a:cubicBezTo>
                    <a:cubicBezTo>
                      <a:pt x="177" y="487"/>
                      <a:pt x="177" y="488"/>
                      <a:pt x="178" y="489"/>
                    </a:cubicBezTo>
                    <a:cubicBezTo>
                      <a:pt x="179" y="490"/>
                      <a:pt x="180" y="491"/>
                      <a:pt x="180" y="492"/>
                    </a:cubicBezTo>
                    <a:cubicBezTo>
                      <a:pt x="180" y="502"/>
                      <a:pt x="180" y="511"/>
                      <a:pt x="180" y="521"/>
                    </a:cubicBezTo>
                    <a:cubicBezTo>
                      <a:pt x="180" y="522"/>
                      <a:pt x="179" y="523"/>
                      <a:pt x="178" y="524"/>
                    </a:cubicBezTo>
                    <a:cubicBezTo>
                      <a:pt x="177" y="525"/>
                      <a:pt x="177" y="526"/>
                      <a:pt x="177" y="526"/>
                    </a:cubicBezTo>
                    <a:cubicBezTo>
                      <a:pt x="177" y="527"/>
                      <a:pt x="177" y="528"/>
                      <a:pt x="178" y="528"/>
                    </a:cubicBezTo>
                    <a:cubicBezTo>
                      <a:pt x="179" y="529"/>
                      <a:pt x="180" y="530"/>
                      <a:pt x="180" y="532"/>
                    </a:cubicBezTo>
                    <a:cubicBezTo>
                      <a:pt x="180" y="533"/>
                      <a:pt x="180" y="535"/>
                      <a:pt x="180" y="537"/>
                    </a:cubicBezTo>
                    <a:cubicBezTo>
                      <a:pt x="180" y="543"/>
                      <a:pt x="180" y="550"/>
                      <a:pt x="179" y="556"/>
                    </a:cubicBezTo>
                    <a:cubicBezTo>
                      <a:pt x="179" y="558"/>
                      <a:pt x="179" y="559"/>
                      <a:pt x="178" y="559"/>
                    </a:cubicBezTo>
                    <a:cubicBezTo>
                      <a:pt x="177" y="560"/>
                      <a:pt x="177" y="561"/>
                      <a:pt x="177" y="561"/>
                    </a:cubicBezTo>
                    <a:cubicBezTo>
                      <a:pt x="177" y="562"/>
                      <a:pt x="177" y="563"/>
                      <a:pt x="178" y="563"/>
                    </a:cubicBezTo>
                    <a:cubicBezTo>
                      <a:pt x="179" y="564"/>
                      <a:pt x="179" y="565"/>
                      <a:pt x="179" y="566"/>
                    </a:cubicBezTo>
                    <a:cubicBezTo>
                      <a:pt x="179" y="567"/>
                      <a:pt x="179" y="568"/>
                      <a:pt x="179" y="568"/>
                    </a:cubicBezTo>
                    <a:cubicBezTo>
                      <a:pt x="179" y="575"/>
                      <a:pt x="179" y="581"/>
                      <a:pt x="179" y="588"/>
                    </a:cubicBezTo>
                    <a:cubicBezTo>
                      <a:pt x="179" y="589"/>
                      <a:pt x="178" y="590"/>
                      <a:pt x="177" y="591"/>
                    </a:cubicBezTo>
                    <a:cubicBezTo>
                      <a:pt x="177" y="592"/>
                      <a:pt x="176" y="592"/>
                      <a:pt x="176" y="593"/>
                    </a:cubicBezTo>
                    <a:cubicBezTo>
                      <a:pt x="176" y="594"/>
                      <a:pt x="177" y="594"/>
                      <a:pt x="177" y="595"/>
                    </a:cubicBezTo>
                    <a:cubicBezTo>
                      <a:pt x="178" y="596"/>
                      <a:pt x="179" y="597"/>
                      <a:pt x="179" y="598"/>
                    </a:cubicBezTo>
                    <a:cubicBezTo>
                      <a:pt x="179" y="604"/>
                      <a:pt x="179" y="610"/>
                      <a:pt x="179" y="616"/>
                    </a:cubicBezTo>
                    <a:cubicBezTo>
                      <a:pt x="179" y="617"/>
                      <a:pt x="179" y="618"/>
                      <a:pt x="178" y="619"/>
                    </a:cubicBezTo>
                    <a:cubicBezTo>
                      <a:pt x="178" y="620"/>
                      <a:pt x="177" y="620"/>
                      <a:pt x="177" y="621"/>
                    </a:cubicBezTo>
                    <a:cubicBezTo>
                      <a:pt x="177" y="621"/>
                      <a:pt x="178" y="622"/>
                      <a:pt x="178" y="623"/>
                    </a:cubicBezTo>
                    <a:cubicBezTo>
                      <a:pt x="179" y="623"/>
                      <a:pt x="180" y="624"/>
                      <a:pt x="180" y="625"/>
                    </a:cubicBezTo>
                    <a:cubicBezTo>
                      <a:pt x="180" y="630"/>
                      <a:pt x="181" y="634"/>
                      <a:pt x="181" y="639"/>
                    </a:cubicBezTo>
                    <a:cubicBezTo>
                      <a:pt x="181" y="640"/>
                      <a:pt x="181" y="640"/>
                      <a:pt x="181" y="641"/>
                    </a:cubicBezTo>
                    <a:cubicBezTo>
                      <a:pt x="180" y="642"/>
                      <a:pt x="180" y="642"/>
                      <a:pt x="180" y="643"/>
                    </a:cubicBezTo>
                    <a:cubicBezTo>
                      <a:pt x="180" y="644"/>
                      <a:pt x="181" y="645"/>
                      <a:pt x="181" y="646"/>
                    </a:cubicBezTo>
                    <a:cubicBezTo>
                      <a:pt x="182" y="647"/>
                      <a:pt x="182" y="647"/>
                      <a:pt x="182" y="648"/>
                    </a:cubicBezTo>
                    <a:cubicBezTo>
                      <a:pt x="183" y="652"/>
                      <a:pt x="183" y="656"/>
                      <a:pt x="184" y="659"/>
                    </a:cubicBezTo>
                    <a:cubicBezTo>
                      <a:pt x="184" y="660"/>
                      <a:pt x="184" y="661"/>
                      <a:pt x="184" y="661"/>
                    </a:cubicBezTo>
                    <a:cubicBezTo>
                      <a:pt x="184" y="662"/>
                      <a:pt x="184" y="662"/>
                      <a:pt x="184" y="663"/>
                    </a:cubicBezTo>
                    <a:cubicBezTo>
                      <a:pt x="184" y="664"/>
                      <a:pt x="184" y="665"/>
                      <a:pt x="185" y="666"/>
                    </a:cubicBezTo>
                    <a:cubicBezTo>
                      <a:pt x="185" y="666"/>
                      <a:pt x="186" y="667"/>
                      <a:pt x="186" y="667"/>
                    </a:cubicBezTo>
                    <a:cubicBezTo>
                      <a:pt x="186" y="670"/>
                      <a:pt x="187" y="672"/>
                      <a:pt x="187" y="674"/>
                    </a:cubicBezTo>
                    <a:cubicBezTo>
                      <a:pt x="187" y="675"/>
                      <a:pt x="187" y="676"/>
                      <a:pt x="187" y="677"/>
                    </a:cubicBezTo>
                    <a:cubicBezTo>
                      <a:pt x="187" y="677"/>
                      <a:pt x="187" y="678"/>
                      <a:pt x="187" y="678"/>
                    </a:cubicBezTo>
                    <a:cubicBezTo>
                      <a:pt x="187" y="680"/>
                      <a:pt x="188" y="681"/>
                      <a:pt x="189" y="682"/>
                    </a:cubicBezTo>
                    <a:cubicBezTo>
                      <a:pt x="189" y="682"/>
                      <a:pt x="190" y="683"/>
                      <a:pt x="190" y="684"/>
                    </a:cubicBezTo>
                    <a:cubicBezTo>
                      <a:pt x="191" y="688"/>
                      <a:pt x="193" y="692"/>
                      <a:pt x="194" y="697"/>
                    </a:cubicBezTo>
                    <a:cubicBezTo>
                      <a:pt x="195" y="701"/>
                      <a:pt x="196" y="706"/>
                      <a:pt x="192" y="710"/>
                    </a:cubicBezTo>
                    <a:cubicBezTo>
                      <a:pt x="190" y="712"/>
                      <a:pt x="187" y="713"/>
                      <a:pt x="185" y="713"/>
                    </a:cubicBezTo>
                    <a:cubicBezTo>
                      <a:pt x="179" y="713"/>
                      <a:pt x="169" y="712"/>
                      <a:pt x="160" y="712"/>
                    </a:cubicBezTo>
                    <a:cubicBezTo>
                      <a:pt x="151" y="712"/>
                      <a:pt x="143" y="713"/>
                      <a:pt x="139" y="713"/>
                    </a:cubicBezTo>
                    <a:cubicBezTo>
                      <a:pt x="131" y="713"/>
                      <a:pt x="118" y="713"/>
                      <a:pt x="108" y="713"/>
                    </a:cubicBezTo>
                    <a:cubicBezTo>
                      <a:pt x="105" y="713"/>
                      <a:pt x="102" y="712"/>
                      <a:pt x="100" y="710"/>
                    </a:cubicBezTo>
                    <a:cubicBezTo>
                      <a:pt x="98" y="708"/>
                      <a:pt x="97" y="705"/>
                      <a:pt x="97" y="702"/>
                    </a:cubicBezTo>
                    <a:cubicBezTo>
                      <a:pt x="97" y="690"/>
                      <a:pt x="98" y="677"/>
                      <a:pt x="98" y="664"/>
                    </a:cubicBezTo>
                    <a:cubicBezTo>
                      <a:pt x="98" y="663"/>
                      <a:pt x="98" y="662"/>
                      <a:pt x="99" y="661"/>
                    </a:cubicBezTo>
                    <a:cubicBezTo>
                      <a:pt x="100" y="661"/>
                      <a:pt x="100" y="660"/>
                      <a:pt x="100" y="659"/>
                    </a:cubicBezTo>
                    <a:cubicBezTo>
                      <a:pt x="100" y="659"/>
                      <a:pt x="100" y="658"/>
                      <a:pt x="99" y="658"/>
                    </a:cubicBezTo>
                    <a:cubicBezTo>
                      <a:pt x="98" y="657"/>
                      <a:pt x="98" y="656"/>
                      <a:pt x="98" y="655"/>
                    </a:cubicBezTo>
                    <a:cubicBezTo>
                      <a:pt x="98" y="653"/>
                      <a:pt x="98" y="652"/>
                      <a:pt x="98" y="650"/>
                    </a:cubicBezTo>
                    <a:cubicBezTo>
                      <a:pt x="98" y="650"/>
                      <a:pt x="98" y="650"/>
                      <a:pt x="98" y="649"/>
                    </a:cubicBezTo>
                    <a:cubicBezTo>
                      <a:pt x="98" y="648"/>
                      <a:pt x="98" y="647"/>
                      <a:pt x="99" y="646"/>
                    </a:cubicBezTo>
                    <a:cubicBezTo>
                      <a:pt x="100" y="646"/>
                      <a:pt x="100" y="645"/>
                      <a:pt x="100" y="645"/>
                    </a:cubicBezTo>
                    <a:cubicBezTo>
                      <a:pt x="100" y="644"/>
                      <a:pt x="100" y="643"/>
                      <a:pt x="99" y="643"/>
                    </a:cubicBezTo>
                    <a:cubicBezTo>
                      <a:pt x="98" y="642"/>
                      <a:pt x="98" y="641"/>
                      <a:pt x="98" y="640"/>
                    </a:cubicBezTo>
                    <a:cubicBezTo>
                      <a:pt x="98" y="637"/>
                      <a:pt x="98" y="634"/>
                      <a:pt x="98" y="631"/>
                    </a:cubicBezTo>
                    <a:cubicBezTo>
                      <a:pt x="98" y="629"/>
                      <a:pt x="99" y="628"/>
                      <a:pt x="100" y="627"/>
                    </a:cubicBezTo>
                    <a:cubicBezTo>
                      <a:pt x="100" y="627"/>
                      <a:pt x="101" y="626"/>
                      <a:pt x="101" y="625"/>
                    </a:cubicBezTo>
                    <a:cubicBezTo>
                      <a:pt x="101" y="625"/>
                      <a:pt x="100" y="624"/>
                      <a:pt x="100" y="624"/>
                    </a:cubicBezTo>
                    <a:cubicBezTo>
                      <a:pt x="99" y="623"/>
                      <a:pt x="98" y="622"/>
                      <a:pt x="98" y="620"/>
                    </a:cubicBezTo>
                    <a:cubicBezTo>
                      <a:pt x="98" y="616"/>
                      <a:pt x="98" y="611"/>
                      <a:pt x="99" y="607"/>
                    </a:cubicBezTo>
                    <a:cubicBezTo>
                      <a:pt x="99" y="606"/>
                      <a:pt x="99" y="604"/>
                      <a:pt x="100" y="604"/>
                    </a:cubicBezTo>
                    <a:cubicBezTo>
                      <a:pt x="100" y="603"/>
                      <a:pt x="101" y="603"/>
                      <a:pt x="101" y="602"/>
                    </a:cubicBezTo>
                    <a:cubicBezTo>
                      <a:pt x="101" y="601"/>
                      <a:pt x="100" y="601"/>
                      <a:pt x="100" y="600"/>
                    </a:cubicBezTo>
                    <a:cubicBezTo>
                      <a:pt x="99" y="599"/>
                      <a:pt x="99" y="598"/>
                      <a:pt x="99" y="597"/>
                    </a:cubicBezTo>
                    <a:cubicBezTo>
                      <a:pt x="99" y="591"/>
                      <a:pt x="99" y="586"/>
                      <a:pt x="99" y="580"/>
                    </a:cubicBezTo>
                    <a:cubicBezTo>
                      <a:pt x="99" y="579"/>
                      <a:pt x="99" y="578"/>
                      <a:pt x="100" y="577"/>
                    </a:cubicBezTo>
                    <a:cubicBezTo>
                      <a:pt x="101" y="577"/>
                      <a:pt x="101" y="576"/>
                      <a:pt x="101" y="575"/>
                    </a:cubicBezTo>
                    <a:cubicBezTo>
                      <a:pt x="101" y="575"/>
                      <a:pt x="101" y="574"/>
                      <a:pt x="100" y="574"/>
                    </a:cubicBezTo>
                    <a:cubicBezTo>
                      <a:pt x="99" y="573"/>
                      <a:pt x="99" y="572"/>
                      <a:pt x="99" y="571"/>
                    </a:cubicBezTo>
                    <a:cubicBezTo>
                      <a:pt x="99" y="570"/>
                      <a:pt x="99" y="569"/>
                      <a:pt x="99" y="568"/>
                    </a:cubicBezTo>
                    <a:cubicBezTo>
                      <a:pt x="99" y="562"/>
                      <a:pt x="99" y="555"/>
                      <a:pt x="98" y="549"/>
                    </a:cubicBezTo>
                    <a:cubicBezTo>
                      <a:pt x="98" y="547"/>
                      <a:pt x="99" y="546"/>
                      <a:pt x="100" y="545"/>
                    </a:cubicBezTo>
                    <a:cubicBezTo>
                      <a:pt x="100" y="545"/>
                      <a:pt x="101" y="544"/>
                      <a:pt x="101" y="544"/>
                    </a:cubicBezTo>
                    <a:cubicBezTo>
                      <a:pt x="101" y="543"/>
                      <a:pt x="100" y="542"/>
                      <a:pt x="100" y="542"/>
                    </a:cubicBezTo>
                    <a:cubicBezTo>
                      <a:pt x="99" y="541"/>
                      <a:pt x="98" y="540"/>
                      <a:pt x="98" y="539"/>
                    </a:cubicBezTo>
                    <a:cubicBezTo>
                      <a:pt x="98" y="538"/>
                      <a:pt x="98" y="537"/>
                      <a:pt x="98" y="537"/>
                    </a:cubicBezTo>
                    <a:cubicBezTo>
                      <a:pt x="98" y="529"/>
                      <a:pt x="98" y="521"/>
                      <a:pt x="98" y="513"/>
                    </a:cubicBezTo>
                    <a:cubicBezTo>
                      <a:pt x="98" y="512"/>
                      <a:pt x="99" y="511"/>
                      <a:pt x="100" y="510"/>
                    </a:cubicBezTo>
                    <a:cubicBezTo>
                      <a:pt x="100" y="510"/>
                      <a:pt x="101" y="509"/>
                      <a:pt x="101" y="508"/>
                    </a:cubicBezTo>
                    <a:cubicBezTo>
                      <a:pt x="101" y="508"/>
                      <a:pt x="100" y="507"/>
                      <a:pt x="100" y="507"/>
                    </a:cubicBezTo>
                    <a:cubicBezTo>
                      <a:pt x="99" y="506"/>
                      <a:pt x="98" y="505"/>
                      <a:pt x="98" y="504"/>
                    </a:cubicBezTo>
                    <a:cubicBezTo>
                      <a:pt x="98" y="493"/>
                      <a:pt x="98" y="483"/>
                      <a:pt x="99" y="473"/>
                    </a:cubicBezTo>
                    <a:cubicBezTo>
                      <a:pt x="99" y="472"/>
                      <a:pt x="99" y="471"/>
                      <a:pt x="100" y="470"/>
                    </a:cubicBezTo>
                    <a:cubicBezTo>
                      <a:pt x="100" y="470"/>
                      <a:pt x="101" y="469"/>
                      <a:pt x="101" y="469"/>
                    </a:cubicBezTo>
                    <a:cubicBezTo>
                      <a:pt x="101" y="468"/>
                      <a:pt x="100" y="468"/>
                      <a:pt x="100" y="467"/>
                    </a:cubicBezTo>
                    <a:cubicBezTo>
                      <a:pt x="99" y="466"/>
                      <a:pt x="99" y="465"/>
                      <a:pt x="99" y="464"/>
                    </a:cubicBezTo>
                    <a:cubicBezTo>
                      <a:pt x="99" y="423"/>
                      <a:pt x="101" y="382"/>
                      <a:pt x="105" y="341"/>
                    </a:cubicBezTo>
                    <a:cubicBezTo>
                      <a:pt x="106" y="337"/>
                      <a:pt x="108" y="337"/>
                      <a:pt x="108" y="336"/>
                    </a:cubicBezTo>
                    <a:cubicBezTo>
                      <a:pt x="109" y="301"/>
                      <a:pt x="110" y="265"/>
                      <a:pt x="109" y="230"/>
                    </a:cubicBezTo>
                    <a:cubicBezTo>
                      <a:pt x="109" y="202"/>
                      <a:pt x="108" y="173"/>
                      <a:pt x="107" y="145"/>
                    </a:cubicBezTo>
                    <a:cubicBezTo>
                      <a:pt x="106" y="130"/>
                      <a:pt x="106" y="115"/>
                      <a:pt x="107" y="100"/>
                    </a:cubicBezTo>
                    <a:cubicBezTo>
                      <a:pt x="108" y="91"/>
                      <a:pt x="109" y="81"/>
                      <a:pt x="108" y="74"/>
                    </a:cubicBezTo>
                    <a:cubicBezTo>
                      <a:pt x="108" y="71"/>
                      <a:pt x="106" y="68"/>
                      <a:pt x="103" y="67"/>
                    </a:cubicBezTo>
                    <a:cubicBezTo>
                      <a:pt x="72" y="61"/>
                      <a:pt x="42" y="55"/>
                      <a:pt x="11" y="49"/>
                    </a:cubicBezTo>
                    <a:cubicBezTo>
                      <a:pt x="7" y="48"/>
                      <a:pt x="6" y="48"/>
                      <a:pt x="4" y="44"/>
                    </a:cubicBezTo>
                    <a:cubicBezTo>
                      <a:pt x="4" y="43"/>
                      <a:pt x="3" y="42"/>
                      <a:pt x="3" y="41"/>
                    </a:cubicBezTo>
                    <a:cubicBezTo>
                      <a:pt x="1" y="38"/>
                      <a:pt x="1" y="37"/>
                      <a:pt x="1" y="34"/>
                    </a:cubicBezTo>
                    <a:cubicBezTo>
                      <a:pt x="1" y="28"/>
                      <a:pt x="0" y="29"/>
                      <a:pt x="6" y="27"/>
                    </a:cubicBezTo>
                    <a:cubicBezTo>
                      <a:pt x="37" y="19"/>
                      <a:pt x="69" y="10"/>
                      <a:pt x="100" y="2"/>
                    </a:cubicBezTo>
                    <a:cubicBezTo>
                      <a:pt x="102" y="2"/>
                      <a:pt x="104" y="1"/>
                      <a:pt x="105" y="1"/>
                    </a:cubicBezTo>
                    <a:cubicBezTo>
                      <a:pt x="151" y="1"/>
                      <a:pt x="200" y="1"/>
                      <a:pt x="246" y="0"/>
                    </a:cubicBezTo>
                    <a:cubicBezTo>
                      <a:pt x="249" y="0"/>
                      <a:pt x="251" y="0"/>
                      <a:pt x="252" y="3"/>
                    </a:cubicBezTo>
                    <a:cubicBezTo>
                      <a:pt x="254" y="8"/>
                      <a:pt x="254" y="28"/>
                      <a:pt x="254" y="32"/>
                    </a:cubicBezTo>
                    <a:cubicBezTo>
                      <a:pt x="254" y="37"/>
                      <a:pt x="253" y="60"/>
                      <a:pt x="251" y="63"/>
                    </a:cubicBezTo>
                    <a:cubicBezTo>
                      <a:pt x="250" y="65"/>
                      <a:pt x="248" y="64"/>
                      <a:pt x="243" y="64"/>
                    </a:cubicBezTo>
                    <a:cubicBezTo>
                      <a:pt x="221" y="65"/>
                      <a:pt x="196" y="67"/>
                      <a:pt x="173" y="68"/>
                    </a:cubicBezTo>
                    <a:cubicBezTo>
                      <a:pt x="172" y="68"/>
                      <a:pt x="170" y="69"/>
                      <a:pt x="170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4708690" y="3591253"/>
            <a:ext cx="3976889" cy="1191764"/>
            <a:chOff x="4708690" y="3591253"/>
            <a:chExt cx="3976889" cy="1191764"/>
          </a:xfrm>
        </p:grpSpPr>
        <p:sp>
          <p:nvSpPr>
            <p:cNvPr id="888" name="Freeform 15"/>
            <p:cNvSpPr>
              <a:spLocks/>
            </p:cNvSpPr>
            <p:nvPr/>
          </p:nvSpPr>
          <p:spPr bwMode="auto">
            <a:xfrm rot="762205">
              <a:off x="4708690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0" name="Freeform 15"/>
            <p:cNvSpPr>
              <a:spLocks/>
            </p:cNvSpPr>
            <p:nvPr/>
          </p:nvSpPr>
          <p:spPr bwMode="auto">
            <a:xfrm rot="762205">
              <a:off x="5205079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1" name="Freeform 15"/>
            <p:cNvSpPr>
              <a:spLocks/>
            </p:cNvSpPr>
            <p:nvPr/>
          </p:nvSpPr>
          <p:spPr bwMode="auto">
            <a:xfrm rot="762205">
              <a:off x="5701468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2" name="Freeform 15"/>
            <p:cNvSpPr>
              <a:spLocks/>
            </p:cNvSpPr>
            <p:nvPr/>
          </p:nvSpPr>
          <p:spPr bwMode="auto">
            <a:xfrm rot="762205">
              <a:off x="6197857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3" name="Freeform 15"/>
            <p:cNvSpPr>
              <a:spLocks/>
            </p:cNvSpPr>
            <p:nvPr/>
          </p:nvSpPr>
          <p:spPr bwMode="auto">
            <a:xfrm rot="762205">
              <a:off x="6694246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4" name="Freeform 15"/>
            <p:cNvSpPr>
              <a:spLocks/>
            </p:cNvSpPr>
            <p:nvPr/>
          </p:nvSpPr>
          <p:spPr bwMode="auto">
            <a:xfrm rot="762205">
              <a:off x="7190635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5" name="Freeform 15"/>
            <p:cNvSpPr>
              <a:spLocks/>
            </p:cNvSpPr>
            <p:nvPr/>
          </p:nvSpPr>
          <p:spPr bwMode="auto">
            <a:xfrm rot="762205">
              <a:off x="7687024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896" name="Freeform 15"/>
            <p:cNvSpPr>
              <a:spLocks/>
            </p:cNvSpPr>
            <p:nvPr/>
          </p:nvSpPr>
          <p:spPr bwMode="auto">
            <a:xfrm rot="762205">
              <a:off x="8183413" y="3591253"/>
              <a:ext cx="502166" cy="1191764"/>
            </a:xfrm>
            <a:custGeom>
              <a:avLst/>
              <a:gdLst/>
              <a:ahLst/>
              <a:cxnLst>
                <a:cxn ang="0">
                  <a:pos x="50" y="400"/>
                </a:cxn>
                <a:cxn ang="0">
                  <a:pos x="21" y="207"/>
                </a:cxn>
                <a:cxn ang="0">
                  <a:pos x="0" y="191"/>
                </a:cxn>
                <a:cxn ang="0">
                  <a:pos x="18" y="167"/>
                </a:cxn>
                <a:cxn ang="0">
                  <a:pos x="34" y="158"/>
                </a:cxn>
                <a:cxn ang="0">
                  <a:pos x="28" y="120"/>
                </a:cxn>
                <a:cxn ang="0">
                  <a:pos x="21" y="102"/>
                </a:cxn>
                <a:cxn ang="0">
                  <a:pos x="22" y="4"/>
                </a:cxn>
                <a:cxn ang="0">
                  <a:pos x="30" y="10"/>
                </a:cxn>
                <a:cxn ang="0">
                  <a:pos x="32" y="14"/>
                </a:cxn>
                <a:cxn ang="0">
                  <a:pos x="33" y="17"/>
                </a:cxn>
                <a:cxn ang="0">
                  <a:pos x="33" y="21"/>
                </a:cxn>
                <a:cxn ang="0">
                  <a:pos x="35" y="25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42" y="55"/>
                </a:cxn>
                <a:cxn ang="0">
                  <a:pos x="38" y="32"/>
                </a:cxn>
                <a:cxn ang="0">
                  <a:pos x="37" y="28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9" y="0"/>
                </a:cxn>
                <a:cxn ang="0">
                  <a:pos x="81" y="89"/>
                </a:cxn>
                <a:cxn ang="0">
                  <a:pos x="82" y="108"/>
                </a:cxn>
                <a:cxn ang="0">
                  <a:pos x="93" y="144"/>
                </a:cxn>
                <a:cxn ang="0">
                  <a:pos x="112" y="146"/>
                </a:cxn>
                <a:cxn ang="0">
                  <a:pos x="138" y="160"/>
                </a:cxn>
                <a:cxn ang="0">
                  <a:pos x="126" y="183"/>
                </a:cxn>
                <a:cxn ang="0">
                  <a:pos x="181" y="370"/>
                </a:cxn>
                <a:cxn ang="0">
                  <a:pos x="166" y="436"/>
                </a:cxn>
                <a:cxn ang="0">
                  <a:pos x="144" y="372"/>
                </a:cxn>
                <a:cxn ang="0">
                  <a:pos x="87" y="198"/>
                </a:cxn>
                <a:cxn ang="0">
                  <a:pos x="73" y="170"/>
                </a:cxn>
                <a:cxn ang="0">
                  <a:pos x="73" y="167"/>
                </a:cxn>
                <a:cxn ang="0">
                  <a:pos x="71" y="163"/>
                </a:cxn>
                <a:cxn ang="0">
                  <a:pos x="70" y="160"/>
                </a:cxn>
                <a:cxn ang="0">
                  <a:pos x="70" y="156"/>
                </a:cxn>
                <a:cxn ang="0">
                  <a:pos x="68" y="152"/>
                </a:cxn>
                <a:cxn ang="0">
                  <a:pos x="67" y="148"/>
                </a:cxn>
                <a:cxn ang="0">
                  <a:pos x="68" y="145"/>
                </a:cxn>
                <a:cxn ang="0">
                  <a:pos x="65" y="142"/>
                </a:cxn>
                <a:cxn ang="0">
                  <a:pos x="64" y="137"/>
                </a:cxn>
                <a:cxn ang="0">
                  <a:pos x="60" y="132"/>
                </a:cxn>
                <a:cxn ang="0">
                  <a:pos x="57" y="139"/>
                </a:cxn>
                <a:cxn ang="0">
                  <a:pos x="58" y="143"/>
                </a:cxn>
                <a:cxn ang="0">
                  <a:pos x="57" y="147"/>
                </a:cxn>
                <a:cxn ang="0">
                  <a:pos x="59" y="150"/>
                </a:cxn>
                <a:cxn ang="0">
                  <a:pos x="60" y="154"/>
                </a:cxn>
                <a:cxn ang="0">
                  <a:pos x="59" y="158"/>
                </a:cxn>
                <a:cxn ang="0">
                  <a:pos x="61" y="162"/>
                </a:cxn>
                <a:cxn ang="0">
                  <a:pos x="62" y="165"/>
                </a:cxn>
                <a:cxn ang="0">
                  <a:pos x="61" y="169"/>
                </a:cxn>
                <a:cxn ang="0">
                  <a:pos x="63" y="173"/>
                </a:cxn>
                <a:cxn ang="0">
                  <a:pos x="62" y="203"/>
                </a:cxn>
                <a:cxn ang="0">
                  <a:pos x="85" y="385"/>
                </a:cxn>
                <a:cxn ang="0">
                  <a:pos x="92" y="452"/>
                </a:cxn>
              </a:cxnLst>
              <a:rect l="0" t="0" r="r" b="b"/>
              <a:pathLst>
                <a:path w="192" h="456">
                  <a:moveTo>
                    <a:pt x="85" y="454"/>
                  </a:moveTo>
                  <a:cubicBezTo>
                    <a:pt x="80" y="455"/>
                    <a:pt x="77" y="456"/>
                    <a:pt x="74" y="456"/>
                  </a:cubicBezTo>
                  <a:cubicBezTo>
                    <a:pt x="67" y="456"/>
                    <a:pt x="62" y="452"/>
                    <a:pt x="60" y="446"/>
                  </a:cubicBezTo>
                  <a:cubicBezTo>
                    <a:pt x="59" y="443"/>
                    <a:pt x="59" y="440"/>
                    <a:pt x="58" y="437"/>
                  </a:cubicBezTo>
                  <a:cubicBezTo>
                    <a:pt x="56" y="429"/>
                    <a:pt x="53" y="413"/>
                    <a:pt x="50" y="400"/>
                  </a:cubicBezTo>
                  <a:cubicBezTo>
                    <a:pt x="45" y="378"/>
                    <a:pt x="42" y="369"/>
                    <a:pt x="34" y="348"/>
                  </a:cubicBezTo>
                  <a:cubicBezTo>
                    <a:pt x="29" y="336"/>
                    <a:pt x="23" y="321"/>
                    <a:pt x="20" y="309"/>
                  </a:cubicBezTo>
                  <a:cubicBezTo>
                    <a:pt x="17" y="299"/>
                    <a:pt x="16" y="289"/>
                    <a:pt x="15" y="279"/>
                  </a:cubicBezTo>
                  <a:cubicBezTo>
                    <a:pt x="13" y="261"/>
                    <a:pt x="12" y="248"/>
                    <a:pt x="15" y="233"/>
                  </a:cubicBezTo>
                  <a:cubicBezTo>
                    <a:pt x="16" y="225"/>
                    <a:pt x="18" y="216"/>
                    <a:pt x="21" y="207"/>
                  </a:cubicBezTo>
                  <a:cubicBezTo>
                    <a:pt x="21" y="203"/>
                    <a:pt x="22" y="202"/>
                    <a:pt x="22" y="201"/>
                  </a:cubicBezTo>
                  <a:cubicBezTo>
                    <a:pt x="22" y="200"/>
                    <a:pt x="22" y="199"/>
                    <a:pt x="21" y="199"/>
                  </a:cubicBezTo>
                  <a:cubicBezTo>
                    <a:pt x="19" y="199"/>
                    <a:pt x="14" y="199"/>
                    <a:pt x="12" y="198"/>
                  </a:cubicBezTo>
                  <a:cubicBezTo>
                    <a:pt x="9" y="196"/>
                    <a:pt x="3" y="194"/>
                    <a:pt x="2" y="193"/>
                  </a:cubicBezTo>
                  <a:cubicBezTo>
                    <a:pt x="1" y="192"/>
                    <a:pt x="0" y="192"/>
                    <a:pt x="0" y="191"/>
                  </a:cubicBezTo>
                  <a:cubicBezTo>
                    <a:pt x="0" y="190"/>
                    <a:pt x="0" y="186"/>
                    <a:pt x="0" y="184"/>
                  </a:cubicBezTo>
                  <a:cubicBezTo>
                    <a:pt x="0" y="182"/>
                    <a:pt x="0" y="181"/>
                    <a:pt x="2" y="180"/>
                  </a:cubicBezTo>
                  <a:cubicBezTo>
                    <a:pt x="3" y="180"/>
                    <a:pt x="5" y="180"/>
                    <a:pt x="6" y="179"/>
                  </a:cubicBezTo>
                  <a:cubicBezTo>
                    <a:pt x="8" y="179"/>
                    <a:pt x="9" y="179"/>
                    <a:pt x="11" y="179"/>
                  </a:cubicBezTo>
                  <a:cubicBezTo>
                    <a:pt x="16" y="177"/>
                    <a:pt x="18" y="172"/>
                    <a:pt x="18" y="167"/>
                  </a:cubicBezTo>
                  <a:cubicBezTo>
                    <a:pt x="17" y="165"/>
                    <a:pt x="17" y="163"/>
                    <a:pt x="17" y="162"/>
                  </a:cubicBezTo>
                  <a:cubicBezTo>
                    <a:pt x="16" y="161"/>
                    <a:pt x="16" y="159"/>
                    <a:pt x="17" y="157"/>
                  </a:cubicBezTo>
                  <a:cubicBezTo>
                    <a:pt x="17" y="157"/>
                    <a:pt x="18" y="156"/>
                    <a:pt x="18" y="156"/>
                  </a:cubicBezTo>
                  <a:cubicBezTo>
                    <a:pt x="19" y="156"/>
                    <a:pt x="22" y="156"/>
                    <a:pt x="24" y="156"/>
                  </a:cubicBezTo>
                  <a:cubicBezTo>
                    <a:pt x="28" y="156"/>
                    <a:pt x="30" y="157"/>
                    <a:pt x="34" y="158"/>
                  </a:cubicBezTo>
                  <a:cubicBezTo>
                    <a:pt x="34" y="158"/>
                    <a:pt x="32" y="154"/>
                    <a:pt x="30" y="150"/>
                  </a:cubicBezTo>
                  <a:cubicBezTo>
                    <a:pt x="28" y="146"/>
                    <a:pt x="28" y="142"/>
                    <a:pt x="27" y="137"/>
                  </a:cubicBezTo>
                  <a:cubicBezTo>
                    <a:pt x="26" y="132"/>
                    <a:pt x="25" y="128"/>
                    <a:pt x="25" y="125"/>
                  </a:cubicBezTo>
                  <a:cubicBezTo>
                    <a:pt x="24" y="122"/>
                    <a:pt x="26" y="122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7" y="116"/>
                    <a:pt x="26" y="114"/>
                  </a:cubicBezTo>
                  <a:cubicBezTo>
                    <a:pt x="25" y="110"/>
                    <a:pt x="25" y="109"/>
                    <a:pt x="25" y="106"/>
                  </a:cubicBezTo>
                  <a:cubicBezTo>
                    <a:pt x="25" y="105"/>
                    <a:pt x="25" y="105"/>
                    <a:pt x="25" y="104"/>
                  </a:cubicBezTo>
                  <a:cubicBezTo>
                    <a:pt x="25" y="104"/>
                    <a:pt x="24" y="104"/>
                    <a:pt x="24" y="103"/>
                  </a:cubicBezTo>
                  <a:cubicBezTo>
                    <a:pt x="23" y="103"/>
                    <a:pt x="22" y="104"/>
                    <a:pt x="21" y="102"/>
                  </a:cubicBezTo>
                  <a:cubicBezTo>
                    <a:pt x="20" y="100"/>
                    <a:pt x="11" y="59"/>
                    <a:pt x="11" y="59"/>
                  </a:cubicBezTo>
                  <a:cubicBezTo>
                    <a:pt x="11" y="59"/>
                    <a:pt x="10" y="57"/>
                    <a:pt x="11" y="54"/>
                  </a:cubicBezTo>
                  <a:cubicBezTo>
                    <a:pt x="11" y="52"/>
                    <a:pt x="18" y="13"/>
                    <a:pt x="19" y="7"/>
                  </a:cubicBezTo>
                  <a:cubicBezTo>
                    <a:pt x="19" y="6"/>
                    <a:pt x="19" y="5"/>
                    <a:pt x="20" y="5"/>
                  </a:cubicBezTo>
                  <a:cubicBezTo>
                    <a:pt x="20" y="4"/>
                    <a:pt x="21" y="4"/>
                    <a:pt x="22" y="4"/>
                  </a:cubicBezTo>
                  <a:cubicBezTo>
                    <a:pt x="23" y="3"/>
                    <a:pt x="26" y="3"/>
                    <a:pt x="27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29" y="4"/>
                  </a:cubicBezTo>
                  <a:cubicBezTo>
                    <a:pt x="30" y="5"/>
                    <a:pt x="30" y="7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42"/>
                    <a:pt x="41" y="49"/>
                    <a:pt x="42" y="55"/>
                  </a:cubicBezTo>
                  <a:cubicBezTo>
                    <a:pt x="41" y="49"/>
                    <a:pt x="39" y="42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6"/>
                    <a:pt x="32" y="4"/>
                    <a:pt x="32" y="3"/>
                  </a:cubicBezTo>
                  <a:cubicBezTo>
                    <a:pt x="32" y="3"/>
                    <a:pt x="31" y="3"/>
                    <a:pt x="32" y="2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7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2" y="0"/>
                    <a:pt x="42" y="1"/>
                    <a:pt x="42" y="1"/>
                  </a:cubicBezTo>
                  <a:cubicBezTo>
                    <a:pt x="46" y="6"/>
                    <a:pt x="69" y="39"/>
                    <a:pt x="70" y="41"/>
                  </a:cubicBezTo>
                  <a:cubicBezTo>
                    <a:pt x="71" y="43"/>
                    <a:pt x="72" y="45"/>
                    <a:pt x="72" y="45"/>
                  </a:cubicBezTo>
                  <a:cubicBezTo>
                    <a:pt x="72" y="45"/>
                    <a:pt x="81" y="87"/>
                    <a:pt x="81" y="89"/>
                  </a:cubicBezTo>
                  <a:cubicBezTo>
                    <a:pt x="81" y="91"/>
                    <a:pt x="80" y="91"/>
                    <a:pt x="79" y="91"/>
                  </a:cubicBezTo>
                  <a:cubicBezTo>
                    <a:pt x="79" y="91"/>
                    <a:pt x="79" y="92"/>
                    <a:pt x="78" y="92"/>
                  </a:cubicBezTo>
                  <a:cubicBezTo>
                    <a:pt x="78" y="93"/>
                    <a:pt x="79" y="93"/>
                    <a:pt x="79" y="94"/>
                  </a:cubicBezTo>
                  <a:cubicBezTo>
                    <a:pt x="80" y="97"/>
                    <a:pt x="81" y="98"/>
                    <a:pt x="81" y="101"/>
                  </a:cubicBezTo>
                  <a:cubicBezTo>
                    <a:pt x="82" y="104"/>
                    <a:pt x="82" y="107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9"/>
                    <a:pt x="87" y="108"/>
                    <a:pt x="87" y="111"/>
                  </a:cubicBezTo>
                  <a:cubicBezTo>
                    <a:pt x="88" y="114"/>
                    <a:pt x="90" y="118"/>
                    <a:pt x="91" y="123"/>
                  </a:cubicBezTo>
                  <a:cubicBezTo>
                    <a:pt x="92" y="128"/>
                    <a:pt x="93" y="131"/>
                    <a:pt x="93" y="136"/>
                  </a:cubicBezTo>
                  <a:cubicBezTo>
                    <a:pt x="93" y="140"/>
                    <a:pt x="93" y="144"/>
                    <a:pt x="93" y="144"/>
                  </a:cubicBezTo>
                  <a:cubicBezTo>
                    <a:pt x="96" y="142"/>
                    <a:pt x="98" y="141"/>
                    <a:pt x="101" y="139"/>
                  </a:cubicBezTo>
                  <a:cubicBezTo>
                    <a:pt x="103" y="138"/>
                    <a:pt x="106" y="137"/>
                    <a:pt x="106" y="137"/>
                  </a:cubicBezTo>
                  <a:cubicBezTo>
                    <a:pt x="107" y="136"/>
                    <a:pt x="108" y="136"/>
                    <a:pt x="108" y="137"/>
                  </a:cubicBezTo>
                  <a:cubicBezTo>
                    <a:pt x="110" y="138"/>
                    <a:pt x="110" y="140"/>
                    <a:pt x="111" y="141"/>
                  </a:cubicBezTo>
                  <a:cubicBezTo>
                    <a:pt x="111" y="142"/>
                    <a:pt x="111" y="144"/>
                    <a:pt x="112" y="146"/>
                  </a:cubicBezTo>
                  <a:cubicBezTo>
                    <a:pt x="113" y="151"/>
                    <a:pt x="118" y="154"/>
                    <a:pt x="123" y="154"/>
                  </a:cubicBezTo>
                  <a:cubicBezTo>
                    <a:pt x="124" y="153"/>
                    <a:pt x="126" y="153"/>
                    <a:pt x="127" y="152"/>
                  </a:cubicBezTo>
                  <a:cubicBezTo>
                    <a:pt x="129" y="152"/>
                    <a:pt x="130" y="151"/>
                    <a:pt x="132" y="151"/>
                  </a:cubicBezTo>
                  <a:cubicBezTo>
                    <a:pt x="134" y="151"/>
                    <a:pt x="134" y="152"/>
                    <a:pt x="135" y="154"/>
                  </a:cubicBezTo>
                  <a:cubicBezTo>
                    <a:pt x="136" y="156"/>
                    <a:pt x="137" y="159"/>
                    <a:pt x="138" y="160"/>
                  </a:cubicBezTo>
                  <a:cubicBezTo>
                    <a:pt x="138" y="161"/>
                    <a:pt x="138" y="162"/>
                    <a:pt x="137" y="163"/>
                  </a:cubicBezTo>
                  <a:cubicBezTo>
                    <a:pt x="136" y="164"/>
                    <a:pt x="132" y="169"/>
                    <a:pt x="130" y="171"/>
                  </a:cubicBezTo>
                  <a:cubicBezTo>
                    <a:pt x="128" y="173"/>
                    <a:pt x="124" y="176"/>
                    <a:pt x="123" y="177"/>
                  </a:cubicBezTo>
                  <a:cubicBezTo>
                    <a:pt x="121" y="177"/>
                    <a:pt x="122" y="178"/>
                    <a:pt x="122" y="179"/>
                  </a:cubicBezTo>
                  <a:cubicBezTo>
                    <a:pt x="123" y="180"/>
                    <a:pt x="124" y="181"/>
                    <a:pt x="126" y="183"/>
                  </a:cubicBezTo>
                  <a:cubicBezTo>
                    <a:pt x="133" y="190"/>
                    <a:pt x="138" y="197"/>
                    <a:pt x="143" y="204"/>
                  </a:cubicBezTo>
                  <a:cubicBezTo>
                    <a:pt x="151" y="217"/>
                    <a:pt x="156" y="229"/>
                    <a:pt x="162" y="246"/>
                  </a:cubicBezTo>
                  <a:cubicBezTo>
                    <a:pt x="165" y="255"/>
                    <a:pt x="168" y="266"/>
                    <a:pt x="170" y="275"/>
                  </a:cubicBezTo>
                  <a:cubicBezTo>
                    <a:pt x="172" y="287"/>
                    <a:pt x="174" y="303"/>
                    <a:pt x="175" y="317"/>
                  </a:cubicBezTo>
                  <a:cubicBezTo>
                    <a:pt x="176" y="339"/>
                    <a:pt x="176" y="349"/>
                    <a:pt x="181" y="370"/>
                  </a:cubicBezTo>
                  <a:cubicBezTo>
                    <a:pt x="185" y="384"/>
                    <a:pt x="188" y="400"/>
                    <a:pt x="190" y="408"/>
                  </a:cubicBezTo>
                  <a:cubicBezTo>
                    <a:pt x="191" y="411"/>
                    <a:pt x="192" y="414"/>
                    <a:pt x="192" y="417"/>
                  </a:cubicBezTo>
                  <a:cubicBezTo>
                    <a:pt x="192" y="423"/>
                    <a:pt x="190" y="428"/>
                    <a:pt x="184" y="431"/>
                  </a:cubicBezTo>
                  <a:cubicBezTo>
                    <a:pt x="181" y="432"/>
                    <a:pt x="178" y="433"/>
                    <a:pt x="173" y="435"/>
                  </a:cubicBezTo>
                  <a:cubicBezTo>
                    <a:pt x="171" y="435"/>
                    <a:pt x="168" y="436"/>
                    <a:pt x="166" y="436"/>
                  </a:cubicBezTo>
                  <a:cubicBezTo>
                    <a:pt x="165" y="435"/>
                    <a:pt x="164" y="435"/>
                    <a:pt x="164" y="434"/>
                  </a:cubicBezTo>
                  <a:cubicBezTo>
                    <a:pt x="161" y="430"/>
                    <a:pt x="156" y="418"/>
                    <a:pt x="156" y="418"/>
                  </a:cubicBezTo>
                  <a:cubicBezTo>
                    <a:pt x="156" y="418"/>
                    <a:pt x="148" y="400"/>
                    <a:pt x="148" y="397"/>
                  </a:cubicBezTo>
                  <a:cubicBezTo>
                    <a:pt x="147" y="394"/>
                    <a:pt x="149" y="394"/>
                    <a:pt x="149" y="394"/>
                  </a:cubicBezTo>
                  <a:cubicBezTo>
                    <a:pt x="149" y="394"/>
                    <a:pt x="147" y="384"/>
                    <a:pt x="144" y="372"/>
                  </a:cubicBezTo>
                  <a:cubicBezTo>
                    <a:pt x="141" y="360"/>
                    <a:pt x="137" y="334"/>
                    <a:pt x="135" y="314"/>
                  </a:cubicBezTo>
                  <a:cubicBezTo>
                    <a:pt x="134" y="293"/>
                    <a:pt x="129" y="275"/>
                    <a:pt x="122" y="258"/>
                  </a:cubicBezTo>
                  <a:cubicBezTo>
                    <a:pt x="117" y="243"/>
                    <a:pt x="108" y="227"/>
                    <a:pt x="99" y="213"/>
                  </a:cubicBezTo>
                  <a:cubicBezTo>
                    <a:pt x="95" y="208"/>
                    <a:pt x="92" y="204"/>
                    <a:pt x="88" y="199"/>
                  </a:cubicBezTo>
                  <a:cubicBezTo>
                    <a:pt x="87" y="198"/>
                    <a:pt x="87" y="197"/>
                    <a:pt x="87" y="198"/>
                  </a:cubicBezTo>
                  <a:cubicBezTo>
                    <a:pt x="86" y="198"/>
                    <a:pt x="84" y="196"/>
                    <a:pt x="82" y="194"/>
                  </a:cubicBezTo>
                  <a:cubicBezTo>
                    <a:pt x="81" y="192"/>
                    <a:pt x="80" y="188"/>
                    <a:pt x="80" y="188"/>
                  </a:cubicBezTo>
                  <a:cubicBezTo>
                    <a:pt x="80" y="188"/>
                    <a:pt x="77" y="176"/>
                    <a:pt x="76" y="174"/>
                  </a:cubicBezTo>
                  <a:cubicBezTo>
                    <a:pt x="75" y="173"/>
                    <a:pt x="76" y="173"/>
                    <a:pt x="75" y="173"/>
                  </a:cubicBezTo>
                  <a:cubicBezTo>
                    <a:pt x="74" y="172"/>
                    <a:pt x="73" y="170"/>
                    <a:pt x="73" y="170"/>
                  </a:cubicBezTo>
                  <a:cubicBezTo>
                    <a:pt x="73" y="170"/>
                    <a:pt x="73" y="170"/>
                    <a:pt x="73" y="170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3" y="168"/>
                    <a:pt x="73" y="168"/>
                    <a:pt x="73" y="168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7" y="150"/>
                    <a:pt x="67" y="150"/>
                    <a:pt x="67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8" y="145"/>
                    <a:pt x="68" y="145"/>
                    <a:pt x="68" y="145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31"/>
                    <a:pt x="60" y="131"/>
                    <a:pt x="60" y="132"/>
                  </a:cubicBezTo>
                  <a:cubicBezTo>
                    <a:pt x="58" y="132"/>
                    <a:pt x="57" y="132"/>
                    <a:pt x="56" y="132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8" y="145"/>
                    <a:pt x="58" y="145"/>
                    <a:pt x="58" y="145"/>
                  </a:cubicBezTo>
                  <a:cubicBezTo>
                    <a:pt x="58" y="146"/>
                    <a:pt x="58" y="146"/>
                    <a:pt x="58" y="146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59" y="156"/>
                    <a:pt x="59" y="156"/>
                    <a:pt x="59" y="15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0" y="157"/>
                    <a:pt x="60" y="157"/>
                    <a:pt x="60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7"/>
                    <a:pt x="61" y="167"/>
                    <a:pt x="61" y="167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2" y="168"/>
                    <a:pt x="62" y="168"/>
                    <a:pt x="62" y="168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2" y="170"/>
                    <a:pt x="62" y="170"/>
                    <a:pt x="62" y="170"/>
                  </a:cubicBezTo>
                  <a:cubicBezTo>
                    <a:pt x="62" y="171"/>
                    <a:pt x="62" y="171"/>
                    <a:pt x="62" y="171"/>
                  </a:cubicBezTo>
                  <a:cubicBezTo>
                    <a:pt x="61" y="172"/>
                    <a:pt x="61" y="172"/>
                    <a:pt x="61" y="172"/>
                  </a:cubicBezTo>
                  <a:cubicBezTo>
                    <a:pt x="63" y="172"/>
                    <a:pt x="63" y="172"/>
                    <a:pt x="63" y="172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3" y="173"/>
                    <a:pt x="63" y="174"/>
                    <a:pt x="62" y="175"/>
                  </a:cubicBezTo>
                  <a:cubicBezTo>
                    <a:pt x="62" y="176"/>
                    <a:pt x="62" y="176"/>
                    <a:pt x="62" y="178"/>
                  </a:cubicBezTo>
                  <a:cubicBezTo>
                    <a:pt x="62" y="179"/>
                    <a:pt x="65" y="192"/>
                    <a:pt x="65" y="192"/>
                  </a:cubicBezTo>
                  <a:cubicBezTo>
                    <a:pt x="65" y="192"/>
                    <a:pt x="65" y="195"/>
                    <a:pt x="65" y="198"/>
                  </a:cubicBezTo>
                  <a:cubicBezTo>
                    <a:pt x="64" y="201"/>
                    <a:pt x="63" y="203"/>
                    <a:pt x="62" y="203"/>
                  </a:cubicBezTo>
                  <a:cubicBezTo>
                    <a:pt x="61" y="203"/>
                    <a:pt x="62" y="204"/>
                    <a:pt x="62" y="205"/>
                  </a:cubicBezTo>
                  <a:cubicBezTo>
                    <a:pt x="60" y="210"/>
                    <a:pt x="59" y="216"/>
                    <a:pt x="58" y="222"/>
                  </a:cubicBezTo>
                  <a:cubicBezTo>
                    <a:pt x="55" y="239"/>
                    <a:pt x="55" y="257"/>
                    <a:pt x="55" y="273"/>
                  </a:cubicBezTo>
                  <a:cubicBezTo>
                    <a:pt x="57" y="291"/>
                    <a:pt x="61" y="309"/>
                    <a:pt x="68" y="329"/>
                  </a:cubicBezTo>
                  <a:cubicBezTo>
                    <a:pt x="75" y="348"/>
                    <a:pt x="83" y="373"/>
                    <a:pt x="85" y="385"/>
                  </a:cubicBezTo>
                  <a:cubicBezTo>
                    <a:pt x="87" y="397"/>
                    <a:pt x="90" y="407"/>
                    <a:pt x="90" y="407"/>
                  </a:cubicBezTo>
                  <a:cubicBezTo>
                    <a:pt x="90" y="407"/>
                    <a:pt x="91" y="407"/>
                    <a:pt x="92" y="409"/>
                  </a:cubicBezTo>
                  <a:cubicBezTo>
                    <a:pt x="93" y="412"/>
                    <a:pt x="93" y="432"/>
                    <a:pt x="93" y="432"/>
                  </a:cubicBezTo>
                  <a:cubicBezTo>
                    <a:pt x="93" y="432"/>
                    <a:pt x="94" y="445"/>
                    <a:pt x="93" y="450"/>
                  </a:cubicBezTo>
                  <a:cubicBezTo>
                    <a:pt x="93" y="451"/>
                    <a:pt x="92" y="452"/>
                    <a:pt x="92" y="452"/>
                  </a:cubicBezTo>
                  <a:cubicBezTo>
                    <a:pt x="90" y="454"/>
                    <a:pt x="88" y="454"/>
                    <a:pt x="85" y="45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432980" y="524071"/>
            <a:ext cx="2562347" cy="2720749"/>
            <a:chOff x="432980" y="524071"/>
            <a:chExt cx="2562347" cy="2720749"/>
          </a:xfrm>
        </p:grpSpPr>
        <p:grpSp>
          <p:nvGrpSpPr>
            <p:cNvPr id="905" name="Gruppieren 904"/>
            <p:cNvGrpSpPr/>
            <p:nvPr/>
          </p:nvGrpSpPr>
          <p:grpSpPr>
            <a:xfrm>
              <a:off x="432980" y="524071"/>
              <a:ext cx="2562347" cy="808692"/>
              <a:chOff x="432980" y="524071"/>
              <a:chExt cx="2562347" cy="808692"/>
            </a:xfrm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897" name="Freeform 6"/>
              <p:cNvSpPr>
                <a:spLocks noEditPoints="1"/>
              </p:cNvSpPr>
              <p:nvPr/>
            </p:nvSpPr>
            <p:spPr bwMode="auto">
              <a:xfrm rot="20622601">
                <a:off x="43298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98" name="Freeform 6"/>
              <p:cNvSpPr>
                <a:spLocks noEditPoints="1"/>
              </p:cNvSpPr>
              <p:nvPr/>
            </p:nvSpPr>
            <p:spPr bwMode="auto">
              <a:xfrm rot="20622601">
                <a:off x="75193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99" name="Freeform 6"/>
              <p:cNvSpPr>
                <a:spLocks noEditPoints="1"/>
              </p:cNvSpPr>
              <p:nvPr/>
            </p:nvSpPr>
            <p:spPr bwMode="auto">
              <a:xfrm rot="20622601">
                <a:off x="1070884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0" name="Freeform 6"/>
              <p:cNvSpPr>
                <a:spLocks noEditPoints="1"/>
              </p:cNvSpPr>
              <p:nvPr/>
            </p:nvSpPr>
            <p:spPr bwMode="auto">
              <a:xfrm rot="20622601">
                <a:off x="1389836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1" name="Freeform 6"/>
              <p:cNvSpPr>
                <a:spLocks noEditPoints="1"/>
              </p:cNvSpPr>
              <p:nvPr/>
            </p:nvSpPr>
            <p:spPr bwMode="auto">
              <a:xfrm rot="20622601">
                <a:off x="1708788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2" name="Freeform 6"/>
              <p:cNvSpPr>
                <a:spLocks noEditPoints="1"/>
              </p:cNvSpPr>
              <p:nvPr/>
            </p:nvSpPr>
            <p:spPr bwMode="auto">
              <a:xfrm rot="20622601">
                <a:off x="202774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3" name="Freeform 6"/>
              <p:cNvSpPr>
                <a:spLocks noEditPoints="1"/>
              </p:cNvSpPr>
              <p:nvPr/>
            </p:nvSpPr>
            <p:spPr bwMode="auto">
              <a:xfrm rot="20622601">
                <a:off x="234669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4" name="Freeform 6"/>
              <p:cNvSpPr>
                <a:spLocks noEditPoints="1"/>
              </p:cNvSpPr>
              <p:nvPr/>
            </p:nvSpPr>
            <p:spPr bwMode="auto">
              <a:xfrm rot="20622601">
                <a:off x="2665641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906" name="Gruppieren 905"/>
            <p:cNvGrpSpPr/>
            <p:nvPr/>
          </p:nvGrpSpPr>
          <p:grpSpPr>
            <a:xfrm>
              <a:off x="432980" y="1480099"/>
              <a:ext cx="2562347" cy="808692"/>
              <a:chOff x="432980" y="524071"/>
              <a:chExt cx="2562347" cy="808692"/>
            </a:xfrm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907" name="Freeform 6"/>
              <p:cNvSpPr>
                <a:spLocks noEditPoints="1"/>
              </p:cNvSpPr>
              <p:nvPr/>
            </p:nvSpPr>
            <p:spPr bwMode="auto">
              <a:xfrm rot="20622601">
                <a:off x="43298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8" name="Freeform 6"/>
              <p:cNvSpPr>
                <a:spLocks noEditPoints="1"/>
              </p:cNvSpPr>
              <p:nvPr/>
            </p:nvSpPr>
            <p:spPr bwMode="auto">
              <a:xfrm rot="20622601">
                <a:off x="75193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09" name="Freeform 6"/>
              <p:cNvSpPr>
                <a:spLocks noEditPoints="1"/>
              </p:cNvSpPr>
              <p:nvPr/>
            </p:nvSpPr>
            <p:spPr bwMode="auto">
              <a:xfrm rot="20622601">
                <a:off x="1070884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0" name="Freeform 6"/>
              <p:cNvSpPr>
                <a:spLocks noEditPoints="1"/>
              </p:cNvSpPr>
              <p:nvPr/>
            </p:nvSpPr>
            <p:spPr bwMode="auto">
              <a:xfrm rot="20622601">
                <a:off x="1389836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1" name="Freeform 6"/>
              <p:cNvSpPr>
                <a:spLocks noEditPoints="1"/>
              </p:cNvSpPr>
              <p:nvPr/>
            </p:nvSpPr>
            <p:spPr bwMode="auto">
              <a:xfrm rot="20622601">
                <a:off x="1708788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2" name="Freeform 6"/>
              <p:cNvSpPr>
                <a:spLocks noEditPoints="1"/>
              </p:cNvSpPr>
              <p:nvPr/>
            </p:nvSpPr>
            <p:spPr bwMode="auto">
              <a:xfrm rot="20622601">
                <a:off x="202774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3" name="Freeform 6"/>
              <p:cNvSpPr>
                <a:spLocks noEditPoints="1"/>
              </p:cNvSpPr>
              <p:nvPr/>
            </p:nvSpPr>
            <p:spPr bwMode="auto">
              <a:xfrm rot="20622601">
                <a:off x="234669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4" name="Freeform 6"/>
              <p:cNvSpPr>
                <a:spLocks noEditPoints="1"/>
              </p:cNvSpPr>
              <p:nvPr/>
            </p:nvSpPr>
            <p:spPr bwMode="auto">
              <a:xfrm rot="20622601">
                <a:off x="2665641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915" name="Gruppieren 914"/>
            <p:cNvGrpSpPr/>
            <p:nvPr/>
          </p:nvGrpSpPr>
          <p:grpSpPr>
            <a:xfrm>
              <a:off x="432980" y="2436128"/>
              <a:ext cx="2562347" cy="808692"/>
              <a:chOff x="432980" y="524071"/>
              <a:chExt cx="2562347" cy="808692"/>
            </a:xfrm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916" name="Freeform 6"/>
              <p:cNvSpPr>
                <a:spLocks noEditPoints="1"/>
              </p:cNvSpPr>
              <p:nvPr/>
            </p:nvSpPr>
            <p:spPr bwMode="auto">
              <a:xfrm rot="20622601">
                <a:off x="43298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7" name="Freeform 6"/>
              <p:cNvSpPr>
                <a:spLocks noEditPoints="1"/>
              </p:cNvSpPr>
              <p:nvPr/>
            </p:nvSpPr>
            <p:spPr bwMode="auto">
              <a:xfrm rot="20622601">
                <a:off x="75193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8" name="Freeform 6"/>
              <p:cNvSpPr>
                <a:spLocks noEditPoints="1"/>
              </p:cNvSpPr>
              <p:nvPr/>
            </p:nvSpPr>
            <p:spPr bwMode="auto">
              <a:xfrm rot="20622601">
                <a:off x="1070884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19" name="Freeform 6"/>
              <p:cNvSpPr>
                <a:spLocks noEditPoints="1"/>
              </p:cNvSpPr>
              <p:nvPr/>
            </p:nvSpPr>
            <p:spPr bwMode="auto">
              <a:xfrm rot="20622601">
                <a:off x="1389836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20" name="Freeform 6"/>
              <p:cNvSpPr>
                <a:spLocks noEditPoints="1"/>
              </p:cNvSpPr>
              <p:nvPr/>
            </p:nvSpPr>
            <p:spPr bwMode="auto">
              <a:xfrm rot="20622601">
                <a:off x="1708788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21" name="Freeform 6"/>
              <p:cNvSpPr>
                <a:spLocks noEditPoints="1"/>
              </p:cNvSpPr>
              <p:nvPr/>
            </p:nvSpPr>
            <p:spPr bwMode="auto">
              <a:xfrm rot="20622601">
                <a:off x="2027740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22" name="Freeform 6"/>
              <p:cNvSpPr>
                <a:spLocks noEditPoints="1"/>
              </p:cNvSpPr>
              <p:nvPr/>
            </p:nvSpPr>
            <p:spPr bwMode="auto">
              <a:xfrm rot="20622601">
                <a:off x="2346692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23" name="Freeform 6"/>
              <p:cNvSpPr>
                <a:spLocks noEditPoints="1"/>
              </p:cNvSpPr>
              <p:nvPr/>
            </p:nvSpPr>
            <p:spPr bwMode="auto">
              <a:xfrm rot="20622601">
                <a:off x="2665641" y="524071"/>
                <a:ext cx="329686" cy="808692"/>
              </a:xfrm>
              <a:custGeom>
                <a:avLst/>
                <a:gdLst/>
                <a:ahLst/>
                <a:cxnLst>
                  <a:cxn ang="0">
                    <a:pos x="71" y="104"/>
                  </a:cxn>
                  <a:cxn ang="0">
                    <a:pos x="77" y="128"/>
                  </a:cxn>
                  <a:cxn ang="0">
                    <a:pos x="71" y="215"/>
                  </a:cxn>
                  <a:cxn ang="0">
                    <a:pos x="62" y="220"/>
                  </a:cxn>
                  <a:cxn ang="0">
                    <a:pos x="42" y="281"/>
                  </a:cxn>
                  <a:cxn ang="0">
                    <a:pos x="38" y="288"/>
                  </a:cxn>
                  <a:cxn ang="0">
                    <a:pos x="35" y="297"/>
                  </a:cxn>
                  <a:cxn ang="0">
                    <a:pos x="32" y="306"/>
                  </a:cxn>
                  <a:cxn ang="0">
                    <a:pos x="30" y="315"/>
                  </a:cxn>
                  <a:cxn ang="0">
                    <a:pos x="27" y="323"/>
                  </a:cxn>
                  <a:cxn ang="0">
                    <a:pos x="24" y="332"/>
                  </a:cxn>
                  <a:cxn ang="0">
                    <a:pos x="21" y="341"/>
                  </a:cxn>
                  <a:cxn ang="0">
                    <a:pos x="18" y="350"/>
                  </a:cxn>
                  <a:cxn ang="0">
                    <a:pos x="15" y="358"/>
                  </a:cxn>
                  <a:cxn ang="0">
                    <a:pos x="14" y="366"/>
                  </a:cxn>
                  <a:cxn ang="0">
                    <a:pos x="10" y="380"/>
                  </a:cxn>
                  <a:cxn ang="0">
                    <a:pos x="2" y="428"/>
                  </a:cxn>
                  <a:cxn ang="0">
                    <a:pos x="10" y="430"/>
                  </a:cxn>
                  <a:cxn ang="0">
                    <a:pos x="7" y="467"/>
                  </a:cxn>
                  <a:cxn ang="0">
                    <a:pos x="56" y="479"/>
                  </a:cxn>
                  <a:cxn ang="0">
                    <a:pos x="76" y="423"/>
                  </a:cxn>
                  <a:cxn ang="0">
                    <a:pos x="85" y="418"/>
                  </a:cxn>
                  <a:cxn ang="0">
                    <a:pos x="96" y="381"/>
                  </a:cxn>
                  <a:cxn ang="0">
                    <a:pos x="102" y="362"/>
                  </a:cxn>
                  <a:cxn ang="0">
                    <a:pos x="102" y="355"/>
                  </a:cxn>
                  <a:cxn ang="0">
                    <a:pos x="107" y="346"/>
                  </a:cxn>
                  <a:cxn ang="0">
                    <a:pos x="110" y="316"/>
                  </a:cxn>
                  <a:cxn ang="0">
                    <a:pos x="113" y="309"/>
                  </a:cxn>
                  <a:cxn ang="0">
                    <a:pos x="117" y="283"/>
                  </a:cxn>
                  <a:cxn ang="0">
                    <a:pos x="117" y="277"/>
                  </a:cxn>
                  <a:cxn ang="0">
                    <a:pos x="120" y="269"/>
                  </a:cxn>
                  <a:cxn ang="0">
                    <a:pos x="131" y="211"/>
                  </a:cxn>
                  <a:cxn ang="0">
                    <a:pos x="125" y="210"/>
                  </a:cxn>
                  <a:cxn ang="0">
                    <a:pos x="165" y="128"/>
                  </a:cxn>
                  <a:cxn ang="0">
                    <a:pos x="198" y="81"/>
                  </a:cxn>
                  <a:cxn ang="0">
                    <a:pos x="184" y="25"/>
                  </a:cxn>
                  <a:cxn ang="0">
                    <a:pos x="158" y="0"/>
                  </a:cxn>
                  <a:cxn ang="0">
                    <a:pos x="156" y="3"/>
                  </a:cxn>
                  <a:cxn ang="0">
                    <a:pos x="155" y="61"/>
                  </a:cxn>
                  <a:cxn ang="0">
                    <a:pos x="110" y="69"/>
                  </a:cxn>
                  <a:cxn ang="0">
                    <a:pos x="155" y="61"/>
                  </a:cxn>
                  <a:cxn ang="0">
                    <a:pos x="102" y="64"/>
                  </a:cxn>
                  <a:cxn ang="0">
                    <a:pos x="95" y="12"/>
                  </a:cxn>
                  <a:cxn ang="0">
                    <a:pos x="92" y="11"/>
                  </a:cxn>
                  <a:cxn ang="0">
                    <a:pos x="67" y="51"/>
                  </a:cxn>
                  <a:cxn ang="0">
                    <a:pos x="54" y="84"/>
                  </a:cxn>
                  <a:cxn ang="0">
                    <a:pos x="47" y="101"/>
                  </a:cxn>
                  <a:cxn ang="0">
                    <a:pos x="51" y="103"/>
                  </a:cxn>
                  <a:cxn ang="0">
                    <a:pos x="54" y="108"/>
                  </a:cxn>
                  <a:cxn ang="0">
                    <a:pos x="55" y="109"/>
                  </a:cxn>
                  <a:cxn ang="0">
                    <a:pos x="59" y="102"/>
                  </a:cxn>
                  <a:cxn ang="0">
                    <a:pos x="61" y="101"/>
                  </a:cxn>
                  <a:cxn ang="0">
                    <a:pos x="64" y="107"/>
                  </a:cxn>
                  <a:cxn ang="0">
                    <a:pos x="66" y="108"/>
                  </a:cxn>
                  <a:cxn ang="0">
                    <a:pos x="69" y="102"/>
                  </a:cxn>
                  <a:cxn ang="0">
                    <a:pos x="110" y="69"/>
                  </a:cxn>
                  <a:cxn ang="0">
                    <a:pos x="110" y="69"/>
                  </a:cxn>
                  <a:cxn ang="0">
                    <a:pos x="54" y="462"/>
                  </a:cxn>
                  <a:cxn ang="0">
                    <a:pos x="15" y="458"/>
                  </a:cxn>
                </a:cxnLst>
                <a:rect l="0" t="0" r="r" b="b"/>
                <a:pathLst>
                  <a:path w="200" h="490">
                    <a:moveTo>
                      <a:pt x="70" y="101"/>
                    </a:moveTo>
                    <a:cubicBezTo>
                      <a:pt x="70" y="102"/>
                      <a:pt x="71" y="103"/>
                      <a:pt x="71" y="104"/>
                    </a:cubicBezTo>
                    <a:cubicBezTo>
                      <a:pt x="71" y="105"/>
                      <a:pt x="71" y="107"/>
                      <a:pt x="72" y="108"/>
                    </a:cubicBezTo>
                    <a:cubicBezTo>
                      <a:pt x="74" y="115"/>
                      <a:pt x="75" y="122"/>
                      <a:pt x="77" y="128"/>
                    </a:cubicBezTo>
                    <a:cubicBezTo>
                      <a:pt x="82" y="150"/>
                      <a:pt x="84" y="170"/>
                      <a:pt x="78" y="192"/>
                    </a:cubicBezTo>
                    <a:cubicBezTo>
                      <a:pt x="75" y="200"/>
                      <a:pt x="73" y="208"/>
                      <a:pt x="71" y="215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65" y="216"/>
                      <a:pt x="63" y="218"/>
                      <a:pt x="62" y="220"/>
                    </a:cubicBezTo>
                    <a:cubicBezTo>
                      <a:pt x="56" y="240"/>
                      <a:pt x="49" y="259"/>
                      <a:pt x="43" y="277"/>
                    </a:cubicBezTo>
                    <a:cubicBezTo>
                      <a:pt x="42" y="279"/>
                      <a:pt x="42" y="279"/>
                      <a:pt x="42" y="281"/>
                    </a:cubicBezTo>
                    <a:cubicBezTo>
                      <a:pt x="42" y="283"/>
                      <a:pt x="43" y="285"/>
                      <a:pt x="41" y="286"/>
                    </a:cubicBezTo>
                    <a:cubicBezTo>
                      <a:pt x="40" y="287"/>
                      <a:pt x="38" y="287"/>
                      <a:pt x="38" y="288"/>
                    </a:cubicBezTo>
                    <a:cubicBezTo>
                      <a:pt x="37" y="290"/>
                      <a:pt x="40" y="291"/>
                      <a:pt x="39" y="293"/>
                    </a:cubicBezTo>
                    <a:cubicBezTo>
                      <a:pt x="38" y="296"/>
                      <a:pt x="36" y="295"/>
                      <a:pt x="35" y="297"/>
                    </a:cubicBezTo>
                    <a:cubicBezTo>
                      <a:pt x="34" y="299"/>
                      <a:pt x="37" y="300"/>
                      <a:pt x="36" y="302"/>
                    </a:cubicBezTo>
                    <a:cubicBezTo>
                      <a:pt x="36" y="304"/>
                      <a:pt x="33" y="304"/>
                      <a:pt x="32" y="306"/>
                    </a:cubicBezTo>
                    <a:cubicBezTo>
                      <a:pt x="32" y="308"/>
                      <a:pt x="34" y="309"/>
                      <a:pt x="33" y="311"/>
                    </a:cubicBezTo>
                    <a:cubicBezTo>
                      <a:pt x="33" y="313"/>
                      <a:pt x="30" y="312"/>
                      <a:pt x="30" y="315"/>
                    </a:cubicBezTo>
                    <a:cubicBezTo>
                      <a:pt x="29" y="317"/>
                      <a:pt x="31" y="318"/>
                      <a:pt x="31" y="320"/>
                    </a:cubicBezTo>
                    <a:cubicBezTo>
                      <a:pt x="30" y="322"/>
                      <a:pt x="27" y="321"/>
                      <a:pt x="27" y="323"/>
                    </a:cubicBezTo>
                    <a:cubicBezTo>
                      <a:pt x="26" y="325"/>
                      <a:pt x="28" y="326"/>
                      <a:pt x="28" y="329"/>
                    </a:cubicBezTo>
                    <a:cubicBezTo>
                      <a:pt x="27" y="331"/>
                      <a:pt x="25" y="330"/>
                      <a:pt x="24" y="332"/>
                    </a:cubicBezTo>
                    <a:cubicBezTo>
                      <a:pt x="23" y="334"/>
                      <a:pt x="26" y="335"/>
                      <a:pt x="25" y="337"/>
                    </a:cubicBezTo>
                    <a:cubicBezTo>
                      <a:pt x="24" y="339"/>
                      <a:pt x="22" y="339"/>
                      <a:pt x="21" y="341"/>
                    </a:cubicBezTo>
                    <a:cubicBezTo>
                      <a:pt x="20" y="343"/>
                      <a:pt x="23" y="344"/>
                      <a:pt x="22" y="346"/>
                    </a:cubicBezTo>
                    <a:cubicBezTo>
                      <a:pt x="21" y="348"/>
                      <a:pt x="19" y="348"/>
                      <a:pt x="18" y="350"/>
                    </a:cubicBezTo>
                    <a:cubicBezTo>
                      <a:pt x="18" y="352"/>
                      <a:pt x="20" y="353"/>
                      <a:pt x="19" y="355"/>
                    </a:cubicBezTo>
                    <a:cubicBezTo>
                      <a:pt x="19" y="357"/>
                      <a:pt x="16" y="356"/>
                      <a:pt x="15" y="358"/>
                    </a:cubicBezTo>
                    <a:cubicBezTo>
                      <a:pt x="15" y="361"/>
                      <a:pt x="17" y="362"/>
                      <a:pt x="16" y="364"/>
                    </a:cubicBezTo>
                    <a:cubicBezTo>
                      <a:pt x="16" y="365"/>
                      <a:pt x="15" y="365"/>
                      <a:pt x="14" y="366"/>
                    </a:cubicBezTo>
                    <a:cubicBezTo>
                      <a:pt x="13" y="367"/>
                      <a:pt x="13" y="367"/>
                      <a:pt x="13" y="368"/>
                    </a:cubicBezTo>
                    <a:cubicBezTo>
                      <a:pt x="11" y="372"/>
                      <a:pt x="11" y="376"/>
                      <a:pt x="10" y="380"/>
                    </a:cubicBezTo>
                    <a:cubicBezTo>
                      <a:pt x="6" y="394"/>
                      <a:pt x="3" y="407"/>
                      <a:pt x="1" y="421"/>
                    </a:cubicBezTo>
                    <a:cubicBezTo>
                      <a:pt x="0" y="423"/>
                      <a:pt x="0" y="426"/>
                      <a:pt x="2" y="428"/>
                    </a:cubicBezTo>
                    <a:cubicBezTo>
                      <a:pt x="4" y="430"/>
                      <a:pt x="6" y="430"/>
                      <a:pt x="8" y="430"/>
                    </a:cubicBezTo>
                    <a:cubicBezTo>
                      <a:pt x="10" y="430"/>
                      <a:pt x="10" y="430"/>
                      <a:pt x="10" y="430"/>
                    </a:cubicBezTo>
                    <a:cubicBezTo>
                      <a:pt x="9" y="431"/>
                      <a:pt x="9" y="433"/>
                      <a:pt x="9" y="434"/>
                    </a:cubicBezTo>
                    <a:cubicBezTo>
                      <a:pt x="7" y="443"/>
                      <a:pt x="5" y="456"/>
                      <a:pt x="7" y="467"/>
                    </a:cubicBezTo>
                    <a:cubicBezTo>
                      <a:pt x="9" y="479"/>
                      <a:pt x="16" y="487"/>
                      <a:pt x="28" y="489"/>
                    </a:cubicBezTo>
                    <a:cubicBezTo>
                      <a:pt x="38" y="490"/>
                      <a:pt x="48" y="487"/>
                      <a:pt x="56" y="479"/>
                    </a:cubicBezTo>
                    <a:cubicBezTo>
                      <a:pt x="65" y="469"/>
                      <a:pt x="74" y="438"/>
                      <a:pt x="75" y="425"/>
                    </a:cubicBezTo>
                    <a:cubicBezTo>
                      <a:pt x="75" y="425"/>
                      <a:pt x="75" y="424"/>
                      <a:pt x="76" y="423"/>
                    </a:cubicBezTo>
                    <a:cubicBezTo>
                      <a:pt x="77" y="423"/>
                      <a:pt x="78" y="422"/>
                      <a:pt x="80" y="422"/>
                    </a:cubicBezTo>
                    <a:cubicBezTo>
                      <a:pt x="82" y="422"/>
                      <a:pt x="84" y="420"/>
                      <a:pt x="85" y="418"/>
                    </a:cubicBezTo>
                    <a:cubicBezTo>
                      <a:pt x="89" y="408"/>
                      <a:pt x="93" y="398"/>
                      <a:pt x="96" y="389"/>
                    </a:cubicBezTo>
                    <a:cubicBezTo>
                      <a:pt x="97" y="386"/>
                      <a:pt x="98" y="383"/>
                      <a:pt x="96" y="381"/>
                    </a:cubicBezTo>
                    <a:cubicBezTo>
                      <a:pt x="97" y="380"/>
                      <a:pt x="98" y="378"/>
                      <a:pt x="98" y="377"/>
                    </a:cubicBezTo>
                    <a:cubicBezTo>
                      <a:pt x="100" y="372"/>
                      <a:pt x="101" y="367"/>
                      <a:pt x="102" y="362"/>
                    </a:cubicBezTo>
                    <a:cubicBezTo>
                      <a:pt x="102" y="361"/>
                      <a:pt x="102" y="360"/>
                      <a:pt x="102" y="359"/>
                    </a:cubicBezTo>
                    <a:cubicBezTo>
                      <a:pt x="102" y="358"/>
                      <a:pt x="102" y="357"/>
                      <a:pt x="102" y="355"/>
                    </a:cubicBezTo>
                    <a:cubicBezTo>
                      <a:pt x="102" y="352"/>
                      <a:pt x="104" y="350"/>
                      <a:pt x="105" y="348"/>
                    </a:cubicBezTo>
                    <a:cubicBezTo>
                      <a:pt x="106" y="347"/>
                      <a:pt x="106" y="347"/>
                      <a:pt x="107" y="346"/>
                    </a:cubicBezTo>
                    <a:cubicBezTo>
                      <a:pt x="108" y="338"/>
                      <a:pt x="110" y="332"/>
                      <a:pt x="111" y="324"/>
                    </a:cubicBezTo>
                    <a:cubicBezTo>
                      <a:pt x="112" y="322"/>
                      <a:pt x="110" y="319"/>
                      <a:pt x="110" y="316"/>
                    </a:cubicBezTo>
                    <a:cubicBezTo>
                      <a:pt x="110" y="314"/>
                      <a:pt x="111" y="313"/>
                      <a:pt x="112" y="311"/>
                    </a:cubicBezTo>
                    <a:cubicBezTo>
                      <a:pt x="113" y="310"/>
                      <a:pt x="113" y="309"/>
                      <a:pt x="113" y="309"/>
                    </a:cubicBezTo>
                    <a:cubicBezTo>
                      <a:pt x="114" y="301"/>
                      <a:pt x="116" y="293"/>
                      <a:pt x="117" y="285"/>
                    </a:cubicBezTo>
                    <a:cubicBezTo>
                      <a:pt x="117" y="284"/>
                      <a:pt x="117" y="284"/>
                      <a:pt x="117" y="283"/>
                    </a:cubicBezTo>
                    <a:cubicBezTo>
                      <a:pt x="117" y="283"/>
                      <a:pt x="117" y="282"/>
                      <a:pt x="117" y="281"/>
                    </a:cubicBezTo>
                    <a:cubicBezTo>
                      <a:pt x="117" y="280"/>
                      <a:pt x="117" y="279"/>
                      <a:pt x="117" y="277"/>
                    </a:cubicBezTo>
                    <a:cubicBezTo>
                      <a:pt x="117" y="275"/>
                      <a:pt x="118" y="273"/>
                      <a:pt x="119" y="272"/>
                    </a:cubicBezTo>
                    <a:cubicBezTo>
                      <a:pt x="119" y="271"/>
                      <a:pt x="120" y="270"/>
                      <a:pt x="120" y="269"/>
                    </a:cubicBezTo>
                    <a:cubicBezTo>
                      <a:pt x="123" y="251"/>
                      <a:pt x="128" y="232"/>
                      <a:pt x="132" y="214"/>
                    </a:cubicBezTo>
                    <a:cubicBezTo>
                      <a:pt x="132" y="213"/>
                      <a:pt x="132" y="212"/>
                      <a:pt x="131" y="211"/>
                    </a:cubicBezTo>
                    <a:cubicBezTo>
                      <a:pt x="130" y="210"/>
                      <a:pt x="129" y="210"/>
                      <a:pt x="128" y="210"/>
                    </a:cubicBezTo>
                    <a:cubicBezTo>
                      <a:pt x="125" y="210"/>
                      <a:pt x="125" y="210"/>
                      <a:pt x="125" y="210"/>
                    </a:cubicBezTo>
                    <a:cubicBezTo>
                      <a:pt x="127" y="201"/>
                      <a:pt x="129" y="193"/>
                      <a:pt x="131" y="185"/>
                    </a:cubicBezTo>
                    <a:cubicBezTo>
                      <a:pt x="138" y="164"/>
                      <a:pt x="148" y="146"/>
                      <a:pt x="165" y="128"/>
                    </a:cubicBezTo>
                    <a:cubicBezTo>
                      <a:pt x="171" y="121"/>
                      <a:pt x="175" y="116"/>
                      <a:pt x="179" y="112"/>
                    </a:cubicBezTo>
                    <a:cubicBezTo>
                      <a:pt x="188" y="102"/>
                      <a:pt x="195" y="95"/>
                      <a:pt x="198" y="81"/>
                    </a:cubicBezTo>
                    <a:cubicBezTo>
                      <a:pt x="200" y="73"/>
                      <a:pt x="200" y="66"/>
                      <a:pt x="199" y="59"/>
                    </a:cubicBezTo>
                    <a:cubicBezTo>
                      <a:pt x="197" y="47"/>
                      <a:pt x="191" y="36"/>
                      <a:pt x="184" y="25"/>
                    </a:cubicBezTo>
                    <a:cubicBezTo>
                      <a:pt x="178" y="15"/>
                      <a:pt x="171" y="7"/>
                      <a:pt x="161" y="2"/>
                    </a:cubicBezTo>
                    <a:cubicBezTo>
                      <a:pt x="160" y="1"/>
                      <a:pt x="159" y="1"/>
                      <a:pt x="158" y="0"/>
                    </a:cubicBezTo>
                    <a:cubicBezTo>
                      <a:pt x="157" y="0"/>
                      <a:pt x="157" y="0"/>
                      <a:pt x="156" y="1"/>
                    </a:cubicBezTo>
                    <a:cubicBezTo>
                      <a:pt x="156" y="1"/>
                      <a:pt x="155" y="2"/>
                      <a:pt x="156" y="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0" y="55"/>
                      <a:pt x="157" y="58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09" y="67"/>
                      <a:pt x="104" y="65"/>
                      <a:pt x="102" y="64"/>
                    </a:cubicBezTo>
                    <a:cubicBezTo>
                      <a:pt x="101" y="63"/>
                      <a:pt x="101" y="61"/>
                      <a:pt x="101" y="5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11"/>
                      <a:pt x="94" y="11"/>
                      <a:pt x="94" y="10"/>
                    </a:cubicBezTo>
                    <a:cubicBezTo>
                      <a:pt x="93" y="10"/>
                      <a:pt x="92" y="10"/>
                      <a:pt x="92" y="11"/>
                    </a:cubicBezTo>
                    <a:cubicBezTo>
                      <a:pt x="91" y="11"/>
                      <a:pt x="90" y="12"/>
                      <a:pt x="89" y="13"/>
                    </a:cubicBezTo>
                    <a:cubicBezTo>
                      <a:pt x="79" y="23"/>
                      <a:pt x="72" y="37"/>
                      <a:pt x="67" y="51"/>
                    </a:cubicBezTo>
                    <a:cubicBezTo>
                      <a:pt x="64" y="58"/>
                      <a:pt x="62" y="65"/>
                      <a:pt x="59" y="72"/>
                    </a:cubicBezTo>
                    <a:cubicBezTo>
                      <a:pt x="57" y="78"/>
                      <a:pt x="55" y="81"/>
                      <a:pt x="54" y="84"/>
                    </a:cubicBezTo>
                    <a:cubicBezTo>
                      <a:pt x="52" y="87"/>
                      <a:pt x="48" y="92"/>
                      <a:pt x="47" y="94"/>
                    </a:cubicBezTo>
                    <a:cubicBezTo>
                      <a:pt x="46" y="96"/>
                      <a:pt x="47" y="100"/>
                      <a:pt x="47" y="101"/>
                    </a:cubicBezTo>
                    <a:cubicBezTo>
                      <a:pt x="47" y="102"/>
                      <a:pt x="48" y="103"/>
                      <a:pt x="49" y="103"/>
                    </a:cubicBezTo>
                    <a:cubicBezTo>
                      <a:pt x="49" y="103"/>
                      <a:pt x="50" y="103"/>
                      <a:pt x="51" y="103"/>
                    </a:cubicBezTo>
                    <a:cubicBezTo>
                      <a:pt x="52" y="103"/>
                      <a:pt x="53" y="103"/>
                      <a:pt x="53" y="104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7" y="109"/>
                      <a:pt x="58" y="108"/>
                      <a:pt x="58" y="106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2" y="101"/>
                      <a:pt x="63" y="102"/>
                      <a:pt x="63" y="102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8"/>
                      <a:pt x="65" y="108"/>
                    </a:cubicBezTo>
                    <a:cubicBezTo>
                      <a:pt x="65" y="108"/>
                      <a:pt x="65" y="108"/>
                      <a:pt x="66" y="108"/>
                    </a:cubicBezTo>
                    <a:cubicBezTo>
                      <a:pt x="67" y="107"/>
                      <a:pt x="68" y="106"/>
                      <a:pt x="68" y="105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1"/>
                      <a:pt x="70" y="100"/>
                      <a:pt x="70" y="101"/>
                    </a:cubicBezTo>
                    <a:close/>
                    <a:moveTo>
                      <a:pt x="110" y="69"/>
                    </a:moveTo>
                    <a:cubicBezTo>
                      <a:pt x="155" y="61"/>
                      <a:pt x="155" y="61"/>
                      <a:pt x="155" y="61"/>
                    </a:cubicBezTo>
                    <a:cubicBezTo>
                      <a:pt x="110" y="69"/>
                      <a:pt x="110" y="69"/>
                      <a:pt x="110" y="69"/>
                    </a:cubicBezTo>
                    <a:close/>
                    <a:moveTo>
                      <a:pt x="37" y="441"/>
                    </a:moveTo>
                    <a:cubicBezTo>
                      <a:pt x="48" y="443"/>
                      <a:pt x="56" y="452"/>
                      <a:pt x="54" y="462"/>
                    </a:cubicBezTo>
                    <a:cubicBezTo>
                      <a:pt x="53" y="473"/>
                      <a:pt x="43" y="480"/>
                      <a:pt x="32" y="479"/>
                    </a:cubicBezTo>
                    <a:cubicBezTo>
                      <a:pt x="21" y="478"/>
                      <a:pt x="13" y="469"/>
                      <a:pt x="15" y="458"/>
                    </a:cubicBezTo>
                    <a:cubicBezTo>
                      <a:pt x="16" y="448"/>
                      <a:pt x="26" y="440"/>
                      <a:pt x="37" y="44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4675989" y="4931233"/>
            <a:ext cx="2739005" cy="1430001"/>
            <a:chOff x="4675989" y="4931233"/>
            <a:chExt cx="2739005" cy="1430001"/>
          </a:xfrm>
        </p:grpSpPr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4" name="Freeform 9"/>
            <p:cNvSpPr>
              <a:spLocks/>
            </p:cNvSpPr>
            <p:nvPr/>
          </p:nvSpPr>
          <p:spPr bwMode="auto">
            <a:xfrm rot="20142513">
              <a:off x="4675989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25" name="Freeform 9"/>
            <p:cNvSpPr>
              <a:spLocks/>
            </p:cNvSpPr>
            <p:nvPr/>
          </p:nvSpPr>
          <p:spPr bwMode="auto">
            <a:xfrm rot="20142513">
              <a:off x="4938456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26" name="Freeform 9"/>
            <p:cNvSpPr>
              <a:spLocks/>
            </p:cNvSpPr>
            <p:nvPr/>
          </p:nvSpPr>
          <p:spPr bwMode="auto">
            <a:xfrm rot="20142513">
              <a:off x="5200923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27" name="Freeform 9"/>
            <p:cNvSpPr>
              <a:spLocks/>
            </p:cNvSpPr>
            <p:nvPr/>
          </p:nvSpPr>
          <p:spPr bwMode="auto">
            <a:xfrm rot="20142513">
              <a:off x="5463390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28" name="Freeform 9"/>
            <p:cNvSpPr>
              <a:spLocks/>
            </p:cNvSpPr>
            <p:nvPr/>
          </p:nvSpPr>
          <p:spPr bwMode="auto">
            <a:xfrm rot="20142513">
              <a:off x="5725857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29" name="Freeform 9"/>
            <p:cNvSpPr>
              <a:spLocks/>
            </p:cNvSpPr>
            <p:nvPr/>
          </p:nvSpPr>
          <p:spPr bwMode="auto">
            <a:xfrm rot="20142513">
              <a:off x="5988324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0" name="Freeform 9"/>
            <p:cNvSpPr>
              <a:spLocks/>
            </p:cNvSpPr>
            <p:nvPr/>
          </p:nvSpPr>
          <p:spPr bwMode="auto">
            <a:xfrm rot="20142513">
              <a:off x="6250791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1" name="Freeform 9"/>
            <p:cNvSpPr>
              <a:spLocks/>
            </p:cNvSpPr>
            <p:nvPr/>
          </p:nvSpPr>
          <p:spPr bwMode="auto">
            <a:xfrm rot="20142513">
              <a:off x="6513258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2" name="Freeform 9"/>
            <p:cNvSpPr>
              <a:spLocks/>
            </p:cNvSpPr>
            <p:nvPr/>
          </p:nvSpPr>
          <p:spPr bwMode="auto">
            <a:xfrm rot="20142513">
              <a:off x="6775725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3" name="Freeform 9"/>
            <p:cNvSpPr>
              <a:spLocks/>
            </p:cNvSpPr>
            <p:nvPr/>
          </p:nvSpPr>
          <p:spPr bwMode="auto">
            <a:xfrm rot="20142513">
              <a:off x="7038188" y="504597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6" name="Freeform 9"/>
            <p:cNvSpPr>
              <a:spLocks/>
            </p:cNvSpPr>
            <p:nvPr/>
          </p:nvSpPr>
          <p:spPr bwMode="auto">
            <a:xfrm rot="20142513">
              <a:off x="4675989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7" name="Freeform 9"/>
            <p:cNvSpPr>
              <a:spLocks/>
            </p:cNvSpPr>
            <p:nvPr/>
          </p:nvSpPr>
          <p:spPr bwMode="auto">
            <a:xfrm rot="20142513">
              <a:off x="4938456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8" name="Freeform 9"/>
            <p:cNvSpPr>
              <a:spLocks/>
            </p:cNvSpPr>
            <p:nvPr/>
          </p:nvSpPr>
          <p:spPr bwMode="auto">
            <a:xfrm rot="20142513">
              <a:off x="5200923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39" name="Freeform 9"/>
            <p:cNvSpPr>
              <a:spLocks/>
            </p:cNvSpPr>
            <p:nvPr/>
          </p:nvSpPr>
          <p:spPr bwMode="auto">
            <a:xfrm rot="20142513">
              <a:off x="5463390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0" name="Freeform 9"/>
            <p:cNvSpPr>
              <a:spLocks/>
            </p:cNvSpPr>
            <p:nvPr/>
          </p:nvSpPr>
          <p:spPr bwMode="auto">
            <a:xfrm rot="20142513">
              <a:off x="5725857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1" name="Freeform 9"/>
            <p:cNvSpPr>
              <a:spLocks/>
            </p:cNvSpPr>
            <p:nvPr/>
          </p:nvSpPr>
          <p:spPr bwMode="auto">
            <a:xfrm rot="20142513">
              <a:off x="5988324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2" name="Freeform 9"/>
            <p:cNvSpPr>
              <a:spLocks/>
            </p:cNvSpPr>
            <p:nvPr/>
          </p:nvSpPr>
          <p:spPr bwMode="auto">
            <a:xfrm rot="20142513">
              <a:off x="6250791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3" name="Freeform 9"/>
            <p:cNvSpPr>
              <a:spLocks/>
            </p:cNvSpPr>
            <p:nvPr/>
          </p:nvSpPr>
          <p:spPr bwMode="auto">
            <a:xfrm rot="20142513">
              <a:off x="6513258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4" name="Freeform 9"/>
            <p:cNvSpPr>
              <a:spLocks/>
            </p:cNvSpPr>
            <p:nvPr/>
          </p:nvSpPr>
          <p:spPr bwMode="auto">
            <a:xfrm rot="20142513">
              <a:off x="6775725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945" name="Freeform 9"/>
            <p:cNvSpPr>
              <a:spLocks/>
            </p:cNvSpPr>
            <p:nvPr/>
          </p:nvSpPr>
          <p:spPr bwMode="auto">
            <a:xfrm rot="20142513">
              <a:off x="7038188" y="5756546"/>
              <a:ext cx="297952" cy="577899"/>
            </a:xfrm>
            <a:custGeom>
              <a:avLst/>
              <a:gdLst/>
              <a:ahLst/>
              <a:cxnLst>
                <a:cxn ang="0">
                  <a:pos x="87" y="135"/>
                </a:cxn>
                <a:cxn ang="0">
                  <a:pos x="88" y="132"/>
                </a:cxn>
                <a:cxn ang="0">
                  <a:pos x="90" y="129"/>
                </a:cxn>
                <a:cxn ang="0">
                  <a:pos x="91" y="126"/>
                </a:cxn>
                <a:cxn ang="0">
                  <a:pos x="93" y="123"/>
                </a:cxn>
                <a:cxn ang="0">
                  <a:pos x="94" y="120"/>
                </a:cxn>
                <a:cxn ang="0">
                  <a:pos x="95" y="117"/>
                </a:cxn>
                <a:cxn ang="0">
                  <a:pos x="97" y="114"/>
                </a:cxn>
                <a:cxn ang="0">
                  <a:pos x="98" y="111"/>
                </a:cxn>
                <a:cxn ang="0">
                  <a:pos x="99" y="108"/>
                </a:cxn>
                <a:cxn ang="0">
                  <a:pos x="101" y="105"/>
                </a:cxn>
                <a:cxn ang="0">
                  <a:pos x="110" y="106"/>
                </a:cxn>
                <a:cxn ang="0">
                  <a:pos x="110" y="108"/>
                </a:cxn>
                <a:cxn ang="0">
                  <a:pos x="111" y="118"/>
                </a:cxn>
                <a:cxn ang="0">
                  <a:pos x="117" y="101"/>
                </a:cxn>
                <a:cxn ang="0">
                  <a:pos x="131" y="70"/>
                </a:cxn>
                <a:cxn ang="0">
                  <a:pos x="167" y="8"/>
                </a:cxn>
                <a:cxn ang="0">
                  <a:pos x="178" y="6"/>
                </a:cxn>
                <a:cxn ang="0">
                  <a:pos x="185" y="11"/>
                </a:cxn>
                <a:cxn ang="0">
                  <a:pos x="220" y="83"/>
                </a:cxn>
                <a:cxn ang="0">
                  <a:pos x="223" y="96"/>
                </a:cxn>
                <a:cxn ang="0">
                  <a:pos x="210" y="159"/>
                </a:cxn>
                <a:cxn ang="0">
                  <a:pos x="195" y="169"/>
                </a:cxn>
                <a:cxn ang="0">
                  <a:pos x="185" y="197"/>
                </a:cxn>
                <a:cxn ang="0">
                  <a:pos x="191" y="219"/>
                </a:cxn>
                <a:cxn ang="0">
                  <a:pos x="173" y="230"/>
                </a:cxn>
                <a:cxn ang="0">
                  <a:pos x="158" y="268"/>
                </a:cxn>
                <a:cxn ang="0">
                  <a:pos x="162" y="293"/>
                </a:cxn>
                <a:cxn ang="0">
                  <a:pos x="136" y="310"/>
                </a:cxn>
                <a:cxn ang="0">
                  <a:pos x="127" y="352"/>
                </a:cxn>
                <a:cxn ang="0">
                  <a:pos x="134" y="367"/>
                </a:cxn>
                <a:cxn ang="0">
                  <a:pos x="124" y="377"/>
                </a:cxn>
                <a:cxn ang="0">
                  <a:pos x="104" y="421"/>
                </a:cxn>
                <a:cxn ang="0">
                  <a:pos x="119" y="443"/>
                </a:cxn>
                <a:cxn ang="0">
                  <a:pos x="111" y="485"/>
                </a:cxn>
                <a:cxn ang="0">
                  <a:pos x="35" y="499"/>
                </a:cxn>
                <a:cxn ang="0">
                  <a:pos x="3" y="417"/>
                </a:cxn>
                <a:cxn ang="0">
                  <a:pos x="46" y="250"/>
                </a:cxn>
                <a:cxn ang="0">
                  <a:pos x="54" y="236"/>
                </a:cxn>
                <a:cxn ang="0">
                  <a:pos x="86" y="167"/>
                </a:cxn>
                <a:cxn ang="0">
                  <a:pos x="98" y="136"/>
                </a:cxn>
                <a:cxn ang="0">
                  <a:pos x="91" y="146"/>
                </a:cxn>
                <a:cxn ang="0">
                  <a:pos x="85" y="142"/>
                </a:cxn>
                <a:cxn ang="0">
                  <a:pos x="87" y="137"/>
                </a:cxn>
              </a:cxnLst>
              <a:rect l="0" t="0" r="r" b="b"/>
              <a:pathLst>
                <a:path w="262" h="508">
                  <a:moveTo>
                    <a:pt x="87" y="137"/>
                  </a:moveTo>
                  <a:cubicBezTo>
                    <a:pt x="88" y="137"/>
                    <a:pt x="87" y="136"/>
                    <a:pt x="87" y="135"/>
                  </a:cubicBezTo>
                  <a:cubicBezTo>
                    <a:pt x="87" y="135"/>
                    <a:pt x="88" y="135"/>
                    <a:pt x="89" y="134"/>
                  </a:cubicBezTo>
                  <a:cubicBezTo>
                    <a:pt x="89" y="133"/>
                    <a:pt x="88" y="133"/>
                    <a:pt x="88" y="132"/>
                  </a:cubicBezTo>
                  <a:cubicBezTo>
                    <a:pt x="89" y="132"/>
                    <a:pt x="90" y="132"/>
                    <a:pt x="90" y="131"/>
                  </a:cubicBezTo>
                  <a:cubicBezTo>
                    <a:pt x="90" y="130"/>
                    <a:pt x="89" y="130"/>
                    <a:pt x="90" y="129"/>
                  </a:cubicBezTo>
                  <a:cubicBezTo>
                    <a:pt x="90" y="129"/>
                    <a:pt x="91" y="129"/>
                    <a:pt x="91" y="128"/>
                  </a:cubicBezTo>
                  <a:cubicBezTo>
                    <a:pt x="92" y="127"/>
                    <a:pt x="91" y="127"/>
                    <a:pt x="91" y="126"/>
                  </a:cubicBezTo>
                  <a:cubicBezTo>
                    <a:pt x="91" y="126"/>
                    <a:pt x="92" y="126"/>
                    <a:pt x="93" y="125"/>
                  </a:cubicBezTo>
                  <a:cubicBezTo>
                    <a:pt x="93" y="124"/>
                    <a:pt x="92" y="124"/>
                    <a:pt x="93" y="123"/>
                  </a:cubicBezTo>
                  <a:cubicBezTo>
                    <a:pt x="93" y="123"/>
                    <a:pt x="94" y="123"/>
                    <a:pt x="94" y="122"/>
                  </a:cubicBezTo>
                  <a:cubicBezTo>
                    <a:pt x="94" y="121"/>
                    <a:pt x="94" y="121"/>
                    <a:pt x="94" y="120"/>
                  </a:cubicBezTo>
                  <a:cubicBezTo>
                    <a:pt x="94" y="120"/>
                    <a:pt x="95" y="120"/>
                    <a:pt x="95" y="119"/>
                  </a:cubicBezTo>
                  <a:cubicBezTo>
                    <a:pt x="96" y="118"/>
                    <a:pt x="95" y="118"/>
                    <a:pt x="95" y="117"/>
                  </a:cubicBezTo>
                  <a:cubicBezTo>
                    <a:pt x="96" y="116"/>
                    <a:pt x="96" y="117"/>
                    <a:pt x="97" y="116"/>
                  </a:cubicBezTo>
                  <a:cubicBezTo>
                    <a:pt x="97" y="115"/>
                    <a:pt x="96" y="115"/>
                    <a:pt x="97" y="114"/>
                  </a:cubicBezTo>
                  <a:cubicBezTo>
                    <a:pt x="97" y="113"/>
                    <a:pt x="98" y="114"/>
                    <a:pt x="98" y="113"/>
                  </a:cubicBezTo>
                  <a:cubicBezTo>
                    <a:pt x="98" y="112"/>
                    <a:pt x="98" y="112"/>
                    <a:pt x="98" y="111"/>
                  </a:cubicBezTo>
                  <a:cubicBezTo>
                    <a:pt x="98" y="110"/>
                    <a:pt x="99" y="111"/>
                    <a:pt x="100" y="110"/>
                  </a:cubicBezTo>
                  <a:cubicBezTo>
                    <a:pt x="100" y="109"/>
                    <a:pt x="99" y="109"/>
                    <a:pt x="99" y="108"/>
                  </a:cubicBezTo>
                  <a:cubicBezTo>
                    <a:pt x="100" y="108"/>
                    <a:pt x="100" y="108"/>
                    <a:pt x="101" y="107"/>
                  </a:cubicBezTo>
                  <a:cubicBezTo>
                    <a:pt x="101" y="107"/>
                    <a:pt x="101" y="105"/>
                    <a:pt x="101" y="105"/>
                  </a:cubicBezTo>
                  <a:cubicBezTo>
                    <a:pt x="102" y="103"/>
                    <a:pt x="104" y="103"/>
                    <a:pt x="106" y="104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0" y="106"/>
                    <a:pt x="110" y="106"/>
                    <a:pt x="111" y="106"/>
                  </a:cubicBezTo>
                  <a:cubicBezTo>
                    <a:pt x="111" y="107"/>
                    <a:pt x="111" y="107"/>
                    <a:pt x="110" y="108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3" y="113"/>
                    <a:pt x="116" y="108"/>
                    <a:pt x="119" y="103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101"/>
                    <a:pt x="115" y="100"/>
                    <a:pt x="116" y="99"/>
                  </a:cubicBezTo>
                  <a:cubicBezTo>
                    <a:pt x="121" y="89"/>
                    <a:pt x="126" y="79"/>
                    <a:pt x="131" y="70"/>
                  </a:cubicBezTo>
                  <a:cubicBezTo>
                    <a:pt x="135" y="63"/>
                    <a:pt x="146" y="42"/>
                    <a:pt x="154" y="29"/>
                  </a:cubicBezTo>
                  <a:cubicBezTo>
                    <a:pt x="158" y="21"/>
                    <a:pt x="162" y="14"/>
                    <a:pt x="167" y="8"/>
                  </a:cubicBezTo>
                  <a:cubicBezTo>
                    <a:pt x="169" y="6"/>
                    <a:pt x="170" y="4"/>
                    <a:pt x="172" y="3"/>
                  </a:cubicBezTo>
                  <a:cubicBezTo>
                    <a:pt x="175" y="3"/>
                    <a:pt x="177" y="4"/>
                    <a:pt x="178" y="6"/>
                  </a:cubicBezTo>
                  <a:cubicBezTo>
                    <a:pt x="180" y="8"/>
                    <a:pt x="182" y="11"/>
                    <a:pt x="183" y="13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22" y="86"/>
                    <a:pt x="223" y="89"/>
                  </a:cubicBezTo>
                  <a:cubicBezTo>
                    <a:pt x="223" y="91"/>
                    <a:pt x="223" y="94"/>
                    <a:pt x="223" y="96"/>
                  </a:cubicBezTo>
                  <a:cubicBezTo>
                    <a:pt x="221" y="112"/>
                    <a:pt x="218" y="128"/>
                    <a:pt x="214" y="144"/>
                  </a:cubicBezTo>
                  <a:cubicBezTo>
                    <a:pt x="213" y="148"/>
                    <a:pt x="212" y="154"/>
                    <a:pt x="210" y="159"/>
                  </a:cubicBezTo>
                  <a:cubicBezTo>
                    <a:pt x="209" y="161"/>
                    <a:pt x="206" y="162"/>
                    <a:pt x="203" y="164"/>
                  </a:cubicBezTo>
                  <a:cubicBezTo>
                    <a:pt x="200" y="165"/>
                    <a:pt x="198" y="167"/>
                    <a:pt x="195" y="169"/>
                  </a:cubicBezTo>
                  <a:cubicBezTo>
                    <a:pt x="191" y="173"/>
                    <a:pt x="188" y="178"/>
                    <a:pt x="186" y="184"/>
                  </a:cubicBezTo>
                  <a:cubicBezTo>
                    <a:pt x="185" y="188"/>
                    <a:pt x="185" y="193"/>
                    <a:pt x="185" y="197"/>
                  </a:cubicBezTo>
                  <a:cubicBezTo>
                    <a:pt x="186" y="201"/>
                    <a:pt x="187" y="205"/>
                    <a:pt x="189" y="208"/>
                  </a:cubicBezTo>
                  <a:cubicBezTo>
                    <a:pt x="191" y="212"/>
                    <a:pt x="192" y="214"/>
                    <a:pt x="191" y="219"/>
                  </a:cubicBezTo>
                  <a:cubicBezTo>
                    <a:pt x="190" y="221"/>
                    <a:pt x="188" y="223"/>
                    <a:pt x="186" y="225"/>
                  </a:cubicBezTo>
                  <a:cubicBezTo>
                    <a:pt x="182" y="227"/>
                    <a:pt x="177" y="227"/>
                    <a:pt x="173" y="230"/>
                  </a:cubicBezTo>
                  <a:cubicBezTo>
                    <a:pt x="166" y="235"/>
                    <a:pt x="160" y="245"/>
                    <a:pt x="158" y="252"/>
                  </a:cubicBezTo>
                  <a:cubicBezTo>
                    <a:pt x="157" y="258"/>
                    <a:pt x="157" y="264"/>
                    <a:pt x="158" y="268"/>
                  </a:cubicBezTo>
                  <a:cubicBezTo>
                    <a:pt x="159" y="272"/>
                    <a:pt x="161" y="275"/>
                    <a:pt x="163" y="279"/>
                  </a:cubicBezTo>
                  <a:cubicBezTo>
                    <a:pt x="164" y="284"/>
                    <a:pt x="164" y="289"/>
                    <a:pt x="162" y="293"/>
                  </a:cubicBezTo>
                  <a:cubicBezTo>
                    <a:pt x="160" y="298"/>
                    <a:pt x="156" y="301"/>
                    <a:pt x="151" y="302"/>
                  </a:cubicBezTo>
                  <a:cubicBezTo>
                    <a:pt x="145" y="304"/>
                    <a:pt x="140" y="306"/>
                    <a:pt x="136" y="310"/>
                  </a:cubicBezTo>
                  <a:cubicBezTo>
                    <a:pt x="127" y="318"/>
                    <a:pt x="122" y="329"/>
                    <a:pt x="124" y="341"/>
                  </a:cubicBezTo>
                  <a:cubicBezTo>
                    <a:pt x="124" y="345"/>
                    <a:pt x="125" y="349"/>
                    <a:pt x="127" y="352"/>
                  </a:cubicBezTo>
                  <a:cubicBezTo>
                    <a:pt x="128" y="354"/>
                    <a:pt x="130" y="356"/>
                    <a:pt x="131" y="358"/>
                  </a:cubicBezTo>
                  <a:cubicBezTo>
                    <a:pt x="133" y="360"/>
                    <a:pt x="134" y="363"/>
                    <a:pt x="134" y="367"/>
                  </a:cubicBezTo>
                  <a:cubicBezTo>
                    <a:pt x="133" y="370"/>
                    <a:pt x="132" y="372"/>
                    <a:pt x="131" y="373"/>
                  </a:cubicBezTo>
                  <a:cubicBezTo>
                    <a:pt x="129" y="375"/>
                    <a:pt x="126" y="376"/>
                    <a:pt x="124" y="377"/>
                  </a:cubicBezTo>
                  <a:cubicBezTo>
                    <a:pt x="118" y="380"/>
                    <a:pt x="113" y="383"/>
                    <a:pt x="109" y="389"/>
                  </a:cubicBezTo>
                  <a:cubicBezTo>
                    <a:pt x="103" y="399"/>
                    <a:pt x="100" y="412"/>
                    <a:pt x="104" y="421"/>
                  </a:cubicBezTo>
                  <a:cubicBezTo>
                    <a:pt x="106" y="426"/>
                    <a:pt x="110" y="432"/>
                    <a:pt x="115" y="435"/>
                  </a:cubicBezTo>
                  <a:cubicBezTo>
                    <a:pt x="119" y="439"/>
                    <a:pt x="119" y="439"/>
                    <a:pt x="119" y="443"/>
                  </a:cubicBezTo>
                  <a:cubicBezTo>
                    <a:pt x="120" y="450"/>
                    <a:pt x="120" y="457"/>
                    <a:pt x="119" y="464"/>
                  </a:cubicBezTo>
                  <a:cubicBezTo>
                    <a:pt x="117" y="472"/>
                    <a:pt x="114" y="479"/>
                    <a:pt x="111" y="485"/>
                  </a:cubicBezTo>
                  <a:cubicBezTo>
                    <a:pt x="102" y="497"/>
                    <a:pt x="88" y="506"/>
                    <a:pt x="73" y="507"/>
                  </a:cubicBezTo>
                  <a:cubicBezTo>
                    <a:pt x="60" y="508"/>
                    <a:pt x="45" y="505"/>
                    <a:pt x="35" y="499"/>
                  </a:cubicBezTo>
                  <a:cubicBezTo>
                    <a:pt x="19" y="489"/>
                    <a:pt x="7" y="473"/>
                    <a:pt x="3" y="455"/>
                  </a:cubicBezTo>
                  <a:cubicBezTo>
                    <a:pt x="0" y="443"/>
                    <a:pt x="1" y="429"/>
                    <a:pt x="3" y="417"/>
                  </a:cubicBezTo>
                  <a:cubicBezTo>
                    <a:pt x="6" y="393"/>
                    <a:pt x="10" y="369"/>
                    <a:pt x="16" y="346"/>
                  </a:cubicBezTo>
                  <a:cubicBezTo>
                    <a:pt x="24" y="313"/>
                    <a:pt x="33" y="281"/>
                    <a:pt x="46" y="250"/>
                  </a:cubicBezTo>
                  <a:cubicBezTo>
                    <a:pt x="47" y="246"/>
                    <a:pt x="49" y="242"/>
                    <a:pt x="51" y="238"/>
                  </a:cubicBezTo>
                  <a:cubicBezTo>
                    <a:pt x="52" y="237"/>
                    <a:pt x="52" y="235"/>
                    <a:pt x="54" y="236"/>
                  </a:cubicBezTo>
                  <a:cubicBezTo>
                    <a:pt x="55" y="236"/>
                    <a:pt x="55" y="236"/>
                    <a:pt x="56" y="236"/>
                  </a:cubicBezTo>
                  <a:cubicBezTo>
                    <a:pt x="66" y="213"/>
                    <a:pt x="76" y="190"/>
                    <a:pt x="86" y="167"/>
                  </a:cubicBezTo>
                  <a:cubicBezTo>
                    <a:pt x="91" y="157"/>
                    <a:pt x="96" y="147"/>
                    <a:pt x="101" y="137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2" y="146"/>
                    <a:pt x="91" y="146"/>
                  </a:cubicBezTo>
                  <a:cubicBezTo>
                    <a:pt x="87" y="144"/>
                    <a:pt x="87" y="144"/>
                    <a:pt x="87" y="144"/>
                  </a:cubicBezTo>
                  <a:cubicBezTo>
                    <a:pt x="86" y="144"/>
                    <a:pt x="86" y="143"/>
                    <a:pt x="85" y="142"/>
                  </a:cubicBezTo>
                  <a:cubicBezTo>
                    <a:pt x="85" y="142"/>
                    <a:pt x="85" y="140"/>
                    <a:pt x="85" y="139"/>
                  </a:cubicBezTo>
                  <a:cubicBezTo>
                    <a:pt x="86" y="138"/>
                    <a:pt x="87" y="138"/>
                    <a:pt x="87" y="1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7526109" y="5006021"/>
            <a:ext cx="1150347" cy="1373375"/>
            <a:chOff x="7526109" y="5006021"/>
            <a:chExt cx="1150347" cy="1373375"/>
          </a:xfrm>
          <a:solidFill>
            <a:schemeClr val="bg1">
              <a:lumMod val="50000"/>
            </a:schemeClr>
          </a:solidFill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966" name="Gruppieren 965"/>
            <p:cNvGrpSpPr/>
            <p:nvPr/>
          </p:nvGrpSpPr>
          <p:grpSpPr>
            <a:xfrm>
              <a:off x="7526109" y="5006021"/>
              <a:ext cx="1150347" cy="410144"/>
              <a:chOff x="7526109" y="5006021"/>
              <a:chExt cx="1150347" cy="410144"/>
            </a:xfrm>
            <a:grpFill/>
          </p:grpSpPr>
          <p:sp>
            <p:nvSpPr>
              <p:cNvPr id="946" name="Freeform 10"/>
              <p:cNvSpPr>
                <a:spLocks/>
              </p:cNvSpPr>
              <p:nvPr/>
            </p:nvSpPr>
            <p:spPr bwMode="auto">
              <a:xfrm rot="5400000">
                <a:off x="7397448" y="5134682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47" name="Freeform 10"/>
              <p:cNvSpPr>
                <a:spLocks/>
              </p:cNvSpPr>
              <p:nvPr/>
            </p:nvSpPr>
            <p:spPr bwMode="auto">
              <a:xfrm rot="5400000">
                <a:off x="7646830" y="5134683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48" name="Freeform 10"/>
              <p:cNvSpPr>
                <a:spLocks/>
              </p:cNvSpPr>
              <p:nvPr/>
            </p:nvSpPr>
            <p:spPr bwMode="auto">
              <a:xfrm rot="5400000">
                <a:off x="7896212" y="5134683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49" name="Freeform 10"/>
              <p:cNvSpPr>
                <a:spLocks/>
              </p:cNvSpPr>
              <p:nvPr/>
            </p:nvSpPr>
            <p:spPr bwMode="auto">
              <a:xfrm rot="5400000">
                <a:off x="8145594" y="5134684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50" name="Freeform 10"/>
              <p:cNvSpPr>
                <a:spLocks/>
              </p:cNvSpPr>
              <p:nvPr/>
            </p:nvSpPr>
            <p:spPr bwMode="auto">
              <a:xfrm rot="5400000">
                <a:off x="8394975" y="5134685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526109" y="5487636"/>
              <a:ext cx="1150347" cy="410144"/>
              <a:chOff x="7526109" y="5489670"/>
              <a:chExt cx="1150347" cy="410144"/>
            </a:xfrm>
            <a:grpFill/>
          </p:grpSpPr>
          <p:sp>
            <p:nvSpPr>
              <p:cNvPr id="953" name="Freeform 10"/>
              <p:cNvSpPr>
                <a:spLocks/>
              </p:cNvSpPr>
              <p:nvPr/>
            </p:nvSpPr>
            <p:spPr bwMode="auto">
              <a:xfrm rot="5400000">
                <a:off x="7397448" y="5618331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54" name="Freeform 10"/>
              <p:cNvSpPr>
                <a:spLocks/>
              </p:cNvSpPr>
              <p:nvPr/>
            </p:nvSpPr>
            <p:spPr bwMode="auto">
              <a:xfrm rot="5400000">
                <a:off x="7646830" y="5618332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55" name="Freeform 10"/>
              <p:cNvSpPr>
                <a:spLocks/>
              </p:cNvSpPr>
              <p:nvPr/>
            </p:nvSpPr>
            <p:spPr bwMode="auto">
              <a:xfrm rot="5400000">
                <a:off x="7896212" y="5618332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56" name="Freeform 10"/>
              <p:cNvSpPr>
                <a:spLocks/>
              </p:cNvSpPr>
              <p:nvPr/>
            </p:nvSpPr>
            <p:spPr bwMode="auto">
              <a:xfrm rot="5400000">
                <a:off x="8145594" y="5618333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57" name="Freeform 10"/>
              <p:cNvSpPr>
                <a:spLocks/>
              </p:cNvSpPr>
              <p:nvPr/>
            </p:nvSpPr>
            <p:spPr bwMode="auto">
              <a:xfrm rot="5400000">
                <a:off x="8394975" y="5618334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26109" y="5969252"/>
              <a:ext cx="1150347" cy="410144"/>
              <a:chOff x="7526109" y="5927977"/>
              <a:chExt cx="1150347" cy="410144"/>
            </a:xfrm>
            <a:grpFill/>
          </p:grpSpPr>
          <p:sp>
            <p:nvSpPr>
              <p:cNvPr id="959" name="Freeform 10"/>
              <p:cNvSpPr>
                <a:spLocks/>
              </p:cNvSpPr>
              <p:nvPr/>
            </p:nvSpPr>
            <p:spPr bwMode="auto">
              <a:xfrm rot="5400000">
                <a:off x="7397448" y="6056638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60" name="Freeform 10"/>
              <p:cNvSpPr>
                <a:spLocks/>
              </p:cNvSpPr>
              <p:nvPr/>
            </p:nvSpPr>
            <p:spPr bwMode="auto">
              <a:xfrm rot="5400000">
                <a:off x="7646830" y="6056639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61" name="Freeform 10"/>
              <p:cNvSpPr>
                <a:spLocks/>
              </p:cNvSpPr>
              <p:nvPr/>
            </p:nvSpPr>
            <p:spPr bwMode="auto">
              <a:xfrm rot="5400000">
                <a:off x="7896212" y="6056639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62" name="Freeform 10"/>
              <p:cNvSpPr>
                <a:spLocks/>
              </p:cNvSpPr>
              <p:nvPr/>
            </p:nvSpPr>
            <p:spPr bwMode="auto">
              <a:xfrm rot="5400000">
                <a:off x="8145594" y="6056640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63" name="Freeform 10"/>
              <p:cNvSpPr>
                <a:spLocks/>
              </p:cNvSpPr>
              <p:nvPr/>
            </p:nvSpPr>
            <p:spPr bwMode="auto">
              <a:xfrm rot="5400000">
                <a:off x="8394975" y="6056641"/>
                <a:ext cx="410141" cy="152820"/>
              </a:xfrm>
              <a:custGeom>
                <a:avLst/>
                <a:gdLst/>
                <a:ahLst/>
                <a:cxnLst>
                  <a:cxn ang="0">
                    <a:pos x="316" y="101"/>
                  </a:cxn>
                  <a:cxn ang="0">
                    <a:pos x="295" y="116"/>
                  </a:cxn>
                  <a:cxn ang="0">
                    <a:pos x="262" y="120"/>
                  </a:cxn>
                  <a:cxn ang="0">
                    <a:pos x="250" y="122"/>
                  </a:cxn>
                  <a:cxn ang="0">
                    <a:pos x="236" y="120"/>
                  </a:cxn>
                  <a:cxn ang="0">
                    <a:pos x="191" y="102"/>
                  </a:cxn>
                  <a:cxn ang="0">
                    <a:pos x="158" y="102"/>
                  </a:cxn>
                  <a:cxn ang="0">
                    <a:pos x="150" y="102"/>
                  </a:cxn>
                  <a:cxn ang="0">
                    <a:pos x="140" y="98"/>
                  </a:cxn>
                  <a:cxn ang="0">
                    <a:pos x="127" y="72"/>
                  </a:cxn>
                  <a:cxn ang="0">
                    <a:pos x="71" y="72"/>
                  </a:cxn>
                  <a:cxn ang="0">
                    <a:pos x="48" y="73"/>
                  </a:cxn>
                  <a:cxn ang="0">
                    <a:pos x="30" y="75"/>
                  </a:cxn>
                  <a:cxn ang="0">
                    <a:pos x="6" y="72"/>
                  </a:cxn>
                  <a:cxn ang="0">
                    <a:pos x="0" y="69"/>
                  </a:cxn>
                  <a:cxn ang="0">
                    <a:pos x="0" y="54"/>
                  </a:cxn>
                  <a:cxn ang="0">
                    <a:pos x="6" y="51"/>
                  </a:cxn>
                  <a:cxn ang="0">
                    <a:pos x="30" y="47"/>
                  </a:cxn>
                  <a:cxn ang="0">
                    <a:pos x="48" y="49"/>
                  </a:cxn>
                  <a:cxn ang="0">
                    <a:pos x="71" y="51"/>
                  </a:cxn>
                  <a:cxn ang="0">
                    <a:pos x="127" y="50"/>
                  </a:cxn>
                  <a:cxn ang="0">
                    <a:pos x="140" y="25"/>
                  </a:cxn>
                  <a:cxn ang="0">
                    <a:pos x="150" y="21"/>
                  </a:cxn>
                  <a:cxn ang="0">
                    <a:pos x="158" y="20"/>
                  </a:cxn>
                  <a:cxn ang="0">
                    <a:pos x="191" y="20"/>
                  </a:cxn>
                  <a:cxn ang="0">
                    <a:pos x="236" y="2"/>
                  </a:cxn>
                  <a:cxn ang="0">
                    <a:pos x="250" y="0"/>
                  </a:cxn>
                  <a:cxn ang="0">
                    <a:pos x="262" y="2"/>
                  </a:cxn>
                  <a:cxn ang="0">
                    <a:pos x="295" y="6"/>
                  </a:cxn>
                  <a:cxn ang="0">
                    <a:pos x="316" y="22"/>
                  </a:cxn>
                  <a:cxn ang="0">
                    <a:pos x="316" y="101"/>
                  </a:cxn>
                </a:cxnLst>
                <a:rect l="0" t="0" r="r" b="b"/>
                <a:pathLst>
                  <a:path w="327" h="122">
                    <a:moveTo>
                      <a:pt x="316" y="101"/>
                    </a:moveTo>
                    <a:cubicBezTo>
                      <a:pt x="312" y="108"/>
                      <a:pt x="305" y="114"/>
                      <a:pt x="295" y="116"/>
                    </a:cubicBezTo>
                    <a:cubicBezTo>
                      <a:pt x="286" y="117"/>
                      <a:pt x="270" y="119"/>
                      <a:pt x="262" y="120"/>
                    </a:cubicBezTo>
                    <a:cubicBezTo>
                      <a:pt x="258" y="120"/>
                      <a:pt x="255" y="122"/>
                      <a:pt x="250" y="122"/>
                    </a:cubicBezTo>
                    <a:cubicBezTo>
                      <a:pt x="247" y="122"/>
                      <a:pt x="242" y="122"/>
                      <a:pt x="236" y="120"/>
                    </a:cubicBezTo>
                    <a:cubicBezTo>
                      <a:pt x="225" y="118"/>
                      <a:pt x="198" y="105"/>
                      <a:pt x="191" y="102"/>
                    </a:cubicBezTo>
                    <a:cubicBezTo>
                      <a:pt x="177" y="95"/>
                      <a:pt x="172" y="97"/>
                      <a:pt x="158" y="102"/>
                    </a:cubicBezTo>
                    <a:cubicBezTo>
                      <a:pt x="155" y="103"/>
                      <a:pt x="152" y="103"/>
                      <a:pt x="150" y="102"/>
                    </a:cubicBezTo>
                    <a:cubicBezTo>
                      <a:pt x="147" y="100"/>
                      <a:pt x="143" y="98"/>
                      <a:pt x="140" y="98"/>
                    </a:cubicBezTo>
                    <a:cubicBezTo>
                      <a:pt x="129" y="95"/>
                      <a:pt x="127" y="81"/>
                      <a:pt x="127" y="72"/>
                    </a:cubicBezTo>
                    <a:cubicBezTo>
                      <a:pt x="127" y="72"/>
                      <a:pt x="79" y="71"/>
                      <a:pt x="71" y="72"/>
                    </a:cubicBezTo>
                    <a:cubicBezTo>
                      <a:pt x="65" y="72"/>
                      <a:pt x="55" y="73"/>
                      <a:pt x="48" y="73"/>
                    </a:cubicBezTo>
                    <a:cubicBezTo>
                      <a:pt x="42" y="74"/>
                      <a:pt x="36" y="76"/>
                      <a:pt x="30" y="75"/>
                    </a:cubicBezTo>
                    <a:cubicBezTo>
                      <a:pt x="24" y="74"/>
                      <a:pt x="9" y="72"/>
                      <a:pt x="6" y="72"/>
                    </a:cubicBezTo>
                    <a:cubicBezTo>
                      <a:pt x="3" y="71"/>
                      <a:pt x="1" y="70"/>
                      <a:pt x="0" y="69"/>
                    </a:cubicBezTo>
                    <a:cubicBezTo>
                      <a:pt x="0" y="66"/>
                      <a:pt x="0" y="56"/>
                      <a:pt x="0" y="54"/>
                    </a:cubicBezTo>
                    <a:cubicBezTo>
                      <a:pt x="1" y="52"/>
                      <a:pt x="3" y="51"/>
                      <a:pt x="6" y="51"/>
                    </a:cubicBezTo>
                    <a:cubicBezTo>
                      <a:pt x="9" y="50"/>
                      <a:pt x="24" y="48"/>
                      <a:pt x="30" y="47"/>
                    </a:cubicBezTo>
                    <a:cubicBezTo>
                      <a:pt x="36" y="46"/>
                      <a:pt x="42" y="48"/>
                      <a:pt x="48" y="49"/>
                    </a:cubicBezTo>
                    <a:cubicBezTo>
                      <a:pt x="55" y="50"/>
                      <a:pt x="65" y="50"/>
                      <a:pt x="71" y="51"/>
                    </a:cubicBezTo>
                    <a:cubicBezTo>
                      <a:pt x="79" y="51"/>
                      <a:pt x="127" y="50"/>
                      <a:pt x="127" y="50"/>
                    </a:cubicBezTo>
                    <a:cubicBezTo>
                      <a:pt x="127" y="41"/>
                      <a:pt x="129" y="27"/>
                      <a:pt x="140" y="25"/>
                    </a:cubicBezTo>
                    <a:cubicBezTo>
                      <a:pt x="143" y="24"/>
                      <a:pt x="147" y="22"/>
                      <a:pt x="150" y="21"/>
                    </a:cubicBezTo>
                    <a:cubicBezTo>
                      <a:pt x="152" y="19"/>
                      <a:pt x="155" y="19"/>
                      <a:pt x="158" y="20"/>
                    </a:cubicBezTo>
                    <a:cubicBezTo>
                      <a:pt x="172" y="25"/>
                      <a:pt x="177" y="27"/>
                      <a:pt x="191" y="20"/>
                    </a:cubicBezTo>
                    <a:cubicBezTo>
                      <a:pt x="198" y="17"/>
                      <a:pt x="225" y="4"/>
                      <a:pt x="236" y="2"/>
                    </a:cubicBezTo>
                    <a:cubicBezTo>
                      <a:pt x="242" y="1"/>
                      <a:pt x="247" y="0"/>
                      <a:pt x="250" y="0"/>
                    </a:cubicBezTo>
                    <a:cubicBezTo>
                      <a:pt x="255" y="0"/>
                      <a:pt x="258" y="2"/>
                      <a:pt x="262" y="2"/>
                    </a:cubicBezTo>
                    <a:cubicBezTo>
                      <a:pt x="270" y="3"/>
                      <a:pt x="286" y="5"/>
                      <a:pt x="295" y="6"/>
                    </a:cubicBezTo>
                    <a:cubicBezTo>
                      <a:pt x="305" y="8"/>
                      <a:pt x="312" y="14"/>
                      <a:pt x="316" y="22"/>
                    </a:cubicBezTo>
                    <a:cubicBezTo>
                      <a:pt x="327" y="41"/>
                      <a:pt x="327" y="81"/>
                      <a:pt x="316" y="10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1" y="495970"/>
            <a:ext cx="8407419" cy="5865264"/>
            <a:chOff x="393681" y="495970"/>
            <a:chExt cx="8407419" cy="5865264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Gruppieren 89"/>
            <p:cNvGrpSpPr/>
            <p:nvPr/>
          </p:nvGrpSpPr>
          <p:grpSpPr bwMode="gray">
            <a:xfrm>
              <a:off x="393681" y="538328"/>
              <a:ext cx="2664841" cy="2817645"/>
              <a:chOff x="393681" y="538328"/>
              <a:chExt cx="2664841" cy="2817645"/>
            </a:xfrm>
          </p:grpSpPr>
          <p:sp>
            <p:nvSpPr>
              <p:cNvPr id="91" name="Rechteckige Legende 90"/>
              <p:cNvSpPr/>
              <p:nvPr/>
            </p:nvSpPr>
            <p:spPr bwMode="gray">
              <a:xfrm>
                <a:off x="2067320" y="538329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dirty="0" smtClean="0">
                    <a:solidFill>
                      <a:schemeClr val="accent1"/>
                    </a:solidFill>
                  </a:rPr>
                  <a:t>54</a:t>
                </a:r>
                <a:r>
                  <a:rPr lang="de-DE" sz="2000" dirty="0" smtClean="0">
                    <a:solidFill>
                      <a:schemeClr val="accent1"/>
                    </a:solidFill>
                  </a:rPr>
                  <a:t>/80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sz="2000" dirty="0" smtClean="0">
                    <a:solidFill>
                      <a:schemeClr val="accent1"/>
                    </a:solidFill>
                  </a:rPr>
                  <a:t>like it.</a:t>
                </a:r>
                <a:endParaRPr lang="en-US" sz="2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Rechteck 92"/>
              <p:cNvSpPr/>
              <p:nvPr/>
            </p:nvSpPr>
            <p:spPr bwMode="gray">
              <a:xfrm>
                <a:off x="393681" y="3015397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96" name="Gruppieren 236"/>
              <p:cNvGrpSpPr/>
              <p:nvPr/>
            </p:nvGrpSpPr>
            <p:grpSpPr bwMode="gray">
              <a:xfrm>
                <a:off x="502462" y="538328"/>
                <a:ext cx="1389386" cy="2395610"/>
                <a:chOff x="502462" y="538328"/>
                <a:chExt cx="1389386" cy="2395610"/>
              </a:xfrm>
            </p:grpSpPr>
            <p:grpSp>
              <p:nvGrpSpPr>
                <p:cNvPr id="99" name="Gruppieren 233"/>
                <p:cNvGrpSpPr/>
                <p:nvPr/>
              </p:nvGrpSpPr>
              <p:grpSpPr bwMode="gray">
                <a:xfrm>
                  <a:off x="502462" y="1151036"/>
                  <a:ext cx="1389386" cy="251131"/>
                  <a:chOff x="502462" y="1133033"/>
                  <a:chExt cx="1389386" cy="251131"/>
                </a:xfrm>
              </p:grpSpPr>
              <p:sp>
                <p:nvSpPr>
                  <p:cNvPr id="1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20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133033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02" name="Gruppieren 234"/>
                <p:cNvGrpSpPr/>
                <p:nvPr/>
              </p:nvGrpSpPr>
              <p:grpSpPr bwMode="gray">
                <a:xfrm>
                  <a:off x="502462" y="844682"/>
                  <a:ext cx="1389386" cy="251131"/>
                  <a:chOff x="502462" y="835681"/>
                  <a:chExt cx="1389386" cy="251131"/>
                </a:xfrm>
              </p:grpSpPr>
              <p:sp>
                <p:nvSpPr>
                  <p:cNvPr id="1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835681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04" name="Gruppieren 235"/>
                <p:cNvGrpSpPr/>
                <p:nvPr/>
              </p:nvGrpSpPr>
              <p:grpSpPr bwMode="gray">
                <a:xfrm>
                  <a:off x="502462" y="538328"/>
                  <a:ext cx="1389386" cy="251131"/>
                  <a:chOff x="502462" y="538328"/>
                  <a:chExt cx="1389386" cy="251131"/>
                </a:xfrm>
              </p:grpSpPr>
              <p:sp>
                <p:nvSpPr>
                  <p:cNvPr id="1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538328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07" name="Gruppieren 230"/>
                <p:cNvGrpSpPr/>
                <p:nvPr/>
              </p:nvGrpSpPr>
              <p:grpSpPr bwMode="gray">
                <a:xfrm>
                  <a:off x="502462" y="2070098"/>
                  <a:ext cx="1389386" cy="251131"/>
                  <a:chOff x="502462" y="2043904"/>
                  <a:chExt cx="1389386" cy="251131"/>
                </a:xfrm>
              </p:grpSpPr>
              <p:sp>
                <p:nvSpPr>
                  <p:cNvPr id="1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043904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3" name="Gruppieren 231"/>
                <p:cNvGrpSpPr/>
                <p:nvPr/>
              </p:nvGrpSpPr>
              <p:grpSpPr bwMode="gray">
                <a:xfrm>
                  <a:off x="502462" y="1763744"/>
                  <a:ext cx="1389386" cy="251131"/>
                  <a:chOff x="502462" y="1746552"/>
                  <a:chExt cx="1389386" cy="251131"/>
                </a:xfrm>
              </p:grpSpPr>
              <p:sp>
                <p:nvSpPr>
                  <p:cNvPr id="1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746552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4" name="Gruppieren 232"/>
                <p:cNvGrpSpPr/>
                <p:nvPr/>
              </p:nvGrpSpPr>
              <p:grpSpPr bwMode="gray">
                <a:xfrm>
                  <a:off x="502462" y="1457390"/>
                  <a:ext cx="1389386" cy="251131"/>
                  <a:chOff x="502462" y="1449199"/>
                  <a:chExt cx="1389386" cy="251131"/>
                </a:xfrm>
              </p:grpSpPr>
              <p:sp>
                <p:nvSpPr>
                  <p:cNvPr id="13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1449199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5" name="Gruppieren 228"/>
                <p:cNvGrpSpPr/>
                <p:nvPr/>
              </p:nvGrpSpPr>
              <p:grpSpPr bwMode="gray">
                <a:xfrm>
                  <a:off x="502462" y="2682807"/>
                  <a:ext cx="1389386" cy="251131"/>
                  <a:chOff x="502462" y="2682807"/>
                  <a:chExt cx="1389386" cy="251131"/>
                </a:xfrm>
              </p:grpSpPr>
              <p:sp>
                <p:nvSpPr>
                  <p:cNvPr id="1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682807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116" name="Gruppieren 229"/>
                <p:cNvGrpSpPr/>
                <p:nvPr/>
              </p:nvGrpSpPr>
              <p:grpSpPr bwMode="gray">
                <a:xfrm>
                  <a:off x="502462" y="2376452"/>
                  <a:ext cx="1389386" cy="251131"/>
                  <a:chOff x="502462" y="2385455"/>
                  <a:chExt cx="1389386" cy="251131"/>
                </a:xfrm>
              </p:grpSpPr>
              <p:sp>
                <p:nvSpPr>
                  <p:cNvPr id="11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502462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854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07463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36071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5503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931586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217667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03754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646791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789819" y="2385455"/>
                    <a:ext cx="102029" cy="251131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  <p:sp>
            <p:nvSpPr>
              <p:cNvPr id="97" name="Textfeld 96"/>
              <p:cNvSpPr txBox="1"/>
              <p:nvPr/>
            </p:nvSpPr>
            <p:spPr bwMode="gray">
              <a:xfrm>
                <a:off x="2067320" y="1574671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7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7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7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7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06" name="Gruppieren 205"/>
            <p:cNvGrpSpPr/>
            <p:nvPr/>
          </p:nvGrpSpPr>
          <p:grpSpPr bwMode="gray">
            <a:xfrm>
              <a:off x="393681" y="3527674"/>
              <a:ext cx="4102894" cy="2817645"/>
              <a:chOff x="393681" y="3527674"/>
              <a:chExt cx="4102894" cy="2817645"/>
            </a:xfrm>
          </p:grpSpPr>
          <p:sp>
            <p:nvSpPr>
              <p:cNvPr id="207" name="Rechteckige Legende 206"/>
              <p:cNvSpPr/>
              <p:nvPr/>
            </p:nvSpPr>
            <p:spPr bwMode="gray">
              <a:xfrm>
                <a:off x="3451860" y="3527675"/>
                <a:ext cx="102108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wrap="none"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400" b="1" dirty="0" smtClean="0">
                    <a:solidFill>
                      <a:schemeClr val="accent1"/>
                    </a:solidFill>
                  </a:rPr>
                  <a:t>114</a:t>
                </a:r>
                <a:r>
                  <a:rPr lang="de-DE" dirty="0" smtClean="0">
                    <a:solidFill>
                      <a:schemeClr val="accent1"/>
                    </a:solidFill>
                  </a:rPr>
                  <a:t>/160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dirty="0" smtClean="0">
                    <a:solidFill>
                      <a:schemeClr val="accent1"/>
                    </a:solidFill>
                  </a:rPr>
                  <a:t>like it.</a:t>
                </a:r>
                <a:endParaRPr lang="en-US" sz="24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8" name="Rechteck 207"/>
              <p:cNvSpPr/>
              <p:nvPr/>
            </p:nvSpPr>
            <p:spPr bwMode="gray">
              <a:xfrm>
                <a:off x="393681" y="6004743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09" name="Textfeld 208"/>
              <p:cNvSpPr txBox="1"/>
              <p:nvPr/>
            </p:nvSpPr>
            <p:spPr bwMode="gray">
              <a:xfrm>
                <a:off x="3505373" y="4564017"/>
                <a:ext cx="991202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7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7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7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7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7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0" name="Gruppieren 431"/>
              <p:cNvGrpSpPr/>
              <p:nvPr/>
            </p:nvGrpSpPr>
            <p:grpSpPr bwMode="gray">
              <a:xfrm>
                <a:off x="502462" y="3527674"/>
                <a:ext cx="2824856" cy="2395610"/>
                <a:chOff x="502462" y="3527674"/>
                <a:chExt cx="2824856" cy="2395610"/>
              </a:xfrm>
            </p:grpSpPr>
            <p:grpSp>
              <p:nvGrpSpPr>
                <p:cNvPr id="211" name="Gruppieren 240"/>
                <p:cNvGrpSpPr/>
                <p:nvPr/>
              </p:nvGrpSpPr>
              <p:grpSpPr bwMode="gray">
                <a:xfrm>
                  <a:off x="502462" y="3527674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301" name="Gruppieren 24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37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8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2" name="Gruppieren 24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3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3" name="Gruppieren 24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3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4" name="Gruppieren 24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3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5" name="Gruppieren 24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3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6" name="Gruppieren 24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3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7" name="Gruppieren 24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3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308" name="Gruppieren 24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30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  <p:grpSp>
              <p:nvGrpSpPr>
                <p:cNvPr id="212" name="Gruppieren 330"/>
                <p:cNvGrpSpPr/>
                <p:nvPr/>
              </p:nvGrpSpPr>
              <p:grpSpPr bwMode="gray">
                <a:xfrm>
                  <a:off x="1937932" y="3527674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213" name="Gruppieren 33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29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0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4" name="Gruppieren 33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28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5" name="Gruppieren 33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27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6" name="Gruppieren 33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2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7" name="Gruppieren 33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2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8" name="Gruppieren 33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2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19" name="Gruppieren 33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2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220" name="Gruppieren 33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2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</p:grpSp>
        </p:grpSp>
        <p:grpSp>
          <p:nvGrpSpPr>
            <p:cNvPr id="807" name="Gruppieren 806"/>
            <p:cNvGrpSpPr/>
            <p:nvPr/>
          </p:nvGrpSpPr>
          <p:grpSpPr bwMode="gray">
            <a:xfrm>
              <a:off x="4667902" y="5077977"/>
              <a:ext cx="2661591" cy="1282582"/>
              <a:chOff x="4667902" y="5077977"/>
              <a:chExt cx="2661591" cy="1282582"/>
            </a:xfrm>
          </p:grpSpPr>
          <p:grpSp>
            <p:nvGrpSpPr>
              <p:cNvPr id="390" name="Gruppieren 80"/>
              <p:cNvGrpSpPr/>
              <p:nvPr/>
            </p:nvGrpSpPr>
            <p:grpSpPr bwMode="gray">
              <a:xfrm>
                <a:off x="4798540" y="5077977"/>
                <a:ext cx="2480578" cy="845836"/>
                <a:chOff x="6264000" y="3015395"/>
                <a:chExt cx="2480578" cy="845836"/>
              </a:xfrm>
            </p:grpSpPr>
            <p:grpSp>
              <p:nvGrpSpPr>
                <p:cNvPr id="392" name="Gruppieren 92"/>
                <p:cNvGrpSpPr/>
                <p:nvPr/>
              </p:nvGrpSpPr>
              <p:grpSpPr bwMode="gray">
                <a:xfrm>
                  <a:off x="6264000" y="3015395"/>
                  <a:ext cx="1389386" cy="845836"/>
                  <a:chOff x="6425041" y="3015395"/>
                  <a:chExt cx="1980729" cy="1205836"/>
                </a:xfrm>
              </p:grpSpPr>
              <p:sp>
                <p:nvSpPr>
                  <p:cNvPr id="3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39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0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1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2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sp>
              <p:nvSpPr>
                <p:cNvPr id="393" name="Rechteckige Legende 392"/>
                <p:cNvSpPr/>
                <p:nvPr/>
              </p:nvSpPr>
              <p:spPr bwMode="gray">
                <a:xfrm>
                  <a:off x="7828858" y="3015396"/>
                  <a:ext cx="915720" cy="845835"/>
                </a:xfrm>
                <a:prstGeom prst="wedgeRectCallout">
                  <a:avLst>
                    <a:gd name="adj1" fmla="val -58003"/>
                    <a:gd name="adj2" fmla="val -21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72000" tIns="0" rIns="72000" bIns="0" rtlCol="0" anchor="ctr"/>
                <a:lstStyle/>
                <a:p>
                  <a:pPr>
                    <a:lnSpc>
                      <a:spcPct val="80000"/>
                    </a:lnSpc>
                  </a:pPr>
                  <a:r>
                    <a:rPr lang="de-DE" sz="2800" b="1" dirty="0" smtClean="0">
                      <a:solidFill>
                        <a:schemeClr val="accent1"/>
                      </a:solidFill>
                    </a:rPr>
                    <a:t>24</a:t>
                  </a:r>
                  <a:r>
                    <a:rPr lang="de-DE" sz="2000" dirty="0" smtClean="0">
                      <a:solidFill>
                        <a:schemeClr val="accent1"/>
                      </a:solidFill>
                    </a:rPr>
                    <a:t>/30</a:t>
                  </a:r>
                </a:p>
                <a:p>
                  <a:pPr>
                    <a:lnSpc>
                      <a:spcPct val="80000"/>
                    </a:lnSpc>
                  </a:pPr>
                  <a:r>
                    <a:rPr lang="en-US" sz="2000" dirty="0" smtClean="0">
                      <a:solidFill>
                        <a:schemeClr val="accent1"/>
                      </a:solidFill>
                    </a:rPr>
                    <a:t>like it.</a:t>
                  </a:r>
                  <a:endParaRPr lang="en-US" sz="2800" dirty="0">
                    <a:solidFill>
                      <a:schemeClr val="accent1"/>
                    </a:solidFill>
                  </a:endParaRPr>
                </a:p>
              </p:txBody>
            </p:sp>
          </p:grpSp>
          <p:sp>
            <p:nvSpPr>
              <p:cNvPr id="391" name="Rechteck 390"/>
              <p:cNvSpPr/>
              <p:nvPr/>
            </p:nvSpPr>
            <p:spPr bwMode="gray">
              <a:xfrm>
                <a:off x="4667902" y="5990032"/>
                <a:ext cx="2661591" cy="370527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432" name="Gruppieren 431"/>
            <p:cNvGrpSpPr/>
            <p:nvPr/>
          </p:nvGrpSpPr>
          <p:grpSpPr bwMode="gray">
            <a:xfrm>
              <a:off x="4669588" y="3663556"/>
              <a:ext cx="3981697" cy="1286259"/>
              <a:chOff x="4669588" y="3663556"/>
              <a:chExt cx="3981697" cy="1286259"/>
            </a:xfrm>
          </p:grpSpPr>
          <p:sp>
            <p:nvSpPr>
              <p:cNvPr id="433" name="Rechteckige Legende 432"/>
              <p:cNvSpPr/>
              <p:nvPr/>
            </p:nvSpPr>
            <p:spPr bwMode="gray">
              <a:xfrm>
                <a:off x="7735565" y="3663557"/>
                <a:ext cx="915720" cy="845835"/>
              </a:xfrm>
              <a:prstGeom prst="wedgeRectCallout">
                <a:avLst>
                  <a:gd name="adj1" fmla="val -58003"/>
                  <a:gd name="adj2" fmla="val -21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de-DE" sz="2800" b="1" dirty="0" smtClean="0">
                    <a:solidFill>
                      <a:schemeClr val="accent1"/>
                    </a:solidFill>
                  </a:rPr>
                  <a:t>37</a:t>
                </a:r>
                <a:r>
                  <a:rPr lang="de-DE" sz="2000" dirty="0" smtClean="0">
                    <a:solidFill>
                      <a:schemeClr val="accent1"/>
                    </a:solidFill>
                  </a:rPr>
                  <a:t>/50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sz="2000" dirty="0" smtClean="0">
                    <a:solidFill>
                      <a:schemeClr val="accent1"/>
                    </a:solidFill>
                  </a:rPr>
                  <a:t>like it.</a:t>
                </a:r>
                <a:endParaRPr lang="en-US" sz="2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34" name="Rechteck 433"/>
              <p:cNvSpPr/>
              <p:nvPr/>
            </p:nvSpPr>
            <p:spPr bwMode="gray">
              <a:xfrm>
                <a:off x="4669588" y="4579288"/>
                <a:ext cx="2661591" cy="370527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35" name="Gruppieren 502"/>
              <p:cNvGrpSpPr/>
              <p:nvPr/>
            </p:nvGrpSpPr>
            <p:grpSpPr bwMode="gray">
              <a:xfrm>
                <a:off x="4773419" y="3663556"/>
                <a:ext cx="2829037" cy="845836"/>
                <a:chOff x="4773419" y="3663556"/>
                <a:chExt cx="2829037" cy="845836"/>
              </a:xfrm>
            </p:grpSpPr>
            <p:grpSp>
              <p:nvGrpSpPr>
                <p:cNvPr id="436" name="Gruppieren 438"/>
                <p:cNvGrpSpPr/>
                <p:nvPr/>
              </p:nvGrpSpPr>
              <p:grpSpPr bwMode="gray">
                <a:xfrm>
                  <a:off x="4773419" y="3663556"/>
                  <a:ext cx="1389386" cy="845836"/>
                  <a:chOff x="6425041" y="3015395"/>
                  <a:chExt cx="1980729" cy="1205836"/>
                </a:xfrm>
              </p:grpSpPr>
              <p:sp>
                <p:nvSpPr>
                  <p:cNvPr id="46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7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8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9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437" name="Gruppieren 471"/>
                <p:cNvGrpSpPr/>
                <p:nvPr/>
              </p:nvGrpSpPr>
              <p:grpSpPr bwMode="gray">
                <a:xfrm>
                  <a:off x="6213070" y="3663556"/>
                  <a:ext cx="1389386" cy="845836"/>
                  <a:chOff x="6425041" y="3015395"/>
                  <a:chExt cx="1980729" cy="1205836"/>
                </a:xfrm>
              </p:grpSpPr>
              <p:sp>
                <p:nvSpPr>
                  <p:cNvPr id="43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3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86321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AFAFAF"/>
                      </a:gs>
                      <a:gs pos="50000">
                        <a:srgbClr val="D7D7D7"/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4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439306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8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425041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59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83288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0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24073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1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64857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2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6628962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3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036807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4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44464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5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7852498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6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056413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  <p:sp>
                <p:nvSpPr>
                  <p:cNvPr id="467" name="Freeform 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8260316" y="3015395"/>
                    <a:ext cx="145454" cy="358016"/>
                  </a:xfrm>
                  <a:custGeom>
                    <a:avLst/>
                    <a:gdLst>
                      <a:gd name="T0" fmla="*/ 195 w 721"/>
                      <a:gd name="T1" fmla="*/ 161 h 1779"/>
                      <a:gd name="T2" fmla="*/ 360 w 721"/>
                      <a:gd name="T3" fmla="*/ 0 h 1779"/>
                      <a:gd name="T4" fmla="*/ 526 w 721"/>
                      <a:gd name="T5" fmla="*/ 161 h 1779"/>
                      <a:gd name="T6" fmla="*/ 360 w 721"/>
                      <a:gd name="T7" fmla="*/ 369 h 1779"/>
                      <a:gd name="T8" fmla="*/ 195 w 721"/>
                      <a:gd name="T9" fmla="*/ 161 h 1779"/>
                      <a:gd name="T10" fmla="*/ 696 w 721"/>
                      <a:gd name="T11" fmla="*/ 593 h 1779"/>
                      <a:gd name="T12" fmla="*/ 497 w 721"/>
                      <a:gd name="T13" fmla="*/ 393 h 1779"/>
                      <a:gd name="T14" fmla="*/ 360 w 721"/>
                      <a:gd name="T15" fmla="*/ 449 h 1779"/>
                      <a:gd name="T16" fmla="*/ 223 w 721"/>
                      <a:gd name="T17" fmla="*/ 393 h 1779"/>
                      <a:gd name="T18" fmla="*/ 24 w 721"/>
                      <a:gd name="T19" fmla="*/ 593 h 1779"/>
                      <a:gd name="T20" fmla="*/ 0 w 721"/>
                      <a:gd name="T21" fmla="*/ 1031 h 1779"/>
                      <a:gd name="T22" fmla="*/ 65 w 721"/>
                      <a:gd name="T23" fmla="*/ 1096 h 1779"/>
                      <a:gd name="T24" fmla="*/ 130 w 721"/>
                      <a:gd name="T25" fmla="*/ 1031 h 1779"/>
                      <a:gd name="T26" fmla="*/ 141 w 721"/>
                      <a:gd name="T27" fmla="*/ 614 h 1779"/>
                      <a:gd name="T28" fmla="*/ 158 w 721"/>
                      <a:gd name="T29" fmla="*/ 598 h 1779"/>
                      <a:gd name="T30" fmla="*/ 174 w 721"/>
                      <a:gd name="T31" fmla="*/ 614 h 1779"/>
                      <a:gd name="T32" fmla="*/ 174 w 721"/>
                      <a:gd name="T33" fmla="*/ 1084 h 1779"/>
                      <a:gd name="T34" fmla="*/ 174 w 721"/>
                      <a:gd name="T35" fmla="*/ 1122 h 1779"/>
                      <a:gd name="T36" fmla="*/ 177 w 721"/>
                      <a:gd name="T37" fmla="*/ 1707 h 1779"/>
                      <a:gd name="T38" fmla="*/ 249 w 721"/>
                      <a:gd name="T39" fmla="*/ 1779 h 1779"/>
                      <a:gd name="T40" fmla="*/ 321 w 721"/>
                      <a:gd name="T41" fmla="*/ 1707 h 1779"/>
                      <a:gd name="T42" fmla="*/ 344 w 721"/>
                      <a:gd name="T43" fmla="*/ 1122 h 1779"/>
                      <a:gd name="T44" fmla="*/ 360 w 721"/>
                      <a:gd name="T45" fmla="*/ 1106 h 1779"/>
                      <a:gd name="T46" fmla="*/ 376 w 721"/>
                      <a:gd name="T47" fmla="*/ 1122 h 1779"/>
                      <a:gd name="T48" fmla="*/ 399 w 721"/>
                      <a:gd name="T49" fmla="*/ 1707 h 1779"/>
                      <a:gd name="T50" fmla="*/ 471 w 721"/>
                      <a:gd name="T51" fmla="*/ 1779 h 1779"/>
                      <a:gd name="T52" fmla="*/ 544 w 721"/>
                      <a:gd name="T53" fmla="*/ 1707 h 1779"/>
                      <a:gd name="T54" fmla="*/ 546 w 721"/>
                      <a:gd name="T55" fmla="*/ 1122 h 1779"/>
                      <a:gd name="T56" fmla="*/ 546 w 721"/>
                      <a:gd name="T57" fmla="*/ 1084 h 1779"/>
                      <a:gd name="T58" fmla="*/ 547 w 721"/>
                      <a:gd name="T59" fmla="*/ 614 h 1779"/>
                      <a:gd name="T60" fmla="*/ 563 w 721"/>
                      <a:gd name="T61" fmla="*/ 598 h 1779"/>
                      <a:gd name="T62" fmla="*/ 579 w 721"/>
                      <a:gd name="T63" fmla="*/ 614 h 1779"/>
                      <a:gd name="T64" fmla="*/ 590 w 721"/>
                      <a:gd name="T65" fmla="*/ 1031 h 1779"/>
                      <a:gd name="T66" fmla="*/ 655 w 721"/>
                      <a:gd name="T67" fmla="*/ 1096 h 1779"/>
                      <a:gd name="T68" fmla="*/ 721 w 721"/>
                      <a:gd name="T69" fmla="*/ 1031 h 1779"/>
                      <a:gd name="T70" fmla="*/ 696 w 721"/>
                      <a:gd name="T71" fmla="*/ 593 h 17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21" h="1779">
                        <a:moveTo>
                          <a:pt x="195" y="161"/>
                        </a:moveTo>
                        <a:cubicBezTo>
                          <a:pt x="195" y="59"/>
                          <a:pt x="269" y="0"/>
                          <a:pt x="360" y="0"/>
                        </a:cubicBezTo>
                        <a:cubicBezTo>
                          <a:pt x="452" y="0"/>
                          <a:pt x="526" y="59"/>
                          <a:pt x="526" y="161"/>
                        </a:cubicBezTo>
                        <a:cubicBezTo>
                          <a:pt x="526" y="263"/>
                          <a:pt x="446" y="369"/>
                          <a:pt x="360" y="369"/>
                        </a:cubicBezTo>
                        <a:cubicBezTo>
                          <a:pt x="275" y="369"/>
                          <a:pt x="195" y="263"/>
                          <a:pt x="195" y="161"/>
                        </a:cubicBezTo>
                        <a:close/>
                        <a:moveTo>
                          <a:pt x="696" y="593"/>
                        </a:moveTo>
                        <a:cubicBezTo>
                          <a:pt x="696" y="474"/>
                          <a:pt x="572" y="393"/>
                          <a:pt x="497" y="393"/>
                        </a:cubicBezTo>
                        <a:cubicBezTo>
                          <a:pt x="421" y="393"/>
                          <a:pt x="420" y="449"/>
                          <a:pt x="360" y="449"/>
                        </a:cubicBezTo>
                        <a:cubicBezTo>
                          <a:pt x="301" y="449"/>
                          <a:pt x="283" y="393"/>
                          <a:pt x="223" y="393"/>
                        </a:cubicBezTo>
                        <a:cubicBezTo>
                          <a:pt x="164" y="393"/>
                          <a:pt x="24" y="474"/>
                          <a:pt x="24" y="593"/>
                        </a:cubicBezTo>
                        <a:cubicBezTo>
                          <a:pt x="0" y="1031"/>
                          <a:pt x="0" y="1031"/>
                          <a:pt x="0" y="1031"/>
                        </a:cubicBezTo>
                        <a:cubicBezTo>
                          <a:pt x="0" y="1067"/>
                          <a:pt x="29" y="1096"/>
                          <a:pt x="65" y="1096"/>
                        </a:cubicBezTo>
                        <a:cubicBezTo>
                          <a:pt x="101" y="1096"/>
                          <a:pt x="130" y="1067"/>
                          <a:pt x="130" y="1031"/>
                        </a:cubicBezTo>
                        <a:cubicBezTo>
                          <a:pt x="141" y="614"/>
                          <a:pt x="141" y="614"/>
                          <a:pt x="141" y="614"/>
                        </a:cubicBezTo>
                        <a:cubicBezTo>
                          <a:pt x="141" y="605"/>
                          <a:pt x="149" y="598"/>
                          <a:pt x="158" y="598"/>
                        </a:cubicBezTo>
                        <a:cubicBezTo>
                          <a:pt x="166" y="598"/>
                          <a:pt x="174" y="605"/>
                          <a:pt x="174" y="614"/>
                        </a:cubicBezTo>
                        <a:cubicBezTo>
                          <a:pt x="174" y="1084"/>
                          <a:pt x="174" y="1084"/>
                          <a:pt x="174" y="1084"/>
                        </a:cubicBezTo>
                        <a:cubicBezTo>
                          <a:pt x="174" y="1122"/>
                          <a:pt x="174" y="1122"/>
                          <a:pt x="174" y="1122"/>
                        </a:cubicBezTo>
                        <a:cubicBezTo>
                          <a:pt x="177" y="1707"/>
                          <a:pt x="177" y="1707"/>
                          <a:pt x="177" y="1707"/>
                        </a:cubicBezTo>
                        <a:cubicBezTo>
                          <a:pt x="177" y="1747"/>
                          <a:pt x="209" y="1779"/>
                          <a:pt x="249" y="1779"/>
                        </a:cubicBezTo>
                        <a:cubicBezTo>
                          <a:pt x="289" y="1779"/>
                          <a:pt x="321" y="1747"/>
                          <a:pt x="321" y="1707"/>
                        </a:cubicBezTo>
                        <a:cubicBezTo>
                          <a:pt x="344" y="1122"/>
                          <a:pt x="344" y="1122"/>
                          <a:pt x="344" y="1122"/>
                        </a:cubicBezTo>
                        <a:cubicBezTo>
                          <a:pt x="344" y="1113"/>
                          <a:pt x="351" y="1106"/>
                          <a:pt x="360" y="1106"/>
                        </a:cubicBezTo>
                        <a:cubicBezTo>
                          <a:pt x="369" y="1106"/>
                          <a:pt x="376" y="1113"/>
                          <a:pt x="376" y="1122"/>
                        </a:cubicBezTo>
                        <a:cubicBezTo>
                          <a:pt x="399" y="1707"/>
                          <a:pt x="399" y="1707"/>
                          <a:pt x="399" y="1707"/>
                        </a:cubicBezTo>
                        <a:cubicBezTo>
                          <a:pt x="399" y="1747"/>
                          <a:pt x="432" y="1779"/>
                          <a:pt x="471" y="1779"/>
                        </a:cubicBezTo>
                        <a:cubicBezTo>
                          <a:pt x="511" y="1779"/>
                          <a:pt x="544" y="1747"/>
                          <a:pt x="544" y="1707"/>
                        </a:cubicBezTo>
                        <a:cubicBezTo>
                          <a:pt x="546" y="1122"/>
                          <a:pt x="546" y="1122"/>
                          <a:pt x="546" y="1122"/>
                        </a:cubicBezTo>
                        <a:cubicBezTo>
                          <a:pt x="546" y="1084"/>
                          <a:pt x="546" y="1084"/>
                          <a:pt x="546" y="1084"/>
                        </a:cubicBezTo>
                        <a:cubicBezTo>
                          <a:pt x="547" y="614"/>
                          <a:pt x="547" y="614"/>
                          <a:pt x="547" y="614"/>
                        </a:cubicBezTo>
                        <a:cubicBezTo>
                          <a:pt x="547" y="605"/>
                          <a:pt x="554" y="598"/>
                          <a:pt x="563" y="598"/>
                        </a:cubicBezTo>
                        <a:cubicBezTo>
                          <a:pt x="572" y="598"/>
                          <a:pt x="579" y="605"/>
                          <a:pt x="579" y="614"/>
                        </a:cubicBezTo>
                        <a:cubicBezTo>
                          <a:pt x="590" y="1031"/>
                          <a:pt x="590" y="1031"/>
                          <a:pt x="590" y="1031"/>
                        </a:cubicBezTo>
                        <a:cubicBezTo>
                          <a:pt x="590" y="1067"/>
                          <a:pt x="619" y="1096"/>
                          <a:pt x="655" y="1096"/>
                        </a:cubicBezTo>
                        <a:cubicBezTo>
                          <a:pt x="691" y="1096"/>
                          <a:pt x="721" y="1067"/>
                          <a:pt x="721" y="1031"/>
                        </a:cubicBezTo>
                        <a:lnTo>
                          <a:pt x="696" y="593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</a:gsLst>
                    <a:lin ang="162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/>
                  </a:p>
                </p:txBody>
              </p:sp>
            </p:grpSp>
          </p:grpSp>
        </p:grpSp>
        <p:grpSp>
          <p:nvGrpSpPr>
            <p:cNvPr id="710" name="Gruppieren 709"/>
            <p:cNvGrpSpPr/>
            <p:nvPr/>
          </p:nvGrpSpPr>
          <p:grpSpPr bwMode="gray">
            <a:xfrm>
              <a:off x="3237177" y="538328"/>
              <a:ext cx="5434382" cy="2817645"/>
              <a:chOff x="3237177" y="538328"/>
              <a:chExt cx="5434382" cy="2817645"/>
            </a:xfrm>
          </p:grpSpPr>
          <p:sp>
            <p:nvSpPr>
              <p:cNvPr id="500" name="Rechteck 499"/>
              <p:cNvSpPr/>
              <p:nvPr/>
            </p:nvSpPr>
            <p:spPr bwMode="gray">
              <a:xfrm>
                <a:off x="3237177" y="3015397"/>
                <a:ext cx="2589359" cy="340576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media Campaign is very successful.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81" name="Gruppieren 680"/>
              <p:cNvGrpSpPr/>
              <p:nvPr/>
            </p:nvGrpSpPr>
            <p:grpSpPr bwMode="gray">
              <a:xfrm>
                <a:off x="7660082" y="538329"/>
                <a:ext cx="1011477" cy="2412978"/>
                <a:chOff x="6348868" y="538329"/>
                <a:chExt cx="1011477" cy="2412978"/>
              </a:xfrm>
            </p:grpSpPr>
            <p:sp>
              <p:nvSpPr>
                <p:cNvPr id="499" name="Rechteckige Legende 498"/>
                <p:cNvSpPr/>
                <p:nvPr/>
              </p:nvSpPr>
              <p:spPr bwMode="gray">
                <a:xfrm>
                  <a:off x="6348868" y="538329"/>
                  <a:ext cx="1011477" cy="845835"/>
                </a:xfrm>
                <a:prstGeom prst="wedgeRectCallout">
                  <a:avLst>
                    <a:gd name="adj1" fmla="val -58003"/>
                    <a:gd name="adj2" fmla="val -21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wrap="none" lIns="72000" tIns="0" rIns="72000" bIns="0" rtlCol="0" anchor="ctr"/>
                <a:lstStyle/>
                <a:p>
                  <a:pPr>
                    <a:lnSpc>
                      <a:spcPct val="80000"/>
                    </a:lnSpc>
                  </a:pPr>
                  <a:r>
                    <a:rPr lang="de-DE" sz="2800" b="1" dirty="0" smtClean="0">
                      <a:solidFill>
                        <a:schemeClr val="accent1"/>
                      </a:solidFill>
                    </a:rPr>
                    <a:t>78</a:t>
                  </a:r>
                  <a:r>
                    <a:rPr lang="de-DE" sz="2000" dirty="0" smtClean="0">
                      <a:solidFill>
                        <a:schemeClr val="accent1"/>
                      </a:solidFill>
                    </a:rPr>
                    <a:t>/130</a:t>
                  </a:r>
                </a:p>
                <a:p>
                  <a:pPr>
                    <a:lnSpc>
                      <a:spcPct val="80000"/>
                    </a:lnSpc>
                  </a:pPr>
                  <a:r>
                    <a:rPr lang="en-US" sz="2000" dirty="0" smtClean="0">
                      <a:solidFill>
                        <a:schemeClr val="accent1"/>
                      </a:solidFill>
                    </a:rPr>
                    <a:t>like</a:t>
                  </a:r>
                  <a:r>
                    <a:rPr lang="de-DE" sz="2000" dirty="0" smtClean="0">
                      <a:solidFill>
                        <a:schemeClr val="accent1"/>
                      </a:solidFill>
                    </a:rPr>
                    <a:t> it.</a:t>
                  </a:r>
                  <a:endParaRPr lang="de-DE" sz="2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501" name="Textfeld 500"/>
                <p:cNvSpPr txBox="1"/>
                <p:nvPr/>
              </p:nvSpPr>
              <p:spPr bwMode="gray">
                <a:xfrm>
                  <a:off x="6348869" y="1574671"/>
                  <a:ext cx="991202" cy="1376636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spcAft>
                      <a:spcPts val="0"/>
                    </a:spcAft>
                  </a:pPr>
                  <a:r>
                    <a:rPr lang="de-DE" sz="700" b="1" smtClean="0">
                      <a:solidFill>
                        <a:schemeClr val="accent1"/>
                      </a:solidFill>
                    </a:rPr>
                    <a:t>This</a:t>
                  </a:r>
                  <a:r>
                    <a:rPr lang="de-DE" sz="700" b="1" smtClean="0">
                      <a:solidFill>
                        <a:srgbClr val="000000"/>
                      </a:solidFill>
                    </a:rPr>
                    <a:t> </a:t>
                  </a:r>
                  <a:r>
                    <a:rPr lang="de-DE" sz="700" b="1" smtClean="0">
                      <a:solidFill>
                        <a:schemeClr val="accent1"/>
                      </a:solidFill>
                    </a:rPr>
                    <a:t>is</a:t>
                  </a:r>
                  <a:r>
                    <a:rPr lang="de-DE" sz="700" b="1" smtClean="0">
                      <a:solidFill>
                        <a:srgbClr val="000000"/>
                      </a:solidFill>
                    </a:rPr>
                    <a:t> a placeholder text. </a:t>
                  </a:r>
                  <a:r>
                    <a:rPr lang="de-DE" sz="700" smtClean="0">
                      <a:solidFill>
                        <a:srgbClr val="000000"/>
                      </a:solidFill>
                    </a:rPr>
                    <a:t>Replace this text with your own information. This text demonstrates how your text will look like. Type your text here, this is only a placeholder.</a:t>
                  </a:r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771" name="Gruppieren 770"/>
              <p:cNvGrpSpPr/>
              <p:nvPr/>
            </p:nvGrpSpPr>
            <p:grpSpPr bwMode="gray">
              <a:xfrm>
                <a:off x="3345958" y="538328"/>
                <a:ext cx="4117536" cy="2395610"/>
                <a:chOff x="3345958" y="538328"/>
                <a:chExt cx="4117536" cy="2395610"/>
              </a:xfrm>
            </p:grpSpPr>
            <p:grpSp>
              <p:nvGrpSpPr>
                <p:cNvPr id="503" name="Gruppieren 240"/>
                <p:cNvGrpSpPr/>
                <p:nvPr/>
              </p:nvGrpSpPr>
              <p:grpSpPr bwMode="gray">
                <a:xfrm>
                  <a:off x="3345958" y="538328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593" name="Gruppieren 24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67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8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4" name="Gruppieren 24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6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5" name="Gruppieren 24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6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6" name="Gruppieren 24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6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7" name="Gruppieren 24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6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8" name="Gruppieren 24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6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99" name="Gruppieren 24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61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00" name="Gruppieren 24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60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0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1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  <p:grpSp>
              <p:nvGrpSpPr>
                <p:cNvPr id="504" name="Gruppieren 330"/>
                <p:cNvGrpSpPr/>
                <p:nvPr/>
              </p:nvGrpSpPr>
              <p:grpSpPr bwMode="gray">
                <a:xfrm>
                  <a:off x="4781428" y="538328"/>
                  <a:ext cx="1389386" cy="2395610"/>
                  <a:chOff x="502462" y="538328"/>
                  <a:chExt cx="1389386" cy="2395610"/>
                </a:xfrm>
              </p:grpSpPr>
              <p:grpSp>
                <p:nvGrpSpPr>
                  <p:cNvPr id="505" name="Gruppieren 331"/>
                  <p:cNvGrpSpPr/>
                  <p:nvPr/>
                </p:nvGrpSpPr>
                <p:grpSpPr bwMode="gray">
                  <a:xfrm>
                    <a:off x="502462" y="1151036"/>
                    <a:ext cx="1389386" cy="251131"/>
                    <a:chOff x="502462" y="1133033"/>
                    <a:chExt cx="1389386" cy="251131"/>
                  </a:xfrm>
                </p:grpSpPr>
                <p:sp>
                  <p:nvSpPr>
                    <p:cNvPr id="58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9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9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9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06" name="Gruppieren 332"/>
                  <p:cNvGrpSpPr/>
                  <p:nvPr/>
                </p:nvGrpSpPr>
                <p:grpSpPr bwMode="gray">
                  <a:xfrm>
                    <a:off x="502462" y="844682"/>
                    <a:ext cx="1389386" cy="251131"/>
                    <a:chOff x="502462" y="835681"/>
                    <a:chExt cx="1389386" cy="251131"/>
                  </a:xfrm>
                </p:grpSpPr>
                <p:sp>
                  <p:nvSpPr>
                    <p:cNvPr id="57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8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07" name="Gruppieren 333"/>
                  <p:cNvGrpSpPr/>
                  <p:nvPr/>
                </p:nvGrpSpPr>
                <p:grpSpPr bwMode="gray">
                  <a:xfrm>
                    <a:off x="502462" y="538328"/>
                    <a:ext cx="1389386" cy="251131"/>
                    <a:chOff x="502462" y="538328"/>
                    <a:chExt cx="1389386" cy="251131"/>
                  </a:xfrm>
                </p:grpSpPr>
                <p:sp>
                  <p:nvSpPr>
                    <p:cNvPr id="5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7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08" name="Gruppieren 334"/>
                  <p:cNvGrpSpPr/>
                  <p:nvPr/>
                </p:nvGrpSpPr>
                <p:grpSpPr bwMode="gray">
                  <a:xfrm>
                    <a:off x="502462" y="2070098"/>
                    <a:ext cx="1389386" cy="251131"/>
                    <a:chOff x="502462" y="2043904"/>
                    <a:chExt cx="1389386" cy="251131"/>
                  </a:xfrm>
                </p:grpSpPr>
                <p:sp>
                  <p:nvSpPr>
                    <p:cNvPr id="5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09" name="Gruppieren 335"/>
                  <p:cNvGrpSpPr/>
                  <p:nvPr/>
                </p:nvGrpSpPr>
                <p:grpSpPr bwMode="gray">
                  <a:xfrm>
                    <a:off x="502462" y="1763744"/>
                    <a:ext cx="1389386" cy="251131"/>
                    <a:chOff x="502462" y="1746552"/>
                    <a:chExt cx="1389386" cy="251131"/>
                  </a:xfrm>
                </p:grpSpPr>
                <p:sp>
                  <p:nvSpPr>
                    <p:cNvPr id="5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10" name="Gruppieren 336"/>
                  <p:cNvGrpSpPr/>
                  <p:nvPr/>
                </p:nvGrpSpPr>
                <p:grpSpPr bwMode="gray">
                  <a:xfrm>
                    <a:off x="502462" y="1457390"/>
                    <a:ext cx="1389386" cy="251131"/>
                    <a:chOff x="502462" y="1449199"/>
                    <a:chExt cx="1389386" cy="251131"/>
                  </a:xfrm>
                </p:grpSpPr>
                <p:sp>
                  <p:nvSpPr>
                    <p:cNvPr id="5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11" name="Gruppieren 337"/>
                  <p:cNvGrpSpPr/>
                  <p:nvPr/>
                </p:nvGrpSpPr>
                <p:grpSpPr bwMode="gray">
                  <a:xfrm>
                    <a:off x="502462" y="2682807"/>
                    <a:ext cx="1389386" cy="251131"/>
                    <a:chOff x="502462" y="2682807"/>
                    <a:chExt cx="1389386" cy="251131"/>
                  </a:xfrm>
                </p:grpSpPr>
                <p:sp>
                  <p:nvSpPr>
                    <p:cNvPr id="5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512" name="Gruppieren 338"/>
                  <p:cNvGrpSpPr/>
                  <p:nvPr/>
                </p:nvGrpSpPr>
                <p:grpSpPr bwMode="gray">
                  <a:xfrm>
                    <a:off x="502462" y="2376452"/>
                    <a:ext cx="1389386" cy="251131"/>
                    <a:chOff x="502462" y="2385455"/>
                    <a:chExt cx="1389386" cy="251131"/>
                  </a:xfrm>
                </p:grpSpPr>
                <p:sp>
                  <p:nvSpPr>
                    <p:cNvPr id="5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0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789819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  <p:grpSp>
              <p:nvGrpSpPr>
                <p:cNvPr id="682" name="Gruppieren 330"/>
                <p:cNvGrpSpPr/>
                <p:nvPr/>
              </p:nvGrpSpPr>
              <p:grpSpPr bwMode="gray">
                <a:xfrm>
                  <a:off x="6217136" y="538328"/>
                  <a:ext cx="1246358" cy="2395610"/>
                  <a:chOff x="502462" y="538328"/>
                  <a:chExt cx="1246358" cy="2395610"/>
                </a:xfrm>
              </p:grpSpPr>
              <p:grpSp>
                <p:nvGrpSpPr>
                  <p:cNvPr id="683" name="Gruppieren 331"/>
                  <p:cNvGrpSpPr/>
                  <p:nvPr/>
                </p:nvGrpSpPr>
                <p:grpSpPr bwMode="gray">
                  <a:xfrm>
                    <a:off x="502462" y="1151036"/>
                    <a:ext cx="1246358" cy="251131"/>
                    <a:chOff x="502462" y="1133033"/>
                    <a:chExt cx="1246358" cy="251131"/>
                  </a:xfrm>
                </p:grpSpPr>
                <p:sp>
                  <p:nvSpPr>
                    <p:cNvPr id="76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6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133033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4" name="Gruppieren 332"/>
                  <p:cNvGrpSpPr/>
                  <p:nvPr/>
                </p:nvGrpSpPr>
                <p:grpSpPr bwMode="gray">
                  <a:xfrm>
                    <a:off x="502462" y="844682"/>
                    <a:ext cx="1246358" cy="251131"/>
                    <a:chOff x="502462" y="835681"/>
                    <a:chExt cx="1246358" cy="251131"/>
                  </a:xfrm>
                </p:grpSpPr>
                <p:sp>
                  <p:nvSpPr>
                    <p:cNvPr id="75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5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835681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5" name="Gruppieren 333"/>
                  <p:cNvGrpSpPr/>
                  <p:nvPr/>
                </p:nvGrpSpPr>
                <p:grpSpPr bwMode="gray">
                  <a:xfrm>
                    <a:off x="502462" y="538328"/>
                    <a:ext cx="1246358" cy="251131"/>
                    <a:chOff x="502462" y="538328"/>
                    <a:chExt cx="1246358" cy="251131"/>
                  </a:xfrm>
                </p:grpSpPr>
                <p:sp>
                  <p:nvSpPr>
                    <p:cNvPr id="74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4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538328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6" name="Gruppieren 334"/>
                  <p:cNvGrpSpPr/>
                  <p:nvPr/>
                </p:nvGrpSpPr>
                <p:grpSpPr bwMode="gray">
                  <a:xfrm>
                    <a:off x="502462" y="2070098"/>
                    <a:ext cx="1246358" cy="251131"/>
                    <a:chOff x="502462" y="2043904"/>
                    <a:chExt cx="1246358" cy="251131"/>
                  </a:xfrm>
                </p:grpSpPr>
                <p:sp>
                  <p:nvSpPr>
                    <p:cNvPr id="73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3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043904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7" name="Gruppieren 335"/>
                  <p:cNvGrpSpPr/>
                  <p:nvPr/>
                </p:nvGrpSpPr>
                <p:grpSpPr bwMode="gray">
                  <a:xfrm>
                    <a:off x="502462" y="1763744"/>
                    <a:ext cx="1246358" cy="251131"/>
                    <a:chOff x="502462" y="1746552"/>
                    <a:chExt cx="1246358" cy="251131"/>
                  </a:xfrm>
                </p:grpSpPr>
                <p:sp>
                  <p:nvSpPr>
                    <p:cNvPr id="72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746552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8" name="Gruppieren 336"/>
                  <p:cNvGrpSpPr/>
                  <p:nvPr/>
                </p:nvGrpSpPr>
                <p:grpSpPr bwMode="gray">
                  <a:xfrm>
                    <a:off x="502462" y="1457390"/>
                    <a:ext cx="1246358" cy="251131"/>
                    <a:chOff x="502462" y="1449199"/>
                    <a:chExt cx="1246358" cy="251131"/>
                  </a:xfrm>
                </p:grpSpPr>
                <p:sp>
                  <p:nvSpPr>
                    <p:cNvPr id="71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1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1449199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60000"/>
                            <a:lumOff val="4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89" name="Gruppieren 337"/>
                  <p:cNvGrpSpPr/>
                  <p:nvPr/>
                </p:nvGrpSpPr>
                <p:grpSpPr bwMode="gray">
                  <a:xfrm>
                    <a:off x="502462" y="2682807"/>
                    <a:ext cx="1246358" cy="251131"/>
                    <a:chOff x="502462" y="2682807"/>
                    <a:chExt cx="1246358" cy="251131"/>
                  </a:xfrm>
                </p:grpSpPr>
                <p:sp>
                  <p:nvSpPr>
                    <p:cNvPr id="70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0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682807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  <p:grpSp>
                <p:nvGrpSpPr>
                  <p:cNvPr id="690" name="Gruppieren 338"/>
                  <p:cNvGrpSpPr/>
                  <p:nvPr/>
                </p:nvGrpSpPr>
                <p:grpSpPr bwMode="gray">
                  <a:xfrm>
                    <a:off x="502462" y="2376452"/>
                    <a:ext cx="1246358" cy="251131"/>
                    <a:chOff x="502462" y="2385455"/>
                    <a:chExt cx="1246358" cy="251131"/>
                  </a:xfrm>
                </p:grpSpPr>
                <p:sp>
                  <p:nvSpPr>
                    <p:cNvPr id="691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502462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2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78854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3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07463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4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36071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5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645503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6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931586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7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217667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8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503754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99" name="Freeform 5"/>
                    <p:cNvSpPr>
                      <a:spLocks noChangeAspect="1" noEditPoints="1"/>
                    </p:cNvSpPr>
                    <p:nvPr/>
                  </p:nvSpPr>
                  <p:spPr bwMode="gray">
                    <a:xfrm>
                      <a:off x="1646791" y="2385455"/>
                      <a:ext cx="102029" cy="251131"/>
                    </a:xfrm>
                    <a:custGeom>
                      <a:avLst/>
                      <a:gdLst>
                        <a:gd name="T0" fmla="*/ 195 w 721"/>
                        <a:gd name="T1" fmla="*/ 161 h 1779"/>
                        <a:gd name="T2" fmla="*/ 360 w 721"/>
                        <a:gd name="T3" fmla="*/ 0 h 1779"/>
                        <a:gd name="T4" fmla="*/ 526 w 721"/>
                        <a:gd name="T5" fmla="*/ 161 h 1779"/>
                        <a:gd name="T6" fmla="*/ 360 w 721"/>
                        <a:gd name="T7" fmla="*/ 369 h 1779"/>
                        <a:gd name="T8" fmla="*/ 195 w 721"/>
                        <a:gd name="T9" fmla="*/ 161 h 1779"/>
                        <a:gd name="T10" fmla="*/ 696 w 721"/>
                        <a:gd name="T11" fmla="*/ 593 h 1779"/>
                        <a:gd name="T12" fmla="*/ 497 w 721"/>
                        <a:gd name="T13" fmla="*/ 393 h 1779"/>
                        <a:gd name="T14" fmla="*/ 360 w 721"/>
                        <a:gd name="T15" fmla="*/ 449 h 1779"/>
                        <a:gd name="T16" fmla="*/ 223 w 721"/>
                        <a:gd name="T17" fmla="*/ 393 h 1779"/>
                        <a:gd name="T18" fmla="*/ 24 w 721"/>
                        <a:gd name="T19" fmla="*/ 593 h 1779"/>
                        <a:gd name="T20" fmla="*/ 0 w 721"/>
                        <a:gd name="T21" fmla="*/ 1031 h 1779"/>
                        <a:gd name="T22" fmla="*/ 65 w 721"/>
                        <a:gd name="T23" fmla="*/ 1096 h 1779"/>
                        <a:gd name="T24" fmla="*/ 130 w 721"/>
                        <a:gd name="T25" fmla="*/ 1031 h 1779"/>
                        <a:gd name="T26" fmla="*/ 141 w 721"/>
                        <a:gd name="T27" fmla="*/ 614 h 1779"/>
                        <a:gd name="T28" fmla="*/ 158 w 721"/>
                        <a:gd name="T29" fmla="*/ 598 h 1779"/>
                        <a:gd name="T30" fmla="*/ 174 w 721"/>
                        <a:gd name="T31" fmla="*/ 614 h 1779"/>
                        <a:gd name="T32" fmla="*/ 174 w 721"/>
                        <a:gd name="T33" fmla="*/ 1084 h 1779"/>
                        <a:gd name="T34" fmla="*/ 174 w 721"/>
                        <a:gd name="T35" fmla="*/ 1122 h 1779"/>
                        <a:gd name="T36" fmla="*/ 177 w 721"/>
                        <a:gd name="T37" fmla="*/ 1707 h 1779"/>
                        <a:gd name="T38" fmla="*/ 249 w 721"/>
                        <a:gd name="T39" fmla="*/ 1779 h 1779"/>
                        <a:gd name="T40" fmla="*/ 321 w 721"/>
                        <a:gd name="T41" fmla="*/ 1707 h 1779"/>
                        <a:gd name="T42" fmla="*/ 344 w 721"/>
                        <a:gd name="T43" fmla="*/ 1122 h 1779"/>
                        <a:gd name="T44" fmla="*/ 360 w 721"/>
                        <a:gd name="T45" fmla="*/ 1106 h 1779"/>
                        <a:gd name="T46" fmla="*/ 376 w 721"/>
                        <a:gd name="T47" fmla="*/ 1122 h 1779"/>
                        <a:gd name="T48" fmla="*/ 399 w 721"/>
                        <a:gd name="T49" fmla="*/ 1707 h 1779"/>
                        <a:gd name="T50" fmla="*/ 471 w 721"/>
                        <a:gd name="T51" fmla="*/ 1779 h 1779"/>
                        <a:gd name="T52" fmla="*/ 544 w 721"/>
                        <a:gd name="T53" fmla="*/ 1707 h 1779"/>
                        <a:gd name="T54" fmla="*/ 546 w 721"/>
                        <a:gd name="T55" fmla="*/ 1122 h 1779"/>
                        <a:gd name="T56" fmla="*/ 546 w 721"/>
                        <a:gd name="T57" fmla="*/ 1084 h 1779"/>
                        <a:gd name="T58" fmla="*/ 547 w 721"/>
                        <a:gd name="T59" fmla="*/ 614 h 1779"/>
                        <a:gd name="T60" fmla="*/ 563 w 721"/>
                        <a:gd name="T61" fmla="*/ 598 h 1779"/>
                        <a:gd name="T62" fmla="*/ 579 w 721"/>
                        <a:gd name="T63" fmla="*/ 614 h 1779"/>
                        <a:gd name="T64" fmla="*/ 590 w 721"/>
                        <a:gd name="T65" fmla="*/ 1031 h 1779"/>
                        <a:gd name="T66" fmla="*/ 655 w 721"/>
                        <a:gd name="T67" fmla="*/ 1096 h 1779"/>
                        <a:gd name="T68" fmla="*/ 721 w 721"/>
                        <a:gd name="T69" fmla="*/ 1031 h 1779"/>
                        <a:gd name="T70" fmla="*/ 696 w 721"/>
                        <a:gd name="T71" fmla="*/ 593 h 17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</a:cxnLst>
                      <a:rect l="0" t="0" r="r" b="b"/>
                      <a:pathLst>
                        <a:path w="721" h="1779">
                          <a:moveTo>
                            <a:pt x="195" y="161"/>
                          </a:moveTo>
                          <a:cubicBezTo>
                            <a:pt x="195" y="59"/>
                            <a:pt x="269" y="0"/>
                            <a:pt x="360" y="0"/>
                          </a:cubicBezTo>
                          <a:cubicBezTo>
                            <a:pt x="452" y="0"/>
                            <a:pt x="526" y="59"/>
                            <a:pt x="526" y="161"/>
                          </a:cubicBezTo>
                          <a:cubicBezTo>
                            <a:pt x="526" y="263"/>
                            <a:pt x="446" y="369"/>
                            <a:pt x="360" y="369"/>
                          </a:cubicBezTo>
                          <a:cubicBezTo>
                            <a:pt x="275" y="369"/>
                            <a:pt x="195" y="263"/>
                            <a:pt x="195" y="161"/>
                          </a:cubicBezTo>
                          <a:close/>
                          <a:moveTo>
                            <a:pt x="696" y="593"/>
                          </a:moveTo>
                          <a:cubicBezTo>
                            <a:pt x="696" y="474"/>
                            <a:pt x="572" y="393"/>
                            <a:pt x="497" y="393"/>
                          </a:cubicBezTo>
                          <a:cubicBezTo>
                            <a:pt x="421" y="393"/>
                            <a:pt x="420" y="449"/>
                            <a:pt x="360" y="449"/>
                          </a:cubicBezTo>
                          <a:cubicBezTo>
                            <a:pt x="301" y="449"/>
                            <a:pt x="283" y="393"/>
                            <a:pt x="223" y="393"/>
                          </a:cubicBezTo>
                          <a:cubicBezTo>
                            <a:pt x="164" y="393"/>
                            <a:pt x="24" y="474"/>
                            <a:pt x="24" y="593"/>
                          </a:cubicBezTo>
                          <a:cubicBezTo>
                            <a:pt x="0" y="1031"/>
                            <a:pt x="0" y="1031"/>
                            <a:pt x="0" y="1031"/>
                          </a:cubicBezTo>
                          <a:cubicBezTo>
                            <a:pt x="0" y="1067"/>
                            <a:pt x="29" y="1096"/>
                            <a:pt x="65" y="1096"/>
                          </a:cubicBezTo>
                          <a:cubicBezTo>
                            <a:pt x="101" y="1096"/>
                            <a:pt x="130" y="1067"/>
                            <a:pt x="130" y="1031"/>
                          </a:cubicBezTo>
                          <a:cubicBezTo>
                            <a:pt x="141" y="614"/>
                            <a:pt x="141" y="614"/>
                            <a:pt x="141" y="614"/>
                          </a:cubicBezTo>
                          <a:cubicBezTo>
                            <a:pt x="141" y="605"/>
                            <a:pt x="149" y="598"/>
                            <a:pt x="158" y="598"/>
                          </a:cubicBezTo>
                          <a:cubicBezTo>
                            <a:pt x="166" y="598"/>
                            <a:pt x="174" y="605"/>
                            <a:pt x="174" y="614"/>
                          </a:cubicBezTo>
                          <a:cubicBezTo>
                            <a:pt x="174" y="1084"/>
                            <a:pt x="174" y="1084"/>
                            <a:pt x="174" y="1084"/>
                          </a:cubicBezTo>
                          <a:cubicBezTo>
                            <a:pt x="174" y="1122"/>
                            <a:pt x="174" y="1122"/>
                            <a:pt x="174" y="1122"/>
                          </a:cubicBezTo>
                          <a:cubicBezTo>
                            <a:pt x="177" y="1707"/>
                            <a:pt x="177" y="1707"/>
                            <a:pt x="177" y="1707"/>
                          </a:cubicBezTo>
                          <a:cubicBezTo>
                            <a:pt x="177" y="1747"/>
                            <a:pt x="209" y="1779"/>
                            <a:pt x="249" y="1779"/>
                          </a:cubicBezTo>
                          <a:cubicBezTo>
                            <a:pt x="289" y="1779"/>
                            <a:pt x="321" y="1747"/>
                            <a:pt x="321" y="1707"/>
                          </a:cubicBezTo>
                          <a:cubicBezTo>
                            <a:pt x="344" y="1122"/>
                            <a:pt x="344" y="1122"/>
                            <a:pt x="344" y="1122"/>
                          </a:cubicBezTo>
                          <a:cubicBezTo>
                            <a:pt x="344" y="1113"/>
                            <a:pt x="351" y="1106"/>
                            <a:pt x="360" y="1106"/>
                          </a:cubicBezTo>
                          <a:cubicBezTo>
                            <a:pt x="369" y="1106"/>
                            <a:pt x="376" y="1113"/>
                            <a:pt x="376" y="1122"/>
                          </a:cubicBezTo>
                          <a:cubicBezTo>
                            <a:pt x="399" y="1707"/>
                            <a:pt x="399" y="1707"/>
                            <a:pt x="399" y="1707"/>
                          </a:cubicBezTo>
                          <a:cubicBezTo>
                            <a:pt x="399" y="1747"/>
                            <a:pt x="432" y="1779"/>
                            <a:pt x="471" y="1779"/>
                          </a:cubicBezTo>
                          <a:cubicBezTo>
                            <a:pt x="511" y="1779"/>
                            <a:pt x="544" y="1747"/>
                            <a:pt x="544" y="1707"/>
                          </a:cubicBezTo>
                          <a:cubicBezTo>
                            <a:pt x="546" y="1122"/>
                            <a:pt x="546" y="1122"/>
                            <a:pt x="546" y="1122"/>
                          </a:cubicBezTo>
                          <a:cubicBezTo>
                            <a:pt x="546" y="1084"/>
                            <a:pt x="546" y="1084"/>
                            <a:pt x="546" y="1084"/>
                          </a:cubicBezTo>
                          <a:cubicBezTo>
                            <a:pt x="547" y="614"/>
                            <a:pt x="547" y="614"/>
                            <a:pt x="547" y="614"/>
                          </a:cubicBezTo>
                          <a:cubicBezTo>
                            <a:pt x="547" y="605"/>
                            <a:pt x="554" y="598"/>
                            <a:pt x="563" y="598"/>
                          </a:cubicBezTo>
                          <a:cubicBezTo>
                            <a:pt x="572" y="598"/>
                            <a:pt x="579" y="605"/>
                            <a:pt x="579" y="614"/>
                          </a:cubicBezTo>
                          <a:cubicBezTo>
                            <a:pt x="590" y="1031"/>
                            <a:pt x="590" y="1031"/>
                            <a:pt x="590" y="1031"/>
                          </a:cubicBezTo>
                          <a:cubicBezTo>
                            <a:pt x="590" y="1067"/>
                            <a:pt x="619" y="1096"/>
                            <a:pt x="655" y="1096"/>
                          </a:cubicBezTo>
                          <a:cubicBezTo>
                            <a:pt x="691" y="1096"/>
                            <a:pt x="721" y="1067"/>
                            <a:pt x="721" y="1031"/>
                          </a:cubicBezTo>
                          <a:lnTo>
                            <a:pt x="696" y="593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AFAFAF"/>
                        </a:gs>
                        <a:gs pos="50000">
                          <a:srgbClr val="D7D7D7"/>
                        </a:gs>
                      </a:gsLst>
                      <a:lin ang="162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/>
                    </a:p>
                  </p:txBody>
                </p:sp>
              </p:grpSp>
            </p:grpSp>
          </p:grpSp>
        </p:grpSp>
        <p:grpSp>
          <p:nvGrpSpPr>
            <p:cNvPr id="700" name="Gruppieren 699"/>
            <p:cNvGrpSpPr/>
            <p:nvPr/>
          </p:nvGrpSpPr>
          <p:grpSpPr bwMode="gray">
            <a:xfrm>
              <a:off x="7492807" y="5077978"/>
              <a:ext cx="1308293" cy="1282581"/>
              <a:chOff x="7492807" y="5077978"/>
              <a:chExt cx="1308293" cy="1282581"/>
            </a:xfrm>
          </p:grpSpPr>
          <p:grpSp>
            <p:nvGrpSpPr>
              <p:cNvPr id="843" name="Gruppieren 842"/>
              <p:cNvGrpSpPr/>
              <p:nvPr/>
            </p:nvGrpSpPr>
            <p:grpSpPr bwMode="gray">
              <a:xfrm>
                <a:off x="7623444" y="5584770"/>
                <a:ext cx="1103321" cy="339044"/>
                <a:chOff x="7623445" y="5672682"/>
                <a:chExt cx="817234" cy="251131"/>
              </a:xfrm>
            </p:grpSpPr>
            <p:sp>
              <p:nvSpPr>
                <p:cNvPr id="81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623445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14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909529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1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195614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AFAFAF"/>
                    </a:gs>
                    <a:gs pos="50000">
                      <a:srgbClr val="D7D7D7"/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1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766486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18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052569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  <p:sp>
              <p:nvSpPr>
                <p:cNvPr id="81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338650" y="5672682"/>
                  <a:ext cx="102029" cy="251131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AFAFAF"/>
                    </a:gs>
                    <a:gs pos="50000">
                      <a:srgbClr val="D7D7D7"/>
                    </a:gs>
                  </a:gsLst>
                  <a:lin ang="16200000" scaled="1"/>
                  <a:tileRect/>
                </a:gradFill>
                <a:ln w="9525">
                  <a:noFill/>
                  <a:round/>
                  <a:headEnd/>
                  <a:tailEnd/>
                </a:ln>
                <a:effectLst/>
                <a:scene3d>
                  <a:camera prst="orthographicFront"/>
                  <a:lightRig rig="twoPt" dir="t">
                    <a:rot lat="0" lon="0" rev="8400000"/>
                  </a:lightRig>
                </a:scene3d>
                <a:sp3d extrusionH="635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/>
                </a:p>
              </p:txBody>
            </p:sp>
          </p:grpSp>
          <p:sp>
            <p:nvSpPr>
              <p:cNvPr id="812" name="Rechteckige Legende 811"/>
              <p:cNvSpPr/>
              <p:nvPr/>
            </p:nvSpPr>
            <p:spPr bwMode="gray">
              <a:xfrm>
                <a:off x="7602456" y="5077978"/>
                <a:ext cx="1124310" cy="303060"/>
              </a:xfrm>
              <a:prstGeom prst="wedgeRectCallout">
                <a:avLst>
                  <a:gd name="adj1" fmla="val -21405"/>
                  <a:gd name="adj2" fmla="val 7674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72000" tIns="36000" rIns="72000" bIns="0" rtlCol="0" anchor="ctr"/>
              <a:lstStyle/>
              <a:p>
                <a:pPr>
                  <a:lnSpc>
                    <a:spcPct val="80000"/>
                  </a:lnSpc>
                </a:pPr>
                <a:r>
                  <a:rPr lang="en-US" sz="1600" b="1" dirty="0" smtClean="0">
                    <a:solidFill>
                      <a:schemeClr val="accent1"/>
                    </a:solidFill>
                  </a:rPr>
                  <a:t>4/6</a:t>
                </a:r>
                <a:r>
                  <a:rPr lang="en-US" sz="1200" dirty="0" smtClean="0">
                    <a:solidFill>
                      <a:schemeClr val="accent1"/>
                    </a:solidFill>
                  </a:rPr>
                  <a:t> Likes</a:t>
                </a:r>
              </a:p>
            </p:txBody>
          </p:sp>
          <p:sp>
            <p:nvSpPr>
              <p:cNvPr id="810" name="Rechteck 809"/>
              <p:cNvSpPr/>
              <p:nvPr/>
            </p:nvSpPr>
            <p:spPr bwMode="gray">
              <a:xfrm>
                <a:off x="7492807" y="5990032"/>
                <a:ext cx="1308293" cy="370527"/>
              </a:xfrm>
              <a:prstGeom prst="rect">
                <a:avLst/>
              </a:prstGeom>
            </p:spPr>
            <p:txBody>
              <a:bodyPr wrap="square" lIns="108000" tIns="0" rIns="180000" bIns="0" anchor="ctr" anchorCtr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000000"/>
                    </a:solidFill>
                  </a:rPr>
                  <a:t>Social </a:t>
                </a:r>
                <a:r>
                  <a:rPr lang="en-US" sz="1050" noProof="1" smtClean="0">
                    <a:solidFill>
                      <a:srgbClr val="000000"/>
                    </a:solidFill>
                  </a:rPr>
                  <a:t>mediaLikes</a:t>
                </a:r>
                <a:r>
                  <a:rPr lang="en-US" sz="1050" dirty="0" smtClean="0">
                    <a:solidFill>
                      <a:srgbClr val="000000"/>
                    </a:solidFill>
                  </a:rPr>
                  <a:t>.</a:t>
                </a:r>
                <a:endParaRPr lang="en-US" sz="1100" dirty="0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2" y="441865"/>
            <a:ext cx="8406161" cy="5926926"/>
            <a:chOff x="393682" y="441865"/>
            <a:chExt cx="8406161" cy="5926926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1" name="Gruppieren 680"/>
            <p:cNvGrpSpPr/>
            <p:nvPr/>
          </p:nvGrpSpPr>
          <p:grpSpPr bwMode="gray">
            <a:xfrm>
              <a:off x="4710584" y="4992155"/>
              <a:ext cx="2583895" cy="1376636"/>
              <a:chOff x="6159357" y="3501982"/>
              <a:chExt cx="2583895" cy="1376636"/>
            </a:xfrm>
          </p:grpSpPr>
          <p:grpSp>
            <p:nvGrpSpPr>
              <p:cNvPr id="682" name="Gruppieren 13"/>
              <p:cNvGrpSpPr/>
              <p:nvPr/>
            </p:nvGrpSpPr>
            <p:grpSpPr bwMode="gray">
              <a:xfrm>
                <a:off x="6159357" y="3591231"/>
                <a:ext cx="1188000" cy="88423"/>
                <a:chOff x="6078379" y="3501232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871" name="Würfel 870"/>
                <p:cNvSpPr/>
                <p:nvPr/>
              </p:nvSpPr>
              <p:spPr bwMode="gray">
                <a:xfrm>
                  <a:off x="6078379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2" name="Würfel 871"/>
                <p:cNvSpPr/>
                <p:nvPr/>
              </p:nvSpPr>
              <p:spPr bwMode="gray">
                <a:xfrm>
                  <a:off x="6219944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3" name="Würfel 872"/>
                <p:cNvSpPr/>
                <p:nvPr/>
              </p:nvSpPr>
              <p:spPr bwMode="gray">
                <a:xfrm>
                  <a:off x="636150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4" name="Würfel 873"/>
                <p:cNvSpPr/>
                <p:nvPr/>
              </p:nvSpPr>
              <p:spPr bwMode="gray">
                <a:xfrm>
                  <a:off x="6503073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5" name="Würfel 874"/>
                <p:cNvSpPr/>
                <p:nvPr/>
              </p:nvSpPr>
              <p:spPr bwMode="gray">
                <a:xfrm>
                  <a:off x="6644638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6" name="Würfel 875"/>
                <p:cNvSpPr/>
                <p:nvPr/>
              </p:nvSpPr>
              <p:spPr bwMode="gray">
                <a:xfrm>
                  <a:off x="678620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7" name="Würfel 876"/>
                <p:cNvSpPr/>
                <p:nvPr/>
              </p:nvSpPr>
              <p:spPr bwMode="gray">
                <a:xfrm>
                  <a:off x="6927767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8" name="Würfel 877"/>
                <p:cNvSpPr/>
                <p:nvPr/>
              </p:nvSpPr>
              <p:spPr bwMode="gray">
                <a:xfrm>
                  <a:off x="7210896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9" name="Würfel 878"/>
                <p:cNvSpPr/>
                <p:nvPr/>
              </p:nvSpPr>
              <p:spPr bwMode="gray">
                <a:xfrm>
                  <a:off x="7069332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80" name="Würfel 879"/>
                <p:cNvSpPr/>
                <p:nvPr/>
              </p:nvSpPr>
              <p:spPr bwMode="gray">
                <a:xfrm>
                  <a:off x="7352461" y="350123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3" name="Gruppieren 12"/>
              <p:cNvGrpSpPr/>
              <p:nvPr/>
            </p:nvGrpSpPr>
            <p:grpSpPr bwMode="gray">
              <a:xfrm>
                <a:off x="6159357" y="3713407"/>
                <a:ext cx="1188000" cy="88423"/>
                <a:chOff x="6078379" y="3642885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861" name="Würfel 860"/>
                <p:cNvSpPr/>
                <p:nvPr/>
              </p:nvSpPr>
              <p:spPr bwMode="gray">
                <a:xfrm>
                  <a:off x="6078379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2" name="Würfel 861"/>
                <p:cNvSpPr/>
                <p:nvPr/>
              </p:nvSpPr>
              <p:spPr bwMode="gray">
                <a:xfrm>
                  <a:off x="6219944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3" name="Würfel 862"/>
                <p:cNvSpPr/>
                <p:nvPr/>
              </p:nvSpPr>
              <p:spPr bwMode="gray">
                <a:xfrm>
                  <a:off x="636150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4" name="Würfel 863"/>
                <p:cNvSpPr/>
                <p:nvPr/>
              </p:nvSpPr>
              <p:spPr bwMode="gray">
                <a:xfrm>
                  <a:off x="6503073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5" name="Würfel 864"/>
                <p:cNvSpPr/>
                <p:nvPr/>
              </p:nvSpPr>
              <p:spPr bwMode="gray">
                <a:xfrm>
                  <a:off x="6644638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6" name="Würfel 865"/>
                <p:cNvSpPr/>
                <p:nvPr/>
              </p:nvSpPr>
              <p:spPr bwMode="gray">
                <a:xfrm>
                  <a:off x="678620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7" name="Würfel 866"/>
                <p:cNvSpPr/>
                <p:nvPr/>
              </p:nvSpPr>
              <p:spPr bwMode="gray">
                <a:xfrm>
                  <a:off x="6927767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8" name="Würfel 867"/>
                <p:cNvSpPr/>
                <p:nvPr/>
              </p:nvSpPr>
              <p:spPr bwMode="gray">
                <a:xfrm>
                  <a:off x="7210896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9" name="Würfel 868"/>
                <p:cNvSpPr/>
                <p:nvPr/>
              </p:nvSpPr>
              <p:spPr bwMode="gray">
                <a:xfrm>
                  <a:off x="7069332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70" name="Würfel 869"/>
                <p:cNvSpPr/>
                <p:nvPr/>
              </p:nvSpPr>
              <p:spPr bwMode="gray">
                <a:xfrm>
                  <a:off x="7352461" y="3642885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4" name="Gruppieren 11"/>
              <p:cNvGrpSpPr/>
              <p:nvPr/>
            </p:nvGrpSpPr>
            <p:grpSpPr bwMode="gray">
              <a:xfrm>
                <a:off x="6159357" y="3957759"/>
                <a:ext cx="1188000" cy="88423"/>
                <a:chOff x="6078379" y="3926190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851" name="Würfel 850"/>
                <p:cNvSpPr/>
                <p:nvPr/>
              </p:nvSpPr>
              <p:spPr bwMode="gray">
                <a:xfrm>
                  <a:off x="6078379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2" name="Würfel 851"/>
                <p:cNvSpPr/>
                <p:nvPr/>
              </p:nvSpPr>
              <p:spPr bwMode="gray">
                <a:xfrm>
                  <a:off x="6219944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3" name="Würfel 852"/>
                <p:cNvSpPr/>
                <p:nvPr/>
              </p:nvSpPr>
              <p:spPr bwMode="gray">
                <a:xfrm>
                  <a:off x="636150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4" name="Würfel 853"/>
                <p:cNvSpPr/>
                <p:nvPr/>
              </p:nvSpPr>
              <p:spPr bwMode="gray">
                <a:xfrm>
                  <a:off x="6503073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5" name="Würfel 854"/>
                <p:cNvSpPr/>
                <p:nvPr/>
              </p:nvSpPr>
              <p:spPr bwMode="gray">
                <a:xfrm>
                  <a:off x="6644638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6" name="Würfel 855"/>
                <p:cNvSpPr/>
                <p:nvPr/>
              </p:nvSpPr>
              <p:spPr bwMode="gray">
                <a:xfrm>
                  <a:off x="678620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7" name="Würfel 856"/>
                <p:cNvSpPr/>
                <p:nvPr/>
              </p:nvSpPr>
              <p:spPr bwMode="gray">
                <a:xfrm>
                  <a:off x="6927767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8" name="Würfel 857"/>
                <p:cNvSpPr/>
                <p:nvPr/>
              </p:nvSpPr>
              <p:spPr bwMode="gray">
                <a:xfrm>
                  <a:off x="7210896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9" name="Würfel 858"/>
                <p:cNvSpPr/>
                <p:nvPr/>
              </p:nvSpPr>
              <p:spPr bwMode="gray">
                <a:xfrm>
                  <a:off x="7069332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60" name="Würfel 859"/>
                <p:cNvSpPr/>
                <p:nvPr/>
              </p:nvSpPr>
              <p:spPr bwMode="gray">
                <a:xfrm>
                  <a:off x="7352461" y="3926190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5" name="Gruppieren 10"/>
              <p:cNvGrpSpPr/>
              <p:nvPr/>
            </p:nvGrpSpPr>
            <p:grpSpPr bwMode="gray">
              <a:xfrm>
                <a:off x="6159357" y="4079934"/>
                <a:ext cx="1188000" cy="88423"/>
                <a:chOff x="6078379" y="4067842"/>
                <a:chExt cx="1377386" cy="102519"/>
              </a:xfrm>
            </p:grpSpPr>
            <p:sp>
              <p:nvSpPr>
                <p:cNvPr id="841" name="Würfel 840"/>
                <p:cNvSpPr/>
                <p:nvPr/>
              </p:nvSpPr>
              <p:spPr bwMode="gray">
                <a:xfrm>
                  <a:off x="6078379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2" name="Würfel 841"/>
                <p:cNvSpPr/>
                <p:nvPr/>
              </p:nvSpPr>
              <p:spPr bwMode="gray">
                <a:xfrm>
                  <a:off x="6219944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3" name="Würfel 842"/>
                <p:cNvSpPr/>
                <p:nvPr/>
              </p:nvSpPr>
              <p:spPr bwMode="gray">
                <a:xfrm>
                  <a:off x="636150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4" name="Würfel 843"/>
                <p:cNvSpPr/>
                <p:nvPr/>
              </p:nvSpPr>
              <p:spPr bwMode="gray">
                <a:xfrm>
                  <a:off x="6503073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5" name="Würfel 844"/>
                <p:cNvSpPr/>
                <p:nvPr/>
              </p:nvSpPr>
              <p:spPr bwMode="gray">
                <a:xfrm>
                  <a:off x="6644638" y="4067842"/>
                  <a:ext cx="103304" cy="102519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6" name="Würfel 845"/>
                <p:cNvSpPr/>
                <p:nvPr/>
              </p:nvSpPr>
              <p:spPr bwMode="gray">
                <a:xfrm>
                  <a:off x="678620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7" name="Würfel 846"/>
                <p:cNvSpPr/>
                <p:nvPr/>
              </p:nvSpPr>
              <p:spPr bwMode="gray">
                <a:xfrm>
                  <a:off x="6927767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8" name="Würfel 847"/>
                <p:cNvSpPr/>
                <p:nvPr/>
              </p:nvSpPr>
              <p:spPr bwMode="gray">
                <a:xfrm>
                  <a:off x="7210896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9" name="Würfel 848"/>
                <p:cNvSpPr/>
                <p:nvPr/>
              </p:nvSpPr>
              <p:spPr bwMode="gray">
                <a:xfrm>
                  <a:off x="7069332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50" name="Würfel 849"/>
                <p:cNvSpPr/>
                <p:nvPr/>
              </p:nvSpPr>
              <p:spPr bwMode="gray">
                <a:xfrm>
                  <a:off x="7352461" y="4067842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6" name="Gruppieren 9"/>
              <p:cNvGrpSpPr/>
              <p:nvPr/>
            </p:nvGrpSpPr>
            <p:grpSpPr bwMode="gray">
              <a:xfrm>
                <a:off x="6159357" y="3835583"/>
                <a:ext cx="1188000" cy="88423"/>
                <a:chOff x="6078379" y="3784537"/>
                <a:chExt cx="1377386" cy="102519"/>
              </a:xfrm>
              <a:solidFill>
                <a:schemeClr val="accent1"/>
              </a:solidFill>
            </p:grpSpPr>
            <p:sp>
              <p:nvSpPr>
                <p:cNvPr id="831" name="Würfel 830"/>
                <p:cNvSpPr/>
                <p:nvPr/>
              </p:nvSpPr>
              <p:spPr bwMode="gray">
                <a:xfrm>
                  <a:off x="6078379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2" name="Würfel 831"/>
                <p:cNvSpPr/>
                <p:nvPr/>
              </p:nvSpPr>
              <p:spPr bwMode="gray">
                <a:xfrm>
                  <a:off x="6219944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3" name="Würfel 832"/>
                <p:cNvSpPr/>
                <p:nvPr/>
              </p:nvSpPr>
              <p:spPr bwMode="gray">
                <a:xfrm>
                  <a:off x="636150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4" name="Würfel 833"/>
                <p:cNvSpPr/>
                <p:nvPr/>
              </p:nvSpPr>
              <p:spPr bwMode="gray">
                <a:xfrm>
                  <a:off x="6503073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5" name="Würfel 834"/>
                <p:cNvSpPr/>
                <p:nvPr/>
              </p:nvSpPr>
              <p:spPr bwMode="gray">
                <a:xfrm>
                  <a:off x="6644638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6" name="Würfel 835"/>
                <p:cNvSpPr/>
                <p:nvPr/>
              </p:nvSpPr>
              <p:spPr bwMode="gray">
                <a:xfrm>
                  <a:off x="678620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7" name="Würfel 836"/>
                <p:cNvSpPr/>
                <p:nvPr/>
              </p:nvSpPr>
              <p:spPr bwMode="gray">
                <a:xfrm>
                  <a:off x="6927767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8" name="Würfel 837"/>
                <p:cNvSpPr/>
                <p:nvPr/>
              </p:nvSpPr>
              <p:spPr bwMode="gray">
                <a:xfrm>
                  <a:off x="7210896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9" name="Würfel 838"/>
                <p:cNvSpPr/>
                <p:nvPr/>
              </p:nvSpPr>
              <p:spPr bwMode="gray">
                <a:xfrm>
                  <a:off x="7069332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40" name="Würfel 839"/>
                <p:cNvSpPr/>
                <p:nvPr/>
              </p:nvSpPr>
              <p:spPr bwMode="gray">
                <a:xfrm>
                  <a:off x="7352461" y="3784537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7" name="Gruppieren 3"/>
              <p:cNvGrpSpPr/>
              <p:nvPr/>
            </p:nvGrpSpPr>
            <p:grpSpPr bwMode="gray">
              <a:xfrm>
                <a:off x="6159357" y="4202112"/>
                <a:ext cx="1188000" cy="88423"/>
                <a:chOff x="6078379" y="4209497"/>
                <a:chExt cx="1377386" cy="102519"/>
              </a:xfrm>
            </p:grpSpPr>
            <p:sp>
              <p:nvSpPr>
                <p:cNvPr id="821" name="Würfel 820"/>
                <p:cNvSpPr/>
                <p:nvPr/>
              </p:nvSpPr>
              <p:spPr bwMode="gray">
                <a:xfrm>
                  <a:off x="6078379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2" name="Würfel 821"/>
                <p:cNvSpPr/>
                <p:nvPr/>
              </p:nvSpPr>
              <p:spPr bwMode="gray">
                <a:xfrm>
                  <a:off x="6219944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3" name="Würfel 822"/>
                <p:cNvSpPr/>
                <p:nvPr/>
              </p:nvSpPr>
              <p:spPr bwMode="gray">
                <a:xfrm>
                  <a:off x="636150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4" name="Würfel 823"/>
                <p:cNvSpPr/>
                <p:nvPr/>
              </p:nvSpPr>
              <p:spPr bwMode="gray">
                <a:xfrm>
                  <a:off x="6503073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5" name="Würfel 824"/>
                <p:cNvSpPr/>
                <p:nvPr/>
              </p:nvSpPr>
              <p:spPr bwMode="gray">
                <a:xfrm>
                  <a:off x="6644638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6" name="Würfel 825"/>
                <p:cNvSpPr/>
                <p:nvPr/>
              </p:nvSpPr>
              <p:spPr bwMode="gray">
                <a:xfrm>
                  <a:off x="678620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7" name="Würfel 826"/>
                <p:cNvSpPr/>
                <p:nvPr/>
              </p:nvSpPr>
              <p:spPr bwMode="gray">
                <a:xfrm>
                  <a:off x="6927767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8" name="Würfel 827"/>
                <p:cNvSpPr/>
                <p:nvPr/>
              </p:nvSpPr>
              <p:spPr bwMode="gray">
                <a:xfrm>
                  <a:off x="7210896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9" name="Würfel 828"/>
                <p:cNvSpPr/>
                <p:nvPr/>
              </p:nvSpPr>
              <p:spPr bwMode="gray">
                <a:xfrm>
                  <a:off x="7069332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30" name="Würfel 829"/>
                <p:cNvSpPr/>
                <p:nvPr/>
              </p:nvSpPr>
              <p:spPr bwMode="gray">
                <a:xfrm>
                  <a:off x="7352461" y="420949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8" name="Gruppieren 687"/>
              <p:cNvGrpSpPr/>
              <p:nvPr/>
            </p:nvGrpSpPr>
            <p:grpSpPr bwMode="gray">
              <a:xfrm>
                <a:off x="6159357" y="4324286"/>
                <a:ext cx="1188000" cy="88423"/>
                <a:chOff x="6078379" y="4351147"/>
                <a:chExt cx="1377386" cy="102519"/>
              </a:xfrm>
            </p:grpSpPr>
            <p:sp>
              <p:nvSpPr>
                <p:cNvPr id="803" name="Würfel 802"/>
                <p:cNvSpPr/>
                <p:nvPr/>
              </p:nvSpPr>
              <p:spPr bwMode="gray">
                <a:xfrm>
                  <a:off x="6078379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4" name="Würfel 803"/>
                <p:cNvSpPr/>
                <p:nvPr/>
              </p:nvSpPr>
              <p:spPr bwMode="gray">
                <a:xfrm>
                  <a:off x="6219944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5" name="Würfel 804"/>
                <p:cNvSpPr/>
                <p:nvPr/>
              </p:nvSpPr>
              <p:spPr bwMode="gray">
                <a:xfrm>
                  <a:off x="636150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6" name="Würfel 805"/>
                <p:cNvSpPr/>
                <p:nvPr/>
              </p:nvSpPr>
              <p:spPr bwMode="gray">
                <a:xfrm>
                  <a:off x="6503073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7" name="Würfel 806"/>
                <p:cNvSpPr/>
                <p:nvPr/>
              </p:nvSpPr>
              <p:spPr bwMode="gray">
                <a:xfrm>
                  <a:off x="6644638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8" name="Würfel 807"/>
                <p:cNvSpPr/>
                <p:nvPr/>
              </p:nvSpPr>
              <p:spPr bwMode="gray">
                <a:xfrm>
                  <a:off x="678620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9" name="Würfel 808"/>
                <p:cNvSpPr/>
                <p:nvPr/>
              </p:nvSpPr>
              <p:spPr bwMode="gray">
                <a:xfrm>
                  <a:off x="6927767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11" name="Würfel 810"/>
                <p:cNvSpPr/>
                <p:nvPr/>
              </p:nvSpPr>
              <p:spPr bwMode="gray">
                <a:xfrm>
                  <a:off x="7210896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16" name="Würfel 815"/>
                <p:cNvSpPr/>
                <p:nvPr/>
              </p:nvSpPr>
              <p:spPr bwMode="gray">
                <a:xfrm>
                  <a:off x="7069332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20" name="Würfel 819"/>
                <p:cNvSpPr/>
                <p:nvPr/>
              </p:nvSpPr>
              <p:spPr bwMode="gray">
                <a:xfrm>
                  <a:off x="7352461" y="4351147"/>
                  <a:ext cx="103304" cy="102519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89" name="Gruppieren 7"/>
              <p:cNvGrpSpPr/>
              <p:nvPr/>
            </p:nvGrpSpPr>
            <p:grpSpPr bwMode="gray">
              <a:xfrm>
                <a:off x="6159357" y="4568639"/>
                <a:ext cx="1188000" cy="88423"/>
                <a:chOff x="6078379" y="4634454"/>
                <a:chExt cx="1377386" cy="102519"/>
              </a:xfrm>
              <a:solidFill>
                <a:srgbClr val="C8C8C8"/>
              </a:solidFill>
            </p:grpSpPr>
            <p:sp>
              <p:nvSpPr>
                <p:cNvPr id="793" name="Würfel 792"/>
                <p:cNvSpPr/>
                <p:nvPr/>
              </p:nvSpPr>
              <p:spPr bwMode="gray">
                <a:xfrm>
                  <a:off x="6078379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4" name="Würfel 793"/>
                <p:cNvSpPr/>
                <p:nvPr/>
              </p:nvSpPr>
              <p:spPr bwMode="gray">
                <a:xfrm>
                  <a:off x="6219944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5" name="Würfel 794"/>
                <p:cNvSpPr/>
                <p:nvPr/>
              </p:nvSpPr>
              <p:spPr bwMode="gray">
                <a:xfrm>
                  <a:off x="636150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6" name="Würfel 795"/>
                <p:cNvSpPr/>
                <p:nvPr/>
              </p:nvSpPr>
              <p:spPr bwMode="gray">
                <a:xfrm>
                  <a:off x="6503073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7" name="Würfel 796"/>
                <p:cNvSpPr/>
                <p:nvPr/>
              </p:nvSpPr>
              <p:spPr bwMode="gray">
                <a:xfrm>
                  <a:off x="6644638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8" name="Würfel 797"/>
                <p:cNvSpPr/>
                <p:nvPr/>
              </p:nvSpPr>
              <p:spPr bwMode="gray">
                <a:xfrm>
                  <a:off x="678620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9" name="Würfel 798"/>
                <p:cNvSpPr/>
                <p:nvPr/>
              </p:nvSpPr>
              <p:spPr bwMode="gray">
                <a:xfrm>
                  <a:off x="6927767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0" name="Würfel 799"/>
                <p:cNvSpPr/>
                <p:nvPr/>
              </p:nvSpPr>
              <p:spPr bwMode="gray">
                <a:xfrm>
                  <a:off x="7210896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1" name="Würfel 800"/>
                <p:cNvSpPr/>
                <p:nvPr/>
              </p:nvSpPr>
              <p:spPr bwMode="gray">
                <a:xfrm>
                  <a:off x="7069332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02" name="Würfel 801"/>
                <p:cNvSpPr/>
                <p:nvPr/>
              </p:nvSpPr>
              <p:spPr bwMode="gray">
                <a:xfrm>
                  <a:off x="7352461" y="4634454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690" name="Gruppieren 5"/>
              <p:cNvGrpSpPr/>
              <p:nvPr/>
            </p:nvGrpSpPr>
            <p:grpSpPr bwMode="gray">
              <a:xfrm>
                <a:off x="6159357" y="4690808"/>
                <a:ext cx="1188000" cy="88423"/>
                <a:chOff x="6078379" y="4776099"/>
                <a:chExt cx="1377386" cy="102519"/>
              </a:xfrm>
              <a:solidFill>
                <a:srgbClr val="C8C8C8"/>
              </a:solidFill>
            </p:grpSpPr>
            <p:sp>
              <p:nvSpPr>
                <p:cNvPr id="783" name="Würfel 782"/>
                <p:cNvSpPr/>
                <p:nvPr/>
              </p:nvSpPr>
              <p:spPr bwMode="gray">
                <a:xfrm>
                  <a:off x="6078379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4" name="Würfel 783"/>
                <p:cNvSpPr/>
                <p:nvPr/>
              </p:nvSpPr>
              <p:spPr bwMode="gray">
                <a:xfrm>
                  <a:off x="6219944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5" name="Würfel 784"/>
                <p:cNvSpPr/>
                <p:nvPr/>
              </p:nvSpPr>
              <p:spPr bwMode="gray">
                <a:xfrm>
                  <a:off x="636150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6" name="Würfel 785"/>
                <p:cNvSpPr/>
                <p:nvPr/>
              </p:nvSpPr>
              <p:spPr bwMode="gray">
                <a:xfrm>
                  <a:off x="6503073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7" name="Würfel 786"/>
                <p:cNvSpPr/>
                <p:nvPr/>
              </p:nvSpPr>
              <p:spPr bwMode="gray">
                <a:xfrm>
                  <a:off x="6644638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8" name="Würfel 787"/>
                <p:cNvSpPr/>
                <p:nvPr/>
              </p:nvSpPr>
              <p:spPr bwMode="gray">
                <a:xfrm>
                  <a:off x="678620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9" name="Würfel 788"/>
                <p:cNvSpPr/>
                <p:nvPr/>
              </p:nvSpPr>
              <p:spPr bwMode="gray">
                <a:xfrm>
                  <a:off x="6927767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0" name="Würfel 789"/>
                <p:cNvSpPr/>
                <p:nvPr/>
              </p:nvSpPr>
              <p:spPr bwMode="gray">
                <a:xfrm>
                  <a:off x="7210896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1" name="Würfel 790"/>
                <p:cNvSpPr/>
                <p:nvPr/>
              </p:nvSpPr>
              <p:spPr bwMode="gray">
                <a:xfrm>
                  <a:off x="7069332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92" name="Würfel 791"/>
                <p:cNvSpPr/>
                <p:nvPr/>
              </p:nvSpPr>
              <p:spPr bwMode="gray">
                <a:xfrm>
                  <a:off x="7352461" y="4776099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grpSp>
            <p:nvGrpSpPr>
              <p:cNvPr id="700" name="Gruppieren 4"/>
              <p:cNvGrpSpPr/>
              <p:nvPr/>
            </p:nvGrpSpPr>
            <p:grpSpPr bwMode="gray">
              <a:xfrm>
                <a:off x="6159357" y="4446463"/>
                <a:ext cx="1188000" cy="88423"/>
                <a:chOff x="6078379" y="4492802"/>
                <a:chExt cx="1377386" cy="102519"/>
              </a:xfrm>
              <a:solidFill>
                <a:srgbClr val="C8C8C8"/>
              </a:solidFill>
            </p:grpSpPr>
            <p:sp>
              <p:nvSpPr>
                <p:cNvPr id="720" name="Würfel 719"/>
                <p:cNvSpPr/>
                <p:nvPr/>
              </p:nvSpPr>
              <p:spPr bwMode="gray">
                <a:xfrm>
                  <a:off x="6078379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30" name="Würfel 729"/>
                <p:cNvSpPr/>
                <p:nvPr/>
              </p:nvSpPr>
              <p:spPr bwMode="gray">
                <a:xfrm>
                  <a:off x="6219944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75" name="Würfel 774"/>
                <p:cNvSpPr/>
                <p:nvPr/>
              </p:nvSpPr>
              <p:spPr bwMode="gray">
                <a:xfrm>
                  <a:off x="636150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76" name="Würfel 775"/>
                <p:cNvSpPr/>
                <p:nvPr/>
              </p:nvSpPr>
              <p:spPr bwMode="gray">
                <a:xfrm>
                  <a:off x="6503073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77" name="Würfel 776"/>
                <p:cNvSpPr/>
                <p:nvPr/>
              </p:nvSpPr>
              <p:spPr bwMode="gray">
                <a:xfrm>
                  <a:off x="6644638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78" name="Würfel 777"/>
                <p:cNvSpPr/>
                <p:nvPr/>
              </p:nvSpPr>
              <p:spPr bwMode="gray">
                <a:xfrm>
                  <a:off x="678620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79" name="Würfel 778"/>
                <p:cNvSpPr/>
                <p:nvPr/>
              </p:nvSpPr>
              <p:spPr bwMode="gray">
                <a:xfrm>
                  <a:off x="6927767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0" name="Würfel 779"/>
                <p:cNvSpPr/>
                <p:nvPr/>
              </p:nvSpPr>
              <p:spPr bwMode="gray">
                <a:xfrm>
                  <a:off x="7210896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1" name="Würfel 780"/>
                <p:cNvSpPr/>
                <p:nvPr/>
              </p:nvSpPr>
              <p:spPr bwMode="gray">
                <a:xfrm>
                  <a:off x="7069332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82" name="Würfel 781"/>
                <p:cNvSpPr/>
                <p:nvPr/>
              </p:nvSpPr>
              <p:spPr bwMode="gray">
                <a:xfrm>
                  <a:off x="7352461" y="4492802"/>
                  <a:ext cx="103304" cy="102519"/>
                </a:xfrm>
                <a:prstGeom prst="cube">
                  <a:avLst/>
                </a:prstGeom>
                <a:grpFill/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  <p:sp>
            <p:nvSpPr>
              <p:cNvPr id="710" name="Textfeld 709"/>
              <p:cNvSpPr txBox="1"/>
              <p:nvPr/>
            </p:nvSpPr>
            <p:spPr bwMode="gray">
              <a:xfrm>
                <a:off x="7455766" y="3501982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80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810" name="Gruppieren 809"/>
            <p:cNvGrpSpPr/>
            <p:nvPr/>
          </p:nvGrpSpPr>
          <p:grpSpPr bwMode="gray">
            <a:xfrm>
              <a:off x="4710584" y="3478337"/>
              <a:ext cx="4034916" cy="1376636"/>
              <a:chOff x="4710584" y="3478337"/>
              <a:chExt cx="4034916" cy="1376636"/>
            </a:xfrm>
          </p:grpSpPr>
          <p:sp>
            <p:nvSpPr>
              <p:cNvPr id="892" name="Textfeld 891"/>
              <p:cNvSpPr txBox="1"/>
              <p:nvPr/>
            </p:nvSpPr>
            <p:spPr bwMode="gray">
              <a:xfrm>
                <a:off x="7458014" y="3478337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800" smtClean="0">
                    <a:solidFill>
                      <a:schemeClr val="accent1"/>
                    </a:solidFill>
                  </a:rPr>
                  <a:t>65%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127" name="Gruppieren 1126"/>
              <p:cNvGrpSpPr/>
              <p:nvPr/>
            </p:nvGrpSpPr>
            <p:grpSpPr bwMode="gray">
              <a:xfrm>
                <a:off x="4710584" y="3567586"/>
                <a:ext cx="2657284" cy="1188000"/>
                <a:chOff x="4710584" y="3567586"/>
                <a:chExt cx="2657284" cy="1188000"/>
              </a:xfrm>
            </p:grpSpPr>
            <p:sp>
              <p:nvSpPr>
                <p:cNvPr id="983" name="Würfel 982"/>
                <p:cNvSpPr/>
                <p:nvPr/>
              </p:nvSpPr>
              <p:spPr bwMode="gray">
                <a:xfrm>
                  <a:off x="47105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4" name="Würfel 983"/>
                <p:cNvSpPr/>
                <p:nvPr/>
              </p:nvSpPr>
              <p:spPr bwMode="gray">
                <a:xfrm>
                  <a:off x="48326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5" name="Würfel 984"/>
                <p:cNvSpPr/>
                <p:nvPr/>
              </p:nvSpPr>
              <p:spPr bwMode="gray">
                <a:xfrm>
                  <a:off x="49547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6" name="Würfel 985"/>
                <p:cNvSpPr/>
                <p:nvPr/>
              </p:nvSpPr>
              <p:spPr bwMode="gray">
                <a:xfrm>
                  <a:off x="50768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7" name="Würfel 986"/>
                <p:cNvSpPr/>
                <p:nvPr/>
              </p:nvSpPr>
              <p:spPr bwMode="gray">
                <a:xfrm>
                  <a:off x="51989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8" name="Würfel 987"/>
                <p:cNvSpPr/>
                <p:nvPr/>
              </p:nvSpPr>
              <p:spPr bwMode="gray">
                <a:xfrm>
                  <a:off x="53210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9" name="Würfel 988"/>
                <p:cNvSpPr/>
                <p:nvPr/>
              </p:nvSpPr>
              <p:spPr bwMode="gray">
                <a:xfrm>
                  <a:off x="54431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90" name="Würfel 989"/>
                <p:cNvSpPr/>
                <p:nvPr/>
              </p:nvSpPr>
              <p:spPr bwMode="gray">
                <a:xfrm>
                  <a:off x="56873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91" name="Würfel 990"/>
                <p:cNvSpPr/>
                <p:nvPr/>
              </p:nvSpPr>
              <p:spPr bwMode="gray">
                <a:xfrm>
                  <a:off x="55652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92" name="Würfel 991"/>
                <p:cNvSpPr/>
                <p:nvPr/>
              </p:nvSpPr>
              <p:spPr bwMode="gray">
                <a:xfrm>
                  <a:off x="5809484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3" name="Würfel 972"/>
                <p:cNvSpPr/>
                <p:nvPr/>
              </p:nvSpPr>
              <p:spPr bwMode="gray">
                <a:xfrm>
                  <a:off x="47105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4" name="Würfel 973"/>
                <p:cNvSpPr/>
                <p:nvPr/>
              </p:nvSpPr>
              <p:spPr bwMode="gray">
                <a:xfrm>
                  <a:off x="48326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5" name="Würfel 974"/>
                <p:cNvSpPr/>
                <p:nvPr/>
              </p:nvSpPr>
              <p:spPr bwMode="gray">
                <a:xfrm>
                  <a:off x="49547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6" name="Würfel 975"/>
                <p:cNvSpPr/>
                <p:nvPr/>
              </p:nvSpPr>
              <p:spPr bwMode="gray">
                <a:xfrm>
                  <a:off x="50768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7" name="Würfel 976"/>
                <p:cNvSpPr/>
                <p:nvPr/>
              </p:nvSpPr>
              <p:spPr bwMode="gray">
                <a:xfrm>
                  <a:off x="51989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8" name="Würfel 977"/>
                <p:cNvSpPr/>
                <p:nvPr/>
              </p:nvSpPr>
              <p:spPr bwMode="gray">
                <a:xfrm>
                  <a:off x="53210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9" name="Würfel 978"/>
                <p:cNvSpPr/>
                <p:nvPr/>
              </p:nvSpPr>
              <p:spPr bwMode="gray">
                <a:xfrm>
                  <a:off x="54431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0" name="Würfel 979"/>
                <p:cNvSpPr/>
                <p:nvPr/>
              </p:nvSpPr>
              <p:spPr bwMode="gray">
                <a:xfrm>
                  <a:off x="56873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1" name="Würfel 980"/>
                <p:cNvSpPr/>
                <p:nvPr/>
              </p:nvSpPr>
              <p:spPr bwMode="gray">
                <a:xfrm>
                  <a:off x="55652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82" name="Würfel 981"/>
                <p:cNvSpPr/>
                <p:nvPr/>
              </p:nvSpPr>
              <p:spPr bwMode="gray">
                <a:xfrm>
                  <a:off x="5809484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3" name="Würfel 962"/>
                <p:cNvSpPr/>
                <p:nvPr/>
              </p:nvSpPr>
              <p:spPr bwMode="gray">
                <a:xfrm>
                  <a:off x="47105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4" name="Würfel 963"/>
                <p:cNvSpPr/>
                <p:nvPr/>
              </p:nvSpPr>
              <p:spPr bwMode="gray">
                <a:xfrm>
                  <a:off x="48326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5" name="Würfel 964"/>
                <p:cNvSpPr/>
                <p:nvPr/>
              </p:nvSpPr>
              <p:spPr bwMode="gray">
                <a:xfrm>
                  <a:off x="49547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6" name="Würfel 965"/>
                <p:cNvSpPr/>
                <p:nvPr/>
              </p:nvSpPr>
              <p:spPr bwMode="gray">
                <a:xfrm>
                  <a:off x="50768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7" name="Würfel 966"/>
                <p:cNvSpPr/>
                <p:nvPr/>
              </p:nvSpPr>
              <p:spPr bwMode="gray">
                <a:xfrm>
                  <a:off x="51989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8" name="Würfel 967"/>
                <p:cNvSpPr/>
                <p:nvPr/>
              </p:nvSpPr>
              <p:spPr bwMode="gray">
                <a:xfrm>
                  <a:off x="53210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9" name="Würfel 968"/>
                <p:cNvSpPr/>
                <p:nvPr/>
              </p:nvSpPr>
              <p:spPr bwMode="gray">
                <a:xfrm>
                  <a:off x="54431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0" name="Würfel 969"/>
                <p:cNvSpPr/>
                <p:nvPr/>
              </p:nvSpPr>
              <p:spPr bwMode="gray">
                <a:xfrm>
                  <a:off x="56873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1" name="Würfel 970"/>
                <p:cNvSpPr/>
                <p:nvPr/>
              </p:nvSpPr>
              <p:spPr bwMode="gray">
                <a:xfrm>
                  <a:off x="55652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72" name="Würfel 971"/>
                <p:cNvSpPr/>
                <p:nvPr/>
              </p:nvSpPr>
              <p:spPr bwMode="gray">
                <a:xfrm>
                  <a:off x="5809484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3" name="Würfel 952"/>
                <p:cNvSpPr/>
                <p:nvPr/>
              </p:nvSpPr>
              <p:spPr bwMode="gray">
                <a:xfrm>
                  <a:off x="47105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4" name="Würfel 953"/>
                <p:cNvSpPr/>
                <p:nvPr/>
              </p:nvSpPr>
              <p:spPr bwMode="gray">
                <a:xfrm>
                  <a:off x="48326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5" name="Würfel 954"/>
                <p:cNvSpPr/>
                <p:nvPr/>
              </p:nvSpPr>
              <p:spPr bwMode="gray">
                <a:xfrm>
                  <a:off x="49547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6" name="Würfel 955"/>
                <p:cNvSpPr/>
                <p:nvPr/>
              </p:nvSpPr>
              <p:spPr bwMode="gray">
                <a:xfrm>
                  <a:off x="50768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7" name="Würfel 956"/>
                <p:cNvSpPr/>
                <p:nvPr/>
              </p:nvSpPr>
              <p:spPr bwMode="gray">
                <a:xfrm>
                  <a:off x="51989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8" name="Würfel 957"/>
                <p:cNvSpPr/>
                <p:nvPr/>
              </p:nvSpPr>
              <p:spPr bwMode="gray">
                <a:xfrm>
                  <a:off x="53210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9" name="Würfel 958"/>
                <p:cNvSpPr/>
                <p:nvPr/>
              </p:nvSpPr>
              <p:spPr bwMode="gray">
                <a:xfrm>
                  <a:off x="54431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0" name="Würfel 959"/>
                <p:cNvSpPr/>
                <p:nvPr/>
              </p:nvSpPr>
              <p:spPr bwMode="gray">
                <a:xfrm>
                  <a:off x="56873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1" name="Würfel 960"/>
                <p:cNvSpPr/>
                <p:nvPr/>
              </p:nvSpPr>
              <p:spPr bwMode="gray">
                <a:xfrm>
                  <a:off x="55652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62" name="Würfel 961"/>
                <p:cNvSpPr/>
                <p:nvPr/>
              </p:nvSpPr>
              <p:spPr bwMode="gray">
                <a:xfrm>
                  <a:off x="5809484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3" name="Würfel 942"/>
                <p:cNvSpPr/>
                <p:nvPr/>
              </p:nvSpPr>
              <p:spPr bwMode="gray">
                <a:xfrm>
                  <a:off x="47105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4" name="Würfel 943"/>
                <p:cNvSpPr/>
                <p:nvPr/>
              </p:nvSpPr>
              <p:spPr bwMode="gray">
                <a:xfrm>
                  <a:off x="48326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5" name="Würfel 944"/>
                <p:cNvSpPr/>
                <p:nvPr/>
              </p:nvSpPr>
              <p:spPr bwMode="gray">
                <a:xfrm>
                  <a:off x="49547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6" name="Würfel 945"/>
                <p:cNvSpPr/>
                <p:nvPr/>
              </p:nvSpPr>
              <p:spPr bwMode="gray">
                <a:xfrm>
                  <a:off x="50768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7" name="Würfel 946"/>
                <p:cNvSpPr/>
                <p:nvPr/>
              </p:nvSpPr>
              <p:spPr bwMode="gray">
                <a:xfrm>
                  <a:off x="51989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8" name="Würfel 947"/>
                <p:cNvSpPr/>
                <p:nvPr/>
              </p:nvSpPr>
              <p:spPr bwMode="gray">
                <a:xfrm>
                  <a:off x="53210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9" name="Würfel 948"/>
                <p:cNvSpPr/>
                <p:nvPr/>
              </p:nvSpPr>
              <p:spPr bwMode="gray">
                <a:xfrm>
                  <a:off x="54431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0" name="Würfel 949"/>
                <p:cNvSpPr/>
                <p:nvPr/>
              </p:nvSpPr>
              <p:spPr bwMode="gray">
                <a:xfrm>
                  <a:off x="56873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1" name="Würfel 950"/>
                <p:cNvSpPr/>
                <p:nvPr/>
              </p:nvSpPr>
              <p:spPr bwMode="gray">
                <a:xfrm>
                  <a:off x="55652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52" name="Würfel 951"/>
                <p:cNvSpPr/>
                <p:nvPr/>
              </p:nvSpPr>
              <p:spPr bwMode="gray">
                <a:xfrm>
                  <a:off x="5809484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3" name="Würfel 932"/>
                <p:cNvSpPr/>
                <p:nvPr/>
              </p:nvSpPr>
              <p:spPr bwMode="gray">
                <a:xfrm>
                  <a:off x="47105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4" name="Würfel 933"/>
                <p:cNvSpPr/>
                <p:nvPr/>
              </p:nvSpPr>
              <p:spPr bwMode="gray">
                <a:xfrm>
                  <a:off x="48326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5" name="Würfel 934"/>
                <p:cNvSpPr/>
                <p:nvPr/>
              </p:nvSpPr>
              <p:spPr bwMode="gray">
                <a:xfrm>
                  <a:off x="49547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6" name="Würfel 935"/>
                <p:cNvSpPr/>
                <p:nvPr/>
              </p:nvSpPr>
              <p:spPr bwMode="gray">
                <a:xfrm>
                  <a:off x="50768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7" name="Würfel 936"/>
                <p:cNvSpPr/>
                <p:nvPr/>
              </p:nvSpPr>
              <p:spPr bwMode="gray">
                <a:xfrm>
                  <a:off x="51989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8" name="Würfel 937"/>
                <p:cNvSpPr/>
                <p:nvPr/>
              </p:nvSpPr>
              <p:spPr bwMode="gray">
                <a:xfrm>
                  <a:off x="53210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9" name="Würfel 938"/>
                <p:cNvSpPr/>
                <p:nvPr/>
              </p:nvSpPr>
              <p:spPr bwMode="gray">
                <a:xfrm>
                  <a:off x="54431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0" name="Würfel 939"/>
                <p:cNvSpPr/>
                <p:nvPr/>
              </p:nvSpPr>
              <p:spPr bwMode="gray">
                <a:xfrm>
                  <a:off x="56873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1" name="Würfel 940"/>
                <p:cNvSpPr/>
                <p:nvPr/>
              </p:nvSpPr>
              <p:spPr bwMode="gray">
                <a:xfrm>
                  <a:off x="55652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42" name="Würfel 941"/>
                <p:cNvSpPr/>
                <p:nvPr/>
              </p:nvSpPr>
              <p:spPr bwMode="gray">
                <a:xfrm>
                  <a:off x="5809484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3" name="Würfel 922"/>
                <p:cNvSpPr/>
                <p:nvPr/>
              </p:nvSpPr>
              <p:spPr bwMode="gray">
                <a:xfrm>
                  <a:off x="47105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4" name="Würfel 923"/>
                <p:cNvSpPr/>
                <p:nvPr/>
              </p:nvSpPr>
              <p:spPr bwMode="gray">
                <a:xfrm>
                  <a:off x="48326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5" name="Würfel 924"/>
                <p:cNvSpPr/>
                <p:nvPr/>
              </p:nvSpPr>
              <p:spPr bwMode="gray">
                <a:xfrm>
                  <a:off x="49547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6" name="Würfel 925"/>
                <p:cNvSpPr/>
                <p:nvPr/>
              </p:nvSpPr>
              <p:spPr bwMode="gray">
                <a:xfrm>
                  <a:off x="50768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7" name="Würfel 926"/>
                <p:cNvSpPr/>
                <p:nvPr/>
              </p:nvSpPr>
              <p:spPr bwMode="gray">
                <a:xfrm>
                  <a:off x="51989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8" name="Würfel 927"/>
                <p:cNvSpPr/>
                <p:nvPr/>
              </p:nvSpPr>
              <p:spPr bwMode="gray">
                <a:xfrm>
                  <a:off x="53210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9" name="Würfel 928"/>
                <p:cNvSpPr/>
                <p:nvPr/>
              </p:nvSpPr>
              <p:spPr bwMode="gray">
                <a:xfrm>
                  <a:off x="54431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0" name="Würfel 929"/>
                <p:cNvSpPr/>
                <p:nvPr/>
              </p:nvSpPr>
              <p:spPr bwMode="gray">
                <a:xfrm>
                  <a:off x="56873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1" name="Würfel 930"/>
                <p:cNvSpPr/>
                <p:nvPr/>
              </p:nvSpPr>
              <p:spPr bwMode="gray">
                <a:xfrm>
                  <a:off x="55652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32" name="Würfel 931"/>
                <p:cNvSpPr/>
                <p:nvPr/>
              </p:nvSpPr>
              <p:spPr bwMode="gray">
                <a:xfrm>
                  <a:off x="5809484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3" name="Würfel 912"/>
                <p:cNvSpPr/>
                <p:nvPr/>
              </p:nvSpPr>
              <p:spPr bwMode="gray">
                <a:xfrm>
                  <a:off x="47105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4" name="Würfel 913"/>
                <p:cNvSpPr/>
                <p:nvPr/>
              </p:nvSpPr>
              <p:spPr bwMode="gray">
                <a:xfrm>
                  <a:off x="48326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5" name="Würfel 914"/>
                <p:cNvSpPr/>
                <p:nvPr/>
              </p:nvSpPr>
              <p:spPr bwMode="gray">
                <a:xfrm>
                  <a:off x="49547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6" name="Würfel 915"/>
                <p:cNvSpPr/>
                <p:nvPr/>
              </p:nvSpPr>
              <p:spPr bwMode="gray">
                <a:xfrm>
                  <a:off x="50768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7" name="Würfel 916"/>
                <p:cNvSpPr/>
                <p:nvPr/>
              </p:nvSpPr>
              <p:spPr bwMode="gray">
                <a:xfrm>
                  <a:off x="51989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8" name="Würfel 917"/>
                <p:cNvSpPr/>
                <p:nvPr/>
              </p:nvSpPr>
              <p:spPr bwMode="gray">
                <a:xfrm>
                  <a:off x="53210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9" name="Würfel 918"/>
                <p:cNvSpPr/>
                <p:nvPr/>
              </p:nvSpPr>
              <p:spPr bwMode="gray">
                <a:xfrm>
                  <a:off x="54431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0" name="Würfel 919"/>
                <p:cNvSpPr/>
                <p:nvPr/>
              </p:nvSpPr>
              <p:spPr bwMode="gray">
                <a:xfrm>
                  <a:off x="56873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1" name="Würfel 920"/>
                <p:cNvSpPr/>
                <p:nvPr/>
              </p:nvSpPr>
              <p:spPr bwMode="gray">
                <a:xfrm>
                  <a:off x="55652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22" name="Würfel 921"/>
                <p:cNvSpPr/>
                <p:nvPr/>
              </p:nvSpPr>
              <p:spPr bwMode="gray">
                <a:xfrm>
                  <a:off x="5809484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3" name="Würfel 902"/>
                <p:cNvSpPr/>
                <p:nvPr/>
              </p:nvSpPr>
              <p:spPr bwMode="gray">
                <a:xfrm>
                  <a:off x="47105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4" name="Würfel 903"/>
                <p:cNvSpPr/>
                <p:nvPr/>
              </p:nvSpPr>
              <p:spPr bwMode="gray">
                <a:xfrm>
                  <a:off x="48326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5" name="Würfel 904"/>
                <p:cNvSpPr/>
                <p:nvPr/>
              </p:nvSpPr>
              <p:spPr bwMode="gray">
                <a:xfrm>
                  <a:off x="49547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6" name="Würfel 905"/>
                <p:cNvSpPr/>
                <p:nvPr/>
              </p:nvSpPr>
              <p:spPr bwMode="gray">
                <a:xfrm>
                  <a:off x="50768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7" name="Würfel 906"/>
                <p:cNvSpPr/>
                <p:nvPr/>
              </p:nvSpPr>
              <p:spPr bwMode="gray">
                <a:xfrm>
                  <a:off x="51989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8" name="Würfel 907"/>
                <p:cNvSpPr/>
                <p:nvPr/>
              </p:nvSpPr>
              <p:spPr bwMode="gray">
                <a:xfrm>
                  <a:off x="53210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9" name="Würfel 908"/>
                <p:cNvSpPr/>
                <p:nvPr/>
              </p:nvSpPr>
              <p:spPr bwMode="gray">
                <a:xfrm>
                  <a:off x="54431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0" name="Würfel 909"/>
                <p:cNvSpPr/>
                <p:nvPr/>
              </p:nvSpPr>
              <p:spPr bwMode="gray">
                <a:xfrm>
                  <a:off x="56873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1" name="Würfel 910"/>
                <p:cNvSpPr/>
                <p:nvPr/>
              </p:nvSpPr>
              <p:spPr bwMode="gray">
                <a:xfrm>
                  <a:off x="55652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12" name="Würfel 911"/>
                <p:cNvSpPr/>
                <p:nvPr/>
              </p:nvSpPr>
              <p:spPr bwMode="gray">
                <a:xfrm>
                  <a:off x="5809484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3" name="Würfel 892"/>
                <p:cNvSpPr/>
                <p:nvPr/>
              </p:nvSpPr>
              <p:spPr bwMode="gray">
                <a:xfrm>
                  <a:off x="47105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4" name="Würfel 893"/>
                <p:cNvSpPr/>
                <p:nvPr/>
              </p:nvSpPr>
              <p:spPr bwMode="gray">
                <a:xfrm>
                  <a:off x="48326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5" name="Würfel 894"/>
                <p:cNvSpPr/>
                <p:nvPr/>
              </p:nvSpPr>
              <p:spPr bwMode="gray">
                <a:xfrm>
                  <a:off x="49547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6" name="Würfel 895"/>
                <p:cNvSpPr/>
                <p:nvPr/>
              </p:nvSpPr>
              <p:spPr bwMode="gray">
                <a:xfrm>
                  <a:off x="50768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7" name="Würfel 896"/>
                <p:cNvSpPr/>
                <p:nvPr/>
              </p:nvSpPr>
              <p:spPr bwMode="gray">
                <a:xfrm>
                  <a:off x="51989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8" name="Würfel 897"/>
                <p:cNvSpPr/>
                <p:nvPr/>
              </p:nvSpPr>
              <p:spPr bwMode="gray">
                <a:xfrm>
                  <a:off x="53210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899" name="Würfel 898"/>
                <p:cNvSpPr/>
                <p:nvPr/>
              </p:nvSpPr>
              <p:spPr bwMode="gray">
                <a:xfrm>
                  <a:off x="54431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0" name="Würfel 899"/>
                <p:cNvSpPr/>
                <p:nvPr/>
              </p:nvSpPr>
              <p:spPr bwMode="gray">
                <a:xfrm>
                  <a:off x="56873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1" name="Würfel 900"/>
                <p:cNvSpPr/>
                <p:nvPr/>
              </p:nvSpPr>
              <p:spPr bwMode="gray">
                <a:xfrm>
                  <a:off x="55652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902" name="Würfel 901"/>
                <p:cNvSpPr/>
                <p:nvPr/>
              </p:nvSpPr>
              <p:spPr bwMode="gray">
                <a:xfrm>
                  <a:off x="5809484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5" name="Würfel 1094"/>
                <p:cNvSpPr/>
                <p:nvPr/>
              </p:nvSpPr>
              <p:spPr bwMode="gray">
                <a:xfrm>
                  <a:off x="59325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6" name="Würfel 1095"/>
                <p:cNvSpPr/>
                <p:nvPr/>
              </p:nvSpPr>
              <p:spPr bwMode="gray">
                <a:xfrm>
                  <a:off x="60546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7" name="Würfel 1096"/>
                <p:cNvSpPr/>
                <p:nvPr/>
              </p:nvSpPr>
              <p:spPr bwMode="gray">
                <a:xfrm>
                  <a:off x="61767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8" name="Würfel 1097"/>
                <p:cNvSpPr/>
                <p:nvPr/>
              </p:nvSpPr>
              <p:spPr bwMode="gray">
                <a:xfrm>
                  <a:off x="62988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9" name="Würfel 1098"/>
                <p:cNvSpPr/>
                <p:nvPr/>
              </p:nvSpPr>
              <p:spPr bwMode="gray">
                <a:xfrm>
                  <a:off x="64209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0" name="Würfel 1099"/>
                <p:cNvSpPr/>
                <p:nvPr/>
              </p:nvSpPr>
              <p:spPr bwMode="gray">
                <a:xfrm>
                  <a:off x="65430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1" name="Würfel 1100"/>
                <p:cNvSpPr/>
                <p:nvPr/>
              </p:nvSpPr>
              <p:spPr bwMode="gray">
                <a:xfrm>
                  <a:off x="66651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3" name="Würfel 1102"/>
                <p:cNvSpPr/>
                <p:nvPr/>
              </p:nvSpPr>
              <p:spPr bwMode="gray">
                <a:xfrm>
                  <a:off x="67872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5" name="Würfel 1084"/>
                <p:cNvSpPr/>
                <p:nvPr/>
              </p:nvSpPr>
              <p:spPr bwMode="gray">
                <a:xfrm>
                  <a:off x="59325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6" name="Würfel 1085"/>
                <p:cNvSpPr/>
                <p:nvPr/>
              </p:nvSpPr>
              <p:spPr bwMode="gray">
                <a:xfrm>
                  <a:off x="60546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7" name="Würfel 1086"/>
                <p:cNvSpPr/>
                <p:nvPr/>
              </p:nvSpPr>
              <p:spPr bwMode="gray">
                <a:xfrm>
                  <a:off x="61767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8" name="Würfel 1087"/>
                <p:cNvSpPr/>
                <p:nvPr/>
              </p:nvSpPr>
              <p:spPr bwMode="gray">
                <a:xfrm>
                  <a:off x="62988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9" name="Würfel 1088"/>
                <p:cNvSpPr/>
                <p:nvPr/>
              </p:nvSpPr>
              <p:spPr bwMode="gray">
                <a:xfrm>
                  <a:off x="64209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0" name="Würfel 1089"/>
                <p:cNvSpPr/>
                <p:nvPr/>
              </p:nvSpPr>
              <p:spPr bwMode="gray">
                <a:xfrm>
                  <a:off x="65430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1" name="Würfel 1090"/>
                <p:cNvSpPr/>
                <p:nvPr/>
              </p:nvSpPr>
              <p:spPr bwMode="gray">
                <a:xfrm>
                  <a:off x="66651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3" name="Würfel 1092"/>
                <p:cNvSpPr/>
                <p:nvPr/>
              </p:nvSpPr>
              <p:spPr bwMode="gray">
                <a:xfrm>
                  <a:off x="67872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5" name="Würfel 1074"/>
                <p:cNvSpPr/>
                <p:nvPr/>
              </p:nvSpPr>
              <p:spPr bwMode="gray">
                <a:xfrm>
                  <a:off x="59325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6" name="Würfel 1075"/>
                <p:cNvSpPr/>
                <p:nvPr/>
              </p:nvSpPr>
              <p:spPr bwMode="gray">
                <a:xfrm>
                  <a:off x="60546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7" name="Würfel 1076"/>
                <p:cNvSpPr/>
                <p:nvPr/>
              </p:nvSpPr>
              <p:spPr bwMode="gray">
                <a:xfrm>
                  <a:off x="61767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8" name="Würfel 1077"/>
                <p:cNvSpPr/>
                <p:nvPr/>
              </p:nvSpPr>
              <p:spPr bwMode="gray">
                <a:xfrm>
                  <a:off x="62988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9" name="Würfel 1078"/>
                <p:cNvSpPr/>
                <p:nvPr/>
              </p:nvSpPr>
              <p:spPr bwMode="gray">
                <a:xfrm>
                  <a:off x="64209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0" name="Würfel 1079"/>
                <p:cNvSpPr/>
                <p:nvPr/>
              </p:nvSpPr>
              <p:spPr bwMode="gray">
                <a:xfrm>
                  <a:off x="65430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1" name="Würfel 1080"/>
                <p:cNvSpPr/>
                <p:nvPr/>
              </p:nvSpPr>
              <p:spPr bwMode="gray">
                <a:xfrm>
                  <a:off x="66651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3" name="Würfel 1082"/>
                <p:cNvSpPr/>
                <p:nvPr/>
              </p:nvSpPr>
              <p:spPr bwMode="gray">
                <a:xfrm>
                  <a:off x="67872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5" name="Würfel 1064"/>
                <p:cNvSpPr/>
                <p:nvPr/>
              </p:nvSpPr>
              <p:spPr bwMode="gray">
                <a:xfrm>
                  <a:off x="59325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6" name="Würfel 1065"/>
                <p:cNvSpPr/>
                <p:nvPr/>
              </p:nvSpPr>
              <p:spPr bwMode="gray">
                <a:xfrm>
                  <a:off x="60546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7" name="Würfel 1066"/>
                <p:cNvSpPr/>
                <p:nvPr/>
              </p:nvSpPr>
              <p:spPr bwMode="gray">
                <a:xfrm>
                  <a:off x="61767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8" name="Würfel 1067"/>
                <p:cNvSpPr/>
                <p:nvPr/>
              </p:nvSpPr>
              <p:spPr bwMode="gray">
                <a:xfrm>
                  <a:off x="62988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9" name="Würfel 1068"/>
                <p:cNvSpPr/>
                <p:nvPr/>
              </p:nvSpPr>
              <p:spPr bwMode="gray">
                <a:xfrm>
                  <a:off x="64209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0" name="Würfel 1069"/>
                <p:cNvSpPr/>
                <p:nvPr/>
              </p:nvSpPr>
              <p:spPr bwMode="gray">
                <a:xfrm>
                  <a:off x="65430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1" name="Würfel 1070"/>
                <p:cNvSpPr/>
                <p:nvPr/>
              </p:nvSpPr>
              <p:spPr bwMode="gray">
                <a:xfrm>
                  <a:off x="66651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3" name="Würfel 1072"/>
                <p:cNvSpPr/>
                <p:nvPr/>
              </p:nvSpPr>
              <p:spPr bwMode="gray">
                <a:xfrm>
                  <a:off x="67872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5" name="Würfel 1054"/>
                <p:cNvSpPr/>
                <p:nvPr/>
              </p:nvSpPr>
              <p:spPr bwMode="gray">
                <a:xfrm>
                  <a:off x="59325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6" name="Würfel 1055"/>
                <p:cNvSpPr/>
                <p:nvPr/>
              </p:nvSpPr>
              <p:spPr bwMode="gray">
                <a:xfrm>
                  <a:off x="60546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7" name="Würfel 1056"/>
                <p:cNvSpPr/>
                <p:nvPr/>
              </p:nvSpPr>
              <p:spPr bwMode="gray">
                <a:xfrm>
                  <a:off x="61767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8" name="Würfel 1057"/>
                <p:cNvSpPr/>
                <p:nvPr/>
              </p:nvSpPr>
              <p:spPr bwMode="gray">
                <a:xfrm>
                  <a:off x="62988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9" name="Würfel 1058"/>
                <p:cNvSpPr/>
                <p:nvPr/>
              </p:nvSpPr>
              <p:spPr bwMode="gray">
                <a:xfrm>
                  <a:off x="64209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0" name="Würfel 1059"/>
                <p:cNvSpPr/>
                <p:nvPr/>
              </p:nvSpPr>
              <p:spPr bwMode="gray">
                <a:xfrm>
                  <a:off x="65430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1" name="Würfel 1060"/>
                <p:cNvSpPr/>
                <p:nvPr/>
              </p:nvSpPr>
              <p:spPr bwMode="gray">
                <a:xfrm>
                  <a:off x="66651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3" name="Würfel 1062"/>
                <p:cNvSpPr/>
                <p:nvPr/>
              </p:nvSpPr>
              <p:spPr bwMode="gray">
                <a:xfrm>
                  <a:off x="67872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5" name="Würfel 1044"/>
                <p:cNvSpPr/>
                <p:nvPr/>
              </p:nvSpPr>
              <p:spPr bwMode="gray">
                <a:xfrm>
                  <a:off x="59325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6" name="Würfel 1045"/>
                <p:cNvSpPr/>
                <p:nvPr/>
              </p:nvSpPr>
              <p:spPr bwMode="gray">
                <a:xfrm>
                  <a:off x="60546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7" name="Würfel 1046"/>
                <p:cNvSpPr/>
                <p:nvPr/>
              </p:nvSpPr>
              <p:spPr bwMode="gray">
                <a:xfrm>
                  <a:off x="61767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8" name="Würfel 1047"/>
                <p:cNvSpPr/>
                <p:nvPr/>
              </p:nvSpPr>
              <p:spPr bwMode="gray">
                <a:xfrm>
                  <a:off x="62988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9" name="Würfel 1048"/>
                <p:cNvSpPr/>
                <p:nvPr/>
              </p:nvSpPr>
              <p:spPr bwMode="gray">
                <a:xfrm>
                  <a:off x="64209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0" name="Würfel 1049"/>
                <p:cNvSpPr/>
                <p:nvPr/>
              </p:nvSpPr>
              <p:spPr bwMode="gray">
                <a:xfrm>
                  <a:off x="65430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1" name="Würfel 1050"/>
                <p:cNvSpPr/>
                <p:nvPr/>
              </p:nvSpPr>
              <p:spPr bwMode="gray">
                <a:xfrm>
                  <a:off x="66651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3" name="Würfel 1052"/>
                <p:cNvSpPr/>
                <p:nvPr/>
              </p:nvSpPr>
              <p:spPr bwMode="gray">
                <a:xfrm>
                  <a:off x="67872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5" name="Würfel 1034"/>
                <p:cNvSpPr/>
                <p:nvPr/>
              </p:nvSpPr>
              <p:spPr bwMode="gray">
                <a:xfrm>
                  <a:off x="5932532" y="4300641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6" name="Würfel 1035"/>
                <p:cNvSpPr/>
                <p:nvPr/>
              </p:nvSpPr>
              <p:spPr bwMode="gray">
                <a:xfrm>
                  <a:off x="60546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7" name="Würfel 1036"/>
                <p:cNvSpPr/>
                <p:nvPr/>
              </p:nvSpPr>
              <p:spPr bwMode="gray">
                <a:xfrm>
                  <a:off x="61767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8" name="Würfel 1037"/>
                <p:cNvSpPr/>
                <p:nvPr/>
              </p:nvSpPr>
              <p:spPr bwMode="gray">
                <a:xfrm>
                  <a:off x="62988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9" name="Würfel 1038"/>
                <p:cNvSpPr/>
                <p:nvPr/>
              </p:nvSpPr>
              <p:spPr bwMode="gray">
                <a:xfrm>
                  <a:off x="64209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0" name="Würfel 1039"/>
                <p:cNvSpPr/>
                <p:nvPr/>
              </p:nvSpPr>
              <p:spPr bwMode="gray">
                <a:xfrm>
                  <a:off x="65430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1" name="Würfel 1040"/>
                <p:cNvSpPr/>
                <p:nvPr/>
              </p:nvSpPr>
              <p:spPr bwMode="gray">
                <a:xfrm>
                  <a:off x="66651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3" name="Würfel 1042"/>
                <p:cNvSpPr/>
                <p:nvPr/>
              </p:nvSpPr>
              <p:spPr bwMode="gray">
                <a:xfrm>
                  <a:off x="67872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5" name="Würfel 1024"/>
                <p:cNvSpPr/>
                <p:nvPr/>
              </p:nvSpPr>
              <p:spPr bwMode="gray">
                <a:xfrm>
                  <a:off x="59325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6" name="Würfel 1025"/>
                <p:cNvSpPr/>
                <p:nvPr/>
              </p:nvSpPr>
              <p:spPr bwMode="gray">
                <a:xfrm>
                  <a:off x="60546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7" name="Würfel 1026"/>
                <p:cNvSpPr/>
                <p:nvPr/>
              </p:nvSpPr>
              <p:spPr bwMode="gray">
                <a:xfrm>
                  <a:off x="61767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8" name="Würfel 1027"/>
                <p:cNvSpPr/>
                <p:nvPr/>
              </p:nvSpPr>
              <p:spPr bwMode="gray">
                <a:xfrm>
                  <a:off x="62988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9" name="Würfel 1028"/>
                <p:cNvSpPr/>
                <p:nvPr/>
              </p:nvSpPr>
              <p:spPr bwMode="gray">
                <a:xfrm>
                  <a:off x="64209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0" name="Würfel 1029"/>
                <p:cNvSpPr/>
                <p:nvPr/>
              </p:nvSpPr>
              <p:spPr bwMode="gray">
                <a:xfrm>
                  <a:off x="65430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1" name="Würfel 1030"/>
                <p:cNvSpPr/>
                <p:nvPr/>
              </p:nvSpPr>
              <p:spPr bwMode="gray">
                <a:xfrm>
                  <a:off x="66651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3" name="Würfel 1032"/>
                <p:cNvSpPr/>
                <p:nvPr/>
              </p:nvSpPr>
              <p:spPr bwMode="gray">
                <a:xfrm>
                  <a:off x="67872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5" name="Würfel 1014"/>
                <p:cNvSpPr/>
                <p:nvPr/>
              </p:nvSpPr>
              <p:spPr bwMode="gray">
                <a:xfrm>
                  <a:off x="59325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6" name="Würfel 1015"/>
                <p:cNvSpPr/>
                <p:nvPr/>
              </p:nvSpPr>
              <p:spPr bwMode="gray">
                <a:xfrm>
                  <a:off x="60546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7" name="Würfel 1016"/>
                <p:cNvSpPr/>
                <p:nvPr/>
              </p:nvSpPr>
              <p:spPr bwMode="gray">
                <a:xfrm>
                  <a:off x="61767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8" name="Würfel 1017"/>
                <p:cNvSpPr/>
                <p:nvPr/>
              </p:nvSpPr>
              <p:spPr bwMode="gray">
                <a:xfrm>
                  <a:off x="62988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9" name="Würfel 1018"/>
                <p:cNvSpPr/>
                <p:nvPr/>
              </p:nvSpPr>
              <p:spPr bwMode="gray">
                <a:xfrm>
                  <a:off x="64209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0" name="Würfel 1019"/>
                <p:cNvSpPr/>
                <p:nvPr/>
              </p:nvSpPr>
              <p:spPr bwMode="gray">
                <a:xfrm>
                  <a:off x="65430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1" name="Würfel 1020"/>
                <p:cNvSpPr/>
                <p:nvPr/>
              </p:nvSpPr>
              <p:spPr bwMode="gray">
                <a:xfrm>
                  <a:off x="66651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3" name="Würfel 1022"/>
                <p:cNvSpPr/>
                <p:nvPr/>
              </p:nvSpPr>
              <p:spPr bwMode="gray">
                <a:xfrm>
                  <a:off x="67872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05" name="Würfel 1004"/>
                <p:cNvSpPr/>
                <p:nvPr/>
              </p:nvSpPr>
              <p:spPr bwMode="gray">
                <a:xfrm>
                  <a:off x="59325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06" name="Würfel 1005"/>
                <p:cNvSpPr/>
                <p:nvPr/>
              </p:nvSpPr>
              <p:spPr bwMode="gray">
                <a:xfrm>
                  <a:off x="60546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07" name="Würfel 1006"/>
                <p:cNvSpPr/>
                <p:nvPr/>
              </p:nvSpPr>
              <p:spPr bwMode="gray">
                <a:xfrm>
                  <a:off x="61767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08" name="Würfel 1007"/>
                <p:cNvSpPr/>
                <p:nvPr/>
              </p:nvSpPr>
              <p:spPr bwMode="gray">
                <a:xfrm>
                  <a:off x="62988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09" name="Würfel 1008"/>
                <p:cNvSpPr/>
                <p:nvPr/>
              </p:nvSpPr>
              <p:spPr bwMode="gray">
                <a:xfrm>
                  <a:off x="64209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0" name="Würfel 1009"/>
                <p:cNvSpPr/>
                <p:nvPr/>
              </p:nvSpPr>
              <p:spPr bwMode="gray">
                <a:xfrm>
                  <a:off x="65430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1" name="Würfel 1010"/>
                <p:cNvSpPr/>
                <p:nvPr/>
              </p:nvSpPr>
              <p:spPr bwMode="gray">
                <a:xfrm>
                  <a:off x="66651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3" name="Würfel 1012"/>
                <p:cNvSpPr/>
                <p:nvPr/>
              </p:nvSpPr>
              <p:spPr bwMode="gray">
                <a:xfrm>
                  <a:off x="67872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2" name="Würfel 1101"/>
                <p:cNvSpPr/>
                <p:nvPr/>
              </p:nvSpPr>
              <p:spPr bwMode="gray">
                <a:xfrm>
                  <a:off x="69093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4" name="Würfel 1103"/>
                <p:cNvSpPr/>
                <p:nvPr/>
              </p:nvSpPr>
              <p:spPr bwMode="gray">
                <a:xfrm>
                  <a:off x="7031432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2" name="Würfel 1091"/>
                <p:cNvSpPr/>
                <p:nvPr/>
              </p:nvSpPr>
              <p:spPr bwMode="gray">
                <a:xfrm>
                  <a:off x="69093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94" name="Würfel 1093"/>
                <p:cNvSpPr/>
                <p:nvPr/>
              </p:nvSpPr>
              <p:spPr bwMode="gray">
                <a:xfrm>
                  <a:off x="7031432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2" name="Würfel 1081"/>
                <p:cNvSpPr/>
                <p:nvPr/>
              </p:nvSpPr>
              <p:spPr bwMode="gray">
                <a:xfrm>
                  <a:off x="69093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84" name="Würfel 1083"/>
                <p:cNvSpPr/>
                <p:nvPr/>
              </p:nvSpPr>
              <p:spPr bwMode="gray">
                <a:xfrm>
                  <a:off x="7031432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2" name="Würfel 1071"/>
                <p:cNvSpPr/>
                <p:nvPr/>
              </p:nvSpPr>
              <p:spPr bwMode="gray">
                <a:xfrm>
                  <a:off x="69093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74" name="Würfel 1073"/>
                <p:cNvSpPr/>
                <p:nvPr/>
              </p:nvSpPr>
              <p:spPr bwMode="gray">
                <a:xfrm>
                  <a:off x="7031432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2" name="Würfel 1061"/>
                <p:cNvSpPr/>
                <p:nvPr/>
              </p:nvSpPr>
              <p:spPr bwMode="gray">
                <a:xfrm>
                  <a:off x="69093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64" name="Würfel 1063"/>
                <p:cNvSpPr/>
                <p:nvPr/>
              </p:nvSpPr>
              <p:spPr bwMode="gray">
                <a:xfrm>
                  <a:off x="7031432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2" name="Würfel 1051"/>
                <p:cNvSpPr/>
                <p:nvPr/>
              </p:nvSpPr>
              <p:spPr bwMode="gray">
                <a:xfrm>
                  <a:off x="69093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54" name="Würfel 1053"/>
                <p:cNvSpPr/>
                <p:nvPr/>
              </p:nvSpPr>
              <p:spPr bwMode="gray">
                <a:xfrm>
                  <a:off x="7031432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2" name="Würfel 1041"/>
                <p:cNvSpPr/>
                <p:nvPr/>
              </p:nvSpPr>
              <p:spPr bwMode="gray">
                <a:xfrm>
                  <a:off x="69093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44" name="Würfel 1043"/>
                <p:cNvSpPr/>
                <p:nvPr/>
              </p:nvSpPr>
              <p:spPr bwMode="gray">
                <a:xfrm>
                  <a:off x="7031432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2" name="Würfel 1031"/>
                <p:cNvSpPr/>
                <p:nvPr/>
              </p:nvSpPr>
              <p:spPr bwMode="gray">
                <a:xfrm>
                  <a:off x="69093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34" name="Würfel 1033"/>
                <p:cNvSpPr/>
                <p:nvPr/>
              </p:nvSpPr>
              <p:spPr bwMode="gray">
                <a:xfrm>
                  <a:off x="7031432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2" name="Würfel 1021"/>
                <p:cNvSpPr/>
                <p:nvPr/>
              </p:nvSpPr>
              <p:spPr bwMode="gray">
                <a:xfrm>
                  <a:off x="69093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24" name="Würfel 1023"/>
                <p:cNvSpPr/>
                <p:nvPr/>
              </p:nvSpPr>
              <p:spPr bwMode="gray">
                <a:xfrm>
                  <a:off x="7031432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2" name="Würfel 1011"/>
                <p:cNvSpPr/>
                <p:nvPr/>
              </p:nvSpPr>
              <p:spPr bwMode="gray">
                <a:xfrm>
                  <a:off x="69093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014" name="Würfel 1013"/>
                <p:cNvSpPr/>
                <p:nvPr/>
              </p:nvSpPr>
              <p:spPr bwMode="gray">
                <a:xfrm>
                  <a:off x="7031432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7" name="Würfel 1106"/>
                <p:cNvSpPr/>
                <p:nvPr/>
              </p:nvSpPr>
              <p:spPr bwMode="gray">
                <a:xfrm>
                  <a:off x="7156668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8" name="Würfel 1107"/>
                <p:cNvSpPr/>
                <p:nvPr/>
              </p:nvSpPr>
              <p:spPr bwMode="gray">
                <a:xfrm>
                  <a:off x="7278768" y="3567586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09" name="Würfel 1108"/>
                <p:cNvSpPr/>
                <p:nvPr/>
              </p:nvSpPr>
              <p:spPr bwMode="gray">
                <a:xfrm>
                  <a:off x="7156668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0" name="Würfel 1109"/>
                <p:cNvSpPr/>
                <p:nvPr/>
              </p:nvSpPr>
              <p:spPr bwMode="gray">
                <a:xfrm>
                  <a:off x="7278768" y="3689762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1" name="Würfel 1110"/>
                <p:cNvSpPr/>
                <p:nvPr/>
              </p:nvSpPr>
              <p:spPr bwMode="gray">
                <a:xfrm>
                  <a:off x="7156668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2" name="Würfel 1111"/>
                <p:cNvSpPr/>
                <p:nvPr/>
              </p:nvSpPr>
              <p:spPr bwMode="gray">
                <a:xfrm>
                  <a:off x="7278768" y="3934114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3" name="Würfel 1112"/>
                <p:cNvSpPr/>
                <p:nvPr/>
              </p:nvSpPr>
              <p:spPr bwMode="gray">
                <a:xfrm>
                  <a:off x="7156668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4" name="Würfel 1113"/>
                <p:cNvSpPr/>
                <p:nvPr/>
              </p:nvSpPr>
              <p:spPr bwMode="gray">
                <a:xfrm>
                  <a:off x="7278768" y="4056289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5" name="Würfel 1114"/>
                <p:cNvSpPr/>
                <p:nvPr/>
              </p:nvSpPr>
              <p:spPr bwMode="gray">
                <a:xfrm>
                  <a:off x="7156668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6" name="Würfel 1115"/>
                <p:cNvSpPr/>
                <p:nvPr/>
              </p:nvSpPr>
              <p:spPr bwMode="gray">
                <a:xfrm>
                  <a:off x="7278768" y="3811938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7" name="Würfel 1116"/>
                <p:cNvSpPr/>
                <p:nvPr/>
              </p:nvSpPr>
              <p:spPr bwMode="gray">
                <a:xfrm>
                  <a:off x="7156668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8" name="Würfel 1117"/>
                <p:cNvSpPr/>
                <p:nvPr/>
              </p:nvSpPr>
              <p:spPr bwMode="gray">
                <a:xfrm>
                  <a:off x="7278768" y="4178467"/>
                  <a:ext cx="89100" cy="8842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19" name="Würfel 1118"/>
                <p:cNvSpPr/>
                <p:nvPr/>
              </p:nvSpPr>
              <p:spPr bwMode="gray">
                <a:xfrm>
                  <a:off x="7156668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0" name="Würfel 1119"/>
                <p:cNvSpPr/>
                <p:nvPr/>
              </p:nvSpPr>
              <p:spPr bwMode="gray">
                <a:xfrm>
                  <a:off x="7278768" y="4300641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1" name="Würfel 1120"/>
                <p:cNvSpPr/>
                <p:nvPr/>
              </p:nvSpPr>
              <p:spPr bwMode="gray">
                <a:xfrm>
                  <a:off x="7156668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2" name="Würfel 1121"/>
                <p:cNvSpPr/>
                <p:nvPr/>
              </p:nvSpPr>
              <p:spPr bwMode="gray">
                <a:xfrm>
                  <a:off x="7278768" y="4544994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3" name="Würfel 1122"/>
                <p:cNvSpPr/>
                <p:nvPr/>
              </p:nvSpPr>
              <p:spPr bwMode="gray">
                <a:xfrm>
                  <a:off x="7156668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4" name="Würfel 1123"/>
                <p:cNvSpPr/>
                <p:nvPr/>
              </p:nvSpPr>
              <p:spPr bwMode="gray">
                <a:xfrm>
                  <a:off x="7278768" y="4667163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5" name="Würfel 1124"/>
                <p:cNvSpPr/>
                <p:nvPr/>
              </p:nvSpPr>
              <p:spPr bwMode="gray">
                <a:xfrm>
                  <a:off x="7156668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126" name="Würfel 1125"/>
                <p:cNvSpPr/>
                <p:nvPr/>
              </p:nvSpPr>
              <p:spPr bwMode="gray">
                <a:xfrm>
                  <a:off x="7278768" y="4422818"/>
                  <a:ext cx="89100" cy="8842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</p:grpSp>
        <p:grpSp>
          <p:nvGrpSpPr>
            <p:cNvPr id="1397" name="Gruppieren 1396"/>
            <p:cNvGrpSpPr/>
            <p:nvPr/>
          </p:nvGrpSpPr>
          <p:grpSpPr bwMode="gray">
            <a:xfrm>
              <a:off x="3302485" y="450627"/>
              <a:ext cx="5465685" cy="2911983"/>
              <a:chOff x="3302485" y="450627"/>
              <a:chExt cx="5465685" cy="2911983"/>
            </a:xfrm>
          </p:grpSpPr>
          <p:grpSp>
            <p:nvGrpSpPr>
              <p:cNvPr id="1240" name="Gruppieren 1239"/>
              <p:cNvGrpSpPr/>
              <p:nvPr/>
            </p:nvGrpSpPr>
            <p:grpSpPr bwMode="gray">
              <a:xfrm>
                <a:off x="3302485" y="548729"/>
                <a:ext cx="2704508" cy="2704509"/>
                <a:chOff x="3302485" y="639414"/>
                <a:chExt cx="2512963" cy="2512964"/>
              </a:xfrm>
            </p:grpSpPr>
            <p:grpSp>
              <p:nvGrpSpPr>
                <p:cNvPr id="1129" name="Gruppieren 13"/>
                <p:cNvGrpSpPr/>
                <p:nvPr/>
              </p:nvGrpSpPr>
              <p:grpSpPr bwMode="gray">
                <a:xfrm>
                  <a:off x="3302485" y="639414"/>
                  <a:ext cx="2512963" cy="187040"/>
                  <a:chOff x="6078379" y="3501232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230" name="Würfel 1229"/>
                  <p:cNvSpPr/>
                  <p:nvPr/>
                </p:nvSpPr>
                <p:spPr bwMode="gray">
                  <a:xfrm>
                    <a:off x="6078379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1" name="Würfel 1230"/>
                  <p:cNvSpPr/>
                  <p:nvPr/>
                </p:nvSpPr>
                <p:spPr bwMode="gray">
                  <a:xfrm>
                    <a:off x="6219944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2" name="Würfel 1231"/>
                  <p:cNvSpPr/>
                  <p:nvPr/>
                </p:nvSpPr>
                <p:spPr bwMode="gray">
                  <a:xfrm>
                    <a:off x="6361508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3" name="Würfel 1232"/>
                  <p:cNvSpPr/>
                  <p:nvPr/>
                </p:nvSpPr>
                <p:spPr bwMode="gray">
                  <a:xfrm>
                    <a:off x="6503073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4" name="Würfel 1233"/>
                  <p:cNvSpPr/>
                  <p:nvPr/>
                </p:nvSpPr>
                <p:spPr bwMode="gray">
                  <a:xfrm>
                    <a:off x="6644638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5" name="Würfel 1234"/>
                  <p:cNvSpPr/>
                  <p:nvPr/>
                </p:nvSpPr>
                <p:spPr bwMode="gray">
                  <a:xfrm>
                    <a:off x="6786202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6" name="Würfel 1235"/>
                  <p:cNvSpPr/>
                  <p:nvPr/>
                </p:nvSpPr>
                <p:spPr bwMode="gray">
                  <a:xfrm>
                    <a:off x="6927767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7" name="Würfel 1236"/>
                  <p:cNvSpPr/>
                  <p:nvPr/>
                </p:nvSpPr>
                <p:spPr bwMode="gray">
                  <a:xfrm>
                    <a:off x="7210896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8" name="Würfel 1237"/>
                  <p:cNvSpPr/>
                  <p:nvPr/>
                </p:nvSpPr>
                <p:spPr bwMode="gray">
                  <a:xfrm>
                    <a:off x="7069332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39" name="Würfel 1238"/>
                  <p:cNvSpPr/>
                  <p:nvPr/>
                </p:nvSpPr>
                <p:spPr bwMode="gray">
                  <a:xfrm>
                    <a:off x="7352461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0" name="Gruppieren 12"/>
                <p:cNvGrpSpPr/>
                <p:nvPr/>
              </p:nvGrpSpPr>
              <p:grpSpPr bwMode="gray">
                <a:xfrm>
                  <a:off x="3302485" y="897852"/>
                  <a:ext cx="2512963" cy="187040"/>
                  <a:chOff x="6078379" y="3642885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220" name="Würfel 1219"/>
                  <p:cNvSpPr/>
                  <p:nvPr/>
                </p:nvSpPr>
                <p:spPr bwMode="gray">
                  <a:xfrm>
                    <a:off x="6078379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1" name="Würfel 1220"/>
                  <p:cNvSpPr/>
                  <p:nvPr/>
                </p:nvSpPr>
                <p:spPr bwMode="gray">
                  <a:xfrm>
                    <a:off x="6219944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2" name="Würfel 1221"/>
                  <p:cNvSpPr/>
                  <p:nvPr/>
                </p:nvSpPr>
                <p:spPr bwMode="gray">
                  <a:xfrm>
                    <a:off x="6361508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3" name="Würfel 1222"/>
                  <p:cNvSpPr/>
                  <p:nvPr/>
                </p:nvSpPr>
                <p:spPr bwMode="gray">
                  <a:xfrm>
                    <a:off x="6503073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4" name="Würfel 1223"/>
                  <p:cNvSpPr/>
                  <p:nvPr/>
                </p:nvSpPr>
                <p:spPr bwMode="gray">
                  <a:xfrm>
                    <a:off x="6644638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5" name="Würfel 1224"/>
                  <p:cNvSpPr/>
                  <p:nvPr/>
                </p:nvSpPr>
                <p:spPr bwMode="gray">
                  <a:xfrm>
                    <a:off x="6786202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6" name="Würfel 1225"/>
                  <p:cNvSpPr/>
                  <p:nvPr/>
                </p:nvSpPr>
                <p:spPr bwMode="gray">
                  <a:xfrm>
                    <a:off x="6927767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7" name="Würfel 1226"/>
                  <p:cNvSpPr/>
                  <p:nvPr/>
                </p:nvSpPr>
                <p:spPr bwMode="gray">
                  <a:xfrm>
                    <a:off x="7210896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8" name="Würfel 1227"/>
                  <p:cNvSpPr/>
                  <p:nvPr/>
                </p:nvSpPr>
                <p:spPr bwMode="gray">
                  <a:xfrm>
                    <a:off x="7069332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29" name="Würfel 1228"/>
                  <p:cNvSpPr/>
                  <p:nvPr/>
                </p:nvSpPr>
                <p:spPr bwMode="gray">
                  <a:xfrm>
                    <a:off x="7352461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1" name="Gruppieren 11"/>
                <p:cNvGrpSpPr/>
                <p:nvPr/>
              </p:nvGrpSpPr>
              <p:grpSpPr bwMode="gray">
                <a:xfrm>
                  <a:off x="3302485" y="1414727"/>
                  <a:ext cx="2512963" cy="187040"/>
                  <a:chOff x="6078379" y="3926190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210" name="Würfel 1209"/>
                  <p:cNvSpPr/>
                  <p:nvPr/>
                </p:nvSpPr>
                <p:spPr bwMode="gray">
                  <a:xfrm>
                    <a:off x="6078379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1" name="Würfel 1210"/>
                  <p:cNvSpPr/>
                  <p:nvPr/>
                </p:nvSpPr>
                <p:spPr bwMode="gray">
                  <a:xfrm>
                    <a:off x="6219944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2" name="Würfel 1211"/>
                  <p:cNvSpPr/>
                  <p:nvPr/>
                </p:nvSpPr>
                <p:spPr bwMode="gray">
                  <a:xfrm>
                    <a:off x="6361508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3" name="Würfel 1212"/>
                  <p:cNvSpPr/>
                  <p:nvPr/>
                </p:nvSpPr>
                <p:spPr bwMode="gray">
                  <a:xfrm>
                    <a:off x="6503073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4" name="Würfel 1213"/>
                  <p:cNvSpPr/>
                  <p:nvPr/>
                </p:nvSpPr>
                <p:spPr bwMode="gray">
                  <a:xfrm>
                    <a:off x="6644638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5" name="Würfel 1214"/>
                  <p:cNvSpPr/>
                  <p:nvPr/>
                </p:nvSpPr>
                <p:spPr bwMode="gray">
                  <a:xfrm>
                    <a:off x="6786202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6" name="Würfel 1215"/>
                  <p:cNvSpPr/>
                  <p:nvPr/>
                </p:nvSpPr>
                <p:spPr bwMode="gray">
                  <a:xfrm>
                    <a:off x="6927767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7" name="Würfel 1216"/>
                  <p:cNvSpPr/>
                  <p:nvPr/>
                </p:nvSpPr>
                <p:spPr bwMode="gray">
                  <a:xfrm>
                    <a:off x="7210896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8" name="Würfel 1217"/>
                  <p:cNvSpPr/>
                  <p:nvPr/>
                </p:nvSpPr>
                <p:spPr bwMode="gray">
                  <a:xfrm>
                    <a:off x="7069332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19" name="Würfel 1218"/>
                  <p:cNvSpPr/>
                  <p:nvPr/>
                </p:nvSpPr>
                <p:spPr bwMode="gray">
                  <a:xfrm>
                    <a:off x="7352461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2" name="Gruppieren 10"/>
                <p:cNvGrpSpPr/>
                <p:nvPr/>
              </p:nvGrpSpPr>
              <p:grpSpPr bwMode="gray">
                <a:xfrm>
                  <a:off x="3302485" y="1673163"/>
                  <a:ext cx="2512963" cy="187040"/>
                  <a:chOff x="6078379" y="4067842"/>
                  <a:chExt cx="1377386" cy="102519"/>
                </a:xfrm>
              </p:grpSpPr>
              <p:sp>
                <p:nvSpPr>
                  <p:cNvPr id="1200" name="Würfel 1199"/>
                  <p:cNvSpPr/>
                  <p:nvPr/>
                </p:nvSpPr>
                <p:spPr bwMode="gray">
                  <a:xfrm>
                    <a:off x="6078379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1" name="Würfel 1200"/>
                  <p:cNvSpPr/>
                  <p:nvPr/>
                </p:nvSpPr>
                <p:spPr bwMode="gray">
                  <a:xfrm>
                    <a:off x="6219944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2" name="Würfel 1201"/>
                  <p:cNvSpPr/>
                  <p:nvPr/>
                </p:nvSpPr>
                <p:spPr bwMode="gray">
                  <a:xfrm>
                    <a:off x="6361508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3" name="Würfel 1202"/>
                  <p:cNvSpPr/>
                  <p:nvPr/>
                </p:nvSpPr>
                <p:spPr bwMode="gray">
                  <a:xfrm>
                    <a:off x="6503073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4" name="Würfel 1203"/>
                  <p:cNvSpPr/>
                  <p:nvPr/>
                </p:nvSpPr>
                <p:spPr bwMode="gray">
                  <a:xfrm>
                    <a:off x="6644638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5" name="Würfel 1204"/>
                  <p:cNvSpPr/>
                  <p:nvPr/>
                </p:nvSpPr>
                <p:spPr bwMode="gray">
                  <a:xfrm>
                    <a:off x="6786202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6" name="Würfel 1205"/>
                  <p:cNvSpPr/>
                  <p:nvPr/>
                </p:nvSpPr>
                <p:spPr bwMode="gray">
                  <a:xfrm>
                    <a:off x="6927767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7" name="Würfel 1206"/>
                  <p:cNvSpPr/>
                  <p:nvPr/>
                </p:nvSpPr>
                <p:spPr bwMode="gray">
                  <a:xfrm>
                    <a:off x="7210896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8" name="Würfel 1207"/>
                  <p:cNvSpPr/>
                  <p:nvPr/>
                </p:nvSpPr>
                <p:spPr bwMode="gray">
                  <a:xfrm>
                    <a:off x="7069332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09" name="Würfel 1208"/>
                  <p:cNvSpPr/>
                  <p:nvPr/>
                </p:nvSpPr>
                <p:spPr bwMode="gray">
                  <a:xfrm>
                    <a:off x="7352461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3" name="Gruppieren 9"/>
                <p:cNvGrpSpPr/>
                <p:nvPr/>
              </p:nvGrpSpPr>
              <p:grpSpPr bwMode="gray">
                <a:xfrm>
                  <a:off x="3302485" y="1156290"/>
                  <a:ext cx="2512963" cy="187040"/>
                  <a:chOff x="6078379" y="3784537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190" name="Würfel 1189"/>
                  <p:cNvSpPr/>
                  <p:nvPr/>
                </p:nvSpPr>
                <p:spPr bwMode="gray">
                  <a:xfrm>
                    <a:off x="6078379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1" name="Würfel 1190"/>
                  <p:cNvSpPr/>
                  <p:nvPr/>
                </p:nvSpPr>
                <p:spPr bwMode="gray">
                  <a:xfrm>
                    <a:off x="6219944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2" name="Würfel 1191"/>
                  <p:cNvSpPr/>
                  <p:nvPr/>
                </p:nvSpPr>
                <p:spPr bwMode="gray">
                  <a:xfrm>
                    <a:off x="6361508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3" name="Würfel 1192"/>
                  <p:cNvSpPr/>
                  <p:nvPr/>
                </p:nvSpPr>
                <p:spPr bwMode="gray">
                  <a:xfrm>
                    <a:off x="6503073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4" name="Würfel 1193"/>
                  <p:cNvSpPr/>
                  <p:nvPr/>
                </p:nvSpPr>
                <p:spPr bwMode="gray">
                  <a:xfrm>
                    <a:off x="6644638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5" name="Würfel 1194"/>
                  <p:cNvSpPr/>
                  <p:nvPr/>
                </p:nvSpPr>
                <p:spPr bwMode="gray">
                  <a:xfrm>
                    <a:off x="6786202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6" name="Würfel 1195"/>
                  <p:cNvSpPr/>
                  <p:nvPr/>
                </p:nvSpPr>
                <p:spPr bwMode="gray">
                  <a:xfrm>
                    <a:off x="6927767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7" name="Würfel 1196"/>
                  <p:cNvSpPr/>
                  <p:nvPr/>
                </p:nvSpPr>
                <p:spPr bwMode="gray">
                  <a:xfrm>
                    <a:off x="7210896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8" name="Würfel 1197"/>
                  <p:cNvSpPr/>
                  <p:nvPr/>
                </p:nvSpPr>
                <p:spPr bwMode="gray">
                  <a:xfrm>
                    <a:off x="7069332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99" name="Würfel 1198"/>
                  <p:cNvSpPr/>
                  <p:nvPr/>
                </p:nvSpPr>
                <p:spPr bwMode="gray">
                  <a:xfrm>
                    <a:off x="7352461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4" name="Gruppieren 3"/>
                <p:cNvGrpSpPr/>
                <p:nvPr/>
              </p:nvGrpSpPr>
              <p:grpSpPr bwMode="gray">
                <a:xfrm>
                  <a:off x="3302485" y="1931604"/>
                  <a:ext cx="2512963" cy="187040"/>
                  <a:chOff x="6078379" y="4209497"/>
                  <a:chExt cx="1377386" cy="102519"/>
                </a:xfrm>
              </p:grpSpPr>
              <p:sp>
                <p:nvSpPr>
                  <p:cNvPr id="1180" name="Würfel 1179"/>
                  <p:cNvSpPr/>
                  <p:nvPr/>
                </p:nvSpPr>
                <p:spPr bwMode="gray">
                  <a:xfrm>
                    <a:off x="6078379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1" name="Würfel 1180"/>
                  <p:cNvSpPr/>
                  <p:nvPr/>
                </p:nvSpPr>
                <p:spPr bwMode="gray">
                  <a:xfrm>
                    <a:off x="6219944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2" name="Würfel 1181"/>
                  <p:cNvSpPr/>
                  <p:nvPr/>
                </p:nvSpPr>
                <p:spPr bwMode="gray">
                  <a:xfrm>
                    <a:off x="6361508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3" name="Würfel 1182"/>
                  <p:cNvSpPr/>
                  <p:nvPr/>
                </p:nvSpPr>
                <p:spPr bwMode="gray">
                  <a:xfrm>
                    <a:off x="6503073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4" name="Würfel 1183"/>
                  <p:cNvSpPr/>
                  <p:nvPr/>
                </p:nvSpPr>
                <p:spPr bwMode="gray">
                  <a:xfrm>
                    <a:off x="6644638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5" name="Würfel 1184"/>
                  <p:cNvSpPr/>
                  <p:nvPr/>
                </p:nvSpPr>
                <p:spPr bwMode="gray">
                  <a:xfrm>
                    <a:off x="6786202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6" name="Würfel 1185"/>
                  <p:cNvSpPr/>
                  <p:nvPr/>
                </p:nvSpPr>
                <p:spPr bwMode="gray">
                  <a:xfrm>
                    <a:off x="6927767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7" name="Würfel 1186"/>
                  <p:cNvSpPr/>
                  <p:nvPr/>
                </p:nvSpPr>
                <p:spPr bwMode="gray">
                  <a:xfrm>
                    <a:off x="7210896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8" name="Würfel 1187"/>
                  <p:cNvSpPr/>
                  <p:nvPr/>
                </p:nvSpPr>
                <p:spPr bwMode="gray">
                  <a:xfrm>
                    <a:off x="7069332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89" name="Würfel 1188"/>
                  <p:cNvSpPr/>
                  <p:nvPr/>
                </p:nvSpPr>
                <p:spPr bwMode="gray">
                  <a:xfrm>
                    <a:off x="7352461" y="420949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5" name="Gruppieren 1134"/>
                <p:cNvGrpSpPr/>
                <p:nvPr/>
              </p:nvGrpSpPr>
              <p:grpSpPr bwMode="gray">
                <a:xfrm>
                  <a:off x="3302485" y="2190038"/>
                  <a:ext cx="2512963" cy="187040"/>
                  <a:chOff x="6078379" y="4351147"/>
                  <a:chExt cx="1377386" cy="102519"/>
                </a:xfrm>
              </p:grpSpPr>
              <p:sp>
                <p:nvSpPr>
                  <p:cNvPr id="1170" name="Würfel 1169"/>
                  <p:cNvSpPr/>
                  <p:nvPr/>
                </p:nvSpPr>
                <p:spPr bwMode="gray">
                  <a:xfrm>
                    <a:off x="6078379" y="435114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1" name="Würfel 1170"/>
                  <p:cNvSpPr/>
                  <p:nvPr/>
                </p:nvSpPr>
                <p:spPr bwMode="gray">
                  <a:xfrm>
                    <a:off x="6219944" y="4351147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2" name="Würfel 1171"/>
                  <p:cNvSpPr/>
                  <p:nvPr/>
                </p:nvSpPr>
                <p:spPr bwMode="gray">
                  <a:xfrm>
                    <a:off x="6361508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3" name="Würfel 1172"/>
                  <p:cNvSpPr/>
                  <p:nvPr/>
                </p:nvSpPr>
                <p:spPr bwMode="gray">
                  <a:xfrm>
                    <a:off x="6503073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4" name="Würfel 1173"/>
                  <p:cNvSpPr/>
                  <p:nvPr/>
                </p:nvSpPr>
                <p:spPr bwMode="gray">
                  <a:xfrm>
                    <a:off x="6644638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5" name="Würfel 1174"/>
                  <p:cNvSpPr/>
                  <p:nvPr/>
                </p:nvSpPr>
                <p:spPr bwMode="gray">
                  <a:xfrm>
                    <a:off x="6786202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6" name="Würfel 1175"/>
                  <p:cNvSpPr/>
                  <p:nvPr/>
                </p:nvSpPr>
                <p:spPr bwMode="gray">
                  <a:xfrm>
                    <a:off x="6927767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7" name="Würfel 1176"/>
                  <p:cNvSpPr/>
                  <p:nvPr/>
                </p:nvSpPr>
                <p:spPr bwMode="gray">
                  <a:xfrm>
                    <a:off x="7210896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8" name="Würfel 1177"/>
                  <p:cNvSpPr/>
                  <p:nvPr/>
                </p:nvSpPr>
                <p:spPr bwMode="gray">
                  <a:xfrm>
                    <a:off x="7069332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79" name="Würfel 1178"/>
                  <p:cNvSpPr/>
                  <p:nvPr/>
                </p:nvSpPr>
                <p:spPr bwMode="gray">
                  <a:xfrm>
                    <a:off x="7352461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6" name="Gruppieren 7"/>
                <p:cNvGrpSpPr/>
                <p:nvPr/>
              </p:nvGrpSpPr>
              <p:grpSpPr bwMode="gray">
                <a:xfrm>
                  <a:off x="3302485" y="2706915"/>
                  <a:ext cx="2512963" cy="187040"/>
                  <a:chOff x="6078379" y="4634454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160" name="Würfel 1159"/>
                  <p:cNvSpPr/>
                  <p:nvPr/>
                </p:nvSpPr>
                <p:spPr bwMode="gray">
                  <a:xfrm>
                    <a:off x="6078379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1" name="Würfel 1160"/>
                  <p:cNvSpPr/>
                  <p:nvPr/>
                </p:nvSpPr>
                <p:spPr bwMode="gray">
                  <a:xfrm>
                    <a:off x="6219944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2" name="Würfel 1161"/>
                  <p:cNvSpPr/>
                  <p:nvPr/>
                </p:nvSpPr>
                <p:spPr bwMode="gray">
                  <a:xfrm>
                    <a:off x="6361508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3" name="Würfel 1162"/>
                  <p:cNvSpPr/>
                  <p:nvPr/>
                </p:nvSpPr>
                <p:spPr bwMode="gray">
                  <a:xfrm>
                    <a:off x="6503073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4" name="Würfel 1163"/>
                  <p:cNvSpPr/>
                  <p:nvPr/>
                </p:nvSpPr>
                <p:spPr bwMode="gray">
                  <a:xfrm>
                    <a:off x="6644638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5" name="Würfel 1164"/>
                  <p:cNvSpPr/>
                  <p:nvPr/>
                </p:nvSpPr>
                <p:spPr bwMode="gray">
                  <a:xfrm>
                    <a:off x="6786202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6" name="Würfel 1165"/>
                  <p:cNvSpPr/>
                  <p:nvPr/>
                </p:nvSpPr>
                <p:spPr bwMode="gray">
                  <a:xfrm>
                    <a:off x="6927767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7" name="Würfel 1166"/>
                  <p:cNvSpPr/>
                  <p:nvPr/>
                </p:nvSpPr>
                <p:spPr bwMode="gray">
                  <a:xfrm>
                    <a:off x="7210896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8" name="Würfel 1167"/>
                  <p:cNvSpPr/>
                  <p:nvPr/>
                </p:nvSpPr>
                <p:spPr bwMode="gray">
                  <a:xfrm>
                    <a:off x="7069332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69" name="Würfel 1168"/>
                  <p:cNvSpPr/>
                  <p:nvPr/>
                </p:nvSpPr>
                <p:spPr bwMode="gray">
                  <a:xfrm>
                    <a:off x="7352461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7" name="Gruppieren 5"/>
                <p:cNvGrpSpPr/>
                <p:nvPr/>
              </p:nvGrpSpPr>
              <p:grpSpPr bwMode="gray">
                <a:xfrm>
                  <a:off x="3302485" y="2965338"/>
                  <a:ext cx="2512963" cy="187040"/>
                  <a:chOff x="6078379" y="4776099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150" name="Würfel 1149"/>
                  <p:cNvSpPr/>
                  <p:nvPr/>
                </p:nvSpPr>
                <p:spPr bwMode="gray">
                  <a:xfrm>
                    <a:off x="6078379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1" name="Würfel 1150"/>
                  <p:cNvSpPr/>
                  <p:nvPr/>
                </p:nvSpPr>
                <p:spPr bwMode="gray">
                  <a:xfrm>
                    <a:off x="6219944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2" name="Würfel 1151"/>
                  <p:cNvSpPr/>
                  <p:nvPr/>
                </p:nvSpPr>
                <p:spPr bwMode="gray">
                  <a:xfrm>
                    <a:off x="6361508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3" name="Würfel 1152"/>
                  <p:cNvSpPr/>
                  <p:nvPr/>
                </p:nvSpPr>
                <p:spPr bwMode="gray">
                  <a:xfrm>
                    <a:off x="6503073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4" name="Würfel 1153"/>
                  <p:cNvSpPr/>
                  <p:nvPr/>
                </p:nvSpPr>
                <p:spPr bwMode="gray">
                  <a:xfrm>
                    <a:off x="6644638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5" name="Würfel 1154"/>
                  <p:cNvSpPr/>
                  <p:nvPr/>
                </p:nvSpPr>
                <p:spPr bwMode="gray">
                  <a:xfrm>
                    <a:off x="6786202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6" name="Würfel 1155"/>
                  <p:cNvSpPr/>
                  <p:nvPr/>
                </p:nvSpPr>
                <p:spPr bwMode="gray">
                  <a:xfrm>
                    <a:off x="6927767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7" name="Würfel 1156"/>
                  <p:cNvSpPr/>
                  <p:nvPr/>
                </p:nvSpPr>
                <p:spPr bwMode="gray">
                  <a:xfrm>
                    <a:off x="7210896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8" name="Würfel 1157"/>
                  <p:cNvSpPr/>
                  <p:nvPr/>
                </p:nvSpPr>
                <p:spPr bwMode="gray">
                  <a:xfrm>
                    <a:off x="7069332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59" name="Würfel 1158"/>
                  <p:cNvSpPr/>
                  <p:nvPr/>
                </p:nvSpPr>
                <p:spPr bwMode="gray">
                  <a:xfrm>
                    <a:off x="7352461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138" name="Gruppieren 4"/>
                <p:cNvGrpSpPr/>
                <p:nvPr/>
              </p:nvGrpSpPr>
              <p:grpSpPr bwMode="gray">
                <a:xfrm>
                  <a:off x="3302485" y="2448477"/>
                  <a:ext cx="2512963" cy="187040"/>
                  <a:chOff x="6078379" y="4492802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140" name="Würfel 1139"/>
                  <p:cNvSpPr/>
                  <p:nvPr/>
                </p:nvSpPr>
                <p:spPr bwMode="gray">
                  <a:xfrm>
                    <a:off x="6078379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1" name="Würfel 1140"/>
                  <p:cNvSpPr/>
                  <p:nvPr/>
                </p:nvSpPr>
                <p:spPr bwMode="gray">
                  <a:xfrm>
                    <a:off x="6219944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2" name="Würfel 1141"/>
                  <p:cNvSpPr/>
                  <p:nvPr/>
                </p:nvSpPr>
                <p:spPr bwMode="gray">
                  <a:xfrm>
                    <a:off x="6361508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3" name="Würfel 1142"/>
                  <p:cNvSpPr/>
                  <p:nvPr/>
                </p:nvSpPr>
                <p:spPr bwMode="gray">
                  <a:xfrm>
                    <a:off x="6503073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4" name="Würfel 1143"/>
                  <p:cNvSpPr/>
                  <p:nvPr/>
                </p:nvSpPr>
                <p:spPr bwMode="gray">
                  <a:xfrm>
                    <a:off x="6644638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5" name="Würfel 1144"/>
                  <p:cNvSpPr/>
                  <p:nvPr/>
                </p:nvSpPr>
                <p:spPr bwMode="gray">
                  <a:xfrm>
                    <a:off x="6786202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6" name="Würfel 1145"/>
                  <p:cNvSpPr/>
                  <p:nvPr/>
                </p:nvSpPr>
                <p:spPr bwMode="gray">
                  <a:xfrm>
                    <a:off x="6927767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7" name="Würfel 1146"/>
                  <p:cNvSpPr/>
                  <p:nvPr/>
                </p:nvSpPr>
                <p:spPr bwMode="gray">
                  <a:xfrm>
                    <a:off x="7210896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8" name="Würfel 1147"/>
                  <p:cNvSpPr/>
                  <p:nvPr/>
                </p:nvSpPr>
                <p:spPr bwMode="gray">
                  <a:xfrm>
                    <a:off x="7069332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149" name="Würfel 1148"/>
                  <p:cNvSpPr/>
                  <p:nvPr/>
                </p:nvSpPr>
                <p:spPr bwMode="gray">
                  <a:xfrm>
                    <a:off x="7352461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  <p:sp>
            <p:nvSpPr>
              <p:cNvPr id="1139" name="Textfeld 1138"/>
              <p:cNvSpPr txBox="1"/>
              <p:nvPr/>
            </p:nvSpPr>
            <p:spPr bwMode="gray">
              <a:xfrm>
                <a:off x="6044765" y="450627"/>
                <a:ext cx="2723405" cy="29119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4400" smtClean="0">
                    <a:solidFill>
                      <a:schemeClr val="accent1"/>
                    </a:solidFill>
                  </a:rPr>
                  <a:t>62%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11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11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11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1100" b="1" smtClean="0">
                    <a:solidFill>
                      <a:srgbClr val="000000"/>
                    </a:solidFill>
                  </a:rPr>
                  <a:t> a placeholder text. </a:t>
                </a:r>
                <a:br>
                  <a:rPr lang="de-DE" sz="1100" b="1" smtClean="0">
                    <a:solidFill>
                      <a:srgbClr val="000000"/>
                    </a:solidFill>
                  </a:rPr>
                </a:br>
                <a:r>
                  <a:rPr lang="de-DE" sz="11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 Replace this text with your own information. This text demonstrates how your text will look like. Type your text here, this is only a placeholder. Replace this text with your own information. This text demonstrates how your text will look like. Type your text here, this is only a placeholder.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511" name="Gruppieren 1510"/>
            <p:cNvGrpSpPr/>
            <p:nvPr/>
          </p:nvGrpSpPr>
          <p:grpSpPr bwMode="gray">
            <a:xfrm>
              <a:off x="438046" y="441865"/>
              <a:ext cx="2692708" cy="2805026"/>
              <a:chOff x="438046" y="441865"/>
              <a:chExt cx="2692708" cy="2805026"/>
            </a:xfrm>
          </p:grpSpPr>
          <p:sp>
            <p:nvSpPr>
              <p:cNvPr id="1252" name="Textfeld 1251"/>
              <p:cNvSpPr txBox="1"/>
              <p:nvPr/>
            </p:nvSpPr>
            <p:spPr bwMode="gray">
              <a:xfrm>
                <a:off x="438046" y="441865"/>
                <a:ext cx="2692708" cy="1021658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800" smtClean="0">
                    <a:solidFill>
                      <a:schemeClr val="accent1"/>
                    </a:solidFill>
                  </a:rPr>
                  <a:t>39%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396" name="Gruppieren 1395"/>
              <p:cNvGrpSpPr/>
              <p:nvPr/>
            </p:nvGrpSpPr>
            <p:grpSpPr bwMode="gray">
              <a:xfrm>
                <a:off x="509072" y="1336529"/>
                <a:ext cx="2485855" cy="1910362"/>
                <a:chOff x="471288" y="1390615"/>
                <a:chExt cx="2376140" cy="1826047"/>
              </a:xfrm>
            </p:grpSpPr>
            <p:sp>
              <p:nvSpPr>
                <p:cNvPr id="1343" name="Würfel 1342"/>
                <p:cNvSpPr/>
                <p:nvPr/>
              </p:nvSpPr>
              <p:spPr bwMode="gray">
                <a:xfrm>
                  <a:off x="471288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44" name="Würfel 1343"/>
                <p:cNvSpPr/>
                <p:nvPr/>
              </p:nvSpPr>
              <p:spPr bwMode="gray">
                <a:xfrm>
                  <a:off x="658965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45" name="Würfel 1344"/>
                <p:cNvSpPr/>
                <p:nvPr/>
              </p:nvSpPr>
              <p:spPr bwMode="gray">
                <a:xfrm>
                  <a:off x="846642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46" name="Würfel 1345"/>
                <p:cNvSpPr/>
                <p:nvPr/>
              </p:nvSpPr>
              <p:spPr bwMode="gray">
                <a:xfrm>
                  <a:off x="1034319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47" name="Würfel 1346"/>
                <p:cNvSpPr/>
                <p:nvPr/>
              </p:nvSpPr>
              <p:spPr bwMode="gray">
                <a:xfrm>
                  <a:off x="1221997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48" name="Würfel 1347"/>
                <p:cNvSpPr/>
                <p:nvPr/>
              </p:nvSpPr>
              <p:spPr bwMode="gray">
                <a:xfrm>
                  <a:off x="1409673" y="1390615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3" name="Würfel 1332"/>
                <p:cNvSpPr/>
                <p:nvPr/>
              </p:nvSpPr>
              <p:spPr bwMode="gray">
                <a:xfrm>
                  <a:off x="471288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4" name="Würfel 1333"/>
                <p:cNvSpPr/>
                <p:nvPr/>
              </p:nvSpPr>
              <p:spPr bwMode="gray">
                <a:xfrm>
                  <a:off x="658965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5" name="Würfel 1334"/>
                <p:cNvSpPr/>
                <p:nvPr/>
              </p:nvSpPr>
              <p:spPr bwMode="gray">
                <a:xfrm>
                  <a:off x="846642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6" name="Würfel 1335"/>
                <p:cNvSpPr/>
                <p:nvPr/>
              </p:nvSpPr>
              <p:spPr bwMode="gray">
                <a:xfrm>
                  <a:off x="1034319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7" name="Würfel 1336"/>
                <p:cNvSpPr/>
                <p:nvPr/>
              </p:nvSpPr>
              <p:spPr bwMode="gray">
                <a:xfrm>
                  <a:off x="1221997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38" name="Würfel 1337"/>
                <p:cNvSpPr/>
                <p:nvPr/>
              </p:nvSpPr>
              <p:spPr bwMode="gray">
                <a:xfrm>
                  <a:off x="1409673" y="157840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3" name="Würfel 1322"/>
                <p:cNvSpPr/>
                <p:nvPr/>
              </p:nvSpPr>
              <p:spPr bwMode="gray">
                <a:xfrm>
                  <a:off x="471288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4" name="Würfel 1323"/>
                <p:cNvSpPr/>
                <p:nvPr/>
              </p:nvSpPr>
              <p:spPr bwMode="gray">
                <a:xfrm>
                  <a:off x="658965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5" name="Würfel 1324"/>
                <p:cNvSpPr/>
                <p:nvPr/>
              </p:nvSpPr>
              <p:spPr bwMode="gray">
                <a:xfrm>
                  <a:off x="846642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6" name="Würfel 1325"/>
                <p:cNvSpPr/>
                <p:nvPr/>
              </p:nvSpPr>
              <p:spPr bwMode="gray">
                <a:xfrm>
                  <a:off x="1034319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7" name="Würfel 1326"/>
                <p:cNvSpPr/>
                <p:nvPr/>
              </p:nvSpPr>
              <p:spPr bwMode="gray">
                <a:xfrm>
                  <a:off x="1221997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28" name="Würfel 1327"/>
                <p:cNvSpPr/>
                <p:nvPr/>
              </p:nvSpPr>
              <p:spPr bwMode="gray">
                <a:xfrm>
                  <a:off x="1409673" y="1953997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3" name="Würfel 1312"/>
                <p:cNvSpPr/>
                <p:nvPr/>
              </p:nvSpPr>
              <p:spPr bwMode="gray">
                <a:xfrm>
                  <a:off x="471288" y="214178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4" name="Würfel 1313"/>
                <p:cNvSpPr/>
                <p:nvPr/>
              </p:nvSpPr>
              <p:spPr bwMode="gray">
                <a:xfrm>
                  <a:off x="658965" y="214178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5" name="Würfel 1314"/>
                <p:cNvSpPr/>
                <p:nvPr/>
              </p:nvSpPr>
              <p:spPr bwMode="gray">
                <a:xfrm>
                  <a:off x="846642" y="214178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6" name="Würfel 1315"/>
                <p:cNvSpPr/>
                <p:nvPr/>
              </p:nvSpPr>
              <p:spPr bwMode="gray">
                <a:xfrm>
                  <a:off x="1034319" y="214178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7" name="Würfel 1316"/>
                <p:cNvSpPr/>
                <p:nvPr/>
              </p:nvSpPr>
              <p:spPr bwMode="gray">
                <a:xfrm>
                  <a:off x="1221997" y="2141789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18" name="Würfel 1317"/>
                <p:cNvSpPr/>
                <p:nvPr/>
              </p:nvSpPr>
              <p:spPr bwMode="gray">
                <a:xfrm>
                  <a:off x="1409673" y="214178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3" name="Würfel 1302"/>
                <p:cNvSpPr/>
                <p:nvPr/>
              </p:nvSpPr>
              <p:spPr bwMode="gray">
                <a:xfrm>
                  <a:off x="471288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4" name="Würfel 1303"/>
                <p:cNvSpPr/>
                <p:nvPr/>
              </p:nvSpPr>
              <p:spPr bwMode="gray">
                <a:xfrm>
                  <a:off x="658965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5" name="Würfel 1304"/>
                <p:cNvSpPr/>
                <p:nvPr/>
              </p:nvSpPr>
              <p:spPr bwMode="gray">
                <a:xfrm>
                  <a:off x="846642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6" name="Würfel 1305"/>
                <p:cNvSpPr/>
                <p:nvPr/>
              </p:nvSpPr>
              <p:spPr bwMode="gray">
                <a:xfrm>
                  <a:off x="1034319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7" name="Würfel 1306"/>
                <p:cNvSpPr/>
                <p:nvPr/>
              </p:nvSpPr>
              <p:spPr bwMode="gray">
                <a:xfrm>
                  <a:off x="1221997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308" name="Würfel 1307"/>
                <p:cNvSpPr/>
                <p:nvPr/>
              </p:nvSpPr>
              <p:spPr bwMode="gray">
                <a:xfrm>
                  <a:off x="1409673" y="1766203"/>
                  <a:ext cx="136954" cy="135913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3" name="Würfel 1292"/>
                <p:cNvSpPr/>
                <p:nvPr/>
              </p:nvSpPr>
              <p:spPr bwMode="gray">
                <a:xfrm>
                  <a:off x="471288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4" name="Würfel 1293"/>
                <p:cNvSpPr/>
                <p:nvPr/>
              </p:nvSpPr>
              <p:spPr bwMode="gray">
                <a:xfrm>
                  <a:off x="658965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5" name="Würfel 1294"/>
                <p:cNvSpPr/>
                <p:nvPr/>
              </p:nvSpPr>
              <p:spPr bwMode="gray">
                <a:xfrm>
                  <a:off x="846642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6" name="Würfel 1295"/>
                <p:cNvSpPr/>
                <p:nvPr/>
              </p:nvSpPr>
              <p:spPr bwMode="gray">
                <a:xfrm>
                  <a:off x="1034319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7" name="Würfel 1296"/>
                <p:cNvSpPr/>
                <p:nvPr/>
              </p:nvSpPr>
              <p:spPr bwMode="gray">
                <a:xfrm>
                  <a:off x="1221997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98" name="Würfel 1297"/>
                <p:cNvSpPr/>
                <p:nvPr/>
              </p:nvSpPr>
              <p:spPr bwMode="gray">
                <a:xfrm>
                  <a:off x="1409673" y="232958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3" name="Würfel 1282"/>
                <p:cNvSpPr/>
                <p:nvPr/>
              </p:nvSpPr>
              <p:spPr bwMode="gray">
                <a:xfrm>
                  <a:off x="471288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4" name="Würfel 1283"/>
                <p:cNvSpPr/>
                <p:nvPr/>
              </p:nvSpPr>
              <p:spPr bwMode="gray">
                <a:xfrm>
                  <a:off x="658965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5" name="Würfel 1284"/>
                <p:cNvSpPr/>
                <p:nvPr/>
              </p:nvSpPr>
              <p:spPr bwMode="gray">
                <a:xfrm>
                  <a:off x="846642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6" name="Würfel 1285"/>
                <p:cNvSpPr/>
                <p:nvPr/>
              </p:nvSpPr>
              <p:spPr bwMode="gray">
                <a:xfrm>
                  <a:off x="1034319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7" name="Würfel 1286"/>
                <p:cNvSpPr/>
                <p:nvPr/>
              </p:nvSpPr>
              <p:spPr bwMode="gray">
                <a:xfrm>
                  <a:off x="1221997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88" name="Würfel 1287"/>
                <p:cNvSpPr/>
                <p:nvPr/>
              </p:nvSpPr>
              <p:spPr bwMode="gray">
                <a:xfrm>
                  <a:off x="1409673" y="2517377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3" name="Würfel 1272"/>
                <p:cNvSpPr/>
                <p:nvPr/>
              </p:nvSpPr>
              <p:spPr bwMode="gray">
                <a:xfrm>
                  <a:off x="471288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4" name="Würfel 1273"/>
                <p:cNvSpPr/>
                <p:nvPr/>
              </p:nvSpPr>
              <p:spPr bwMode="gray">
                <a:xfrm>
                  <a:off x="658965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5" name="Würfel 1274"/>
                <p:cNvSpPr/>
                <p:nvPr/>
              </p:nvSpPr>
              <p:spPr bwMode="gray">
                <a:xfrm>
                  <a:off x="846642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6" name="Würfel 1275"/>
                <p:cNvSpPr/>
                <p:nvPr/>
              </p:nvSpPr>
              <p:spPr bwMode="gray">
                <a:xfrm>
                  <a:off x="1034319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7" name="Würfel 1276"/>
                <p:cNvSpPr/>
                <p:nvPr/>
              </p:nvSpPr>
              <p:spPr bwMode="gray">
                <a:xfrm>
                  <a:off x="1221997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78" name="Würfel 1277"/>
                <p:cNvSpPr/>
                <p:nvPr/>
              </p:nvSpPr>
              <p:spPr bwMode="gray">
                <a:xfrm>
                  <a:off x="1409673" y="2892966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3" name="Würfel 1262"/>
                <p:cNvSpPr/>
                <p:nvPr/>
              </p:nvSpPr>
              <p:spPr bwMode="gray">
                <a:xfrm>
                  <a:off x="471288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4" name="Würfel 1263"/>
                <p:cNvSpPr/>
                <p:nvPr/>
              </p:nvSpPr>
              <p:spPr bwMode="gray">
                <a:xfrm>
                  <a:off x="658965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5" name="Würfel 1264"/>
                <p:cNvSpPr/>
                <p:nvPr/>
              </p:nvSpPr>
              <p:spPr bwMode="gray">
                <a:xfrm>
                  <a:off x="846642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6" name="Würfel 1265"/>
                <p:cNvSpPr/>
                <p:nvPr/>
              </p:nvSpPr>
              <p:spPr bwMode="gray">
                <a:xfrm>
                  <a:off x="1034319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7" name="Würfel 1266"/>
                <p:cNvSpPr/>
                <p:nvPr/>
              </p:nvSpPr>
              <p:spPr bwMode="gray">
                <a:xfrm>
                  <a:off x="1221997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68" name="Würfel 1267"/>
                <p:cNvSpPr/>
                <p:nvPr/>
              </p:nvSpPr>
              <p:spPr bwMode="gray">
                <a:xfrm>
                  <a:off x="1409673" y="3080749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3" name="Würfel 1252"/>
                <p:cNvSpPr/>
                <p:nvPr/>
              </p:nvSpPr>
              <p:spPr bwMode="gray">
                <a:xfrm>
                  <a:off x="471288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4" name="Würfel 1253"/>
                <p:cNvSpPr/>
                <p:nvPr/>
              </p:nvSpPr>
              <p:spPr bwMode="gray">
                <a:xfrm>
                  <a:off x="658965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5" name="Würfel 1254"/>
                <p:cNvSpPr/>
                <p:nvPr/>
              </p:nvSpPr>
              <p:spPr bwMode="gray">
                <a:xfrm>
                  <a:off x="846642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6" name="Würfel 1255"/>
                <p:cNvSpPr/>
                <p:nvPr/>
              </p:nvSpPr>
              <p:spPr bwMode="gray">
                <a:xfrm>
                  <a:off x="1034319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7" name="Würfel 1256"/>
                <p:cNvSpPr/>
                <p:nvPr/>
              </p:nvSpPr>
              <p:spPr bwMode="gray">
                <a:xfrm>
                  <a:off x="1221997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258" name="Würfel 1257"/>
                <p:cNvSpPr/>
                <p:nvPr/>
              </p:nvSpPr>
              <p:spPr bwMode="gray">
                <a:xfrm>
                  <a:off x="1409673" y="2705172"/>
                  <a:ext cx="136954" cy="135913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grpSp>
              <p:nvGrpSpPr>
                <p:cNvPr id="1354" name="Gruppieren 1353"/>
                <p:cNvGrpSpPr/>
                <p:nvPr/>
              </p:nvGrpSpPr>
              <p:grpSpPr bwMode="gray">
                <a:xfrm>
                  <a:off x="1597350" y="1390615"/>
                  <a:ext cx="699985" cy="1826047"/>
                  <a:chOff x="1597350" y="1390615"/>
                  <a:chExt cx="699985" cy="1826047"/>
                </a:xfrm>
              </p:grpSpPr>
              <p:sp>
                <p:nvSpPr>
                  <p:cNvPr id="1349" name="Würfel 1348"/>
                  <p:cNvSpPr/>
                  <p:nvPr/>
                </p:nvSpPr>
                <p:spPr bwMode="gray">
                  <a:xfrm>
                    <a:off x="1597350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50" name="Würfel 1349"/>
                  <p:cNvSpPr/>
                  <p:nvPr/>
                </p:nvSpPr>
                <p:spPr bwMode="gray">
                  <a:xfrm>
                    <a:off x="1972704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51" name="Würfel 1350"/>
                  <p:cNvSpPr/>
                  <p:nvPr/>
                </p:nvSpPr>
                <p:spPr bwMode="gray">
                  <a:xfrm>
                    <a:off x="1785028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52" name="Würfel 1351"/>
                  <p:cNvSpPr/>
                  <p:nvPr/>
                </p:nvSpPr>
                <p:spPr bwMode="gray">
                  <a:xfrm>
                    <a:off x="2160381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39" name="Würfel 1338"/>
                  <p:cNvSpPr/>
                  <p:nvPr/>
                </p:nvSpPr>
                <p:spPr bwMode="gray">
                  <a:xfrm>
                    <a:off x="1597350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40" name="Würfel 1339"/>
                  <p:cNvSpPr/>
                  <p:nvPr/>
                </p:nvSpPr>
                <p:spPr bwMode="gray">
                  <a:xfrm>
                    <a:off x="1972704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41" name="Würfel 1340"/>
                  <p:cNvSpPr/>
                  <p:nvPr/>
                </p:nvSpPr>
                <p:spPr bwMode="gray">
                  <a:xfrm>
                    <a:off x="1785028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42" name="Würfel 1341"/>
                  <p:cNvSpPr/>
                  <p:nvPr/>
                </p:nvSpPr>
                <p:spPr bwMode="gray">
                  <a:xfrm>
                    <a:off x="2160381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29" name="Würfel 1328"/>
                  <p:cNvSpPr/>
                  <p:nvPr/>
                </p:nvSpPr>
                <p:spPr bwMode="gray">
                  <a:xfrm>
                    <a:off x="1597350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30" name="Würfel 1329"/>
                  <p:cNvSpPr/>
                  <p:nvPr/>
                </p:nvSpPr>
                <p:spPr bwMode="gray">
                  <a:xfrm>
                    <a:off x="1972704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31" name="Würfel 1330"/>
                  <p:cNvSpPr/>
                  <p:nvPr/>
                </p:nvSpPr>
                <p:spPr bwMode="gray">
                  <a:xfrm>
                    <a:off x="1785028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32" name="Würfel 1331"/>
                  <p:cNvSpPr/>
                  <p:nvPr/>
                </p:nvSpPr>
                <p:spPr bwMode="gray">
                  <a:xfrm>
                    <a:off x="2160381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19" name="Würfel 1318"/>
                  <p:cNvSpPr/>
                  <p:nvPr/>
                </p:nvSpPr>
                <p:spPr bwMode="gray">
                  <a:xfrm>
                    <a:off x="1597350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20" name="Würfel 1319"/>
                  <p:cNvSpPr/>
                  <p:nvPr/>
                </p:nvSpPr>
                <p:spPr bwMode="gray">
                  <a:xfrm>
                    <a:off x="1972704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21" name="Würfel 1320"/>
                  <p:cNvSpPr/>
                  <p:nvPr/>
                </p:nvSpPr>
                <p:spPr bwMode="gray">
                  <a:xfrm>
                    <a:off x="1785028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22" name="Würfel 1321"/>
                  <p:cNvSpPr/>
                  <p:nvPr/>
                </p:nvSpPr>
                <p:spPr bwMode="gray">
                  <a:xfrm>
                    <a:off x="2160381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09" name="Würfel 1308"/>
                  <p:cNvSpPr/>
                  <p:nvPr/>
                </p:nvSpPr>
                <p:spPr bwMode="gray">
                  <a:xfrm>
                    <a:off x="1597350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10" name="Würfel 1309"/>
                  <p:cNvSpPr/>
                  <p:nvPr/>
                </p:nvSpPr>
                <p:spPr bwMode="gray">
                  <a:xfrm>
                    <a:off x="1972704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11" name="Würfel 1310"/>
                  <p:cNvSpPr/>
                  <p:nvPr/>
                </p:nvSpPr>
                <p:spPr bwMode="gray">
                  <a:xfrm>
                    <a:off x="1785028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12" name="Würfel 1311"/>
                  <p:cNvSpPr/>
                  <p:nvPr/>
                </p:nvSpPr>
                <p:spPr bwMode="gray">
                  <a:xfrm>
                    <a:off x="2160381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99" name="Würfel 1298"/>
                  <p:cNvSpPr/>
                  <p:nvPr/>
                </p:nvSpPr>
                <p:spPr bwMode="gray">
                  <a:xfrm>
                    <a:off x="1597350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00" name="Würfel 1299"/>
                  <p:cNvSpPr/>
                  <p:nvPr/>
                </p:nvSpPr>
                <p:spPr bwMode="gray">
                  <a:xfrm>
                    <a:off x="1972704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01" name="Würfel 1300"/>
                  <p:cNvSpPr/>
                  <p:nvPr/>
                </p:nvSpPr>
                <p:spPr bwMode="gray">
                  <a:xfrm>
                    <a:off x="1785028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02" name="Würfel 1301"/>
                  <p:cNvSpPr/>
                  <p:nvPr/>
                </p:nvSpPr>
                <p:spPr bwMode="gray">
                  <a:xfrm>
                    <a:off x="2160381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89" name="Würfel 1288"/>
                  <p:cNvSpPr/>
                  <p:nvPr/>
                </p:nvSpPr>
                <p:spPr bwMode="gray">
                  <a:xfrm>
                    <a:off x="1597350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90" name="Würfel 1289"/>
                  <p:cNvSpPr/>
                  <p:nvPr/>
                </p:nvSpPr>
                <p:spPr bwMode="gray">
                  <a:xfrm>
                    <a:off x="1972704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91" name="Würfel 1290"/>
                  <p:cNvSpPr/>
                  <p:nvPr/>
                </p:nvSpPr>
                <p:spPr bwMode="gray">
                  <a:xfrm>
                    <a:off x="1785028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92" name="Würfel 1291"/>
                  <p:cNvSpPr/>
                  <p:nvPr/>
                </p:nvSpPr>
                <p:spPr bwMode="gray">
                  <a:xfrm>
                    <a:off x="2160381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79" name="Würfel 1278"/>
                  <p:cNvSpPr/>
                  <p:nvPr/>
                </p:nvSpPr>
                <p:spPr bwMode="gray">
                  <a:xfrm>
                    <a:off x="1597350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80" name="Würfel 1279"/>
                  <p:cNvSpPr/>
                  <p:nvPr/>
                </p:nvSpPr>
                <p:spPr bwMode="gray">
                  <a:xfrm>
                    <a:off x="1972704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81" name="Würfel 1280"/>
                  <p:cNvSpPr/>
                  <p:nvPr/>
                </p:nvSpPr>
                <p:spPr bwMode="gray">
                  <a:xfrm>
                    <a:off x="1785028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82" name="Würfel 1281"/>
                  <p:cNvSpPr/>
                  <p:nvPr/>
                </p:nvSpPr>
                <p:spPr bwMode="gray">
                  <a:xfrm>
                    <a:off x="2160381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69" name="Würfel 1268"/>
                  <p:cNvSpPr/>
                  <p:nvPr/>
                </p:nvSpPr>
                <p:spPr bwMode="gray">
                  <a:xfrm>
                    <a:off x="1597350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70" name="Würfel 1269"/>
                  <p:cNvSpPr/>
                  <p:nvPr/>
                </p:nvSpPr>
                <p:spPr bwMode="gray">
                  <a:xfrm>
                    <a:off x="1972704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71" name="Würfel 1270"/>
                  <p:cNvSpPr/>
                  <p:nvPr/>
                </p:nvSpPr>
                <p:spPr bwMode="gray">
                  <a:xfrm>
                    <a:off x="1785028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72" name="Würfel 1271"/>
                  <p:cNvSpPr/>
                  <p:nvPr/>
                </p:nvSpPr>
                <p:spPr bwMode="gray">
                  <a:xfrm>
                    <a:off x="2160381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59" name="Würfel 1258"/>
                  <p:cNvSpPr/>
                  <p:nvPr/>
                </p:nvSpPr>
                <p:spPr bwMode="gray">
                  <a:xfrm>
                    <a:off x="1597350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60" name="Würfel 1259"/>
                  <p:cNvSpPr/>
                  <p:nvPr/>
                </p:nvSpPr>
                <p:spPr bwMode="gray">
                  <a:xfrm>
                    <a:off x="1972704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61" name="Würfel 1260"/>
                  <p:cNvSpPr/>
                  <p:nvPr/>
                </p:nvSpPr>
                <p:spPr bwMode="gray">
                  <a:xfrm>
                    <a:off x="1785028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262" name="Würfel 1261"/>
                  <p:cNvSpPr/>
                  <p:nvPr/>
                </p:nvSpPr>
                <p:spPr bwMode="gray">
                  <a:xfrm>
                    <a:off x="2160381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355" name="Gruppieren 1354"/>
                <p:cNvGrpSpPr/>
                <p:nvPr/>
              </p:nvGrpSpPr>
              <p:grpSpPr bwMode="gray">
                <a:xfrm>
                  <a:off x="2335120" y="1390615"/>
                  <a:ext cx="512308" cy="1826047"/>
                  <a:chOff x="1597350" y="1390615"/>
                  <a:chExt cx="512308" cy="1826047"/>
                </a:xfrm>
              </p:grpSpPr>
              <p:sp>
                <p:nvSpPr>
                  <p:cNvPr id="1356" name="Würfel 1355"/>
                  <p:cNvSpPr/>
                  <p:nvPr/>
                </p:nvSpPr>
                <p:spPr bwMode="gray">
                  <a:xfrm>
                    <a:off x="1597350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57" name="Würfel 1356"/>
                  <p:cNvSpPr/>
                  <p:nvPr/>
                </p:nvSpPr>
                <p:spPr bwMode="gray">
                  <a:xfrm>
                    <a:off x="1972704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58" name="Würfel 1357"/>
                  <p:cNvSpPr/>
                  <p:nvPr/>
                </p:nvSpPr>
                <p:spPr bwMode="gray">
                  <a:xfrm>
                    <a:off x="1785028" y="1390615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0" name="Würfel 1359"/>
                  <p:cNvSpPr/>
                  <p:nvPr/>
                </p:nvSpPr>
                <p:spPr bwMode="gray">
                  <a:xfrm>
                    <a:off x="1597350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1" name="Würfel 1360"/>
                  <p:cNvSpPr/>
                  <p:nvPr/>
                </p:nvSpPr>
                <p:spPr bwMode="gray">
                  <a:xfrm>
                    <a:off x="1972704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2" name="Würfel 1361"/>
                  <p:cNvSpPr/>
                  <p:nvPr/>
                </p:nvSpPr>
                <p:spPr bwMode="gray">
                  <a:xfrm>
                    <a:off x="1785028" y="1578409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4" name="Würfel 1363"/>
                  <p:cNvSpPr/>
                  <p:nvPr/>
                </p:nvSpPr>
                <p:spPr bwMode="gray">
                  <a:xfrm>
                    <a:off x="1597350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5" name="Würfel 1364"/>
                  <p:cNvSpPr/>
                  <p:nvPr/>
                </p:nvSpPr>
                <p:spPr bwMode="gray">
                  <a:xfrm>
                    <a:off x="1972704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6" name="Würfel 1365"/>
                  <p:cNvSpPr/>
                  <p:nvPr/>
                </p:nvSpPr>
                <p:spPr bwMode="gray">
                  <a:xfrm>
                    <a:off x="1785028" y="1953997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8" name="Würfel 1367"/>
                  <p:cNvSpPr/>
                  <p:nvPr/>
                </p:nvSpPr>
                <p:spPr bwMode="gray">
                  <a:xfrm>
                    <a:off x="1597350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69" name="Würfel 1368"/>
                  <p:cNvSpPr/>
                  <p:nvPr/>
                </p:nvSpPr>
                <p:spPr bwMode="gray">
                  <a:xfrm>
                    <a:off x="1972704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0" name="Würfel 1369"/>
                  <p:cNvSpPr/>
                  <p:nvPr/>
                </p:nvSpPr>
                <p:spPr bwMode="gray">
                  <a:xfrm>
                    <a:off x="1785028" y="214178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2" name="Würfel 1371"/>
                  <p:cNvSpPr/>
                  <p:nvPr/>
                </p:nvSpPr>
                <p:spPr bwMode="gray">
                  <a:xfrm>
                    <a:off x="1597350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3" name="Würfel 1372"/>
                  <p:cNvSpPr/>
                  <p:nvPr/>
                </p:nvSpPr>
                <p:spPr bwMode="gray">
                  <a:xfrm>
                    <a:off x="1972704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4" name="Würfel 1373"/>
                  <p:cNvSpPr/>
                  <p:nvPr/>
                </p:nvSpPr>
                <p:spPr bwMode="gray">
                  <a:xfrm>
                    <a:off x="1785028" y="1766203"/>
                    <a:ext cx="136954" cy="135913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6" name="Würfel 1375"/>
                  <p:cNvSpPr/>
                  <p:nvPr/>
                </p:nvSpPr>
                <p:spPr bwMode="gray">
                  <a:xfrm>
                    <a:off x="1597350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7" name="Würfel 1376"/>
                  <p:cNvSpPr/>
                  <p:nvPr/>
                </p:nvSpPr>
                <p:spPr bwMode="gray">
                  <a:xfrm>
                    <a:off x="1972704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78" name="Würfel 1377"/>
                  <p:cNvSpPr/>
                  <p:nvPr/>
                </p:nvSpPr>
                <p:spPr bwMode="gray">
                  <a:xfrm>
                    <a:off x="1785028" y="232958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0" name="Würfel 1379"/>
                  <p:cNvSpPr/>
                  <p:nvPr/>
                </p:nvSpPr>
                <p:spPr bwMode="gray">
                  <a:xfrm>
                    <a:off x="1597350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1" name="Würfel 1380"/>
                  <p:cNvSpPr/>
                  <p:nvPr/>
                </p:nvSpPr>
                <p:spPr bwMode="gray">
                  <a:xfrm>
                    <a:off x="1972704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2" name="Würfel 1381"/>
                  <p:cNvSpPr/>
                  <p:nvPr/>
                </p:nvSpPr>
                <p:spPr bwMode="gray">
                  <a:xfrm>
                    <a:off x="1785028" y="2517377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4" name="Würfel 1383"/>
                  <p:cNvSpPr/>
                  <p:nvPr/>
                </p:nvSpPr>
                <p:spPr bwMode="gray">
                  <a:xfrm>
                    <a:off x="1597350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5" name="Würfel 1384"/>
                  <p:cNvSpPr/>
                  <p:nvPr/>
                </p:nvSpPr>
                <p:spPr bwMode="gray">
                  <a:xfrm>
                    <a:off x="1972704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6" name="Würfel 1385"/>
                  <p:cNvSpPr/>
                  <p:nvPr/>
                </p:nvSpPr>
                <p:spPr bwMode="gray">
                  <a:xfrm>
                    <a:off x="1785028" y="2892966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8" name="Würfel 1387"/>
                  <p:cNvSpPr/>
                  <p:nvPr/>
                </p:nvSpPr>
                <p:spPr bwMode="gray">
                  <a:xfrm>
                    <a:off x="1597350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89" name="Würfel 1388"/>
                  <p:cNvSpPr/>
                  <p:nvPr/>
                </p:nvSpPr>
                <p:spPr bwMode="gray">
                  <a:xfrm>
                    <a:off x="1972704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90" name="Würfel 1389"/>
                  <p:cNvSpPr/>
                  <p:nvPr/>
                </p:nvSpPr>
                <p:spPr bwMode="gray">
                  <a:xfrm>
                    <a:off x="1785028" y="3080749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92" name="Würfel 1391"/>
                  <p:cNvSpPr/>
                  <p:nvPr/>
                </p:nvSpPr>
                <p:spPr bwMode="gray">
                  <a:xfrm>
                    <a:off x="1597350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93" name="Würfel 1392"/>
                  <p:cNvSpPr/>
                  <p:nvPr/>
                </p:nvSpPr>
                <p:spPr bwMode="gray">
                  <a:xfrm>
                    <a:off x="1972704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394" name="Würfel 1393"/>
                  <p:cNvSpPr/>
                  <p:nvPr/>
                </p:nvSpPr>
                <p:spPr bwMode="gray">
                  <a:xfrm>
                    <a:off x="1785028" y="2705172"/>
                    <a:ext cx="136954" cy="135913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</p:grpSp>
        <p:grpSp>
          <p:nvGrpSpPr>
            <p:cNvPr id="1398" name="Gruppieren 1397"/>
            <p:cNvGrpSpPr/>
            <p:nvPr/>
          </p:nvGrpSpPr>
          <p:grpSpPr bwMode="gray">
            <a:xfrm>
              <a:off x="524186" y="3499896"/>
              <a:ext cx="4062689" cy="2863113"/>
              <a:chOff x="3302485" y="450627"/>
              <a:chExt cx="4132034" cy="2911983"/>
            </a:xfrm>
          </p:grpSpPr>
          <p:grpSp>
            <p:nvGrpSpPr>
              <p:cNvPr id="1399" name="Gruppieren 1239"/>
              <p:cNvGrpSpPr/>
              <p:nvPr/>
            </p:nvGrpSpPr>
            <p:grpSpPr bwMode="gray">
              <a:xfrm>
                <a:off x="3302485" y="548729"/>
                <a:ext cx="2704508" cy="2704509"/>
                <a:chOff x="3302485" y="639414"/>
                <a:chExt cx="2512963" cy="2512964"/>
              </a:xfrm>
            </p:grpSpPr>
            <p:grpSp>
              <p:nvGrpSpPr>
                <p:cNvPr id="1401" name="Gruppieren 13"/>
                <p:cNvGrpSpPr/>
                <p:nvPr/>
              </p:nvGrpSpPr>
              <p:grpSpPr bwMode="gray">
                <a:xfrm>
                  <a:off x="3302485" y="639414"/>
                  <a:ext cx="2512963" cy="187040"/>
                  <a:chOff x="6078379" y="3501232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501" name="Würfel 1500"/>
                  <p:cNvSpPr/>
                  <p:nvPr/>
                </p:nvSpPr>
                <p:spPr bwMode="gray">
                  <a:xfrm>
                    <a:off x="6078379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2" name="Würfel 1501"/>
                  <p:cNvSpPr/>
                  <p:nvPr/>
                </p:nvSpPr>
                <p:spPr bwMode="gray">
                  <a:xfrm>
                    <a:off x="6219944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3" name="Würfel 1502"/>
                  <p:cNvSpPr/>
                  <p:nvPr/>
                </p:nvSpPr>
                <p:spPr bwMode="gray">
                  <a:xfrm>
                    <a:off x="6361508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4" name="Würfel 1503"/>
                  <p:cNvSpPr/>
                  <p:nvPr/>
                </p:nvSpPr>
                <p:spPr bwMode="gray">
                  <a:xfrm>
                    <a:off x="6503073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5" name="Würfel 1504"/>
                  <p:cNvSpPr/>
                  <p:nvPr/>
                </p:nvSpPr>
                <p:spPr bwMode="gray">
                  <a:xfrm>
                    <a:off x="6644638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6" name="Würfel 1505"/>
                  <p:cNvSpPr/>
                  <p:nvPr/>
                </p:nvSpPr>
                <p:spPr bwMode="gray">
                  <a:xfrm>
                    <a:off x="6786202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7" name="Würfel 1506"/>
                  <p:cNvSpPr/>
                  <p:nvPr/>
                </p:nvSpPr>
                <p:spPr bwMode="gray">
                  <a:xfrm>
                    <a:off x="6927767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8" name="Würfel 1507"/>
                  <p:cNvSpPr/>
                  <p:nvPr/>
                </p:nvSpPr>
                <p:spPr bwMode="gray">
                  <a:xfrm>
                    <a:off x="7210896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9" name="Würfel 1508"/>
                  <p:cNvSpPr/>
                  <p:nvPr/>
                </p:nvSpPr>
                <p:spPr bwMode="gray">
                  <a:xfrm>
                    <a:off x="7069332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10" name="Würfel 1509"/>
                  <p:cNvSpPr/>
                  <p:nvPr/>
                </p:nvSpPr>
                <p:spPr bwMode="gray">
                  <a:xfrm>
                    <a:off x="7352461" y="350123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2" name="Gruppieren 12"/>
                <p:cNvGrpSpPr/>
                <p:nvPr/>
              </p:nvGrpSpPr>
              <p:grpSpPr bwMode="gray">
                <a:xfrm>
                  <a:off x="3302485" y="897852"/>
                  <a:ext cx="2512963" cy="187040"/>
                  <a:chOff x="6078379" y="3642885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491" name="Würfel 1490"/>
                  <p:cNvSpPr/>
                  <p:nvPr/>
                </p:nvSpPr>
                <p:spPr bwMode="gray">
                  <a:xfrm>
                    <a:off x="6078379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2" name="Würfel 1491"/>
                  <p:cNvSpPr/>
                  <p:nvPr/>
                </p:nvSpPr>
                <p:spPr bwMode="gray">
                  <a:xfrm>
                    <a:off x="6219944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3" name="Würfel 1492"/>
                  <p:cNvSpPr/>
                  <p:nvPr/>
                </p:nvSpPr>
                <p:spPr bwMode="gray">
                  <a:xfrm>
                    <a:off x="6361508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4" name="Würfel 1493"/>
                  <p:cNvSpPr/>
                  <p:nvPr/>
                </p:nvSpPr>
                <p:spPr bwMode="gray">
                  <a:xfrm>
                    <a:off x="6503073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5" name="Würfel 1494"/>
                  <p:cNvSpPr/>
                  <p:nvPr/>
                </p:nvSpPr>
                <p:spPr bwMode="gray">
                  <a:xfrm>
                    <a:off x="6644638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6" name="Würfel 1495"/>
                  <p:cNvSpPr/>
                  <p:nvPr/>
                </p:nvSpPr>
                <p:spPr bwMode="gray">
                  <a:xfrm>
                    <a:off x="6786202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7" name="Würfel 1496"/>
                  <p:cNvSpPr/>
                  <p:nvPr/>
                </p:nvSpPr>
                <p:spPr bwMode="gray">
                  <a:xfrm>
                    <a:off x="6927767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8" name="Würfel 1497"/>
                  <p:cNvSpPr/>
                  <p:nvPr/>
                </p:nvSpPr>
                <p:spPr bwMode="gray">
                  <a:xfrm>
                    <a:off x="7210896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9" name="Würfel 1498"/>
                  <p:cNvSpPr/>
                  <p:nvPr/>
                </p:nvSpPr>
                <p:spPr bwMode="gray">
                  <a:xfrm>
                    <a:off x="7069332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500" name="Würfel 1499"/>
                  <p:cNvSpPr/>
                  <p:nvPr/>
                </p:nvSpPr>
                <p:spPr bwMode="gray">
                  <a:xfrm>
                    <a:off x="7352461" y="3642885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3" name="Gruppieren 11"/>
                <p:cNvGrpSpPr/>
                <p:nvPr/>
              </p:nvGrpSpPr>
              <p:grpSpPr bwMode="gray">
                <a:xfrm>
                  <a:off x="3302485" y="1414727"/>
                  <a:ext cx="2512963" cy="187040"/>
                  <a:chOff x="6078379" y="3926190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481" name="Würfel 1480"/>
                  <p:cNvSpPr/>
                  <p:nvPr/>
                </p:nvSpPr>
                <p:spPr bwMode="gray">
                  <a:xfrm>
                    <a:off x="6078379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2" name="Würfel 1481"/>
                  <p:cNvSpPr/>
                  <p:nvPr/>
                </p:nvSpPr>
                <p:spPr bwMode="gray">
                  <a:xfrm>
                    <a:off x="6219944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3" name="Würfel 1482"/>
                  <p:cNvSpPr/>
                  <p:nvPr/>
                </p:nvSpPr>
                <p:spPr bwMode="gray">
                  <a:xfrm>
                    <a:off x="6361508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4" name="Würfel 1483"/>
                  <p:cNvSpPr/>
                  <p:nvPr/>
                </p:nvSpPr>
                <p:spPr bwMode="gray">
                  <a:xfrm>
                    <a:off x="6503073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5" name="Würfel 1484"/>
                  <p:cNvSpPr/>
                  <p:nvPr/>
                </p:nvSpPr>
                <p:spPr bwMode="gray">
                  <a:xfrm>
                    <a:off x="6644638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6" name="Würfel 1485"/>
                  <p:cNvSpPr/>
                  <p:nvPr/>
                </p:nvSpPr>
                <p:spPr bwMode="gray">
                  <a:xfrm>
                    <a:off x="6786202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7" name="Würfel 1486"/>
                  <p:cNvSpPr/>
                  <p:nvPr/>
                </p:nvSpPr>
                <p:spPr bwMode="gray">
                  <a:xfrm>
                    <a:off x="6927767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8" name="Würfel 1487"/>
                  <p:cNvSpPr/>
                  <p:nvPr/>
                </p:nvSpPr>
                <p:spPr bwMode="gray">
                  <a:xfrm>
                    <a:off x="7210896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9" name="Würfel 1488"/>
                  <p:cNvSpPr/>
                  <p:nvPr/>
                </p:nvSpPr>
                <p:spPr bwMode="gray">
                  <a:xfrm>
                    <a:off x="7069332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90" name="Würfel 1489"/>
                  <p:cNvSpPr/>
                  <p:nvPr/>
                </p:nvSpPr>
                <p:spPr bwMode="gray">
                  <a:xfrm>
                    <a:off x="7352461" y="3926190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4" name="Gruppieren 10"/>
                <p:cNvGrpSpPr/>
                <p:nvPr/>
              </p:nvGrpSpPr>
              <p:grpSpPr bwMode="gray">
                <a:xfrm>
                  <a:off x="3302485" y="1673163"/>
                  <a:ext cx="2512963" cy="187040"/>
                  <a:chOff x="6078379" y="4067842"/>
                  <a:chExt cx="1377386" cy="102519"/>
                </a:xfrm>
              </p:grpSpPr>
              <p:sp>
                <p:nvSpPr>
                  <p:cNvPr id="1471" name="Würfel 1470"/>
                  <p:cNvSpPr/>
                  <p:nvPr/>
                </p:nvSpPr>
                <p:spPr bwMode="gray">
                  <a:xfrm>
                    <a:off x="6078379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2" name="Würfel 1471"/>
                  <p:cNvSpPr/>
                  <p:nvPr/>
                </p:nvSpPr>
                <p:spPr bwMode="gray">
                  <a:xfrm>
                    <a:off x="6219944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3" name="Würfel 1472"/>
                  <p:cNvSpPr/>
                  <p:nvPr/>
                </p:nvSpPr>
                <p:spPr bwMode="gray">
                  <a:xfrm>
                    <a:off x="6361508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4" name="Würfel 1473"/>
                  <p:cNvSpPr/>
                  <p:nvPr/>
                </p:nvSpPr>
                <p:spPr bwMode="gray">
                  <a:xfrm>
                    <a:off x="6503073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5" name="Würfel 1474"/>
                  <p:cNvSpPr/>
                  <p:nvPr/>
                </p:nvSpPr>
                <p:spPr bwMode="gray">
                  <a:xfrm>
                    <a:off x="6644638" y="4067842"/>
                    <a:ext cx="103304" cy="102519"/>
                  </a:xfrm>
                  <a:prstGeom prst="cube">
                    <a:avLst/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6" name="Würfel 1475"/>
                  <p:cNvSpPr/>
                  <p:nvPr/>
                </p:nvSpPr>
                <p:spPr bwMode="gray">
                  <a:xfrm>
                    <a:off x="6786202" y="4067842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7" name="Würfel 1476"/>
                  <p:cNvSpPr/>
                  <p:nvPr/>
                </p:nvSpPr>
                <p:spPr bwMode="gray">
                  <a:xfrm>
                    <a:off x="6927767" y="4067842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8" name="Würfel 1477"/>
                  <p:cNvSpPr/>
                  <p:nvPr/>
                </p:nvSpPr>
                <p:spPr bwMode="gray">
                  <a:xfrm>
                    <a:off x="7210896" y="4067842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9" name="Würfel 1478"/>
                  <p:cNvSpPr/>
                  <p:nvPr/>
                </p:nvSpPr>
                <p:spPr bwMode="gray">
                  <a:xfrm>
                    <a:off x="7069332" y="4067842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80" name="Würfel 1479"/>
                  <p:cNvSpPr/>
                  <p:nvPr/>
                </p:nvSpPr>
                <p:spPr bwMode="gray">
                  <a:xfrm>
                    <a:off x="7352461" y="4067842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5" name="Gruppieren 9"/>
                <p:cNvGrpSpPr/>
                <p:nvPr/>
              </p:nvGrpSpPr>
              <p:grpSpPr bwMode="gray">
                <a:xfrm>
                  <a:off x="3302485" y="1156290"/>
                  <a:ext cx="2512963" cy="187040"/>
                  <a:chOff x="6078379" y="3784537"/>
                  <a:chExt cx="1377386" cy="102519"/>
                </a:xfrm>
                <a:solidFill>
                  <a:schemeClr val="accent1"/>
                </a:solidFill>
              </p:grpSpPr>
              <p:sp>
                <p:nvSpPr>
                  <p:cNvPr id="1461" name="Würfel 1460"/>
                  <p:cNvSpPr/>
                  <p:nvPr/>
                </p:nvSpPr>
                <p:spPr bwMode="gray">
                  <a:xfrm>
                    <a:off x="6078379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2" name="Würfel 1461"/>
                  <p:cNvSpPr/>
                  <p:nvPr/>
                </p:nvSpPr>
                <p:spPr bwMode="gray">
                  <a:xfrm>
                    <a:off x="6219944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3" name="Würfel 1462"/>
                  <p:cNvSpPr/>
                  <p:nvPr/>
                </p:nvSpPr>
                <p:spPr bwMode="gray">
                  <a:xfrm>
                    <a:off x="6361508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4" name="Würfel 1463"/>
                  <p:cNvSpPr/>
                  <p:nvPr/>
                </p:nvSpPr>
                <p:spPr bwMode="gray">
                  <a:xfrm>
                    <a:off x="6503073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5" name="Würfel 1464"/>
                  <p:cNvSpPr/>
                  <p:nvPr/>
                </p:nvSpPr>
                <p:spPr bwMode="gray">
                  <a:xfrm>
                    <a:off x="6644638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6" name="Würfel 1465"/>
                  <p:cNvSpPr/>
                  <p:nvPr/>
                </p:nvSpPr>
                <p:spPr bwMode="gray">
                  <a:xfrm>
                    <a:off x="6786202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7" name="Würfel 1466"/>
                  <p:cNvSpPr/>
                  <p:nvPr/>
                </p:nvSpPr>
                <p:spPr bwMode="gray">
                  <a:xfrm>
                    <a:off x="6927767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8" name="Würfel 1467"/>
                  <p:cNvSpPr/>
                  <p:nvPr/>
                </p:nvSpPr>
                <p:spPr bwMode="gray">
                  <a:xfrm>
                    <a:off x="7210896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9" name="Würfel 1468"/>
                  <p:cNvSpPr/>
                  <p:nvPr/>
                </p:nvSpPr>
                <p:spPr bwMode="gray">
                  <a:xfrm>
                    <a:off x="7069332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70" name="Würfel 1469"/>
                  <p:cNvSpPr/>
                  <p:nvPr/>
                </p:nvSpPr>
                <p:spPr bwMode="gray">
                  <a:xfrm>
                    <a:off x="7352461" y="3784537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6" name="Gruppieren 3"/>
                <p:cNvGrpSpPr/>
                <p:nvPr/>
              </p:nvGrpSpPr>
              <p:grpSpPr bwMode="gray">
                <a:xfrm>
                  <a:off x="3302485" y="1931604"/>
                  <a:ext cx="2512963" cy="187040"/>
                  <a:chOff x="6078379" y="4209497"/>
                  <a:chExt cx="1377386" cy="102519"/>
                </a:xfrm>
              </p:grpSpPr>
              <p:sp>
                <p:nvSpPr>
                  <p:cNvPr id="1451" name="Würfel 1450"/>
                  <p:cNvSpPr/>
                  <p:nvPr/>
                </p:nvSpPr>
                <p:spPr bwMode="gray">
                  <a:xfrm>
                    <a:off x="6078379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2" name="Würfel 1451"/>
                  <p:cNvSpPr/>
                  <p:nvPr/>
                </p:nvSpPr>
                <p:spPr bwMode="gray">
                  <a:xfrm>
                    <a:off x="6219944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3" name="Würfel 1452"/>
                  <p:cNvSpPr/>
                  <p:nvPr/>
                </p:nvSpPr>
                <p:spPr bwMode="gray">
                  <a:xfrm>
                    <a:off x="6361508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4" name="Würfel 1453"/>
                  <p:cNvSpPr/>
                  <p:nvPr/>
                </p:nvSpPr>
                <p:spPr bwMode="gray">
                  <a:xfrm>
                    <a:off x="6503073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5" name="Würfel 1454"/>
                  <p:cNvSpPr/>
                  <p:nvPr/>
                </p:nvSpPr>
                <p:spPr bwMode="gray">
                  <a:xfrm>
                    <a:off x="6644638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6" name="Würfel 1455"/>
                  <p:cNvSpPr/>
                  <p:nvPr/>
                </p:nvSpPr>
                <p:spPr bwMode="gray">
                  <a:xfrm>
                    <a:off x="6786202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7" name="Würfel 1456"/>
                  <p:cNvSpPr/>
                  <p:nvPr/>
                </p:nvSpPr>
                <p:spPr bwMode="gray">
                  <a:xfrm>
                    <a:off x="6927767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8" name="Würfel 1457"/>
                  <p:cNvSpPr/>
                  <p:nvPr/>
                </p:nvSpPr>
                <p:spPr bwMode="gray">
                  <a:xfrm>
                    <a:off x="7210896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9" name="Würfel 1458"/>
                  <p:cNvSpPr/>
                  <p:nvPr/>
                </p:nvSpPr>
                <p:spPr bwMode="gray">
                  <a:xfrm>
                    <a:off x="7069332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60" name="Würfel 1459"/>
                  <p:cNvSpPr/>
                  <p:nvPr/>
                </p:nvSpPr>
                <p:spPr bwMode="gray">
                  <a:xfrm>
                    <a:off x="7352461" y="420949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7" name="Gruppieren 1134"/>
                <p:cNvGrpSpPr/>
                <p:nvPr/>
              </p:nvGrpSpPr>
              <p:grpSpPr bwMode="gray">
                <a:xfrm>
                  <a:off x="3302485" y="2190038"/>
                  <a:ext cx="2512963" cy="187040"/>
                  <a:chOff x="6078379" y="4351147"/>
                  <a:chExt cx="1377386" cy="102519"/>
                </a:xfrm>
              </p:grpSpPr>
              <p:sp>
                <p:nvSpPr>
                  <p:cNvPr id="1441" name="Würfel 1440"/>
                  <p:cNvSpPr/>
                  <p:nvPr/>
                </p:nvSpPr>
                <p:spPr bwMode="gray">
                  <a:xfrm>
                    <a:off x="6078379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2" name="Würfel 1441"/>
                  <p:cNvSpPr/>
                  <p:nvPr/>
                </p:nvSpPr>
                <p:spPr bwMode="gray">
                  <a:xfrm>
                    <a:off x="6219944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3" name="Würfel 1442"/>
                  <p:cNvSpPr/>
                  <p:nvPr/>
                </p:nvSpPr>
                <p:spPr bwMode="gray">
                  <a:xfrm>
                    <a:off x="6361508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4" name="Würfel 1443"/>
                  <p:cNvSpPr/>
                  <p:nvPr/>
                </p:nvSpPr>
                <p:spPr bwMode="gray">
                  <a:xfrm>
                    <a:off x="6503073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5" name="Würfel 1444"/>
                  <p:cNvSpPr/>
                  <p:nvPr/>
                </p:nvSpPr>
                <p:spPr bwMode="gray">
                  <a:xfrm>
                    <a:off x="6644638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6" name="Würfel 1445"/>
                  <p:cNvSpPr/>
                  <p:nvPr/>
                </p:nvSpPr>
                <p:spPr bwMode="gray">
                  <a:xfrm>
                    <a:off x="6786202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7" name="Würfel 1446"/>
                  <p:cNvSpPr/>
                  <p:nvPr/>
                </p:nvSpPr>
                <p:spPr bwMode="gray">
                  <a:xfrm>
                    <a:off x="6927767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8" name="Würfel 1447"/>
                  <p:cNvSpPr/>
                  <p:nvPr/>
                </p:nvSpPr>
                <p:spPr bwMode="gray">
                  <a:xfrm>
                    <a:off x="7210896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9" name="Würfel 1448"/>
                  <p:cNvSpPr/>
                  <p:nvPr/>
                </p:nvSpPr>
                <p:spPr bwMode="gray">
                  <a:xfrm>
                    <a:off x="7069332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50" name="Würfel 1449"/>
                  <p:cNvSpPr/>
                  <p:nvPr/>
                </p:nvSpPr>
                <p:spPr bwMode="gray">
                  <a:xfrm>
                    <a:off x="7352461" y="4351147"/>
                    <a:ext cx="103304" cy="102519"/>
                  </a:xfrm>
                  <a:prstGeom prst="cube">
                    <a:avLst/>
                  </a:prstGeom>
                  <a:solidFill>
                    <a:srgbClr val="C8C8C8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8" name="Gruppieren 7"/>
                <p:cNvGrpSpPr/>
                <p:nvPr/>
              </p:nvGrpSpPr>
              <p:grpSpPr bwMode="gray">
                <a:xfrm>
                  <a:off x="3302485" y="2706915"/>
                  <a:ext cx="2512963" cy="187040"/>
                  <a:chOff x="6078379" y="4634454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431" name="Würfel 1430"/>
                  <p:cNvSpPr/>
                  <p:nvPr/>
                </p:nvSpPr>
                <p:spPr bwMode="gray">
                  <a:xfrm>
                    <a:off x="6078379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2" name="Würfel 1431"/>
                  <p:cNvSpPr/>
                  <p:nvPr/>
                </p:nvSpPr>
                <p:spPr bwMode="gray">
                  <a:xfrm>
                    <a:off x="6219944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3" name="Würfel 1432"/>
                  <p:cNvSpPr/>
                  <p:nvPr/>
                </p:nvSpPr>
                <p:spPr bwMode="gray">
                  <a:xfrm>
                    <a:off x="6361508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4" name="Würfel 1433"/>
                  <p:cNvSpPr/>
                  <p:nvPr/>
                </p:nvSpPr>
                <p:spPr bwMode="gray">
                  <a:xfrm>
                    <a:off x="6503073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5" name="Würfel 1434"/>
                  <p:cNvSpPr/>
                  <p:nvPr/>
                </p:nvSpPr>
                <p:spPr bwMode="gray">
                  <a:xfrm>
                    <a:off x="6644638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6" name="Würfel 1435"/>
                  <p:cNvSpPr/>
                  <p:nvPr/>
                </p:nvSpPr>
                <p:spPr bwMode="gray">
                  <a:xfrm>
                    <a:off x="6786202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7" name="Würfel 1436"/>
                  <p:cNvSpPr/>
                  <p:nvPr/>
                </p:nvSpPr>
                <p:spPr bwMode="gray">
                  <a:xfrm>
                    <a:off x="6927767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8" name="Würfel 1437"/>
                  <p:cNvSpPr/>
                  <p:nvPr/>
                </p:nvSpPr>
                <p:spPr bwMode="gray">
                  <a:xfrm>
                    <a:off x="7210896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9" name="Würfel 1438"/>
                  <p:cNvSpPr/>
                  <p:nvPr/>
                </p:nvSpPr>
                <p:spPr bwMode="gray">
                  <a:xfrm>
                    <a:off x="7069332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40" name="Würfel 1439"/>
                  <p:cNvSpPr/>
                  <p:nvPr/>
                </p:nvSpPr>
                <p:spPr bwMode="gray">
                  <a:xfrm>
                    <a:off x="7352461" y="4634454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09" name="Gruppieren 5"/>
                <p:cNvGrpSpPr/>
                <p:nvPr/>
              </p:nvGrpSpPr>
              <p:grpSpPr bwMode="gray">
                <a:xfrm>
                  <a:off x="3302485" y="2965338"/>
                  <a:ext cx="2512963" cy="187040"/>
                  <a:chOff x="6078379" y="4776099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421" name="Würfel 1420"/>
                  <p:cNvSpPr/>
                  <p:nvPr/>
                </p:nvSpPr>
                <p:spPr bwMode="gray">
                  <a:xfrm>
                    <a:off x="6078379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2" name="Würfel 1421"/>
                  <p:cNvSpPr/>
                  <p:nvPr/>
                </p:nvSpPr>
                <p:spPr bwMode="gray">
                  <a:xfrm>
                    <a:off x="6219944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3" name="Würfel 1422"/>
                  <p:cNvSpPr/>
                  <p:nvPr/>
                </p:nvSpPr>
                <p:spPr bwMode="gray">
                  <a:xfrm>
                    <a:off x="6361508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4" name="Würfel 1423"/>
                  <p:cNvSpPr/>
                  <p:nvPr/>
                </p:nvSpPr>
                <p:spPr bwMode="gray">
                  <a:xfrm>
                    <a:off x="6503073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5" name="Würfel 1424"/>
                  <p:cNvSpPr/>
                  <p:nvPr/>
                </p:nvSpPr>
                <p:spPr bwMode="gray">
                  <a:xfrm>
                    <a:off x="6644638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6" name="Würfel 1425"/>
                  <p:cNvSpPr/>
                  <p:nvPr/>
                </p:nvSpPr>
                <p:spPr bwMode="gray">
                  <a:xfrm>
                    <a:off x="6786202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7" name="Würfel 1426"/>
                  <p:cNvSpPr/>
                  <p:nvPr/>
                </p:nvSpPr>
                <p:spPr bwMode="gray">
                  <a:xfrm>
                    <a:off x="6927767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8" name="Würfel 1427"/>
                  <p:cNvSpPr/>
                  <p:nvPr/>
                </p:nvSpPr>
                <p:spPr bwMode="gray">
                  <a:xfrm>
                    <a:off x="7210896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9" name="Würfel 1428"/>
                  <p:cNvSpPr/>
                  <p:nvPr/>
                </p:nvSpPr>
                <p:spPr bwMode="gray">
                  <a:xfrm>
                    <a:off x="7069332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30" name="Würfel 1429"/>
                  <p:cNvSpPr/>
                  <p:nvPr/>
                </p:nvSpPr>
                <p:spPr bwMode="gray">
                  <a:xfrm>
                    <a:off x="7352461" y="4776099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  <p:grpSp>
              <p:nvGrpSpPr>
                <p:cNvPr id="1410" name="Gruppieren 4"/>
                <p:cNvGrpSpPr/>
                <p:nvPr/>
              </p:nvGrpSpPr>
              <p:grpSpPr bwMode="gray">
                <a:xfrm>
                  <a:off x="3302485" y="2448477"/>
                  <a:ext cx="2512963" cy="187040"/>
                  <a:chOff x="6078379" y="4492802"/>
                  <a:chExt cx="1377386" cy="102519"/>
                </a:xfrm>
                <a:solidFill>
                  <a:srgbClr val="C8C8C8"/>
                </a:solidFill>
              </p:grpSpPr>
              <p:sp>
                <p:nvSpPr>
                  <p:cNvPr id="1411" name="Würfel 1410"/>
                  <p:cNvSpPr/>
                  <p:nvPr/>
                </p:nvSpPr>
                <p:spPr bwMode="gray">
                  <a:xfrm>
                    <a:off x="6078379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2" name="Würfel 1411"/>
                  <p:cNvSpPr/>
                  <p:nvPr/>
                </p:nvSpPr>
                <p:spPr bwMode="gray">
                  <a:xfrm>
                    <a:off x="6219944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3" name="Würfel 1412"/>
                  <p:cNvSpPr/>
                  <p:nvPr/>
                </p:nvSpPr>
                <p:spPr bwMode="gray">
                  <a:xfrm>
                    <a:off x="6361508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4" name="Würfel 1413"/>
                  <p:cNvSpPr/>
                  <p:nvPr/>
                </p:nvSpPr>
                <p:spPr bwMode="gray">
                  <a:xfrm>
                    <a:off x="6503073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5" name="Würfel 1414"/>
                  <p:cNvSpPr/>
                  <p:nvPr/>
                </p:nvSpPr>
                <p:spPr bwMode="gray">
                  <a:xfrm>
                    <a:off x="6644638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6" name="Würfel 1415"/>
                  <p:cNvSpPr/>
                  <p:nvPr/>
                </p:nvSpPr>
                <p:spPr bwMode="gray">
                  <a:xfrm>
                    <a:off x="6786202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7" name="Würfel 1416"/>
                  <p:cNvSpPr/>
                  <p:nvPr/>
                </p:nvSpPr>
                <p:spPr bwMode="gray">
                  <a:xfrm>
                    <a:off x="6927767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8" name="Würfel 1417"/>
                  <p:cNvSpPr/>
                  <p:nvPr/>
                </p:nvSpPr>
                <p:spPr bwMode="gray">
                  <a:xfrm>
                    <a:off x="7210896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19" name="Würfel 1418"/>
                  <p:cNvSpPr/>
                  <p:nvPr/>
                </p:nvSpPr>
                <p:spPr bwMode="gray">
                  <a:xfrm>
                    <a:off x="7069332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1420" name="Würfel 1419"/>
                  <p:cNvSpPr/>
                  <p:nvPr/>
                </p:nvSpPr>
                <p:spPr bwMode="gray">
                  <a:xfrm>
                    <a:off x="7352461" y="4492802"/>
                    <a:ext cx="103304" cy="102519"/>
                  </a:xfrm>
                  <a:prstGeom prst="cube">
                    <a:avLst/>
                  </a:prstGeom>
                  <a:grpFill/>
                  <a:ln w="12700">
                    <a:noFill/>
                    <a:round/>
                    <a:headEnd/>
                    <a:tailEnd/>
                  </a:ln>
                  <a:effectLst>
                    <a:outerShdw blurRad="25400" dist="127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lIns="36000" rIns="36000" rtlCol="0" anchor="ctr"/>
                  <a:lstStyle/>
                  <a:p>
                    <a:pPr algn="ctr"/>
                    <a:endParaRPr lang="de-DE" sz="1400" b="1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</a:endParaRPr>
                  </a:p>
                </p:txBody>
              </p:sp>
            </p:grpSp>
          </p:grpSp>
          <p:sp>
            <p:nvSpPr>
              <p:cNvPr id="1400" name="Textfeld 1399"/>
              <p:cNvSpPr txBox="1"/>
              <p:nvPr/>
            </p:nvSpPr>
            <p:spPr bwMode="gray">
              <a:xfrm>
                <a:off x="6044765" y="450627"/>
                <a:ext cx="1389754" cy="2911983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3600" dirty="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en-US" sz="10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10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1000" b="1" dirty="0" smtClean="0">
                    <a:solidFill>
                      <a:srgbClr val="000000"/>
                    </a:solidFill>
                  </a:rPr>
                  <a:t> a </a:t>
                </a:r>
                <a:br>
                  <a:rPr lang="en-US" sz="1000" b="1" dirty="0" smtClean="0">
                    <a:solidFill>
                      <a:srgbClr val="000000"/>
                    </a:solidFill>
                  </a:rPr>
                </a:br>
                <a:r>
                  <a:rPr lang="en-US" sz="1000" b="1" dirty="0" smtClean="0">
                    <a:solidFill>
                      <a:srgbClr val="000000"/>
                    </a:solidFill>
                  </a:rPr>
                  <a:t>placeholder text. </a:t>
                </a:r>
                <a:br>
                  <a:rPr lang="en-US" sz="1000" b="1" dirty="0" smtClean="0">
                    <a:solidFill>
                      <a:srgbClr val="000000"/>
                    </a:solidFill>
                  </a:rPr>
                </a:br>
                <a:r>
                  <a:rPr lang="en-US" sz="10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 </a:t>
                </a:r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812" name="Gruppieren 811"/>
            <p:cNvGrpSpPr/>
            <p:nvPr/>
          </p:nvGrpSpPr>
          <p:grpSpPr bwMode="gray">
            <a:xfrm>
              <a:off x="7460491" y="4933485"/>
              <a:ext cx="1339352" cy="1335919"/>
              <a:chOff x="7460491" y="4933485"/>
              <a:chExt cx="1339352" cy="1335919"/>
            </a:xfrm>
          </p:grpSpPr>
          <p:sp>
            <p:nvSpPr>
              <p:cNvPr id="1513" name="Textfeld 1512"/>
              <p:cNvSpPr txBox="1"/>
              <p:nvPr/>
            </p:nvSpPr>
            <p:spPr bwMode="gray">
              <a:xfrm>
                <a:off x="7460491" y="4933485"/>
                <a:ext cx="1339352" cy="508172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400" smtClean="0">
                    <a:solidFill>
                      <a:schemeClr val="accent1"/>
                    </a:solidFill>
                  </a:rPr>
                  <a:t>78%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647" name="Gruppieren 1646"/>
              <p:cNvGrpSpPr/>
              <p:nvPr/>
            </p:nvGrpSpPr>
            <p:grpSpPr bwMode="gray">
              <a:xfrm>
                <a:off x="7495819" y="5710070"/>
                <a:ext cx="1236463" cy="559334"/>
                <a:chOff x="7495819" y="5310478"/>
                <a:chExt cx="1236463" cy="559334"/>
              </a:xfrm>
            </p:grpSpPr>
            <p:sp>
              <p:nvSpPr>
                <p:cNvPr id="1515" name="Würfel 1514"/>
                <p:cNvSpPr/>
                <p:nvPr/>
              </p:nvSpPr>
              <p:spPr bwMode="gray">
                <a:xfrm>
                  <a:off x="7495819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16" name="Würfel 1515"/>
                <p:cNvSpPr/>
                <p:nvPr/>
              </p:nvSpPr>
              <p:spPr bwMode="gray">
                <a:xfrm>
                  <a:off x="7593480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17" name="Würfel 1516"/>
                <p:cNvSpPr/>
                <p:nvPr/>
              </p:nvSpPr>
              <p:spPr bwMode="gray">
                <a:xfrm>
                  <a:off x="7691141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18" name="Würfel 1517"/>
                <p:cNvSpPr/>
                <p:nvPr/>
              </p:nvSpPr>
              <p:spPr bwMode="gray">
                <a:xfrm>
                  <a:off x="7788801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19" name="Würfel 1518"/>
                <p:cNvSpPr/>
                <p:nvPr/>
              </p:nvSpPr>
              <p:spPr bwMode="gray">
                <a:xfrm>
                  <a:off x="7886463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0" name="Würfel 1519"/>
                <p:cNvSpPr/>
                <p:nvPr/>
              </p:nvSpPr>
              <p:spPr bwMode="gray">
                <a:xfrm>
                  <a:off x="7984123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1" name="Würfel 1520"/>
                <p:cNvSpPr/>
                <p:nvPr/>
              </p:nvSpPr>
              <p:spPr bwMode="gray">
                <a:xfrm>
                  <a:off x="7495819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2" name="Würfel 1521"/>
                <p:cNvSpPr/>
                <p:nvPr/>
              </p:nvSpPr>
              <p:spPr bwMode="gray">
                <a:xfrm>
                  <a:off x="7593480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3" name="Würfel 1522"/>
                <p:cNvSpPr/>
                <p:nvPr/>
              </p:nvSpPr>
              <p:spPr bwMode="gray">
                <a:xfrm>
                  <a:off x="7691141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4" name="Würfel 1523"/>
                <p:cNvSpPr/>
                <p:nvPr/>
              </p:nvSpPr>
              <p:spPr bwMode="gray">
                <a:xfrm>
                  <a:off x="7788801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5" name="Würfel 1524"/>
                <p:cNvSpPr/>
                <p:nvPr/>
              </p:nvSpPr>
              <p:spPr bwMode="gray">
                <a:xfrm>
                  <a:off x="7886463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6" name="Würfel 1525"/>
                <p:cNvSpPr/>
                <p:nvPr/>
              </p:nvSpPr>
              <p:spPr bwMode="gray">
                <a:xfrm>
                  <a:off x="7984123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7" name="Würfel 1526"/>
                <p:cNvSpPr/>
                <p:nvPr/>
              </p:nvSpPr>
              <p:spPr bwMode="gray">
                <a:xfrm>
                  <a:off x="7495819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8" name="Würfel 1527"/>
                <p:cNvSpPr/>
                <p:nvPr/>
              </p:nvSpPr>
              <p:spPr bwMode="gray">
                <a:xfrm>
                  <a:off x="7593480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29" name="Würfel 1528"/>
                <p:cNvSpPr/>
                <p:nvPr/>
              </p:nvSpPr>
              <p:spPr bwMode="gray">
                <a:xfrm>
                  <a:off x="7691141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0" name="Würfel 1529"/>
                <p:cNvSpPr/>
                <p:nvPr/>
              </p:nvSpPr>
              <p:spPr bwMode="gray">
                <a:xfrm>
                  <a:off x="7788801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1" name="Würfel 1530"/>
                <p:cNvSpPr/>
                <p:nvPr/>
              </p:nvSpPr>
              <p:spPr bwMode="gray">
                <a:xfrm>
                  <a:off x="7886463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2" name="Würfel 1531"/>
                <p:cNvSpPr/>
                <p:nvPr/>
              </p:nvSpPr>
              <p:spPr bwMode="gray">
                <a:xfrm>
                  <a:off x="7984123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3" name="Würfel 1532"/>
                <p:cNvSpPr/>
                <p:nvPr/>
              </p:nvSpPr>
              <p:spPr bwMode="gray">
                <a:xfrm>
                  <a:off x="7495819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4" name="Würfel 1533"/>
                <p:cNvSpPr/>
                <p:nvPr/>
              </p:nvSpPr>
              <p:spPr bwMode="gray">
                <a:xfrm>
                  <a:off x="7593480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5" name="Würfel 1534"/>
                <p:cNvSpPr/>
                <p:nvPr/>
              </p:nvSpPr>
              <p:spPr bwMode="gray">
                <a:xfrm>
                  <a:off x="7691141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6" name="Würfel 1535"/>
                <p:cNvSpPr/>
                <p:nvPr/>
              </p:nvSpPr>
              <p:spPr bwMode="gray">
                <a:xfrm>
                  <a:off x="7788801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7" name="Würfel 1536"/>
                <p:cNvSpPr/>
                <p:nvPr/>
              </p:nvSpPr>
              <p:spPr bwMode="gray">
                <a:xfrm>
                  <a:off x="7886463" y="5701364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8" name="Würfel 1537"/>
                <p:cNvSpPr/>
                <p:nvPr/>
              </p:nvSpPr>
              <p:spPr bwMode="gray">
                <a:xfrm>
                  <a:off x="7984123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39" name="Würfel 1538"/>
                <p:cNvSpPr/>
                <p:nvPr/>
              </p:nvSpPr>
              <p:spPr bwMode="gray">
                <a:xfrm>
                  <a:off x="7495819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0" name="Würfel 1539"/>
                <p:cNvSpPr/>
                <p:nvPr/>
              </p:nvSpPr>
              <p:spPr bwMode="gray">
                <a:xfrm>
                  <a:off x="7593480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1" name="Würfel 1540"/>
                <p:cNvSpPr/>
                <p:nvPr/>
              </p:nvSpPr>
              <p:spPr bwMode="gray">
                <a:xfrm>
                  <a:off x="7691141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2" name="Würfel 1541"/>
                <p:cNvSpPr/>
                <p:nvPr/>
              </p:nvSpPr>
              <p:spPr bwMode="gray">
                <a:xfrm>
                  <a:off x="7788801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3" name="Würfel 1542"/>
                <p:cNvSpPr/>
                <p:nvPr/>
              </p:nvSpPr>
              <p:spPr bwMode="gray">
                <a:xfrm>
                  <a:off x="7886463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4" name="Würfel 1543"/>
                <p:cNvSpPr/>
                <p:nvPr/>
              </p:nvSpPr>
              <p:spPr bwMode="gray">
                <a:xfrm>
                  <a:off x="7984123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5" name="Würfel 1544"/>
                <p:cNvSpPr/>
                <p:nvPr/>
              </p:nvSpPr>
              <p:spPr bwMode="gray">
                <a:xfrm>
                  <a:off x="7495819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6" name="Würfel 1545"/>
                <p:cNvSpPr/>
                <p:nvPr/>
              </p:nvSpPr>
              <p:spPr bwMode="gray">
                <a:xfrm>
                  <a:off x="7593480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7" name="Würfel 1546"/>
                <p:cNvSpPr/>
                <p:nvPr/>
              </p:nvSpPr>
              <p:spPr bwMode="gray">
                <a:xfrm>
                  <a:off x="7691141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8" name="Würfel 1547"/>
                <p:cNvSpPr/>
                <p:nvPr/>
              </p:nvSpPr>
              <p:spPr bwMode="gray">
                <a:xfrm>
                  <a:off x="7788801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49" name="Würfel 1548"/>
                <p:cNvSpPr/>
                <p:nvPr/>
              </p:nvSpPr>
              <p:spPr bwMode="gray">
                <a:xfrm>
                  <a:off x="7886463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50" name="Würfel 1549"/>
                <p:cNvSpPr/>
                <p:nvPr/>
              </p:nvSpPr>
              <p:spPr bwMode="gray">
                <a:xfrm>
                  <a:off x="7984123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07" name="Würfel 1606"/>
                <p:cNvSpPr/>
                <p:nvPr/>
              </p:nvSpPr>
              <p:spPr bwMode="gray">
                <a:xfrm>
                  <a:off x="8081784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08" name="Würfel 1607"/>
                <p:cNvSpPr/>
                <p:nvPr/>
              </p:nvSpPr>
              <p:spPr bwMode="gray">
                <a:xfrm>
                  <a:off x="8277106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09" name="Würfel 1608"/>
                <p:cNvSpPr/>
                <p:nvPr/>
              </p:nvSpPr>
              <p:spPr bwMode="gray">
                <a:xfrm>
                  <a:off x="8179445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0" name="Würfel 1609"/>
                <p:cNvSpPr/>
                <p:nvPr/>
              </p:nvSpPr>
              <p:spPr bwMode="gray">
                <a:xfrm>
                  <a:off x="8374767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1" name="Würfel 1610"/>
                <p:cNvSpPr/>
                <p:nvPr/>
              </p:nvSpPr>
              <p:spPr bwMode="gray">
                <a:xfrm>
                  <a:off x="8081784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2" name="Würfel 1611"/>
                <p:cNvSpPr/>
                <p:nvPr/>
              </p:nvSpPr>
              <p:spPr bwMode="gray">
                <a:xfrm>
                  <a:off x="8277106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3" name="Würfel 1612"/>
                <p:cNvSpPr/>
                <p:nvPr/>
              </p:nvSpPr>
              <p:spPr bwMode="gray">
                <a:xfrm>
                  <a:off x="8179445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4" name="Würfel 1613"/>
                <p:cNvSpPr/>
                <p:nvPr/>
              </p:nvSpPr>
              <p:spPr bwMode="gray">
                <a:xfrm>
                  <a:off x="8374767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5" name="Würfel 1614"/>
                <p:cNvSpPr/>
                <p:nvPr/>
              </p:nvSpPr>
              <p:spPr bwMode="gray">
                <a:xfrm>
                  <a:off x="8081784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6" name="Würfel 1615"/>
                <p:cNvSpPr/>
                <p:nvPr/>
              </p:nvSpPr>
              <p:spPr bwMode="gray">
                <a:xfrm>
                  <a:off x="8277106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7" name="Würfel 1616"/>
                <p:cNvSpPr/>
                <p:nvPr/>
              </p:nvSpPr>
              <p:spPr bwMode="gray">
                <a:xfrm>
                  <a:off x="8179445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8" name="Würfel 1617"/>
                <p:cNvSpPr/>
                <p:nvPr/>
              </p:nvSpPr>
              <p:spPr bwMode="gray">
                <a:xfrm>
                  <a:off x="8374767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19" name="Würfel 1618"/>
                <p:cNvSpPr/>
                <p:nvPr/>
              </p:nvSpPr>
              <p:spPr bwMode="gray">
                <a:xfrm>
                  <a:off x="8081784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0" name="Würfel 1619"/>
                <p:cNvSpPr/>
                <p:nvPr/>
              </p:nvSpPr>
              <p:spPr bwMode="gray">
                <a:xfrm>
                  <a:off x="8277106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1" name="Würfel 1620"/>
                <p:cNvSpPr/>
                <p:nvPr/>
              </p:nvSpPr>
              <p:spPr bwMode="gray">
                <a:xfrm>
                  <a:off x="8179445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2" name="Würfel 1621"/>
                <p:cNvSpPr/>
                <p:nvPr/>
              </p:nvSpPr>
              <p:spPr bwMode="gray">
                <a:xfrm>
                  <a:off x="8374767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3" name="Würfel 1622"/>
                <p:cNvSpPr/>
                <p:nvPr/>
              </p:nvSpPr>
              <p:spPr bwMode="gray">
                <a:xfrm>
                  <a:off x="8081784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4" name="Würfel 1623"/>
                <p:cNvSpPr/>
                <p:nvPr/>
              </p:nvSpPr>
              <p:spPr bwMode="gray">
                <a:xfrm>
                  <a:off x="8277106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5" name="Würfel 1624"/>
                <p:cNvSpPr/>
                <p:nvPr/>
              </p:nvSpPr>
              <p:spPr bwMode="gray">
                <a:xfrm>
                  <a:off x="8179445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6" name="Würfel 1625"/>
                <p:cNvSpPr/>
                <p:nvPr/>
              </p:nvSpPr>
              <p:spPr bwMode="gray">
                <a:xfrm>
                  <a:off x="8374767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7" name="Würfel 1626"/>
                <p:cNvSpPr/>
                <p:nvPr/>
              </p:nvSpPr>
              <p:spPr bwMode="gray">
                <a:xfrm>
                  <a:off x="8081784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8" name="Würfel 1627"/>
                <p:cNvSpPr/>
                <p:nvPr/>
              </p:nvSpPr>
              <p:spPr bwMode="gray">
                <a:xfrm>
                  <a:off x="8277106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29" name="Würfel 1628"/>
                <p:cNvSpPr/>
                <p:nvPr/>
              </p:nvSpPr>
              <p:spPr bwMode="gray">
                <a:xfrm>
                  <a:off x="8179445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630" name="Würfel 1629"/>
                <p:cNvSpPr/>
                <p:nvPr/>
              </p:nvSpPr>
              <p:spPr bwMode="gray">
                <a:xfrm>
                  <a:off x="8374767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77" name="Würfel 1576"/>
                <p:cNvSpPr/>
                <p:nvPr/>
              </p:nvSpPr>
              <p:spPr bwMode="gray">
                <a:xfrm>
                  <a:off x="8465694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78" name="Würfel 1577"/>
                <p:cNvSpPr/>
                <p:nvPr/>
              </p:nvSpPr>
              <p:spPr bwMode="gray">
                <a:xfrm>
                  <a:off x="8661016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79" name="Würfel 1578"/>
                <p:cNvSpPr/>
                <p:nvPr/>
              </p:nvSpPr>
              <p:spPr bwMode="gray">
                <a:xfrm>
                  <a:off x="8563355" y="5310478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0" name="Würfel 1579"/>
                <p:cNvSpPr/>
                <p:nvPr/>
              </p:nvSpPr>
              <p:spPr bwMode="gray">
                <a:xfrm>
                  <a:off x="8465694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1" name="Würfel 1580"/>
                <p:cNvSpPr/>
                <p:nvPr/>
              </p:nvSpPr>
              <p:spPr bwMode="gray">
                <a:xfrm>
                  <a:off x="8661016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2" name="Würfel 1581"/>
                <p:cNvSpPr/>
                <p:nvPr/>
              </p:nvSpPr>
              <p:spPr bwMode="gray">
                <a:xfrm>
                  <a:off x="8563355" y="5408200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3" name="Würfel 1582"/>
                <p:cNvSpPr/>
                <p:nvPr/>
              </p:nvSpPr>
              <p:spPr bwMode="gray">
                <a:xfrm>
                  <a:off x="8465694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4" name="Würfel 1583"/>
                <p:cNvSpPr/>
                <p:nvPr/>
              </p:nvSpPr>
              <p:spPr bwMode="gray">
                <a:xfrm>
                  <a:off x="8661016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5" name="Würfel 1584"/>
                <p:cNvSpPr/>
                <p:nvPr/>
              </p:nvSpPr>
              <p:spPr bwMode="gray">
                <a:xfrm>
                  <a:off x="8563355" y="5603643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6" name="Würfel 1585"/>
                <p:cNvSpPr/>
                <p:nvPr/>
              </p:nvSpPr>
              <p:spPr bwMode="gray">
                <a:xfrm>
                  <a:off x="8465694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7" name="Würfel 1586"/>
                <p:cNvSpPr/>
                <p:nvPr/>
              </p:nvSpPr>
              <p:spPr bwMode="gray">
                <a:xfrm>
                  <a:off x="8661016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8" name="Würfel 1587"/>
                <p:cNvSpPr/>
                <p:nvPr/>
              </p:nvSpPr>
              <p:spPr bwMode="gray">
                <a:xfrm>
                  <a:off x="8563355" y="5701364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89" name="Würfel 1588"/>
                <p:cNvSpPr/>
                <p:nvPr/>
              </p:nvSpPr>
              <p:spPr bwMode="gray">
                <a:xfrm>
                  <a:off x="8465694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0" name="Würfel 1589"/>
                <p:cNvSpPr/>
                <p:nvPr/>
              </p:nvSpPr>
              <p:spPr bwMode="gray">
                <a:xfrm>
                  <a:off x="8661016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1" name="Würfel 1590"/>
                <p:cNvSpPr/>
                <p:nvPr/>
              </p:nvSpPr>
              <p:spPr bwMode="gray">
                <a:xfrm>
                  <a:off x="8563355" y="5505921"/>
                  <a:ext cx="71266" cy="70725"/>
                </a:xfrm>
                <a:prstGeom prst="cube">
                  <a:avLst/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2" name="Würfel 1591"/>
                <p:cNvSpPr/>
                <p:nvPr/>
              </p:nvSpPr>
              <p:spPr bwMode="gray">
                <a:xfrm>
                  <a:off x="8465694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3" name="Würfel 1592"/>
                <p:cNvSpPr/>
                <p:nvPr/>
              </p:nvSpPr>
              <p:spPr bwMode="gray">
                <a:xfrm>
                  <a:off x="8661016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1594" name="Würfel 1593"/>
                <p:cNvSpPr/>
                <p:nvPr/>
              </p:nvSpPr>
              <p:spPr bwMode="gray">
                <a:xfrm>
                  <a:off x="8563355" y="5799087"/>
                  <a:ext cx="71266" cy="70725"/>
                </a:xfrm>
                <a:prstGeom prst="cube">
                  <a:avLst/>
                </a:prstGeom>
                <a:solidFill>
                  <a:srgbClr val="C8C8C8"/>
                </a:solidFill>
                <a:ln w="12700">
                  <a:noFill/>
                  <a:round/>
                  <a:headEnd/>
                  <a:tailEnd/>
                </a:ln>
                <a:effectLst>
                  <a:outerShdw blurRad="254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36000" rIns="36000" rtlCol="0" anchor="ctr"/>
                <a:lstStyle/>
                <a:p>
                  <a:pPr algn="ctr"/>
                  <a:endParaRPr lang="de-DE" sz="1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25434" y="495970"/>
            <a:ext cx="8514800" cy="5865264"/>
            <a:chOff x="325434" y="495970"/>
            <a:chExt cx="8514800" cy="5865264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10" name="Gruppieren 809"/>
            <p:cNvGrpSpPr/>
            <p:nvPr/>
          </p:nvGrpSpPr>
          <p:grpSpPr bwMode="gray">
            <a:xfrm>
              <a:off x="3195628" y="495970"/>
              <a:ext cx="5557428" cy="2860799"/>
              <a:chOff x="393450" y="495970"/>
              <a:chExt cx="5557428" cy="2860799"/>
            </a:xfrm>
          </p:grpSpPr>
          <p:sp>
            <p:nvSpPr>
              <p:cNvPr id="812" name="Textfeld 811"/>
              <p:cNvSpPr txBox="1"/>
              <p:nvPr/>
            </p:nvSpPr>
            <p:spPr bwMode="gray">
              <a:xfrm>
                <a:off x="393450" y="495970"/>
                <a:ext cx="5375285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813" name="Rechteck 812"/>
              <p:cNvSpPr/>
              <p:nvPr/>
            </p:nvSpPr>
            <p:spPr bwMode="gray">
              <a:xfrm>
                <a:off x="393450" y="854673"/>
                <a:ext cx="5545072" cy="359998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prstClr val="black"/>
                    </a:solidFill>
                  </a:rPr>
                  <a:t>Dies ist ein Platzhaltertext.</a:t>
                </a:r>
                <a:endParaRPr lang="de-DE" sz="1400">
                  <a:solidFill>
                    <a:prstClr val="black"/>
                  </a:solidFill>
                </a:endParaRPr>
              </a:p>
            </p:txBody>
          </p:sp>
          <p:sp>
            <p:nvSpPr>
              <p:cNvPr id="814" name="Textfeld 813"/>
              <p:cNvSpPr txBox="1"/>
              <p:nvPr/>
            </p:nvSpPr>
            <p:spPr bwMode="gray">
              <a:xfrm>
                <a:off x="2258488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poor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815" name="Textfeld 814"/>
              <p:cNvSpPr txBox="1"/>
              <p:nvPr/>
            </p:nvSpPr>
            <p:spPr bwMode="gray">
              <a:xfrm>
                <a:off x="3043526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ok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817" name="Textfeld 816"/>
              <p:cNvSpPr txBox="1"/>
              <p:nvPr/>
            </p:nvSpPr>
            <p:spPr bwMode="gray">
              <a:xfrm>
                <a:off x="3828564" y="3051677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good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818" name="Textfeld 817"/>
              <p:cNvSpPr txBox="1"/>
              <p:nvPr/>
            </p:nvSpPr>
            <p:spPr bwMode="gray">
              <a:xfrm>
                <a:off x="4493362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000" smtClean="0">
                    <a:solidFill>
                      <a:prstClr val="black"/>
                    </a:solidFill>
                  </a:rPr>
                  <a:t>superior</a:t>
                </a:r>
                <a:endParaRPr lang="de-DE" sz="1000">
                  <a:solidFill>
                    <a:prstClr val="black"/>
                  </a:solidFill>
                </a:endParaRPr>
              </a:p>
            </p:txBody>
          </p:sp>
          <p:sp>
            <p:nvSpPr>
              <p:cNvPr id="819" name="Textfeld 818"/>
              <p:cNvSpPr txBox="1"/>
              <p:nvPr/>
            </p:nvSpPr>
            <p:spPr bwMode="gray">
              <a:xfrm>
                <a:off x="5278398" y="3051677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000" smtClean="0"/>
                  <a:t>exzellent</a:t>
                </a:r>
                <a:endParaRPr lang="de-DE" sz="1000"/>
              </a:p>
            </p:txBody>
          </p:sp>
          <p:grpSp>
            <p:nvGrpSpPr>
              <p:cNvPr id="881" name="Gruppieren 3"/>
              <p:cNvGrpSpPr/>
              <p:nvPr/>
            </p:nvGrpSpPr>
            <p:grpSpPr bwMode="gray">
              <a:xfrm>
                <a:off x="1689451" y="1214673"/>
                <a:ext cx="3925188" cy="1800723"/>
                <a:chOff x="1703149" y="1577324"/>
                <a:chExt cx="3772898" cy="1112160"/>
              </a:xfrm>
            </p:grpSpPr>
            <p:grpSp>
              <p:nvGrpSpPr>
                <p:cNvPr id="891" name="Gruppieren 169"/>
                <p:cNvGrpSpPr/>
                <p:nvPr/>
              </p:nvGrpSpPr>
              <p:grpSpPr bwMode="gray">
                <a:xfrm rot="5400000">
                  <a:off x="3033519" y="246956"/>
                  <a:ext cx="1112158" cy="3772897"/>
                  <a:chOff x="1871930" y="1002335"/>
                  <a:chExt cx="5080936" cy="1727685"/>
                </a:xfrm>
              </p:grpSpPr>
              <p:cxnSp>
                <p:nvCxnSpPr>
                  <p:cNvPr id="1000" name="Gerade Verbindung 999"/>
                  <p:cNvCxnSpPr/>
                  <p:nvPr/>
                </p:nvCxnSpPr>
                <p:spPr bwMode="gray">
                  <a:xfrm flipH="1">
                    <a:off x="1871931" y="2384481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01" name="Gerade Verbindung 1000"/>
                  <p:cNvCxnSpPr/>
                  <p:nvPr/>
                </p:nvCxnSpPr>
                <p:spPr bwMode="gray">
                  <a:xfrm flipH="1">
                    <a:off x="1871931" y="203894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02" name="Gerade Verbindung 1001"/>
                  <p:cNvCxnSpPr/>
                  <p:nvPr/>
                </p:nvCxnSpPr>
                <p:spPr bwMode="gray">
                  <a:xfrm flipH="1">
                    <a:off x="1871931" y="1693409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03" name="Gerade Verbindung 1002"/>
                  <p:cNvCxnSpPr/>
                  <p:nvPr/>
                </p:nvCxnSpPr>
                <p:spPr bwMode="gray">
                  <a:xfrm flipH="1">
                    <a:off x="1871931" y="1002335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04" name="Gerade Verbindung 1003"/>
                  <p:cNvCxnSpPr/>
                  <p:nvPr/>
                </p:nvCxnSpPr>
                <p:spPr bwMode="gray">
                  <a:xfrm flipH="1">
                    <a:off x="1871930" y="2730020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5" name="Gerade Verbindung 1104"/>
                  <p:cNvCxnSpPr/>
                  <p:nvPr/>
                </p:nvCxnSpPr>
                <p:spPr bwMode="gray">
                  <a:xfrm flipH="1">
                    <a:off x="1871931" y="1347873"/>
                    <a:ext cx="5080935" cy="0"/>
                  </a:xfrm>
                  <a:prstGeom prst="line">
                    <a:avLst/>
                  </a:prstGeom>
                  <a:ln>
                    <a:solidFill>
                      <a:srgbClr val="E6E6E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93" name="Rechteck 992"/>
                <p:cNvSpPr/>
                <p:nvPr/>
              </p:nvSpPr>
              <p:spPr bwMode="gray">
                <a:xfrm>
                  <a:off x="1703150" y="2424728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4" name="Rechteck 993"/>
                <p:cNvSpPr/>
                <p:nvPr/>
              </p:nvSpPr>
              <p:spPr bwMode="gray">
                <a:xfrm>
                  <a:off x="1703150" y="2424728"/>
                  <a:ext cx="2726216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5" name="Rechteck 994"/>
                <p:cNvSpPr/>
                <p:nvPr/>
              </p:nvSpPr>
              <p:spPr bwMode="gray">
                <a:xfrm>
                  <a:off x="1703150" y="2142260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6" name="Rechteck 995"/>
                <p:cNvSpPr/>
                <p:nvPr/>
              </p:nvSpPr>
              <p:spPr bwMode="gray">
                <a:xfrm>
                  <a:off x="1703150" y="2142260"/>
                  <a:ext cx="3341513" cy="14400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7" name="Rechteck 996"/>
                <p:cNvSpPr/>
                <p:nvPr/>
              </p:nvSpPr>
              <p:spPr bwMode="gray">
                <a:xfrm>
                  <a:off x="1703150" y="1859792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8" name="Rechteck 997"/>
                <p:cNvSpPr/>
                <p:nvPr/>
              </p:nvSpPr>
              <p:spPr bwMode="gray">
                <a:xfrm>
                  <a:off x="1703150" y="1577324"/>
                  <a:ext cx="3772897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999" name="Rechteck 998"/>
                <p:cNvSpPr/>
                <p:nvPr/>
              </p:nvSpPr>
              <p:spPr bwMode="gray">
                <a:xfrm>
                  <a:off x="1703150" y="1577324"/>
                  <a:ext cx="1363108" cy="1440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</p:grpSp>
          <p:sp>
            <p:nvSpPr>
              <p:cNvPr id="882" name="Textfeld 881"/>
              <p:cNvSpPr txBox="1"/>
              <p:nvPr/>
            </p:nvSpPr>
            <p:spPr bwMode="gray">
              <a:xfrm>
                <a:off x="393450" y="1214676"/>
                <a:ext cx="1296000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 text</a:t>
                </a:r>
                <a:endParaRPr lang="de-DE" sz="1000"/>
              </a:p>
            </p:txBody>
          </p:sp>
          <p:sp>
            <p:nvSpPr>
              <p:cNvPr id="883" name="Textfeld 882"/>
              <p:cNvSpPr txBox="1"/>
              <p:nvPr/>
            </p:nvSpPr>
            <p:spPr bwMode="gray">
              <a:xfrm>
                <a:off x="393450" y="16720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This is a placeholder</a:t>
                </a:r>
                <a:endParaRPr lang="de-DE" sz="1000"/>
              </a:p>
            </p:txBody>
          </p:sp>
          <p:sp>
            <p:nvSpPr>
              <p:cNvPr id="884" name="Textfeld 883"/>
              <p:cNvSpPr txBox="1"/>
              <p:nvPr/>
            </p:nvSpPr>
            <p:spPr bwMode="gray">
              <a:xfrm>
                <a:off x="393450" y="2129375"/>
                <a:ext cx="1296000" cy="233153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b="1" smtClean="0"/>
                  <a:t>Type your text here</a:t>
                </a:r>
                <a:endParaRPr lang="de-DE" sz="1000" b="1"/>
              </a:p>
            </p:txBody>
          </p:sp>
          <p:sp>
            <p:nvSpPr>
              <p:cNvPr id="885" name="Textfeld 884"/>
              <p:cNvSpPr txBox="1"/>
              <p:nvPr/>
            </p:nvSpPr>
            <p:spPr bwMode="gray">
              <a:xfrm>
                <a:off x="393450" y="2586724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Add Info here</a:t>
                </a:r>
                <a:endParaRPr lang="de-DE" sz="1000"/>
              </a:p>
            </p:txBody>
          </p:sp>
          <p:sp>
            <p:nvSpPr>
              <p:cNvPr id="886" name="Rechteck 885"/>
              <p:cNvSpPr/>
              <p:nvPr/>
            </p:nvSpPr>
            <p:spPr bwMode="gray">
              <a:xfrm>
                <a:off x="1689450" y="1672023"/>
                <a:ext cx="2118946" cy="233154"/>
              </a:xfrm>
              <a:prstGeom prst="rect">
                <a:avLst/>
              </a:prstGeom>
              <a:gradFill flip="none" rotWithShape="1">
                <a:gsLst>
                  <a:gs pos="90000">
                    <a:schemeClr val="accent1"/>
                  </a:gs>
                  <a:gs pos="50000">
                    <a:schemeClr val="accent1">
                      <a:lumMod val="60000"/>
                      <a:lumOff val="4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5000">
                    <a:schemeClr val="accent1">
                      <a:lumMod val="40000"/>
                      <a:lumOff val="60000"/>
                    </a:schemeClr>
                  </a:gs>
                </a:gsLst>
                <a:lin ang="5400000" scaled="1"/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 sz="1400"/>
              </a:p>
            </p:txBody>
          </p:sp>
          <p:sp>
            <p:nvSpPr>
              <p:cNvPr id="887" name="Rechteckige Legende 886"/>
              <p:cNvSpPr/>
              <p:nvPr/>
            </p:nvSpPr>
            <p:spPr bwMode="gray">
              <a:xfrm>
                <a:off x="4542377" y="1589048"/>
                <a:ext cx="861838" cy="432384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76200" dist="254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3200" b="1" smtClean="0">
                    <a:solidFill>
                      <a:schemeClr val="accent1"/>
                    </a:solidFill>
                  </a:rPr>
                  <a:t>87%</a:t>
                </a:r>
                <a:endParaRPr lang="de-DE" sz="3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8" name="Rechteckige Legende 887"/>
              <p:cNvSpPr/>
              <p:nvPr/>
            </p:nvSpPr>
            <p:spPr bwMode="gray">
              <a:xfrm>
                <a:off x="2781482" y="929587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36%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889" name="Rechteckige Legende 888"/>
              <p:cNvSpPr/>
              <p:nvPr/>
            </p:nvSpPr>
            <p:spPr bwMode="gray">
              <a:xfrm>
                <a:off x="3489815" y="138145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53%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890" name="Rechteckige Legende 889"/>
              <p:cNvSpPr/>
              <p:nvPr/>
            </p:nvSpPr>
            <p:spPr bwMode="gray">
              <a:xfrm>
                <a:off x="4210180" y="2294414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72%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</p:grpSp>
        <p:sp>
          <p:nvSpPr>
            <p:cNvPr id="1128" name="Rechteck 1127"/>
            <p:cNvSpPr/>
            <p:nvPr/>
          </p:nvSpPr>
          <p:spPr bwMode="gray">
            <a:xfrm>
              <a:off x="386686" y="3824834"/>
              <a:ext cx="5545072" cy="359998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de-DE" sz="1200" smtClean="0">
                  <a:solidFill>
                    <a:prstClr val="black"/>
                  </a:solidFill>
                </a:rPr>
                <a:t>Dies ist ein Platzhaltertext.</a:t>
              </a:r>
              <a:endParaRPr lang="de-DE" sz="1400">
                <a:solidFill>
                  <a:prstClr val="black"/>
                </a:solidFill>
              </a:endParaRPr>
            </a:p>
          </p:txBody>
        </p: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87" name="Gruppieren 1386"/>
            <p:cNvGrpSpPr/>
            <p:nvPr/>
          </p:nvGrpSpPr>
          <p:grpSpPr bwMode="gray">
            <a:xfrm>
              <a:off x="386686" y="3466131"/>
              <a:ext cx="4205333" cy="2868356"/>
              <a:chOff x="386686" y="3466131"/>
              <a:chExt cx="4205333" cy="2868356"/>
            </a:xfrm>
          </p:grpSpPr>
          <p:sp>
            <p:nvSpPr>
              <p:cNvPr id="1127" name="Textfeld 1126"/>
              <p:cNvSpPr txBox="1"/>
              <p:nvPr/>
            </p:nvSpPr>
            <p:spPr bwMode="gray">
              <a:xfrm>
                <a:off x="386686" y="3466131"/>
                <a:ext cx="4104942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1383" name="Gruppieren 1382"/>
              <p:cNvGrpSpPr/>
              <p:nvPr/>
            </p:nvGrpSpPr>
            <p:grpSpPr bwMode="gray">
              <a:xfrm>
                <a:off x="386686" y="3899748"/>
                <a:ext cx="4205333" cy="2434739"/>
                <a:chOff x="386686" y="3899748"/>
                <a:chExt cx="4205333" cy="2434739"/>
              </a:xfrm>
            </p:grpSpPr>
            <p:sp>
              <p:nvSpPr>
                <p:cNvPr id="1129" name="Textfeld 1128"/>
                <p:cNvSpPr txBox="1"/>
                <p:nvPr/>
              </p:nvSpPr>
              <p:spPr bwMode="gray">
                <a:xfrm>
                  <a:off x="1980915" y="602939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900" smtClean="0">
                      <a:solidFill>
                        <a:prstClr val="black"/>
                      </a:solidFill>
                    </a:rPr>
                    <a:t>poor</a:t>
                  </a:r>
                  <a:endParaRPr lang="de-DE" sz="9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0" name="Textfeld 1129"/>
                <p:cNvSpPr txBox="1"/>
                <p:nvPr/>
              </p:nvSpPr>
              <p:spPr bwMode="gray">
                <a:xfrm>
                  <a:off x="2502692" y="602939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900" smtClean="0">
                      <a:solidFill>
                        <a:prstClr val="black"/>
                      </a:solidFill>
                    </a:rPr>
                    <a:t>ok</a:t>
                  </a:r>
                  <a:endParaRPr lang="de-DE" sz="9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1" name="Textfeld 1130"/>
                <p:cNvSpPr txBox="1"/>
                <p:nvPr/>
              </p:nvSpPr>
              <p:spPr bwMode="gray">
                <a:xfrm>
                  <a:off x="3012995" y="602939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900" smtClean="0">
                      <a:solidFill>
                        <a:prstClr val="black"/>
                      </a:solidFill>
                    </a:rPr>
                    <a:t>good</a:t>
                  </a:r>
                  <a:endParaRPr lang="de-DE" sz="9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2" name="Textfeld 1131"/>
                <p:cNvSpPr txBox="1"/>
                <p:nvPr/>
              </p:nvSpPr>
              <p:spPr bwMode="gray">
                <a:xfrm>
                  <a:off x="3408258" y="6029395"/>
                  <a:ext cx="67248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900" smtClean="0">
                      <a:solidFill>
                        <a:prstClr val="black"/>
                      </a:solidFill>
                    </a:rPr>
                    <a:t>superior</a:t>
                  </a:r>
                  <a:endParaRPr lang="de-DE" sz="9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3" name="Textfeld 1132"/>
                <p:cNvSpPr txBox="1"/>
                <p:nvPr/>
              </p:nvSpPr>
              <p:spPr bwMode="gray">
                <a:xfrm>
                  <a:off x="3919539" y="6029395"/>
                  <a:ext cx="67248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exzellent</a:t>
                  </a:r>
                  <a:endParaRPr lang="de-DE" sz="900"/>
                </a:p>
              </p:txBody>
            </p:sp>
            <p:sp>
              <p:nvSpPr>
                <p:cNvPr id="1135" name="Textfeld 1134"/>
                <p:cNvSpPr txBox="1"/>
                <p:nvPr/>
              </p:nvSpPr>
              <p:spPr bwMode="gray">
                <a:xfrm>
                  <a:off x="386686" y="4184837"/>
                  <a:ext cx="1296000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 text</a:t>
                  </a:r>
                  <a:endParaRPr lang="de-DE" sz="1000"/>
                </a:p>
              </p:txBody>
            </p:sp>
            <p:sp>
              <p:nvSpPr>
                <p:cNvPr id="1136" name="Textfeld 1135"/>
                <p:cNvSpPr txBox="1"/>
                <p:nvPr/>
              </p:nvSpPr>
              <p:spPr bwMode="gray">
                <a:xfrm>
                  <a:off x="386686" y="4642185"/>
                  <a:ext cx="1296000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This is a placeholder</a:t>
                  </a:r>
                  <a:endParaRPr lang="de-DE" sz="1000"/>
                </a:p>
              </p:txBody>
            </p:sp>
            <p:sp>
              <p:nvSpPr>
                <p:cNvPr id="1137" name="Textfeld 1136"/>
                <p:cNvSpPr txBox="1"/>
                <p:nvPr/>
              </p:nvSpPr>
              <p:spPr bwMode="gray">
                <a:xfrm>
                  <a:off x="386686" y="5099536"/>
                  <a:ext cx="1296000" cy="233153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b="1" smtClean="0"/>
                    <a:t>Type your text here</a:t>
                  </a:r>
                  <a:endParaRPr lang="de-DE" sz="1000" b="1"/>
                </a:p>
              </p:txBody>
            </p:sp>
            <p:sp>
              <p:nvSpPr>
                <p:cNvPr id="1138" name="Textfeld 1137"/>
                <p:cNvSpPr txBox="1"/>
                <p:nvPr/>
              </p:nvSpPr>
              <p:spPr bwMode="gray">
                <a:xfrm>
                  <a:off x="386686" y="5556885"/>
                  <a:ext cx="1296000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Add Info here</a:t>
                  </a:r>
                  <a:endParaRPr lang="de-DE" sz="1000"/>
                </a:p>
              </p:txBody>
            </p:sp>
            <p:grpSp>
              <p:nvGrpSpPr>
                <p:cNvPr id="1379" name="Gruppieren 1378"/>
                <p:cNvGrpSpPr/>
                <p:nvPr/>
              </p:nvGrpSpPr>
              <p:grpSpPr bwMode="gray">
                <a:xfrm>
                  <a:off x="1682687" y="4184834"/>
                  <a:ext cx="2571114" cy="1800723"/>
                  <a:chOff x="1682686" y="4184834"/>
                  <a:chExt cx="3925189" cy="1800723"/>
                </a:xfrm>
              </p:grpSpPr>
              <p:grpSp>
                <p:nvGrpSpPr>
                  <p:cNvPr id="1134" name="Gruppieren 3"/>
                  <p:cNvGrpSpPr/>
                  <p:nvPr/>
                </p:nvGrpSpPr>
                <p:grpSpPr bwMode="gray">
                  <a:xfrm>
                    <a:off x="1682687" y="4184834"/>
                    <a:ext cx="3925188" cy="1800723"/>
                    <a:chOff x="1703149" y="1577324"/>
                    <a:chExt cx="3772898" cy="1112160"/>
                  </a:xfrm>
                </p:grpSpPr>
                <p:grpSp>
                  <p:nvGrpSpPr>
                    <p:cNvPr id="1245" name="Gruppieren 169"/>
                    <p:cNvGrpSpPr/>
                    <p:nvPr/>
                  </p:nvGrpSpPr>
                  <p:grpSpPr bwMode="gray">
                    <a:xfrm rot="5400000">
                      <a:off x="3033519" y="246956"/>
                      <a:ext cx="1112158" cy="3772897"/>
                      <a:chOff x="1871930" y="1002335"/>
                      <a:chExt cx="5080936" cy="1727685"/>
                    </a:xfrm>
                  </p:grpSpPr>
                  <p:cxnSp>
                    <p:nvCxnSpPr>
                      <p:cNvPr id="1354" name="Gerade Verbindung 1353"/>
                      <p:cNvCxnSpPr/>
                      <p:nvPr/>
                    </p:nvCxnSpPr>
                    <p:spPr bwMode="gray">
                      <a:xfrm flipH="1">
                        <a:off x="1871931" y="2384481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E6E6E6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5" name="Gerade Verbindung 1354"/>
                      <p:cNvCxnSpPr/>
                      <p:nvPr/>
                    </p:nvCxnSpPr>
                    <p:spPr bwMode="gray">
                      <a:xfrm flipH="1">
                        <a:off x="1871931" y="2038945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E6E6E6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9" name="Gerade Verbindung 1358"/>
                      <p:cNvCxnSpPr/>
                      <p:nvPr/>
                    </p:nvCxnSpPr>
                    <p:spPr bwMode="gray">
                      <a:xfrm flipH="1">
                        <a:off x="1871931" y="1693409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E6E6E6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63" name="Gerade Verbindung 1362"/>
                      <p:cNvCxnSpPr/>
                      <p:nvPr/>
                    </p:nvCxnSpPr>
                    <p:spPr bwMode="gray">
                      <a:xfrm flipH="1">
                        <a:off x="1871931" y="1002335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C0C0C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67" name="Gerade Verbindung 1366"/>
                      <p:cNvCxnSpPr/>
                      <p:nvPr/>
                    </p:nvCxnSpPr>
                    <p:spPr bwMode="gray">
                      <a:xfrm flipH="1">
                        <a:off x="1871930" y="2730020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C0C0C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" name="Gerade Verbindung 1370"/>
                      <p:cNvCxnSpPr/>
                      <p:nvPr/>
                    </p:nvCxnSpPr>
                    <p:spPr bwMode="gray">
                      <a:xfrm flipH="1">
                        <a:off x="1871931" y="1347873"/>
                        <a:ext cx="5080935" cy="0"/>
                      </a:xfrm>
                      <a:prstGeom prst="line">
                        <a:avLst/>
                      </a:prstGeom>
                      <a:ln>
                        <a:solidFill>
                          <a:srgbClr val="E6E6E6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246" name="Rechteck 1245"/>
                    <p:cNvSpPr/>
                    <p:nvPr/>
                  </p:nvSpPr>
                  <p:spPr bwMode="gray">
                    <a:xfrm>
                      <a:off x="1703150" y="2424728"/>
                      <a:ext cx="3772897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E6E6E6"/>
                        </a:gs>
                        <a:gs pos="0">
                          <a:srgbClr val="7D7D7D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247" name="Rechteck 1246"/>
                    <p:cNvSpPr/>
                    <p:nvPr/>
                  </p:nvSpPr>
                  <p:spPr bwMode="gray">
                    <a:xfrm>
                      <a:off x="1703150" y="2424728"/>
                      <a:ext cx="2726216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85000">
                          <a:srgbClr val="969696"/>
                        </a:gs>
                        <a:gs pos="50000">
                          <a:srgbClr val="C8C8C8"/>
                        </a:gs>
                        <a:gs pos="0">
                          <a:srgbClr val="AFAFAF"/>
                        </a:gs>
                        <a:gs pos="15000">
                          <a:srgbClr val="FFFFFF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248" name="Rechteck 1247"/>
                    <p:cNvSpPr/>
                    <p:nvPr/>
                  </p:nvSpPr>
                  <p:spPr bwMode="gray">
                    <a:xfrm>
                      <a:off x="1703150" y="2142260"/>
                      <a:ext cx="3772897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E6E6E6"/>
                        </a:gs>
                        <a:gs pos="0">
                          <a:srgbClr val="7D7D7D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249" name="Rechteck 1248"/>
                    <p:cNvSpPr/>
                    <p:nvPr/>
                  </p:nvSpPr>
                  <p:spPr bwMode="gray">
                    <a:xfrm>
                      <a:off x="1703150" y="2142260"/>
                      <a:ext cx="3341513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50000">
                          <a:schemeClr val="accent1"/>
                        </a:gs>
                        <a:gs pos="0">
                          <a:schemeClr val="accent1">
                            <a:lumMod val="75000"/>
                          </a:schemeClr>
                        </a:gs>
                        <a:gs pos="1500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250" name="Rechteck 1249"/>
                    <p:cNvSpPr/>
                    <p:nvPr/>
                  </p:nvSpPr>
                  <p:spPr bwMode="gray">
                    <a:xfrm>
                      <a:off x="1703150" y="1859792"/>
                      <a:ext cx="3772897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E6E6E6"/>
                        </a:gs>
                        <a:gs pos="0">
                          <a:srgbClr val="7D7D7D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251" name="Rechteck 1250"/>
                    <p:cNvSpPr/>
                    <p:nvPr/>
                  </p:nvSpPr>
                  <p:spPr bwMode="gray">
                    <a:xfrm>
                      <a:off x="1703150" y="1577324"/>
                      <a:ext cx="3772897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E6E6E6"/>
                        </a:gs>
                        <a:gs pos="0">
                          <a:srgbClr val="7D7D7D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  <p:sp>
                  <p:nvSpPr>
                    <p:cNvPr id="1353" name="Rechteck 1352"/>
                    <p:cNvSpPr/>
                    <p:nvPr/>
                  </p:nvSpPr>
                  <p:spPr bwMode="gray">
                    <a:xfrm>
                      <a:off x="1703150" y="1577324"/>
                      <a:ext cx="1363108" cy="144000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85000">
                          <a:srgbClr val="969696"/>
                        </a:gs>
                        <a:gs pos="50000">
                          <a:srgbClr val="C8C8C8"/>
                        </a:gs>
                        <a:gs pos="0">
                          <a:srgbClr val="AFAFAF"/>
                        </a:gs>
                        <a:gs pos="15000">
                          <a:srgbClr val="FFFFFF"/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algn="ctr"/>
                      <a:endParaRPr lang="de-DE" sz="1400"/>
                    </a:p>
                  </p:txBody>
                </p:sp>
              </p:grpSp>
              <p:sp>
                <p:nvSpPr>
                  <p:cNvPr id="1240" name="Rechteck 1239"/>
                  <p:cNvSpPr/>
                  <p:nvPr/>
                </p:nvSpPr>
                <p:spPr bwMode="gray">
                  <a:xfrm>
                    <a:off x="1682686" y="4642184"/>
                    <a:ext cx="2118946" cy="233154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sp>
              <p:nvSpPr>
                <p:cNvPr id="1241" name="Rechteckige Legende 1240"/>
                <p:cNvSpPr/>
                <p:nvPr/>
              </p:nvSpPr>
              <p:spPr bwMode="gray">
                <a:xfrm>
                  <a:off x="3331330" y="4559209"/>
                  <a:ext cx="861838" cy="432384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3200" b="1" smtClean="0">
                      <a:solidFill>
                        <a:schemeClr val="accent1"/>
                      </a:solidFill>
                    </a:rPr>
                    <a:t>87%</a:t>
                  </a:r>
                  <a:endParaRPr lang="de-DE" sz="32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242" name="Rechteckige Legende 1241"/>
                <p:cNvSpPr/>
                <p:nvPr/>
              </p:nvSpPr>
              <p:spPr bwMode="gray">
                <a:xfrm>
                  <a:off x="2297318" y="3899748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400" smtClean="0">
                      <a:solidFill>
                        <a:srgbClr val="7D7D7D"/>
                      </a:solidFill>
                    </a:rPr>
                    <a:t>36%</a:t>
                  </a:r>
                  <a:endParaRPr lang="de-DE" sz="14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243" name="Rechteckige Legende 1242"/>
                <p:cNvSpPr/>
                <p:nvPr/>
              </p:nvSpPr>
              <p:spPr bwMode="gray">
                <a:xfrm>
                  <a:off x="2759140" y="4351615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400" smtClean="0">
                      <a:solidFill>
                        <a:srgbClr val="7D7D7D"/>
                      </a:solidFill>
                    </a:rPr>
                    <a:t>53%</a:t>
                  </a:r>
                  <a:endParaRPr lang="de-DE" sz="14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244" name="Rechteckige Legende 1243"/>
                <p:cNvSpPr/>
                <p:nvPr/>
              </p:nvSpPr>
              <p:spPr bwMode="gray">
                <a:xfrm>
                  <a:off x="3226751" y="5264575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400" smtClean="0">
                      <a:solidFill>
                        <a:srgbClr val="7D7D7D"/>
                      </a:solidFill>
                    </a:rPr>
                    <a:t>72%</a:t>
                  </a:r>
                  <a:endParaRPr lang="de-DE" sz="1400">
                    <a:solidFill>
                      <a:srgbClr val="7D7D7D"/>
                    </a:solidFill>
                  </a:endParaRPr>
                </a:p>
              </p:txBody>
            </p:sp>
          </p:grpSp>
        </p:grpSp>
        <p:grpSp>
          <p:nvGrpSpPr>
            <p:cNvPr id="1600" name="Gruppieren 1599"/>
            <p:cNvGrpSpPr/>
            <p:nvPr/>
          </p:nvGrpSpPr>
          <p:grpSpPr bwMode="gray">
            <a:xfrm>
              <a:off x="4634901" y="3466131"/>
              <a:ext cx="4205333" cy="1404945"/>
              <a:chOff x="4634901" y="3466131"/>
              <a:chExt cx="4205333" cy="1404945"/>
            </a:xfrm>
          </p:grpSpPr>
          <p:sp>
            <p:nvSpPr>
              <p:cNvPr id="1395" name="Textfeld 1394"/>
              <p:cNvSpPr txBox="1"/>
              <p:nvPr/>
            </p:nvSpPr>
            <p:spPr bwMode="gray">
              <a:xfrm>
                <a:off x="4634901" y="3466131"/>
                <a:ext cx="3936012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397" name="Textfeld 1396"/>
              <p:cNvSpPr txBox="1"/>
              <p:nvPr/>
            </p:nvSpPr>
            <p:spPr bwMode="gray">
              <a:xfrm>
                <a:off x="6229130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poor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Textfeld 1397"/>
              <p:cNvSpPr txBox="1"/>
              <p:nvPr/>
            </p:nvSpPr>
            <p:spPr bwMode="gray">
              <a:xfrm>
                <a:off x="6750907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ok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Textfeld 1398"/>
              <p:cNvSpPr txBox="1"/>
              <p:nvPr/>
            </p:nvSpPr>
            <p:spPr bwMode="gray">
              <a:xfrm>
                <a:off x="7261210" y="4565984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good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Textfeld 1400"/>
              <p:cNvSpPr txBox="1"/>
              <p:nvPr/>
            </p:nvSpPr>
            <p:spPr bwMode="gray">
              <a:xfrm>
                <a:off x="7656473" y="4565984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900" smtClean="0">
                    <a:solidFill>
                      <a:prstClr val="black"/>
                    </a:solidFill>
                  </a:rPr>
                  <a:t>superior</a:t>
                </a:r>
                <a:endParaRPr lang="de-DE" sz="90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Textfeld 1401"/>
              <p:cNvSpPr txBox="1"/>
              <p:nvPr/>
            </p:nvSpPr>
            <p:spPr bwMode="gray">
              <a:xfrm>
                <a:off x="8167754" y="4565984"/>
                <a:ext cx="67248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exzellent</a:t>
                </a:r>
                <a:endParaRPr lang="de-DE" sz="900"/>
              </a:p>
            </p:txBody>
          </p:sp>
          <p:sp>
            <p:nvSpPr>
              <p:cNvPr id="1403" name="Textfeld 1402"/>
              <p:cNvSpPr txBox="1"/>
              <p:nvPr/>
            </p:nvSpPr>
            <p:spPr bwMode="gray">
              <a:xfrm>
                <a:off x="4634901" y="3890114"/>
                <a:ext cx="1296000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 text</a:t>
                </a:r>
                <a:endParaRPr lang="de-DE" sz="1000"/>
              </a:p>
            </p:txBody>
          </p:sp>
          <p:sp>
            <p:nvSpPr>
              <p:cNvPr id="1404" name="Textfeld 1403"/>
              <p:cNvSpPr txBox="1"/>
              <p:nvPr/>
            </p:nvSpPr>
            <p:spPr bwMode="gray">
              <a:xfrm>
                <a:off x="4634901" y="4271262"/>
                <a:ext cx="1296000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This is a placeholder</a:t>
                </a:r>
                <a:endParaRPr lang="de-DE" sz="1000"/>
              </a:p>
            </p:txBody>
          </p:sp>
          <p:grpSp>
            <p:nvGrpSpPr>
              <p:cNvPr id="1407" name="Gruppieren 1406"/>
              <p:cNvGrpSpPr/>
              <p:nvPr/>
            </p:nvGrpSpPr>
            <p:grpSpPr bwMode="gray">
              <a:xfrm>
                <a:off x="5930902" y="3890112"/>
                <a:ext cx="2571114" cy="763024"/>
                <a:chOff x="1682686" y="4184835"/>
                <a:chExt cx="3925189" cy="872390"/>
              </a:xfrm>
            </p:grpSpPr>
            <p:grpSp>
              <p:nvGrpSpPr>
                <p:cNvPr id="1512" name="Gruppieren 3"/>
                <p:cNvGrpSpPr/>
                <p:nvPr/>
              </p:nvGrpSpPr>
              <p:grpSpPr bwMode="gray">
                <a:xfrm>
                  <a:off x="1682687" y="4184835"/>
                  <a:ext cx="3925188" cy="872390"/>
                  <a:chOff x="1703149" y="1577324"/>
                  <a:chExt cx="3772898" cy="538804"/>
                </a:xfrm>
              </p:grpSpPr>
              <p:grpSp>
                <p:nvGrpSpPr>
                  <p:cNvPr id="1551" name="Gruppieren 169"/>
                  <p:cNvGrpSpPr/>
                  <p:nvPr/>
                </p:nvGrpSpPr>
                <p:grpSpPr bwMode="gray">
                  <a:xfrm rot="5400000">
                    <a:off x="3320197" y="-39722"/>
                    <a:ext cx="538802" cy="3772897"/>
                    <a:chOff x="1871930" y="1002335"/>
                    <a:chExt cx="2461539" cy="1727685"/>
                  </a:xfrm>
                </p:grpSpPr>
                <p:cxnSp>
                  <p:nvCxnSpPr>
                    <p:cNvPr id="1559" name="Gerade Verbindung 1558"/>
                    <p:cNvCxnSpPr/>
                    <p:nvPr/>
                  </p:nvCxnSpPr>
                  <p:spPr bwMode="gray">
                    <a:xfrm rot="16200000" flipV="1">
                      <a:off x="3102700" y="1153711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60" name="Gerade Verbindung 1559"/>
                    <p:cNvCxnSpPr/>
                    <p:nvPr/>
                  </p:nvCxnSpPr>
                  <p:spPr bwMode="gray">
                    <a:xfrm rot="16200000" flipV="1">
                      <a:off x="3102700" y="808176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61" name="Gerade Verbindung 1560"/>
                    <p:cNvCxnSpPr/>
                    <p:nvPr/>
                  </p:nvCxnSpPr>
                  <p:spPr bwMode="gray">
                    <a:xfrm rot="16200000" flipV="1">
                      <a:off x="3102700" y="462640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62" name="Gerade Verbindung 1561"/>
                    <p:cNvCxnSpPr/>
                    <p:nvPr/>
                  </p:nvCxnSpPr>
                  <p:spPr bwMode="gray">
                    <a:xfrm rot="16200000" flipV="1">
                      <a:off x="3102700" y="-228435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C0C0C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63" name="Gerade Verbindung 1562"/>
                    <p:cNvCxnSpPr/>
                    <p:nvPr/>
                  </p:nvCxnSpPr>
                  <p:spPr bwMode="gray">
                    <a:xfrm rot="16200000" flipV="1">
                      <a:off x="3102700" y="1499250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C0C0C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64" name="Gerade Verbindung 1563"/>
                    <p:cNvCxnSpPr/>
                    <p:nvPr/>
                  </p:nvCxnSpPr>
                  <p:spPr bwMode="gray">
                    <a:xfrm rot="16200000" flipV="1">
                      <a:off x="3102700" y="117104"/>
                      <a:ext cx="0" cy="2461539"/>
                    </a:xfrm>
                    <a:prstGeom prst="line">
                      <a:avLst/>
                    </a:prstGeom>
                    <a:ln>
                      <a:solidFill>
                        <a:srgbClr val="E6E6E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56" name="Rechteck 1555"/>
                  <p:cNvSpPr/>
                  <p:nvPr/>
                </p:nvSpPr>
                <p:spPr bwMode="gray">
                  <a:xfrm>
                    <a:off x="1703150" y="1859792"/>
                    <a:ext cx="3772897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E6E6E6"/>
                      </a:gs>
                      <a:gs pos="0">
                        <a:srgbClr val="7D7D7D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 bwMode="gray">
                  <a:xfrm>
                    <a:off x="1703150" y="1577324"/>
                    <a:ext cx="3772897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E6E6E6"/>
                      </a:gs>
                      <a:gs pos="0">
                        <a:srgbClr val="7D7D7D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 bwMode="gray">
                  <a:xfrm>
                    <a:off x="1703150" y="1577324"/>
                    <a:ext cx="3154468" cy="1440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sp>
              <p:nvSpPr>
                <p:cNvPr id="1514" name="Rechteck 1513"/>
                <p:cNvSpPr/>
                <p:nvPr/>
              </p:nvSpPr>
              <p:spPr bwMode="gray">
                <a:xfrm>
                  <a:off x="1682686" y="4642184"/>
                  <a:ext cx="2118946" cy="233154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</p:grpSp>
          <p:sp>
            <p:nvSpPr>
              <p:cNvPr id="1409" name="Rechteckige Legende 1408"/>
              <p:cNvSpPr/>
              <p:nvPr/>
            </p:nvSpPr>
            <p:spPr bwMode="gray">
              <a:xfrm>
                <a:off x="7754434" y="3605025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82%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sp>
            <p:nvSpPr>
              <p:cNvPr id="1599" name="Rechteckige Legende 1598"/>
              <p:cNvSpPr/>
              <p:nvPr/>
            </p:nvSpPr>
            <p:spPr bwMode="gray">
              <a:xfrm>
                <a:off x="7006008" y="4007169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chemeClr val="accent1"/>
                    </a:solidFill>
                  </a:rPr>
                  <a:t>55%</a:t>
                </a:r>
                <a:endParaRPr lang="de-DE" sz="14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1650" name="Gruppieren 1649"/>
            <p:cNvGrpSpPr/>
            <p:nvPr/>
          </p:nvGrpSpPr>
          <p:grpSpPr bwMode="gray">
            <a:xfrm>
              <a:off x="4634901" y="4934443"/>
              <a:ext cx="2745411" cy="1404945"/>
              <a:chOff x="4634901" y="4934443"/>
              <a:chExt cx="2745411" cy="1404945"/>
            </a:xfrm>
          </p:grpSpPr>
          <p:sp>
            <p:nvSpPr>
              <p:cNvPr id="1602" name="Textfeld 1601"/>
              <p:cNvSpPr txBox="1"/>
              <p:nvPr/>
            </p:nvSpPr>
            <p:spPr bwMode="gray">
              <a:xfrm>
                <a:off x="4634901" y="4934443"/>
                <a:ext cx="2548006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603" name="Textfeld 1602"/>
              <p:cNvSpPr txBox="1"/>
              <p:nvPr/>
            </p:nvSpPr>
            <p:spPr bwMode="gray">
              <a:xfrm>
                <a:off x="5831186" y="6034296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800" smtClean="0">
                    <a:solidFill>
                      <a:prstClr val="black"/>
                    </a:solidFill>
                  </a:rPr>
                  <a:t>poor</a:t>
                </a:r>
                <a:endParaRPr lang="de-DE" sz="800">
                  <a:solidFill>
                    <a:prstClr val="black"/>
                  </a:solidFill>
                </a:endParaRPr>
              </a:p>
            </p:txBody>
          </p:sp>
          <p:sp>
            <p:nvSpPr>
              <p:cNvPr id="1605" name="Textfeld 1604"/>
              <p:cNvSpPr txBox="1"/>
              <p:nvPr/>
            </p:nvSpPr>
            <p:spPr bwMode="gray">
              <a:xfrm>
                <a:off x="6398724" y="6034296"/>
                <a:ext cx="43200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800" smtClean="0">
                    <a:solidFill>
                      <a:prstClr val="black"/>
                    </a:solidFill>
                  </a:rPr>
                  <a:t>good</a:t>
                </a:r>
                <a:endParaRPr lang="de-DE" sz="800">
                  <a:solidFill>
                    <a:prstClr val="black"/>
                  </a:solidFill>
                </a:endParaRPr>
              </a:p>
            </p:txBody>
          </p:sp>
          <p:sp>
            <p:nvSpPr>
              <p:cNvPr id="1631" name="Textfeld 1630"/>
              <p:cNvSpPr txBox="1"/>
              <p:nvPr/>
            </p:nvSpPr>
            <p:spPr bwMode="gray">
              <a:xfrm>
                <a:off x="6984962" y="6034296"/>
                <a:ext cx="395350" cy="30509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800" smtClean="0"/>
                  <a:t>exzellent</a:t>
                </a:r>
                <a:endParaRPr lang="de-DE" sz="800"/>
              </a:p>
            </p:txBody>
          </p:sp>
          <p:sp>
            <p:nvSpPr>
              <p:cNvPr id="1632" name="Textfeld 1631"/>
              <p:cNvSpPr txBox="1"/>
              <p:nvPr/>
            </p:nvSpPr>
            <p:spPr bwMode="gray">
              <a:xfrm>
                <a:off x="4634901" y="5358426"/>
                <a:ext cx="857765" cy="233151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Placeholder</a:t>
                </a:r>
                <a:endParaRPr lang="de-DE" sz="1000"/>
              </a:p>
            </p:txBody>
          </p:sp>
          <p:sp>
            <p:nvSpPr>
              <p:cNvPr id="1633" name="Textfeld 1632"/>
              <p:cNvSpPr txBox="1"/>
              <p:nvPr/>
            </p:nvSpPr>
            <p:spPr bwMode="gray">
              <a:xfrm>
                <a:off x="4634901" y="5745924"/>
                <a:ext cx="857765" cy="233154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 anchor="ctr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r"/>
                <a:r>
                  <a:rPr lang="de-DE" sz="1000" smtClean="0"/>
                  <a:t>Description</a:t>
                </a:r>
                <a:endParaRPr lang="de-DE" sz="1000"/>
              </a:p>
            </p:txBody>
          </p:sp>
          <p:sp>
            <p:nvSpPr>
              <p:cNvPr id="1635" name="Rechteckige Legende 1634"/>
              <p:cNvSpPr/>
              <p:nvPr/>
            </p:nvSpPr>
            <p:spPr bwMode="gray">
              <a:xfrm>
                <a:off x="6588570" y="5078302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smtClean="0">
                    <a:solidFill>
                      <a:srgbClr val="7D7D7D"/>
                    </a:solidFill>
                  </a:rPr>
                  <a:t>82%</a:t>
                </a:r>
                <a:endParaRPr lang="de-DE" sz="140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1649" name="Gruppieren 1648"/>
              <p:cNvGrpSpPr/>
              <p:nvPr/>
            </p:nvGrpSpPr>
            <p:grpSpPr bwMode="gray">
              <a:xfrm>
                <a:off x="5477712" y="5358424"/>
                <a:ext cx="1705195" cy="763024"/>
                <a:chOff x="5477712" y="5358424"/>
                <a:chExt cx="1758584" cy="763024"/>
              </a:xfrm>
            </p:grpSpPr>
            <p:cxnSp>
              <p:nvCxnSpPr>
                <p:cNvPr id="1643" name="Gerade Verbindung 1642"/>
                <p:cNvCxnSpPr/>
                <p:nvPr/>
              </p:nvCxnSpPr>
              <p:spPr bwMode="gray">
                <a:xfrm flipV="1">
                  <a:off x="6063906" y="5358427"/>
                  <a:ext cx="0" cy="763021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45" name="Gerade Verbindung 1644"/>
                <p:cNvCxnSpPr/>
                <p:nvPr/>
              </p:nvCxnSpPr>
              <p:spPr bwMode="gray">
                <a:xfrm flipV="1">
                  <a:off x="6650101" y="5358427"/>
                  <a:ext cx="0" cy="763021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40" name="Rechteck 1639"/>
                <p:cNvSpPr/>
                <p:nvPr/>
              </p:nvSpPr>
              <p:spPr bwMode="gray">
                <a:xfrm>
                  <a:off x="5477712" y="5758439"/>
                  <a:ext cx="1758584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41" name="Rechteck 1640"/>
                <p:cNvSpPr/>
                <p:nvPr/>
              </p:nvSpPr>
              <p:spPr bwMode="gray">
                <a:xfrm>
                  <a:off x="5477712" y="5358424"/>
                  <a:ext cx="1758584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42" name="Rechteck 1641"/>
                <p:cNvSpPr/>
                <p:nvPr/>
              </p:nvSpPr>
              <p:spPr bwMode="gray">
                <a:xfrm>
                  <a:off x="5477712" y="5358424"/>
                  <a:ext cx="1470328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38" name="Rechteck 1637"/>
                <p:cNvSpPr/>
                <p:nvPr/>
              </p:nvSpPr>
              <p:spPr bwMode="gray">
                <a:xfrm>
                  <a:off x="5477712" y="5758438"/>
                  <a:ext cx="949341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cxnSp>
              <p:nvCxnSpPr>
                <p:cNvPr id="1646" name="Gerade Verbindung 1645"/>
                <p:cNvCxnSpPr/>
                <p:nvPr/>
              </p:nvCxnSpPr>
              <p:spPr bwMode="gray">
                <a:xfrm flipV="1">
                  <a:off x="7236296" y="5358427"/>
                  <a:ext cx="0" cy="763021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47" name="Gerade Verbindung 1646"/>
                <p:cNvCxnSpPr/>
                <p:nvPr/>
              </p:nvCxnSpPr>
              <p:spPr bwMode="gray">
                <a:xfrm flipV="1">
                  <a:off x="5477712" y="5358427"/>
                  <a:ext cx="0" cy="763021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36" name="Rechteckige Legende 1635"/>
              <p:cNvSpPr/>
              <p:nvPr/>
            </p:nvSpPr>
            <p:spPr bwMode="gray">
              <a:xfrm>
                <a:off x="6078512" y="5475481"/>
                <a:ext cx="436488" cy="214842"/>
              </a:xfrm>
              <a:prstGeom prst="wedgeRectCallout">
                <a:avLst>
                  <a:gd name="adj1" fmla="val 21881"/>
                  <a:gd name="adj2" fmla="val 66274"/>
                </a:avLst>
              </a:prstGeom>
              <a:solidFill>
                <a:srgbClr val="FFFFFF"/>
              </a:solidFill>
              <a:ln w="6350">
                <a:solidFill>
                  <a:srgbClr val="C0C0C0"/>
                </a:solidFill>
                <a:round/>
                <a:headEnd/>
                <a:tailEnd/>
              </a:ln>
              <a:effectLst>
                <a:outerShdw blurRad="50800" dist="12700" dir="2700000" algn="tl" rotWithShape="0">
                  <a:prstClr val="black">
                    <a:alpha val="30000"/>
                  </a:prstClr>
                </a:outerShdw>
              </a:effectLst>
            </p:spPr>
            <p:txBody>
              <a:bodyPr lIns="0" rIns="0" rtlCol="0" anchor="ctr"/>
              <a:lstStyle/>
              <a:p>
                <a:pPr algn="ctr"/>
                <a:r>
                  <a:rPr lang="de-DE" sz="1400" b="1" smtClean="0">
                    <a:solidFill>
                      <a:schemeClr val="accent1"/>
                    </a:solidFill>
                  </a:rPr>
                  <a:t>55%</a:t>
                </a:r>
                <a:endParaRPr lang="de-DE" sz="1400" b="1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1691" name="Gruppieren 1690"/>
            <p:cNvGrpSpPr/>
            <p:nvPr/>
          </p:nvGrpSpPr>
          <p:grpSpPr bwMode="gray">
            <a:xfrm>
              <a:off x="325434" y="500233"/>
              <a:ext cx="2779354" cy="2873594"/>
              <a:chOff x="325434" y="500233"/>
              <a:chExt cx="2779354" cy="2873594"/>
            </a:xfrm>
          </p:grpSpPr>
          <p:sp>
            <p:nvSpPr>
              <p:cNvPr id="1652" name="Textfeld 1651"/>
              <p:cNvSpPr txBox="1"/>
              <p:nvPr/>
            </p:nvSpPr>
            <p:spPr bwMode="gray">
              <a:xfrm>
                <a:off x="394014" y="500233"/>
                <a:ext cx="2548006" cy="358701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b="1" smtClean="0">
                    <a:solidFill>
                      <a:schemeClr val="accent1">
                        <a:lumMod val="50000"/>
                      </a:schemeClr>
                    </a:solidFill>
                  </a:rPr>
                  <a:t>Poll Chart </a:t>
                </a:r>
                <a:r>
                  <a:rPr lang="de-DE" smtClean="0">
                    <a:solidFill>
                      <a:schemeClr val="accent1">
                        <a:lumMod val="50000"/>
                      </a:schemeClr>
                    </a:solidFill>
                  </a:rPr>
                  <a:t>Headline</a:t>
                </a:r>
                <a:endParaRPr lang="de-DE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1690" name="Gruppieren 1689"/>
              <p:cNvGrpSpPr/>
              <p:nvPr/>
            </p:nvGrpSpPr>
            <p:grpSpPr bwMode="gray">
              <a:xfrm>
                <a:off x="325434" y="865072"/>
                <a:ext cx="2779354" cy="2508755"/>
                <a:chOff x="325434" y="865072"/>
                <a:chExt cx="2779354" cy="2508755"/>
              </a:xfrm>
            </p:grpSpPr>
            <p:cxnSp>
              <p:nvCxnSpPr>
                <p:cNvPr id="1661" name="Gerade Verbindung 1660"/>
                <p:cNvCxnSpPr/>
                <p:nvPr/>
              </p:nvCxnSpPr>
              <p:spPr bwMode="gray">
                <a:xfrm flipV="1">
                  <a:off x="1736643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62" name="Gerade Verbindung 1661"/>
                <p:cNvCxnSpPr/>
                <p:nvPr/>
              </p:nvCxnSpPr>
              <p:spPr bwMode="gray">
                <a:xfrm flipV="1">
                  <a:off x="2305041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E6E6E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53" name="Textfeld 1652"/>
                <p:cNvSpPr txBox="1"/>
                <p:nvPr/>
              </p:nvSpPr>
              <p:spPr bwMode="gray">
                <a:xfrm>
                  <a:off x="1521719" y="306873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prstClr val="black"/>
                      </a:solidFill>
                    </a:rPr>
                    <a:t>poor</a:t>
                  </a:r>
                  <a:endParaRPr lang="de-DE" sz="8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54" name="Textfeld 1653"/>
                <p:cNvSpPr txBox="1"/>
                <p:nvPr/>
              </p:nvSpPr>
              <p:spPr bwMode="gray">
                <a:xfrm>
                  <a:off x="2089257" y="3068735"/>
                  <a:ext cx="432000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800" smtClean="0">
                      <a:solidFill>
                        <a:prstClr val="black"/>
                      </a:solidFill>
                    </a:rPr>
                    <a:t>good</a:t>
                  </a:r>
                  <a:endParaRPr lang="de-DE" sz="80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55" name="Textfeld 1654"/>
                <p:cNvSpPr txBox="1"/>
                <p:nvPr/>
              </p:nvSpPr>
              <p:spPr bwMode="gray">
                <a:xfrm>
                  <a:off x="2641552" y="3068735"/>
                  <a:ext cx="463236" cy="30509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800" smtClean="0"/>
                    <a:t>exzellent</a:t>
                  </a:r>
                  <a:endParaRPr lang="de-DE" sz="800"/>
                </a:p>
              </p:txBody>
            </p:sp>
            <p:sp>
              <p:nvSpPr>
                <p:cNvPr id="1656" name="Textfeld 1655"/>
                <p:cNvSpPr txBox="1"/>
                <p:nvPr/>
              </p:nvSpPr>
              <p:spPr bwMode="gray">
                <a:xfrm>
                  <a:off x="325434" y="1132496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657" name="Textfeld 1656"/>
                <p:cNvSpPr txBox="1"/>
                <p:nvPr/>
              </p:nvSpPr>
              <p:spPr bwMode="gray">
                <a:xfrm>
                  <a:off x="325434" y="1513644"/>
                  <a:ext cx="857765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Description</a:t>
                  </a:r>
                  <a:endParaRPr lang="de-DE" sz="1000"/>
                </a:p>
              </p:txBody>
            </p:sp>
            <p:sp>
              <p:nvSpPr>
                <p:cNvPr id="1658" name="Rechteckige Legende 1657"/>
                <p:cNvSpPr/>
                <p:nvPr/>
              </p:nvSpPr>
              <p:spPr bwMode="gray">
                <a:xfrm>
                  <a:off x="2279103" y="865072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78%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664" name="Rechteck 1663"/>
                <p:cNvSpPr/>
                <p:nvPr/>
              </p:nvSpPr>
              <p:spPr bwMode="gray">
                <a:xfrm>
                  <a:off x="1168245" y="1145194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65" name="Rechteck 1664"/>
                <p:cNvSpPr/>
                <p:nvPr/>
              </p:nvSpPr>
              <p:spPr bwMode="gray">
                <a:xfrm>
                  <a:off x="1168245" y="1145194"/>
                  <a:ext cx="1425690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63" name="Rechteck 1662"/>
                <p:cNvSpPr/>
                <p:nvPr/>
              </p:nvSpPr>
              <p:spPr bwMode="gray">
                <a:xfrm>
                  <a:off x="1168245" y="1535200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66" name="Rechteck 1665"/>
                <p:cNvSpPr/>
                <p:nvPr/>
              </p:nvSpPr>
              <p:spPr bwMode="gray">
                <a:xfrm>
                  <a:off x="1168245" y="1535199"/>
                  <a:ext cx="920520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cxnSp>
              <p:nvCxnSpPr>
                <p:cNvPr id="1667" name="Gerade Verbindung 1666"/>
                <p:cNvCxnSpPr/>
                <p:nvPr/>
              </p:nvCxnSpPr>
              <p:spPr bwMode="gray">
                <a:xfrm flipV="1">
                  <a:off x="2873440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68" name="Gerade Verbindung 1667"/>
                <p:cNvCxnSpPr/>
                <p:nvPr/>
              </p:nvCxnSpPr>
              <p:spPr bwMode="gray">
                <a:xfrm flipV="1">
                  <a:off x="1168245" y="1145198"/>
                  <a:ext cx="0" cy="1923538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60" name="Rechteckige Legende 1659"/>
                <p:cNvSpPr/>
                <p:nvPr/>
              </p:nvSpPr>
              <p:spPr bwMode="gray">
                <a:xfrm>
                  <a:off x="1769045" y="1262251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53%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674" name="Rechteck 1673"/>
                <p:cNvSpPr/>
                <p:nvPr/>
              </p:nvSpPr>
              <p:spPr bwMode="gray">
                <a:xfrm>
                  <a:off x="1168245" y="1925205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75" name="Rechteck 1674"/>
                <p:cNvSpPr/>
                <p:nvPr/>
              </p:nvSpPr>
              <p:spPr bwMode="gray">
                <a:xfrm>
                  <a:off x="1168245" y="1925205"/>
                  <a:ext cx="1136796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77" name="Rechteck 1676"/>
                <p:cNvSpPr/>
                <p:nvPr/>
              </p:nvSpPr>
              <p:spPr bwMode="gray">
                <a:xfrm>
                  <a:off x="1168245" y="2315211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78" name="Rechteck 1677"/>
                <p:cNvSpPr/>
                <p:nvPr/>
              </p:nvSpPr>
              <p:spPr bwMode="gray">
                <a:xfrm>
                  <a:off x="1168244" y="2315210"/>
                  <a:ext cx="1542891" cy="203925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80" name="Rechteck 1679"/>
                <p:cNvSpPr/>
                <p:nvPr/>
              </p:nvSpPr>
              <p:spPr bwMode="gray">
                <a:xfrm>
                  <a:off x="1168245" y="2705216"/>
                  <a:ext cx="1705195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E6E6E6"/>
                    </a:gs>
                    <a:gs pos="0">
                      <a:srgbClr val="7D7D7D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81" name="Rechteck 1680"/>
                <p:cNvSpPr/>
                <p:nvPr/>
              </p:nvSpPr>
              <p:spPr bwMode="gray">
                <a:xfrm>
                  <a:off x="1168245" y="2705215"/>
                  <a:ext cx="600800" cy="203925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540000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1682" name="Textfeld 1681"/>
                <p:cNvSpPr txBox="1"/>
                <p:nvPr/>
              </p:nvSpPr>
              <p:spPr bwMode="gray">
                <a:xfrm>
                  <a:off x="325434" y="1916832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683" name="Textfeld 1682"/>
                <p:cNvSpPr txBox="1"/>
                <p:nvPr/>
              </p:nvSpPr>
              <p:spPr bwMode="gray">
                <a:xfrm>
                  <a:off x="325434" y="2297980"/>
                  <a:ext cx="857765" cy="233154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Description</a:t>
                  </a:r>
                  <a:endParaRPr lang="de-DE" sz="1000"/>
                </a:p>
              </p:txBody>
            </p:sp>
            <p:sp>
              <p:nvSpPr>
                <p:cNvPr id="1684" name="Textfeld 1683"/>
                <p:cNvSpPr txBox="1"/>
                <p:nvPr/>
              </p:nvSpPr>
              <p:spPr bwMode="gray">
                <a:xfrm>
                  <a:off x="325434" y="2696220"/>
                  <a:ext cx="857765" cy="233151"/>
                </a:xfrm>
                <a:prstGeom prst="rect">
                  <a:avLst/>
                </a:prstGeom>
                <a:noFill/>
              </p:spPr>
              <p:txBody>
                <a:bodyPr wrap="square" lIns="72000" tIns="0" rIns="108000" bIns="0" rtlCol="0" anchor="ctr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r"/>
                  <a:r>
                    <a:rPr lang="de-DE" sz="1000" smtClean="0"/>
                    <a:t>Placeholder</a:t>
                  </a:r>
                  <a:endParaRPr lang="de-DE" sz="1000"/>
                </a:p>
              </p:txBody>
            </p:sp>
            <p:sp>
              <p:nvSpPr>
                <p:cNvPr id="1685" name="Rechteckige Legende 1684"/>
                <p:cNvSpPr/>
                <p:nvPr/>
              </p:nvSpPr>
              <p:spPr bwMode="gray">
                <a:xfrm>
                  <a:off x="1987289" y="1659323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65%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1686" name="Rechteckige Legende 1685"/>
                <p:cNvSpPr/>
                <p:nvPr/>
              </p:nvSpPr>
              <p:spPr bwMode="gray">
                <a:xfrm>
                  <a:off x="2393361" y="2042562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400" b="1" smtClean="0">
                      <a:solidFill>
                        <a:schemeClr val="accent1"/>
                      </a:solidFill>
                    </a:rPr>
                    <a:t>84%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687" name="Rechteckige Legende 1686"/>
                <p:cNvSpPr/>
                <p:nvPr/>
              </p:nvSpPr>
              <p:spPr bwMode="gray">
                <a:xfrm>
                  <a:off x="1458092" y="2430063"/>
                  <a:ext cx="436488" cy="214842"/>
                </a:xfrm>
                <a:prstGeom prst="wedgeRectCallout">
                  <a:avLst>
                    <a:gd name="adj1" fmla="val 21881"/>
                    <a:gd name="adj2" fmla="val 66274"/>
                  </a:avLst>
                </a:prstGeom>
                <a:solidFill>
                  <a:srgbClr val="FFFFFF"/>
                </a:solidFill>
                <a:ln w="6350">
                  <a:solidFill>
                    <a:srgbClr val="C0C0C0"/>
                  </a:solidFill>
                  <a:round/>
                  <a:headEnd/>
                  <a:tailEnd/>
                </a:ln>
                <a:effectLst>
                  <a:outerShdw blurRad="50800" dist="127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lIns="0" rIns="0" rtlCol="0" anchor="ctr"/>
                <a:lstStyle/>
                <a:p>
                  <a:pPr algn="ctr"/>
                  <a:r>
                    <a:rPr lang="de-DE" sz="1200" smtClean="0">
                      <a:solidFill>
                        <a:srgbClr val="7D7D7D"/>
                      </a:solidFill>
                    </a:rPr>
                    <a:t>30%</a:t>
                  </a:r>
                  <a:endParaRPr lang="de-DE" sz="1200">
                    <a:solidFill>
                      <a:srgbClr val="7D7D7D"/>
                    </a:solidFill>
                  </a:endParaRPr>
                </a:p>
              </p:txBody>
            </p:sp>
          </p:grpSp>
          <p:sp>
            <p:nvSpPr>
              <p:cNvPr id="1688" name="Rechteck 1687"/>
              <p:cNvSpPr/>
              <p:nvPr/>
            </p:nvSpPr>
            <p:spPr bwMode="gray">
              <a:xfrm>
                <a:off x="393036" y="796454"/>
                <a:ext cx="1788935" cy="283460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prstClr val="black"/>
                    </a:solidFill>
                  </a:rPr>
                  <a:t>Dies ist ein Platzhaltertext.</a:t>
                </a:r>
                <a:endParaRPr lang="de-DE" sz="110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7" name="Rechteck 146"/>
            <p:cNvSpPr/>
            <p:nvPr/>
          </p:nvSpPr>
          <p:spPr bwMode="gray">
            <a:xfrm>
              <a:off x="7481190" y="4956826"/>
              <a:ext cx="1267130" cy="140440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ieren 2"/>
          <p:cNvGrpSpPr/>
          <p:nvPr/>
        </p:nvGrpSpPr>
        <p:grpSpPr>
          <a:xfrm>
            <a:off x="393449" y="451276"/>
            <a:ext cx="8389145" cy="5909958"/>
            <a:chOff x="393449" y="451276"/>
            <a:chExt cx="8389145" cy="5909958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" name="Gruppieren 144"/>
            <p:cNvGrpSpPr/>
            <p:nvPr/>
          </p:nvGrpSpPr>
          <p:grpSpPr bwMode="gray">
            <a:xfrm>
              <a:off x="393449" y="3495616"/>
              <a:ext cx="4103125" cy="2862789"/>
              <a:chOff x="393449" y="493980"/>
              <a:chExt cx="4103125" cy="2862789"/>
            </a:xfrm>
          </p:grpSpPr>
          <p:sp>
            <p:nvSpPr>
              <p:cNvPr id="147" name="Textfeld 146"/>
              <p:cNvSpPr txBox="1"/>
              <p:nvPr/>
            </p:nvSpPr>
            <p:spPr bwMode="gray">
              <a:xfrm>
                <a:off x="393449" y="493980"/>
                <a:ext cx="4103125" cy="545707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36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48" name="Rechteck 147"/>
              <p:cNvSpPr/>
              <p:nvPr/>
            </p:nvSpPr>
            <p:spPr bwMode="gray">
              <a:xfrm>
                <a:off x="393450" y="1039687"/>
                <a:ext cx="4103124" cy="53498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400" noProof="1" smtClean="0">
                    <a:solidFill>
                      <a:srgbClr val="000000"/>
                    </a:solidFill>
                  </a:rPr>
                  <a:t>Subheadline for further information on the topic </a:t>
                </a:r>
                <a:br>
                  <a:rPr lang="de-DE" sz="1400" noProof="1" smtClean="0">
                    <a:solidFill>
                      <a:srgbClr val="000000"/>
                    </a:solidFill>
                  </a:rPr>
                </a:br>
                <a:r>
                  <a:rPr lang="de-DE" sz="1400" noProof="1" smtClean="0">
                    <a:solidFill>
                      <a:srgbClr val="000000"/>
                    </a:solidFill>
                  </a:rPr>
                  <a:t>or short introduction.</a:t>
                </a:r>
                <a:endParaRPr lang="de-DE" sz="1600" noProof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9" name="Rechteck 148"/>
              <p:cNvSpPr/>
              <p:nvPr/>
            </p:nvSpPr>
            <p:spPr bwMode="gray">
              <a:xfrm>
                <a:off x="393450" y="2655033"/>
                <a:ext cx="4103124" cy="701736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b="1" noProof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1050" noProof="1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1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150" name="Freeform 8"/>
              <p:cNvSpPr>
                <a:spLocks noEditPoints="1"/>
              </p:cNvSpPr>
              <p:nvPr/>
            </p:nvSpPr>
            <p:spPr bwMode="gray">
              <a:xfrm rot="21026752" flipV="1">
                <a:off x="2806295" y="1928637"/>
                <a:ext cx="749632" cy="2206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51" name="Freeform 8"/>
              <p:cNvSpPr>
                <a:spLocks noEditPoints="1"/>
              </p:cNvSpPr>
              <p:nvPr/>
            </p:nvSpPr>
            <p:spPr bwMode="gray">
              <a:xfrm rot="21026752" flipV="1">
                <a:off x="1215094" y="1928637"/>
                <a:ext cx="749632" cy="2206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52" name="Rechteck 151"/>
              <p:cNvSpPr/>
              <p:nvPr/>
            </p:nvSpPr>
            <p:spPr bwMode="gray">
              <a:xfrm>
                <a:off x="529214" y="2296700"/>
                <a:ext cx="1448625" cy="358332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800" noProof="1" smtClean="0">
                    <a:solidFill>
                      <a:srgbClr val="7D7D7D"/>
                    </a:solidFill>
                  </a:rPr>
                  <a:t>This is a placeholder text, </a:t>
                </a:r>
                <a:br>
                  <a:rPr lang="de-DE" sz="800" noProof="1" smtClean="0">
                    <a:solidFill>
                      <a:srgbClr val="7D7D7D"/>
                    </a:solidFill>
                  </a:rPr>
                </a:br>
                <a:r>
                  <a:rPr lang="de-DE" sz="800" noProof="1" smtClean="0">
                    <a:solidFill>
                      <a:srgbClr val="7D7D7D"/>
                    </a:solidFill>
                  </a:rPr>
                  <a:t>it can be replaced.</a:t>
                </a:r>
                <a:endParaRPr lang="de-DE" sz="8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153" name="Rechteck 152"/>
              <p:cNvSpPr/>
              <p:nvPr/>
            </p:nvSpPr>
            <p:spPr bwMode="gray">
              <a:xfrm>
                <a:off x="2120416" y="2296700"/>
                <a:ext cx="1448625" cy="358332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800" noProof="1" smtClean="0">
                    <a:solidFill>
                      <a:srgbClr val="7D7D7D"/>
                    </a:solidFill>
                  </a:rPr>
                  <a:t>This is a placeholder text, </a:t>
                </a:r>
                <a:br>
                  <a:rPr lang="de-DE" sz="800" noProof="1" smtClean="0">
                    <a:solidFill>
                      <a:srgbClr val="7D7D7D"/>
                    </a:solidFill>
                  </a:rPr>
                </a:br>
                <a:r>
                  <a:rPr lang="de-DE" sz="800" noProof="1" smtClean="0">
                    <a:solidFill>
                      <a:srgbClr val="7D7D7D"/>
                    </a:solidFill>
                  </a:rPr>
                  <a:t>it can be replaced.</a:t>
                </a:r>
                <a:endParaRPr lang="de-DE" sz="800" noProof="1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154" name="Gruppieren 577"/>
              <p:cNvGrpSpPr/>
              <p:nvPr/>
            </p:nvGrpSpPr>
            <p:grpSpPr bwMode="gray">
              <a:xfrm>
                <a:off x="3657600" y="1567051"/>
                <a:ext cx="661089" cy="1026562"/>
                <a:chOff x="2950574" y="2385072"/>
                <a:chExt cx="1337201" cy="2076450"/>
              </a:xfrm>
            </p:grpSpPr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gray">
                <a:xfrm>
                  <a:off x="2950574" y="2385072"/>
                  <a:ext cx="109258" cy="2076450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64" name="Rectangle 7"/>
                <p:cNvSpPr>
                  <a:spLocks noChangeArrowheads="1"/>
                </p:cNvSpPr>
                <p:nvPr/>
              </p:nvSpPr>
              <p:spPr bwMode="gray">
                <a:xfrm>
                  <a:off x="2950574" y="2475560"/>
                  <a:ext cx="109258" cy="82550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65" name="Freeform 6"/>
                <p:cNvSpPr>
                  <a:spLocks/>
                </p:cNvSpPr>
                <p:nvPr/>
              </p:nvSpPr>
              <p:spPr bwMode="gray">
                <a:xfrm>
                  <a:off x="3059832" y="2475560"/>
                  <a:ext cx="1227943" cy="82550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1">
                        <a:lumMod val="60000"/>
                        <a:lumOff val="4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155" name="Gruppieren 581"/>
              <p:cNvGrpSpPr/>
              <p:nvPr/>
            </p:nvGrpSpPr>
            <p:grpSpPr bwMode="gray">
              <a:xfrm>
                <a:off x="2070483" y="1574671"/>
                <a:ext cx="661089" cy="1026562"/>
                <a:chOff x="6577762" y="2385073"/>
                <a:chExt cx="1337201" cy="2076450"/>
              </a:xfrm>
            </p:grpSpPr>
            <p:sp>
              <p:nvSpPr>
                <p:cNvPr id="160" name="Rectangle 5"/>
                <p:cNvSpPr>
                  <a:spLocks noChangeArrowheads="1"/>
                </p:cNvSpPr>
                <p:nvPr/>
              </p:nvSpPr>
              <p:spPr bwMode="gray">
                <a:xfrm>
                  <a:off x="6577762" y="2385073"/>
                  <a:ext cx="109258" cy="2076450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61" name="Rectangle 7"/>
                <p:cNvSpPr>
                  <a:spLocks noChangeArrowheads="1"/>
                </p:cNvSpPr>
                <p:nvPr/>
              </p:nvSpPr>
              <p:spPr bwMode="gray">
                <a:xfrm>
                  <a:off x="6577762" y="2475561"/>
                  <a:ext cx="109258" cy="8255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2" name="Freeform 6"/>
                <p:cNvSpPr>
                  <a:spLocks/>
                </p:cNvSpPr>
                <p:nvPr/>
              </p:nvSpPr>
              <p:spPr bwMode="gray">
                <a:xfrm>
                  <a:off x="6687020" y="2475561"/>
                  <a:ext cx="1227943" cy="82550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156" name="Gruppieren 585"/>
              <p:cNvGrpSpPr/>
              <p:nvPr/>
            </p:nvGrpSpPr>
            <p:grpSpPr bwMode="gray">
              <a:xfrm>
                <a:off x="478182" y="1574671"/>
                <a:ext cx="661089" cy="1026562"/>
                <a:chOff x="6577762" y="2385073"/>
                <a:chExt cx="1337201" cy="2076450"/>
              </a:xfrm>
            </p:grpSpPr>
            <p:sp>
              <p:nvSpPr>
                <p:cNvPr id="157" name="Rectangle 5"/>
                <p:cNvSpPr>
                  <a:spLocks noChangeArrowheads="1"/>
                </p:cNvSpPr>
                <p:nvPr/>
              </p:nvSpPr>
              <p:spPr bwMode="gray">
                <a:xfrm>
                  <a:off x="6577762" y="2385073"/>
                  <a:ext cx="109258" cy="2076450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58" name="Rectangle 7"/>
                <p:cNvSpPr>
                  <a:spLocks noChangeArrowheads="1"/>
                </p:cNvSpPr>
                <p:nvPr/>
              </p:nvSpPr>
              <p:spPr bwMode="gray">
                <a:xfrm>
                  <a:off x="6577762" y="2475561"/>
                  <a:ext cx="109258" cy="82550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>
                        <a:lumMod val="40000"/>
                        <a:lumOff val="6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59" name="Freeform 6"/>
                <p:cNvSpPr>
                  <a:spLocks/>
                </p:cNvSpPr>
                <p:nvPr/>
              </p:nvSpPr>
              <p:spPr bwMode="gray">
                <a:xfrm>
                  <a:off x="6687020" y="2475561"/>
                  <a:ext cx="1227943" cy="82550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40000"/>
                        <a:lumOff val="60000"/>
                      </a:schemeClr>
                    </a:gs>
                    <a:gs pos="100000">
                      <a:schemeClr val="accent1">
                        <a:lumMod val="20000"/>
                        <a:lumOff val="8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</p:grpSp>
        <p:sp>
          <p:nvSpPr>
            <p:cNvPr id="167" name="Textfeld 166"/>
            <p:cNvSpPr txBox="1"/>
            <p:nvPr/>
          </p:nvSpPr>
          <p:spPr bwMode="gray">
            <a:xfrm>
              <a:off x="3197569" y="451276"/>
              <a:ext cx="4103125" cy="545707"/>
            </a:xfrm>
            <a:prstGeom prst="rect">
              <a:avLst/>
            </a:prstGeom>
            <a:noFill/>
          </p:spPr>
          <p:txBody>
            <a:bodyPr wrap="square" lIns="72000" tIns="0" rIns="180000" bIns="0" rtlCol="0">
              <a:noAutofit/>
            </a:bodyPr>
            <a:lstStyle/>
            <a:p>
              <a:pPr lvl="0">
                <a:lnSpc>
                  <a:spcPct val="85000"/>
                </a:lnSpc>
                <a:spcAft>
                  <a:spcPts val="300"/>
                </a:spcAft>
              </a:pPr>
              <a:r>
                <a:rPr lang="de-DE" sz="3600" b="1" dirty="0" smtClean="0">
                  <a:solidFill>
                    <a:schemeClr val="accent1">
                      <a:lumMod val="50000"/>
                    </a:schemeClr>
                  </a:solidFill>
                </a:rPr>
                <a:t>Topic</a:t>
              </a:r>
              <a:r>
                <a:rPr lang="de-DE" sz="3600" dirty="0" smtClean="0">
                  <a:solidFill>
                    <a:schemeClr val="accent1">
                      <a:lumMod val="50000"/>
                    </a:schemeClr>
                  </a:solidFill>
                </a:rPr>
                <a:t> </a:t>
              </a:r>
              <a:r>
                <a:rPr lang="en-US" sz="3600" noProof="1" smtClean="0">
                  <a:solidFill>
                    <a:schemeClr val="accent1">
                      <a:lumMod val="50000"/>
                    </a:schemeClr>
                  </a:solidFill>
                </a:rPr>
                <a:t>of Infographic</a:t>
              </a:r>
              <a:endParaRPr lang="en-US" sz="3600" noProof="1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168" name="Rechteck 167"/>
            <p:cNvSpPr/>
            <p:nvPr/>
          </p:nvSpPr>
          <p:spPr bwMode="gray">
            <a:xfrm>
              <a:off x="3197570" y="996983"/>
              <a:ext cx="4103124" cy="534984"/>
            </a:xfrm>
            <a:prstGeom prst="rect">
              <a:avLst/>
            </a:prstGeom>
          </p:spPr>
          <p:txBody>
            <a:bodyPr wrap="square" lIns="7200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de-DE" sz="1400" noProof="1" smtClean="0">
                  <a:solidFill>
                    <a:srgbClr val="000000"/>
                  </a:solidFill>
                </a:rPr>
                <a:t>Subheadline for further information on the topic </a:t>
              </a:r>
              <a:br>
                <a:rPr lang="de-DE" sz="1400" noProof="1" smtClean="0">
                  <a:solidFill>
                    <a:srgbClr val="000000"/>
                  </a:solidFill>
                </a:rPr>
              </a:br>
              <a:r>
                <a:rPr lang="de-DE" sz="1400" noProof="1" smtClean="0">
                  <a:solidFill>
                    <a:srgbClr val="000000"/>
                  </a:solidFill>
                </a:rPr>
                <a:t>or short introduction.</a:t>
              </a:r>
              <a:endParaRPr lang="de-DE" sz="1600" noProof="1">
                <a:solidFill>
                  <a:srgbClr val="000000"/>
                </a:solidFill>
              </a:endParaRPr>
            </a:p>
          </p:txBody>
        </p:sp>
        <p:sp>
          <p:nvSpPr>
            <p:cNvPr id="169" name="Rechteck 168"/>
            <p:cNvSpPr/>
            <p:nvPr/>
          </p:nvSpPr>
          <p:spPr bwMode="gray">
            <a:xfrm>
              <a:off x="3197570" y="2612329"/>
              <a:ext cx="4103124" cy="701736"/>
            </a:xfrm>
            <a:prstGeom prst="rect">
              <a:avLst/>
            </a:prstGeom>
          </p:spPr>
          <p:txBody>
            <a:bodyPr wrap="square" lIns="72000" tIns="7200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de-DE" sz="1050" b="1" noProof="1" smtClean="0">
                  <a:solidFill>
                    <a:schemeClr val="accent1"/>
                  </a:solidFill>
                </a:rPr>
                <a:t>Milestone overview. </a:t>
              </a:r>
              <a:r>
                <a:rPr lang="de-DE" sz="1050" noProof="1" smtClean="0">
                  <a:solidFill>
                    <a:srgbClr val="7D7D7D"/>
                  </a:solidFill>
                </a:rPr>
                <a:t>All additional information can be put here. This includes details such as sources, initial situation, research motivation and background information.</a:t>
              </a:r>
              <a:endParaRPr lang="de-DE" sz="1100" noProof="1">
                <a:solidFill>
                  <a:srgbClr val="7D7D7D"/>
                </a:solidFill>
              </a:endParaRPr>
            </a:p>
          </p:txBody>
        </p:sp>
        <p:sp>
          <p:nvSpPr>
            <p:cNvPr id="172" name="Rechteck 171"/>
            <p:cNvSpPr/>
            <p:nvPr/>
          </p:nvSpPr>
          <p:spPr bwMode="gray">
            <a:xfrm>
              <a:off x="3333334" y="2253996"/>
              <a:ext cx="1448625" cy="358332"/>
            </a:xfrm>
            <a:prstGeom prst="rect">
              <a:avLst/>
            </a:prstGeom>
            <a:noFill/>
          </p:spPr>
          <p:txBody>
            <a:bodyPr wrap="square" lIns="72000" tIns="72000" rIns="108000" bIns="72000" rtlCol="0" anchor="ctr" anchorCtr="0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de-DE" sz="800" noProof="1" smtClean="0">
                  <a:solidFill>
                    <a:srgbClr val="7D7D7D"/>
                  </a:solidFill>
                </a:rPr>
                <a:t>This is a placeholder text, </a:t>
              </a:r>
              <a:br>
                <a:rPr lang="de-DE" sz="800" noProof="1" smtClean="0">
                  <a:solidFill>
                    <a:srgbClr val="7D7D7D"/>
                  </a:solidFill>
                </a:rPr>
              </a:br>
              <a:r>
                <a:rPr lang="de-DE" sz="800" noProof="1" smtClean="0">
                  <a:solidFill>
                    <a:srgbClr val="7D7D7D"/>
                  </a:solidFill>
                </a:rPr>
                <a:t>it can be replaced.</a:t>
              </a:r>
              <a:endParaRPr lang="de-DE" sz="800" noProof="1">
                <a:solidFill>
                  <a:srgbClr val="7D7D7D"/>
                </a:solidFill>
              </a:endParaRPr>
            </a:p>
          </p:txBody>
        </p:sp>
        <p:sp>
          <p:nvSpPr>
            <p:cNvPr id="173" name="Rechteck 172"/>
            <p:cNvSpPr/>
            <p:nvPr/>
          </p:nvSpPr>
          <p:spPr bwMode="gray">
            <a:xfrm>
              <a:off x="4924536" y="2253996"/>
              <a:ext cx="1448625" cy="358332"/>
            </a:xfrm>
            <a:prstGeom prst="rect">
              <a:avLst/>
            </a:prstGeom>
            <a:noFill/>
          </p:spPr>
          <p:txBody>
            <a:bodyPr wrap="square" lIns="72000" tIns="72000" rIns="108000" bIns="72000" rtlCol="0" anchor="ctr" anchorCtr="0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de-DE" sz="800" noProof="1" smtClean="0">
                  <a:solidFill>
                    <a:srgbClr val="7D7D7D"/>
                  </a:solidFill>
                </a:rPr>
                <a:t>This is a placeholder text, </a:t>
              </a:r>
              <a:br>
                <a:rPr lang="de-DE" sz="800" noProof="1" smtClean="0">
                  <a:solidFill>
                    <a:srgbClr val="7D7D7D"/>
                  </a:solidFill>
                </a:rPr>
              </a:br>
              <a:r>
                <a:rPr lang="de-DE" sz="800" noProof="1" smtClean="0">
                  <a:solidFill>
                    <a:srgbClr val="7D7D7D"/>
                  </a:solidFill>
                </a:rPr>
                <a:t>it can be replaced.</a:t>
              </a:r>
              <a:endParaRPr lang="de-DE" sz="800" noProof="1">
                <a:solidFill>
                  <a:srgbClr val="7D7D7D"/>
                </a:solidFill>
              </a:endParaRPr>
            </a:p>
          </p:txBody>
        </p:sp>
        <p:grpSp>
          <p:nvGrpSpPr>
            <p:cNvPr id="2" name="Gruppieren 1"/>
            <p:cNvGrpSpPr/>
            <p:nvPr/>
          </p:nvGrpSpPr>
          <p:grpSpPr>
            <a:xfrm>
              <a:off x="3282302" y="1524347"/>
              <a:ext cx="5288611" cy="1034182"/>
              <a:chOff x="3282302" y="1524347"/>
              <a:chExt cx="5288611" cy="1034182"/>
            </a:xfrm>
          </p:grpSpPr>
          <p:sp>
            <p:nvSpPr>
              <p:cNvPr id="170" name="Freeform 8"/>
              <p:cNvSpPr>
                <a:spLocks noEditPoints="1"/>
              </p:cNvSpPr>
              <p:nvPr/>
            </p:nvSpPr>
            <p:spPr bwMode="gray">
              <a:xfrm rot="21026752" flipV="1">
                <a:off x="5564695" y="1885933"/>
                <a:ext cx="749632" cy="2206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71" name="Freeform 8"/>
              <p:cNvSpPr>
                <a:spLocks noEditPoints="1"/>
              </p:cNvSpPr>
              <p:nvPr/>
            </p:nvSpPr>
            <p:spPr bwMode="gray">
              <a:xfrm rot="21026752" flipV="1">
                <a:off x="3996354" y="1885933"/>
                <a:ext cx="749632" cy="2206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grpSp>
            <p:nvGrpSpPr>
              <p:cNvPr id="294" name="Gruppieren 293"/>
              <p:cNvGrpSpPr/>
              <p:nvPr/>
            </p:nvGrpSpPr>
            <p:grpSpPr bwMode="gray">
              <a:xfrm>
                <a:off x="6367316" y="1524347"/>
                <a:ext cx="661089" cy="1026562"/>
                <a:chOff x="6367316" y="1524347"/>
                <a:chExt cx="661089" cy="1026562"/>
              </a:xfrm>
            </p:grpSpPr>
            <p:sp>
              <p:nvSpPr>
                <p:cNvPr id="183" name="Rectangle 5"/>
                <p:cNvSpPr>
                  <a:spLocks noChangeArrowheads="1"/>
                </p:cNvSpPr>
                <p:nvPr/>
              </p:nvSpPr>
              <p:spPr bwMode="gray">
                <a:xfrm>
                  <a:off x="6367316" y="1524347"/>
                  <a:ext cx="54015" cy="1026562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84" name="Rectangle 7"/>
                <p:cNvSpPr>
                  <a:spLocks noChangeArrowheads="1"/>
                </p:cNvSpPr>
                <p:nvPr/>
              </p:nvSpPr>
              <p:spPr bwMode="gray">
                <a:xfrm>
                  <a:off x="6367316" y="1569083"/>
                  <a:ext cx="54015" cy="408113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5" name="Freeform 6"/>
                <p:cNvSpPr>
                  <a:spLocks/>
                </p:cNvSpPr>
                <p:nvPr/>
              </p:nvSpPr>
              <p:spPr bwMode="gray">
                <a:xfrm>
                  <a:off x="6421331" y="1569083"/>
                  <a:ext cx="607074" cy="408113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5" name="Gruppieren 294"/>
              <p:cNvGrpSpPr/>
              <p:nvPr/>
            </p:nvGrpSpPr>
            <p:grpSpPr bwMode="gray">
              <a:xfrm>
                <a:off x="4824809" y="1531967"/>
                <a:ext cx="661089" cy="1026562"/>
                <a:chOff x="4824809" y="1531967"/>
                <a:chExt cx="661089" cy="1026562"/>
              </a:xfrm>
            </p:grpSpPr>
            <p:sp>
              <p:nvSpPr>
                <p:cNvPr id="180" name="Rectangle 5"/>
                <p:cNvSpPr>
                  <a:spLocks noChangeArrowheads="1"/>
                </p:cNvSpPr>
                <p:nvPr/>
              </p:nvSpPr>
              <p:spPr bwMode="gray">
                <a:xfrm>
                  <a:off x="4824809" y="1531967"/>
                  <a:ext cx="54015" cy="1026562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81" name="Rectangle 7"/>
                <p:cNvSpPr>
                  <a:spLocks noChangeArrowheads="1"/>
                </p:cNvSpPr>
                <p:nvPr/>
              </p:nvSpPr>
              <p:spPr bwMode="gray">
                <a:xfrm>
                  <a:off x="4824809" y="1576703"/>
                  <a:ext cx="54015" cy="408113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>
                        <a:lumMod val="40000"/>
                        <a:lumOff val="6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2" name="Freeform 6"/>
                <p:cNvSpPr>
                  <a:spLocks/>
                </p:cNvSpPr>
                <p:nvPr/>
              </p:nvSpPr>
              <p:spPr bwMode="gray">
                <a:xfrm>
                  <a:off x="4878824" y="1576703"/>
                  <a:ext cx="607074" cy="408113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40000"/>
                        <a:lumOff val="60000"/>
                      </a:schemeClr>
                    </a:gs>
                    <a:gs pos="100000">
                      <a:schemeClr val="accent1">
                        <a:lumMod val="20000"/>
                        <a:lumOff val="8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6" name="Gruppieren 295"/>
              <p:cNvGrpSpPr/>
              <p:nvPr/>
            </p:nvGrpSpPr>
            <p:grpSpPr bwMode="gray">
              <a:xfrm>
                <a:off x="3282302" y="1531967"/>
                <a:ext cx="661089" cy="1026562"/>
                <a:chOff x="3282302" y="1531967"/>
                <a:chExt cx="661089" cy="1026562"/>
              </a:xfrm>
            </p:grpSpPr>
            <p:sp>
              <p:nvSpPr>
                <p:cNvPr id="177" name="Rectangle 5"/>
                <p:cNvSpPr>
                  <a:spLocks noChangeArrowheads="1"/>
                </p:cNvSpPr>
                <p:nvPr/>
              </p:nvSpPr>
              <p:spPr bwMode="gray">
                <a:xfrm>
                  <a:off x="3282302" y="1531967"/>
                  <a:ext cx="54015" cy="1026562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78" name="Rectangle 7"/>
                <p:cNvSpPr>
                  <a:spLocks noChangeArrowheads="1"/>
                </p:cNvSpPr>
                <p:nvPr/>
              </p:nvSpPr>
              <p:spPr bwMode="gray">
                <a:xfrm>
                  <a:off x="3282302" y="1576703"/>
                  <a:ext cx="54015" cy="408113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bg1">
                        <a:lumMod val="75000"/>
                      </a:schemeClr>
                    </a:gs>
                    <a:gs pos="50000">
                      <a:schemeClr val="bg1">
                        <a:lumMod val="85000"/>
                      </a:schemeClr>
                    </a:gs>
                    <a:gs pos="15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9" name="Freeform 6"/>
                <p:cNvSpPr>
                  <a:spLocks/>
                </p:cNvSpPr>
                <p:nvPr/>
              </p:nvSpPr>
              <p:spPr bwMode="gray">
                <a:xfrm>
                  <a:off x="3336317" y="1576703"/>
                  <a:ext cx="607074" cy="408113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3" name="Gruppieren 292"/>
              <p:cNvGrpSpPr/>
              <p:nvPr/>
            </p:nvGrpSpPr>
            <p:grpSpPr bwMode="gray">
              <a:xfrm>
                <a:off x="7909824" y="1524347"/>
                <a:ext cx="661089" cy="1026562"/>
                <a:chOff x="7909824" y="1524347"/>
                <a:chExt cx="661089" cy="1026562"/>
              </a:xfrm>
            </p:grpSpPr>
            <p:sp>
              <p:nvSpPr>
                <p:cNvPr id="188" name="Rectangle 5"/>
                <p:cNvSpPr>
                  <a:spLocks noChangeArrowheads="1"/>
                </p:cNvSpPr>
                <p:nvPr/>
              </p:nvSpPr>
              <p:spPr bwMode="gray">
                <a:xfrm>
                  <a:off x="7909824" y="1524347"/>
                  <a:ext cx="54015" cy="1026562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89" name="Rectangle 7"/>
                <p:cNvSpPr>
                  <a:spLocks noChangeArrowheads="1"/>
                </p:cNvSpPr>
                <p:nvPr/>
              </p:nvSpPr>
              <p:spPr bwMode="gray">
                <a:xfrm>
                  <a:off x="7909824" y="1569083"/>
                  <a:ext cx="54015" cy="408113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90" name="Freeform 6"/>
                <p:cNvSpPr>
                  <a:spLocks/>
                </p:cNvSpPr>
                <p:nvPr/>
              </p:nvSpPr>
              <p:spPr bwMode="gray">
                <a:xfrm>
                  <a:off x="7963839" y="1569083"/>
                  <a:ext cx="607074" cy="408113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1">
                        <a:lumMod val="60000"/>
                        <a:lumOff val="4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216000" rtlCol="0" anchor="ctr"/>
                <a:lstStyle/>
                <a:p>
                  <a:pPr algn="ctr"/>
                  <a:r>
                    <a:rPr lang="de-DE" sz="11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193" name="Freeform 8"/>
              <p:cNvSpPr>
                <a:spLocks noEditPoints="1"/>
              </p:cNvSpPr>
              <p:nvPr/>
            </p:nvSpPr>
            <p:spPr bwMode="gray">
              <a:xfrm rot="21026752" flipV="1">
                <a:off x="7091134" y="1885933"/>
                <a:ext cx="749632" cy="220654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</p:grpSp>
        <p:grpSp>
          <p:nvGrpSpPr>
            <p:cNvPr id="195" name="Gruppieren 194"/>
            <p:cNvGrpSpPr/>
            <p:nvPr/>
          </p:nvGrpSpPr>
          <p:grpSpPr bwMode="gray">
            <a:xfrm>
              <a:off x="4643850" y="4976194"/>
              <a:ext cx="2793815" cy="1194970"/>
              <a:chOff x="3190970" y="3520819"/>
              <a:chExt cx="2793815" cy="1194970"/>
            </a:xfrm>
          </p:grpSpPr>
          <p:sp>
            <p:nvSpPr>
              <p:cNvPr id="196" name="Rechteck 195"/>
              <p:cNvSpPr/>
              <p:nvPr/>
            </p:nvSpPr>
            <p:spPr bwMode="gray">
              <a:xfrm>
                <a:off x="3190970" y="4250867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noProof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noProof="1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197" name="Freeform 8"/>
              <p:cNvSpPr>
                <a:spLocks noEditPoints="1"/>
              </p:cNvSpPr>
              <p:nvPr/>
            </p:nvSpPr>
            <p:spPr bwMode="gray">
              <a:xfrm rot="21026752" flipV="1">
                <a:off x="4789556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198" name="Freeform 8"/>
              <p:cNvSpPr>
                <a:spLocks noEditPoints="1"/>
              </p:cNvSpPr>
              <p:nvPr/>
            </p:nvSpPr>
            <p:spPr bwMode="gray">
              <a:xfrm rot="21026752" flipV="1">
                <a:off x="3735335" y="3761987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199" name="Rechteck 198"/>
              <p:cNvSpPr/>
              <p:nvPr/>
            </p:nvSpPr>
            <p:spPr bwMode="gray">
              <a:xfrm>
                <a:off x="3258057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noProof="1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00" name="Rechteck 199"/>
              <p:cNvSpPr/>
              <p:nvPr/>
            </p:nvSpPr>
            <p:spPr bwMode="gray">
              <a:xfrm>
                <a:off x="4312278" y="4005840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noProof="1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01" name="Rechteck 200"/>
              <p:cNvSpPr/>
              <p:nvPr/>
            </p:nvSpPr>
            <p:spPr bwMode="gray">
              <a:xfrm>
                <a:off x="5366498" y="4005840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b="1" noProof="1" smtClean="0">
                    <a:solidFill>
                      <a:srgbClr val="000000"/>
                    </a:solidFill>
                  </a:rPr>
                  <a:t>Placeholder text.</a:t>
                </a:r>
                <a:endParaRPr lang="de-DE" sz="700" b="1" noProof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02" name="Gruppieren 602"/>
              <p:cNvGrpSpPr/>
              <p:nvPr/>
            </p:nvGrpSpPr>
            <p:grpSpPr bwMode="gray">
              <a:xfrm>
                <a:off x="3245132" y="3520819"/>
                <a:ext cx="2551232" cy="687003"/>
                <a:chOff x="630582" y="1719451"/>
                <a:chExt cx="3840507" cy="1034182"/>
              </a:xfrm>
            </p:grpSpPr>
            <p:grpSp>
              <p:nvGrpSpPr>
                <p:cNvPr id="203" name="Gruppieren 589"/>
                <p:cNvGrpSpPr/>
                <p:nvPr/>
              </p:nvGrpSpPr>
              <p:grpSpPr bwMode="gray">
                <a:xfrm>
                  <a:off x="3810000" y="1719451"/>
                  <a:ext cx="661089" cy="1026562"/>
                  <a:chOff x="2950574" y="2385072"/>
                  <a:chExt cx="1337201" cy="2076450"/>
                </a:xfrm>
              </p:grpSpPr>
              <p:sp>
                <p:nvSpPr>
                  <p:cNvPr id="212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385072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13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2950574" y="2475560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14" name="Freeform 6"/>
                  <p:cNvSpPr>
                    <a:spLocks/>
                  </p:cNvSpPr>
                  <p:nvPr/>
                </p:nvSpPr>
                <p:spPr bwMode="gray">
                  <a:xfrm>
                    <a:off x="3059832" y="2475560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04" name="Gruppieren 593"/>
                <p:cNvGrpSpPr/>
                <p:nvPr/>
              </p:nvGrpSpPr>
              <p:grpSpPr bwMode="gray">
                <a:xfrm>
                  <a:off x="2222883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09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10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1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0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bg1"/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  <p:grpSp>
              <p:nvGrpSpPr>
                <p:cNvPr id="205" name="Gruppieren 597"/>
                <p:cNvGrpSpPr/>
                <p:nvPr/>
              </p:nvGrpSpPr>
              <p:grpSpPr bwMode="gray">
                <a:xfrm>
                  <a:off x="630582" y="1727071"/>
                  <a:ext cx="661089" cy="1026562"/>
                  <a:chOff x="6577762" y="2385073"/>
                  <a:chExt cx="1337201" cy="2076450"/>
                </a:xfrm>
              </p:grpSpPr>
              <p:sp>
                <p:nvSpPr>
                  <p:cNvPr id="206" name="Rectangle 5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385073"/>
                    <a:ext cx="109258" cy="2076450"/>
                  </a:xfrm>
                  <a:prstGeom prst="roundRect">
                    <a:avLst>
                      <a:gd name="adj" fmla="val 50000"/>
                    </a:avLst>
                  </a:prstGeom>
                  <a:gradFill flip="none" rotWithShape="1">
                    <a:gsLst>
                      <a:gs pos="10000">
                        <a:srgbClr val="FFFFFF"/>
                      </a:gs>
                      <a:gs pos="0">
                        <a:srgbClr val="D7D7D7"/>
                      </a:gs>
                      <a:gs pos="100000">
                        <a:srgbClr val="7D7D7D"/>
                      </a:gs>
                      <a:gs pos="85000">
                        <a:srgbClr val="969696"/>
                      </a:gs>
                      <a:gs pos="60000">
                        <a:srgbClr val="C8C8C8"/>
                      </a:gs>
                      <a:gs pos="20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07" name="Rectangle 7"/>
                  <p:cNvSpPr>
                    <a:spLocks noChangeArrowheads="1"/>
                  </p:cNvSpPr>
                  <p:nvPr/>
                </p:nvSpPr>
                <p:spPr bwMode="gray">
                  <a:xfrm>
                    <a:off x="6577762" y="2475561"/>
                    <a:ext cx="109258" cy="82550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chemeClr val="accent1">
                          <a:lumMod val="60000"/>
                          <a:lumOff val="40000"/>
                        </a:schemeClr>
                      </a:gs>
                      <a:gs pos="50000">
                        <a:schemeClr val="accent1">
                          <a:lumMod val="40000"/>
                          <a:lumOff val="60000"/>
                        </a:schemeClr>
                      </a:gs>
                      <a:gs pos="15000">
                        <a:schemeClr val="accent1">
                          <a:lumMod val="20000"/>
                          <a:lumOff val="80000"/>
                        </a:schemeClr>
                      </a:gs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7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08" name="Freeform 6"/>
                  <p:cNvSpPr>
                    <a:spLocks/>
                  </p:cNvSpPr>
                  <p:nvPr/>
                </p:nvSpPr>
                <p:spPr bwMode="gray">
                  <a:xfrm>
                    <a:off x="6687020" y="2475561"/>
                    <a:ext cx="1227943" cy="825500"/>
                  </a:xfrm>
                  <a:custGeom>
                    <a:avLst/>
                    <a:gdLst/>
                    <a:ahLst/>
                    <a:cxnLst>
                      <a:cxn ang="0">
                        <a:pos x="502" y="293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425" y="178"/>
                      </a:cxn>
                      <a:cxn ang="0">
                        <a:pos x="502" y="62"/>
                      </a:cxn>
                      <a:cxn ang="0">
                        <a:pos x="522" y="33"/>
                      </a:cxn>
                      <a:cxn ang="0">
                        <a:pos x="527" y="10"/>
                      </a:cxn>
                      <a:cxn ang="0">
                        <a:pos x="511" y="0"/>
                      </a:cxn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0" y="356"/>
                      </a:cxn>
                      <a:cxn ang="0">
                        <a:pos x="511" y="356"/>
                      </a:cxn>
                      <a:cxn ang="0">
                        <a:pos x="527" y="345"/>
                      </a:cxn>
                      <a:cxn ang="0">
                        <a:pos x="522" y="323"/>
                      </a:cxn>
                      <a:cxn ang="0">
                        <a:pos x="502" y="293"/>
                      </a:cxn>
                    </a:cxnLst>
                    <a:rect l="0" t="0" r="r" b="b"/>
                    <a:pathLst>
                      <a:path w="530" h="356">
                        <a:moveTo>
                          <a:pt x="502" y="293"/>
                        </a:move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425" y="178"/>
                          <a:pt x="425" y="178"/>
                          <a:pt x="425" y="178"/>
                        </a:cubicBezTo>
                        <a:cubicBezTo>
                          <a:pt x="502" y="62"/>
                          <a:pt x="502" y="62"/>
                          <a:pt x="502" y="62"/>
                        </a:cubicBezTo>
                        <a:cubicBezTo>
                          <a:pt x="502" y="62"/>
                          <a:pt x="503" y="63"/>
                          <a:pt x="522" y="33"/>
                        </a:cubicBezTo>
                        <a:cubicBezTo>
                          <a:pt x="528" y="24"/>
                          <a:pt x="530" y="17"/>
                          <a:pt x="527" y="10"/>
                        </a:cubicBezTo>
                        <a:cubicBezTo>
                          <a:pt x="523" y="0"/>
                          <a:pt x="511" y="0"/>
                          <a:pt x="51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356"/>
                          <a:pt x="0" y="356"/>
                          <a:pt x="0" y="356"/>
                        </a:cubicBezTo>
                        <a:cubicBezTo>
                          <a:pt x="511" y="356"/>
                          <a:pt x="511" y="356"/>
                          <a:pt x="511" y="356"/>
                        </a:cubicBezTo>
                        <a:cubicBezTo>
                          <a:pt x="511" y="356"/>
                          <a:pt x="523" y="356"/>
                          <a:pt x="527" y="345"/>
                        </a:cubicBezTo>
                        <a:cubicBezTo>
                          <a:pt x="530" y="338"/>
                          <a:pt x="528" y="332"/>
                          <a:pt x="522" y="323"/>
                        </a:cubicBezTo>
                        <a:cubicBezTo>
                          <a:pt x="503" y="293"/>
                          <a:pt x="502" y="293"/>
                          <a:pt x="502" y="29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1">
                          <a:lumMod val="40000"/>
                          <a:lumOff val="60000"/>
                        </a:schemeClr>
                      </a:gs>
                      <a:gs pos="100000">
                        <a:schemeClr val="accent1">
                          <a:lumMod val="20000"/>
                          <a:lumOff val="80000"/>
                        </a:schemeClr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vert="horz" wrap="none" rIns="144000" rtlCol="0" anchor="ctr"/>
                  <a:lstStyle/>
                  <a:p>
                    <a:pPr algn="ctr"/>
                    <a:r>
                      <a:rPr lang="de-DE" sz="700" b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>
                          <a:outerShdw blurRad="38100" dist="12700" dir="2700000" algn="tl" rotWithShape="0">
                            <a:prstClr val="black">
                              <a:alpha val="40000"/>
                            </a:prstClr>
                          </a:outerShdw>
                        </a:effectLst>
                      </a:rPr>
                      <a:t>TEXT</a:t>
                    </a:r>
                  </a:p>
                </p:txBody>
              </p:sp>
            </p:grpSp>
          </p:grpSp>
        </p:grpSp>
        <p:grpSp>
          <p:nvGrpSpPr>
            <p:cNvPr id="292" name="Gruppieren 291"/>
            <p:cNvGrpSpPr/>
            <p:nvPr/>
          </p:nvGrpSpPr>
          <p:grpSpPr bwMode="gray">
            <a:xfrm>
              <a:off x="411312" y="635343"/>
              <a:ext cx="2718449" cy="2441908"/>
              <a:chOff x="411312" y="635343"/>
              <a:chExt cx="2718449" cy="2441908"/>
            </a:xfrm>
          </p:grpSpPr>
          <p:sp>
            <p:nvSpPr>
              <p:cNvPr id="216" name="Rechteck 215"/>
              <p:cNvSpPr/>
              <p:nvPr/>
            </p:nvSpPr>
            <p:spPr bwMode="gray">
              <a:xfrm>
                <a:off x="411312" y="2612329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noProof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noProof="1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18" name="Freeform 8"/>
              <p:cNvSpPr>
                <a:spLocks noEditPoints="1"/>
              </p:cNvSpPr>
              <p:nvPr/>
            </p:nvSpPr>
            <p:spPr bwMode="gray">
              <a:xfrm rot="21026752" flipV="1">
                <a:off x="1099530" y="931560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19" name="Rechteck 218"/>
              <p:cNvSpPr/>
              <p:nvPr/>
            </p:nvSpPr>
            <p:spPr bwMode="gray">
              <a:xfrm>
                <a:off x="500740" y="1237497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20" name="Rechteck 219"/>
              <p:cNvSpPr/>
              <p:nvPr/>
            </p:nvSpPr>
            <p:spPr bwMode="gray">
              <a:xfrm>
                <a:off x="1823359" y="1237497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89" name="Gruppieren 288"/>
              <p:cNvGrpSpPr/>
              <p:nvPr/>
            </p:nvGrpSpPr>
            <p:grpSpPr bwMode="gray">
              <a:xfrm>
                <a:off x="1811581" y="635343"/>
                <a:ext cx="550966" cy="855559"/>
                <a:chOff x="1811581" y="635343"/>
                <a:chExt cx="550966" cy="855559"/>
              </a:xfrm>
            </p:grpSpPr>
            <p:sp>
              <p:nvSpPr>
                <p:cNvPr id="229" name="Rectangle 5"/>
                <p:cNvSpPr>
                  <a:spLocks noChangeArrowheads="1"/>
                </p:cNvSpPr>
                <p:nvPr/>
              </p:nvSpPr>
              <p:spPr bwMode="gray">
                <a:xfrm>
                  <a:off x="1811581" y="635343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30" name="Rectangle 7"/>
                <p:cNvSpPr>
                  <a:spLocks noChangeArrowheads="1"/>
                </p:cNvSpPr>
                <p:nvPr/>
              </p:nvSpPr>
              <p:spPr bwMode="gray">
                <a:xfrm>
                  <a:off x="1811581" y="672627"/>
                  <a:ext cx="45017" cy="34013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>
                        <a:lumMod val="40000"/>
                        <a:lumOff val="6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1" name="Freeform 6"/>
                <p:cNvSpPr>
                  <a:spLocks/>
                </p:cNvSpPr>
                <p:nvPr/>
              </p:nvSpPr>
              <p:spPr bwMode="gray">
                <a:xfrm>
                  <a:off x="1856598" y="672627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40000"/>
                        <a:lumOff val="60000"/>
                      </a:schemeClr>
                    </a:gs>
                    <a:gs pos="100000">
                      <a:schemeClr val="accent1">
                        <a:lumMod val="20000"/>
                        <a:lumOff val="8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88" name="Gruppieren 287"/>
              <p:cNvGrpSpPr/>
              <p:nvPr/>
            </p:nvGrpSpPr>
            <p:grpSpPr bwMode="gray">
              <a:xfrm>
                <a:off x="484524" y="635343"/>
                <a:ext cx="550966" cy="855559"/>
                <a:chOff x="484524" y="635343"/>
                <a:chExt cx="550966" cy="855559"/>
              </a:xfrm>
            </p:grpSpPr>
            <p:sp>
              <p:nvSpPr>
                <p:cNvPr id="226" name="Rectangle 5"/>
                <p:cNvSpPr>
                  <a:spLocks noChangeArrowheads="1"/>
                </p:cNvSpPr>
                <p:nvPr/>
              </p:nvSpPr>
              <p:spPr bwMode="gray">
                <a:xfrm>
                  <a:off x="484524" y="635343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27" name="Rectangle 7"/>
                <p:cNvSpPr>
                  <a:spLocks noChangeArrowheads="1"/>
                </p:cNvSpPr>
                <p:nvPr/>
              </p:nvSpPr>
              <p:spPr bwMode="gray">
                <a:xfrm>
                  <a:off x="484524" y="672627"/>
                  <a:ext cx="45017" cy="34013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bg1">
                        <a:lumMod val="75000"/>
                      </a:schemeClr>
                    </a:gs>
                    <a:gs pos="50000">
                      <a:schemeClr val="bg1">
                        <a:lumMod val="85000"/>
                      </a:schemeClr>
                    </a:gs>
                    <a:gs pos="15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28" name="Freeform 6"/>
                <p:cNvSpPr>
                  <a:spLocks/>
                </p:cNvSpPr>
                <p:nvPr/>
              </p:nvSpPr>
              <p:spPr bwMode="gray">
                <a:xfrm>
                  <a:off x="529541" y="672627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238" name="Freeform 8"/>
              <p:cNvSpPr>
                <a:spLocks noEditPoints="1"/>
              </p:cNvSpPr>
              <p:nvPr/>
            </p:nvSpPr>
            <p:spPr bwMode="gray">
              <a:xfrm rot="21026752" flipV="1">
                <a:off x="1099530" y="1986494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39" name="Rechteck 238"/>
              <p:cNvSpPr/>
              <p:nvPr/>
            </p:nvSpPr>
            <p:spPr bwMode="gray">
              <a:xfrm>
                <a:off x="500740" y="2292431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sp>
            <p:nvSpPr>
              <p:cNvPr id="240" name="Rechteck 239"/>
              <p:cNvSpPr/>
              <p:nvPr/>
            </p:nvSpPr>
            <p:spPr bwMode="gray">
              <a:xfrm>
                <a:off x="1823359" y="2292431"/>
                <a:ext cx="1306402" cy="297848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90" name="Gruppieren 289"/>
              <p:cNvGrpSpPr/>
              <p:nvPr/>
            </p:nvGrpSpPr>
            <p:grpSpPr bwMode="gray">
              <a:xfrm>
                <a:off x="1811581" y="1690277"/>
                <a:ext cx="550966" cy="855559"/>
                <a:chOff x="1811581" y="1690277"/>
                <a:chExt cx="550966" cy="855559"/>
              </a:xfrm>
            </p:grpSpPr>
            <p:sp>
              <p:nvSpPr>
                <p:cNvPr id="247" name="Rectangle 5"/>
                <p:cNvSpPr>
                  <a:spLocks noChangeArrowheads="1"/>
                </p:cNvSpPr>
                <p:nvPr/>
              </p:nvSpPr>
              <p:spPr bwMode="gray">
                <a:xfrm>
                  <a:off x="1811581" y="1690277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8" name="Rectangle 7"/>
                <p:cNvSpPr>
                  <a:spLocks noChangeArrowheads="1"/>
                </p:cNvSpPr>
                <p:nvPr/>
              </p:nvSpPr>
              <p:spPr bwMode="gray">
                <a:xfrm>
                  <a:off x="1811581" y="1727561"/>
                  <a:ext cx="45017" cy="340130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9" name="Freeform 6"/>
                <p:cNvSpPr>
                  <a:spLocks/>
                </p:cNvSpPr>
                <p:nvPr/>
              </p:nvSpPr>
              <p:spPr bwMode="gray">
                <a:xfrm>
                  <a:off x="1856598" y="1727561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1">
                        <a:lumMod val="60000"/>
                        <a:lumOff val="4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dirty="0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1" name="Gruppieren 290"/>
              <p:cNvGrpSpPr/>
              <p:nvPr/>
            </p:nvGrpSpPr>
            <p:grpSpPr bwMode="gray">
              <a:xfrm>
                <a:off x="484524" y="1690277"/>
                <a:ext cx="550966" cy="855559"/>
                <a:chOff x="484524" y="1690277"/>
                <a:chExt cx="550966" cy="855559"/>
              </a:xfrm>
            </p:grpSpPr>
            <p:sp>
              <p:nvSpPr>
                <p:cNvPr id="244" name="Rectangle 5"/>
                <p:cNvSpPr>
                  <a:spLocks noChangeArrowheads="1"/>
                </p:cNvSpPr>
                <p:nvPr/>
              </p:nvSpPr>
              <p:spPr bwMode="gray">
                <a:xfrm>
                  <a:off x="484524" y="1690277"/>
                  <a:ext cx="45017" cy="855559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5" name="Rectangle 7"/>
                <p:cNvSpPr>
                  <a:spLocks noChangeArrowheads="1"/>
                </p:cNvSpPr>
                <p:nvPr/>
              </p:nvSpPr>
              <p:spPr bwMode="gray">
                <a:xfrm>
                  <a:off x="484524" y="1727561"/>
                  <a:ext cx="45017" cy="340130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46" name="Freeform 6"/>
                <p:cNvSpPr>
                  <a:spLocks/>
                </p:cNvSpPr>
                <p:nvPr/>
              </p:nvSpPr>
              <p:spPr bwMode="gray">
                <a:xfrm>
                  <a:off x="529541" y="1727561"/>
                  <a:ext cx="505949" cy="340130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250" name="Freeform 8"/>
              <p:cNvSpPr>
                <a:spLocks noEditPoints="1"/>
              </p:cNvSpPr>
              <p:nvPr/>
            </p:nvSpPr>
            <p:spPr bwMode="gray">
              <a:xfrm rot="20425643" flipH="1" flipV="1">
                <a:off x="1151989" y="1542772"/>
                <a:ext cx="623100" cy="183409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  <p:sp>
          <p:nvSpPr>
            <p:cNvPr id="271" name="Rechteck 270"/>
            <p:cNvSpPr/>
            <p:nvPr/>
          </p:nvSpPr>
          <p:spPr bwMode="gray">
            <a:xfrm>
              <a:off x="6428888" y="2253996"/>
              <a:ext cx="1448625" cy="358332"/>
            </a:xfrm>
            <a:prstGeom prst="rect">
              <a:avLst/>
            </a:prstGeom>
            <a:noFill/>
          </p:spPr>
          <p:txBody>
            <a:bodyPr wrap="square" lIns="72000" tIns="72000" rIns="108000" bIns="72000" rtlCol="0" anchor="ctr" anchorCtr="0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de-DE" sz="800" noProof="1" smtClean="0">
                  <a:solidFill>
                    <a:srgbClr val="7D7D7D"/>
                  </a:solidFill>
                </a:rPr>
                <a:t>This is a placeholder text, </a:t>
              </a:r>
              <a:br>
                <a:rPr lang="de-DE" sz="800" noProof="1" smtClean="0">
                  <a:solidFill>
                    <a:srgbClr val="7D7D7D"/>
                  </a:solidFill>
                </a:rPr>
              </a:br>
              <a:r>
                <a:rPr lang="de-DE" sz="800" noProof="1" smtClean="0">
                  <a:solidFill>
                    <a:srgbClr val="7D7D7D"/>
                  </a:solidFill>
                </a:rPr>
                <a:t>it can be replaced.</a:t>
              </a:r>
              <a:endParaRPr lang="de-DE" sz="800" noProof="1">
                <a:solidFill>
                  <a:srgbClr val="7D7D7D"/>
                </a:solidFill>
              </a:endParaRPr>
            </a:p>
          </p:txBody>
        </p:sp>
        <p:sp>
          <p:nvSpPr>
            <p:cNvPr id="272" name="Rechteck 271"/>
            <p:cNvSpPr/>
            <p:nvPr/>
          </p:nvSpPr>
          <p:spPr bwMode="gray">
            <a:xfrm>
              <a:off x="7963839" y="2253996"/>
              <a:ext cx="784481" cy="358332"/>
            </a:xfrm>
            <a:prstGeom prst="rect">
              <a:avLst/>
            </a:prstGeom>
            <a:noFill/>
          </p:spPr>
          <p:txBody>
            <a:bodyPr wrap="square" lIns="72000" tIns="72000" rIns="108000" bIns="72000" rtlCol="0" anchor="ctr" anchorCtr="0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de-DE" sz="800" b="1" noProof="1" smtClean="0"/>
                <a:t>Placeholder</a:t>
              </a:r>
              <a:br>
                <a:rPr lang="de-DE" sz="800" b="1" noProof="1" smtClean="0"/>
              </a:br>
              <a:r>
                <a:rPr lang="de-DE" sz="800" b="1" noProof="1" smtClean="0"/>
                <a:t>text</a:t>
              </a:r>
              <a:endParaRPr lang="de-DE" sz="800" b="1" noProof="1"/>
            </a:p>
          </p:txBody>
        </p:sp>
        <p:grpSp>
          <p:nvGrpSpPr>
            <p:cNvPr id="301" name="Gruppieren 300"/>
            <p:cNvGrpSpPr/>
            <p:nvPr/>
          </p:nvGrpSpPr>
          <p:grpSpPr bwMode="gray">
            <a:xfrm>
              <a:off x="4643850" y="3499517"/>
              <a:ext cx="4138744" cy="1194970"/>
              <a:chOff x="4643850" y="3499517"/>
              <a:chExt cx="4138744" cy="1194970"/>
            </a:xfrm>
          </p:grpSpPr>
          <p:sp>
            <p:nvSpPr>
              <p:cNvPr id="252" name="Rechteck 251"/>
              <p:cNvSpPr/>
              <p:nvPr/>
            </p:nvSpPr>
            <p:spPr bwMode="gray">
              <a:xfrm>
                <a:off x="4643850" y="4229565"/>
                <a:ext cx="2718449" cy="464922"/>
              </a:xfrm>
              <a:prstGeom prst="rect">
                <a:avLst/>
              </a:prstGeom>
            </p:spPr>
            <p:txBody>
              <a:bodyPr wrap="square" lIns="72000" tIns="7200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b="1" noProof="1" smtClean="0">
                    <a:solidFill>
                      <a:schemeClr val="accent1"/>
                    </a:solidFill>
                  </a:rPr>
                  <a:t>Milestone overview. </a:t>
                </a:r>
                <a:r>
                  <a:rPr lang="de-DE" sz="900" noProof="1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53" name="Freeform 8"/>
              <p:cNvSpPr>
                <a:spLocks noEditPoints="1"/>
              </p:cNvSpPr>
              <p:nvPr/>
            </p:nvSpPr>
            <p:spPr bwMode="gray">
              <a:xfrm rot="21026752" flipV="1">
                <a:off x="6376005" y="3740684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54" name="Freeform 8"/>
              <p:cNvSpPr>
                <a:spLocks noEditPoints="1"/>
              </p:cNvSpPr>
              <p:nvPr/>
            </p:nvSpPr>
            <p:spPr bwMode="gray">
              <a:xfrm rot="21026752" flipV="1">
                <a:off x="5239015" y="3740685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  <p:sp>
            <p:nvSpPr>
              <p:cNvPr id="255" name="Rechteck 254"/>
              <p:cNvSpPr/>
              <p:nvPr/>
            </p:nvSpPr>
            <p:spPr bwMode="gray">
              <a:xfrm>
                <a:off x="4710937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noProof="1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56" name="Rechteck 255"/>
              <p:cNvSpPr/>
              <p:nvPr/>
            </p:nvSpPr>
            <p:spPr bwMode="gray">
              <a:xfrm>
                <a:off x="5879458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noProof="1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57" name="Rechteck 256"/>
              <p:cNvSpPr/>
              <p:nvPr/>
            </p:nvSpPr>
            <p:spPr bwMode="gray">
              <a:xfrm>
                <a:off x="8164307" y="3984538"/>
                <a:ext cx="618287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b="1" dirty="0" smtClean="0">
                    <a:solidFill>
                      <a:srgbClr val="000000"/>
                    </a:solidFill>
                  </a:rPr>
                  <a:t>Y</a:t>
                </a:r>
                <a:endParaRPr lang="de-DE" sz="700" b="1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98" name="Gruppieren 297"/>
              <p:cNvGrpSpPr/>
              <p:nvPr/>
            </p:nvGrpSpPr>
            <p:grpSpPr bwMode="gray">
              <a:xfrm>
                <a:off x="6989188" y="3499517"/>
                <a:ext cx="439159" cy="681941"/>
                <a:chOff x="6989188" y="3499517"/>
                <a:chExt cx="439159" cy="681941"/>
              </a:xfrm>
            </p:grpSpPr>
            <p:sp>
              <p:nvSpPr>
                <p:cNvPr id="268" name="Rectangle 5"/>
                <p:cNvSpPr>
                  <a:spLocks noChangeArrowheads="1"/>
                </p:cNvSpPr>
                <p:nvPr/>
              </p:nvSpPr>
              <p:spPr bwMode="gray">
                <a:xfrm>
                  <a:off x="6989188" y="3499517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69" name="Rectangle 7"/>
                <p:cNvSpPr>
                  <a:spLocks noChangeArrowheads="1"/>
                </p:cNvSpPr>
                <p:nvPr/>
              </p:nvSpPr>
              <p:spPr bwMode="gray">
                <a:xfrm>
                  <a:off x="6989188" y="3529235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" name="Freeform 6"/>
                <p:cNvSpPr>
                  <a:spLocks/>
                </p:cNvSpPr>
                <p:nvPr/>
              </p:nvSpPr>
              <p:spPr bwMode="gray">
                <a:xfrm>
                  <a:off x="7025070" y="3529235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9" name="Gruppieren 298"/>
              <p:cNvGrpSpPr/>
              <p:nvPr/>
            </p:nvGrpSpPr>
            <p:grpSpPr bwMode="gray">
              <a:xfrm>
                <a:off x="5843600" y="3504579"/>
                <a:ext cx="439159" cy="681941"/>
                <a:chOff x="5843600" y="3504579"/>
                <a:chExt cx="439159" cy="681941"/>
              </a:xfrm>
            </p:grpSpPr>
            <p:sp>
              <p:nvSpPr>
                <p:cNvPr id="265" name="Rectangle 5"/>
                <p:cNvSpPr>
                  <a:spLocks noChangeArrowheads="1"/>
                </p:cNvSpPr>
                <p:nvPr/>
              </p:nvSpPr>
              <p:spPr bwMode="gray">
                <a:xfrm>
                  <a:off x="5843600" y="3504579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66" name="Rectangle 7"/>
                <p:cNvSpPr>
                  <a:spLocks noChangeArrowheads="1"/>
                </p:cNvSpPr>
                <p:nvPr/>
              </p:nvSpPr>
              <p:spPr bwMode="gray">
                <a:xfrm>
                  <a:off x="5843600" y="3534297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accent1">
                        <a:lumMod val="60000"/>
                        <a:lumOff val="40000"/>
                      </a:schemeClr>
                    </a:gs>
                    <a:gs pos="50000">
                      <a:schemeClr val="accent1">
                        <a:lumMod val="40000"/>
                        <a:lumOff val="60000"/>
                      </a:schemeClr>
                    </a:gs>
                    <a:gs pos="15000">
                      <a:schemeClr val="accent1">
                        <a:lumMod val="20000"/>
                        <a:lumOff val="80000"/>
                      </a:schemeClr>
                    </a:gs>
                    <a:gs pos="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67" name="Freeform 6"/>
                <p:cNvSpPr>
                  <a:spLocks/>
                </p:cNvSpPr>
                <p:nvPr/>
              </p:nvSpPr>
              <p:spPr bwMode="gray">
                <a:xfrm>
                  <a:off x="5879482" y="3534297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40000"/>
                        <a:lumOff val="60000"/>
                      </a:schemeClr>
                    </a:gs>
                    <a:gs pos="100000">
                      <a:schemeClr val="accent1">
                        <a:lumMod val="20000"/>
                        <a:lumOff val="8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300" name="Gruppieren 299"/>
              <p:cNvGrpSpPr/>
              <p:nvPr/>
            </p:nvGrpSpPr>
            <p:grpSpPr bwMode="gray">
              <a:xfrm>
                <a:off x="4698012" y="3504579"/>
                <a:ext cx="439159" cy="681941"/>
                <a:chOff x="4698012" y="3504579"/>
                <a:chExt cx="439159" cy="681941"/>
              </a:xfrm>
            </p:grpSpPr>
            <p:sp>
              <p:nvSpPr>
                <p:cNvPr id="262" name="Rectangle 5"/>
                <p:cNvSpPr>
                  <a:spLocks noChangeArrowheads="1"/>
                </p:cNvSpPr>
                <p:nvPr/>
              </p:nvSpPr>
              <p:spPr bwMode="gray">
                <a:xfrm>
                  <a:off x="4698012" y="3504579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63" name="Rectangle 7"/>
                <p:cNvSpPr>
                  <a:spLocks noChangeArrowheads="1"/>
                </p:cNvSpPr>
                <p:nvPr/>
              </p:nvSpPr>
              <p:spPr bwMode="gray">
                <a:xfrm>
                  <a:off x="4698012" y="3534297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chemeClr val="bg1">
                        <a:lumMod val="75000"/>
                      </a:schemeClr>
                    </a:gs>
                    <a:gs pos="50000">
                      <a:schemeClr val="bg1">
                        <a:lumMod val="85000"/>
                      </a:schemeClr>
                    </a:gs>
                    <a:gs pos="15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64" name="Freeform 6"/>
                <p:cNvSpPr>
                  <a:spLocks/>
                </p:cNvSpPr>
                <p:nvPr/>
              </p:nvSpPr>
              <p:spPr bwMode="gray">
                <a:xfrm>
                  <a:off x="4733894" y="3534297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grpSp>
            <p:nvGrpSpPr>
              <p:cNvPr id="297" name="Gruppieren 296"/>
              <p:cNvGrpSpPr/>
              <p:nvPr/>
            </p:nvGrpSpPr>
            <p:grpSpPr bwMode="gray">
              <a:xfrm>
                <a:off x="8134775" y="3499517"/>
                <a:ext cx="439159" cy="681941"/>
                <a:chOff x="8134775" y="3499517"/>
                <a:chExt cx="439159" cy="681941"/>
              </a:xfrm>
            </p:grpSpPr>
            <p:sp>
              <p:nvSpPr>
                <p:cNvPr id="283" name="Rectangle 5"/>
                <p:cNvSpPr>
                  <a:spLocks noChangeArrowheads="1"/>
                </p:cNvSpPr>
                <p:nvPr/>
              </p:nvSpPr>
              <p:spPr bwMode="gray">
                <a:xfrm>
                  <a:off x="8134775" y="3499517"/>
                  <a:ext cx="35882" cy="681941"/>
                </a:xfrm>
                <a:prstGeom prst="roundRect">
                  <a:avLst>
                    <a:gd name="adj" fmla="val 50000"/>
                  </a:avLst>
                </a:prstGeom>
                <a:gradFill flip="none" rotWithShape="1">
                  <a:gsLst>
                    <a:gs pos="10000">
                      <a:srgbClr val="FFFFFF"/>
                    </a:gs>
                    <a:gs pos="0">
                      <a:srgbClr val="D7D7D7"/>
                    </a:gs>
                    <a:gs pos="100000">
                      <a:srgbClr val="7D7D7D"/>
                    </a:gs>
                    <a:gs pos="85000">
                      <a:srgbClr val="969696"/>
                    </a:gs>
                    <a:gs pos="60000">
                      <a:srgbClr val="C8C8C8"/>
                    </a:gs>
                    <a:gs pos="20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84" name="Rectangle 7"/>
                <p:cNvSpPr>
                  <a:spLocks noChangeArrowheads="1"/>
                </p:cNvSpPr>
                <p:nvPr/>
              </p:nvSpPr>
              <p:spPr bwMode="gray">
                <a:xfrm>
                  <a:off x="8134775" y="3529235"/>
                  <a:ext cx="35882" cy="271108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>
                        <a:lumMod val="50000"/>
                      </a:schemeClr>
                    </a:gs>
                    <a:gs pos="50000">
                      <a:schemeClr val="accent1"/>
                    </a:gs>
                    <a:gs pos="0">
                      <a:schemeClr val="accent1">
                        <a:lumMod val="75000"/>
                      </a:schemeClr>
                    </a:gs>
                    <a:gs pos="15000">
                      <a:schemeClr val="accent1">
                        <a:lumMod val="60000"/>
                        <a:lumOff val="4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85" name="Freeform 6"/>
                <p:cNvSpPr>
                  <a:spLocks/>
                </p:cNvSpPr>
                <p:nvPr/>
              </p:nvSpPr>
              <p:spPr bwMode="gray">
                <a:xfrm>
                  <a:off x="8170657" y="3529235"/>
                  <a:ext cx="403277" cy="271108"/>
                </a:xfrm>
                <a:custGeom>
                  <a:avLst/>
                  <a:gdLst/>
                  <a:ahLst/>
                  <a:cxnLst>
                    <a:cxn ang="0">
                      <a:pos x="502" y="293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425" y="178"/>
                    </a:cxn>
                    <a:cxn ang="0">
                      <a:pos x="502" y="62"/>
                    </a:cxn>
                    <a:cxn ang="0">
                      <a:pos x="522" y="33"/>
                    </a:cxn>
                    <a:cxn ang="0">
                      <a:pos x="527" y="10"/>
                    </a:cxn>
                    <a:cxn ang="0">
                      <a:pos x="511" y="0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0" y="356"/>
                    </a:cxn>
                    <a:cxn ang="0">
                      <a:pos x="511" y="356"/>
                    </a:cxn>
                    <a:cxn ang="0">
                      <a:pos x="527" y="345"/>
                    </a:cxn>
                    <a:cxn ang="0">
                      <a:pos x="522" y="323"/>
                    </a:cxn>
                    <a:cxn ang="0">
                      <a:pos x="502" y="293"/>
                    </a:cxn>
                  </a:cxnLst>
                  <a:rect l="0" t="0" r="r" b="b"/>
                  <a:pathLst>
                    <a:path w="530" h="356">
                      <a:moveTo>
                        <a:pt x="502" y="293"/>
                      </a:move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425" y="178"/>
                        <a:pt x="425" y="178"/>
                        <a:pt x="425" y="178"/>
                      </a:cubicBezTo>
                      <a:cubicBezTo>
                        <a:pt x="502" y="62"/>
                        <a:pt x="502" y="62"/>
                        <a:pt x="502" y="62"/>
                      </a:cubicBezTo>
                      <a:cubicBezTo>
                        <a:pt x="502" y="62"/>
                        <a:pt x="503" y="63"/>
                        <a:pt x="522" y="33"/>
                      </a:cubicBezTo>
                      <a:cubicBezTo>
                        <a:pt x="528" y="24"/>
                        <a:pt x="530" y="17"/>
                        <a:pt x="527" y="10"/>
                      </a:cubicBezTo>
                      <a:cubicBezTo>
                        <a:pt x="523" y="0"/>
                        <a:pt x="511" y="0"/>
                        <a:pt x="51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356"/>
                        <a:pt x="0" y="356"/>
                        <a:pt x="0" y="356"/>
                      </a:cubicBezTo>
                      <a:cubicBezTo>
                        <a:pt x="511" y="356"/>
                        <a:pt x="511" y="356"/>
                        <a:pt x="511" y="356"/>
                      </a:cubicBezTo>
                      <a:cubicBezTo>
                        <a:pt x="511" y="356"/>
                        <a:pt x="523" y="356"/>
                        <a:pt x="527" y="345"/>
                      </a:cubicBezTo>
                      <a:cubicBezTo>
                        <a:pt x="530" y="338"/>
                        <a:pt x="528" y="332"/>
                        <a:pt x="522" y="323"/>
                      </a:cubicBezTo>
                      <a:cubicBezTo>
                        <a:pt x="503" y="293"/>
                        <a:pt x="502" y="293"/>
                        <a:pt x="502" y="29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1">
                        <a:lumMod val="60000"/>
                        <a:lumOff val="40000"/>
                      </a:schemeClr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vert="horz" wrap="none" rIns="144000" rtlCol="0" anchor="ctr"/>
                <a:lstStyle/>
                <a:p>
                  <a:pPr algn="ctr"/>
                  <a:r>
                    <a:rPr lang="de-DE" sz="700" b="1" smtClean="0">
                      <a:solidFill>
                        <a:schemeClr val="bg1"/>
                      </a:solidFill>
                      <a:effectLst>
                        <a:outerShdw blurRad="38100" dist="127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a:rPr>
                    <a:t>TEXT</a:t>
                  </a:r>
                </a:p>
              </p:txBody>
            </p:sp>
          </p:grpSp>
          <p:sp>
            <p:nvSpPr>
              <p:cNvPr id="286" name="Rechteck 285"/>
              <p:cNvSpPr/>
              <p:nvPr/>
            </p:nvSpPr>
            <p:spPr bwMode="gray">
              <a:xfrm>
                <a:off x="7034755" y="3984538"/>
                <a:ext cx="1041295" cy="237406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ctr" anchorCtr="0"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de-DE" sz="700" noProof="1" smtClean="0">
                    <a:solidFill>
                      <a:srgbClr val="7D7D7D"/>
                    </a:solidFill>
                  </a:rPr>
                  <a:t>This is a placeholder text, it can be replaced.</a:t>
                </a:r>
                <a:endParaRPr lang="de-DE" sz="700" noProof="1">
                  <a:solidFill>
                    <a:srgbClr val="7D7D7D"/>
                  </a:solidFill>
                </a:endParaRPr>
              </a:p>
            </p:txBody>
          </p:sp>
          <p:sp>
            <p:nvSpPr>
              <p:cNvPr id="287" name="Freeform 8"/>
              <p:cNvSpPr>
                <a:spLocks noEditPoints="1"/>
              </p:cNvSpPr>
              <p:nvPr/>
            </p:nvSpPr>
            <p:spPr bwMode="gray">
              <a:xfrm rot="21026752" flipV="1">
                <a:off x="7551656" y="3740683"/>
                <a:ext cx="496655" cy="146190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  <p:sp>
          <p:nvSpPr>
            <p:cNvPr id="124" name="Rechteck 123"/>
            <p:cNvSpPr/>
            <p:nvPr/>
          </p:nvSpPr>
          <p:spPr bwMode="gray">
            <a:xfrm>
              <a:off x="7481190" y="4956826"/>
              <a:ext cx="1267130" cy="140440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86125" y="495970"/>
            <a:ext cx="8359375" cy="5865264"/>
            <a:chOff x="386125" y="495970"/>
            <a:chExt cx="8359375" cy="5865264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" name="Gruppieren 144"/>
            <p:cNvGrpSpPr/>
            <p:nvPr/>
          </p:nvGrpSpPr>
          <p:grpSpPr bwMode="gray">
            <a:xfrm>
              <a:off x="386125" y="503528"/>
              <a:ext cx="2735536" cy="2860001"/>
              <a:chOff x="3202986" y="3501233"/>
              <a:chExt cx="2735536" cy="2860001"/>
            </a:xfrm>
          </p:grpSpPr>
          <p:sp>
            <p:nvSpPr>
              <p:cNvPr id="147" name="Textfeld 146"/>
              <p:cNvSpPr txBox="1"/>
              <p:nvPr/>
            </p:nvSpPr>
            <p:spPr bwMode="gray">
              <a:xfrm>
                <a:off x="3850753" y="5298786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48" name="Textfeld 147"/>
              <p:cNvSpPr txBox="1"/>
              <p:nvPr/>
            </p:nvSpPr>
            <p:spPr bwMode="gray">
              <a:xfrm>
                <a:off x="4571762" y="5298786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49" name="Textfeld 148"/>
              <p:cNvSpPr txBox="1"/>
              <p:nvPr/>
            </p:nvSpPr>
            <p:spPr bwMode="gray">
              <a:xfrm>
                <a:off x="3202986" y="3501233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50" name="Rechteck 149"/>
              <p:cNvSpPr/>
              <p:nvPr/>
            </p:nvSpPr>
            <p:spPr bwMode="gray">
              <a:xfrm>
                <a:off x="3202986" y="5663202"/>
                <a:ext cx="2735536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51" name="Gruppieren 552"/>
              <p:cNvGrpSpPr/>
              <p:nvPr/>
            </p:nvGrpSpPr>
            <p:grpSpPr bwMode="gray">
              <a:xfrm rot="21445823">
                <a:off x="4617183" y="3958935"/>
                <a:ext cx="559921" cy="1243946"/>
                <a:chOff x="1638379" y="1795010"/>
                <a:chExt cx="923514" cy="2051723"/>
              </a:xfrm>
            </p:grpSpPr>
            <p:grpSp>
              <p:nvGrpSpPr>
                <p:cNvPr id="169" name="Gruppieren 553"/>
                <p:cNvGrpSpPr/>
                <p:nvPr/>
              </p:nvGrpSpPr>
              <p:grpSpPr bwMode="gray">
                <a:xfrm>
                  <a:off x="1716504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171" name="Rechteck 170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172" name="Rechteck 171"/>
                  <p:cNvSpPr/>
                  <p:nvPr/>
                </p:nvSpPr>
                <p:spPr bwMode="gray">
                  <a:xfrm>
                    <a:off x="1716504" y="2484120"/>
                    <a:ext cx="767264" cy="1312799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170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52" name="Gruppieren 557"/>
              <p:cNvGrpSpPr/>
              <p:nvPr/>
            </p:nvGrpSpPr>
            <p:grpSpPr bwMode="gray">
              <a:xfrm rot="390607">
                <a:off x="3961901" y="3996157"/>
                <a:ext cx="559921" cy="1243946"/>
                <a:chOff x="562430" y="1795010"/>
                <a:chExt cx="923514" cy="2051723"/>
              </a:xfrm>
            </p:grpSpPr>
            <p:grpSp>
              <p:nvGrpSpPr>
                <p:cNvPr id="165" name="Gruppieren 558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167" name="Rechteck 166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168" name="Rechteck 167"/>
                  <p:cNvSpPr/>
                  <p:nvPr/>
                </p:nvSpPr>
                <p:spPr bwMode="gray">
                  <a:xfrm>
                    <a:off x="1716504" y="2820872"/>
                    <a:ext cx="767264" cy="97604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166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53" name="Gruppieren 672"/>
              <p:cNvGrpSpPr/>
              <p:nvPr/>
            </p:nvGrpSpPr>
            <p:grpSpPr bwMode="gray">
              <a:xfrm rot="21419233">
                <a:off x="3423018" y="4319323"/>
                <a:ext cx="427229" cy="949152"/>
                <a:chOff x="562430" y="1795010"/>
                <a:chExt cx="923514" cy="2051723"/>
              </a:xfrm>
            </p:grpSpPr>
            <p:grpSp>
              <p:nvGrpSpPr>
                <p:cNvPr id="161" name="Gruppieren 673"/>
                <p:cNvGrpSpPr/>
                <p:nvPr/>
              </p:nvGrpSpPr>
              <p:grpSpPr bwMode="gray">
                <a:xfrm>
                  <a:off x="640555" y="1844825"/>
                  <a:ext cx="767264" cy="1952094"/>
                  <a:chOff x="1716504" y="1844825"/>
                  <a:chExt cx="767264" cy="1952094"/>
                </a:xfrm>
              </p:grpSpPr>
              <p:sp>
                <p:nvSpPr>
                  <p:cNvPr id="163" name="Rechteck 162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164" name="Rechteck 163"/>
                  <p:cNvSpPr/>
                  <p:nvPr/>
                </p:nvSpPr>
                <p:spPr bwMode="gray">
                  <a:xfrm>
                    <a:off x="1716504" y="3161379"/>
                    <a:ext cx="767264" cy="63553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162" name="Freeform 6"/>
                <p:cNvSpPr>
                  <a:spLocks noEditPoints="1"/>
                </p:cNvSpPr>
                <p:nvPr/>
              </p:nvSpPr>
              <p:spPr bwMode="gray">
                <a:xfrm>
                  <a:off x="562430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7 w 656"/>
                    <a:gd name="T11" fmla="*/ 62 h 1457"/>
                    <a:gd name="T12" fmla="*/ 452 w 656"/>
                    <a:gd name="T13" fmla="*/ 182 h 1457"/>
                    <a:gd name="T14" fmla="*/ 327 w 656"/>
                    <a:gd name="T15" fmla="*/ 338 h 1457"/>
                    <a:gd name="T16" fmla="*/ 204 w 656"/>
                    <a:gd name="T17" fmla="*/ 182 h 1457"/>
                    <a:gd name="T18" fmla="*/ 327 w 656"/>
                    <a:gd name="T19" fmla="*/ 62 h 1457"/>
                    <a:gd name="T20" fmla="*/ 549 w 656"/>
                    <a:gd name="T21" fmla="*/ 884 h 1457"/>
                    <a:gd name="T22" fmla="*/ 500 w 656"/>
                    <a:gd name="T23" fmla="*/ 835 h 1457"/>
                    <a:gd name="T24" fmla="*/ 492 w 656"/>
                    <a:gd name="T25" fmla="*/ 522 h 1457"/>
                    <a:gd name="T26" fmla="*/ 480 w 656"/>
                    <a:gd name="T27" fmla="*/ 510 h 1457"/>
                    <a:gd name="T28" fmla="*/ 468 w 656"/>
                    <a:gd name="T29" fmla="*/ 522 h 1457"/>
                    <a:gd name="T30" fmla="*/ 467 w 656"/>
                    <a:gd name="T31" fmla="*/ 875 h 1457"/>
                    <a:gd name="T32" fmla="*/ 467 w 656"/>
                    <a:gd name="T33" fmla="*/ 903 h 1457"/>
                    <a:gd name="T34" fmla="*/ 465 w 656"/>
                    <a:gd name="T35" fmla="*/ 1342 h 1457"/>
                    <a:gd name="T36" fmla="*/ 411 w 656"/>
                    <a:gd name="T37" fmla="*/ 1396 h 1457"/>
                    <a:gd name="T38" fmla="*/ 357 w 656"/>
                    <a:gd name="T39" fmla="*/ 1342 h 1457"/>
                    <a:gd name="T40" fmla="*/ 339 w 656"/>
                    <a:gd name="T41" fmla="*/ 903 h 1457"/>
                    <a:gd name="T42" fmla="*/ 327 w 656"/>
                    <a:gd name="T43" fmla="*/ 891 h 1457"/>
                    <a:gd name="T44" fmla="*/ 315 w 656"/>
                    <a:gd name="T45" fmla="*/ 903 h 1457"/>
                    <a:gd name="T46" fmla="*/ 298 w 656"/>
                    <a:gd name="T47" fmla="*/ 1342 h 1457"/>
                    <a:gd name="T48" fmla="*/ 244 w 656"/>
                    <a:gd name="T49" fmla="*/ 1396 h 1457"/>
                    <a:gd name="T50" fmla="*/ 190 w 656"/>
                    <a:gd name="T51" fmla="*/ 1342 h 1457"/>
                    <a:gd name="T52" fmla="*/ 188 w 656"/>
                    <a:gd name="T53" fmla="*/ 903 h 1457"/>
                    <a:gd name="T54" fmla="*/ 188 w 656"/>
                    <a:gd name="T55" fmla="*/ 875 h 1457"/>
                    <a:gd name="T56" fmla="*/ 188 w 656"/>
                    <a:gd name="T57" fmla="*/ 522 h 1457"/>
                    <a:gd name="T58" fmla="*/ 176 w 656"/>
                    <a:gd name="T59" fmla="*/ 510 h 1457"/>
                    <a:gd name="T60" fmla="*/ 163 w 656"/>
                    <a:gd name="T61" fmla="*/ 522 h 1457"/>
                    <a:gd name="T62" fmla="*/ 155 w 656"/>
                    <a:gd name="T63" fmla="*/ 835 h 1457"/>
                    <a:gd name="T64" fmla="*/ 106 w 656"/>
                    <a:gd name="T65" fmla="*/ 884 h 1457"/>
                    <a:gd name="T66" fmla="*/ 57 w 656"/>
                    <a:gd name="T67" fmla="*/ 835 h 1457"/>
                    <a:gd name="T68" fmla="*/ 75 w 656"/>
                    <a:gd name="T69" fmla="*/ 506 h 1457"/>
                    <a:gd name="T70" fmla="*/ 225 w 656"/>
                    <a:gd name="T71" fmla="*/ 356 h 1457"/>
                    <a:gd name="T72" fmla="*/ 327 w 656"/>
                    <a:gd name="T73" fmla="*/ 398 h 1457"/>
                    <a:gd name="T74" fmla="*/ 430 w 656"/>
                    <a:gd name="T75" fmla="*/ 356 h 1457"/>
                    <a:gd name="T76" fmla="*/ 579 w 656"/>
                    <a:gd name="T77" fmla="*/ 506 h 1457"/>
                    <a:gd name="T78" fmla="*/ 598 w 656"/>
                    <a:gd name="T79" fmla="*/ 835 h 1457"/>
                    <a:gd name="T80" fmla="*/ 549 w 656"/>
                    <a:gd name="T81" fmla="*/ 884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7" y="62"/>
                      </a:moveTo>
                      <a:cubicBezTo>
                        <a:pt x="396" y="62"/>
                        <a:pt x="452" y="106"/>
                        <a:pt x="452" y="182"/>
                      </a:cubicBezTo>
                      <a:cubicBezTo>
                        <a:pt x="452" y="259"/>
                        <a:pt x="392" y="338"/>
                        <a:pt x="327" y="338"/>
                      </a:cubicBezTo>
                      <a:cubicBezTo>
                        <a:pt x="264" y="338"/>
                        <a:pt x="204" y="259"/>
                        <a:pt x="204" y="182"/>
                      </a:cubicBezTo>
                      <a:cubicBezTo>
                        <a:pt x="204" y="106"/>
                        <a:pt x="259" y="62"/>
                        <a:pt x="327" y="62"/>
                      </a:cubicBezTo>
                      <a:close/>
                      <a:moveTo>
                        <a:pt x="549" y="884"/>
                      </a:moveTo>
                      <a:cubicBezTo>
                        <a:pt x="522" y="884"/>
                        <a:pt x="500" y="862"/>
                        <a:pt x="500" y="835"/>
                      </a:cubicBezTo>
                      <a:cubicBezTo>
                        <a:pt x="500" y="835"/>
                        <a:pt x="500" y="835"/>
                        <a:pt x="492" y="522"/>
                      </a:cubicBezTo>
                      <a:cubicBezTo>
                        <a:pt x="492" y="515"/>
                        <a:pt x="486" y="510"/>
                        <a:pt x="480" y="510"/>
                      </a:cubicBezTo>
                      <a:cubicBezTo>
                        <a:pt x="473" y="510"/>
                        <a:pt x="468" y="515"/>
                        <a:pt x="468" y="522"/>
                      </a:cubicBezTo>
                      <a:cubicBezTo>
                        <a:pt x="468" y="522"/>
                        <a:pt x="468" y="522"/>
                        <a:pt x="467" y="875"/>
                      </a:cubicBezTo>
                      <a:cubicBezTo>
                        <a:pt x="467" y="875"/>
                        <a:pt x="467" y="875"/>
                        <a:pt x="467" y="903"/>
                      </a:cubicBezTo>
                      <a:cubicBezTo>
                        <a:pt x="467" y="903"/>
                        <a:pt x="467" y="903"/>
                        <a:pt x="465" y="1342"/>
                      </a:cubicBezTo>
                      <a:cubicBezTo>
                        <a:pt x="465" y="1372"/>
                        <a:pt x="441" y="1396"/>
                        <a:pt x="411" y="1396"/>
                      </a:cubicBezTo>
                      <a:cubicBezTo>
                        <a:pt x="381" y="1396"/>
                        <a:pt x="357" y="1372"/>
                        <a:pt x="357" y="1342"/>
                      </a:cubicBezTo>
                      <a:cubicBezTo>
                        <a:pt x="357" y="1342"/>
                        <a:pt x="357" y="1342"/>
                        <a:pt x="339" y="903"/>
                      </a:cubicBezTo>
                      <a:cubicBezTo>
                        <a:pt x="339" y="896"/>
                        <a:pt x="334" y="891"/>
                        <a:pt x="327" y="891"/>
                      </a:cubicBezTo>
                      <a:cubicBezTo>
                        <a:pt x="321" y="891"/>
                        <a:pt x="315" y="896"/>
                        <a:pt x="315" y="903"/>
                      </a:cubicBezTo>
                      <a:cubicBezTo>
                        <a:pt x="315" y="903"/>
                        <a:pt x="315" y="903"/>
                        <a:pt x="298" y="1342"/>
                      </a:cubicBezTo>
                      <a:cubicBezTo>
                        <a:pt x="298" y="1372"/>
                        <a:pt x="274" y="1396"/>
                        <a:pt x="244" y="1396"/>
                      </a:cubicBezTo>
                      <a:cubicBezTo>
                        <a:pt x="214" y="1396"/>
                        <a:pt x="190" y="1372"/>
                        <a:pt x="190" y="1342"/>
                      </a:cubicBezTo>
                      <a:cubicBezTo>
                        <a:pt x="190" y="1342"/>
                        <a:pt x="190" y="1342"/>
                        <a:pt x="188" y="903"/>
                      </a:cubicBezTo>
                      <a:cubicBezTo>
                        <a:pt x="188" y="903"/>
                        <a:pt x="188" y="903"/>
                        <a:pt x="188" y="875"/>
                      </a:cubicBezTo>
                      <a:cubicBezTo>
                        <a:pt x="188" y="875"/>
                        <a:pt x="188" y="875"/>
                        <a:pt x="188" y="522"/>
                      </a:cubicBezTo>
                      <a:cubicBezTo>
                        <a:pt x="188" y="515"/>
                        <a:pt x="182" y="510"/>
                        <a:pt x="176" y="510"/>
                      </a:cubicBezTo>
                      <a:cubicBezTo>
                        <a:pt x="169" y="510"/>
                        <a:pt x="163" y="515"/>
                        <a:pt x="163" y="522"/>
                      </a:cubicBezTo>
                      <a:cubicBezTo>
                        <a:pt x="163" y="522"/>
                        <a:pt x="163" y="522"/>
                        <a:pt x="155" y="835"/>
                      </a:cubicBezTo>
                      <a:cubicBezTo>
                        <a:pt x="155" y="862"/>
                        <a:pt x="133" y="884"/>
                        <a:pt x="106" y="884"/>
                      </a:cubicBezTo>
                      <a:cubicBezTo>
                        <a:pt x="79" y="884"/>
                        <a:pt x="57" y="862"/>
                        <a:pt x="57" y="835"/>
                      </a:cubicBezTo>
                      <a:cubicBezTo>
                        <a:pt x="57" y="835"/>
                        <a:pt x="57" y="835"/>
                        <a:pt x="75" y="506"/>
                      </a:cubicBezTo>
                      <a:cubicBezTo>
                        <a:pt x="75" y="417"/>
                        <a:pt x="180" y="356"/>
                        <a:pt x="225" y="356"/>
                      </a:cubicBezTo>
                      <a:cubicBezTo>
                        <a:pt x="270" y="356"/>
                        <a:pt x="283" y="398"/>
                        <a:pt x="327" y="398"/>
                      </a:cubicBezTo>
                      <a:cubicBezTo>
                        <a:pt x="372" y="398"/>
                        <a:pt x="373" y="356"/>
                        <a:pt x="430" y="356"/>
                      </a:cubicBezTo>
                      <a:cubicBezTo>
                        <a:pt x="486" y="356"/>
                        <a:pt x="579" y="417"/>
                        <a:pt x="579" y="506"/>
                      </a:cubicBezTo>
                      <a:cubicBezTo>
                        <a:pt x="598" y="835"/>
                        <a:pt x="598" y="835"/>
                        <a:pt x="598" y="835"/>
                      </a:cubicBezTo>
                      <a:cubicBezTo>
                        <a:pt x="598" y="862"/>
                        <a:pt x="576" y="884"/>
                        <a:pt x="549" y="88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grpSp>
            <p:nvGrpSpPr>
              <p:cNvPr id="154" name="Gruppieren 730"/>
              <p:cNvGrpSpPr>
                <a:grpSpLocks noChangeAspect="1"/>
              </p:cNvGrpSpPr>
              <p:nvPr/>
            </p:nvGrpSpPr>
            <p:grpSpPr bwMode="gray">
              <a:xfrm rot="316738">
                <a:off x="5264777" y="4303501"/>
                <a:ext cx="427831" cy="950490"/>
                <a:chOff x="1638379" y="1795010"/>
                <a:chExt cx="923514" cy="2051723"/>
              </a:xfrm>
            </p:grpSpPr>
            <p:grpSp>
              <p:nvGrpSpPr>
                <p:cNvPr id="157" name="Gruppieren 731"/>
                <p:cNvGrpSpPr/>
                <p:nvPr/>
              </p:nvGrpSpPr>
              <p:grpSpPr bwMode="gray">
                <a:xfrm>
                  <a:off x="1716504" y="1844825"/>
                  <a:ext cx="767264" cy="1952095"/>
                  <a:chOff x="1716504" y="1844825"/>
                  <a:chExt cx="767264" cy="1952095"/>
                </a:xfrm>
              </p:grpSpPr>
              <p:sp>
                <p:nvSpPr>
                  <p:cNvPr id="159" name="Rechteck 158"/>
                  <p:cNvSpPr/>
                  <p:nvPr/>
                </p:nvSpPr>
                <p:spPr bwMode="gray">
                  <a:xfrm>
                    <a:off x="1716504" y="1844825"/>
                    <a:ext cx="767264" cy="195209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0">
                        <a:srgbClr val="C8C8C8"/>
                      </a:gs>
                    </a:gsLst>
                    <a:lin ang="10800000" scaled="1"/>
                    <a:tileRect/>
                  </a:gradFill>
                  <a:ln w="9525">
                    <a:noFill/>
                    <a:round/>
                    <a:headEnd/>
                    <a:tailEnd/>
                  </a:ln>
                  <a:effectLst/>
                  <a:scene3d>
                    <a:camera prst="orthographicFront"/>
                    <a:lightRig rig="twoPt" dir="t">
                      <a:rot lat="0" lon="0" rev="8400000"/>
                    </a:lightRig>
                  </a:scene3d>
                  <a:sp3d extrusionH="63500"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  <p:sp>
                <p:nvSpPr>
                  <p:cNvPr id="160" name="Rechteck 159"/>
                  <p:cNvSpPr/>
                  <p:nvPr/>
                </p:nvSpPr>
                <p:spPr bwMode="gray">
                  <a:xfrm>
                    <a:off x="1716504" y="2721479"/>
                    <a:ext cx="767264" cy="1075441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10425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25000">
                        <a:schemeClr val="accent1"/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outerShdw blurRad="76200" dist="25400" dir="16200000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2400"/>
                  </a:p>
                </p:txBody>
              </p:sp>
            </p:grpSp>
            <p:sp>
              <p:nvSpPr>
                <p:cNvPr id="158" name="Freeform 5"/>
                <p:cNvSpPr>
                  <a:spLocks noEditPoints="1"/>
                </p:cNvSpPr>
                <p:nvPr/>
              </p:nvSpPr>
              <p:spPr bwMode="gray">
                <a:xfrm>
                  <a:off x="1638379" y="1795010"/>
                  <a:ext cx="923514" cy="2051723"/>
                </a:xfrm>
                <a:custGeom>
                  <a:avLst/>
                  <a:gdLst>
                    <a:gd name="T0" fmla="*/ 0 w 656"/>
                    <a:gd name="T1" fmla="*/ 0 h 1457"/>
                    <a:gd name="T2" fmla="*/ 0 w 656"/>
                    <a:gd name="T3" fmla="*/ 1457 h 1457"/>
                    <a:gd name="T4" fmla="*/ 656 w 656"/>
                    <a:gd name="T5" fmla="*/ 1457 h 1457"/>
                    <a:gd name="T6" fmla="*/ 656 w 656"/>
                    <a:gd name="T7" fmla="*/ 0 h 1457"/>
                    <a:gd name="T8" fmla="*/ 0 w 656"/>
                    <a:gd name="T9" fmla="*/ 0 h 1457"/>
                    <a:gd name="T10" fmla="*/ 328 w 656"/>
                    <a:gd name="T11" fmla="*/ 62 h 1457"/>
                    <a:gd name="T12" fmla="*/ 452 w 656"/>
                    <a:gd name="T13" fmla="*/ 183 h 1457"/>
                    <a:gd name="T14" fmla="*/ 328 w 656"/>
                    <a:gd name="T15" fmla="*/ 338 h 1457"/>
                    <a:gd name="T16" fmla="*/ 204 w 656"/>
                    <a:gd name="T17" fmla="*/ 183 h 1457"/>
                    <a:gd name="T18" fmla="*/ 328 w 656"/>
                    <a:gd name="T19" fmla="*/ 62 h 1457"/>
                    <a:gd name="T20" fmla="*/ 555 w 656"/>
                    <a:gd name="T21" fmla="*/ 840 h 1457"/>
                    <a:gd name="T22" fmla="*/ 516 w 656"/>
                    <a:gd name="T23" fmla="*/ 807 h 1457"/>
                    <a:gd name="T24" fmla="*/ 477 w 656"/>
                    <a:gd name="T25" fmla="*/ 522 h 1457"/>
                    <a:gd name="T26" fmla="*/ 434 w 656"/>
                    <a:gd name="T27" fmla="*/ 632 h 1457"/>
                    <a:gd name="T28" fmla="*/ 555 w 656"/>
                    <a:gd name="T29" fmla="*/ 1061 h 1457"/>
                    <a:gd name="T30" fmla="*/ 464 w 656"/>
                    <a:gd name="T31" fmla="*/ 1061 h 1457"/>
                    <a:gd name="T32" fmla="*/ 434 w 656"/>
                    <a:gd name="T33" fmla="*/ 1353 h 1457"/>
                    <a:gd name="T34" fmla="*/ 392 w 656"/>
                    <a:gd name="T35" fmla="*/ 1396 h 1457"/>
                    <a:gd name="T36" fmla="*/ 351 w 656"/>
                    <a:gd name="T37" fmla="*/ 1353 h 1457"/>
                    <a:gd name="T38" fmla="*/ 344 w 656"/>
                    <a:gd name="T39" fmla="*/ 1061 h 1457"/>
                    <a:gd name="T40" fmla="*/ 313 w 656"/>
                    <a:gd name="T41" fmla="*/ 1061 h 1457"/>
                    <a:gd name="T42" fmla="*/ 306 w 656"/>
                    <a:gd name="T43" fmla="*/ 1353 h 1457"/>
                    <a:gd name="T44" fmla="*/ 264 w 656"/>
                    <a:gd name="T45" fmla="*/ 1396 h 1457"/>
                    <a:gd name="T46" fmla="*/ 222 w 656"/>
                    <a:gd name="T47" fmla="*/ 1353 h 1457"/>
                    <a:gd name="T48" fmla="*/ 193 w 656"/>
                    <a:gd name="T49" fmla="*/ 1061 h 1457"/>
                    <a:gd name="T50" fmla="*/ 102 w 656"/>
                    <a:gd name="T51" fmla="*/ 1061 h 1457"/>
                    <a:gd name="T52" fmla="*/ 222 w 656"/>
                    <a:gd name="T53" fmla="*/ 632 h 1457"/>
                    <a:gd name="T54" fmla="*/ 179 w 656"/>
                    <a:gd name="T55" fmla="*/ 522 h 1457"/>
                    <a:gd name="T56" fmla="*/ 141 w 656"/>
                    <a:gd name="T57" fmla="*/ 807 h 1457"/>
                    <a:gd name="T58" fmla="*/ 102 w 656"/>
                    <a:gd name="T59" fmla="*/ 840 h 1457"/>
                    <a:gd name="T60" fmla="*/ 69 w 656"/>
                    <a:gd name="T61" fmla="*/ 801 h 1457"/>
                    <a:gd name="T62" fmla="*/ 88 w 656"/>
                    <a:gd name="T63" fmla="*/ 578 h 1457"/>
                    <a:gd name="T64" fmla="*/ 215 w 656"/>
                    <a:gd name="T65" fmla="*/ 357 h 1457"/>
                    <a:gd name="T66" fmla="*/ 328 w 656"/>
                    <a:gd name="T67" fmla="*/ 451 h 1457"/>
                    <a:gd name="T68" fmla="*/ 441 w 656"/>
                    <a:gd name="T69" fmla="*/ 357 h 1457"/>
                    <a:gd name="T70" fmla="*/ 569 w 656"/>
                    <a:gd name="T71" fmla="*/ 578 h 1457"/>
                    <a:gd name="T72" fmla="*/ 587 w 656"/>
                    <a:gd name="T73" fmla="*/ 801 h 1457"/>
                    <a:gd name="T74" fmla="*/ 555 w 656"/>
                    <a:gd name="T75" fmla="*/ 840 h 14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6" h="1457">
                      <a:moveTo>
                        <a:pt x="0" y="0"/>
                      </a:moveTo>
                      <a:cubicBezTo>
                        <a:pt x="0" y="1457"/>
                        <a:pt x="0" y="1457"/>
                        <a:pt x="0" y="1457"/>
                      </a:cubicBezTo>
                      <a:cubicBezTo>
                        <a:pt x="656" y="1457"/>
                        <a:pt x="656" y="1457"/>
                        <a:pt x="656" y="1457"/>
                      </a:cubicBezTo>
                      <a:cubicBezTo>
                        <a:pt x="656" y="0"/>
                        <a:pt x="656" y="0"/>
                        <a:pt x="656" y="0"/>
                      </a:cubicBezTo>
                      <a:lnTo>
                        <a:pt x="0" y="0"/>
                      </a:lnTo>
                      <a:close/>
                      <a:moveTo>
                        <a:pt x="328" y="62"/>
                      </a:moveTo>
                      <a:cubicBezTo>
                        <a:pt x="397" y="62"/>
                        <a:pt x="452" y="106"/>
                        <a:pt x="452" y="183"/>
                      </a:cubicBezTo>
                      <a:cubicBezTo>
                        <a:pt x="452" y="259"/>
                        <a:pt x="392" y="338"/>
                        <a:pt x="328" y="338"/>
                      </a:cubicBezTo>
                      <a:cubicBezTo>
                        <a:pt x="264" y="338"/>
                        <a:pt x="204" y="259"/>
                        <a:pt x="204" y="183"/>
                      </a:cubicBezTo>
                      <a:cubicBezTo>
                        <a:pt x="204" y="106"/>
                        <a:pt x="260" y="62"/>
                        <a:pt x="328" y="62"/>
                      </a:cubicBezTo>
                      <a:close/>
                      <a:moveTo>
                        <a:pt x="555" y="840"/>
                      </a:moveTo>
                      <a:cubicBezTo>
                        <a:pt x="535" y="842"/>
                        <a:pt x="517" y="827"/>
                        <a:pt x="516" y="807"/>
                      </a:cubicBezTo>
                      <a:cubicBezTo>
                        <a:pt x="516" y="807"/>
                        <a:pt x="484" y="522"/>
                        <a:pt x="477" y="522"/>
                      </a:cubicBezTo>
                      <a:cubicBezTo>
                        <a:pt x="471" y="522"/>
                        <a:pt x="434" y="576"/>
                        <a:pt x="434" y="632"/>
                      </a:cubicBezTo>
                      <a:cubicBezTo>
                        <a:pt x="434" y="680"/>
                        <a:pt x="555" y="1061"/>
                        <a:pt x="555" y="1061"/>
                      </a:cubicBezTo>
                      <a:cubicBezTo>
                        <a:pt x="464" y="1061"/>
                        <a:pt x="464" y="1061"/>
                        <a:pt x="464" y="1061"/>
                      </a:cubicBezTo>
                      <a:cubicBezTo>
                        <a:pt x="450" y="1205"/>
                        <a:pt x="434" y="1353"/>
                        <a:pt x="434" y="1353"/>
                      </a:cubicBezTo>
                      <a:cubicBezTo>
                        <a:pt x="434" y="1377"/>
                        <a:pt x="415" y="1396"/>
                        <a:pt x="392" y="1396"/>
                      </a:cubicBezTo>
                      <a:cubicBezTo>
                        <a:pt x="369" y="1396"/>
                        <a:pt x="351" y="1377"/>
                        <a:pt x="351" y="1353"/>
                      </a:cubicBezTo>
                      <a:cubicBezTo>
                        <a:pt x="351" y="1353"/>
                        <a:pt x="351" y="1353"/>
                        <a:pt x="344" y="1061"/>
                      </a:cubicBezTo>
                      <a:cubicBezTo>
                        <a:pt x="313" y="1061"/>
                        <a:pt x="313" y="1061"/>
                        <a:pt x="313" y="1061"/>
                      </a:cubicBezTo>
                      <a:cubicBezTo>
                        <a:pt x="306" y="1353"/>
                        <a:pt x="306" y="1353"/>
                        <a:pt x="306" y="1353"/>
                      </a:cubicBezTo>
                      <a:cubicBezTo>
                        <a:pt x="306" y="1377"/>
                        <a:pt x="287" y="1396"/>
                        <a:pt x="264" y="1396"/>
                      </a:cubicBezTo>
                      <a:cubicBezTo>
                        <a:pt x="241" y="1396"/>
                        <a:pt x="222" y="1377"/>
                        <a:pt x="222" y="1353"/>
                      </a:cubicBezTo>
                      <a:cubicBezTo>
                        <a:pt x="222" y="1353"/>
                        <a:pt x="207" y="1205"/>
                        <a:pt x="193" y="1061"/>
                      </a:cubicBezTo>
                      <a:cubicBezTo>
                        <a:pt x="102" y="1061"/>
                        <a:pt x="102" y="1061"/>
                        <a:pt x="102" y="1061"/>
                      </a:cubicBezTo>
                      <a:cubicBezTo>
                        <a:pt x="102" y="1061"/>
                        <a:pt x="222" y="680"/>
                        <a:pt x="222" y="632"/>
                      </a:cubicBezTo>
                      <a:cubicBezTo>
                        <a:pt x="222" y="576"/>
                        <a:pt x="186" y="522"/>
                        <a:pt x="179" y="522"/>
                      </a:cubicBezTo>
                      <a:cubicBezTo>
                        <a:pt x="173" y="522"/>
                        <a:pt x="141" y="807"/>
                        <a:pt x="141" y="807"/>
                      </a:cubicBezTo>
                      <a:cubicBezTo>
                        <a:pt x="139" y="827"/>
                        <a:pt x="122" y="842"/>
                        <a:pt x="102" y="840"/>
                      </a:cubicBezTo>
                      <a:cubicBezTo>
                        <a:pt x="82" y="838"/>
                        <a:pt x="67" y="821"/>
                        <a:pt x="69" y="801"/>
                      </a:cubicBezTo>
                      <a:cubicBezTo>
                        <a:pt x="88" y="578"/>
                        <a:pt x="88" y="578"/>
                        <a:pt x="88" y="578"/>
                      </a:cubicBezTo>
                      <a:cubicBezTo>
                        <a:pt x="100" y="430"/>
                        <a:pt x="173" y="357"/>
                        <a:pt x="215" y="357"/>
                      </a:cubicBezTo>
                      <a:cubicBezTo>
                        <a:pt x="257" y="357"/>
                        <a:pt x="282" y="451"/>
                        <a:pt x="328" y="451"/>
                      </a:cubicBezTo>
                      <a:cubicBezTo>
                        <a:pt x="374" y="451"/>
                        <a:pt x="400" y="357"/>
                        <a:pt x="441" y="357"/>
                      </a:cubicBezTo>
                      <a:cubicBezTo>
                        <a:pt x="483" y="357"/>
                        <a:pt x="556" y="430"/>
                        <a:pt x="569" y="578"/>
                      </a:cubicBezTo>
                      <a:cubicBezTo>
                        <a:pt x="569" y="578"/>
                        <a:pt x="569" y="578"/>
                        <a:pt x="587" y="801"/>
                      </a:cubicBezTo>
                      <a:cubicBezTo>
                        <a:pt x="589" y="821"/>
                        <a:pt x="575" y="838"/>
                        <a:pt x="555" y="8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100000">
                      <a:srgbClr val="FFFFFF"/>
                    </a:gs>
                    <a:gs pos="0">
                      <a:srgbClr val="E6E6E6"/>
                    </a:gs>
                  </a:gsLst>
                  <a:lin ang="16200000" scaled="1"/>
                  <a:tileRect/>
                </a:gradFill>
                <a:ln w="25400">
                  <a:noFill/>
                </a:ln>
                <a:effectLst>
                  <a:outerShdw blurRad="76200" dist="25400" dir="2700000" algn="tl" rotWithShape="0">
                    <a:prstClr val="black">
                      <a:alpha val="3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2400"/>
                </a:p>
              </p:txBody>
            </p:sp>
          </p:grpSp>
          <p:sp>
            <p:nvSpPr>
              <p:cNvPr id="155" name="Textfeld 154"/>
              <p:cNvSpPr txBox="1"/>
              <p:nvPr/>
            </p:nvSpPr>
            <p:spPr bwMode="gray">
              <a:xfrm>
                <a:off x="3210554" y="5298786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156" name="Textfeld 155"/>
              <p:cNvSpPr txBox="1"/>
              <p:nvPr/>
            </p:nvSpPr>
            <p:spPr bwMode="gray">
              <a:xfrm>
                <a:off x="5185717" y="5298786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387" name="Gruppieren 386"/>
            <p:cNvGrpSpPr/>
            <p:nvPr/>
          </p:nvGrpSpPr>
          <p:grpSpPr bwMode="gray">
            <a:xfrm>
              <a:off x="3196989" y="503528"/>
              <a:ext cx="5373923" cy="2860001"/>
              <a:chOff x="3196989" y="503528"/>
              <a:chExt cx="5373923" cy="2860001"/>
            </a:xfrm>
          </p:grpSpPr>
          <p:sp>
            <p:nvSpPr>
              <p:cNvPr id="174" name="Textfeld 173"/>
              <p:cNvSpPr txBox="1"/>
              <p:nvPr/>
            </p:nvSpPr>
            <p:spPr bwMode="gray">
              <a:xfrm>
                <a:off x="3980783" y="2406879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75" name="Textfeld 174"/>
              <p:cNvSpPr txBox="1"/>
              <p:nvPr/>
            </p:nvSpPr>
            <p:spPr bwMode="gray">
              <a:xfrm>
                <a:off x="4701792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176" name="Textfeld 175"/>
              <p:cNvSpPr txBox="1"/>
              <p:nvPr/>
            </p:nvSpPr>
            <p:spPr bwMode="gray">
              <a:xfrm>
                <a:off x="3196990" y="503528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77" name="Rechteck 176"/>
              <p:cNvSpPr/>
              <p:nvPr/>
            </p:nvSpPr>
            <p:spPr bwMode="gray">
              <a:xfrm>
                <a:off x="3196989" y="2665497"/>
                <a:ext cx="5373923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 </a:t>
                </a:r>
                <a:r>
                  <a:rPr lang="de-DE" sz="1100" smtClean="0">
                    <a:solidFill>
                      <a:srgbClr val="000000"/>
                    </a:solidFill>
                  </a:rPr>
                  <a:t>This is a placeholder text, it can be replaced with your own text.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sp>
            <p:nvSpPr>
              <p:cNvPr id="182" name="Textfeld 181"/>
              <p:cNvSpPr txBox="1"/>
              <p:nvPr/>
            </p:nvSpPr>
            <p:spPr bwMode="gray">
              <a:xfrm>
                <a:off x="3340584" y="240687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183" name="Textfeld 182"/>
              <p:cNvSpPr txBox="1"/>
              <p:nvPr/>
            </p:nvSpPr>
            <p:spPr bwMode="gray">
              <a:xfrm>
                <a:off x="5315747" y="240687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grpSp>
            <p:nvGrpSpPr>
              <p:cNvPr id="220" name="Gruppieren 219"/>
              <p:cNvGrpSpPr/>
              <p:nvPr/>
            </p:nvGrpSpPr>
            <p:grpSpPr bwMode="gray">
              <a:xfrm>
                <a:off x="3417022" y="850595"/>
                <a:ext cx="5054403" cy="1574605"/>
                <a:chOff x="3417022" y="850596"/>
                <a:chExt cx="4558687" cy="1420174"/>
              </a:xfrm>
            </p:grpSpPr>
            <p:grpSp>
              <p:nvGrpSpPr>
                <p:cNvPr id="178" name="Gruppieren 552"/>
                <p:cNvGrpSpPr/>
                <p:nvPr/>
              </p:nvGrpSpPr>
              <p:grpSpPr bwMode="gray">
                <a:xfrm rot="21445823">
                  <a:off x="4551560" y="961230"/>
                  <a:ext cx="559921" cy="1243946"/>
                  <a:chOff x="1638379" y="1795010"/>
                  <a:chExt cx="923514" cy="2051723"/>
                </a:xfrm>
              </p:grpSpPr>
              <p:grpSp>
                <p:nvGrpSpPr>
                  <p:cNvPr id="196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198" name="Rechteck 19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199" name="Rechteck 198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197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179" name="Gruppieren 557"/>
                <p:cNvGrpSpPr/>
                <p:nvPr/>
              </p:nvGrpSpPr>
              <p:grpSpPr bwMode="gray">
                <a:xfrm rot="390607">
                  <a:off x="3917945" y="998452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192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194" name="Rechteck 193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195" name="Rechteck 194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193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180" name="Gruppieren 672"/>
                <p:cNvGrpSpPr/>
                <p:nvPr/>
              </p:nvGrpSpPr>
              <p:grpSpPr bwMode="gray">
                <a:xfrm rot="21419233">
                  <a:off x="3417022" y="1321618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188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190" name="Rechteck 189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191" name="Rechteck 190"/>
                    <p:cNvSpPr/>
                    <p:nvPr/>
                  </p:nvSpPr>
                  <p:spPr bwMode="gray">
                    <a:xfrm>
                      <a:off x="1716504" y="3161379"/>
                      <a:ext cx="767264" cy="63553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189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181" name="Gruppieren 730"/>
                <p:cNvGrpSpPr>
                  <a:grpSpLocks noChangeAspect="1"/>
                </p:cNvGrpSpPr>
                <p:nvPr/>
              </p:nvGrpSpPr>
              <p:grpSpPr bwMode="gray">
                <a:xfrm rot="316738">
                  <a:off x="5185175" y="1305796"/>
                  <a:ext cx="427831" cy="950490"/>
                  <a:chOff x="1638379" y="1795010"/>
                  <a:chExt cx="923514" cy="2051723"/>
                </a:xfrm>
              </p:grpSpPr>
              <p:grpSp>
                <p:nvGrpSpPr>
                  <p:cNvPr id="184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186" name="Rechteck 185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187" name="Rechteck 186"/>
                    <p:cNvSpPr/>
                    <p:nvPr/>
                  </p:nvSpPr>
                  <p:spPr bwMode="gray">
                    <a:xfrm>
                      <a:off x="1716504" y="2721479"/>
                      <a:ext cx="767264" cy="107544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185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00" name="Gruppieren 552"/>
                <p:cNvGrpSpPr/>
                <p:nvPr/>
              </p:nvGrpSpPr>
              <p:grpSpPr bwMode="gray">
                <a:xfrm rot="167314">
                  <a:off x="5686700" y="850596"/>
                  <a:ext cx="610301" cy="1355872"/>
                  <a:chOff x="1638379" y="1795010"/>
                  <a:chExt cx="923514" cy="2051723"/>
                </a:xfrm>
              </p:grpSpPr>
              <p:grpSp>
                <p:nvGrpSpPr>
                  <p:cNvPr id="201" name="Gruppieren 553"/>
                  <p:cNvGrpSpPr/>
                  <p:nvPr/>
                </p:nvGrpSpPr>
                <p:grpSpPr bwMode="gray">
                  <a:xfrm>
                    <a:off x="1716504" y="1844825"/>
                    <a:ext cx="767265" cy="1952094"/>
                    <a:chOff x="1716504" y="1844825"/>
                    <a:chExt cx="767265" cy="1952094"/>
                  </a:xfrm>
                </p:grpSpPr>
                <p:sp>
                  <p:nvSpPr>
                    <p:cNvPr id="203" name="Rechteck 202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04" name="Rechteck 203"/>
                    <p:cNvSpPr/>
                    <p:nvPr/>
                  </p:nvSpPr>
                  <p:spPr bwMode="gray">
                    <a:xfrm>
                      <a:off x="1716505" y="2266220"/>
                      <a:ext cx="767264" cy="15306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02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05" name="Gruppieren 557"/>
                <p:cNvGrpSpPr/>
                <p:nvPr/>
              </p:nvGrpSpPr>
              <p:grpSpPr bwMode="gray">
                <a:xfrm rot="21150889">
                  <a:off x="6370695" y="998451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206" name="Gruppieren 558"/>
                  <p:cNvGrpSpPr/>
                  <p:nvPr/>
                </p:nvGrpSpPr>
                <p:grpSpPr bwMode="gray">
                  <a:xfrm>
                    <a:off x="640554" y="1844825"/>
                    <a:ext cx="767265" cy="1952094"/>
                    <a:chOff x="1716503" y="1844825"/>
                    <a:chExt cx="767265" cy="1952094"/>
                  </a:xfrm>
                </p:grpSpPr>
                <p:sp>
                  <p:nvSpPr>
                    <p:cNvPr id="208" name="Rechteck 20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09" name="Rechteck 208"/>
                    <p:cNvSpPr/>
                    <p:nvPr/>
                  </p:nvSpPr>
                  <p:spPr bwMode="gray">
                    <a:xfrm>
                      <a:off x="1716503" y="2986800"/>
                      <a:ext cx="767264" cy="81011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07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10" name="Gruppieren 730"/>
                <p:cNvGrpSpPr>
                  <a:grpSpLocks noChangeAspect="1"/>
                </p:cNvGrpSpPr>
                <p:nvPr/>
              </p:nvGrpSpPr>
              <p:grpSpPr bwMode="gray">
                <a:xfrm>
                  <a:off x="7004310" y="1305796"/>
                  <a:ext cx="427831" cy="950490"/>
                  <a:chOff x="1638379" y="1795010"/>
                  <a:chExt cx="923514" cy="2051723"/>
                </a:xfrm>
              </p:grpSpPr>
              <p:grpSp>
                <p:nvGrpSpPr>
                  <p:cNvPr id="211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213" name="Rechteck 212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14" name="Rechteck 213"/>
                    <p:cNvSpPr/>
                    <p:nvPr/>
                  </p:nvSpPr>
                  <p:spPr bwMode="gray">
                    <a:xfrm>
                      <a:off x="1716504" y="3133747"/>
                      <a:ext cx="767264" cy="663173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12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15" name="Gruppieren 672"/>
                <p:cNvGrpSpPr/>
                <p:nvPr/>
              </p:nvGrpSpPr>
              <p:grpSpPr bwMode="gray">
                <a:xfrm rot="505997">
                  <a:off x="7548480" y="1321617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216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18" name="Rechteck 21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19" name="Rechteck 218"/>
                    <p:cNvSpPr/>
                    <p:nvPr/>
                  </p:nvSpPr>
                  <p:spPr bwMode="gray">
                    <a:xfrm>
                      <a:off x="1716504" y="2637448"/>
                      <a:ext cx="767264" cy="115947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17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221" name="Textfeld 220"/>
              <p:cNvSpPr txBox="1"/>
              <p:nvPr/>
            </p:nvSpPr>
            <p:spPr bwMode="gray">
              <a:xfrm>
                <a:off x="5893255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80%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222" name="Textfeld 221"/>
              <p:cNvSpPr txBox="1"/>
              <p:nvPr/>
            </p:nvSpPr>
            <p:spPr bwMode="gray">
              <a:xfrm>
                <a:off x="7339856" y="2406879"/>
                <a:ext cx="61652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223" name="Textfeld 222"/>
              <p:cNvSpPr txBox="1"/>
              <p:nvPr/>
            </p:nvSpPr>
            <p:spPr bwMode="gray">
              <a:xfrm>
                <a:off x="7948819" y="2406879"/>
                <a:ext cx="61652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224" name="Textfeld 223"/>
              <p:cNvSpPr txBox="1"/>
              <p:nvPr/>
            </p:nvSpPr>
            <p:spPr bwMode="gray">
              <a:xfrm>
                <a:off x="6652675" y="240687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80%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389" name="Gruppieren 388"/>
            <p:cNvGrpSpPr/>
            <p:nvPr/>
          </p:nvGrpSpPr>
          <p:grpSpPr bwMode="gray">
            <a:xfrm>
              <a:off x="386125" y="3493486"/>
              <a:ext cx="4098954" cy="2860001"/>
              <a:chOff x="386125" y="3493486"/>
              <a:chExt cx="4098954" cy="2860001"/>
            </a:xfrm>
          </p:grpSpPr>
          <p:sp>
            <p:nvSpPr>
              <p:cNvPr id="226" name="Textfeld 225"/>
              <p:cNvSpPr txBox="1"/>
              <p:nvPr/>
            </p:nvSpPr>
            <p:spPr bwMode="gray">
              <a:xfrm>
                <a:off x="1702002" y="5291039"/>
                <a:ext cx="721009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50%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227" name="Textfeld 226"/>
              <p:cNvSpPr txBox="1"/>
              <p:nvPr/>
            </p:nvSpPr>
            <p:spPr bwMode="gray">
              <a:xfrm>
                <a:off x="2415454" y="5291039"/>
                <a:ext cx="718992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400" smtClean="0">
                    <a:solidFill>
                      <a:schemeClr val="tx2"/>
                    </a:solidFill>
                  </a:rPr>
                  <a:t>70%</a:t>
                </a:r>
                <a:endParaRPr lang="de-DE" sz="2400">
                  <a:solidFill>
                    <a:schemeClr val="tx2"/>
                  </a:solidFill>
                </a:endParaRPr>
              </a:p>
            </p:txBody>
          </p:sp>
          <p:sp>
            <p:nvSpPr>
              <p:cNvPr id="228" name="Textfeld 227"/>
              <p:cNvSpPr txBox="1"/>
              <p:nvPr/>
            </p:nvSpPr>
            <p:spPr bwMode="gray">
              <a:xfrm>
                <a:off x="386125" y="3493486"/>
                <a:ext cx="273553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2400" b="1" smtClean="0">
                    <a:solidFill>
                      <a:schemeClr val="accent1">
                        <a:lumMod val="50000"/>
                      </a:schemeClr>
                    </a:solidFill>
                  </a:rPr>
                  <a:t>Target</a:t>
                </a:r>
                <a:r>
                  <a:rPr lang="de-DE" sz="2400" smtClean="0">
                    <a:solidFill>
                      <a:schemeClr val="accent1">
                        <a:lumMod val="50000"/>
                      </a:schemeClr>
                    </a:solidFill>
                  </a:rPr>
                  <a:t> Groups</a:t>
                </a:r>
                <a:endParaRPr lang="de-DE" sz="24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29" name="Rechteck 228"/>
              <p:cNvSpPr/>
              <p:nvPr/>
            </p:nvSpPr>
            <p:spPr bwMode="gray">
              <a:xfrm>
                <a:off x="386125" y="5655455"/>
                <a:ext cx="2735536" cy="698032"/>
              </a:xfrm>
              <a:prstGeom prst="rect">
                <a:avLst/>
              </a:prstGeom>
            </p:spPr>
            <p:txBody>
              <a:bodyPr wrap="square" lIns="72000" tIns="0" rIns="180000" bIns="0" anchor="ctr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Campaign reach of target groups. This is a placeholder text, it can be replaced with your own text.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sp>
            <p:nvSpPr>
              <p:cNvPr id="234" name="Textfeld 233"/>
              <p:cNvSpPr txBox="1"/>
              <p:nvPr/>
            </p:nvSpPr>
            <p:spPr bwMode="gray">
              <a:xfrm>
                <a:off x="393693" y="529103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35%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  <p:sp>
            <p:nvSpPr>
              <p:cNvPr id="235" name="Textfeld 234"/>
              <p:cNvSpPr txBox="1"/>
              <p:nvPr/>
            </p:nvSpPr>
            <p:spPr bwMode="gray">
              <a:xfrm>
                <a:off x="3126733" y="529103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000" smtClean="0">
                    <a:solidFill>
                      <a:schemeClr val="tx2"/>
                    </a:solidFill>
                  </a:rPr>
                  <a:t>51%</a:t>
                </a:r>
                <a:endParaRPr lang="de-DE" sz="2000">
                  <a:solidFill>
                    <a:schemeClr val="tx2"/>
                  </a:solidFill>
                </a:endParaRPr>
              </a:p>
            </p:txBody>
          </p:sp>
          <p:grpSp>
            <p:nvGrpSpPr>
              <p:cNvPr id="272" name="Gruppieren 271"/>
              <p:cNvGrpSpPr/>
              <p:nvPr/>
            </p:nvGrpSpPr>
            <p:grpSpPr bwMode="gray">
              <a:xfrm>
                <a:off x="583486" y="3988410"/>
                <a:ext cx="3725841" cy="1272318"/>
                <a:chOff x="583486" y="3988410"/>
                <a:chExt cx="3725841" cy="1272318"/>
              </a:xfrm>
            </p:grpSpPr>
            <p:grpSp>
              <p:nvGrpSpPr>
                <p:cNvPr id="231" name="Gruppieren 557"/>
                <p:cNvGrpSpPr/>
                <p:nvPr/>
              </p:nvGrpSpPr>
              <p:grpSpPr bwMode="gray">
                <a:xfrm rot="390607">
                  <a:off x="1795029" y="3988410"/>
                  <a:ext cx="559921" cy="1243946"/>
                  <a:chOff x="562430" y="1795010"/>
                  <a:chExt cx="923514" cy="2051723"/>
                </a:xfrm>
              </p:grpSpPr>
              <p:grpSp>
                <p:nvGrpSpPr>
                  <p:cNvPr id="244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46" name="Rechteck 245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47" name="Rechteck 246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45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32" name="Gruppieren 672"/>
                <p:cNvGrpSpPr/>
                <p:nvPr/>
              </p:nvGrpSpPr>
              <p:grpSpPr bwMode="gray">
                <a:xfrm rot="21419233">
                  <a:off x="583486" y="4311576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240" name="Gruppieren 673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42" name="Rechteck 241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43" name="Rechteck 242"/>
                    <p:cNvSpPr/>
                    <p:nvPr/>
                  </p:nvSpPr>
                  <p:spPr bwMode="gray">
                    <a:xfrm>
                      <a:off x="1716504" y="3161379"/>
                      <a:ext cx="767264" cy="63553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41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33" name="Gruppieren 730"/>
                <p:cNvGrpSpPr>
                  <a:grpSpLocks noChangeAspect="1"/>
                </p:cNvGrpSpPr>
                <p:nvPr/>
              </p:nvGrpSpPr>
              <p:grpSpPr bwMode="gray">
                <a:xfrm>
                  <a:off x="2498018" y="4009463"/>
                  <a:ext cx="556695" cy="1236780"/>
                  <a:chOff x="1638379" y="1795010"/>
                  <a:chExt cx="923514" cy="2051723"/>
                </a:xfrm>
              </p:grpSpPr>
              <p:grpSp>
                <p:nvGrpSpPr>
                  <p:cNvPr id="236" name="Gruppieren 731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238" name="Rechteck 237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39" name="Rechteck 238"/>
                    <p:cNvSpPr/>
                    <p:nvPr/>
                  </p:nvSpPr>
                  <p:spPr bwMode="gray">
                    <a:xfrm>
                      <a:off x="1716504" y="2721479"/>
                      <a:ext cx="767264" cy="107544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37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62" name="Gruppieren 557"/>
                <p:cNvGrpSpPr/>
                <p:nvPr/>
              </p:nvGrpSpPr>
              <p:grpSpPr bwMode="gray">
                <a:xfrm>
                  <a:off x="1153783" y="4121639"/>
                  <a:ext cx="498178" cy="1106774"/>
                  <a:chOff x="562430" y="1795010"/>
                  <a:chExt cx="923514" cy="2051723"/>
                </a:xfrm>
              </p:grpSpPr>
              <p:grpSp>
                <p:nvGrpSpPr>
                  <p:cNvPr id="263" name="Gruppieren 558"/>
                  <p:cNvGrpSpPr/>
                  <p:nvPr/>
                </p:nvGrpSpPr>
                <p:grpSpPr bwMode="gray">
                  <a:xfrm>
                    <a:off x="640555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65" name="Rechteck 26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66" name="Rechteck 265"/>
                    <p:cNvSpPr/>
                    <p:nvPr/>
                  </p:nvSpPr>
                  <p:spPr bwMode="gray">
                    <a:xfrm>
                      <a:off x="1716504" y="2820872"/>
                      <a:ext cx="767264" cy="97604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64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52" name="Gruppieren 552"/>
                <p:cNvGrpSpPr/>
                <p:nvPr/>
              </p:nvGrpSpPr>
              <p:grpSpPr bwMode="gray">
                <a:xfrm rot="21409720">
                  <a:off x="3197781" y="4124241"/>
                  <a:ext cx="501659" cy="1114509"/>
                  <a:chOff x="1638379" y="1795010"/>
                  <a:chExt cx="923514" cy="2051723"/>
                </a:xfrm>
              </p:grpSpPr>
              <p:grpSp>
                <p:nvGrpSpPr>
                  <p:cNvPr id="253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55" name="Rechteck 25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56" name="Rechteck 255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54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267" name="Gruppieren 552"/>
                <p:cNvGrpSpPr/>
                <p:nvPr/>
              </p:nvGrpSpPr>
              <p:grpSpPr bwMode="gray">
                <a:xfrm rot="21409720">
                  <a:off x="3842506" y="4200617"/>
                  <a:ext cx="466821" cy="1037111"/>
                  <a:chOff x="1638379" y="1795010"/>
                  <a:chExt cx="923514" cy="2051723"/>
                </a:xfrm>
              </p:grpSpPr>
              <p:grpSp>
                <p:nvGrpSpPr>
                  <p:cNvPr id="268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270" name="Rechteck 269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271" name="Rechteck 270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269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304" name="Textfeld 303"/>
              <p:cNvSpPr txBox="1"/>
              <p:nvPr/>
            </p:nvSpPr>
            <p:spPr bwMode="gray">
              <a:xfrm>
                <a:off x="1052718" y="5291039"/>
                <a:ext cx="720000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2000" smtClean="0">
                    <a:solidFill>
                      <a:schemeClr val="tx2"/>
                    </a:solidFill>
                  </a:rPr>
                  <a:t>35%</a:t>
                </a:r>
                <a:endParaRPr lang="de-DE" sz="2000">
                  <a:solidFill>
                    <a:schemeClr val="tx2"/>
                  </a:solidFill>
                </a:endParaRPr>
              </a:p>
            </p:txBody>
          </p:sp>
          <p:sp>
            <p:nvSpPr>
              <p:cNvPr id="305" name="Textfeld 304"/>
              <p:cNvSpPr txBox="1"/>
              <p:nvPr/>
            </p:nvSpPr>
            <p:spPr bwMode="gray">
              <a:xfrm>
                <a:off x="3760113" y="5291039"/>
                <a:ext cx="724966" cy="347208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mtClean="0">
                    <a:solidFill>
                      <a:schemeClr val="tx2"/>
                    </a:solidFill>
                  </a:rPr>
                  <a:t>51%</a:t>
                </a:r>
                <a:endParaRPr lang="de-DE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388" name="Gruppieren 387"/>
            <p:cNvGrpSpPr/>
            <p:nvPr/>
          </p:nvGrpSpPr>
          <p:grpSpPr bwMode="gray">
            <a:xfrm>
              <a:off x="4788024" y="3471063"/>
              <a:ext cx="3842914" cy="1386050"/>
              <a:chOff x="4788024" y="3471063"/>
              <a:chExt cx="3842914" cy="1386050"/>
            </a:xfrm>
          </p:grpSpPr>
          <p:grpSp>
            <p:nvGrpSpPr>
              <p:cNvPr id="371" name="Gruppieren 370"/>
              <p:cNvGrpSpPr/>
              <p:nvPr/>
            </p:nvGrpSpPr>
            <p:grpSpPr bwMode="gray">
              <a:xfrm>
                <a:off x="7596752" y="3471063"/>
                <a:ext cx="1034186" cy="1386050"/>
                <a:chOff x="7596752" y="3471063"/>
                <a:chExt cx="1034186" cy="1386050"/>
              </a:xfrm>
            </p:grpSpPr>
            <p:grpSp>
              <p:nvGrpSpPr>
                <p:cNvPr id="318" name="Gruppieren 317"/>
                <p:cNvGrpSpPr/>
                <p:nvPr/>
              </p:nvGrpSpPr>
              <p:grpSpPr bwMode="gray">
                <a:xfrm>
                  <a:off x="7655078" y="3743325"/>
                  <a:ext cx="875064" cy="922416"/>
                  <a:chOff x="4898203" y="3797648"/>
                  <a:chExt cx="900973" cy="949729"/>
                </a:xfrm>
              </p:grpSpPr>
              <p:grpSp>
                <p:nvGrpSpPr>
                  <p:cNvPr id="319" name="Gruppieren 672"/>
                  <p:cNvGrpSpPr/>
                  <p:nvPr/>
                </p:nvGrpSpPr>
                <p:grpSpPr bwMode="gray">
                  <a:xfrm rot="239756">
                    <a:off x="4898203" y="3798225"/>
                    <a:ext cx="427229" cy="949152"/>
                    <a:chOff x="562430" y="1795010"/>
                    <a:chExt cx="923514" cy="2051723"/>
                  </a:xfrm>
                </p:grpSpPr>
                <p:grpSp>
                  <p:nvGrpSpPr>
                    <p:cNvPr id="325" name="Gruppieren 673"/>
                    <p:cNvGrpSpPr/>
                    <p:nvPr/>
                  </p:nvGrpSpPr>
                  <p:grpSpPr bwMode="gray">
                    <a:xfrm>
                      <a:off x="640554" y="1844825"/>
                      <a:ext cx="767265" cy="1952094"/>
                      <a:chOff x="1716503" y="1844825"/>
                      <a:chExt cx="767265" cy="1952094"/>
                    </a:xfrm>
                  </p:grpSpPr>
                  <p:sp>
                    <p:nvSpPr>
                      <p:cNvPr id="327" name="Rechteck 326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328" name="Rechteck 327"/>
                      <p:cNvSpPr/>
                      <p:nvPr/>
                    </p:nvSpPr>
                    <p:spPr bwMode="gray">
                      <a:xfrm>
                        <a:off x="1716503" y="2602193"/>
                        <a:ext cx="767264" cy="1194723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326" name="Freeform 6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562430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7 w 656"/>
                        <a:gd name="T11" fmla="*/ 62 h 1457"/>
                        <a:gd name="T12" fmla="*/ 452 w 656"/>
                        <a:gd name="T13" fmla="*/ 182 h 1457"/>
                        <a:gd name="T14" fmla="*/ 327 w 656"/>
                        <a:gd name="T15" fmla="*/ 338 h 1457"/>
                        <a:gd name="T16" fmla="*/ 204 w 656"/>
                        <a:gd name="T17" fmla="*/ 182 h 1457"/>
                        <a:gd name="T18" fmla="*/ 327 w 656"/>
                        <a:gd name="T19" fmla="*/ 62 h 1457"/>
                        <a:gd name="T20" fmla="*/ 549 w 656"/>
                        <a:gd name="T21" fmla="*/ 884 h 1457"/>
                        <a:gd name="T22" fmla="*/ 500 w 656"/>
                        <a:gd name="T23" fmla="*/ 835 h 1457"/>
                        <a:gd name="T24" fmla="*/ 492 w 656"/>
                        <a:gd name="T25" fmla="*/ 522 h 1457"/>
                        <a:gd name="T26" fmla="*/ 480 w 656"/>
                        <a:gd name="T27" fmla="*/ 510 h 1457"/>
                        <a:gd name="T28" fmla="*/ 468 w 656"/>
                        <a:gd name="T29" fmla="*/ 522 h 1457"/>
                        <a:gd name="T30" fmla="*/ 467 w 656"/>
                        <a:gd name="T31" fmla="*/ 875 h 1457"/>
                        <a:gd name="T32" fmla="*/ 467 w 656"/>
                        <a:gd name="T33" fmla="*/ 903 h 1457"/>
                        <a:gd name="T34" fmla="*/ 465 w 656"/>
                        <a:gd name="T35" fmla="*/ 1342 h 1457"/>
                        <a:gd name="T36" fmla="*/ 411 w 656"/>
                        <a:gd name="T37" fmla="*/ 1396 h 1457"/>
                        <a:gd name="T38" fmla="*/ 357 w 656"/>
                        <a:gd name="T39" fmla="*/ 1342 h 1457"/>
                        <a:gd name="T40" fmla="*/ 339 w 656"/>
                        <a:gd name="T41" fmla="*/ 903 h 1457"/>
                        <a:gd name="T42" fmla="*/ 327 w 656"/>
                        <a:gd name="T43" fmla="*/ 891 h 1457"/>
                        <a:gd name="T44" fmla="*/ 315 w 656"/>
                        <a:gd name="T45" fmla="*/ 903 h 1457"/>
                        <a:gd name="T46" fmla="*/ 298 w 656"/>
                        <a:gd name="T47" fmla="*/ 1342 h 1457"/>
                        <a:gd name="T48" fmla="*/ 244 w 656"/>
                        <a:gd name="T49" fmla="*/ 1396 h 1457"/>
                        <a:gd name="T50" fmla="*/ 190 w 656"/>
                        <a:gd name="T51" fmla="*/ 1342 h 1457"/>
                        <a:gd name="T52" fmla="*/ 188 w 656"/>
                        <a:gd name="T53" fmla="*/ 903 h 1457"/>
                        <a:gd name="T54" fmla="*/ 188 w 656"/>
                        <a:gd name="T55" fmla="*/ 875 h 1457"/>
                        <a:gd name="T56" fmla="*/ 188 w 656"/>
                        <a:gd name="T57" fmla="*/ 522 h 1457"/>
                        <a:gd name="T58" fmla="*/ 176 w 656"/>
                        <a:gd name="T59" fmla="*/ 510 h 1457"/>
                        <a:gd name="T60" fmla="*/ 163 w 656"/>
                        <a:gd name="T61" fmla="*/ 522 h 1457"/>
                        <a:gd name="T62" fmla="*/ 155 w 656"/>
                        <a:gd name="T63" fmla="*/ 835 h 1457"/>
                        <a:gd name="T64" fmla="*/ 106 w 656"/>
                        <a:gd name="T65" fmla="*/ 884 h 1457"/>
                        <a:gd name="T66" fmla="*/ 57 w 656"/>
                        <a:gd name="T67" fmla="*/ 835 h 1457"/>
                        <a:gd name="T68" fmla="*/ 75 w 656"/>
                        <a:gd name="T69" fmla="*/ 506 h 1457"/>
                        <a:gd name="T70" fmla="*/ 225 w 656"/>
                        <a:gd name="T71" fmla="*/ 356 h 1457"/>
                        <a:gd name="T72" fmla="*/ 327 w 656"/>
                        <a:gd name="T73" fmla="*/ 398 h 1457"/>
                        <a:gd name="T74" fmla="*/ 430 w 656"/>
                        <a:gd name="T75" fmla="*/ 356 h 1457"/>
                        <a:gd name="T76" fmla="*/ 579 w 656"/>
                        <a:gd name="T77" fmla="*/ 506 h 1457"/>
                        <a:gd name="T78" fmla="*/ 598 w 656"/>
                        <a:gd name="T79" fmla="*/ 835 h 1457"/>
                        <a:gd name="T80" fmla="*/ 549 w 656"/>
                        <a:gd name="T81" fmla="*/ 884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7" y="62"/>
                          </a:moveTo>
                          <a:cubicBezTo>
                            <a:pt x="396" y="62"/>
                            <a:pt x="452" y="106"/>
                            <a:pt x="452" y="182"/>
                          </a:cubicBezTo>
                          <a:cubicBezTo>
                            <a:pt x="452" y="259"/>
                            <a:pt x="392" y="338"/>
                            <a:pt x="327" y="338"/>
                          </a:cubicBezTo>
                          <a:cubicBezTo>
                            <a:pt x="264" y="338"/>
                            <a:pt x="204" y="259"/>
                            <a:pt x="204" y="182"/>
                          </a:cubicBezTo>
                          <a:cubicBezTo>
                            <a:pt x="204" y="106"/>
                            <a:pt x="259" y="62"/>
                            <a:pt x="327" y="62"/>
                          </a:cubicBezTo>
                          <a:close/>
                          <a:moveTo>
                            <a:pt x="549" y="884"/>
                          </a:moveTo>
                          <a:cubicBezTo>
                            <a:pt x="522" y="884"/>
                            <a:pt x="500" y="862"/>
                            <a:pt x="500" y="835"/>
                          </a:cubicBezTo>
                          <a:cubicBezTo>
                            <a:pt x="500" y="835"/>
                            <a:pt x="500" y="835"/>
                            <a:pt x="492" y="522"/>
                          </a:cubicBezTo>
                          <a:cubicBezTo>
                            <a:pt x="492" y="515"/>
                            <a:pt x="486" y="510"/>
                            <a:pt x="480" y="510"/>
                          </a:cubicBezTo>
                          <a:cubicBezTo>
                            <a:pt x="473" y="510"/>
                            <a:pt x="468" y="515"/>
                            <a:pt x="468" y="522"/>
                          </a:cubicBezTo>
                          <a:cubicBezTo>
                            <a:pt x="468" y="522"/>
                            <a:pt x="468" y="522"/>
                            <a:pt x="467" y="875"/>
                          </a:cubicBezTo>
                          <a:cubicBezTo>
                            <a:pt x="467" y="875"/>
                            <a:pt x="467" y="875"/>
                            <a:pt x="467" y="903"/>
                          </a:cubicBezTo>
                          <a:cubicBezTo>
                            <a:pt x="467" y="903"/>
                            <a:pt x="467" y="903"/>
                            <a:pt x="465" y="1342"/>
                          </a:cubicBezTo>
                          <a:cubicBezTo>
                            <a:pt x="465" y="1372"/>
                            <a:pt x="441" y="1396"/>
                            <a:pt x="411" y="1396"/>
                          </a:cubicBezTo>
                          <a:cubicBezTo>
                            <a:pt x="381" y="1396"/>
                            <a:pt x="357" y="1372"/>
                            <a:pt x="357" y="1342"/>
                          </a:cubicBezTo>
                          <a:cubicBezTo>
                            <a:pt x="357" y="1342"/>
                            <a:pt x="357" y="1342"/>
                            <a:pt x="339" y="903"/>
                          </a:cubicBezTo>
                          <a:cubicBezTo>
                            <a:pt x="339" y="896"/>
                            <a:pt x="334" y="891"/>
                            <a:pt x="327" y="891"/>
                          </a:cubicBezTo>
                          <a:cubicBezTo>
                            <a:pt x="321" y="891"/>
                            <a:pt x="315" y="896"/>
                            <a:pt x="315" y="903"/>
                          </a:cubicBezTo>
                          <a:cubicBezTo>
                            <a:pt x="315" y="903"/>
                            <a:pt x="315" y="903"/>
                            <a:pt x="298" y="1342"/>
                          </a:cubicBezTo>
                          <a:cubicBezTo>
                            <a:pt x="298" y="1372"/>
                            <a:pt x="274" y="1396"/>
                            <a:pt x="244" y="1396"/>
                          </a:cubicBezTo>
                          <a:cubicBezTo>
                            <a:pt x="214" y="1396"/>
                            <a:pt x="190" y="1372"/>
                            <a:pt x="190" y="1342"/>
                          </a:cubicBezTo>
                          <a:cubicBezTo>
                            <a:pt x="190" y="1342"/>
                            <a:pt x="190" y="1342"/>
                            <a:pt x="188" y="903"/>
                          </a:cubicBezTo>
                          <a:cubicBezTo>
                            <a:pt x="188" y="903"/>
                            <a:pt x="188" y="903"/>
                            <a:pt x="188" y="875"/>
                          </a:cubicBezTo>
                          <a:cubicBezTo>
                            <a:pt x="188" y="875"/>
                            <a:pt x="188" y="875"/>
                            <a:pt x="188" y="522"/>
                          </a:cubicBezTo>
                          <a:cubicBezTo>
                            <a:pt x="188" y="515"/>
                            <a:pt x="182" y="510"/>
                            <a:pt x="176" y="510"/>
                          </a:cubicBezTo>
                          <a:cubicBezTo>
                            <a:pt x="169" y="510"/>
                            <a:pt x="163" y="515"/>
                            <a:pt x="163" y="522"/>
                          </a:cubicBezTo>
                          <a:cubicBezTo>
                            <a:pt x="163" y="522"/>
                            <a:pt x="163" y="522"/>
                            <a:pt x="155" y="835"/>
                          </a:cubicBezTo>
                          <a:cubicBezTo>
                            <a:pt x="155" y="862"/>
                            <a:pt x="133" y="884"/>
                            <a:pt x="106" y="884"/>
                          </a:cubicBezTo>
                          <a:cubicBezTo>
                            <a:pt x="79" y="884"/>
                            <a:pt x="57" y="862"/>
                            <a:pt x="57" y="835"/>
                          </a:cubicBezTo>
                          <a:cubicBezTo>
                            <a:pt x="57" y="835"/>
                            <a:pt x="57" y="835"/>
                            <a:pt x="75" y="506"/>
                          </a:cubicBezTo>
                          <a:cubicBezTo>
                            <a:pt x="75" y="417"/>
                            <a:pt x="180" y="356"/>
                            <a:pt x="225" y="356"/>
                          </a:cubicBezTo>
                          <a:cubicBezTo>
                            <a:pt x="270" y="356"/>
                            <a:pt x="283" y="398"/>
                            <a:pt x="327" y="398"/>
                          </a:cubicBezTo>
                          <a:cubicBezTo>
                            <a:pt x="372" y="398"/>
                            <a:pt x="373" y="356"/>
                            <a:pt x="430" y="356"/>
                          </a:cubicBezTo>
                          <a:cubicBezTo>
                            <a:pt x="486" y="356"/>
                            <a:pt x="579" y="417"/>
                            <a:pt x="579" y="506"/>
                          </a:cubicBezTo>
                          <a:cubicBezTo>
                            <a:pt x="598" y="835"/>
                            <a:pt x="598" y="835"/>
                            <a:pt x="598" y="835"/>
                          </a:cubicBezTo>
                          <a:cubicBezTo>
                            <a:pt x="598" y="862"/>
                            <a:pt x="576" y="884"/>
                            <a:pt x="549" y="88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  <p:grpSp>
                <p:nvGrpSpPr>
                  <p:cNvPr id="320" name="Gruppieren 552"/>
                  <p:cNvGrpSpPr/>
                  <p:nvPr/>
                </p:nvGrpSpPr>
                <p:grpSpPr bwMode="gray">
                  <a:xfrm rot="21386661">
                    <a:off x="5381466" y="3797648"/>
                    <a:ext cx="417710" cy="928004"/>
                    <a:chOff x="1638379" y="1795010"/>
                    <a:chExt cx="923514" cy="2051723"/>
                  </a:xfrm>
                </p:grpSpPr>
                <p:grpSp>
                  <p:nvGrpSpPr>
                    <p:cNvPr id="321" name="Gruppieren 553"/>
                    <p:cNvGrpSpPr/>
                    <p:nvPr/>
                  </p:nvGrpSpPr>
                  <p:grpSpPr bwMode="gray">
                    <a:xfrm>
                      <a:off x="1716504" y="1844825"/>
                      <a:ext cx="767264" cy="1952094"/>
                      <a:chOff x="1716504" y="1844825"/>
                      <a:chExt cx="767264" cy="1952094"/>
                    </a:xfrm>
                  </p:grpSpPr>
                  <p:sp>
                    <p:nvSpPr>
                      <p:cNvPr id="323" name="Rechteck 322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324" name="Rechteck 323"/>
                      <p:cNvSpPr/>
                      <p:nvPr/>
                    </p:nvSpPr>
                    <p:spPr bwMode="gray">
                      <a:xfrm>
                        <a:off x="1716504" y="2484120"/>
                        <a:ext cx="767264" cy="1312799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322" name="Freeform 5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1638379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8 w 656"/>
                        <a:gd name="T11" fmla="*/ 62 h 1457"/>
                        <a:gd name="T12" fmla="*/ 452 w 656"/>
                        <a:gd name="T13" fmla="*/ 183 h 1457"/>
                        <a:gd name="T14" fmla="*/ 328 w 656"/>
                        <a:gd name="T15" fmla="*/ 338 h 1457"/>
                        <a:gd name="T16" fmla="*/ 204 w 656"/>
                        <a:gd name="T17" fmla="*/ 183 h 1457"/>
                        <a:gd name="T18" fmla="*/ 328 w 656"/>
                        <a:gd name="T19" fmla="*/ 62 h 1457"/>
                        <a:gd name="T20" fmla="*/ 555 w 656"/>
                        <a:gd name="T21" fmla="*/ 840 h 1457"/>
                        <a:gd name="T22" fmla="*/ 516 w 656"/>
                        <a:gd name="T23" fmla="*/ 807 h 1457"/>
                        <a:gd name="T24" fmla="*/ 477 w 656"/>
                        <a:gd name="T25" fmla="*/ 522 h 1457"/>
                        <a:gd name="T26" fmla="*/ 434 w 656"/>
                        <a:gd name="T27" fmla="*/ 632 h 1457"/>
                        <a:gd name="T28" fmla="*/ 555 w 656"/>
                        <a:gd name="T29" fmla="*/ 1061 h 1457"/>
                        <a:gd name="T30" fmla="*/ 464 w 656"/>
                        <a:gd name="T31" fmla="*/ 1061 h 1457"/>
                        <a:gd name="T32" fmla="*/ 434 w 656"/>
                        <a:gd name="T33" fmla="*/ 1353 h 1457"/>
                        <a:gd name="T34" fmla="*/ 392 w 656"/>
                        <a:gd name="T35" fmla="*/ 1396 h 1457"/>
                        <a:gd name="T36" fmla="*/ 351 w 656"/>
                        <a:gd name="T37" fmla="*/ 1353 h 1457"/>
                        <a:gd name="T38" fmla="*/ 344 w 656"/>
                        <a:gd name="T39" fmla="*/ 1061 h 1457"/>
                        <a:gd name="T40" fmla="*/ 313 w 656"/>
                        <a:gd name="T41" fmla="*/ 1061 h 1457"/>
                        <a:gd name="T42" fmla="*/ 306 w 656"/>
                        <a:gd name="T43" fmla="*/ 1353 h 1457"/>
                        <a:gd name="T44" fmla="*/ 264 w 656"/>
                        <a:gd name="T45" fmla="*/ 1396 h 1457"/>
                        <a:gd name="T46" fmla="*/ 222 w 656"/>
                        <a:gd name="T47" fmla="*/ 1353 h 1457"/>
                        <a:gd name="T48" fmla="*/ 193 w 656"/>
                        <a:gd name="T49" fmla="*/ 1061 h 1457"/>
                        <a:gd name="T50" fmla="*/ 102 w 656"/>
                        <a:gd name="T51" fmla="*/ 1061 h 1457"/>
                        <a:gd name="T52" fmla="*/ 222 w 656"/>
                        <a:gd name="T53" fmla="*/ 632 h 1457"/>
                        <a:gd name="T54" fmla="*/ 179 w 656"/>
                        <a:gd name="T55" fmla="*/ 522 h 1457"/>
                        <a:gd name="T56" fmla="*/ 141 w 656"/>
                        <a:gd name="T57" fmla="*/ 807 h 1457"/>
                        <a:gd name="T58" fmla="*/ 102 w 656"/>
                        <a:gd name="T59" fmla="*/ 840 h 1457"/>
                        <a:gd name="T60" fmla="*/ 69 w 656"/>
                        <a:gd name="T61" fmla="*/ 801 h 1457"/>
                        <a:gd name="T62" fmla="*/ 88 w 656"/>
                        <a:gd name="T63" fmla="*/ 578 h 1457"/>
                        <a:gd name="T64" fmla="*/ 215 w 656"/>
                        <a:gd name="T65" fmla="*/ 357 h 1457"/>
                        <a:gd name="T66" fmla="*/ 328 w 656"/>
                        <a:gd name="T67" fmla="*/ 451 h 1457"/>
                        <a:gd name="T68" fmla="*/ 441 w 656"/>
                        <a:gd name="T69" fmla="*/ 357 h 1457"/>
                        <a:gd name="T70" fmla="*/ 569 w 656"/>
                        <a:gd name="T71" fmla="*/ 578 h 1457"/>
                        <a:gd name="T72" fmla="*/ 587 w 656"/>
                        <a:gd name="T73" fmla="*/ 801 h 1457"/>
                        <a:gd name="T74" fmla="*/ 555 w 656"/>
                        <a:gd name="T75" fmla="*/ 840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8" y="62"/>
                          </a:moveTo>
                          <a:cubicBezTo>
                            <a:pt x="397" y="62"/>
                            <a:pt x="452" y="106"/>
                            <a:pt x="452" y="183"/>
                          </a:cubicBezTo>
                          <a:cubicBezTo>
                            <a:pt x="452" y="259"/>
                            <a:pt x="392" y="338"/>
                            <a:pt x="328" y="338"/>
                          </a:cubicBezTo>
                          <a:cubicBezTo>
                            <a:pt x="264" y="338"/>
                            <a:pt x="204" y="259"/>
                            <a:pt x="204" y="183"/>
                          </a:cubicBezTo>
                          <a:cubicBezTo>
                            <a:pt x="204" y="106"/>
                            <a:pt x="260" y="62"/>
                            <a:pt x="328" y="62"/>
                          </a:cubicBezTo>
                          <a:close/>
                          <a:moveTo>
                            <a:pt x="555" y="840"/>
                          </a:moveTo>
                          <a:cubicBezTo>
                            <a:pt x="535" y="842"/>
                            <a:pt x="517" y="827"/>
                            <a:pt x="516" y="807"/>
                          </a:cubicBezTo>
                          <a:cubicBezTo>
                            <a:pt x="516" y="807"/>
                            <a:pt x="484" y="522"/>
                            <a:pt x="477" y="522"/>
                          </a:cubicBezTo>
                          <a:cubicBezTo>
                            <a:pt x="471" y="522"/>
                            <a:pt x="434" y="576"/>
                            <a:pt x="434" y="632"/>
                          </a:cubicBezTo>
                          <a:cubicBezTo>
                            <a:pt x="434" y="680"/>
                            <a:pt x="555" y="1061"/>
                            <a:pt x="555" y="1061"/>
                          </a:cubicBezTo>
                          <a:cubicBezTo>
                            <a:pt x="464" y="1061"/>
                            <a:pt x="464" y="1061"/>
                            <a:pt x="464" y="1061"/>
                          </a:cubicBezTo>
                          <a:cubicBezTo>
                            <a:pt x="450" y="1205"/>
                            <a:pt x="434" y="1353"/>
                            <a:pt x="434" y="1353"/>
                          </a:cubicBezTo>
                          <a:cubicBezTo>
                            <a:pt x="434" y="1377"/>
                            <a:pt x="415" y="1396"/>
                            <a:pt x="392" y="1396"/>
                          </a:cubicBezTo>
                          <a:cubicBezTo>
                            <a:pt x="369" y="1396"/>
                            <a:pt x="351" y="1377"/>
                            <a:pt x="351" y="1353"/>
                          </a:cubicBezTo>
                          <a:cubicBezTo>
                            <a:pt x="351" y="1353"/>
                            <a:pt x="351" y="1353"/>
                            <a:pt x="344" y="1061"/>
                          </a:cubicBezTo>
                          <a:cubicBezTo>
                            <a:pt x="313" y="1061"/>
                            <a:pt x="313" y="1061"/>
                            <a:pt x="313" y="1061"/>
                          </a:cubicBezTo>
                          <a:cubicBezTo>
                            <a:pt x="306" y="1353"/>
                            <a:pt x="306" y="1353"/>
                            <a:pt x="306" y="1353"/>
                          </a:cubicBezTo>
                          <a:cubicBezTo>
                            <a:pt x="306" y="1377"/>
                            <a:pt x="287" y="1396"/>
                            <a:pt x="264" y="1396"/>
                          </a:cubicBezTo>
                          <a:cubicBezTo>
                            <a:pt x="241" y="1396"/>
                            <a:pt x="222" y="1377"/>
                            <a:pt x="222" y="1353"/>
                          </a:cubicBezTo>
                          <a:cubicBezTo>
                            <a:pt x="222" y="1353"/>
                            <a:pt x="207" y="1205"/>
                            <a:pt x="193" y="1061"/>
                          </a:cubicBezTo>
                          <a:cubicBezTo>
                            <a:pt x="102" y="1061"/>
                            <a:pt x="102" y="1061"/>
                            <a:pt x="102" y="1061"/>
                          </a:cubicBezTo>
                          <a:cubicBezTo>
                            <a:pt x="102" y="1061"/>
                            <a:pt x="222" y="680"/>
                            <a:pt x="222" y="632"/>
                          </a:cubicBezTo>
                          <a:cubicBezTo>
                            <a:pt x="222" y="576"/>
                            <a:pt x="186" y="522"/>
                            <a:pt x="179" y="522"/>
                          </a:cubicBezTo>
                          <a:cubicBezTo>
                            <a:pt x="173" y="522"/>
                            <a:pt x="141" y="807"/>
                            <a:pt x="141" y="807"/>
                          </a:cubicBezTo>
                          <a:cubicBezTo>
                            <a:pt x="139" y="827"/>
                            <a:pt x="122" y="842"/>
                            <a:pt x="102" y="840"/>
                          </a:cubicBezTo>
                          <a:cubicBezTo>
                            <a:pt x="82" y="838"/>
                            <a:pt x="67" y="821"/>
                            <a:pt x="69" y="801"/>
                          </a:cubicBezTo>
                          <a:cubicBezTo>
                            <a:pt x="88" y="578"/>
                            <a:pt x="88" y="578"/>
                            <a:pt x="88" y="578"/>
                          </a:cubicBezTo>
                          <a:cubicBezTo>
                            <a:pt x="100" y="430"/>
                            <a:pt x="173" y="357"/>
                            <a:pt x="215" y="357"/>
                          </a:cubicBezTo>
                          <a:cubicBezTo>
                            <a:pt x="257" y="357"/>
                            <a:pt x="282" y="451"/>
                            <a:pt x="328" y="451"/>
                          </a:cubicBezTo>
                          <a:cubicBezTo>
                            <a:pt x="374" y="451"/>
                            <a:pt x="400" y="357"/>
                            <a:pt x="441" y="357"/>
                          </a:cubicBezTo>
                          <a:cubicBezTo>
                            <a:pt x="483" y="357"/>
                            <a:pt x="556" y="430"/>
                            <a:pt x="569" y="578"/>
                          </a:cubicBezTo>
                          <a:cubicBezTo>
                            <a:pt x="569" y="578"/>
                            <a:pt x="569" y="578"/>
                            <a:pt x="587" y="801"/>
                          </a:cubicBezTo>
                          <a:cubicBezTo>
                            <a:pt x="589" y="821"/>
                            <a:pt x="575" y="838"/>
                            <a:pt x="555" y="84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</p:grpSp>
            <p:sp>
              <p:nvSpPr>
                <p:cNvPr id="333" name="Textfeld 332"/>
                <p:cNvSpPr txBox="1"/>
                <p:nvPr/>
              </p:nvSpPr>
              <p:spPr bwMode="gray">
                <a:xfrm>
                  <a:off x="7596752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67%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4" name="Textfeld 333"/>
                <p:cNvSpPr txBox="1"/>
                <p:nvPr/>
              </p:nvSpPr>
              <p:spPr bwMode="gray">
                <a:xfrm>
                  <a:off x="8133676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71%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7" name="Textfeld 336"/>
                <p:cNvSpPr txBox="1"/>
                <p:nvPr/>
              </p:nvSpPr>
              <p:spPr bwMode="gray">
                <a:xfrm>
                  <a:off x="7677530" y="3471063"/>
                  <a:ext cx="816216" cy="21595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b="1" smtClean="0">
                      <a:solidFill>
                        <a:schemeClr val="accent1"/>
                      </a:solidFill>
                    </a:rPr>
                    <a:t>Placeholder</a:t>
                  </a:r>
                  <a:endParaRPr lang="de-DE" sz="1200" b="1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340" name="Gruppieren 339"/>
              <p:cNvGrpSpPr/>
              <p:nvPr/>
            </p:nvGrpSpPr>
            <p:grpSpPr bwMode="gray">
              <a:xfrm>
                <a:off x="4788024" y="3471063"/>
                <a:ext cx="2431952" cy="1386050"/>
                <a:chOff x="4788024" y="3471063"/>
                <a:chExt cx="2431952" cy="1386050"/>
              </a:xfrm>
            </p:grpSpPr>
            <p:grpSp>
              <p:nvGrpSpPr>
                <p:cNvPr id="306" name="Gruppieren 305"/>
                <p:cNvGrpSpPr/>
                <p:nvPr/>
              </p:nvGrpSpPr>
              <p:grpSpPr bwMode="gray">
                <a:xfrm>
                  <a:off x="4834845" y="3743325"/>
                  <a:ext cx="875064" cy="922416"/>
                  <a:chOff x="4898203" y="3797648"/>
                  <a:chExt cx="900973" cy="949729"/>
                </a:xfrm>
              </p:grpSpPr>
              <p:grpSp>
                <p:nvGrpSpPr>
                  <p:cNvPr id="275" name="Gruppieren 672"/>
                  <p:cNvGrpSpPr/>
                  <p:nvPr/>
                </p:nvGrpSpPr>
                <p:grpSpPr bwMode="gray">
                  <a:xfrm rot="239756">
                    <a:off x="4898203" y="3798225"/>
                    <a:ext cx="427229" cy="949152"/>
                    <a:chOff x="562430" y="1795010"/>
                    <a:chExt cx="923514" cy="2051723"/>
                  </a:xfrm>
                </p:grpSpPr>
                <p:grpSp>
                  <p:nvGrpSpPr>
                    <p:cNvPr id="296" name="Gruppieren 673"/>
                    <p:cNvGrpSpPr/>
                    <p:nvPr/>
                  </p:nvGrpSpPr>
                  <p:grpSpPr bwMode="gray">
                    <a:xfrm>
                      <a:off x="640555" y="1844825"/>
                      <a:ext cx="767265" cy="1952094"/>
                      <a:chOff x="1716504" y="1844825"/>
                      <a:chExt cx="767265" cy="1952094"/>
                    </a:xfrm>
                  </p:grpSpPr>
                  <p:sp>
                    <p:nvSpPr>
                      <p:cNvPr id="298" name="Rechteck 297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299" name="Rechteck 298"/>
                      <p:cNvSpPr/>
                      <p:nvPr/>
                    </p:nvSpPr>
                    <p:spPr bwMode="gray">
                      <a:xfrm>
                        <a:off x="1716505" y="3284699"/>
                        <a:ext cx="767264" cy="512216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297" name="Freeform 6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562430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7 w 656"/>
                        <a:gd name="T11" fmla="*/ 62 h 1457"/>
                        <a:gd name="T12" fmla="*/ 452 w 656"/>
                        <a:gd name="T13" fmla="*/ 182 h 1457"/>
                        <a:gd name="T14" fmla="*/ 327 w 656"/>
                        <a:gd name="T15" fmla="*/ 338 h 1457"/>
                        <a:gd name="T16" fmla="*/ 204 w 656"/>
                        <a:gd name="T17" fmla="*/ 182 h 1457"/>
                        <a:gd name="T18" fmla="*/ 327 w 656"/>
                        <a:gd name="T19" fmla="*/ 62 h 1457"/>
                        <a:gd name="T20" fmla="*/ 549 w 656"/>
                        <a:gd name="T21" fmla="*/ 884 h 1457"/>
                        <a:gd name="T22" fmla="*/ 500 w 656"/>
                        <a:gd name="T23" fmla="*/ 835 h 1457"/>
                        <a:gd name="T24" fmla="*/ 492 w 656"/>
                        <a:gd name="T25" fmla="*/ 522 h 1457"/>
                        <a:gd name="T26" fmla="*/ 480 w 656"/>
                        <a:gd name="T27" fmla="*/ 510 h 1457"/>
                        <a:gd name="T28" fmla="*/ 468 w 656"/>
                        <a:gd name="T29" fmla="*/ 522 h 1457"/>
                        <a:gd name="T30" fmla="*/ 467 w 656"/>
                        <a:gd name="T31" fmla="*/ 875 h 1457"/>
                        <a:gd name="T32" fmla="*/ 467 w 656"/>
                        <a:gd name="T33" fmla="*/ 903 h 1457"/>
                        <a:gd name="T34" fmla="*/ 465 w 656"/>
                        <a:gd name="T35" fmla="*/ 1342 h 1457"/>
                        <a:gd name="T36" fmla="*/ 411 w 656"/>
                        <a:gd name="T37" fmla="*/ 1396 h 1457"/>
                        <a:gd name="T38" fmla="*/ 357 w 656"/>
                        <a:gd name="T39" fmla="*/ 1342 h 1457"/>
                        <a:gd name="T40" fmla="*/ 339 w 656"/>
                        <a:gd name="T41" fmla="*/ 903 h 1457"/>
                        <a:gd name="T42" fmla="*/ 327 w 656"/>
                        <a:gd name="T43" fmla="*/ 891 h 1457"/>
                        <a:gd name="T44" fmla="*/ 315 w 656"/>
                        <a:gd name="T45" fmla="*/ 903 h 1457"/>
                        <a:gd name="T46" fmla="*/ 298 w 656"/>
                        <a:gd name="T47" fmla="*/ 1342 h 1457"/>
                        <a:gd name="T48" fmla="*/ 244 w 656"/>
                        <a:gd name="T49" fmla="*/ 1396 h 1457"/>
                        <a:gd name="T50" fmla="*/ 190 w 656"/>
                        <a:gd name="T51" fmla="*/ 1342 h 1457"/>
                        <a:gd name="T52" fmla="*/ 188 w 656"/>
                        <a:gd name="T53" fmla="*/ 903 h 1457"/>
                        <a:gd name="T54" fmla="*/ 188 w 656"/>
                        <a:gd name="T55" fmla="*/ 875 h 1457"/>
                        <a:gd name="T56" fmla="*/ 188 w 656"/>
                        <a:gd name="T57" fmla="*/ 522 h 1457"/>
                        <a:gd name="T58" fmla="*/ 176 w 656"/>
                        <a:gd name="T59" fmla="*/ 510 h 1457"/>
                        <a:gd name="T60" fmla="*/ 163 w 656"/>
                        <a:gd name="T61" fmla="*/ 522 h 1457"/>
                        <a:gd name="T62" fmla="*/ 155 w 656"/>
                        <a:gd name="T63" fmla="*/ 835 h 1457"/>
                        <a:gd name="T64" fmla="*/ 106 w 656"/>
                        <a:gd name="T65" fmla="*/ 884 h 1457"/>
                        <a:gd name="T66" fmla="*/ 57 w 656"/>
                        <a:gd name="T67" fmla="*/ 835 h 1457"/>
                        <a:gd name="T68" fmla="*/ 75 w 656"/>
                        <a:gd name="T69" fmla="*/ 506 h 1457"/>
                        <a:gd name="T70" fmla="*/ 225 w 656"/>
                        <a:gd name="T71" fmla="*/ 356 h 1457"/>
                        <a:gd name="T72" fmla="*/ 327 w 656"/>
                        <a:gd name="T73" fmla="*/ 398 h 1457"/>
                        <a:gd name="T74" fmla="*/ 430 w 656"/>
                        <a:gd name="T75" fmla="*/ 356 h 1457"/>
                        <a:gd name="T76" fmla="*/ 579 w 656"/>
                        <a:gd name="T77" fmla="*/ 506 h 1457"/>
                        <a:gd name="T78" fmla="*/ 598 w 656"/>
                        <a:gd name="T79" fmla="*/ 835 h 1457"/>
                        <a:gd name="T80" fmla="*/ 549 w 656"/>
                        <a:gd name="T81" fmla="*/ 884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7" y="62"/>
                          </a:moveTo>
                          <a:cubicBezTo>
                            <a:pt x="396" y="62"/>
                            <a:pt x="452" y="106"/>
                            <a:pt x="452" y="182"/>
                          </a:cubicBezTo>
                          <a:cubicBezTo>
                            <a:pt x="452" y="259"/>
                            <a:pt x="392" y="338"/>
                            <a:pt x="327" y="338"/>
                          </a:cubicBezTo>
                          <a:cubicBezTo>
                            <a:pt x="264" y="338"/>
                            <a:pt x="204" y="259"/>
                            <a:pt x="204" y="182"/>
                          </a:cubicBezTo>
                          <a:cubicBezTo>
                            <a:pt x="204" y="106"/>
                            <a:pt x="259" y="62"/>
                            <a:pt x="327" y="62"/>
                          </a:cubicBezTo>
                          <a:close/>
                          <a:moveTo>
                            <a:pt x="549" y="884"/>
                          </a:moveTo>
                          <a:cubicBezTo>
                            <a:pt x="522" y="884"/>
                            <a:pt x="500" y="862"/>
                            <a:pt x="500" y="835"/>
                          </a:cubicBezTo>
                          <a:cubicBezTo>
                            <a:pt x="500" y="835"/>
                            <a:pt x="500" y="835"/>
                            <a:pt x="492" y="522"/>
                          </a:cubicBezTo>
                          <a:cubicBezTo>
                            <a:pt x="492" y="515"/>
                            <a:pt x="486" y="510"/>
                            <a:pt x="480" y="510"/>
                          </a:cubicBezTo>
                          <a:cubicBezTo>
                            <a:pt x="473" y="510"/>
                            <a:pt x="468" y="515"/>
                            <a:pt x="468" y="522"/>
                          </a:cubicBezTo>
                          <a:cubicBezTo>
                            <a:pt x="468" y="522"/>
                            <a:pt x="468" y="522"/>
                            <a:pt x="467" y="875"/>
                          </a:cubicBezTo>
                          <a:cubicBezTo>
                            <a:pt x="467" y="875"/>
                            <a:pt x="467" y="875"/>
                            <a:pt x="467" y="903"/>
                          </a:cubicBezTo>
                          <a:cubicBezTo>
                            <a:pt x="467" y="903"/>
                            <a:pt x="467" y="903"/>
                            <a:pt x="465" y="1342"/>
                          </a:cubicBezTo>
                          <a:cubicBezTo>
                            <a:pt x="465" y="1372"/>
                            <a:pt x="441" y="1396"/>
                            <a:pt x="411" y="1396"/>
                          </a:cubicBezTo>
                          <a:cubicBezTo>
                            <a:pt x="381" y="1396"/>
                            <a:pt x="357" y="1372"/>
                            <a:pt x="357" y="1342"/>
                          </a:cubicBezTo>
                          <a:cubicBezTo>
                            <a:pt x="357" y="1342"/>
                            <a:pt x="357" y="1342"/>
                            <a:pt x="339" y="903"/>
                          </a:cubicBezTo>
                          <a:cubicBezTo>
                            <a:pt x="339" y="896"/>
                            <a:pt x="334" y="891"/>
                            <a:pt x="327" y="891"/>
                          </a:cubicBezTo>
                          <a:cubicBezTo>
                            <a:pt x="321" y="891"/>
                            <a:pt x="315" y="896"/>
                            <a:pt x="315" y="903"/>
                          </a:cubicBezTo>
                          <a:cubicBezTo>
                            <a:pt x="315" y="903"/>
                            <a:pt x="315" y="903"/>
                            <a:pt x="298" y="1342"/>
                          </a:cubicBezTo>
                          <a:cubicBezTo>
                            <a:pt x="298" y="1372"/>
                            <a:pt x="274" y="1396"/>
                            <a:pt x="244" y="1396"/>
                          </a:cubicBezTo>
                          <a:cubicBezTo>
                            <a:pt x="214" y="1396"/>
                            <a:pt x="190" y="1372"/>
                            <a:pt x="190" y="1342"/>
                          </a:cubicBezTo>
                          <a:cubicBezTo>
                            <a:pt x="190" y="1342"/>
                            <a:pt x="190" y="1342"/>
                            <a:pt x="188" y="903"/>
                          </a:cubicBezTo>
                          <a:cubicBezTo>
                            <a:pt x="188" y="903"/>
                            <a:pt x="188" y="903"/>
                            <a:pt x="188" y="875"/>
                          </a:cubicBezTo>
                          <a:cubicBezTo>
                            <a:pt x="188" y="875"/>
                            <a:pt x="188" y="875"/>
                            <a:pt x="188" y="522"/>
                          </a:cubicBezTo>
                          <a:cubicBezTo>
                            <a:pt x="188" y="515"/>
                            <a:pt x="182" y="510"/>
                            <a:pt x="176" y="510"/>
                          </a:cubicBezTo>
                          <a:cubicBezTo>
                            <a:pt x="169" y="510"/>
                            <a:pt x="163" y="515"/>
                            <a:pt x="163" y="522"/>
                          </a:cubicBezTo>
                          <a:cubicBezTo>
                            <a:pt x="163" y="522"/>
                            <a:pt x="163" y="522"/>
                            <a:pt x="155" y="835"/>
                          </a:cubicBezTo>
                          <a:cubicBezTo>
                            <a:pt x="155" y="862"/>
                            <a:pt x="133" y="884"/>
                            <a:pt x="106" y="884"/>
                          </a:cubicBezTo>
                          <a:cubicBezTo>
                            <a:pt x="79" y="884"/>
                            <a:pt x="57" y="862"/>
                            <a:pt x="57" y="835"/>
                          </a:cubicBezTo>
                          <a:cubicBezTo>
                            <a:pt x="57" y="835"/>
                            <a:pt x="57" y="835"/>
                            <a:pt x="75" y="506"/>
                          </a:cubicBezTo>
                          <a:cubicBezTo>
                            <a:pt x="75" y="417"/>
                            <a:pt x="180" y="356"/>
                            <a:pt x="225" y="356"/>
                          </a:cubicBezTo>
                          <a:cubicBezTo>
                            <a:pt x="270" y="356"/>
                            <a:pt x="283" y="398"/>
                            <a:pt x="327" y="398"/>
                          </a:cubicBezTo>
                          <a:cubicBezTo>
                            <a:pt x="372" y="398"/>
                            <a:pt x="373" y="356"/>
                            <a:pt x="430" y="356"/>
                          </a:cubicBezTo>
                          <a:cubicBezTo>
                            <a:pt x="486" y="356"/>
                            <a:pt x="579" y="417"/>
                            <a:pt x="579" y="506"/>
                          </a:cubicBezTo>
                          <a:cubicBezTo>
                            <a:pt x="598" y="835"/>
                            <a:pt x="598" y="835"/>
                            <a:pt x="598" y="835"/>
                          </a:cubicBezTo>
                          <a:cubicBezTo>
                            <a:pt x="598" y="862"/>
                            <a:pt x="576" y="884"/>
                            <a:pt x="549" y="88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  <p:grpSp>
                <p:nvGrpSpPr>
                  <p:cNvPr id="279" name="Gruppieren 552"/>
                  <p:cNvGrpSpPr/>
                  <p:nvPr/>
                </p:nvGrpSpPr>
                <p:grpSpPr bwMode="gray">
                  <a:xfrm rot="21386661">
                    <a:off x="5381466" y="3797648"/>
                    <a:ext cx="417710" cy="928004"/>
                    <a:chOff x="1638379" y="1795010"/>
                    <a:chExt cx="923514" cy="2051723"/>
                  </a:xfrm>
                </p:grpSpPr>
                <p:grpSp>
                  <p:nvGrpSpPr>
                    <p:cNvPr id="280" name="Gruppieren 553"/>
                    <p:cNvGrpSpPr/>
                    <p:nvPr/>
                  </p:nvGrpSpPr>
                  <p:grpSpPr bwMode="gray">
                    <a:xfrm>
                      <a:off x="1716504" y="1844825"/>
                      <a:ext cx="767264" cy="1952095"/>
                      <a:chOff x="1716504" y="1844825"/>
                      <a:chExt cx="767264" cy="1952095"/>
                    </a:xfrm>
                  </p:grpSpPr>
                  <p:sp>
                    <p:nvSpPr>
                      <p:cNvPr id="282" name="Rechteck 281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283" name="Rechteck 282"/>
                      <p:cNvSpPr/>
                      <p:nvPr/>
                    </p:nvSpPr>
                    <p:spPr bwMode="gray">
                      <a:xfrm>
                        <a:off x="1716504" y="3044700"/>
                        <a:ext cx="767264" cy="752220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281" name="Freeform 5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1638379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8 w 656"/>
                        <a:gd name="T11" fmla="*/ 62 h 1457"/>
                        <a:gd name="T12" fmla="*/ 452 w 656"/>
                        <a:gd name="T13" fmla="*/ 183 h 1457"/>
                        <a:gd name="T14" fmla="*/ 328 w 656"/>
                        <a:gd name="T15" fmla="*/ 338 h 1457"/>
                        <a:gd name="T16" fmla="*/ 204 w 656"/>
                        <a:gd name="T17" fmla="*/ 183 h 1457"/>
                        <a:gd name="T18" fmla="*/ 328 w 656"/>
                        <a:gd name="T19" fmla="*/ 62 h 1457"/>
                        <a:gd name="T20" fmla="*/ 555 w 656"/>
                        <a:gd name="T21" fmla="*/ 840 h 1457"/>
                        <a:gd name="T22" fmla="*/ 516 w 656"/>
                        <a:gd name="T23" fmla="*/ 807 h 1457"/>
                        <a:gd name="T24" fmla="*/ 477 w 656"/>
                        <a:gd name="T25" fmla="*/ 522 h 1457"/>
                        <a:gd name="T26" fmla="*/ 434 w 656"/>
                        <a:gd name="T27" fmla="*/ 632 h 1457"/>
                        <a:gd name="T28" fmla="*/ 555 w 656"/>
                        <a:gd name="T29" fmla="*/ 1061 h 1457"/>
                        <a:gd name="T30" fmla="*/ 464 w 656"/>
                        <a:gd name="T31" fmla="*/ 1061 h 1457"/>
                        <a:gd name="T32" fmla="*/ 434 w 656"/>
                        <a:gd name="T33" fmla="*/ 1353 h 1457"/>
                        <a:gd name="T34" fmla="*/ 392 w 656"/>
                        <a:gd name="T35" fmla="*/ 1396 h 1457"/>
                        <a:gd name="T36" fmla="*/ 351 w 656"/>
                        <a:gd name="T37" fmla="*/ 1353 h 1457"/>
                        <a:gd name="T38" fmla="*/ 344 w 656"/>
                        <a:gd name="T39" fmla="*/ 1061 h 1457"/>
                        <a:gd name="T40" fmla="*/ 313 w 656"/>
                        <a:gd name="T41" fmla="*/ 1061 h 1457"/>
                        <a:gd name="T42" fmla="*/ 306 w 656"/>
                        <a:gd name="T43" fmla="*/ 1353 h 1457"/>
                        <a:gd name="T44" fmla="*/ 264 w 656"/>
                        <a:gd name="T45" fmla="*/ 1396 h 1457"/>
                        <a:gd name="T46" fmla="*/ 222 w 656"/>
                        <a:gd name="T47" fmla="*/ 1353 h 1457"/>
                        <a:gd name="T48" fmla="*/ 193 w 656"/>
                        <a:gd name="T49" fmla="*/ 1061 h 1457"/>
                        <a:gd name="T50" fmla="*/ 102 w 656"/>
                        <a:gd name="T51" fmla="*/ 1061 h 1457"/>
                        <a:gd name="T52" fmla="*/ 222 w 656"/>
                        <a:gd name="T53" fmla="*/ 632 h 1457"/>
                        <a:gd name="T54" fmla="*/ 179 w 656"/>
                        <a:gd name="T55" fmla="*/ 522 h 1457"/>
                        <a:gd name="T56" fmla="*/ 141 w 656"/>
                        <a:gd name="T57" fmla="*/ 807 h 1457"/>
                        <a:gd name="T58" fmla="*/ 102 w 656"/>
                        <a:gd name="T59" fmla="*/ 840 h 1457"/>
                        <a:gd name="T60" fmla="*/ 69 w 656"/>
                        <a:gd name="T61" fmla="*/ 801 h 1457"/>
                        <a:gd name="T62" fmla="*/ 88 w 656"/>
                        <a:gd name="T63" fmla="*/ 578 h 1457"/>
                        <a:gd name="T64" fmla="*/ 215 w 656"/>
                        <a:gd name="T65" fmla="*/ 357 h 1457"/>
                        <a:gd name="T66" fmla="*/ 328 w 656"/>
                        <a:gd name="T67" fmla="*/ 451 h 1457"/>
                        <a:gd name="T68" fmla="*/ 441 w 656"/>
                        <a:gd name="T69" fmla="*/ 357 h 1457"/>
                        <a:gd name="T70" fmla="*/ 569 w 656"/>
                        <a:gd name="T71" fmla="*/ 578 h 1457"/>
                        <a:gd name="T72" fmla="*/ 587 w 656"/>
                        <a:gd name="T73" fmla="*/ 801 h 1457"/>
                        <a:gd name="T74" fmla="*/ 555 w 656"/>
                        <a:gd name="T75" fmla="*/ 840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8" y="62"/>
                          </a:moveTo>
                          <a:cubicBezTo>
                            <a:pt x="397" y="62"/>
                            <a:pt x="452" y="106"/>
                            <a:pt x="452" y="183"/>
                          </a:cubicBezTo>
                          <a:cubicBezTo>
                            <a:pt x="452" y="259"/>
                            <a:pt x="392" y="338"/>
                            <a:pt x="328" y="338"/>
                          </a:cubicBezTo>
                          <a:cubicBezTo>
                            <a:pt x="264" y="338"/>
                            <a:pt x="204" y="259"/>
                            <a:pt x="204" y="183"/>
                          </a:cubicBezTo>
                          <a:cubicBezTo>
                            <a:pt x="204" y="106"/>
                            <a:pt x="260" y="62"/>
                            <a:pt x="328" y="62"/>
                          </a:cubicBezTo>
                          <a:close/>
                          <a:moveTo>
                            <a:pt x="555" y="840"/>
                          </a:moveTo>
                          <a:cubicBezTo>
                            <a:pt x="535" y="842"/>
                            <a:pt x="517" y="827"/>
                            <a:pt x="516" y="807"/>
                          </a:cubicBezTo>
                          <a:cubicBezTo>
                            <a:pt x="516" y="807"/>
                            <a:pt x="484" y="522"/>
                            <a:pt x="477" y="522"/>
                          </a:cubicBezTo>
                          <a:cubicBezTo>
                            <a:pt x="471" y="522"/>
                            <a:pt x="434" y="576"/>
                            <a:pt x="434" y="632"/>
                          </a:cubicBezTo>
                          <a:cubicBezTo>
                            <a:pt x="434" y="680"/>
                            <a:pt x="555" y="1061"/>
                            <a:pt x="555" y="1061"/>
                          </a:cubicBezTo>
                          <a:cubicBezTo>
                            <a:pt x="464" y="1061"/>
                            <a:pt x="464" y="1061"/>
                            <a:pt x="464" y="1061"/>
                          </a:cubicBezTo>
                          <a:cubicBezTo>
                            <a:pt x="450" y="1205"/>
                            <a:pt x="434" y="1353"/>
                            <a:pt x="434" y="1353"/>
                          </a:cubicBezTo>
                          <a:cubicBezTo>
                            <a:pt x="434" y="1377"/>
                            <a:pt x="415" y="1396"/>
                            <a:pt x="392" y="1396"/>
                          </a:cubicBezTo>
                          <a:cubicBezTo>
                            <a:pt x="369" y="1396"/>
                            <a:pt x="351" y="1377"/>
                            <a:pt x="351" y="1353"/>
                          </a:cubicBezTo>
                          <a:cubicBezTo>
                            <a:pt x="351" y="1353"/>
                            <a:pt x="351" y="1353"/>
                            <a:pt x="344" y="1061"/>
                          </a:cubicBezTo>
                          <a:cubicBezTo>
                            <a:pt x="313" y="1061"/>
                            <a:pt x="313" y="1061"/>
                            <a:pt x="313" y="1061"/>
                          </a:cubicBezTo>
                          <a:cubicBezTo>
                            <a:pt x="306" y="1353"/>
                            <a:pt x="306" y="1353"/>
                            <a:pt x="306" y="1353"/>
                          </a:cubicBezTo>
                          <a:cubicBezTo>
                            <a:pt x="306" y="1377"/>
                            <a:pt x="287" y="1396"/>
                            <a:pt x="264" y="1396"/>
                          </a:cubicBezTo>
                          <a:cubicBezTo>
                            <a:pt x="241" y="1396"/>
                            <a:pt x="222" y="1377"/>
                            <a:pt x="222" y="1353"/>
                          </a:cubicBezTo>
                          <a:cubicBezTo>
                            <a:pt x="222" y="1353"/>
                            <a:pt x="207" y="1205"/>
                            <a:pt x="193" y="1061"/>
                          </a:cubicBezTo>
                          <a:cubicBezTo>
                            <a:pt x="102" y="1061"/>
                            <a:pt x="102" y="1061"/>
                            <a:pt x="102" y="1061"/>
                          </a:cubicBezTo>
                          <a:cubicBezTo>
                            <a:pt x="102" y="1061"/>
                            <a:pt x="222" y="680"/>
                            <a:pt x="222" y="632"/>
                          </a:cubicBezTo>
                          <a:cubicBezTo>
                            <a:pt x="222" y="576"/>
                            <a:pt x="186" y="522"/>
                            <a:pt x="179" y="522"/>
                          </a:cubicBezTo>
                          <a:cubicBezTo>
                            <a:pt x="173" y="522"/>
                            <a:pt x="141" y="807"/>
                            <a:pt x="141" y="807"/>
                          </a:cubicBezTo>
                          <a:cubicBezTo>
                            <a:pt x="139" y="827"/>
                            <a:pt x="122" y="842"/>
                            <a:pt x="102" y="840"/>
                          </a:cubicBezTo>
                          <a:cubicBezTo>
                            <a:pt x="82" y="838"/>
                            <a:pt x="67" y="821"/>
                            <a:pt x="69" y="801"/>
                          </a:cubicBezTo>
                          <a:cubicBezTo>
                            <a:pt x="88" y="578"/>
                            <a:pt x="88" y="578"/>
                            <a:pt x="88" y="578"/>
                          </a:cubicBezTo>
                          <a:cubicBezTo>
                            <a:pt x="100" y="430"/>
                            <a:pt x="173" y="357"/>
                            <a:pt x="215" y="357"/>
                          </a:cubicBezTo>
                          <a:cubicBezTo>
                            <a:pt x="257" y="357"/>
                            <a:pt x="282" y="451"/>
                            <a:pt x="328" y="451"/>
                          </a:cubicBezTo>
                          <a:cubicBezTo>
                            <a:pt x="374" y="451"/>
                            <a:pt x="400" y="357"/>
                            <a:pt x="441" y="357"/>
                          </a:cubicBezTo>
                          <a:cubicBezTo>
                            <a:pt x="483" y="357"/>
                            <a:pt x="556" y="430"/>
                            <a:pt x="569" y="578"/>
                          </a:cubicBezTo>
                          <a:cubicBezTo>
                            <a:pt x="569" y="578"/>
                            <a:pt x="569" y="578"/>
                            <a:pt x="587" y="801"/>
                          </a:cubicBezTo>
                          <a:cubicBezTo>
                            <a:pt x="589" y="821"/>
                            <a:pt x="575" y="838"/>
                            <a:pt x="555" y="84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</p:grpSp>
            <p:grpSp>
              <p:nvGrpSpPr>
                <p:cNvPr id="307" name="Gruppieren 306"/>
                <p:cNvGrpSpPr/>
                <p:nvPr/>
              </p:nvGrpSpPr>
              <p:grpSpPr bwMode="gray">
                <a:xfrm>
                  <a:off x="6244962" y="3743325"/>
                  <a:ext cx="875064" cy="922416"/>
                  <a:chOff x="4898203" y="3797648"/>
                  <a:chExt cx="900973" cy="949729"/>
                </a:xfrm>
              </p:grpSpPr>
              <p:grpSp>
                <p:nvGrpSpPr>
                  <p:cNvPr id="308" name="Gruppieren 672"/>
                  <p:cNvGrpSpPr/>
                  <p:nvPr/>
                </p:nvGrpSpPr>
                <p:grpSpPr bwMode="gray">
                  <a:xfrm rot="239756">
                    <a:off x="4898203" y="3798225"/>
                    <a:ext cx="427229" cy="949152"/>
                    <a:chOff x="562430" y="1795010"/>
                    <a:chExt cx="923514" cy="2051723"/>
                  </a:xfrm>
                </p:grpSpPr>
                <p:grpSp>
                  <p:nvGrpSpPr>
                    <p:cNvPr id="314" name="Gruppieren 673"/>
                    <p:cNvGrpSpPr/>
                    <p:nvPr/>
                  </p:nvGrpSpPr>
                  <p:grpSpPr bwMode="gray">
                    <a:xfrm>
                      <a:off x="640554" y="1844825"/>
                      <a:ext cx="767265" cy="1952094"/>
                      <a:chOff x="1716503" y="1844825"/>
                      <a:chExt cx="767265" cy="1952094"/>
                    </a:xfrm>
                  </p:grpSpPr>
                  <p:sp>
                    <p:nvSpPr>
                      <p:cNvPr id="316" name="Rechteck 315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317" name="Rechteck 316"/>
                      <p:cNvSpPr/>
                      <p:nvPr/>
                    </p:nvSpPr>
                    <p:spPr bwMode="gray">
                      <a:xfrm>
                        <a:off x="1716503" y="2838539"/>
                        <a:ext cx="767264" cy="958378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315" name="Freeform 6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562430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7 w 656"/>
                        <a:gd name="T11" fmla="*/ 62 h 1457"/>
                        <a:gd name="T12" fmla="*/ 452 w 656"/>
                        <a:gd name="T13" fmla="*/ 182 h 1457"/>
                        <a:gd name="T14" fmla="*/ 327 w 656"/>
                        <a:gd name="T15" fmla="*/ 338 h 1457"/>
                        <a:gd name="T16" fmla="*/ 204 w 656"/>
                        <a:gd name="T17" fmla="*/ 182 h 1457"/>
                        <a:gd name="T18" fmla="*/ 327 w 656"/>
                        <a:gd name="T19" fmla="*/ 62 h 1457"/>
                        <a:gd name="T20" fmla="*/ 549 w 656"/>
                        <a:gd name="T21" fmla="*/ 884 h 1457"/>
                        <a:gd name="T22" fmla="*/ 500 w 656"/>
                        <a:gd name="T23" fmla="*/ 835 h 1457"/>
                        <a:gd name="T24" fmla="*/ 492 w 656"/>
                        <a:gd name="T25" fmla="*/ 522 h 1457"/>
                        <a:gd name="T26" fmla="*/ 480 w 656"/>
                        <a:gd name="T27" fmla="*/ 510 h 1457"/>
                        <a:gd name="T28" fmla="*/ 468 w 656"/>
                        <a:gd name="T29" fmla="*/ 522 h 1457"/>
                        <a:gd name="T30" fmla="*/ 467 w 656"/>
                        <a:gd name="T31" fmla="*/ 875 h 1457"/>
                        <a:gd name="T32" fmla="*/ 467 w 656"/>
                        <a:gd name="T33" fmla="*/ 903 h 1457"/>
                        <a:gd name="T34" fmla="*/ 465 w 656"/>
                        <a:gd name="T35" fmla="*/ 1342 h 1457"/>
                        <a:gd name="T36" fmla="*/ 411 w 656"/>
                        <a:gd name="T37" fmla="*/ 1396 h 1457"/>
                        <a:gd name="T38" fmla="*/ 357 w 656"/>
                        <a:gd name="T39" fmla="*/ 1342 h 1457"/>
                        <a:gd name="T40" fmla="*/ 339 w 656"/>
                        <a:gd name="T41" fmla="*/ 903 h 1457"/>
                        <a:gd name="T42" fmla="*/ 327 w 656"/>
                        <a:gd name="T43" fmla="*/ 891 h 1457"/>
                        <a:gd name="T44" fmla="*/ 315 w 656"/>
                        <a:gd name="T45" fmla="*/ 903 h 1457"/>
                        <a:gd name="T46" fmla="*/ 298 w 656"/>
                        <a:gd name="T47" fmla="*/ 1342 h 1457"/>
                        <a:gd name="T48" fmla="*/ 244 w 656"/>
                        <a:gd name="T49" fmla="*/ 1396 h 1457"/>
                        <a:gd name="T50" fmla="*/ 190 w 656"/>
                        <a:gd name="T51" fmla="*/ 1342 h 1457"/>
                        <a:gd name="T52" fmla="*/ 188 w 656"/>
                        <a:gd name="T53" fmla="*/ 903 h 1457"/>
                        <a:gd name="T54" fmla="*/ 188 w 656"/>
                        <a:gd name="T55" fmla="*/ 875 h 1457"/>
                        <a:gd name="T56" fmla="*/ 188 w 656"/>
                        <a:gd name="T57" fmla="*/ 522 h 1457"/>
                        <a:gd name="T58" fmla="*/ 176 w 656"/>
                        <a:gd name="T59" fmla="*/ 510 h 1457"/>
                        <a:gd name="T60" fmla="*/ 163 w 656"/>
                        <a:gd name="T61" fmla="*/ 522 h 1457"/>
                        <a:gd name="T62" fmla="*/ 155 w 656"/>
                        <a:gd name="T63" fmla="*/ 835 h 1457"/>
                        <a:gd name="T64" fmla="*/ 106 w 656"/>
                        <a:gd name="T65" fmla="*/ 884 h 1457"/>
                        <a:gd name="T66" fmla="*/ 57 w 656"/>
                        <a:gd name="T67" fmla="*/ 835 h 1457"/>
                        <a:gd name="T68" fmla="*/ 75 w 656"/>
                        <a:gd name="T69" fmla="*/ 506 h 1457"/>
                        <a:gd name="T70" fmla="*/ 225 w 656"/>
                        <a:gd name="T71" fmla="*/ 356 h 1457"/>
                        <a:gd name="T72" fmla="*/ 327 w 656"/>
                        <a:gd name="T73" fmla="*/ 398 h 1457"/>
                        <a:gd name="T74" fmla="*/ 430 w 656"/>
                        <a:gd name="T75" fmla="*/ 356 h 1457"/>
                        <a:gd name="T76" fmla="*/ 579 w 656"/>
                        <a:gd name="T77" fmla="*/ 506 h 1457"/>
                        <a:gd name="T78" fmla="*/ 598 w 656"/>
                        <a:gd name="T79" fmla="*/ 835 h 1457"/>
                        <a:gd name="T80" fmla="*/ 549 w 656"/>
                        <a:gd name="T81" fmla="*/ 884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7" y="62"/>
                          </a:moveTo>
                          <a:cubicBezTo>
                            <a:pt x="396" y="62"/>
                            <a:pt x="452" y="106"/>
                            <a:pt x="452" y="182"/>
                          </a:cubicBezTo>
                          <a:cubicBezTo>
                            <a:pt x="452" y="259"/>
                            <a:pt x="392" y="338"/>
                            <a:pt x="327" y="338"/>
                          </a:cubicBezTo>
                          <a:cubicBezTo>
                            <a:pt x="264" y="338"/>
                            <a:pt x="204" y="259"/>
                            <a:pt x="204" y="182"/>
                          </a:cubicBezTo>
                          <a:cubicBezTo>
                            <a:pt x="204" y="106"/>
                            <a:pt x="259" y="62"/>
                            <a:pt x="327" y="62"/>
                          </a:cubicBezTo>
                          <a:close/>
                          <a:moveTo>
                            <a:pt x="549" y="884"/>
                          </a:moveTo>
                          <a:cubicBezTo>
                            <a:pt x="522" y="884"/>
                            <a:pt x="500" y="862"/>
                            <a:pt x="500" y="835"/>
                          </a:cubicBezTo>
                          <a:cubicBezTo>
                            <a:pt x="500" y="835"/>
                            <a:pt x="500" y="835"/>
                            <a:pt x="492" y="522"/>
                          </a:cubicBezTo>
                          <a:cubicBezTo>
                            <a:pt x="492" y="515"/>
                            <a:pt x="486" y="510"/>
                            <a:pt x="480" y="510"/>
                          </a:cubicBezTo>
                          <a:cubicBezTo>
                            <a:pt x="473" y="510"/>
                            <a:pt x="468" y="515"/>
                            <a:pt x="468" y="522"/>
                          </a:cubicBezTo>
                          <a:cubicBezTo>
                            <a:pt x="468" y="522"/>
                            <a:pt x="468" y="522"/>
                            <a:pt x="467" y="875"/>
                          </a:cubicBezTo>
                          <a:cubicBezTo>
                            <a:pt x="467" y="875"/>
                            <a:pt x="467" y="875"/>
                            <a:pt x="467" y="903"/>
                          </a:cubicBezTo>
                          <a:cubicBezTo>
                            <a:pt x="467" y="903"/>
                            <a:pt x="467" y="903"/>
                            <a:pt x="465" y="1342"/>
                          </a:cubicBezTo>
                          <a:cubicBezTo>
                            <a:pt x="465" y="1372"/>
                            <a:pt x="441" y="1396"/>
                            <a:pt x="411" y="1396"/>
                          </a:cubicBezTo>
                          <a:cubicBezTo>
                            <a:pt x="381" y="1396"/>
                            <a:pt x="357" y="1372"/>
                            <a:pt x="357" y="1342"/>
                          </a:cubicBezTo>
                          <a:cubicBezTo>
                            <a:pt x="357" y="1342"/>
                            <a:pt x="357" y="1342"/>
                            <a:pt x="339" y="903"/>
                          </a:cubicBezTo>
                          <a:cubicBezTo>
                            <a:pt x="339" y="896"/>
                            <a:pt x="334" y="891"/>
                            <a:pt x="327" y="891"/>
                          </a:cubicBezTo>
                          <a:cubicBezTo>
                            <a:pt x="321" y="891"/>
                            <a:pt x="315" y="896"/>
                            <a:pt x="315" y="903"/>
                          </a:cubicBezTo>
                          <a:cubicBezTo>
                            <a:pt x="315" y="903"/>
                            <a:pt x="315" y="903"/>
                            <a:pt x="298" y="1342"/>
                          </a:cubicBezTo>
                          <a:cubicBezTo>
                            <a:pt x="298" y="1372"/>
                            <a:pt x="274" y="1396"/>
                            <a:pt x="244" y="1396"/>
                          </a:cubicBezTo>
                          <a:cubicBezTo>
                            <a:pt x="214" y="1396"/>
                            <a:pt x="190" y="1372"/>
                            <a:pt x="190" y="1342"/>
                          </a:cubicBezTo>
                          <a:cubicBezTo>
                            <a:pt x="190" y="1342"/>
                            <a:pt x="190" y="1342"/>
                            <a:pt x="188" y="903"/>
                          </a:cubicBezTo>
                          <a:cubicBezTo>
                            <a:pt x="188" y="903"/>
                            <a:pt x="188" y="903"/>
                            <a:pt x="188" y="875"/>
                          </a:cubicBezTo>
                          <a:cubicBezTo>
                            <a:pt x="188" y="875"/>
                            <a:pt x="188" y="875"/>
                            <a:pt x="188" y="522"/>
                          </a:cubicBezTo>
                          <a:cubicBezTo>
                            <a:pt x="188" y="515"/>
                            <a:pt x="182" y="510"/>
                            <a:pt x="176" y="510"/>
                          </a:cubicBezTo>
                          <a:cubicBezTo>
                            <a:pt x="169" y="510"/>
                            <a:pt x="163" y="515"/>
                            <a:pt x="163" y="522"/>
                          </a:cubicBezTo>
                          <a:cubicBezTo>
                            <a:pt x="163" y="522"/>
                            <a:pt x="163" y="522"/>
                            <a:pt x="155" y="835"/>
                          </a:cubicBezTo>
                          <a:cubicBezTo>
                            <a:pt x="155" y="862"/>
                            <a:pt x="133" y="884"/>
                            <a:pt x="106" y="884"/>
                          </a:cubicBezTo>
                          <a:cubicBezTo>
                            <a:pt x="79" y="884"/>
                            <a:pt x="57" y="862"/>
                            <a:pt x="57" y="835"/>
                          </a:cubicBezTo>
                          <a:cubicBezTo>
                            <a:pt x="57" y="835"/>
                            <a:pt x="57" y="835"/>
                            <a:pt x="75" y="506"/>
                          </a:cubicBezTo>
                          <a:cubicBezTo>
                            <a:pt x="75" y="417"/>
                            <a:pt x="180" y="356"/>
                            <a:pt x="225" y="356"/>
                          </a:cubicBezTo>
                          <a:cubicBezTo>
                            <a:pt x="270" y="356"/>
                            <a:pt x="283" y="398"/>
                            <a:pt x="327" y="398"/>
                          </a:cubicBezTo>
                          <a:cubicBezTo>
                            <a:pt x="372" y="398"/>
                            <a:pt x="373" y="356"/>
                            <a:pt x="430" y="356"/>
                          </a:cubicBezTo>
                          <a:cubicBezTo>
                            <a:pt x="486" y="356"/>
                            <a:pt x="579" y="417"/>
                            <a:pt x="579" y="506"/>
                          </a:cubicBezTo>
                          <a:cubicBezTo>
                            <a:pt x="598" y="835"/>
                            <a:pt x="598" y="835"/>
                            <a:pt x="598" y="835"/>
                          </a:cubicBezTo>
                          <a:cubicBezTo>
                            <a:pt x="598" y="862"/>
                            <a:pt x="576" y="884"/>
                            <a:pt x="549" y="88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  <p:grpSp>
                <p:nvGrpSpPr>
                  <p:cNvPr id="309" name="Gruppieren 552"/>
                  <p:cNvGrpSpPr/>
                  <p:nvPr/>
                </p:nvGrpSpPr>
                <p:grpSpPr bwMode="gray">
                  <a:xfrm rot="21386661">
                    <a:off x="5381466" y="3797648"/>
                    <a:ext cx="417710" cy="928004"/>
                    <a:chOff x="1638379" y="1795010"/>
                    <a:chExt cx="923514" cy="2051723"/>
                  </a:xfrm>
                </p:grpSpPr>
                <p:grpSp>
                  <p:nvGrpSpPr>
                    <p:cNvPr id="310" name="Gruppieren 553"/>
                    <p:cNvGrpSpPr/>
                    <p:nvPr/>
                  </p:nvGrpSpPr>
                  <p:grpSpPr bwMode="gray">
                    <a:xfrm>
                      <a:off x="1716503" y="1844825"/>
                      <a:ext cx="767265" cy="1952094"/>
                      <a:chOff x="1716503" y="1844825"/>
                      <a:chExt cx="767265" cy="1952094"/>
                    </a:xfrm>
                  </p:grpSpPr>
                  <p:sp>
                    <p:nvSpPr>
                      <p:cNvPr id="312" name="Rechteck 311"/>
                      <p:cNvSpPr/>
                      <p:nvPr/>
                    </p:nvSpPr>
                    <p:spPr bwMode="gray">
                      <a:xfrm>
                        <a:off x="1716504" y="1844825"/>
                        <a:ext cx="767264" cy="1952094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100000">
                            <a:srgbClr val="7D7D7D"/>
                          </a:gs>
                          <a:gs pos="0">
                            <a:srgbClr val="C8C8C8"/>
                          </a:gs>
                        </a:gsLst>
                        <a:lin ang="10800000" scaled="1"/>
                        <a:tileRect/>
                      </a:gradFill>
                      <a:ln w="9525">
                        <a:noFill/>
                        <a:round/>
                        <a:headEnd/>
                        <a:tailEnd/>
                      </a:ln>
                      <a:effectLst/>
                      <a:scene3d>
                        <a:camera prst="orthographicFront"/>
                        <a:lightRig rig="twoPt" dir="t">
                          <a:rot lat="0" lon="0" rev="8400000"/>
                        </a:lightRig>
                      </a:scene3d>
                      <a:sp3d extrusionH="63500"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de-DE" sz="2400"/>
                      </a:p>
                    </p:txBody>
                  </p:sp>
                  <p:sp>
                    <p:nvSpPr>
                      <p:cNvPr id="313" name="Rechteck 312"/>
                      <p:cNvSpPr/>
                      <p:nvPr/>
                    </p:nvSpPr>
                    <p:spPr bwMode="gray">
                      <a:xfrm>
                        <a:off x="1716503" y="3091507"/>
                        <a:ext cx="767264" cy="705411"/>
                      </a:xfrm>
                      <a:prstGeom prst="rect">
                        <a:avLst/>
                      </a:prstGeom>
                      <a:gradFill flip="none" rotWithShape="1">
                        <a:gsLst>
                          <a:gs pos="90000">
                            <a:schemeClr val="accent1">
                              <a:lumMod val="50000"/>
                            </a:schemeClr>
                          </a:gs>
                          <a:gs pos="10425">
                            <a:schemeClr val="accent1"/>
                          </a:gs>
                          <a:gs pos="50000">
                            <a:schemeClr val="accent1">
                              <a:lumMod val="75000"/>
                            </a:schemeClr>
                          </a:gs>
                          <a:gs pos="25000">
                            <a:schemeClr val="accent1"/>
                          </a:gs>
                          <a:gs pos="0">
                            <a:schemeClr val="accent1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  <a:tileRect/>
                      </a:gradFill>
                      <a:ln w="12700">
                        <a:noFill/>
                        <a:round/>
                        <a:headEnd/>
                        <a:tailEnd/>
                      </a:ln>
                      <a:effectLst>
                        <a:outerShdw blurRad="76200" dist="25400" dir="16200000" rotWithShape="0">
                          <a:prstClr val="black">
                            <a:alpha val="30000"/>
                          </a:prstClr>
                        </a:outerShdw>
                      </a:effectLst>
                    </p:spPr>
                    <p:txBody>
                      <a:bodyPr rtlCol="0" anchor="ctr"/>
                      <a:lstStyle/>
                      <a:p>
                        <a:pPr algn="ctr"/>
                        <a:endParaRPr lang="de-DE" sz="2400"/>
                      </a:p>
                    </p:txBody>
                  </p:sp>
                </p:grpSp>
                <p:sp>
                  <p:nvSpPr>
                    <p:cNvPr id="311" name="Freeform 5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1638379" y="1795010"/>
                      <a:ext cx="923514" cy="2051723"/>
                    </a:xfrm>
                    <a:custGeom>
                      <a:avLst/>
                      <a:gdLst>
                        <a:gd name="T0" fmla="*/ 0 w 656"/>
                        <a:gd name="T1" fmla="*/ 0 h 1457"/>
                        <a:gd name="T2" fmla="*/ 0 w 656"/>
                        <a:gd name="T3" fmla="*/ 1457 h 1457"/>
                        <a:gd name="T4" fmla="*/ 656 w 656"/>
                        <a:gd name="T5" fmla="*/ 1457 h 1457"/>
                        <a:gd name="T6" fmla="*/ 656 w 656"/>
                        <a:gd name="T7" fmla="*/ 0 h 1457"/>
                        <a:gd name="T8" fmla="*/ 0 w 656"/>
                        <a:gd name="T9" fmla="*/ 0 h 1457"/>
                        <a:gd name="T10" fmla="*/ 328 w 656"/>
                        <a:gd name="T11" fmla="*/ 62 h 1457"/>
                        <a:gd name="T12" fmla="*/ 452 w 656"/>
                        <a:gd name="T13" fmla="*/ 183 h 1457"/>
                        <a:gd name="T14" fmla="*/ 328 w 656"/>
                        <a:gd name="T15" fmla="*/ 338 h 1457"/>
                        <a:gd name="T16" fmla="*/ 204 w 656"/>
                        <a:gd name="T17" fmla="*/ 183 h 1457"/>
                        <a:gd name="T18" fmla="*/ 328 w 656"/>
                        <a:gd name="T19" fmla="*/ 62 h 1457"/>
                        <a:gd name="T20" fmla="*/ 555 w 656"/>
                        <a:gd name="T21" fmla="*/ 840 h 1457"/>
                        <a:gd name="T22" fmla="*/ 516 w 656"/>
                        <a:gd name="T23" fmla="*/ 807 h 1457"/>
                        <a:gd name="T24" fmla="*/ 477 w 656"/>
                        <a:gd name="T25" fmla="*/ 522 h 1457"/>
                        <a:gd name="T26" fmla="*/ 434 w 656"/>
                        <a:gd name="T27" fmla="*/ 632 h 1457"/>
                        <a:gd name="T28" fmla="*/ 555 w 656"/>
                        <a:gd name="T29" fmla="*/ 1061 h 1457"/>
                        <a:gd name="T30" fmla="*/ 464 w 656"/>
                        <a:gd name="T31" fmla="*/ 1061 h 1457"/>
                        <a:gd name="T32" fmla="*/ 434 w 656"/>
                        <a:gd name="T33" fmla="*/ 1353 h 1457"/>
                        <a:gd name="T34" fmla="*/ 392 w 656"/>
                        <a:gd name="T35" fmla="*/ 1396 h 1457"/>
                        <a:gd name="T36" fmla="*/ 351 w 656"/>
                        <a:gd name="T37" fmla="*/ 1353 h 1457"/>
                        <a:gd name="T38" fmla="*/ 344 w 656"/>
                        <a:gd name="T39" fmla="*/ 1061 h 1457"/>
                        <a:gd name="T40" fmla="*/ 313 w 656"/>
                        <a:gd name="T41" fmla="*/ 1061 h 1457"/>
                        <a:gd name="T42" fmla="*/ 306 w 656"/>
                        <a:gd name="T43" fmla="*/ 1353 h 1457"/>
                        <a:gd name="T44" fmla="*/ 264 w 656"/>
                        <a:gd name="T45" fmla="*/ 1396 h 1457"/>
                        <a:gd name="T46" fmla="*/ 222 w 656"/>
                        <a:gd name="T47" fmla="*/ 1353 h 1457"/>
                        <a:gd name="T48" fmla="*/ 193 w 656"/>
                        <a:gd name="T49" fmla="*/ 1061 h 1457"/>
                        <a:gd name="T50" fmla="*/ 102 w 656"/>
                        <a:gd name="T51" fmla="*/ 1061 h 1457"/>
                        <a:gd name="T52" fmla="*/ 222 w 656"/>
                        <a:gd name="T53" fmla="*/ 632 h 1457"/>
                        <a:gd name="T54" fmla="*/ 179 w 656"/>
                        <a:gd name="T55" fmla="*/ 522 h 1457"/>
                        <a:gd name="T56" fmla="*/ 141 w 656"/>
                        <a:gd name="T57" fmla="*/ 807 h 1457"/>
                        <a:gd name="T58" fmla="*/ 102 w 656"/>
                        <a:gd name="T59" fmla="*/ 840 h 1457"/>
                        <a:gd name="T60" fmla="*/ 69 w 656"/>
                        <a:gd name="T61" fmla="*/ 801 h 1457"/>
                        <a:gd name="T62" fmla="*/ 88 w 656"/>
                        <a:gd name="T63" fmla="*/ 578 h 1457"/>
                        <a:gd name="T64" fmla="*/ 215 w 656"/>
                        <a:gd name="T65" fmla="*/ 357 h 1457"/>
                        <a:gd name="T66" fmla="*/ 328 w 656"/>
                        <a:gd name="T67" fmla="*/ 451 h 1457"/>
                        <a:gd name="T68" fmla="*/ 441 w 656"/>
                        <a:gd name="T69" fmla="*/ 357 h 1457"/>
                        <a:gd name="T70" fmla="*/ 569 w 656"/>
                        <a:gd name="T71" fmla="*/ 578 h 1457"/>
                        <a:gd name="T72" fmla="*/ 587 w 656"/>
                        <a:gd name="T73" fmla="*/ 801 h 1457"/>
                        <a:gd name="T74" fmla="*/ 555 w 656"/>
                        <a:gd name="T75" fmla="*/ 840 h 14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656" h="1457">
                          <a:moveTo>
                            <a:pt x="0" y="0"/>
                          </a:moveTo>
                          <a:cubicBezTo>
                            <a:pt x="0" y="1457"/>
                            <a:pt x="0" y="1457"/>
                            <a:pt x="0" y="1457"/>
                          </a:cubicBezTo>
                          <a:cubicBezTo>
                            <a:pt x="656" y="1457"/>
                            <a:pt x="656" y="1457"/>
                            <a:pt x="656" y="1457"/>
                          </a:cubicBezTo>
                          <a:cubicBezTo>
                            <a:pt x="656" y="0"/>
                            <a:pt x="656" y="0"/>
                            <a:pt x="656" y="0"/>
                          </a:cubicBezTo>
                          <a:lnTo>
                            <a:pt x="0" y="0"/>
                          </a:lnTo>
                          <a:close/>
                          <a:moveTo>
                            <a:pt x="328" y="62"/>
                          </a:moveTo>
                          <a:cubicBezTo>
                            <a:pt x="397" y="62"/>
                            <a:pt x="452" y="106"/>
                            <a:pt x="452" y="183"/>
                          </a:cubicBezTo>
                          <a:cubicBezTo>
                            <a:pt x="452" y="259"/>
                            <a:pt x="392" y="338"/>
                            <a:pt x="328" y="338"/>
                          </a:cubicBezTo>
                          <a:cubicBezTo>
                            <a:pt x="264" y="338"/>
                            <a:pt x="204" y="259"/>
                            <a:pt x="204" y="183"/>
                          </a:cubicBezTo>
                          <a:cubicBezTo>
                            <a:pt x="204" y="106"/>
                            <a:pt x="260" y="62"/>
                            <a:pt x="328" y="62"/>
                          </a:cubicBezTo>
                          <a:close/>
                          <a:moveTo>
                            <a:pt x="555" y="840"/>
                          </a:moveTo>
                          <a:cubicBezTo>
                            <a:pt x="535" y="842"/>
                            <a:pt x="517" y="827"/>
                            <a:pt x="516" y="807"/>
                          </a:cubicBezTo>
                          <a:cubicBezTo>
                            <a:pt x="516" y="807"/>
                            <a:pt x="484" y="522"/>
                            <a:pt x="477" y="522"/>
                          </a:cubicBezTo>
                          <a:cubicBezTo>
                            <a:pt x="471" y="522"/>
                            <a:pt x="434" y="576"/>
                            <a:pt x="434" y="632"/>
                          </a:cubicBezTo>
                          <a:cubicBezTo>
                            <a:pt x="434" y="680"/>
                            <a:pt x="555" y="1061"/>
                            <a:pt x="555" y="1061"/>
                          </a:cubicBezTo>
                          <a:cubicBezTo>
                            <a:pt x="464" y="1061"/>
                            <a:pt x="464" y="1061"/>
                            <a:pt x="464" y="1061"/>
                          </a:cubicBezTo>
                          <a:cubicBezTo>
                            <a:pt x="450" y="1205"/>
                            <a:pt x="434" y="1353"/>
                            <a:pt x="434" y="1353"/>
                          </a:cubicBezTo>
                          <a:cubicBezTo>
                            <a:pt x="434" y="1377"/>
                            <a:pt x="415" y="1396"/>
                            <a:pt x="392" y="1396"/>
                          </a:cubicBezTo>
                          <a:cubicBezTo>
                            <a:pt x="369" y="1396"/>
                            <a:pt x="351" y="1377"/>
                            <a:pt x="351" y="1353"/>
                          </a:cubicBezTo>
                          <a:cubicBezTo>
                            <a:pt x="351" y="1353"/>
                            <a:pt x="351" y="1353"/>
                            <a:pt x="344" y="1061"/>
                          </a:cubicBezTo>
                          <a:cubicBezTo>
                            <a:pt x="313" y="1061"/>
                            <a:pt x="313" y="1061"/>
                            <a:pt x="313" y="1061"/>
                          </a:cubicBezTo>
                          <a:cubicBezTo>
                            <a:pt x="306" y="1353"/>
                            <a:pt x="306" y="1353"/>
                            <a:pt x="306" y="1353"/>
                          </a:cubicBezTo>
                          <a:cubicBezTo>
                            <a:pt x="306" y="1377"/>
                            <a:pt x="287" y="1396"/>
                            <a:pt x="264" y="1396"/>
                          </a:cubicBezTo>
                          <a:cubicBezTo>
                            <a:pt x="241" y="1396"/>
                            <a:pt x="222" y="1377"/>
                            <a:pt x="222" y="1353"/>
                          </a:cubicBezTo>
                          <a:cubicBezTo>
                            <a:pt x="222" y="1353"/>
                            <a:pt x="207" y="1205"/>
                            <a:pt x="193" y="1061"/>
                          </a:cubicBezTo>
                          <a:cubicBezTo>
                            <a:pt x="102" y="1061"/>
                            <a:pt x="102" y="1061"/>
                            <a:pt x="102" y="1061"/>
                          </a:cubicBezTo>
                          <a:cubicBezTo>
                            <a:pt x="102" y="1061"/>
                            <a:pt x="222" y="680"/>
                            <a:pt x="222" y="632"/>
                          </a:cubicBezTo>
                          <a:cubicBezTo>
                            <a:pt x="222" y="576"/>
                            <a:pt x="186" y="522"/>
                            <a:pt x="179" y="522"/>
                          </a:cubicBezTo>
                          <a:cubicBezTo>
                            <a:pt x="173" y="522"/>
                            <a:pt x="141" y="807"/>
                            <a:pt x="141" y="807"/>
                          </a:cubicBezTo>
                          <a:cubicBezTo>
                            <a:pt x="139" y="827"/>
                            <a:pt x="122" y="842"/>
                            <a:pt x="102" y="840"/>
                          </a:cubicBezTo>
                          <a:cubicBezTo>
                            <a:pt x="82" y="838"/>
                            <a:pt x="67" y="821"/>
                            <a:pt x="69" y="801"/>
                          </a:cubicBezTo>
                          <a:cubicBezTo>
                            <a:pt x="88" y="578"/>
                            <a:pt x="88" y="578"/>
                            <a:pt x="88" y="578"/>
                          </a:cubicBezTo>
                          <a:cubicBezTo>
                            <a:pt x="100" y="430"/>
                            <a:pt x="173" y="357"/>
                            <a:pt x="215" y="357"/>
                          </a:cubicBezTo>
                          <a:cubicBezTo>
                            <a:pt x="257" y="357"/>
                            <a:pt x="282" y="451"/>
                            <a:pt x="328" y="451"/>
                          </a:cubicBezTo>
                          <a:cubicBezTo>
                            <a:pt x="374" y="451"/>
                            <a:pt x="400" y="357"/>
                            <a:pt x="441" y="357"/>
                          </a:cubicBezTo>
                          <a:cubicBezTo>
                            <a:pt x="483" y="357"/>
                            <a:pt x="556" y="430"/>
                            <a:pt x="569" y="578"/>
                          </a:cubicBezTo>
                          <a:cubicBezTo>
                            <a:pt x="569" y="578"/>
                            <a:pt x="569" y="578"/>
                            <a:pt x="587" y="801"/>
                          </a:cubicBezTo>
                          <a:cubicBezTo>
                            <a:pt x="589" y="821"/>
                            <a:pt x="575" y="838"/>
                            <a:pt x="555" y="84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rgbClr val="FFFFFF"/>
                        </a:gs>
                        <a:gs pos="0">
                          <a:srgbClr val="E6E6E6"/>
                        </a:gs>
                      </a:gsLst>
                      <a:lin ang="16200000" scaled="1"/>
                      <a:tileRect/>
                    </a:gradFill>
                    <a:ln w="25400">
                      <a:noFill/>
                    </a:ln>
                    <a:effectLst>
                      <a:outerShdw blurRad="76200" dist="25400" dir="2700000" algn="tl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</p:grpSp>
            </p:grpSp>
            <p:sp>
              <p:nvSpPr>
                <p:cNvPr id="329" name="Textfeld 328"/>
                <p:cNvSpPr txBox="1"/>
                <p:nvPr/>
              </p:nvSpPr>
              <p:spPr bwMode="gray">
                <a:xfrm>
                  <a:off x="4788024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20%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0" name="Textfeld 329"/>
                <p:cNvSpPr txBox="1"/>
                <p:nvPr/>
              </p:nvSpPr>
              <p:spPr bwMode="gray">
                <a:xfrm>
                  <a:off x="5324948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31%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1" name="Textfeld 330"/>
                <p:cNvSpPr txBox="1"/>
                <p:nvPr/>
              </p:nvSpPr>
              <p:spPr bwMode="gray">
                <a:xfrm>
                  <a:off x="6185790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45%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2" name="Textfeld 331"/>
                <p:cNvSpPr txBox="1"/>
                <p:nvPr/>
              </p:nvSpPr>
              <p:spPr bwMode="gray">
                <a:xfrm>
                  <a:off x="6722714" y="4569723"/>
                  <a:ext cx="497262" cy="28739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smtClean="0">
                      <a:solidFill>
                        <a:schemeClr val="tx2"/>
                      </a:solidFill>
                    </a:rPr>
                    <a:t>28%</a:t>
                  </a:r>
                  <a:endParaRPr lang="de-DE" sz="1200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335" name="Textfeld 334"/>
                <p:cNvSpPr txBox="1"/>
                <p:nvPr/>
              </p:nvSpPr>
              <p:spPr bwMode="gray">
                <a:xfrm>
                  <a:off x="4861305" y="3471063"/>
                  <a:ext cx="816216" cy="21595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b="1" smtClean="0">
                      <a:solidFill>
                        <a:schemeClr val="accent1"/>
                      </a:solidFill>
                    </a:rPr>
                    <a:t>Placeholder</a:t>
                  </a:r>
                  <a:endParaRPr lang="de-DE" sz="12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36" name="Textfeld 335"/>
                <p:cNvSpPr txBox="1"/>
                <p:nvPr/>
              </p:nvSpPr>
              <p:spPr bwMode="gray">
                <a:xfrm>
                  <a:off x="6277355" y="3471063"/>
                  <a:ext cx="816216" cy="21595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b" anchorCtr="0">
                  <a:noAutofit/>
                </a:bodyPr>
                <a:lstStyle/>
                <a:p>
                  <a:pPr lvl="0" algn="ctr">
                    <a:spcAft>
                      <a:spcPts val="600"/>
                    </a:spcAft>
                  </a:pPr>
                  <a:r>
                    <a:rPr lang="de-DE" sz="1200" b="1" smtClean="0">
                      <a:solidFill>
                        <a:schemeClr val="accent1"/>
                      </a:solidFill>
                    </a:rPr>
                    <a:t>Placeholder</a:t>
                  </a:r>
                  <a:endParaRPr lang="de-DE" sz="12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38" name="Freeform 8"/>
                <p:cNvSpPr>
                  <a:spLocks noEditPoints="1"/>
                </p:cNvSpPr>
                <p:nvPr/>
              </p:nvSpPr>
              <p:spPr bwMode="gray">
                <a:xfrm rot="573248">
                  <a:off x="5769541" y="3946516"/>
                  <a:ext cx="433132" cy="127492"/>
                </a:xfrm>
                <a:custGeom>
                  <a:avLst/>
                  <a:gdLst>
                    <a:gd name="T0" fmla="*/ 508 w 642"/>
                    <a:gd name="T1" fmla="*/ 94 h 189"/>
                    <a:gd name="T2" fmla="*/ 243 w 642"/>
                    <a:gd name="T3" fmla="*/ 72 h 189"/>
                    <a:gd name="T4" fmla="*/ 21 w 642"/>
                    <a:gd name="T5" fmla="*/ 183 h 189"/>
                    <a:gd name="T6" fmla="*/ 4 w 642"/>
                    <a:gd name="T7" fmla="*/ 182 h 189"/>
                    <a:gd name="T8" fmla="*/ 10 w 642"/>
                    <a:gd name="T9" fmla="*/ 164 h 189"/>
                    <a:gd name="T10" fmla="*/ 239 w 642"/>
                    <a:gd name="T11" fmla="*/ 47 h 189"/>
                    <a:gd name="T12" fmla="*/ 522 w 642"/>
                    <a:gd name="T13" fmla="*/ 68 h 189"/>
                    <a:gd name="T14" fmla="*/ 508 w 642"/>
                    <a:gd name="T15" fmla="*/ 94 h 189"/>
                    <a:gd name="T16" fmla="*/ 630 w 642"/>
                    <a:gd name="T17" fmla="*/ 93 h 189"/>
                    <a:gd name="T18" fmla="*/ 515 w 642"/>
                    <a:gd name="T19" fmla="*/ 7 h 189"/>
                    <a:gd name="T20" fmla="*/ 496 w 642"/>
                    <a:gd name="T21" fmla="*/ 30 h 189"/>
                    <a:gd name="T22" fmla="*/ 572 w 642"/>
                    <a:gd name="T23" fmla="*/ 87 h 189"/>
                    <a:gd name="T24" fmla="*/ 541 w 642"/>
                    <a:gd name="T25" fmla="*/ 98 h 189"/>
                    <a:gd name="T26" fmla="*/ 459 w 642"/>
                    <a:gd name="T27" fmla="*/ 162 h 189"/>
                    <a:gd name="T28" fmla="*/ 462 w 642"/>
                    <a:gd name="T29" fmla="*/ 179 h 189"/>
                    <a:gd name="T30" fmla="*/ 479 w 642"/>
                    <a:gd name="T31" fmla="*/ 169 h 189"/>
                    <a:gd name="T32" fmla="*/ 536 w 642"/>
                    <a:gd name="T33" fmla="*/ 125 h 189"/>
                    <a:gd name="T34" fmla="*/ 611 w 642"/>
                    <a:gd name="T35" fmla="*/ 116 h 189"/>
                    <a:gd name="T36" fmla="*/ 630 w 642"/>
                    <a:gd name="T37" fmla="*/ 9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2" h="189">
                      <a:moveTo>
                        <a:pt x="508" y="94"/>
                      </a:moveTo>
                      <a:cubicBezTo>
                        <a:pt x="422" y="74"/>
                        <a:pt x="331" y="62"/>
                        <a:pt x="243" y="72"/>
                      </a:cubicBezTo>
                      <a:cubicBezTo>
                        <a:pt x="160" y="82"/>
                        <a:pt x="79" y="125"/>
                        <a:pt x="21" y="183"/>
                      </a:cubicBezTo>
                      <a:cubicBezTo>
                        <a:pt x="16" y="187"/>
                        <a:pt x="7" y="189"/>
                        <a:pt x="4" y="182"/>
                      </a:cubicBezTo>
                      <a:cubicBezTo>
                        <a:pt x="0" y="176"/>
                        <a:pt x="5" y="168"/>
                        <a:pt x="10" y="164"/>
                      </a:cubicBezTo>
                      <a:cubicBezTo>
                        <a:pt x="70" y="104"/>
                        <a:pt x="155" y="58"/>
                        <a:pt x="239" y="47"/>
                      </a:cubicBezTo>
                      <a:cubicBezTo>
                        <a:pt x="333" y="34"/>
                        <a:pt x="430" y="47"/>
                        <a:pt x="522" y="68"/>
                      </a:cubicBezTo>
                      <a:cubicBezTo>
                        <a:pt x="537" y="71"/>
                        <a:pt x="521" y="97"/>
                        <a:pt x="508" y="94"/>
                      </a:cubicBezTo>
                      <a:close/>
                      <a:moveTo>
                        <a:pt x="630" y="93"/>
                      </a:moveTo>
                      <a:cubicBezTo>
                        <a:pt x="590" y="67"/>
                        <a:pt x="555" y="33"/>
                        <a:pt x="515" y="7"/>
                      </a:cubicBezTo>
                      <a:cubicBezTo>
                        <a:pt x="503" y="0"/>
                        <a:pt x="484" y="23"/>
                        <a:pt x="496" y="30"/>
                      </a:cubicBezTo>
                      <a:cubicBezTo>
                        <a:pt x="523" y="47"/>
                        <a:pt x="547" y="68"/>
                        <a:pt x="572" y="87"/>
                      </a:cubicBezTo>
                      <a:cubicBezTo>
                        <a:pt x="561" y="90"/>
                        <a:pt x="551" y="94"/>
                        <a:pt x="541" y="98"/>
                      </a:cubicBezTo>
                      <a:cubicBezTo>
                        <a:pt x="509" y="111"/>
                        <a:pt x="478" y="133"/>
                        <a:pt x="459" y="162"/>
                      </a:cubicBezTo>
                      <a:cubicBezTo>
                        <a:pt x="455" y="167"/>
                        <a:pt x="455" y="176"/>
                        <a:pt x="462" y="179"/>
                      </a:cubicBezTo>
                      <a:cubicBezTo>
                        <a:pt x="469" y="181"/>
                        <a:pt x="475" y="175"/>
                        <a:pt x="479" y="169"/>
                      </a:cubicBezTo>
                      <a:cubicBezTo>
                        <a:pt x="493" y="150"/>
                        <a:pt x="515" y="136"/>
                        <a:pt x="536" y="125"/>
                      </a:cubicBezTo>
                      <a:cubicBezTo>
                        <a:pt x="557" y="115"/>
                        <a:pt x="588" y="103"/>
                        <a:pt x="611" y="116"/>
                      </a:cubicBezTo>
                      <a:cubicBezTo>
                        <a:pt x="623" y="122"/>
                        <a:pt x="642" y="100"/>
                        <a:pt x="630" y="9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>
                  <a:outerShdw blurRad="38100" dist="25400" dir="27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de-DE" sz="1400"/>
                </a:p>
              </p:txBody>
            </p:sp>
          </p:grpSp>
          <p:sp>
            <p:nvSpPr>
              <p:cNvPr id="339" name="Freeform 8"/>
              <p:cNvSpPr>
                <a:spLocks noEditPoints="1"/>
              </p:cNvSpPr>
              <p:nvPr/>
            </p:nvSpPr>
            <p:spPr bwMode="gray">
              <a:xfrm rot="573248">
                <a:off x="7182416" y="3946516"/>
                <a:ext cx="433132" cy="127492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  <p:grpSp>
          <p:nvGrpSpPr>
            <p:cNvPr id="341" name="Gruppieren 340"/>
            <p:cNvGrpSpPr/>
            <p:nvPr/>
          </p:nvGrpSpPr>
          <p:grpSpPr bwMode="gray">
            <a:xfrm>
              <a:off x="4788024" y="4937913"/>
              <a:ext cx="2431952" cy="1386050"/>
              <a:chOff x="4788024" y="3471063"/>
              <a:chExt cx="2431952" cy="1386050"/>
            </a:xfrm>
          </p:grpSpPr>
          <p:grpSp>
            <p:nvGrpSpPr>
              <p:cNvPr id="342" name="Gruppieren 341"/>
              <p:cNvGrpSpPr/>
              <p:nvPr/>
            </p:nvGrpSpPr>
            <p:grpSpPr bwMode="gray">
              <a:xfrm>
                <a:off x="4834845" y="3743325"/>
                <a:ext cx="875064" cy="922416"/>
                <a:chOff x="4898203" y="3797648"/>
                <a:chExt cx="900973" cy="949729"/>
              </a:xfrm>
            </p:grpSpPr>
            <p:grpSp>
              <p:nvGrpSpPr>
                <p:cNvPr id="361" name="Gruppieren 672"/>
                <p:cNvGrpSpPr/>
                <p:nvPr/>
              </p:nvGrpSpPr>
              <p:grpSpPr bwMode="gray">
                <a:xfrm rot="239756">
                  <a:off x="4898203" y="3798225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367" name="Gruppieren 673"/>
                  <p:cNvGrpSpPr/>
                  <p:nvPr/>
                </p:nvGrpSpPr>
                <p:grpSpPr bwMode="gray">
                  <a:xfrm>
                    <a:off x="640555" y="1844825"/>
                    <a:ext cx="767265" cy="1952094"/>
                    <a:chOff x="1716504" y="1844825"/>
                    <a:chExt cx="767265" cy="1952094"/>
                  </a:xfrm>
                </p:grpSpPr>
                <p:sp>
                  <p:nvSpPr>
                    <p:cNvPr id="369" name="Rechteck 368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70" name="Rechteck 369"/>
                    <p:cNvSpPr/>
                    <p:nvPr/>
                  </p:nvSpPr>
                  <p:spPr bwMode="gray">
                    <a:xfrm>
                      <a:off x="1716505" y="3284699"/>
                      <a:ext cx="767264" cy="512216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68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362" name="Gruppieren 552"/>
                <p:cNvGrpSpPr/>
                <p:nvPr/>
              </p:nvGrpSpPr>
              <p:grpSpPr bwMode="gray">
                <a:xfrm rot="21386661">
                  <a:off x="5381466" y="3797648"/>
                  <a:ext cx="417710" cy="928004"/>
                  <a:chOff x="1638379" y="1795010"/>
                  <a:chExt cx="923514" cy="2051723"/>
                </a:xfrm>
              </p:grpSpPr>
              <p:grpSp>
                <p:nvGrpSpPr>
                  <p:cNvPr id="363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5"/>
                    <a:chOff x="1716504" y="1844825"/>
                    <a:chExt cx="767264" cy="1952095"/>
                  </a:xfrm>
                </p:grpSpPr>
                <p:sp>
                  <p:nvSpPr>
                    <p:cNvPr id="365" name="Rechteck 36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66" name="Rechteck 365"/>
                    <p:cNvSpPr/>
                    <p:nvPr/>
                  </p:nvSpPr>
                  <p:spPr bwMode="gray">
                    <a:xfrm>
                      <a:off x="1716504" y="3044700"/>
                      <a:ext cx="767264" cy="752220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64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grpSp>
            <p:nvGrpSpPr>
              <p:cNvPr id="343" name="Gruppieren 342"/>
              <p:cNvGrpSpPr/>
              <p:nvPr/>
            </p:nvGrpSpPr>
            <p:grpSpPr bwMode="gray">
              <a:xfrm>
                <a:off x="6244962" y="3743325"/>
                <a:ext cx="875064" cy="922416"/>
                <a:chOff x="4898203" y="3797648"/>
                <a:chExt cx="900973" cy="949729"/>
              </a:xfrm>
            </p:grpSpPr>
            <p:grpSp>
              <p:nvGrpSpPr>
                <p:cNvPr id="351" name="Gruppieren 672"/>
                <p:cNvGrpSpPr/>
                <p:nvPr/>
              </p:nvGrpSpPr>
              <p:grpSpPr bwMode="gray">
                <a:xfrm rot="239756">
                  <a:off x="4898203" y="3798225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357" name="Gruppieren 673"/>
                  <p:cNvGrpSpPr/>
                  <p:nvPr/>
                </p:nvGrpSpPr>
                <p:grpSpPr bwMode="gray">
                  <a:xfrm>
                    <a:off x="640554" y="1844825"/>
                    <a:ext cx="767265" cy="1952094"/>
                    <a:chOff x="1716503" y="1844825"/>
                    <a:chExt cx="767265" cy="1952094"/>
                  </a:xfrm>
                </p:grpSpPr>
                <p:sp>
                  <p:nvSpPr>
                    <p:cNvPr id="359" name="Rechteck 358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60" name="Rechteck 359"/>
                    <p:cNvSpPr/>
                    <p:nvPr/>
                  </p:nvSpPr>
                  <p:spPr bwMode="gray">
                    <a:xfrm>
                      <a:off x="1716503" y="2838539"/>
                      <a:ext cx="767264" cy="958378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58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352" name="Gruppieren 552"/>
                <p:cNvGrpSpPr/>
                <p:nvPr/>
              </p:nvGrpSpPr>
              <p:grpSpPr bwMode="gray">
                <a:xfrm rot="21386661">
                  <a:off x="5381466" y="3797648"/>
                  <a:ext cx="417710" cy="928004"/>
                  <a:chOff x="1638379" y="1795010"/>
                  <a:chExt cx="923514" cy="2051723"/>
                </a:xfrm>
              </p:grpSpPr>
              <p:grpSp>
                <p:nvGrpSpPr>
                  <p:cNvPr id="353" name="Gruppieren 553"/>
                  <p:cNvGrpSpPr/>
                  <p:nvPr/>
                </p:nvGrpSpPr>
                <p:grpSpPr bwMode="gray">
                  <a:xfrm>
                    <a:off x="1716503" y="1844825"/>
                    <a:ext cx="767265" cy="1952094"/>
                    <a:chOff x="1716503" y="1844825"/>
                    <a:chExt cx="767265" cy="1952094"/>
                  </a:xfrm>
                </p:grpSpPr>
                <p:sp>
                  <p:nvSpPr>
                    <p:cNvPr id="355" name="Rechteck 35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56" name="Rechteck 355"/>
                    <p:cNvSpPr/>
                    <p:nvPr/>
                  </p:nvSpPr>
                  <p:spPr bwMode="gray">
                    <a:xfrm>
                      <a:off x="1716503" y="3091507"/>
                      <a:ext cx="767264" cy="705411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54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344" name="Textfeld 343"/>
              <p:cNvSpPr txBox="1"/>
              <p:nvPr/>
            </p:nvSpPr>
            <p:spPr bwMode="gray">
              <a:xfrm>
                <a:off x="4788024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20%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45" name="Textfeld 344"/>
              <p:cNvSpPr txBox="1"/>
              <p:nvPr/>
            </p:nvSpPr>
            <p:spPr bwMode="gray">
              <a:xfrm>
                <a:off x="5324948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31%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46" name="Textfeld 345"/>
              <p:cNvSpPr txBox="1"/>
              <p:nvPr/>
            </p:nvSpPr>
            <p:spPr bwMode="gray">
              <a:xfrm>
                <a:off x="6185790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45%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47" name="Textfeld 346"/>
              <p:cNvSpPr txBox="1"/>
              <p:nvPr/>
            </p:nvSpPr>
            <p:spPr bwMode="gray">
              <a:xfrm>
                <a:off x="6722714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28%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48" name="Textfeld 347"/>
              <p:cNvSpPr txBox="1"/>
              <p:nvPr/>
            </p:nvSpPr>
            <p:spPr bwMode="gray">
              <a:xfrm>
                <a:off x="4861305" y="3471063"/>
                <a:ext cx="816216" cy="2159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49" name="Textfeld 348"/>
              <p:cNvSpPr txBox="1"/>
              <p:nvPr/>
            </p:nvSpPr>
            <p:spPr bwMode="gray">
              <a:xfrm>
                <a:off x="6277355" y="3471063"/>
                <a:ext cx="816216" cy="2159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50" name="Freeform 8"/>
              <p:cNvSpPr>
                <a:spLocks noEditPoints="1"/>
              </p:cNvSpPr>
              <p:nvPr/>
            </p:nvSpPr>
            <p:spPr bwMode="gray">
              <a:xfrm rot="573248">
                <a:off x="5769541" y="3946516"/>
                <a:ext cx="433132" cy="127492"/>
              </a:xfrm>
              <a:custGeom>
                <a:avLst/>
                <a:gdLst>
                  <a:gd name="T0" fmla="*/ 508 w 642"/>
                  <a:gd name="T1" fmla="*/ 94 h 189"/>
                  <a:gd name="T2" fmla="*/ 243 w 642"/>
                  <a:gd name="T3" fmla="*/ 72 h 189"/>
                  <a:gd name="T4" fmla="*/ 21 w 642"/>
                  <a:gd name="T5" fmla="*/ 183 h 189"/>
                  <a:gd name="T6" fmla="*/ 4 w 642"/>
                  <a:gd name="T7" fmla="*/ 182 h 189"/>
                  <a:gd name="T8" fmla="*/ 10 w 642"/>
                  <a:gd name="T9" fmla="*/ 164 h 189"/>
                  <a:gd name="T10" fmla="*/ 239 w 642"/>
                  <a:gd name="T11" fmla="*/ 47 h 189"/>
                  <a:gd name="T12" fmla="*/ 522 w 642"/>
                  <a:gd name="T13" fmla="*/ 68 h 189"/>
                  <a:gd name="T14" fmla="*/ 508 w 642"/>
                  <a:gd name="T15" fmla="*/ 94 h 189"/>
                  <a:gd name="T16" fmla="*/ 630 w 642"/>
                  <a:gd name="T17" fmla="*/ 93 h 189"/>
                  <a:gd name="T18" fmla="*/ 515 w 642"/>
                  <a:gd name="T19" fmla="*/ 7 h 189"/>
                  <a:gd name="T20" fmla="*/ 496 w 642"/>
                  <a:gd name="T21" fmla="*/ 30 h 189"/>
                  <a:gd name="T22" fmla="*/ 572 w 642"/>
                  <a:gd name="T23" fmla="*/ 87 h 189"/>
                  <a:gd name="T24" fmla="*/ 541 w 642"/>
                  <a:gd name="T25" fmla="*/ 98 h 189"/>
                  <a:gd name="T26" fmla="*/ 459 w 642"/>
                  <a:gd name="T27" fmla="*/ 162 h 189"/>
                  <a:gd name="T28" fmla="*/ 462 w 642"/>
                  <a:gd name="T29" fmla="*/ 179 h 189"/>
                  <a:gd name="T30" fmla="*/ 479 w 642"/>
                  <a:gd name="T31" fmla="*/ 169 h 189"/>
                  <a:gd name="T32" fmla="*/ 536 w 642"/>
                  <a:gd name="T33" fmla="*/ 125 h 189"/>
                  <a:gd name="T34" fmla="*/ 611 w 642"/>
                  <a:gd name="T35" fmla="*/ 116 h 189"/>
                  <a:gd name="T36" fmla="*/ 630 w 642"/>
                  <a:gd name="T37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2" h="189">
                    <a:moveTo>
                      <a:pt x="508" y="94"/>
                    </a:moveTo>
                    <a:cubicBezTo>
                      <a:pt x="422" y="74"/>
                      <a:pt x="331" y="62"/>
                      <a:pt x="243" y="72"/>
                    </a:cubicBezTo>
                    <a:cubicBezTo>
                      <a:pt x="160" y="82"/>
                      <a:pt x="79" y="125"/>
                      <a:pt x="21" y="183"/>
                    </a:cubicBezTo>
                    <a:cubicBezTo>
                      <a:pt x="16" y="187"/>
                      <a:pt x="7" y="189"/>
                      <a:pt x="4" y="182"/>
                    </a:cubicBezTo>
                    <a:cubicBezTo>
                      <a:pt x="0" y="176"/>
                      <a:pt x="5" y="168"/>
                      <a:pt x="10" y="164"/>
                    </a:cubicBezTo>
                    <a:cubicBezTo>
                      <a:pt x="70" y="104"/>
                      <a:pt x="155" y="58"/>
                      <a:pt x="239" y="47"/>
                    </a:cubicBezTo>
                    <a:cubicBezTo>
                      <a:pt x="333" y="34"/>
                      <a:pt x="430" y="47"/>
                      <a:pt x="522" y="68"/>
                    </a:cubicBezTo>
                    <a:cubicBezTo>
                      <a:pt x="537" y="71"/>
                      <a:pt x="521" y="97"/>
                      <a:pt x="508" y="94"/>
                    </a:cubicBezTo>
                    <a:close/>
                    <a:moveTo>
                      <a:pt x="630" y="93"/>
                    </a:moveTo>
                    <a:cubicBezTo>
                      <a:pt x="590" y="67"/>
                      <a:pt x="555" y="33"/>
                      <a:pt x="515" y="7"/>
                    </a:cubicBezTo>
                    <a:cubicBezTo>
                      <a:pt x="503" y="0"/>
                      <a:pt x="484" y="23"/>
                      <a:pt x="496" y="30"/>
                    </a:cubicBezTo>
                    <a:cubicBezTo>
                      <a:pt x="523" y="47"/>
                      <a:pt x="547" y="68"/>
                      <a:pt x="572" y="87"/>
                    </a:cubicBezTo>
                    <a:cubicBezTo>
                      <a:pt x="561" y="90"/>
                      <a:pt x="551" y="94"/>
                      <a:pt x="541" y="98"/>
                    </a:cubicBezTo>
                    <a:cubicBezTo>
                      <a:pt x="509" y="111"/>
                      <a:pt x="478" y="133"/>
                      <a:pt x="459" y="162"/>
                    </a:cubicBezTo>
                    <a:cubicBezTo>
                      <a:pt x="455" y="167"/>
                      <a:pt x="455" y="176"/>
                      <a:pt x="462" y="179"/>
                    </a:cubicBezTo>
                    <a:cubicBezTo>
                      <a:pt x="469" y="181"/>
                      <a:pt x="475" y="175"/>
                      <a:pt x="479" y="169"/>
                    </a:cubicBezTo>
                    <a:cubicBezTo>
                      <a:pt x="493" y="150"/>
                      <a:pt x="515" y="136"/>
                      <a:pt x="536" y="125"/>
                    </a:cubicBezTo>
                    <a:cubicBezTo>
                      <a:pt x="557" y="115"/>
                      <a:pt x="588" y="103"/>
                      <a:pt x="611" y="116"/>
                    </a:cubicBezTo>
                    <a:cubicBezTo>
                      <a:pt x="623" y="122"/>
                      <a:pt x="642" y="100"/>
                      <a:pt x="630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381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sz="1400"/>
              </a:p>
            </p:txBody>
          </p:sp>
        </p:grpSp>
        <p:grpSp>
          <p:nvGrpSpPr>
            <p:cNvPr id="372" name="Gruppieren 371"/>
            <p:cNvGrpSpPr/>
            <p:nvPr/>
          </p:nvGrpSpPr>
          <p:grpSpPr bwMode="gray">
            <a:xfrm>
              <a:off x="7596752" y="4937913"/>
              <a:ext cx="1034186" cy="1386050"/>
              <a:chOff x="7596752" y="3471063"/>
              <a:chExt cx="1034186" cy="1386050"/>
            </a:xfrm>
          </p:grpSpPr>
          <p:grpSp>
            <p:nvGrpSpPr>
              <p:cNvPr id="373" name="Gruppieren 372"/>
              <p:cNvGrpSpPr/>
              <p:nvPr/>
            </p:nvGrpSpPr>
            <p:grpSpPr bwMode="gray">
              <a:xfrm>
                <a:off x="7655078" y="3743325"/>
                <a:ext cx="875064" cy="922416"/>
                <a:chOff x="4898203" y="3797648"/>
                <a:chExt cx="900973" cy="949729"/>
              </a:xfrm>
            </p:grpSpPr>
            <p:grpSp>
              <p:nvGrpSpPr>
                <p:cNvPr id="377" name="Gruppieren 672"/>
                <p:cNvGrpSpPr/>
                <p:nvPr/>
              </p:nvGrpSpPr>
              <p:grpSpPr bwMode="gray">
                <a:xfrm rot="239756">
                  <a:off x="4898203" y="3798225"/>
                  <a:ext cx="427229" cy="949152"/>
                  <a:chOff x="562430" y="1795010"/>
                  <a:chExt cx="923514" cy="2051723"/>
                </a:xfrm>
              </p:grpSpPr>
              <p:grpSp>
                <p:nvGrpSpPr>
                  <p:cNvPr id="383" name="Gruppieren 673"/>
                  <p:cNvGrpSpPr/>
                  <p:nvPr/>
                </p:nvGrpSpPr>
                <p:grpSpPr bwMode="gray">
                  <a:xfrm>
                    <a:off x="640554" y="1844825"/>
                    <a:ext cx="767265" cy="1952094"/>
                    <a:chOff x="1716503" y="1844825"/>
                    <a:chExt cx="767265" cy="1952094"/>
                  </a:xfrm>
                </p:grpSpPr>
                <p:sp>
                  <p:nvSpPr>
                    <p:cNvPr id="385" name="Rechteck 384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86" name="Rechteck 385"/>
                    <p:cNvSpPr/>
                    <p:nvPr/>
                  </p:nvSpPr>
                  <p:spPr bwMode="gray">
                    <a:xfrm>
                      <a:off x="1716503" y="2602193"/>
                      <a:ext cx="767264" cy="1194723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84" name="Freeform 6"/>
                  <p:cNvSpPr>
                    <a:spLocks noEditPoints="1"/>
                  </p:cNvSpPr>
                  <p:nvPr/>
                </p:nvSpPr>
                <p:spPr bwMode="gray">
                  <a:xfrm>
                    <a:off x="562430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7 w 656"/>
                      <a:gd name="T11" fmla="*/ 62 h 1457"/>
                      <a:gd name="T12" fmla="*/ 452 w 656"/>
                      <a:gd name="T13" fmla="*/ 182 h 1457"/>
                      <a:gd name="T14" fmla="*/ 327 w 656"/>
                      <a:gd name="T15" fmla="*/ 338 h 1457"/>
                      <a:gd name="T16" fmla="*/ 204 w 656"/>
                      <a:gd name="T17" fmla="*/ 182 h 1457"/>
                      <a:gd name="T18" fmla="*/ 327 w 656"/>
                      <a:gd name="T19" fmla="*/ 62 h 1457"/>
                      <a:gd name="T20" fmla="*/ 549 w 656"/>
                      <a:gd name="T21" fmla="*/ 884 h 1457"/>
                      <a:gd name="T22" fmla="*/ 500 w 656"/>
                      <a:gd name="T23" fmla="*/ 835 h 1457"/>
                      <a:gd name="T24" fmla="*/ 492 w 656"/>
                      <a:gd name="T25" fmla="*/ 522 h 1457"/>
                      <a:gd name="T26" fmla="*/ 480 w 656"/>
                      <a:gd name="T27" fmla="*/ 510 h 1457"/>
                      <a:gd name="T28" fmla="*/ 468 w 656"/>
                      <a:gd name="T29" fmla="*/ 522 h 1457"/>
                      <a:gd name="T30" fmla="*/ 467 w 656"/>
                      <a:gd name="T31" fmla="*/ 875 h 1457"/>
                      <a:gd name="T32" fmla="*/ 467 w 656"/>
                      <a:gd name="T33" fmla="*/ 903 h 1457"/>
                      <a:gd name="T34" fmla="*/ 465 w 656"/>
                      <a:gd name="T35" fmla="*/ 1342 h 1457"/>
                      <a:gd name="T36" fmla="*/ 411 w 656"/>
                      <a:gd name="T37" fmla="*/ 1396 h 1457"/>
                      <a:gd name="T38" fmla="*/ 357 w 656"/>
                      <a:gd name="T39" fmla="*/ 1342 h 1457"/>
                      <a:gd name="T40" fmla="*/ 339 w 656"/>
                      <a:gd name="T41" fmla="*/ 903 h 1457"/>
                      <a:gd name="T42" fmla="*/ 327 w 656"/>
                      <a:gd name="T43" fmla="*/ 891 h 1457"/>
                      <a:gd name="T44" fmla="*/ 315 w 656"/>
                      <a:gd name="T45" fmla="*/ 903 h 1457"/>
                      <a:gd name="T46" fmla="*/ 298 w 656"/>
                      <a:gd name="T47" fmla="*/ 1342 h 1457"/>
                      <a:gd name="T48" fmla="*/ 244 w 656"/>
                      <a:gd name="T49" fmla="*/ 1396 h 1457"/>
                      <a:gd name="T50" fmla="*/ 190 w 656"/>
                      <a:gd name="T51" fmla="*/ 1342 h 1457"/>
                      <a:gd name="T52" fmla="*/ 188 w 656"/>
                      <a:gd name="T53" fmla="*/ 903 h 1457"/>
                      <a:gd name="T54" fmla="*/ 188 w 656"/>
                      <a:gd name="T55" fmla="*/ 875 h 1457"/>
                      <a:gd name="T56" fmla="*/ 188 w 656"/>
                      <a:gd name="T57" fmla="*/ 522 h 1457"/>
                      <a:gd name="T58" fmla="*/ 176 w 656"/>
                      <a:gd name="T59" fmla="*/ 510 h 1457"/>
                      <a:gd name="T60" fmla="*/ 163 w 656"/>
                      <a:gd name="T61" fmla="*/ 522 h 1457"/>
                      <a:gd name="T62" fmla="*/ 155 w 656"/>
                      <a:gd name="T63" fmla="*/ 835 h 1457"/>
                      <a:gd name="T64" fmla="*/ 106 w 656"/>
                      <a:gd name="T65" fmla="*/ 884 h 1457"/>
                      <a:gd name="T66" fmla="*/ 57 w 656"/>
                      <a:gd name="T67" fmla="*/ 835 h 1457"/>
                      <a:gd name="T68" fmla="*/ 75 w 656"/>
                      <a:gd name="T69" fmla="*/ 506 h 1457"/>
                      <a:gd name="T70" fmla="*/ 225 w 656"/>
                      <a:gd name="T71" fmla="*/ 356 h 1457"/>
                      <a:gd name="T72" fmla="*/ 327 w 656"/>
                      <a:gd name="T73" fmla="*/ 398 h 1457"/>
                      <a:gd name="T74" fmla="*/ 430 w 656"/>
                      <a:gd name="T75" fmla="*/ 356 h 1457"/>
                      <a:gd name="T76" fmla="*/ 579 w 656"/>
                      <a:gd name="T77" fmla="*/ 506 h 1457"/>
                      <a:gd name="T78" fmla="*/ 598 w 656"/>
                      <a:gd name="T79" fmla="*/ 835 h 1457"/>
                      <a:gd name="T80" fmla="*/ 549 w 656"/>
                      <a:gd name="T81" fmla="*/ 884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7" y="62"/>
                        </a:moveTo>
                        <a:cubicBezTo>
                          <a:pt x="396" y="62"/>
                          <a:pt x="452" y="106"/>
                          <a:pt x="452" y="182"/>
                        </a:cubicBezTo>
                        <a:cubicBezTo>
                          <a:pt x="452" y="259"/>
                          <a:pt x="392" y="338"/>
                          <a:pt x="327" y="338"/>
                        </a:cubicBezTo>
                        <a:cubicBezTo>
                          <a:pt x="264" y="338"/>
                          <a:pt x="204" y="259"/>
                          <a:pt x="204" y="182"/>
                        </a:cubicBezTo>
                        <a:cubicBezTo>
                          <a:pt x="204" y="106"/>
                          <a:pt x="259" y="62"/>
                          <a:pt x="327" y="62"/>
                        </a:cubicBezTo>
                        <a:close/>
                        <a:moveTo>
                          <a:pt x="549" y="884"/>
                        </a:moveTo>
                        <a:cubicBezTo>
                          <a:pt x="522" y="884"/>
                          <a:pt x="500" y="862"/>
                          <a:pt x="500" y="835"/>
                        </a:cubicBezTo>
                        <a:cubicBezTo>
                          <a:pt x="500" y="835"/>
                          <a:pt x="500" y="835"/>
                          <a:pt x="492" y="522"/>
                        </a:cubicBezTo>
                        <a:cubicBezTo>
                          <a:pt x="492" y="515"/>
                          <a:pt x="486" y="510"/>
                          <a:pt x="480" y="510"/>
                        </a:cubicBezTo>
                        <a:cubicBezTo>
                          <a:pt x="473" y="510"/>
                          <a:pt x="468" y="515"/>
                          <a:pt x="468" y="522"/>
                        </a:cubicBezTo>
                        <a:cubicBezTo>
                          <a:pt x="468" y="522"/>
                          <a:pt x="468" y="522"/>
                          <a:pt x="467" y="875"/>
                        </a:cubicBezTo>
                        <a:cubicBezTo>
                          <a:pt x="467" y="875"/>
                          <a:pt x="467" y="875"/>
                          <a:pt x="467" y="903"/>
                        </a:cubicBezTo>
                        <a:cubicBezTo>
                          <a:pt x="467" y="903"/>
                          <a:pt x="467" y="903"/>
                          <a:pt x="465" y="1342"/>
                        </a:cubicBezTo>
                        <a:cubicBezTo>
                          <a:pt x="465" y="1372"/>
                          <a:pt x="441" y="1396"/>
                          <a:pt x="411" y="1396"/>
                        </a:cubicBezTo>
                        <a:cubicBezTo>
                          <a:pt x="381" y="1396"/>
                          <a:pt x="357" y="1372"/>
                          <a:pt x="357" y="1342"/>
                        </a:cubicBezTo>
                        <a:cubicBezTo>
                          <a:pt x="357" y="1342"/>
                          <a:pt x="357" y="1342"/>
                          <a:pt x="339" y="903"/>
                        </a:cubicBezTo>
                        <a:cubicBezTo>
                          <a:pt x="339" y="896"/>
                          <a:pt x="334" y="891"/>
                          <a:pt x="327" y="891"/>
                        </a:cubicBezTo>
                        <a:cubicBezTo>
                          <a:pt x="321" y="891"/>
                          <a:pt x="315" y="896"/>
                          <a:pt x="315" y="903"/>
                        </a:cubicBezTo>
                        <a:cubicBezTo>
                          <a:pt x="315" y="903"/>
                          <a:pt x="315" y="903"/>
                          <a:pt x="298" y="1342"/>
                        </a:cubicBezTo>
                        <a:cubicBezTo>
                          <a:pt x="298" y="1372"/>
                          <a:pt x="274" y="1396"/>
                          <a:pt x="244" y="1396"/>
                        </a:cubicBezTo>
                        <a:cubicBezTo>
                          <a:pt x="214" y="1396"/>
                          <a:pt x="190" y="1372"/>
                          <a:pt x="190" y="1342"/>
                        </a:cubicBezTo>
                        <a:cubicBezTo>
                          <a:pt x="190" y="1342"/>
                          <a:pt x="190" y="1342"/>
                          <a:pt x="188" y="903"/>
                        </a:cubicBezTo>
                        <a:cubicBezTo>
                          <a:pt x="188" y="903"/>
                          <a:pt x="188" y="903"/>
                          <a:pt x="188" y="875"/>
                        </a:cubicBezTo>
                        <a:cubicBezTo>
                          <a:pt x="188" y="875"/>
                          <a:pt x="188" y="875"/>
                          <a:pt x="188" y="522"/>
                        </a:cubicBezTo>
                        <a:cubicBezTo>
                          <a:pt x="188" y="515"/>
                          <a:pt x="182" y="510"/>
                          <a:pt x="176" y="510"/>
                        </a:cubicBezTo>
                        <a:cubicBezTo>
                          <a:pt x="169" y="510"/>
                          <a:pt x="163" y="515"/>
                          <a:pt x="163" y="522"/>
                        </a:cubicBezTo>
                        <a:cubicBezTo>
                          <a:pt x="163" y="522"/>
                          <a:pt x="163" y="522"/>
                          <a:pt x="155" y="835"/>
                        </a:cubicBezTo>
                        <a:cubicBezTo>
                          <a:pt x="155" y="862"/>
                          <a:pt x="133" y="884"/>
                          <a:pt x="106" y="884"/>
                        </a:cubicBezTo>
                        <a:cubicBezTo>
                          <a:pt x="79" y="884"/>
                          <a:pt x="57" y="862"/>
                          <a:pt x="57" y="835"/>
                        </a:cubicBezTo>
                        <a:cubicBezTo>
                          <a:pt x="57" y="835"/>
                          <a:pt x="57" y="835"/>
                          <a:pt x="75" y="506"/>
                        </a:cubicBezTo>
                        <a:cubicBezTo>
                          <a:pt x="75" y="417"/>
                          <a:pt x="180" y="356"/>
                          <a:pt x="225" y="356"/>
                        </a:cubicBezTo>
                        <a:cubicBezTo>
                          <a:pt x="270" y="356"/>
                          <a:pt x="283" y="398"/>
                          <a:pt x="327" y="398"/>
                        </a:cubicBezTo>
                        <a:cubicBezTo>
                          <a:pt x="372" y="398"/>
                          <a:pt x="373" y="356"/>
                          <a:pt x="430" y="356"/>
                        </a:cubicBezTo>
                        <a:cubicBezTo>
                          <a:pt x="486" y="356"/>
                          <a:pt x="579" y="417"/>
                          <a:pt x="579" y="506"/>
                        </a:cubicBezTo>
                        <a:cubicBezTo>
                          <a:pt x="598" y="835"/>
                          <a:pt x="598" y="835"/>
                          <a:pt x="598" y="835"/>
                        </a:cubicBezTo>
                        <a:cubicBezTo>
                          <a:pt x="598" y="862"/>
                          <a:pt x="576" y="884"/>
                          <a:pt x="549" y="884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  <p:grpSp>
              <p:nvGrpSpPr>
                <p:cNvPr id="378" name="Gruppieren 552"/>
                <p:cNvGrpSpPr/>
                <p:nvPr/>
              </p:nvGrpSpPr>
              <p:grpSpPr bwMode="gray">
                <a:xfrm rot="21386661">
                  <a:off x="5381466" y="3797648"/>
                  <a:ext cx="417710" cy="928004"/>
                  <a:chOff x="1638379" y="1795010"/>
                  <a:chExt cx="923514" cy="2051723"/>
                </a:xfrm>
              </p:grpSpPr>
              <p:grpSp>
                <p:nvGrpSpPr>
                  <p:cNvPr id="379" name="Gruppieren 553"/>
                  <p:cNvGrpSpPr/>
                  <p:nvPr/>
                </p:nvGrpSpPr>
                <p:grpSpPr bwMode="gray">
                  <a:xfrm>
                    <a:off x="1716504" y="1844825"/>
                    <a:ext cx="767264" cy="1952094"/>
                    <a:chOff x="1716504" y="1844825"/>
                    <a:chExt cx="767264" cy="1952094"/>
                  </a:xfrm>
                </p:grpSpPr>
                <p:sp>
                  <p:nvSpPr>
                    <p:cNvPr id="381" name="Rechteck 380"/>
                    <p:cNvSpPr/>
                    <p:nvPr/>
                  </p:nvSpPr>
                  <p:spPr bwMode="gray">
                    <a:xfrm>
                      <a:off x="1716504" y="1844825"/>
                      <a:ext cx="767264" cy="1952094"/>
                    </a:xfrm>
                    <a:prstGeom prst="rect">
                      <a:avLst/>
                    </a:prstGeom>
                    <a:gradFill flip="none" rotWithShape="1">
                      <a:gsLst>
                        <a:gs pos="100000">
                          <a:srgbClr val="7D7D7D"/>
                        </a:gs>
                        <a:gs pos="0">
                          <a:srgbClr val="C8C8C8"/>
                        </a:gs>
                      </a:gsLst>
                      <a:lin ang="10800000" scaled="1"/>
                      <a:tileRect/>
                    </a:gradFill>
                    <a:ln w="9525">
                      <a:noFill/>
                      <a:round/>
                      <a:headEnd/>
                      <a:tailEnd/>
                    </a:ln>
                    <a:effectLst/>
                    <a:scene3d>
                      <a:camera prst="orthographicFront"/>
                      <a:lightRig rig="twoPt" dir="t">
                        <a:rot lat="0" lon="0" rev="8400000"/>
                      </a:lightRig>
                    </a:scene3d>
                    <a:sp3d extrusionH="63500"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de-DE" sz="2400"/>
                    </a:p>
                  </p:txBody>
                </p:sp>
                <p:sp>
                  <p:nvSpPr>
                    <p:cNvPr id="382" name="Rechteck 381"/>
                    <p:cNvSpPr/>
                    <p:nvPr/>
                  </p:nvSpPr>
                  <p:spPr bwMode="gray">
                    <a:xfrm>
                      <a:off x="1716504" y="2484120"/>
                      <a:ext cx="767264" cy="1312799"/>
                    </a:xfrm>
                    <a:prstGeom prst="rect">
                      <a:avLst/>
                    </a:prstGeom>
                    <a:gradFill flip="none" rotWithShape="1">
                      <a:gsLst>
                        <a:gs pos="90000">
                          <a:schemeClr val="accent1">
                            <a:lumMod val="50000"/>
                          </a:schemeClr>
                        </a:gs>
                        <a:gs pos="10425">
                          <a:schemeClr val="accent1"/>
                        </a:gs>
                        <a:gs pos="50000">
                          <a:schemeClr val="accent1">
                            <a:lumMod val="75000"/>
                          </a:schemeClr>
                        </a:gs>
                        <a:gs pos="25000">
                          <a:schemeClr val="accent1"/>
                        </a:gs>
                        <a:gs pos="0">
                          <a:schemeClr val="accent1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  <a:tileRect/>
                    </a:gradFill>
                    <a:ln w="12700">
                      <a:noFill/>
                      <a:round/>
                      <a:headEnd/>
                      <a:tailEnd/>
                    </a:ln>
                    <a:effectLst>
                      <a:outerShdw blurRad="76200" dist="25400" dir="16200000" rotWithShape="0">
                        <a:prstClr val="black">
                          <a:alpha val="30000"/>
                        </a:prstClr>
                      </a:outerShdw>
                    </a:effectLst>
                  </p:spPr>
                  <p:txBody>
                    <a:bodyPr rtlCol="0" anchor="ctr"/>
                    <a:lstStyle/>
                    <a:p>
                      <a:pPr algn="ctr"/>
                      <a:endParaRPr lang="de-DE" sz="2400"/>
                    </a:p>
                  </p:txBody>
                </p:sp>
              </p:grpSp>
              <p:sp>
                <p:nvSpPr>
                  <p:cNvPr id="380" name="Freeform 5"/>
                  <p:cNvSpPr>
                    <a:spLocks noEditPoints="1"/>
                  </p:cNvSpPr>
                  <p:nvPr/>
                </p:nvSpPr>
                <p:spPr bwMode="gray">
                  <a:xfrm>
                    <a:off x="1638379" y="1795010"/>
                    <a:ext cx="923514" cy="2051723"/>
                  </a:xfrm>
                  <a:custGeom>
                    <a:avLst/>
                    <a:gdLst>
                      <a:gd name="T0" fmla="*/ 0 w 656"/>
                      <a:gd name="T1" fmla="*/ 0 h 1457"/>
                      <a:gd name="T2" fmla="*/ 0 w 656"/>
                      <a:gd name="T3" fmla="*/ 1457 h 1457"/>
                      <a:gd name="T4" fmla="*/ 656 w 656"/>
                      <a:gd name="T5" fmla="*/ 1457 h 1457"/>
                      <a:gd name="T6" fmla="*/ 656 w 656"/>
                      <a:gd name="T7" fmla="*/ 0 h 1457"/>
                      <a:gd name="T8" fmla="*/ 0 w 656"/>
                      <a:gd name="T9" fmla="*/ 0 h 1457"/>
                      <a:gd name="T10" fmla="*/ 328 w 656"/>
                      <a:gd name="T11" fmla="*/ 62 h 1457"/>
                      <a:gd name="T12" fmla="*/ 452 w 656"/>
                      <a:gd name="T13" fmla="*/ 183 h 1457"/>
                      <a:gd name="T14" fmla="*/ 328 w 656"/>
                      <a:gd name="T15" fmla="*/ 338 h 1457"/>
                      <a:gd name="T16" fmla="*/ 204 w 656"/>
                      <a:gd name="T17" fmla="*/ 183 h 1457"/>
                      <a:gd name="T18" fmla="*/ 328 w 656"/>
                      <a:gd name="T19" fmla="*/ 62 h 1457"/>
                      <a:gd name="T20" fmla="*/ 555 w 656"/>
                      <a:gd name="T21" fmla="*/ 840 h 1457"/>
                      <a:gd name="T22" fmla="*/ 516 w 656"/>
                      <a:gd name="T23" fmla="*/ 807 h 1457"/>
                      <a:gd name="T24" fmla="*/ 477 w 656"/>
                      <a:gd name="T25" fmla="*/ 522 h 1457"/>
                      <a:gd name="T26" fmla="*/ 434 w 656"/>
                      <a:gd name="T27" fmla="*/ 632 h 1457"/>
                      <a:gd name="T28" fmla="*/ 555 w 656"/>
                      <a:gd name="T29" fmla="*/ 1061 h 1457"/>
                      <a:gd name="T30" fmla="*/ 464 w 656"/>
                      <a:gd name="T31" fmla="*/ 1061 h 1457"/>
                      <a:gd name="T32" fmla="*/ 434 w 656"/>
                      <a:gd name="T33" fmla="*/ 1353 h 1457"/>
                      <a:gd name="T34" fmla="*/ 392 w 656"/>
                      <a:gd name="T35" fmla="*/ 1396 h 1457"/>
                      <a:gd name="T36" fmla="*/ 351 w 656"/>
                      <a:gd name="T37" fmla="*/ 1353 h 1457"/>
                      <a:gd name="T38" fmla="*/ 344 w 656"/>
                      <a:gd name="T39" fmla="*/ 1061 h 1457"/>
                      <a:gd name="T40" fmla="*/ 313 w 656"/>
                      <a:gd name="T41" fmla="*/ 1061 h 1457"/>
                      <a:gd name="T42" fmla="*/ 306 w 656"/>
                      <a:gd name="T43" fmla="*/ 1353 h 1457"/>
                      <a:gd name="T44" fmla="*/ 264 w 656"/>
                      <a:gd name="T45" fmla="*/ 1396 h 1457"/>
                      <a:gd name="T46" fmla="*/ 222 w 656"/>
                      <a:gd name="T47" fmla="*/ 1353 h 1457"/>
                      <a:gd name="T48" fmla="*/ 193 w 656"/>
                      <a:gd name="T49" fmla="*/ 1061 h 1457"/>
                      <a:gd name="T50" fmla="*/ 102 w 656"/>
                      <a:gd name="T51" fmla="*/ 1061 h 1457"/>
                      <a:gd name="T52" fmla="*/ 222 w 656"/>
                      <a:gd name="T53" fmla="*/ 632 h 1457"/>
                      <a:gd name="T54" fmla="*/ 179 w 656"/>
                      <a:gd name="T55" fmla="*/ 522 h 1457"/>
                      <a:gd name="T56" fmla="*/ 141 w 656"/>
                      <a:gd name="T57" fmla="*/ 807 h 1457"/>
                      <a:gd name="T58" fmla="*/ 102 w 656"/>
                      <a:gd name="T59" fmla="*/ 840 h 1457"/>
                      <a:gd name="T60" fmla="*/ 69 w 656"/>
                      <a:gd name="T61" fmla="*/ 801 h 1457"/>
                      <a:gd name="T62" fmla="*/ 88 w 656"/>
                      <a:gd name="T63" fmla="*/ 578 h 1457"/>
                      <a:gd name="T64" fmla="*/ 215 w 656"/>
                      <a:gd name="T65" fmla="*/ 357 h 1457"/>
                      <a:gd name="T66" fmla="*/ 328 w 656"/>
                      <a:gd name="T67" fmla="*/ 451 h 1457"/>
                      <a:gd name="T68" fmla="*/ 441 w 656"/>
                      <a:gd name="T69" fmla="*/ 357 h 1457"/>
                      <a:gd name="T70" fmla="*/ 569 w 656"/>
                      <a:gd name="T71" fmla="*/ 578 h 1457"/>
                      <a:gd name="T72" fmla="*/ 587 w 656"/>
                      <a:gd name="T73" fmla="*/ 801 h 1457"/>
                      <a:gd name="T74" fmla="*/ 555 w 656"/>
                      <a:gd name="T75" fmla="*/ 840 h 14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656" h="1457">
                        <a:moveTo>
                          <a:pt x="0" y="0"/>
                        </a:moveTo>
                        <a:cubicBezTo>
                          <a:pt x="0" y="1457"/>
                          <a:pt x="0" y="1457"/>
                          <a:pt x="0" y="1457"/>
                        </a:cubicBezTo>
                        <a:cubicBezTo>
                          <a:pt x="656" y="1457"/>
                          <a:pt x="656" y="1457"/>
                          <a:pt x="656" y="1457"/>
                        </a:cubicBezTo>
                        <a:cubicBezTo>
                          <a:pt x="656" y="0"/>
                          <a:pt x="656" y="0"/>
                          <a:pt x="656" y="0"/>
                        </a:cubicBezTo>
                        <a:lnTo>
                          <a:pt x="0" y="0"/>
                        </a:lnTo>
                        <a:close/>
                        <a:moveTo>
                          <a:pt x="328" y="62"/>
                        </a:moveTo>
                        <a:cubicBezTo>
                          <a:pt x="397" y="62"/>
                          <a:pt x="452" y="106"/>
                          <a:pt x="452" y="183"/>
                        </a:cubicBezTo>
                        <a:cubicBezTo>
                          <a:pt x="452" y="259"/>
                          <a:pt x="392" y="338"/>
                          <a:pt x="328" y="338"/>
                        </a:cubicBezTo>
                        <a:cubicBezTo>
                          <a:pt x="264" y="338"/>
                          <a:pt x="204" y="259"/>
                          <a:pt x="204" y="183"/>
                        </a:cubicBezTo>
                        <a:cubicBezTo>
                          <a:pt x="204" y="106"/>
                          <a:pt x="260" y="62"/>
                          <a:pt x="328" y="62"/>
                        </a:cubicBezTo>
                        <a:close/>
                        <a:moveTo>
                          <a:pt x="555" y="840"/>
                        </a:moveTo>
                        <a:cubicBezTo>
                          <a:pt x="535" y="842"/>
                          <a:pt x="517" y="827"/>
                          <a:pt x="516" y="807"/>
                        </a:cubicBezTo>
                        <a:cubicBezTo>
                          <a:pt x="516" y="807"/>
                          <a:pt x="484" y="522"/>
                          <a:pt x="477" y="522"/>
                        </a:cubicBezTo>
                        <a:cubicBezTo>
                          <a:pt x="471" y="522"/>
                          <a:pt x="434" y="576"/>
                          <a:pt x="434" y="632"/>
                        </a:cubicBezTo>
                        <a:cubicBezTo>
                          <a:pt x="434" y="680"/>
                          <a:pt x="555" y="1061"/>
                          <a:pt x="555" y="1061"/>
                        </a:cubicBezTo>
                        <a:cubicBezTo>
                          <a:pt x="464" y="1061"/>
                          <a:pt x="464" y="1061"/>
                          <a:pt x="464" y="1061"/>
                        </a:cubicBezTo>
                        <a:cubicBezTo>
                          <a:pt x="450" y="1205"/>
                          <a:pt x="434" y="1353"/>
                          <a:pt x="434" y="1353"/>
                        </a:cubicBezTo>
                        <a:cubicBezTo>
                          <a:pt x="434" y="1377"/>
                          <a:pt x="415" y="1396"/>
                          <a:pt x="392" y="1396"/>
                        </a:cubicBezTo>
                        <a:cubicBezTo>
                          <a:pt x="369" y="1396"/>
                          <a:pt x="351" y="1377"/>
                          <a:pt x="351" y="1353"/>
                        </a:cubicBezTo>
                        <a:cubicBezTo>
                          <a:pt x="351" y="1353"/>
                          <a:pt x="351" y="1353"/>
                          <a:pt x="344" y="1061"/>
                        </a:cubicBezTo>
                        <a:cubicBezTo>
                          <a:pt x="313" y="1061"/>
                          <a:pt x="313" y="1061"/>
                          <a:pt x="313" y="1061"/>
                        </a:cubicBezTo>
                        <a:cubicBezTo>
                          <a:pt x="306" y="1353"/>
                          <a:pt x="306" y="1353"/>
                          <a:pt x="306" y="1353"/>
                        </a:cubicBezTo>
                        <a:cubicBezTo>
                          <a:pt x="306" y="1377"/>
                          <a:pt x="287" y="1396"/>
                          <a:pt x="264" y="1396"/>
                        </a:cubicBezTo>
                        <a:cubicBezTo>
                          <a:pt x="241" y="1396"/>
                          <a:pt x="222" y="1377"/>
                          <a:pt x="222" y="1353"/>
                        </a:cubicBezTo>
                        <a:cubicBezTo>
                          <a:pt x="222" y="1353"/>
                          <a:pt x="207" y="1205"/>
                          <a:pt x="193" y="1061"/>
                        </a:cubicBezTo>
                        <a:cubicBezTo>
                          <a:pt x="102" y="1061"/>
                          <a:pt x="102" y="1061"/>
                          <a:pt x="102" y="1061"/>
                        </a:cubicBezTo>
                        <a:cubicBezTo>
                          <a:pt x="102" y="1061"/>
                          <a:pt x="222" y="680"/>
                          <a:pt x="222" y="632"/>
                        </a:cubicBezTo>
                        <a:cubicBezTo>
                          <a:pt x="222" y="576"/>
                          <a:pt x="186" y="522"/>
                          <a:pt x="179" y="522"/>
                        </a:cubicBezTo>
                        <a:cubicBezTo>
                          <a:pt x="173" y="522"/>
                          <a:pt x="141" y="807"/>
                          <a:pt x="141" y="807"/>
                        </a:cubicBezTo>
                        <a:cubicBezTo>
                          <a:pt x="139" y="827"/>
                          <a:pt x="122" y="842"/>
                          <a:pt x="102" y="840"/>
                        </a:cubicBezTo>
                        <a:cubicBezTo>
                          <a:pt x="82" y="838"/>
                          <a:pt x="67" y="821"/>
                          <a:pt x="69" y="801"/>
                        </a:cubicBezTo>
                        <a:cubicBezTo>
                          <a:pt x="88" y="578"/>
                          <a:pt x="88" y="578"/>
                          <a:pt x="88" y="578"/>
                        </a:cubicBezTo>
                        <a:cubicBezTo>
                          <a:pt x="100" y="430"/>
                          <a:pt x="173" y="357"/>
                          <a:pt x="215" y="357"/>
                        </a:cubicBezTo>
                        <a:cubicBezTo>
                          <a:pt x="257" y="357"/>
                          <a:pt x="282" y="451"/>
                          <a:pt x="328" y="451"/>
                        </a:cubicBezTo>
                        <a:cubicBezTo>
                          <a:pt x="374" y="451"/>
                          <a:pt x="400" y="357"/>
                          <a:pt x="441" y="357"/>
                        </a:cubicBezTo>
                        <a:cubicBezTo>
                          <a:pt x="483" y="357"/>
                          <a:pt x="556" y="430"/>
                          <a:pt x="569" y="578"/>
                        </a:cubicBezTo>
                        <a:cubicBezTo>
                          <a:pt x="569" y="578"/>
                          <a:pt x="569" y="578"/>
                          <a:pt x="587" y="801"/>
                        </a:cubicBezTo>
                        <a:cubicBezTo>
                          <a:pt x="589" y="821"/>
                          <a:pt x="575" y="838"/>
                          <a:pt x="555" y="840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rgbClr val="FFFFFF"/>
                      </a:gs>
                      <a:gs pos="0">
                        <a:srgbClr val="E6E6E6"/>
                      </a:gs>
                    </a:gsLst>
                    <a:lin ang="16200000" scaled="1"/>
                    <a:tileRect/>
                  </a:gradFill>
                  <a:ln w="25400">
                    <a:noFill/>
                  </a:ln>
                  <a:effectLst>
                    <a:outerShdw blurRad="76200" dist="25400" dir="2700000" algn="tl" rotWithShape="0">
                      <a:prstClr val="black">
                        <a:alpha val="30000"/>
                      </a:prstClr>
                    </a:outerShdw>
                  </a:effec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de-DE" sz="2400"/>
                  </a:p>
                </p:txBody>
              </p:sp>
            </p:grpSp>
          </p:grpSp>
          <p:sp>
            <p:nvSpPr>
              <p:cNvPr id="374" name="Textfeld 373"/>
              <p:cNvSpPr txBox="1"/>
              <p:nvPr/>
            </p:nvSpPr>
            <p:spPr bwMode="gray">
              <a:xfrm>
                <a:off x="7596752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67%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75" name="Textfeld 374"/>
              <p:cNvSpPr txBox="1"/>
              <p:nvPr/>
            </p:nvSpPr>
            <p:spPr bwMode="gray">
              <a:xfrm>
                <a:off x="8133676" y="4569723"/>
                <a:ext cx="497262" cy="2873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smtClean="0">
                    <a:solidFill>
                      <a:schemeClr val="tx2"/>
                    </a:solidFill>
                  </a:rPr>
                  <a:t>71%</a:t>
                </a:r>
                <a:endParaRPr lang="de-DE" sz="1200">
                  <a:solidFill>
                    <a:schemeClr val="tx2"/>
                  </a:solidFill>
                </a:endParaRPr>
              </a:p>
            </p:txBody>
          </p:sp>
          <p:sp>
            <p:nvSpPr>
              <p:cNvPr id="376" name="Textfeld 375"/>
              <p:cNvSpPr txBox="1"/>
              <p:nvPr/>
            </p:nvSpPr>
            <p:spPr bwMode="gray">
              <a:xfrm>
                <a:off x="7677530" y="3471063"/>
                <a:ext cx="816216" cy="2159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 anchorCtr="0">
                <a:noAutofit/>
              </a:bodyPr>
              <a:lstStyle/>
              <a:p>
                <a:pPr lvl="0" algn="ctr">
                  <a:spcAft>
                    <a:spcPts val="600"/>
                  </a:spcAft>
                </a:pPr>
                <a:r>
                  <a:rPr lang="de-DE" sz="1200" b="1" smtClean="0">
                    <a:solidFill>
                      <a:schemeClr val="accent1"/>
                    </a:solidFill>
                  </a:rPr>
                  <a:t>Placeholder</a:t>
                </a:r>
                <a:endParaRPr lang="de-DE" sz="1200" b="1">
                  <a:solidFill>
                    <a:schemeClr val="accent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2" y="425846"/>
            <a:ext cx="8417809" cy="5973185"/>
            <a:chOff x="393682" y="425846"/>
            <a:chExt cx="8417809" cy="5973185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5" name="Gruppieren 214"/>
            <p:cNvGrpSpPr/>
            <p:nvPr/>
          </p:nvGrpSpPr>
          <p:grpSpPr bwMode="gray">
            <a:xfrm>
              <a:off x="3265118" y="425846"/>
              <a:ext cx="5545073" cy="2874804"/>
              <a:chOff x="393449" y="425846"/>
              <a:chExt cx="5545073" cy="2874804"/>
            </a:xfrm>
          </p:grpSpPr>
          <p:sp>
            <p:nvSpPr>
              <p:cNvPr id="216" name="Gleichschenkliges Dreieck 215"/>
              <p:cNvSpPr/>
              <p:nvPr/>
            </p:nvSpPr>
            <p:spPr bwMode="gray">
              <a:xfrm>
                <a:off x="441458" y="2438249"/>
                <a:ext cx="742648" cy="593340"/>
              </a:xfrm>
              <a:prstGeom prst="triangle">
                <a:avLst/>
              </a:prstGeom>
              <a:solidFill>
                <a:schemeClr val="accent1">
                  <a:lumMod val="20000"/>
                  <a:lumOff val="80000"/>
                  <a:alpha val="81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Gleichschenkliges Dreieck 219"/>
              <p:cNvSpPr/>
              <p:nvPr/>
            </p:nvSpPr>
            <p:spPr bwMode="gray">
              <a:xfrm>
                <a:off x="883600" y="2172133"/>
                <a:ext cx="1075730" cy="859456"/>
              </a:xfrm>
              <a:prstGeom prst="triangle">
                <a:avLst/>
              </a:prstGeom>
              <a:solidFill>
                <a:schemeClr val="accent1">
                  <a:lumMod val="40000"/>
                  <a:lumOff val="60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5" name="Gleichschenkliges Dreieck 224"/>
              <p:cNvSpPr/>
              <p:nvPr/>
            </p:nvSpPr>
            <p:spPr bwMode="gray">
              <a:xfrm>
                <a:off x="1658824" y="2301587"/>
                <a:ext cx="913698" cy="730002"/>
              </a:xfrm>
              <a:prstGeom prst="triangle">
                <a:avLst/>
              </a:prstGeom>
              <a:solidFill>
                <a:schemeClr val="accent1">
                  <a:lumMod val="60000"/>
                  <a:lumOff val="40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30" name="Gleichschenkliges Dreieck 229"/>
              <p:cNvSpPr/>
              <p:nvPr/>
            </p:nvSpPr>
            <p:spPr bwMode="gray">
              <a:xfrm>
                <a:off x="2272016" y="1799947"/>
                <a:ext cx="1541572" cy="1231642"/>
              </a:xfrm>
              <a:prstGeom prst="triangle">
                <a:avLst/>
              </a:prstGeom>
              <a:solidFill>
                <a:schemeClr val="accent1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31" name="Gleichschenkliges Dreieck 230"/>
              <p:cNvSpPr/>
              <p:nvPr/>
            </p:nvSpPr>
            <p:spPr bwMode="gray">
              <a:xfrm>
                <a:off x="3513082" y="2172133"/>
                <a:ext cx="1075732" cy="859456"/>
              </a:xfrm>
              <a:prstGeom prst="triangle">
                <a:avLst/>
              </a:prstGeom>
              <a:solidFill>
                <a:schemeClr val="bg1">
                  <a:lumMod val="85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32" name="Gleichschenkliges Dreieck 231"/>
              <p:cNvSpPr/>
              <p:nvPr/>
            </p:nvSpPr>
            <p:spPr bwMode="gray">
              <a:xfrm>
                <a:off x="4288307" y="1949187"/>
                <a:ext cx="1354778" cy="1082402"/>
              </a:xfrm>
              <a:prstGeom prst="triangle">
                <a:avLst/>
              </a:prstGeom>
              <a:solidFill>
                <a:schemeClr val="bg2">
                  <a:lumMod val="75000"/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33" name="Textfeld 232"/>
              <p:cNvSpPr txBox="1"/>
              <p:nvPr/>
            </p:nvSpPr>
            <p:spPr bwMode="gray">
              <a:xfrm>
                <a:off x="393449" y="425846"/>
                <a:ext cx="4645275" cy="1080689"/>
              </a:xfrm>
              <a:prstGeom prst="rect">
                <a:avLst/>
              </a:prstGeom>
              <a:noFill/>
            </p:spPr>
            <p:txBody>
              <a:bodyPr wrap="square" lIns="0" tIns="7200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28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28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28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36" name="Rechteck 235"/>
              <p:cNvSpPr/>
              <p:nvPr/>
            </p:nvSpPr>
            <p:spPr bwMode="gray">
              <a:xfrm>
                <a:off x="393450" y="1113137"/>
                <a:ext cx="5336790" cy="1058394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100">
                  <a:solidFill>
                    <a:srgbClr val="7D7D7D"/>
                  </a:solidFill>
                </a:endParaRPr>
              </a:p>
            </p:txBody>
          </p:sp>
          <p:sp>
            <p:nvSpPr>
              <p:cNvPr id="240" name="Rechteck 239"/>
              <p:cNvSpPr/>
              <p:nvPr/>
            </p:nvSpPr>
            <p:spPr bwMode="gray">
              <a:xfrm>
                <a:off x="393450" y="866600"/>
                <a:ext cx="5545072" cy="721609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200" smtClean="0">
                    <a:solidFill>
                      <a:srgbClr val="000000"/>
                    </a:solidFill>
                  </a:rPr>
                  <a:t>Subheadline for further information on the topic or a short introduction.</a:t>
                </a:r>
                <a:endParaRPr lang="de-DE" sz="1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4" name="Textfeld 243"/>
              <p:cNvSpPr txBox="1"/>
              <p:nvPr/>
            </p:nvSpPr>
            <p:spPr bwMode="gray">
              <a:xfrm>
                <a:off x="563355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248" name="Textfeld 247"/>
              <p:cNvSpPr txBox="1"/>
              <p:nvPr/>
            </p:nvSpPr>
            <p:spPr bwMode="gray">
              <a:xfrm>
                <a:off x="1172038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249" name="Textfeld 248"/>
              <p:cNvSpPr txBox="1"/>
              <p:nvPr/>
            </p:nvSpPr>
            <p:spPr bwMode="gray">
              <a:xfrm>
                <a:off x="1866246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250" name="Textfeld 249"/>
              <p:cNvSpPr txBox="1"/>
              <p:nvPr/>
            </p:nvSpPr>
            <p:spPr bwMode="gray">
              <a:xfrm>
                <a:off x="2793375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accent1"/>
                    </a:solidFill>
                  </a:rPr>
                  <a:t>TEXT</a:t>
                </a:r>
                <a:endParaRPr lang="de-DE" sz="11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51" name="Textfeld 250"/>
              <p:cNvSpPr txBox="1"/>
              <p:nvPr/>
            </p:nvSpPr>
            <p:spPr bwMode="gray">
              <a:xfrm>
                <a:off x="3801521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bg1">
                        <a:lumMod val="65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bg1">
                      <a:lumMod val="65000"/>
                    </a:schemeClr>
                  </a:solidFill>
                </a:endParaRPr>
              </a:p>
            </p:txBody>
          </p:sp>
          <p:sp>
            <p:nvSpPr>
              <p:cNvPr id="252" name="Textfeld 251"/>
              <p:cNvSpPr txBox="1"/>
              <p:nvPr/>
            </p:nvSpPr>
            <p:spPr bwMode="gray">
              <a:xfrm>
                <a:off x="4716269" y="3039040"/>
                <a:ext cx="47160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100" b="1" smtClean="0">
                    <a:solidFill>
                      <a:schemeClr val="bg1">
                        <a:lumMod val="50000"/>
                      </a:schemeClr>
                    </a:solidFill>
                  </a:rPr>
                  <a:t>TEXT</a:t>
                </a:r>
                <a:endParaRPr lang="de-DE" sz="11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53" name="Textfeld 252"/>
              <p:cNvSpPr txBox="1"/>
              <p:nvPr/>
            </p:nvSpPr>
            <p:spPr bwMode="gray">
              <a:xfrm>
                <a:off x="549730" y="2118995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45%</a:t>
                </a:r>
                <a:endParaRPr lang="de-DE" sz="14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257" name="Textfeld 256"/>
              <p:cNvSpPr txBox="1"/>
              <p:nvPr/>
            </p:nvSpPr>
            <p:spPr bwMode="gray">
              <a:xfrm>
                <a:off x="1173653" y="1841018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40000"/>
                        <a:lumOff val="60000"/>
                      </a:schemeClr>
                    </a:solidFill>
                  </a:rPr>
                  <a:t>62%</a:t>
                </a:r>
                <a:endParaRPr lang="de-DE" sz="1400" b="1">
                  <a:solidFill>
                    <a:schemeClr val="accent1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258" name="Textfeld 257"/>
              <p:cNvSpPr txBox="1"/>
              <p:nvPr/>
            </p:nvSpPr>
            <p:spPr bwMode="gray">
              <a:xfrm>
                <a:off x="1867861" y="1993810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rPr>
                  <a:t>54%</a:t>
                </a:r>
                <a:endParaRPr lang="de-DE" sz="1400" b="1">
                  <a:solidFill>
                    <a:schemeClr val="accent1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259" name="Textfeld 258"/>
              <p:cNvSpPr txBox="1"/>
              <p:nvPr/>
            </p:nvSpPr>
            <p:spPr bwMode="gray">
              <a:xfrm>
                <a:off x="2765730" y="1472972"/>
                <a:ext cx="5421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600" b="1" smtClean="0">
                    <a:solidFill>
                      <a:schemeClr val="accent1"/>
                    </a:solidFill>
                  </a:rPr>
                  <a:t>98%</a:t>
                </a:r>
                <a:endParaRPr lang="de-DE" sz="16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60" name="Textfeld 259"/>
              <p:cNvSpPr txBox="1"/>
              <p:nvPr/>
            </p:nvSpPr>
            <p:spPr bwMode="gray">
              <a:xfrm>
                <a:off x="3787896" y="1863754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bg1">
                        <a:lumMod val="65000"/>
                      </a:schemeClr>
                    </a:solidFill>
                  </a:rPr>
                  <a:t>60%</a:t>
                </a:r>
                <a:endParaRPr lang="de-DE" sz="1400" b="1">
                  <a:solidFill>
                    <a:schemeClr val="bg1">
                      <a:lumMod val="65000"/>
                    </a:schemeClr>
                  </a:solidFill>
                </a:endParaRPr>
              </a:p>
            </p:txBody>
          </p:sp>
          <p:sp>
            <p:nvSpPr>
              <p:cNvPr id="261" name="Textfeld 260"/>
              <p:cNvSpPr txBox="1"/>
              <p:nvPr/>
            </p:nvSpPr>
            <p:spPr bwMode="gray">
              <a:xfrm>
                <a:off x="4725504" y="1641410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de-DE" sz="1400" b="1" smtClean="0">
                    <a:solidFill>
                      <a:schemeClr val="bg1">
                        <a:lumMod val="50000"/>
                      </a:schemeClr>
                    </a:solidFill>
                  </a:rPr>
                  <a:t>71%</a:t>
                </a:r>
                <a:endParaRPr lang="de-DE" sz="14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1" name="Gruppieren 300"/>
            <p:cNvGrpSpPr/>
            <p:nvPr/>
          </p:nvGrpSpPr>
          <p:grpSpPr bwMode="gray">
            <a:xfrm>
              <a:off x="469019" y="3524227"/>
              <a:ext cx="4095423" cy="2874804"/>
              <a:chOff x="469019" y="3524227"/>
              <a:chExt cx="4095423" cy="2874804"/>
            </a:xfrm>
          </p:grpSpPr>
          <p:sp>
            <p:nvSpPr>
              <p:cNvPr id="275" name="Textfeld 274"/>
              <p:cNvSpPr txBox="1"/>
              <p:nvPr/>
            </p:nvSpPr>
            <p:spPr bwMode="gray">
              <a:xfrm>
                <a:off x="469020" y="3524227"/>
                <a:ext cx="3959398" cy="473439"/>
              </a:xfrm>
              <a:prstGeom prst="rect">
                <a:avLst/>
              </a:prstGeom>
              <a:noFill/>
            </p:spPr>
            <p:txBody>
              <a:bodyPr wrap="square" lIns="0" tIns="7200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2800" b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2800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280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76" name="Rechteck 275"/>
              <p:cNvSpPr/>
              <p:nvPr/>
            </p:nvSpPr>
            <p:spPr bwMode="gray">
              <a:xfrm>
                <a:off x="469020" y="4211518"/>
                <a:ext cx="3906497" cy="368039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90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</a:t>
                </a:r>
                <a:endParaRPr lang="de-DE" sz="1000">
                  <a:solidFill>
                    <a:srgbClr val="7D7D7D"/>
                  </a:solidFill>
                </a:endParaRPr>
              </a:p>
            </p:txBody>
          </p:sp>
          <p:sp>
            <p:nvSpPr>
              <p:cNvPr id="277" name="Rechteck 276"/>
              <p:cNvSpPr/>
              <p:nvPr/>
            </p:nvSpPr>
            <p:spPr bwMode="gray">
              <a:xfrm>
                <a:off x="469019" y="3964981"/>
                <a:ext cx="4095423" cy="266953"/>
              </a:xfrm>
              <a:prstGeom prst="rect">
                <a:avLst/>
              </a:prstGeom>
            </p:spPr>
            <p:txBody>
              <a:bodyPr wrap="square" lIns="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de-DE" sz="1050" smtClean="0">
                    <a:solidFill>
                      <a:srgbClr val="000000"/>
                    </a:solidFill>
                  </a:rPr>
                  <a:t>Subheadline for further information on the topic or a short introduction.</a:t>
                </a:r>
                <a:endParaRPr lang="de-DE" sz="11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93" name="Gruppieren 292"/>
              <p:cNvGrpSpPr/>
              <p:nvPr/>
            </p:nvGrpSpPr>
            <p:grpSpPr bwMode="gray">
              <a:xfrm>
                <a:off x="471686" y="5217376"/>
                <a:ext cx="742648" cy="1181655"/>
                <a:chOff x="471686" y="5217376"/>
                <a:chExt cx="742648" cy="1181655"/>
              </a:xfrm>
            </p:grpSpPr>
            <p:sp>
              <p:nvSpPr>
                <p:cNvPr id="263" name="Gleichschenkliges Dreieck 262"/>
                <p:cNvSpPr/>
                <p:nvPr/>
              </p:nvSpPr>
              <p:spPr bwMode="gray">
                <a:xfrm>
                  <a:off x="471686" y="5536630"/>
                  <a:ext cx="742648" cy="593340"/>
                </a:xfrm>
                <a:prstGeom prst="triangle">
                  <a:avLst/>
                </a:prstGeom>
                <a:solidFill>
                  <a:schemeClr val="accent1">
                    <a:lumMod val="20000"/>
                    <a:lumOff val="80000"/>
                    <a:alpha val="81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8" name="Textfeld 277"/>
                <p:cNvSpPr txBox="1"/>
                <p:nvPr/>
              </p:nvSpPr>
              <p:spPr bwMode="gray">
                <a:xfrm>
                  <a:off x="593583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  <p:sp>
              <p:nvSpPr>
                <p:cNvPr id="287" name="Textfeld 286"/>
                <p:cNvSpPr txBox="1"/>
                <p:nvPr/>
              </p:nvSpPr>
              <p:spPr bwMode="gray">
                <a:xfrm>
                  <a:off x="579958" y="5217376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45%</a:t>
                  </a:r>
                  <a:endParaRPr lang="de-DE" sz="14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</p:grpSp>
          <p:grpSp>
            <p:nvGrpSpPr>
              <p:cNvPr id="294" name="Gruppieren 293"/>
              <p:cNvGrpSpPr/>
              <p:nvPr/>
            </p:nvGrpSpPr>
            <p:grpSpPr bwMode="gray">
              <a:xfrm>
                <a:off x="870375" y="4939399"/>
                <a:ext cx="1075730" cy="1459632"/>
                <a:chOff x="913828" y="4939399"/>
                <a:chExt cx="1075730" cy="1459632"/>
              </a:xfrm>
            </p:grpSpPr>
            <p:sp>
              <p:nvSpPr>
                <p:cNvPr id="267" name="Gleichschenkliges Dreieck 266"/>
                <p:cNvSpPr/>
                <p:nvPr/>
              </p:nvSpPr>
              <p:spPr bwMode="gray">
                <a:xfrm>
                  <a:off x="913828" y="5270514"/>
                  <a:ext cx="1075730" cy="859456"/>
                </a:xfrm>
                <a:prstGeom prst="triangle">
                  <a:avLst/>
                </a:prstGeom>
                <a:solidFill>
                  <a:schemeClr val="accent1">
                    <a:lumMod val="40000"/>
                    <a:lumOff val="60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9" name="Textfeld 278"/>
                <p:cNvSpPr txBox="1"/>
                <p:nvPr/>
              </p:nvSpPr>
              <p:spPr bwMode="gray">
                <a:xfrm>
                  <a:off x="1202266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288" name="Textfeld 287"/>
                <p:cNvSpPr txBox="1"/>
                <p:nvPr/>
              </p:nvSpPr>
              <p:spPr bwMode="gray">
                <a:xfrm>
                  <a:off x="1203881" y="4939399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62%</a:t>
                  </a:r>
                  <a:endParaRPr lang="de-DE" sz="14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</p:grpSp>
          <p:grpSp>
            <p:nvGrpSpPr>
              <p:cNvPr id="295" name="Gruppieren 294"/>
              <p:cNvGrpSpPr/>
              <p:nvPr/>
            </p:nvGrpSpPr>
            <p:grpSpPr bwMode="gray">
              <a:xfrm>
                <a:off x="1602146" y="5092191"/>
                <a:ext cx="913698" cy="1306840"/>
                <a:chOff x="1689052" y="5092191"/>
                <a:chExt cx="913698" cy="1306840"/>
              </a:xfrm>
            </p:grpSpPr>
            <p:sp>
              <p:nvSpPr>
                <p:cNvPr id="268" name="Gleichschenkliges Dreieck 267"/>
                <p:cNvSpPr/>
                <p:nvPr/>
              </p:nvSpPr>
              <p:spPr bwMode="gray">
                <a:xfrm>
                  <a:off x="1689052" y="5399968"/>
                  <a:ext cx="913698" cy="730002"/>
                </a:xfrm>
                <a:prstGeom prst="triangle">
                  <a:avLst/>
                </a:prstGeom>
                <a:solidFill>
                  <a:schemeClr val="accent1">
                    <a:lumMod val="60000"/>
                    <a:lumOff val="40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" name="Textfeld 279"/>
                <p:cNvSpPr txBox="1"/>
                <p:nvPr/>
              </p:nvSpPr>
              <p:spPr bwMode="gray">
                <a:xfrm>
                  <a:off x="1896474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289" name="Textfeld 288"/>
                <p:cNvSpPr txBox="1"/>
                <p:nvPr/>
              </p:nvSpPr>
              <p:spPr bwMode="gray">
                <a:xfrm>
                  <a:off x="1898089" y="5092191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54%</a:t>
                  </a:r>
                  <a:endParaRPr lang="de-DE" sz="14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  <p:grpSp>
            <p:nvGrpSpPr>
              <p:cNvPr id="296" name="Gruppieren 295"/>
              <p:cNvGrpSpPr/>
              <p:nvPr/>
            </p:nvGrpSpPr>
            <p:grpSpPr bwMode="gray">
              <a:xfrm>
                <a:off x="2171885" y="4571353"/>
                <a:ext cx="1541572" cy="1827678"/>
                <a:chOff x="2302244" y="4571353"/>
                <a:chExt cx="1541572" cy="1827678"/>
              </a:xfrm>
            </p:grpSpPr>
            <p:sp>
              <p:nvSpPr>
                <p:cNvPr id="272" name="Gleichschenkliges Dreieck 271"/>
                <p:cNvSpPr/>
                <p:nvPr/>
              </p:nvSpPr>
              <p:spPr bwMode="gray">
                <a:xfrm>
                  <a:off x="2302244" y="4898328"/>
                  <a:ext cx="1541572" cy="1231642"/>
                </a:xfrm>
                <a:prstGeom prst="triangle">
                  <a:avLst/>
                </a:prstGeom>
                <a:solidFill>
                  <a:schemeClr val="accent1"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4" name="Textfeld 283"/>
                <p:cNvSpPr txBox="1"/>
                <p:nvPr/>
              </p:nvSpPr>
              <p:spPr bwMode="gray">
                <a:xfrm>
                  <a:off x="2823603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/>
                      </a:solidFill>
                    </a:rPr>
                    <a:t>TEXT</a:t>
                  </a:r>
                  <a:endParaRPr lang="de-DE" sz="11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290" name="Textfeld 289"/>
                <p:cNvSpPr txBox="1"/>
                <p:nvPr/>
              </p:nvSpPr>
              <p:spPr bwMode="gray">
                <a:xfrm>
                  <a:off x="2795958" y="4571353"/>
                  <a:ext cx="542135" cy="3385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600" b="1" smtClean="0">
                      <a:solidFill>
                        <a:schemeClr val="accent1"/>
                      </a:solidFill>
                    </a:rPr>
                    <a:t>98%</a:t>
                  </a:r>
                  <a:endParaRPr lang="de-DE" sz="1600" b="1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300" name="Gruppieren 299"/>
              <p:cNvGrpSpPr/>
              <p:nvPr/>
            </p:nvGrpSpPr>
            <p:grpSpPr bwMode="gray">
              <a:xfrm>
                <a:off x="3369499" y="4962135"/>
                <a:ext cx="1075732" cy="1436896"/>
                <a:chOff x="3543310" y="4962135"/>
                <a:chExt cx="1075732" cy="1436896"/>
              </a:xfrm>
            </p:grpSpPr>
            <p:sp>
              <p:nvSpPr>
                <p:cNvPr id="273" name="Gleichschenkliges Dreieck 272"/>
                <p:cNvSpPr/>
                <p:nvPr/>
              </p:nvSpPr>
              <p:spPr bwMode="gray">
                <a:xfrm>
                  <a:off x="3543310" y="5270514"/>
                  <a:ext cx="1075732" cy="859456"/>
                </a:xfrm>
                <a:prstGeom prst="triangle">
                  <a:avLst/>
                </a:prstGeom>
                <a:solidFill>
                  <a:schemeClr val="bg1">
                    <a:lumMod val="85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5" name="Textfeld 284"/>
                <p:cNvSpPr txBox="1"/>
                <p:nvPr/>
              </p:nvSpPr>
              <p:spPr bwMode="gray">
                <a:xfrm>
                  <a:off x="3831749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bg1">
                          <a:lumMod val="65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bg1">
                        <a:lumMod val="65000"/>
                      </a:schemeClr>
                    </a:solidFill>
                  </a:endParaRPr>
                </a:p>
              </p:txBody>
            </p:sp>
            <p:sp>
              <p:nvSpPr>
                <p:cNvPr id="291" name="Textfeld 290"/>
                <p:cNvSpPr txBox="1"/>
                <p:nvPr/>
              </p:nvSpPr>
              <p:spPr bwMode="gray">
                <a:xfrm>
                  <a:off x="3818124" y="4962135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bg1">
                          <a:lumMod val="65000"/>
                        </a:schemeClr>
                      </a:solidFill>
                    </a:rPr>
                    <a:t>60%</a:t>
                  </a:r>
                  <a:endParaRPr lang="de-DE" sz="1400" b="1">
                    <a:solidFill>
                      <a:schemeClr val="bg1">
                        <a:lumMod val="6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417" name="Gruppieren 416"/>
            <p:cNvGrpSpPr/>
            <p:nvPr/>
          </p:nvGrpSpPr>
          <p:grpSpPr bwMode="gray">
            <a:xfrm>
              <a:off x="469019" y="425847"/>
              <a:ext cx="2568905" cy="2880673"/>
              <a:chOff x="469019" y="425847"/>
              <a:chExt cx="2568905" cy="2880673"/>
            </a:xfrm>
          </p:grpSpPr>
          <p:grpSp>
            <p:nvGrpSpPr>
              <p:cNvPr id="393" name="Gruppieren 392"/>
              <p:cNvGrpSpPr/>
              <p:nvPr/>
            </p:nvGrpSpPr>
            <p:grpSpPr bwMode="gray">
              <a:xfrm>
                <a:off x="469019" y="425847"/>
                <a:ext cx="2568905" cy="1130900"/>
                <a:chOff x="469019" y="425847"/>
                <a:chExt cx="2568905" cy="1130900"/>
              </a:xfrm>
            </p:grpSpPr>
            <p:sp>
              <p:nvSpPr>
                <p:cNvPr id="303" name="Textfeld 302"/>
                <p:cNvSpPr txBox="1"/>
                <p:nvPr/>
              </p:nvSpPr>
              <p:spPr bwMode="gray">
                <a:xfrm>
                  <a:off x="469020" y="425847"/>
                  <a:ext cx="2553790" cy="473439"/>
                </a:xfrm>
                <a:prstGeom prst="rect">
                  <a:avLst/>
                </a:prstGeom>
                <a:noFill/>
              </p:spPr>
              <p:txBody>
                <a:bodyPr wrap="square" lIns="0" tIns="7200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de-DE" sz="2000" b="1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Topic</a:t>
                  </a:r>
                  <a:r>
                    <a:rPr lang="de-DE" sz="20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</a:t>
                  </a:r>
                  <a:r>
                    <a:rPr lang="de-DE" sz="2000" noProof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of Infographic</a:t>
                  </a:r>
                  <a:endParaRPr lang="de-DE" sz="2000" noProof="1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306" name="Rechteck 305"/>
                <p:cNvSpPr/>
                <p:nvPr/>
              </p:nvSpPr>
              <p:spPr bwMode="gray">
                <a:xfrm>
                  <a:off x="469021" y="1188708"/>
                  <a:ext cx="2523562" cy="368039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900" dirty="0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</a:t>
                  </a:r>
                  <a:endParaRPr lang="en-US" sz="1000" dirty="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07" name="Rechteck 306"/>
                <p:cNvSpPr/>
                <p:nvPr/>
              </p:nvSpPr>
              <p:spPr bwMode="gray">
                <a:xfrm>
                  <a:off x="469019" y="806145"/>
                  <a:ext cx="2568905" cy="266953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1000" noProof="1" smtClean="0">
                      <a:solidFill>
                        <a:srgbClr val="000000"/>
                      </a:solidFill>
                    </a:rPr>
                    <a:t>Subheadline</a:t>
                  </a:r>
                  <a:r>
                    <a:rPr lang="en-US" sz="1000" dirty="0" smtClean="0">
                      <a:solidFill>
                        <a:srgbClr val="000000"/>
                      </a:solidFill>
                    </a:rPr>
                    <a:t> for further information on the topic or a short introduction.</a:t>
                  </a:r>
                  <a:endParaRPr lang="en-US" sz="1050" dirty="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308" name="Gruppieren 307"/>
              <p:cNvGrpSpPr/>
              <p:nvPr/>
            </p:nvGrpSpPr>
            <p:grpSpPr bwMode="gray">
              <a:xfrm>
                <a:off x="471686" y="2118996"/>
                <a:ext cx="742648" cy="1181655"/>
                <a:chOff x="471686" y="5217376"/>
                <a:chExt cx="742648" cy="1181655"/>
              </a:xfrm>
            </p:grpSpPr>
            <p:sp>
              <p:nvSpPr>
                <p:cNvPr id="361" name="Gleichschenkliges Dreieck 360"/>
                <p:cNvSpPr/>
                <p:nvPr/>
              </p:nvSpPr>
              <p:spPr bwMode="gray">
                <a:xfrm>
                  <a:off x="471686" y="5536630"/>
                  <a:ext cx="742648" cy="593340"/>
                </a:xfrm>
                <a:prstGeom prst="triangle">
                  <a:avLst/>
                </a:prstGeom>
                <a:solidFill>
                  <a:schemeClr val="accent1">
                    <a:lumMod val="20000"/>
                    <a:lumOff val="80000"/>
                    <a:alpha val="81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2" name="Textfeld 361"/>
                <p:cNvSpPr txBox="1"/>
                <p:nvPr/>
              </p:nvSpPr>
              <p:spPr bwMode="gray">
                <a:xfrm>
                  <a:off x="593583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  <p:sp>
              <p:nvSpPr>
                <p:cNvPr id="363" name="Textfeld 362"/>
                <p:cNvSpPr txBox="1"/>
                <p:nvPr/>
              </p:nvSpPr>
              <p:spPr bwMode="gray">
                <a:xfrm>
                  <a:off x="579958" y="5217376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45%</a:t>
                  </a:r>
                  <a:endParaRPr lang="de-DE" sz="14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</p:grpSp>
          <p:grpSp>
            <p:nvGrpSpPr>
              <p:cNvPr id="310" name="Gruppieren 309"/>
              <p:cNvGrpSpPr/>
              <p:nvPr/>
            </p:nvGrpSpPr>
            <p:grpSpPr bwMode="gray">
              <a:xfrm>
                <a:off x="2100909" y="1993811"/>
                <a:ext cx="913698" cy="1306840"/>
                <a:chOff x="1689052" y="5092191"/>
                <a:chExt cx="913698" cy="1306840"/>
              </a:xfrm>
            </p:grpSpPr>
            <p:sp>
              <p:nvSpPr>
                <p:cNvPr id="342" name="Gleichschenkliges Dreieck 341"/>
                <p:cNvSpPr/>
                <p:nvPr/>
              </p:nvSpPr>
              <p:spPr bwMode="gray">
                <a:xfrm>
                  <a:off x="1689052" y="5399968"/>
                  <a:ext cx="913698" cy="730002"/>
                </a:xfrm>
                <a:prstGeom prst="triangle">
                  <a:avLst/>
                </a:prstGeom>
                <a:solidFill>
                  <a:schemeClr val="accent1">
                    <a:lumMod val="60000"/>
                    <a:lumOff val="40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3" name="Textfeld 342"/>
                <p:cNvSpPr txBox="1"/>
                <p:nvPr/>
              </p:nvSpPr>
              <p:spPr bwMode="gray">
                <a:xfrm>
                  <a:off x="1896474" y="6137421"/>
                  <a:ext cx="47160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351" name="Textfeld 350"/>
                <p:cNvSpPr txBox="1"/>
                <p:nvPr/>
              </p:nvSpPr>
              <p:spPr bwMode="gray">
                <a:xfrm>
                  <a:off x="1898089" y="5092191"/>
                  <a:ext cx="498855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54%</a:t>
                  </a:r>
                  <a:endParaRPr lang="de-DE" sz="14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  <p:grpSp>
            <p:nvGrpSpPr>
              <p:cNvPr id="309" name="Gruppieren 308"/>
              <p:cNvGrpSpPr/>
              <p:nvPr/>
            </p:nvGrpSpPr>
            <p:grpSpPr bwMode="gray">
              <a:xfrm>
                <a:off x="1038604" y="1666132"/>
                <a:ext cx="1238035" cy="1640388"/>
                <a:chOff x="913828" y="4939399"/>
                <a:chExt cx="1075730" cy="1425335"/>
              </a:xfrm>
            </p:grpSpPr>
            <p:sp>
              <p:nvSpPr>
                <p:cNvPr id="352" name="Gleichschenkliges Dreieck 351"/>
                <p:cNvSpPr/>
                <p:nvPr/>
              </p:nvSpPr>
              <p:spPr bwMode="gray">
                <a:xfrm>
                  <a:off x="913828" y="5263947"/>
                  <a:ext cx="1075730" cy="859456"/>
                </a:xfrm>
                <a:prstGeom prst="triangle">
                  <a:avLst/>
                </a:prstGeom>
                <a:solidFill>
                  <a:schemeClr val="accent1"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3" name="Textfeld 352"/>
                <p:cNvSpPr txBox="1"/>
                <p:nvPr/>
              </p:nvSpPr>
              <p:spPr bwMode="gray">
                <a:xfrm>
                  <a:off x="1233180" y="6137421"/>
                  <a:ext cx="409776" cy="22731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/>
                      </a:solidFill>
                    </a:rPr>
                    <a:t>TEXT</a:t>
                  </a:r>
                  <a:endParaRPr lang="de-DE" sz="11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57" name="Textfeld 356"/>
                <p:cNvSpPr txBox="1"/>
                <p:nvPr/>
              </p:nvSpPr>
              <p:spPr bwMode="gray">
                <a:xfrm>
                  <a:off x="1236580" y="4939399"/>
                  <a:ext cx="433456" cy="26742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/>
                      </a:solidFill>
                    </a:rPr>
                    <a:t>62%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</p:grpSp>
        </p:grpSp>
        <p:grpSp>
          <p:nvGrpSpPr>
            <p:cNvPr id="418" name="Gruppieren 417"/>
            <p:cNvGrpSpPr/>
            <p:nvPr/>
          </p:nvGrpSpPr>
          <p:grpSpPr bwMode="gray">
            <a:xfrm>
              <a:off x="4680949" y="3473823"/>
              <a:ext cx="4130542" cy="1405640"/>
              <a:chOff x="4680949" y="3473823"/>
              <a:chExt cx="4130542" cy="1405640"/>
            </a:xfrm>
          </p:grpSpPr>
          <p:grpSp>
            <p:nvGrpSpPr>
              <p:cNvPr id="372" name="Gruppieren 371"/>
              <p:cNvGrpSpPr/>
              <p:nvPr/>
            </p:nvGrpSpPr>
            <p:grpSpPr bwMode="gray">
              <a:xfrm>
                <a:off x="4680949" y="3851954"/>
                <a:ext cx="632487" cy="1022507"/>
                <a:chOff x="471686" y="5243996"/>
                <a:chExt cx="742648" cy="1200598"/>
              </a:xfrm>
            </p:grpSpPr>
            <p:sp>
              <p:nvSpPr>
                <p:cNvPr id="390" name="Gleichschenkliges Dreieck 389"/>
                <p:cNvSpPr/>
                <p:nvPr/>
              </p:nvSpPr>
              <p:spPr bwMode="gray">
                <a:xfrm>
                  <a:off x="471686" y="5536630"/>
                  <a:ext cx="742648" cy="593340"/>
                </a:xfrm>
                <a:prstGeom prst="triangle">
                  <a:avLst/>
                </a:prstGeom>
                <a:solidFill>
                  <a:schemeClr val="accent1">
                    <a:lumMod val="20000"/>
                    <a:lumOff val="80000"/>
                    <a:alpha val="81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1" name="Textfeld 390"/>
                <p:cNvSpPr txBox="1"/>
                <p:nvPr/>
              </p:nvSpPr>
              <p:spPr bwMode="gray">
                <a:xfrm>
                  <a:off x="552512" y="6137419"/>
                  <a:ext cx="553744" cy="30717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  <p:sp>
              <p:nvSpPr>
                <p:cNvPr id="392" name="Textfeld 391"/>
                <p:cNvSpPr txBox="1"/>
                <p:nvPr/>
              </p:nvSpPr>
              <p:spPr bwMode="gray">
                <a:xfrm>
                  <a:off x="536514" y="5243996"/>
                  <a:ext cx="585741" cy="36138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</a:rPr>
                    <a:t>45%</a:t>
                  </a:r>
                  <a:endParaRPr lang="de-DE" sz="1400" b="1">
                    <a:solidFill>
                      <a:schemeClr val="accent1">
                        <a:lumMod val="40000"/>
                        <a:lumOff val="60000"/>
                      </a:schemeClr>
                    </a:solidFill>
                  </a:endParaRPr>
                </a:p>
              </p:txBody>
            </p:sp>
          </p:grpSp>
          <p:grpSp>
            <p:nvGrpSpPr>
              <p:cNvPr id="377" name="Gruppieren 376"/>
              <p:cNvGrpSpPr/>
              <p:nvPr/>
            </p:nvGrpSpPr>
            <p:grpSpPr bwMode="gray">
              <a:xfrm>
                <a:off x="6008045" y="3745341"/>
                <a:ext cx="778164" cy="1129122"/>
                <a:chOff x="1689052" y="5118814"/>
                <a:chExt cx="913698" cy="1325782"/>
              </a:xfrm>
            </p:grpSpPr>
            <p:sp>
              <p:nvSpPr>
                <p:cNvPr id="378" name="Gleichschenkliges Dreieck 377"/>
                <p:cNvSpPr/>
                <p:nvPr/>
              </p:nvSpPr>
              <p:spPr bwMode="gray">
                <a:xfrm>
                  <a:off x="1689052" y="5399968"/>
                  <a:ext cx="913698" cy="730002"/>
                </a:xfrm>
                <a:prstGeom prst="triangle">
                  <a:avLst/>
                </a:prstGeom>
                <a:solidFill>
                  <a:schemeClr val="accent1">
                    <a:lumMod val="60000"/>
                    <a:lumOff val="40000"/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79" name="Textfeld 378"/>
                <p:cNvSpPr txBox="1"/>
                <p:nvPr/>
              </p:nvSpPr>
              <p:spPr bwMode="gray">
                <a:xfrm>
                  <a:off x="1855404" y="6137421"/>
                  <a:ext cx="553744" cy="30717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TEXT</a:t>
                  </a:r>
                  <a:endParaRPr lang="de-DE" sz="11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383" name="Textfeld 382"/>
                <p:cNvSpPr txBox="1"/>
                <p:nvPr/>
              </p:nvSpPr>
              <p:spPr bwMode="gray">
                <a:xfrm>
                  <a:off x="1854645" y="5118814"/>
                  <a:ext cx="585741" cy="36138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54%</a:t>
                  </a:r>
                  <a:endParaRPr lang="de-DE" sz="1400" b="1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  <p:grpSp>
            <p:nvGrpSpPr>
              <p:cNvPr id="373" name="Gruppieren 372"/>
              <p:cNvGrpSpPr/>
              <p:nvPr/>
            </p:nvGrpSpPr>
            <p:grpSpPr bwMode="gray">
              <a:xfrm>
                <a:off x="5133545" y="3473823"/>
                <a:ext cx="1054391" cy="1405640"/>
                <a:chOff x="913828" y="4970238"/>
                <a:chExt cx="1075730" cy="1434087"/>
              </a:xfrm>
            </p:grpSpPr>
            <p:sp>
              <p:nvSpPr>
                <p:cNvPr id="388" name="Textfeld 387"/>
                <p:cNvSpPr txBox="1"/>
                <p:nvPr/>
              </p:nvSpPr>
              <p:spPr bwMode="gray">
                <a:xfrm>
                  <a:off x="1197494" y="6137421"/>
                  <a:ext cx="481148" cy="26690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100" b="1" smtClean="0">
                      <a:solidFill>
                        <a:schemeClr val="accent1"/>
                      </a:solidFill>
                    </a:rPr>
                    <a:t>TEXT</a:t>
                  </a:r>
                  <a:endParaRPr lang="de-DE" sz="11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89" name="Textfeld 388"/>
                <p:cNvSpPr txBox="1"/>
                <p:nvPr/>
              </p:nvSpPr>
              <p:spPr bwMode="gray">
                <a:xfrm>
                  <a:off x="1198834" y="4970238"/>
                  <a:ext cx="508951" cy="31400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de-DE" sz="1400" b="1" smtClean="0">
                      <a:solidFill>
                        <a:schemeClr val="accent1"/>
                      </a:solidFill>
                    </a:rPr>
                    <a:t>62%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87" name="Gleichschenkliges Dreieck 386"/>
                <p:cNvSpPr/>
                <p:nvPr/>
              </p:nvSpPr>
              <p:spPr bwMode="gray">
                <a:xfrm>
                  <a:off x="913828" y="5271657"/>
                  <a:ext cx="1075730" cy="859456"/>
                </a:xfrm>
                <a:prstGeom prst="triangle">
                  <a:avLst/>
                </a:prstGeom>
                <a:solidFill>
                  <a:schemeClr val="accent1">
                    <a:alpha val="80000"/>
                  </a:schemeClr>
                </a:soli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94" name="Gruppieren 393"/>
              <p:cNvGrpSpPr/>
              <p:nvPr/>
            </p:nvGrpSpPr>
            <p:grpSpPr bwMode="gray">
              <a:xfrm>
                <a:off x="6900047" y="3503131"/>
                <a:ext cx="1911444" cy="1047773"/>
                <a:chOff x="469019" y="365391"/>
                <a:chExt cx="1911444" cy="1047773"/>
              </a:xfrm>
            </p:grpSpPr>
            <p:sp>
              <p:nvSpPr>
                <p:cNvPr id="395" name="Textfeld 394"/>
                <p:cNvSpPr txBox="1"/>
                <p:nvPr/>
              </p:nvSpPr>
              <p:spPr bwMode="gray">
                <a:xfrm>
                  <a:off x="469020" y="365391"/>
                  <a:ext cx="1805645" cy="473439"/>
                </a:xfrm>
                <a:prstGeom prst="rect">
                  <a:avLst/>
                </a:prstGeom>
                <a:noFill/>
              </p:spPr>
              <p:txBody>
                <a:bodyPr wrap="square" lIns="0" tIns="7200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de-DE" sz="1600" b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Topic</a:t>
                  </a:r>
                  <a:r>
                    <a:rPr lang="de-DE" sz="16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of Infographic</a:t>
                  </a:r>
                  <a:endParaRPr lang="de-DE" sz="160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396" name="Rechteck 395"/>
                <p:cNvSpPr/>
                <p:nvPr/>
              </p:nvSpPr>
              <p:spPr bwMode="gray">
                <a:xfrm>
                  <a:off x="469021" y="1045125"/>
                  <a:ext cx="1911442" cy="368039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800" dirty="0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</a:t>
                  </a:r>
                  <a:endParaRPr lang="en-US" sz="900" dirty="0">
                    <a:solidFill>
                      <a:srgbClr val="7D7D7D"/>
                    </a:solidFill>
                  </a:endParaRPr>
                </a:p>
              </p:txBody>
            </p:sp>
            <p:sp>
              <p:nvSpPr>
                <p:cNvPr id="397" name="Rechteck 396"/>
                <p:cNvSpPr/>
                <p:nvPr/>
              </p:nvSpPr>
              <p:spPr bwMode="gray">
                <a:xfrm>
                  <a:off x="469019" y="707904"/>
                  <a:ext cx="1888773" cy="266953"/>
                </a:xfrm>
                <a:prstGeom prst="rect">
                  <a:avLst/>
                </a:prstGeom>
              </p:spPr>
              <p:txBody>
                <a:bodyPr wrap="square" lIns="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900" smtClean="0">
                      <a:solidFill>
                        <a:srgbClr val="000000"/>
                      </a:solidFill>
                    </a:rPr>
                    <a:t>Subheadline for further information on the topic.</a:t>
                  </a:r>
                  <a:endParaRPr lang="de-DE" sz="10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419" name="Gruppieren 418"/>
            <p:cNvGrpSpPr/>
            <p:nvPr/>
          </p:nvGrpSpPr>
          <p:grpSpPr bwMode="gray">
            <a:xfrm>
              <a:off x="4710352" y="4992155"/>
              <a:ext cx="2697482" cy="1376636"/>
              <a:chOff x="4710352" y="4992155"/>
              <a:chExt cx="2697482" cy="1376636"/>
            </a:xfrm>
          </p:grpSpPr>
          <p:sp>
            <p:nvSpPr>
              <p:cNvPr id="398" name="Textfeld 397"/>
              <p:cNvSpPr txBox="1"/>
              <p:nvPr/>
            </p:nvSpPr>
            <p:spPr bwMode="gray">
              <a:xfrm>
                <a:off x="6120348" y="4992155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de-DE" sz="2800" smtClean="0">
                    <a:solidFill>
                      <a:schemeClr val="accent1"/>
                    </a:solidFill>
                  </a:rPr>
                  <a:t>45%</a:t>
                </a:r>
              </a:p>
              <a:p>
                <a:pPr algn="l">
                  <a:spcAft>
                    <a:spcPts val="0"/>
                  </a:spcAft>
                </a:pPr>
                <a:r>
                  <a:rPr lang="de-DE" sz="800" b="1" smtClean="0">
                    <a:solidFill>
                      <a:schemeClr val="accent1"/>
                    </a:solidFill>
                  </a:rPr>
                  <a:t>This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</a:t>
                </a:r>
                <a:r>
                  <a:rPr lang="de-DE" sz="800" b="1" smtClean="0">
                    <a:solidFill>
                      <a:schemeClr val="accent1"/>
                    </a:solidFill>
                  </a:rPr>
                  <a:t>is</a:t>
                </a:r>
                <a:r>
                  <a:rPr lang="de-DE" sz="800" b="1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de-DE" sz="80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de-DE" sz="800">
                  <a:solidFill>
                    <a:srgbClr val="000000"/>
                  </a:solidFill>
                </a:endParaRPr>
              </a:p>
            </p:txBody>
          </p:sp>
          <p:sp>
            <p:nvSpPr>
              <p:cNvPr id="406" name="Gleichschenkliges Dreieck 405"/>
              <p:cNvSpPr/>
              <p:nvPr/>
            </p:nvSpPr>
            <p:spPr bwMode="gray">
              <a:xfrm>
                <a:off x="4710352" y="5131221"/>
                <a:ext cx="1153160" cy="1006968"/>
              </a:xfrm>
              <a:prstGeom prst="triangle">
                <a:avLst/>
              </a:prstGeom>
              <a:solidFill>
                <a:schemeClr val="accent1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07" name="Gleichschenkliges Dreieck 406"/>
              <p:cNvSpPr/>
              <p:nvPr/>
            </p:nvSpPr>
            <p:spPr bwMode="gray">
              <a:xfrm>
                <a:off x="5433500" y="5564077"/>
                <a:ext cx="657462" cy="574112"/>
              </a:xfrm>
              <a:prstGeom prst="triangle">
                <a:avLst/>
              </a:prstGeom>
              <a:solidFill>
                <a:schemeClr val="accent2">
                  <a:alpha val="8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sp>
          <p:nvSpPr>
            <p:cNvPr id="92" name="Rechteck 91"/>
            <p:cNvSpPr/>
            <p:nvPr/>
          </p:nvSpPr>
          <p:spPr bwMode="gray">
            <a:xfrm>
              <a:off x="7481190" y="4956826"/>
              <a:ext cx="1267130" cy="140440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2" y="495970"/>
            <a:ext cx="8351818" cy="5865264"/>
            <a:chOff x="393682" y="495970"/>
            <a:chExt cx="8351818" cy="5865264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>
              <a:stCxn id="7" idx="3"/>
            </p:cNvCxnSpPr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6" name="Gruppieren 155"/>
            <p:cNvGrpSpPr/>
            <p:nvPr/>
          </p:nvGrpSpPr>
          <p:grpSpPr bwMode="gray">
            <a:xfrm>
              <a:off x="478778" y="515535"/>
              <a:ext cx="2557073" cy="2860674"/>
              <a:chOff x="478778" y="515535"/>
              <a:chExt cx="2557073" cy="2860674"/>
            </a:xfrm>
          </p:grpSpPr>
          <p:grpSp>
            <p:nvGrpSpPr>
              <p:cNvPr id="89" name="Gruppieren 88"/>
              <p:cNvGrpSpPr/>
              <p:nvPr/>
            </p:nvGrpSpPr>
            <p:grpSpPr bwMode="gray">
              <a:xfrm>
                <a:off x="478778" y="2061097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90" name="Rad 89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" name="Rechteck 90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20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92" name="Halbbogen 91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1885641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93" name="Rechteck 92"/>
              <p:cNvSpPr/>
              <p:nvPr/>
            </p:nvSpPr>
            <p:spPr bwMode="gray">
              <a:xfrm>
                <a:off x="1666779" y="1946209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94" name="Gruppieren 93"/>
              <p:cNvGrpSpPr/>
              <p:nvPr/>
            </p:nvGrpSpPr>
            <p:grpSpPr bwMode="gray">
              <a:xfrm>
                <a:off x="478778" y="630423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95" name="Rad 94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6" name="Rechteck 95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rgbClr val="000000"/>
                      </a:solidFill>
                    </a:rPr>
                    <a:t>80</a:t>
                  </a:r>
                  <a:r>
                    <a:rPr lang="de-DE" sz="1400" b="1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7" name="Halbbogen 96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9193318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98" name="Rechteck 97"/>
              <p:cNvSpPr/>
              <p:nvPr/>
            </p:nvSpPr>
            <p:spPr bwMode="gray">
              <a:xfrm>
                <a:off x="1666779" y="515535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/>
                  <a:t>This is a placeholder text, </a:t>
                </a:r>
                <a:r>
                  <a:rPr lang="en-US" sz="1050" b="1" dirty="0" smtClean="0">
                    <a:solidFill>
                      <a:schemeClr val="accent1"/>
                    </a:solidFill>
                  </a:rPr>
                  <a:t/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</a:t>
                </a:r>
                <a:br>
                  <a:rPr lang="en-US" sz="1050" dirty="0" smtClean="0">
                    <a:solidFill>
                      <a:srgbClr val="7D7D7D"/>
                    </a:solidFill>
                  </a:rPr>
                </a:br>
                <a:r>
                  <a:rPr lang="en-US" sz="1050" dirty="0" smtClean="0">
                    <a:solidFill>
                      <a:srgbClr val="7D7D7D"/>
                    </a:solidFill>
                  </a:rPr>
                  <a:t>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60" name="Gruppieren 159"/>
            <p:cNvGrpSpPr/>
            <p:nvPr/>
          </p:nvGrpSpPr>
          <p:grpSpPr bwMode="gray">
            <a:xfrm>
              <a:off x="478778" y="3485894"/>
              <a:ext cx="3879519" cy="2860674"/>
              <a:chOff x="478778" y="3485894"/>
              <a:chExt cx="3879519" cy="2860674"/>
            </a:xfrm>
          </p:grpSpPr>
          <p:grpSp>
            <p:nvGrpSpPr>
              <p:cNvPr id="158" name="Gruppieren 157"/>
              <p:cNvGrpSpPr/>
              <p:nvPr/>
            </p:nvGrpSpPr>
            <p:grpSpPr bwMode="gray">
              <a:xfrm>
                <a:off x="478778" y="3485894"/>
                <a:ext cx="3879519" cy="1430000"/>
                <a:chOff x="478778" y="3485894"/>
                <a:chExt cx="3879519" cy="1430000"/>
              </a:xfrm>
            </p:grpSpPr>
            <p:grpSp>
              <p:nvGrpSpPr>
                <p:cNvPr id="104" name="Gruppieren 103"/>
                <p:cNvGrpSpPr/>
                <p:nvPr/>
              </p:nvGrpSpPr>
              <p:grpSpPr bwMode="gray">
                <a:xfrm>
                  <a:off x="478778" y="3600782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05" name="Rad 104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" name="Rechteck 105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dirty="0" smtClean="0">
                        <a:solidFill>
                          <a:srgbClr val="000000"/>
                        </a:solidFill>
                      </a:rPr>
                      <a:t>62</a:t>
                    </a:r>
                    <a:r>
                      <a:rPr lang="de-DE" sz="1400" b="1" dirty="0" smtClean="0">
                        <a:solidFill>
                          <a:srgbClr val="000000"/>
                        </a:solidFill>
                      </a:rPr>
                      <a:t>%</a:t>
                    </a:r>
                    <a:endParaRPr lang="de-DE" sz="1400" b="1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07" name="Halbbogen 106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2505050"/>
                      <a:gd name="adj2" fmla="val 16224598"/>
                      <a:gd name="adj3" fmla="val 17222"/>
                    </a:avLst>
                  </a:prstGeom>
                  <a:solidFill>
                    <a:srgbClr val="7D7D7D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sp>
              <p:nvSpPr>
                <p:cNvPr id="108" name="Rechteck 107"/>
                <p:cNvSpPr/>
                <p:nvPr/>
              </p:nvSpPr>
              <p:spPr bwMode="gray">
                <a:xfrm>
                  <a:off x="1734002" y="3485894"/>
                  <a:ext cx="1369072" cy="1430000"/>
                </a:xfrm>
                <a:prstGeom prst="rect">
                  <a:avLst/>
                </a:prstGeom>
              </p:spPr>
              <p:txBody>
                <a:bodyPr wrap="square" lIns="180000" tIns="72000" rIns="108000" bIns="0">
                  <a:noAutofit/>
                </a:bodyPr>
                <a:lstStyle/>
                <a:p>
                  <a:pPr lvl="0" algn="ctr">
                    <a:spcAft>
                      <a:spcPts val="300"/>
                    </a:spcAft>
                  </a:pPr>
                  <a:r>
                    <a:rPr lang="en-US" sz="1050" b="1" dirty="0" smtClean="0"/>
                    <a:t>This is a placeholder text, </a:t>
                  </a:r>
                  <a:r>
                    <a:rPr lang="en-US" sz="1050" b="1" dirty="0" smtClean="0">
                      <a:solidFill>
                        <a:schemeClr val="accent1"/>
                      </a:solidFill>
                    </a:rPr>
                    <a:t/>
                  </a:r>
                  <a:br>
                    <a:rPr lang="en-US" sz="1050" b="1" dirty="0" smtClean="0">
                      <a:solidFill>
                        <a:schemeClr val="accent1"/>
                      </a:solidFill>
                    </a:rPr>
                  </a:br>
                  <a:r>
                    <a:rPr lang="en-US" sz="1050" dirty="0" smtClean="0">
                      <a:solidFill>
                        <a:srgbClr val="000000"/>
                      </a:solidFill>
                    </a:rPr>
                    <a:t>it can be replaced with your own text.</a:t>
                  </a:r>
                  <a:endParaRPr lang="en-US" sz="1050" dirty="0" smtClean="0">
                    <a:solidFill>
                      <a:srgbClr val="7D7D7D"/>
                    </a:solidFill>
                  </a:endParaRPr>
                </a:p>
                <a:p>
                  <a:pPr lvl="0" algn="ctr">
                    <a:spcAft>
                      <a:spcPts val="300"/>
                    </a:spcAft>
                  </a:pPr>
                  <a:r>
                    <a:rPr lang="en-US" sz="1050" dirty="0" smtClean="0">
                      <a:solidFill>
                        <a:srgbClr val="7D7D7D"/>
                      </a:solidFill>
                    </a:rPr>
                    <a:t>All additional information can </a:t>
                  </a:r>
                  <a:br>
                    <a:rPr lang="en-US" sz="1050" dirty="0" smtClean="0">
                      <a:solidFill>
                        <a:srgbClr val="7D7D7D"/>
                      </a:solidFill>
                    </a:rPr>
                  </a:br>
                  <a:r>
                    <a:rPr lang="en-US" sz="1050" dirty="0" smtClean="0">
                      <a:solidFill>
                        <a:srgbClr val="7D7D7D"/>
                      </a:solidFill>
                    </a:rPr>
                    <a:t>be put here.</a:t>
                  </a:r>
                  <a:endParaRPr lang="en-US" sz="1100" dirty="0">
                    <a:solidFill>
                      <a:srgbClr val="7D7D7D"/>
                    </a:solidFill>
                  </a:endParaRPr>
                </a:p>
              </p:txBody>
            </p:sp>
            <p:grpSp>
              <p:nvGrpSpPr>
                <p:cNvPr id="109" name="Gruppieren 108"/>
                <p:cNvGrpSpPr/>
                <p:nvPr/>
              </p:nvGrpSpPr>
              <p:grpSpPr bwMode="gray">
                <a:xfrm>
                  <a:off x="3158073" y="3600782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10" name="Rad 109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" name="Rechteck 110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smtClean="0">
                        <a:solidFill>
                          <a:srgbClr val="000000"/>
                        </a:solidFill>
                      </a:rPr>
                      <a:t>44</a:t>
                    </a:r>
                    <a:r>
                      <a:rPr lang="de-DE" sz="1400" b="1" smtClean="0">
                        <a:solidFill>
                          <a:srgbClr val="000000"/>
                        </a:solidFill>
                      </a:rPr>
                      <a:t>%</a:t>
                    </a:r>
                    <a:endParaRPr lang="de-DE" sz="14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12" name="Halbbogen 111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7509069"/>
                      <a:gd name="adj2" fmla="val 16224598"/>
                      <a:gd name="adj3" fmla="val 17222"/>
                    </a:avLst>
                  </a:prstGeom>
                  <a:solidFill>
                    <a:srgbClr val="7D7D7D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  <p:grpSp>
            <p:nvGrpSpPr>
              <p:cNvPr id="159" name="Gruppieren 158"/>
              <p:cNvGrpSpPr/>
              <p:nvPr/>
            </p:nvGrpSpPr>
            <p:grpSpPr bwMode="gray">
              <a:xfrm>
                <a:off x="478778" y="4916568"/>
                <a:ext cx="3879519" cy="1430000"/>
                <a:chOff x="478778" y="4916568"/>
                <a:chExt cx="3879519" cy="1430000"/>
              </a:xfrm>
            </p:grpSpPr>
            <p:grpSp>
              <p:nvGrpSpPr>
                <p:cNvPr id="99" name="Gruppieren 98"/>
                <p:cNvGrpSpPr/>
                <p:nvPr/>
              </p:nvGrpSpPr>
              <p:grpSpPr bwMode="gray">
                <a:xfrm>
                  <a:off x="478778" y="5031456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00" name="Rad 99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" name="Rechteck 100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dirty="0" smtClean="0">
                        <a:solidFill>
                          <a:schemeClr val="accent1"/>
                        </a:solidFill>
                      </a:rPr>
                      <a:t>30</a:t>
                    </a:r>
                    <a:r>
                      <a:rPr lang="de-DE" sz="1400" b="1" dirty="0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400" b="1" dirty="0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102" name="Halbbogen 101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8993034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sp>
              <p:nvSpPr>
                <p:cNvPr id="103" name="Rechteck 102"/>
                <p:cNvSpPr/>
                <p:nvPr/>
              </p:nvSpPr>
              <p:spPr bwMode="gray">
                <a:xfrm>
                  <a:off x="1734002" y="4916568"/>
                  <a:ext cx="1369072" cy="1430000"/>
                </a:xfrm>
                <a:prstGeom prst="rect">
                  <a:avLst/>
                </a:prstGeom>
              </p:spPr>
              <p:txBody>
                <a:bodyPr wrap="square" lIns="180000" tIns="72000" rIns="108000" bIns="0">
                  <a:noAutofit/>
                </a:bodyPr>
                <a:lstStyle/>
                <a:p>
                  <a:pPr lvl="0" algn="ctr">
                    <a:spcAft>
                      <a:spcPts val="300"/>
                    </a:spcAft>
                  </a:pPr>
                  <a:r>
                    <a:rPr lang="en-US" sz="1050" b="1" dirty="0" smtClean="0">
                      <a:solidFill>
                        <a:schemeClr val="accent1"/>
                      </a:solidFill>
                    </a:rPr>
                    <a:t>This is a placeholder text, </a:t>
                  </a:r>
                  <a:br>
                    <a:rPr lang="en-US" sz="1050" b="1" dirty="0" smtClean="0">
                      <a:solidFill>
                        <a:schemeClr val="accent1"/>
                      </a:solidFill>
                    </a:rPr>
                  </a:br>
                  <a:r>
                    <a:rPr lang="en-US" sz="1050" dirty="0" smtClean="0">
                      <a:solidFill>
                        <a:srgbClr val="000000"/>
                      </a:solidFill>
                    </a:rPr>
                    <a:t>it can be replaced with your own text.</a:t>
                  </a:r>
                  <a:endParaRPr lang="en-US" sz="1050" dirty="0" smtClean="0">
                    <a:solidFill>
                      <a:srgbClr val="7D7D7D"/>
                    </a:solidFill>
                  </a:endParaRPr>
                </a:p>
                <a:p>
                  <a:pPr lvl="0" algn="ctr">
                    <a:spcAft>
                      <a:spcPts val="300"/>
                    </a:spcAft>
                  </a:pPr>
                  <a:r>
                    <a:rPr lang="en-US" sz="1050" dirty="0" smtClean="0">
                      <a:solidFill>
                        <a:srgbClr val="7D7D7D"/>
                      </a:solidFill>
                    </a:rPr>
                    <a:t>All additional information can be put here.</a:t>
                  </a:r>
                  <a:endParaRPr lang="en-US" sz="1100" dirty="0">
                    <a:solidFill>
                      <a:srgbClr val="7D7D7D"/>
                    </a:solidFill>
                  </a:endParaRPr>
                </a:p>
              </p:txBody>
            </p:sp>
            <p:grpSp>
              <p:nvGrpSpPr>
                <p:cNvPr id="113" name="Gruppieren 112"/>
                <p:cNvGrpSpPr/>
                <p:nvPr/>
              </p:nvGrpSpPr>
              <p:grpSpPr bwMode="gray">
                <a:xfrm>
                  <a:off x="3158073" y="5031456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14" name="Rad 113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" name="Rechteck 114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smtClean="0">
                        <a:solidFill>
                          <a:schemeClr val="accent1"/>
                        </a:solidFill>
                      </a:rPr>
                      <a:t>50</a:t>
                    </a:r>
                    <a:r>
                      <a:rPr lang="de-DE" sz="14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4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116" name="Halbbogen 115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5386878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157" name="Gruppieren 156"/>
            <p:cNvGrpSpPr/>
            <p:nvPr/>
          </p:nvGrpSpPr>
          <p:grpSpPr bwMode="gray">
            <a:xfrm>
              <a:off x="3275856" y="515535"/>
              <a:ext cx="5346276" cy="2860674"/>
              <a:chOff x="3275856" y="515535"/>
              <a:chExt cx="5346276" cy="2860674"/>
            </a:xfrm>
          </p:grpSpPr>
          <p:grpSp>
            <p:nvGrpSpPr>
              <p:cNvPr id="117" name="Gruppieren 116"/>
              <p:cNvGrpSpPr/>
              <p:nvPr/>
            </p:nvGrpSpPr>
            <p:grpSpPr bwMode="gray">
              <a:xfrm>
                <a:off x="3275856" y="2061097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118" name="Rad 117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" name="Rechteck 118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55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20" name="Halbbogen 119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3610988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121" name="Rechteck 120"/>
              <p:cNvSpPr/>
              <p:nvPr/>
            </p:nvSpPr>
            <p:spPr bwMode="gray">
              <a:xfrm>
                <a:off x="4463857" y="1946209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122" name="Gruppieren 121"/>
              <p:cNvGrpSpPr/>
              <p:nvPr/>
            </p:nvGrpSpPr>
            <p:grpSpPr bwMode="gray">
              <a:xfrm>
                <a:off x="3275856" y="630423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123" name="Rad 122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" name="Rechteck 123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rgbClr val="000000"/>
                      </a:solidFill>
                    </a:rPr>
                    <a:t>12</a:t>
                  </a:r>
                  <a:r>
                    <a:rPr lang="de-DE" sz="1400" b="1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5" name="Halbbogen 124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2515935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126" name="Rechteck 125"/>
              <p:cNvSpPr/>
              <p:nvPr/>
            </p:nvSpPr>
            <p:spPr bwMode="gray">
              <a:xfrm>
                <a:off x="4463857" y="515535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/>
                  <a:t>This is a placeholder text, </a:t>
                </a:r>
                <a:r>
                  <a:rPr lang="en-US" sz="1050" b="1" dirty="0" smtClean="0">
                    <a:solidFill>
                      <a:schemeClr val="accent1"/>
                    </a:solidFill>
                  </a:rPr>
                  <a:t/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</a:t>
                </a:r>
                <a:br>
                  <a:rPr lang="en-US" sz="1050" dirty="0" smtClean="0">
                    <a:solidFill>
                      <a:srgbClr val="7D7D7D"/>
                    </a:solidFill>
                  </a:rPr>
                </a:br>
                <a:r>
                  <a:rPr lang="en-US" sz="1050" dirty="0" smtClean="0">
                    <a:solidFill>
                      <a:srgbClr val="7D7D7D"/>
                    </a:solidFill>
                  </a:rPr>
                  <a:t>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137" name="Gruppieren 136"/>
              <p:cNvGrpSpPr/>
              <p:nvPr/>
            </p:nvGrpSpPr>
            <p:grpSpPr bwMode="gray">
              <a:xfrm>
                <a:off x="6065059" y="1946209"/>
                <a:ext cx="2557073" cy="1430000"/>
                <a:chOff x="6065059" y="1946209"/>
                <a:chExt cx="2557073" cy="1430000"/>
              </a:xfrm>
            </p:grpSpPr>
            <p:grpSp>
              <p:nvGrpSpPr>
                <p:cNvPr id="127" name="Gruppieren 126"/>
                <p:cNvGrpSpPr/>
                <p:nvPr/>
              </p:nvGrpSpPr>
              <p:grpSpPr bwMode="gray">
                <a:xfrm>
                  <a:off x="6065059" y="2061097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28" name="Rad 127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" name="Rechteck 128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smtClean="0">
                        <a:solidFill>
                          <a:schemeClr val="accent1"/>
                        </a:solidFill>
                      </a:rPr>
                      <a:t>45</a:t>
                    </a:r>
                    <a:r>
                      <a:rPr lang="de-DE" sz="1400" b="1" smtClean="0">
                        <a:solidFill>
                          <a:schemeClr val="accent1"/>
                        </a:solidFill>
                      </a:rPr>
                      <a:t>%</a:t>
                    </a:r>
                    <a:endParaRPr lang="de-DE" sz="1400" b="1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130" name="Halbbogen 129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7449977"/>
                      <a:gd name="adj2" fmla="val 16224598"/>
                      <a:gd name="adj3" fmla="val 17222"/>
                    </a:avLst>
                  </a:prstGeom>
                  <a:solidFill>
                    <a:schemeClr val="accent1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sp>
              <p:nvSpPr>
                <p:cNvPr id="131" name="Rechteck 130"/>
                <p:cNvSpPr/>
                <p:nvPr/>
              </p:nvSpPr>
              <p:spPr bwMode="gray">
                <a:xfrm>
                  <a:off x="7253060" y="1946209"/>
                  <a:ext cx="1369072" cy="1430000"/>
                </a:xfrm>
                <a:prstGeom prst="rect">
                  <a:avLst/>
                </a:prstGeom>
              </p:spPr>
              <p:txBody>
                <a:bodyPr wrap="square" lIns="180000" tIns="72000" rIns="108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1050" b="1" dirty="0" smtClean="0">
                      <a:solidFill>
                        <a:schemeClr val="accent1"/>
                      </a:solidFill>
                    </a:rPr>
                    <a:t>This is a placeholder text, </a:t>
                  </a:r>
                  <a:br>
                    <a:rPr lang="en-US" sz="1050" b="1" dirty="0" smtClean="0">
                      <a:solidFill>
                        <a:schemeClr val="accent1"/>
                      </a:solidFill>
                    </a:rPr>
                  </a:br>
                  <a:r>
                    <a:rPr lang="en-US" sz="1050" dirty="0" smtClean="0">
                      <a:solidFill>
                        <a:srgbClr val="000000"/>
                      </a:solidFill>
                    </a:rPr>
                    <a:t>it can be replaced with your own text.</a:t>
                  </a:r>
                  <a:endParaRPr lang="en-US" sz="1050" dirty="0" smtClean="0">
                    <a:solidFill>
                      <a:srgbClr val="7D7D7D"/>
                    </a:solidFill>
                  </a:endParaRPr>
                </a:p>
                <a:p>
                  <a:pPr lvl="0">
                    <a:spcAft>
                      <a:spcPts val="300"/>
                    </a:spcAft>
                  </a:pPr>
                  <a:r>
                    <a:rPr lang="en-US" sz="1050" dirty="0" smtClean="0">
                      <a:solidFill>
                        <a:srgbClr val="7D7D7D"/>
                      </a:solidFill>
                    </a:rPr>
                    <a:t>All additional information can be put here.</a:t>
                  </a:r>
                  <a:endParaRPr lang="en-US" sz="1100" dirty="0">
                    <a:solidFill>
                      <a:srgbClr val="7D7D7D"/>
                    </a:solidFill>
                  </a:endParaRPr>
                </a:p>
              </p:txBody>
            </p:sp>
          </p:grpSp>
          <p:grpSp>
            <p:nvGrpSpPr>
              <p:cNvPr id="144" name="Gruppieren 143"/>
              <p:cNvGrpSpPr/>
              <p:nvPr/>
            </p:nvGrpSpPr>
            <p:grpSpPr bwMode="gray">
              <a:xfrm>
                <a:off x="6065059" y="515535"/>
                <a:ext cx="2557073" cy="1430000"/>
                <a:chOff x="6065059" y="515535"/>
                <a:chExt cx="2557073" cy="1430000"/>
              </a:xfrm>
            </p:grpSpPr>
            <p:grpSp>
              <p:nvGrpSpPr>
                <p:cNvPr id="132" name="Gruppieren 131"/>
                <p:cNvGrpSpPr/>
                <p:nvPr/>
              </p:nvGrpSpPr>
              <p:grpSpPr bwMode="gray">
                <a:xfrm>
                  <a:off x="6065059" y="630423"/>
                  <a:ext cx="1200224" cy="1200224"/>
                  <a:chOff x="2457990" y="5181563"/>
                  <a:chExt cx="1200224" cy="1200224"/>
                </a:xfrm>
              </p:grpSpPr>
              <p:sp>
                <p:nvSpPr>
                  <p:cNvPr id="133" name="Rad 132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donut">
                    <a:avLst>
                      <a:gd name="adj" fmla="val 17195"/>
                    </a:avLst>
                  </a:prstGeom>
                  <a:gradFill flip="none" rotWithShape="1">
                    <a:gsLst>
                      <a:gs pos="0">
                        <a:srgbClr val="FFFFFF"/>
                      </a:gs>
                      <a:gs pos="50000">
                        <a:srgbClr val="E6E6E6"/>
                      </a:gs>
                    </a:gsLst>
                    <a:lin ang="1620000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  <a:effectLst>
                    <a:innerShdw blurRad="76200" dist="12700" dir="18900000">
                      <a:prstClr val="black">
                        <a:alpha val="3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" name="Rechteck 133"/>
                  <p:cNvSpPr/>
                  <p:nvPr/>
                </p:nvSpPr>
                <p:spPr bwMode="gray">
                  <a:xfrm>
                    <a:off x="2457990" y="5181563"/>
                    <a:ext cx="1200224" cy="1182688"/>
                  </a:xfrm>
                  <a:prstGeom prst="rect">
                    <a:avLst/>
                  </a:prstGeom>
                </p:spPr>
                <p:txBody>
                  <a:bodyPr wrap="square" lIns="72000" tIns="0" rIns="0" bIns="0" anchor="ctr">
                    <a:noAutofit/>
                  </a:bodyPr>
                  <a:lstStyle/>
                  <a:p>
                    <a:pPr lvl="0" algn="ctr"/>
                    <a:r>
                      <a:rPr lang="de-DE" sz="2800" b="1" smtClean="0">
                        <a:solidFill>
                          <a:srgbClr val="000000"/>
                        </a:solidFill>
                      </a:rPr>
                      <a:t>76</a:t>
                    </a:r>
                    <a:r>
                      <a:rPr lang="de-DE" sz="1400" b="1" smtClean="0">
                        <a:solidFill>
                          <a:srgbClr val="000000"/>
                        </a:solidFill>
                      </a:rPr>
                      <a:t>%</a:t>
                    </a:r>
                    <a:endParaRPr lang="de-DE" sz="14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35" name="Halbbogen 134"/>
                  <p:cNvSpPr/>
                  <p:nvPr/>
                </p:nvSpPr>
                <p:spPr bwMode="gray">
                  <a:xfrm flipH="1">
                    <a:off x="2457990" y="5181563"/>
                    <a:ext cx="1200224" cy="1200224"/>
                  </a:xfrm>
                  <a:prstGeom prst="blockArc">
                    <a:avLst>
                      <a:gd name="adj1" fmla="val 21291485"/>
                      <a:gd name="adj2" fmla="val 16224598"/>
                      <a:gd name="adj3" fmla="val 17222"/>
                    </a:avLst>
                  </a:prstGeom>
                  <a:solidFill>
                    <a:srgbClr val="7D7D7D"/>
                  </a:solidFill>
                  <a:ln w="12700">
                    <a:noFill/>
                    <a:round/>
                    <a:headEnd/>
                    <a:tailEnd/>
                  </a:ln>
                  <a:effectLst/>
                </p:spPr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  <p:sp>
              <p:nvSpPr>
                <p:cNvPr id="136" name="Rechteck 135"/>
                <p:cNvSpPr/>
                <p:nvPr/>
              </p:nvSpPr>
              <p:spPr bwMode="gray">
                <a:xfrm>
                  <a:off x="7253060" y="515535"/>
                  <a:ext cx="1369072" cy="1430000"/>
                </a:xfrm>
                <a:prstGeom prst="rect">
                  <a:avLst/>
                </a:prstGeom>
              </p:spPr>
              <p:txBody>
                <a:bodyPr wrap="square" lIns="180000" tIns="72000" rIns="108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en-US" sz="1050" b="1" dirty="0" smtClean="0"/>
                    <a:t>This is a placeholder text, </a:t>
                  </a:r>
                  <a:r>
                    <a:rPr lang="en-US" sz="1050" b="1" dirty="0" smtClean="0">
                      <a:solidFill>
                        <a:schemeClr val="accent1"/>
                      </a:solidFill>
                    </a:rPr>
                    <a:t/>
                  </a:r>
                  <a:br>
                    <a:rPr lang="en-US" sz="1050" b="1" dirty="0" smtClean="0">
                      <a:solidFill>
                        <a:schemeClr val="accent1"/>
                      </a:solidFill>
                    </a:rPr>
                  </a:br>
                  <a:r>
                    <a:rPr lang="en-US" sz="1050" dirty="0" smtClean="0">
                      <a:solidFill>
                        <a:srgbClr val="000000"/>
                      </a:solidFill>
                    </a:rPr>
                    <a:t>it can be replaced with your own text.</a:t>
                  </a:r>
                  <a:endParaRPr lang="en-US" sz="1050" dirty="0" smtClean="0">
                    <a:solidFill>
                      <a:srgbClr val="7D7D7D"/>
                    </a:solidFill>
                  </a:endParaRPr>
                </a:p>
                <a:p>
                  <a:pPr lvl="0">
                    <a:spcAft>
                      <a:spcPts val="300"/>
                    </a:spcAft>
                  </a:pPr>
                  <a:r>
                    <a:rPr lang="en-US" sz="1050" dirty="0" smtClean="0">
                      <a:solidFill>
                        <a:srgbClr val="7D7D7D"/>
                      </a:solidFill>
                    </a:rPr>
                    <a:t>All additional information can </a:t>
                  </a:r>
                  <a:br>
                    <a:rPr lang="en-US" sz="1050" dirty="0" smtClean="0">
                      <a:solidFill>
                        <a:srgbClr val="7D7D7D"/>
                      </a:solidFill>
                    </a:rPr>
                  </a:br>
                  <a:r>
                    <a:rPr lang="en-US" sz="1050" dirty="0" smtClean="0">
                      <a:solidFill>
                        <a:srgbClr val="7D7D7D"/>
                      </a:solidFill>
                    </a:rPr>
                    <a:t>be put here.</a:t>
                  </a:r>
                  <a:endParaRPr lang="en-US" sz="1100" dirty="0">
                    <a:solidFill>
                      <a:srgbClr val="7D7D7D"/>
                    </a:solidFill>
                  </a:endParaRPr>
                </a:p>
              </p:txBody>
            </p:sp>
          </p:grpSp>
        </p:grpSp>
        <p:grpSp>
          <p:nvGrpSpPr>
            <p:cNvPr id="161" name="Gruppieren 160"/>
            <p:cNvGrpSpPr/>
            <p:nvPr/>
          </p:nvGrpSpPr>
          <p:grpSpPr bwMode="gray">
            <a:xfrm>
              <a:off x="4719909" y="4916120"/>
              <a:ext cx="2557073" cy="1430000"/>
              <a:chOff x="4719909" y="4916120"/>
              <a:chExt cx="2557073" cy="1430000"/>
            </a:xfrm>
          </p:grpSpPr>
          <p:grpSp>
            <p:nvGrpSpPr>
              <p:cNvPr id="139" name="Gruppieren 138"/>
              <p:cNvGrpSpPr/>
              <p:nvPr/>
            </p:nvGrpSpPr>
            <p:grpSpPr bwMode="gray">
              <a:xfrm>
                <a:off x="4719909" y="5031008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141" name="Rad 140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" name="Rechteck 141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chemeClr val="accent1"/>
                      </a:solidFill>
                    </a:rPr>
                    <a:t>10</a:t>
                  </a:r>
                  <a:r>
                    <a:rPr lang="de-DE" sz="1400" b="1" smtClean="0">
                      <a:solidFill>
                        <a:schemeClr val="accent1"/>
                      </a:solidFill>
                    </a:rPr>
                    <a:t>%</a:t>
                  </a:r>
                  <a:endParaRPr lang="de-DE" sz="1400" b="1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43" name="Halbbogen 142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14334371"/>
                    <a:gd name="adj2" fmla="val 16224598"/>
                    <a:gd name="adj3" fmla="val 17222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140" name="Rechteck 139"/>
              <p:cNvSpPr/>
              <p:nvPr/>
            </p:nvSpPr>
            <p:spPr bwMode="gray">
              <a:xfrm>
                <a:off x="5907910" y="4916120"/>
                <a:ext cx="1369072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>
                    <a:solidFill>
                      <a:schemeClr val="accent1"/>
                    </a:solidFill>
                  </a:rPr>
                  <a:t>This is a placeholder text, </a:t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All additional information can be put here.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45" name="Gruppieren 144"/>
            <p:cNvGrpSpPr/>
            <p:nvPr/>
          </p:nvGrpSpPr>
          <p:grpSpPr bwMode="gray">
            <a:xfrm>
              <a:off x="4682124" y="3470331"/>
              <a:ext cx="3888789" cy="1430000"/>
              <a:chOff x="6065059" y="515535"/>
              <a:chExt cx="3888789" cy="1430000"/>
            </a:xfrm>
          </p:grpSpPr>
          <p:grpSp>
            <p:nvGrpSpPr>
              <p:cNvPr id="147" name="Gruppieren 146"/>
              <p:cNvGrpSpPr/>
              <p:nvPr/>
            </p:nvGrpSpPr>
            <p:grpSpPr bwMode="gray">
              <a:xfrm>
                <a:off x="6065059" y="630423"/>
                <a:ext cx="1200224" cy="1200224"/>
                <a:chOff x="2457990" y="5181563"/>
                <a:chExt cx="1200224" cy="1200224"/>
              </a:xfrm>
            </p:grpSpPr>
            <p:sp>
              <p:nvSpPr>
                <p:cNvPr id="149" name="Rad 148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donut">
                  <a:avLst>
                    <a:gd name="adj" fmla="val 17195"/>
                  </a:avLst>
                </a:prstGeom>
                <a:gradFill flip="none" rotWithShape="1">
                  <a:gsLst>
                    <a:gs pos="0">
                      <a:srgbClr val="FFFFFF"/>
                    </a:gs>
                    <a:gs pos="50000">
                      <a:srgbClr val="E6E6E6"/>
                    </a:gs>
                  </a:gsLst>
                  <a:lin ang="16200000" scaled="1"/>
                  <a:tileRect/>
                </a:gradFill>
                <a:ln w="12700">
                  <a:noFill/>
                  <a:round/>
                  <a:headEnd/>
                  <a:tailEnd/>
                </a:ln>
                <a:effectLst>
                  <a:innerShdw blurRad="76200" dist="12700" dir="18900000">
                    <a:prstClr val="black">
                      <a:alpha val="3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" name="Rechteck 149"/>
                <p:cNvSpPr/>
                <p:nvPr/>
              </p:nvSpPr>
              <p:spPr bwMode="gray">
                <a:xfrm>
                  <a:off x="2457990" y="5181563"/>
                  <a:ext cx="1200224" cy="1182688"/>
                </a:xfrm>
                <a:prstGeom prst="rect">
                  <a:avLst/>
                </a:prstGeom>
              </p:spPr>
              <p:txBody>
                <a:bodyPr wrap="square" lIns="72000" tIns="0" rIns="0" bIns="0" anchor="ctr">
                  <a:noAutofit/>
                </a:bodyPr>
                <a:lstStyle/>
                <a:p>
                  <a:pPr lvl="0" algn="ctr"/>
                  <a:r>
                    <a:rPr lang="de-DE" sz="2800" b="1" smtClean="0">
                      <a:solidFill>
                        <a:srgbClr val="000000"/>
                      </a:solidFill>
                    </a:rPr>
                    <a:t>62</a:t>
                  </a:r>
                  <a:r>
                    <a:rPr lang="de-DE" sz="1400" b="1" smtClean="0">
                      <a:solidFill>
                        <a:srgbClr val="000000"/>
                      </a:solidFill>
                    </a:rPr>
                    <a:t>%</a:t>
                  </a:r>
                  <a:endParaRPr lang="de-DE" sz="14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51" name="Halbbogen 150"/>
                <p:cNvSpPr/>
                <p:nvPr/>
              </p:nvSpPr>
              <p:spPr bwMode="gray">
                <a:xfrm flipH="1">
                  <a:off x="2457990" y="5181563"/>
                  <a:ext cx="1200224" cy="1200224"/>
                </a:xfrm>
                <a:prstGeom prst="blockArc">
                  <a:avLst>
                    <a:gd name="adj1" fmla="val 2505050"/>
                    <a:gd name="adj2" fmla="val 16224598"/>
                    <a:gd name="adj3" fmla="val 17222"/>
                  </a:avLst>
                </a:prstGeom>
                <a:solidFill>
                  <a:srgbClr val="7D7D7D"/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sp>
            <p:nvSpPr>
              <p:cNvPr id="148" name="Rechteck 147"/>
              <p:cNvSpPr/>
              <p:nvPr/>
            </p:nvSpPr>
            <p:spPr bwMode="gray">
              <a:xfrm>
                <a:off x="7253060" y="515535"/>
                <a:ext cx="2700788" cy="1430000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050" b="1" dirty="0" smtClean="0"/>
                  <a:t>This is a placeholder text, </a:t>
                </a:r>
                <a:r>
                  <a:rPr lang="en-US" sz="1050" b="1" dirty="0" smtClean="0">
                    <a:solidFill>
                      <a:schemeClr val="accent1"/>
                    </a:solidFill>
                  </a:rPr>
                  <a:t/>
                </a:r>
                <a:br>
                  <a:rPr lang="en-US" sz="1050" b="1" dirty="0" smtClean="0">
                    <a:solidFill>
                      <a:schemeClr val="accent1"/>
                    </a:solidFill>
                  </a:rPr>
                </a:br>
                <a:r>
                  <a:rPr lang="en-US" sz="1050" dirty="0" smtClean="0">
                    <a:solidFill>
                      <a:srgbClr val="000000"/>
                    </a:solidFill>
                  </a:rPr>
                  <a:t>it can be replaced with your own text.</a:t>
                </a:r>
                <a:endParaRPr lang="en-US" sz="105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1050" dirty="0" smtClean="0">
                    <a:solidFill>
                      <a:srgbClr val="7D7D7D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11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152" name="Gruppieren 151"/>
            <p:cNvGrpSpPr/>
            <p:nvPr/>
          </p:nvGrpSpPr>
          <p:grpSpPr bwMode="gray">
            <a:xfrm>
              <a:off x="7516771" y="5031008"/>
              <a:ext cx="1200224" cy="1200224"/>
              <a:chOff x="2457990" y="5181563"/>
              <a:chExt cx="1200224" cy="1200224"/>
            </a:xfrm>
          </p:grpSpPr>
          <p:sp>
            <p:nvSpPr>
              <p:cNvPr id="153" name="Rad 152"/>
              <p:cNvSpPr/>
              <p:nvPr/>
            </p:nvSpPr>
            <p:spPr bwMode="gray">
              <a:xfrm flipH="1">
                <a:off x="2457990" y="5181563"/>
                <a:ext cx="1200224" cy="1200224"/>
              </a:xfrm>
              <a:prstGeom prst="donut">
                <a:avLst>
                  <a:gd name="adj" fmla="val 17195"/>
                </a:avLst>
              </a:prstGeom>
              <a:gradFill flip="none" rotWithShape="1">
                <a:gsLst>
                  <a:gs pos="0">
                    <a:srgbClr val="FFFFFF"/>
                  </a:gs>
                  <a:gs pos="50000">
                    <a:srgbClr val="E6E6E6"/>
                  </a:gs>
                </a:gsLst>
                <a:lin ang="16200000" scaled="1"/>
                <a:tileRect/>
              </a:gradFill>
              <a:ln w="12700">
                <a:noFill/>
                <a:round/>
                <a:headEnd/>
                <a:tailEnd/>
              </a:ln>
              <a:effectLst>
                <a:innerShdw blurRad="76200" dist="12700" dir="18900000">
                  <a:prstClr val="black">
                    <a:alpha val="3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54" name="Rechteck 153"/>
              <p:cNvSpPr/>
              <p:nvPr/>
            </p:nvSpPr>
            <p:spPr bwMode="gray">
              <a:xfrm>
                <a:off x="2457990" y="5181563"/>
                <a:ext cx="1200224" cy="1182688"/>
              </a:xfrm>
              <a:prstGeom prst="rect">
                <a:avLst/>
              </a:prstGeom>
            </p:spPr>
            <p:txBody>
              <a:bodyPr wrap="square" lIns="72000" tIns="0" rIns="0" bIns="0" anchor="ctr">
                <a:noAutofit/>
              </a:bodyPr>
              <a:lstStyle/>
              <a:p>
                <a:pPr lvl="0" algn="ctr"/>
                <a:r>
                  <a:rPr lang="de-DE" sz="2800" b="1" smtClean="0">
                    <a:solidFill>
                      <a:schemeClr val="accent1"/>
                    </a:solidFill>
                  </a:rPr>
                  <a:t>91</a:t>
                </a:r>
                <a:r>
                  <a:rPr lang="de-DE" sz="1400" b="1" smtClean="0">
                    <a:solidFill>
                      <a:schemeClr val="accent1"/>
                    </a:solidFill>
                  </a:rPr>
                  <a:t>%</a:t>
                </a:r>
                <a:endParaRPr lang="de-DE" sz="1400" b="1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5" name="Halbbogen 154"/>
              <p:cNvSpPr/>
              <p:nvPr/>
            </p:nvSpPr>
            <p:spPr bwMode="gray">
              <a:xfrm flipH="1">
                <a:off x="2457990" y="5181563"/>
                <a:ext cx="1200224" cy="1200224"/>
              </a:xfrm>
              <a:prstGeom prst="blockArc">
                <a:avLst>
                  <a:gd name="adj1" fmla="val 17987456"/>
                  <a:gd name="adj2" fmla="val 16224598"/>
                  <a:gd name="adj3" fmla="val 17222"/>
                </a:avLst>
              </a:pr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682" y="495970"/>
            <a:ext cx="8351818" cy="5880378"/>
            <a:chOff x="393682" y="495970"/>
            <a:chExt cx="8351818" cy="5880378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Gruppieren 334"/>
            <p:cNvGrpSpPr/>
            <p:nvPr/>
          </p:nvGrpSpPr>
          <p:grpSpPr bwMode="gray">
            <a:xfrm>
              <a:off x="479425" y="516209"/>
              <a:ext cx="2508399" cy="2860000"/>
              <a:chOff x="479425" y="516209"/>
              <a:chExt cx="2508399" cy="2860000"/>
            </a:xfrm>
          </p:grpSpPr>
          <p:grpSp>
            <p:nvGrpSpPr>
              <p:cNvPr id="270" name="Gruppieren 269"/>
              <p:cNvGrpSpPr/>
              <p:nvPr/>
            </p:nvGrpSpPr>
            <p:grpSpPr bwMode="gray">
              <a:xfrm>
                <a:off x="479425" y="1236208"/>
                <a:ext cx="2508399" cy="2140001"/>
                <a:chOff x="479425" y="1236208"/>
                <a:chExt cx="2508399" cy="2140001"/>
              </a:xfrm>
            </p:grpSpPr>
            <p:sp>
              <p:nvSpPr>
                <p:cNvPr id="73" name="Textfeld 72"/>
                <p:cNvSpPr txBox="1"/>
                <p:nvPr/>
              </p:nvSpPr>
              <p:spPr bwMode="gray">
                <a:xfrm>
                  <a:off x="603484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2020</a:t>
                  </a:r>
                  <a:endParaRPr lang="de-DE" sz="1100"/>
                </a:p>
              </p:txBody>
            </p:sp>
            <p:sp>
              <p:nvSpPr>
                <p:cNvPr id="74" name="Textfeld 73"/>
                <p:cNvSpPr txBox="1"/>
                <p:nvPr/>
              </p:nvSpPr>
              <p:spPr bwMode="gray">
                <a:xfrm>
                  <a:off x="979635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2021</a:t>
                  </a:r>
                  <a:endParaRPr lang="de-DE" sz="1100"/>
                </a:p>
              </p:txBody>
            </p:sp>
            <p:sp>
              <p:nvSpPr>
                <p:cNvPr id="75" name="Textfeld 74"/>
                <p:cNvSpPr txBox="1"/>
                <p:nvPr/>
              </p:nvSpPr>
              <p:spPr bwMode="gray">
                <a:xfrm>
                  <a:off x="1355787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2022</a:t>
                  </a:r>
                  <a:endParaRPr lang="de-DE" sz="1100"/>
                </a:p>
              </p:txBody>
            </p:sp>
            <p:sp>
              <p:nvSpPr>
                <p:cNvPr id="76" name="Textfeld 75"/>
                <p:cNvSpPr txBox="1"/>
                <p:nvPr/>
              </p:nvSpPr>
              <p:spPr bwMode="gray">
                <a:xfrm>
                  <a:off x="1731938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2023</a:t>
                  </a:r>
                  <a:endParaRPr lang="de-DE" sz="1100"/>
                </a:p>
              </p:txBody>
            </p:sp>
            <p:sp>
              <p:nvSpPr>
                <p:cNvPr id="77" name="Textfeld 76"/>
                <p:cNvSpPr txBox="1"/>
                <p:nvPr/>
              </p:nvSpPr>
              <p:spPr bwMode="gray">
                <a:xfrm>
                  <a:off x="2108090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2024</a:t>
                  </a:r>
                  <a:endParaRPr lang="de-DE" sz="1100"/>
                </a:p>
              </p:txBody>
            </p:sp>
            <p:sp>
              <p:nvSpPr>
                <p:cNvPr id="79" name="Textfeld 78"/>
                <p:cNvSpPr txBox="1"/>
                <p:nvPr/>
              </p:nvSpPr>
              <p:spPr bwMode="gray">
                <a:xfrm>
                  <a:off x="2484241" y="3016211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1100" smtClean="0"/>
                    <a:t>2025</a:t>
                  </a:r>
                  <a:endParaRPr lang="de-DE" sz="1100"/>
                </a:p>
              </p:txBody>
            </p:sp>
            <p:grpSp>
              <p:nvGrpSpPr>
                <p:cNvPr id="81" name="Gruppieren 4"/>
                <p:cNvGrpSpPr/>
                <p:nvPr/>
              </p:nvGrpSpPr>
              <p:grpSpPr bwMode="gray">
                <a:xfrm>
                  <a:off x="479425" y="1236208"/>
                  <a:ext cx="2508399" cy="1780002"/>
                  <a:chOff x="3202985" y="3500559"/>
                  <a:chExt cx="2735537" cy="1875035"/>
                </a:xfrm>
              </p:grpSpPr>
              <p:sp>
                <p:nvSpPr>
                  <p:cNvPr id="84" name="Rechteck 83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85" name="Rechteck 84"/>
                  <p:cNvSpPr/>
                  <p:nvPr/>
                </p:nvSpPr>
                <p:spPr bwMode="gray">
                  <a:xfrm>
                    <a:off x="548186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86" name="Rechteck 85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87" name="Rechteck 86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88" name="Rechteck 87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89" name="Rechteck 88"/>
                  <p:cNvSpPr/>
                  <p:nvPr/>
                </p:nvSpPr>
                <p:spPr bwMode="gray">
                  <a:xfrm>
                    <a:off x="5071657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4" name="Rechteck 93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99" name="Rechteck 98"/>
                  <p:cNvSpPr/>
                  <p:nvPr/>
                </p:nvSpPr>
                <p:spPr bwMode="gray">
                  <a:xfrm>
                    <a:off x="5481869" y="3614936"/>
                    <a:ext cx="227824" cy="176065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04" name="Rechteck 103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09" name="Rechteck 108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13" name="Rechteck 112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17" name="Rechteck 116"/>
                  <p:cNvSpPr/>
                  <p:nvPr/>
                </p:nvSpPr>
                <p:spPr bwMode="gray">
                  <a:xfrm>
                    <a:off x="5071657" y="3755500"/>
                    <a:ext cx="227824" cy="1620092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122" name="Gerade Verbindung 121"/>
                  <p:cNvCxnSpPr/>
                  <p:nvPr/>
                </p:nvCxnSpPr>
                <p:spPr bwMode="gray">
                  <a:xfrm flipV="1">
                    <a:off x="3202985" y="5375592"/>
                    <a:ext cx="2735537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" name="Textfeld 81"/>
              <p:cNvSpPr txBox="1"/>
              <p:nvPr/>
            </p:nvSpPr>
            <p:spPr bwMode="gray">
              <a:xfrm>
                <a:off x="479426" y="516209"/>
                <a:ext cx="2508398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en-US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83" name="Textfeld 82"/>
              <p:cNvSpPr txBox="1"/>
              <p:nvPr/>
            </p:nvSpPr>
            <p:spPr bwMode="gray">
              <a:xfrm>
                <a:off x="479425" y="876209"/>
                <a:ext cx="2508399" cy="180000"/>
              </a:xfrm>
              <a:prstGeom prst="rect">
                <a:avLst/>
              </a:prstGeom>
              <a:noFill/>
            </p:spPr>
            <p:txBody>
              <a:bodyPr wrap="square" lIns="7200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dirty="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en-US" sz="90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206" name="Gruppieren 205"/>
            <p:cNvGrpSpPr/>
            <p:nvPr/>
          </p:nvGrpSpPr>
          <p:grpSpPr bwMode="gray">
            <a:xfrm>
              <a:off x="3283413" y="516209"/>
              <a:ext cx="5287500" cy="2860000"/>
              <a:chOff x="3283413" y="516209"/>
              <a:chExt cx="5287500" cy="2860000"/>
            </a:xfrm>
          </p:grpSpPr>
          <p:sp>
            <p:nvSpPr>
              <p:cNvPr id="132" name="Textfeld 131"/>
              <p:cNvSpPr txBox="1"/>
              <p:nvPr/>
            </p:nvSpPr>
            <p:spPr bwMode="gray">
              <a:xfrm>
                <a:off x="3412128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2020</a:t>
                </a:r>
                <a:endParaRPr lang="de-DE" sz="1100"/>
              </a:p>
            </p:txBody>
          </p:sp>
          <p:sp>
            <p:nvSpPr>
              <p:cNvPr id="137" name="Textfeld 136"/>
              <p:cNvSpPr txBox="1"/>
              <p:nvPr/>
            </p:nvSpPr>
            <p:spPr bwMode="gray">
              <a:xfrm>
                <a:off x="3800927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2021</a:t>
                </a:r>
                <a:endParaRPr lang="de-DE" sz="1100"/>
              </a:p>
            </p:txBody>
          </p:sp>
          <p:sp>
            <p:nvSpPr>
              <p:cNvPr id="138" name="Textfeld 137"/>
              <p:cNvSpPr txBox="1"/>
              <p:nvPr/>
            </p:nvSpPr>
            <p:spPr bwMode="gray">
              <a:xfrm>
                <a:off x="4189726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2022</a:t>
                </a:r>
                <a:endParaRPr lang="de-DE" sz="1100"/>
              </a:p>
            </p:txBody>
          </p:sp>
          <p:sp>
            <p:nvSpPr>
              <p:cNvPr id="139" name="Textfeld 138"/>
              <p:cNvSpPr txBox="1"/>
              <p:nvPr/>
            </p:nvSpPr>
            <p:spPr bwMode="gray">
              <a:xfrm>
                <a:off x="4578525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2023</a:t>
                </a:r>
                <a:endParaRPr lang="de-DE" sz="1100"/>
              </a:p>
            </p:txBody>
          </p:sp>
          <p:sp>
            <p:nvSpPr>
              <p:cNvPr id="144" name="Textfeld 143"/>
              <p:cNvSpPr txBox="1"/>
              <p:nvPr/>
            </p:nvSpPr>
            <p:spPr bwMode="gray">
              <a:xfrm>
                <a:off x="4967324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2024</a:t>
                </a:r>
                <a:endParaRPr lang="de-DE" sz="1100"/>
              </a:p>
            </p:txBody>
          </p:sp>
          <p:sp>
            <p:nvSpPr>
              <p:cNvPr id="145" name="Textfeld 144"/>
              <p:cNvSpPr txBox="1"/>
              <p:nvPr/>
            </p:nvSpPr>
            <p:spPr bwMode="gray">
              <a:xfrm>
                <a:off x="5356123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2025</a:t>
                </a:r>
                <a:endParaRPr lang="de-DE" sz="1100"/>
              </a:p>
            </p:txBody>
          </p:sp>
          <p:cxnSp>
            <p:nvCxnSpPr>
              <p:cNvPr id="169" name="Gerade Verbindung 168"/>
              <p:cNvCxnSpPr/>
              <p:nvPr/>
            </p:nvCxnSpPr>
            <p:spPr bwMode="gray">
              <a:xfrm>
                <a:off x="3283413" y="3016210"/>
                <a:ext cx="5287500" cy="0"/>
              </a:xfrm>
              <a:prstGeom prst="line">
                <a:avLst/>
              </a:prstGeom>
              <a:ln>
                <a:solidFill>
                  <a:srgbClr val="C0C0C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extfeld 151"/>
              <p:cNvSpPr txBox="1"/>
              <p:nvPr/>
            </p:nvSpPr>
            <p:spPr bwMode="gray">
              <a:xfrm>
                <a:off x="3283414" y="516209"/>
                <a:ext cx="2602540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en-US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56" name="Textfeld 155"/>
              <p:cNvSpPr txBox="1"/>
              <p:nvPr/>
            </p:nvSpPr>
            <p:spPr bwMode="gray">
              <a:xfrm>
                <a:off x="3283413" y="876209"/>
                <a:ext cx="2602541" cy="180000"/>
              </a:xfrm>
              <a:prstGeom prst="rect">
                <a:avLst/>
              </a:prstGeom>
              <a:noFill/>
            </p:spPr>
            <p:txBody>
              <a:bodyPr wrap="square" lIns="7200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dirty="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en-US" sz="9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05" name="Gruppieren 204"/>
              <p:cNvGrpSpPr/>
              <p:nvPr/>
            </p:nvGrpSpPr>
            <p:grpSpPr bwMode="gray">
              <a:xfrm>
                <a:off x="3500161" y="1236208"/>
                <a:ext cx="4881826" cy="1780002"/>
                <a:chOff x="3500161" y="1236208"/>
                <a:chExt cx="4881826" cy="1780002"/>
              </a:xfrm>
            </p:grpSpPr>
            <p:grpSp>
              <p:nvGrpSpPr>
                <p:cNvPr id="193" name="Gruppieren 192"/>
                <p:cNvGrpSpPr/>
                <p:nvPr/>
              </p:nvGrpSpPr>
              <p:grpSpPr bwMode="gray">
                <a:xfrm>
                  <a:off x="3500161" y="1236208"/>
                  <a:ext cx="216748" cy="1780002"/>
                  <a:chOff x="3500161" y="1236208"/>
                  <a:chExt cx="216748" cy="1780002"/>
                </a:xfrm>
              </p:grpSpPr>
              <p:sp>
                <p:nvSpPr>
                  <p:cNvPr id="157" name="Rechteck 156"/>
                  <p:cNvSpPr/>
                  <p:nvPr/>
                </p:nvSpPr>
                <p:spPr bwMode="gray">
                  <a:xfrm>
                    <a:off x="3500161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3" name="Rechteck 162"/>
                  <p:cNvSpPr/>
                  <p:nvPr/>
                </p:nvSpPr>
                <p:spPr bwMode="gray">
                  <a:xfrm>
                    <a:off x="3500161" y="2780984"/>
                    <a:ext cx="216748" cy="235221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70" name="Gruppieren 169"/>
                <p:cNvGrpSpPr/>
                <p:nvPr/>
              </p:nvGrpSpPr>
              <p:grpSpPr bwMode="gray">
                <a:xfrm>
                  <a:off x="5443941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58" name="Rechteck 157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4" name="Rechteck 163"/>
                  <p:cNvSpPr/>
                  <p:nvPr/>
                </p:nvSpPr>
                <p:spPr bwMode="gray">
                  <a:xfrm>
                    <a:off x="5451502" y="1443392"/>
                    <a:ext cx="216748" cy="157281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95" name="Gruppieren 194"/>
                <p:cNvGrpSpPr/>
                <p:nvPr/>
              </p:nvGrpSpPr>
              <p:grpSpPr bwMode="gray">
                <a:xfrm>
                  <a:off x="3888917" y="1236208"/>
                  <a:ext cx="216748" cy="1780002"/>
                  <a:chOff x="3890429" y="1236208"/>
                  <a:chExt cx="216748" cy="1780002"/>
                </a:xfrm>
              </p:grpSpPr>
              <p:sp>
                <p:nvSpPr>
                  <p:cNvPr id="159" name="Rechteck 158"/>
                  <p:cNvSpPr/>
                  <p:nvPr/>
                </p:nvSpPr>
                <p:spPr bwMode="gray">
                  <a:xfrm>
                    <a:off x="3890429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5" name="Rechteck 164"/>
                  <p:cNvSpPr/>
                  <p:nvPr/>
                </p:nvSpPr>
                <p:spPr bwMode="gray">
                  <a:xfrm>
                    <a:off x="3890429" y="2247218"/>
                    <a:ext cx="216748" cy="768988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94" name="Gruppieren 193"/>
                <p:cNvGrpSpPr/>
                <p:nvPr/>
              </p:nvGrpSpPr>
              <p:grpSpPr bwMode="gray">
                <a:xfrm>
                  <a:off x="4277673" y="1236208"/>
                  <a:ext cx="216748" cy="1780002"/>
                  <a:chOff x="4280697" y="1236208"/>
                  <a:chExt cx="216748" cy="1780002"/>
                </a:xfrm>
              </p:grpSpPr>
              <p:sp>
                <p:nvSpPr>
                  <p:cNvPr id="160" name="Rechteck 159"/>
                  <p:cNvSpPr/>
                  <p:nvPr/>
                </p:nvSpPr>
                <p:spPr bwMode="gray">
                  <a:xfrm>
                    <a:off x="4280697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6" name="Rechteck 165"/>
                  <p:cNvSpPr/>
                  <p:nvPr/>
                </p:nvSpPr>
                <p:spPr bwMode="gray">
                  <a:xfrm>
                    <a:off x="4280697" y="2357791"/>
                    <a:ext cx="216748" cy="658415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96" name="Gruppieren 195"/>
                <p:cNvGrpSpPr/>
                <p:nvPr/>
              </p:nvGrpSpPr>
              <p:grpSpPr bwMode="gray">
                <a:xfrm>
                  <a:off x="4666429" y="1236208"/>
                  <a:ext cx="216748" cy="1780002"/>
                  <a:chOff x="4670966" y="1236208"/>
                  <a:chExt cx="216748" cy="1780002"/>
                </a:xfrm>
              </p:grpSpPr>
              <p:sp>
                <p:nvSpPr>
                  <p:cNvPr id="161" name="Rechteck 160"/>
                  <p:cNvSpPr/>
                  <p:nvPr/>
                </p:nvSpPr>
                <p:spPr bwMode="gray">
                  <a:xfrm>
                    <a:off x="4670966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7" name="Rechteck 166"/>
                  <p:cNvSpPr/>
                  <p:nvPr/>
                </p:nvSpPr>
                <p:spPr bwMode="gray">
                  <a:xfrm>
                    <a:off x="4670966" y="1611666"/>
                    <a:ext cx="216748" cy="1404541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97" name="Gruppieren 196"/>
                <p:cNvGrpSpPr/>
                <p:nvPr/>
              </p:nvGrpSpPr>
              <p:grpSpPr bwMode="gray">
                <a:xfrm>
                  <a:off x="5055185" y="1236208"/>
                  <a:ext cx="216748" cy="1780002"/>
                  <a:chOff x="5061234" y="1236208"/>
                  <a:chExt cx="216748" cy="1780002"/>
                </a:xfrm>
              </p:grpSpPr>
              <p:sp>
                <p:nvSpPr>
                  <p:cNvPr id="162" name="Rechteck 161"/>
                  <p:cNvSpPr/>
                  <p:nvPr/>
                </p:nvSpPr>
                <p:spPr bwMode="gray">
                  <a:xfrm>
                    <a:off x="5061234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68" name="Rechteck 167"/>
                  <p:cNvSpPr/>
                  <p:nvPr/>
                </p:nvSpPr>
                <p:spPr bwMode="gray">
                  <a:xfrm>
                    <a:off x="5061234" y="1987498"/>
                    <a:ext cx="216748" cy="1028710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72" name="Gruppieren 171"/>
                <p:cNvGrpSpPr/>
                <p:nvPr/>
              </p:nvGrpSpPr>
              <p:grpSpPr bwMode="gray">
                <a:xfrm>
                  <a:off x="5832697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73" name="Rechteck 172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4" name="Rechteck 173"/>
                  <p:cNvSpPr/>
                  <p:nvPr/>
                </p:nvSpPr>
                <p:spPr bwMode="gray">
                  <a:xfrm>
                    <a:off x="5451502" y="2161308"/>
                    <a:ext cx="216748" cy="854899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75" name="Gruppieren 174"/>
                <p:cNvGrpSpPr/>
                <p:nvPr/>
              </p:nvGrpSpPr>
              <p:grpSpPr bwMode="gray">
                <a:xfrm>
                  <a:off x="6221453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76" name="Rechteck 175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77" name="Rechteck 176"/>
                  <p:cNvSpPr/>
                  <p:nvPr/>
                </p:nvSpPr>
                <p:spPr bwMode="gray">
                  <a:xfrm>
                    <a:off x="5451502" y="1828800"/>
                    <a:ext cx="216748" cy="118740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78" name="Gruppieren 177"/>
                <p:cNvGrpSpPr/>
                <p:nvPr/>
              </p:nvGrpSpPr>
              <p:grpSpPr bwMode="gray">
                <a:xfrm>
                  <a:off x="6610209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79" name="Rechteck 178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0" name="Rechteck 179"/>
                  <p:cNvSpPr/>
                  <p:nvPr/>
                </p:nvSpPr>
                <p:spPr bwMode="gray">
                  <a:xfrm>
                    <a:off x="5451502" y="1654988"/>
                    <a:ext cx="216748" cy="136122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81" name="Gruppieren 180"/>
                <p:cNvGrpSpPr/>
                <p:nvPr/>
              </p:nvGrpSpPr>
              <p:grpSpPr bwMode="gray">
                <a:xfrm>
                  <a:off x="6998965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82" name="Rechteck 181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3" name="Rechteck 182"/>
                  <p:cNvSpPr/>
                  <p:nvPr/>
                </p:nvSpPr>
                <p:spPr bwMode="gray">
                  <a:xfrm>
                    <a:off x="5451502" y="1344788"/>
                    <a:ext cx="216748" cy="167142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84" name="Gruppieren 183"/>
                <p:cNvGrpSpPr/>
                <p:nvPr/>
              </p:nvGrpSpPr>
              <p:grpSpPr bwMode="gray">
                <a:xfrm>
                  <a:off x="7387721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85" name="Rechteck 184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6" name="Rechteck 185"/>
                  <p:cNvSpPr/>
                  <p:nvPr/>
                </p:nvSpPr>
                <p:spPr bwMode="gray">
                  <a:xfrm>
                    <a:off x="5451502" y="2017726"/>
                    <a:ext cx="216748" cy="998482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87" name="Gruppieren 186"/>
                <p:cNvGrpSpPr/>
                <p:nvPr/>
              </p:nvGrpSpPr>
              <p:grpSpPr bwMode="gray">
                <a:xfrm>
                  <a:off x="7776477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88" name="Rechteck 187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89" name="Rechteck 188"/>
                  <p:cNvSpPr/>
                  <p:nvPr/>
                </p:nvSpPr>
                <p:spPr bwMode="gray">
                  <a:xfrm>
                    <a:off x="5451502" y="2312450"/>
                    <a:ext cx="216748" cy="70375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190" name="Gruppieren 189"/>
                <p:cNvGrpSpPr/>
                <p:nvPr/>
              </p:nvGrpSpPr>
              <p:grpSpPr bwMode="gray">
                <a:xfrm>
                  <a:off x="8165239" y="1236208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191" name="Rechteck 190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192" name="Rechteck 191"/>
                  <p:cNvSpPr/>
                  <p:nvPr/>
                </p:nvSpPr>
                <p:spPr bwMode="gray">
                  <a:xfrm>
                    <a:off x="5451502" y="1564304"/>
                    <a:ext cx="216748" cy="1451904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</p:grpSp>
          <p:sp>
            <p:nvSpPr>
              <p:cNvPr id="198" name="Textfeld 197"/>
              <p:cNvSpPr txBox="1"/>
              <p:nvPr/>
            </p:nvSpPr>
            <p:spPr bwMode="gray">
              <a:xfrm>
                <a:off x="8077721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2025</a:t>
                </a:r>
                <a:endParaRPr lang="de-DE" sz="1100"/>
              </a:p>
            </p:txBody>
          </p:sp>
          <p:sp>
            <p:nvSpPr>
              <p:cNvPr id="199" name="Textfeld 198"/>
              <p:cNvSpPr txBox="1"/>
              <p:nvPr/>
            </p:nvSpPr>
            <p:spPr bwMode="gray">
              <a:xfrm>
                <a:off x="5744922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2020</a:t>
                </a:r>
                <a:endParaRPr lang="de-DE" sz="1100"/>
              </a:p>
            </p:txBody>
          </p:sp>
          <p:sp>
            <p:nvSpPr>
              <p:cNvPr id="200" name="Textfeld 199"/>
              <p:cNvSpPr txBox="1"/>
              <p:nvPr/>
            </p:nvSpPr>
            <p:spPr bwMode="gray">
              <a:xfrm>
                <a:off x="6133721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2021</a:t>
                </a:r>
                <a:endParaRPr lang="de-DE" sz="1100"/>
              </a:p>
            </p:txBody>
          </p:sp>
          <p:sp>
            <p:nvSpPr>
              <p:cNvPr id="201" name="Textfeld 200"/>
              <p:cNvSpPr txBox="1"/>
              <p:nvPr/>
            </p:nvSpPr>
            <p:spPr bwMode="gray">
              <a:xfrm>
                <a:off x="6522520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2022</a:t>
                </a:r>
                <a:endParaRPr lang="de-DE" sz="1100"/>
              </a:p>
            </p:txBody>
          </p:sp>
          <p:sp>
            <p:nvSpPr>
              <p:cNvPr id="202" name="Textfeld 201"/>
              <p:cNvSpPr txBox="1"/>
              <p:nvPr/>
            </p:nvSpPr>
            <p:spPr bwMode="gray">
              <a:xfrm>
                <a:off x="6911319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2023</a:t>
                </a:r>
                <a:endParaRPr lang="de-DE" sz="1100"/>
              </a:p>
            </p:txBody>
          </p:sp>
          <p:sp>
            <p:nvSpPr>
              <p:cNvPr id="203" name="Textfeld 202"/>
              <p:cNvSpPr txBox="1"/>
              <p:nvPr/>
            </p:nvSpPr>
            <p:spPr bwMode="gray">
              <a:xfrm>
                <a:off x="7300118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2024</a:t>
                </a:r>
                <a:endParaRPr lang="de-DE" sz="1100"/>
              </a:p>
            </p:txBody>
          </p:sp>
          <p:sp>
            <p:nvSpPr>
              <p:cNvPr id="204" name="Textfeld 203"/>
              <p:cNvSpPr txBox="1"/>
              <p:nvPr/>
            </p:nvSpPr>
            <p:spPr bwMode="gray">
              <a:xfrm>
                <a:off x="7688917" y="3016211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2025</a:t>
                </a:r>
                <a:endParaRPr lang="de-DE" sz="1100"/>
              </a:p>
            </p:txBody>
          </p:sp>
        </p:grpSp>
        <p:grpSp>
          <p:nvGrpSpPr>
            <p:cNvPr id="336" name="Gruppieren 335"/>
            <p:cNvGrpSpPr/>
            <p:nvPr/>
          </p:nvGrpSpPr>
          <p:grpSpPr bwMode="gray">
            <a:xfrm>
              <a:off x="479425" y="3516348"/>
              <a:ext cx="3948559" cy="2860000"/>
              <a:chOff x="479425" y="3516348"/>
              <a:chExt cx="3948559" cy="2860000"/>
            </a:xfrm>
          </p:grpSpPr>
          <p:sp>
            <p:nvSpPr>
              <p:cNvPr id="208" name="Textfeld 207"/>
              <p:cNvSpPr txBox="1"/>
              <p:nvPr/>
            </p:nvSpPr>
            <p:spPr bwMode="gray">
              <a:xfrm>
                <a:off x="608140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2020</a:t>
                </a:r>
                <a:endParaRPr lang="de-DE" sz="1100"/>
              </a:p>
            </p:txBody>
          </p:sp>
          <p:sp>
            <p:nvSpPr>
              <p:cNvPr id="209" name="Textfeld 208"/>
              <p:cNvSpPr txBox="1"/>
              <p:nvPr/>
            </p:nvSpPr>
            <p:spPr bwMode="gray">
              <a:xfrm>
                <a:off x="1020555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2021</a:t>
                </a:r>
                <a:endParaRPr lang="de-DE" sz="1100"/>
              </a:p>
            </p:txBody>
          </p:sp>
          <p:sp>
            <p:nvSpPr>
              <p:cNvPr id="210" name="Textfeld 209"/>
              <p:cNvSpPr txBox="1"/>
              <p:nvPr/>
            </p:nvSpPr>
            <p:spPr bwMode="gray">
              <a:xfrm>
                <a:off x="1432970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2022</a:t>
                </a:r>
                <a:endParaRPr lang="de-DE" sz="1100"/>
              </a:p>
            </p:txBody>
          </p:sp>
          <p:sp>
            <p:nvSpPr>
              <p:cNvPr id="211" name="Textfeld 210"/>
              <p:cNvSpPr txBox="1"/>
              <p:nvPr/>
            </p:nvSpPr>
            <p:spPr bwMode="gray">
              <a:xfrm>
                <a:off x="1845385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2023</a:t>
                </a:r>
                <a:endParaRPr lang="de-DE" sz="1100"/>
              </a:p>
            </p:txBody>
          </p:sp>
          <p:sp>
            <p:nvSpPr>
              <p:cNvPr id="212" name="Textfeld 211"/>
              <p:cNvSpPr txBox="1"/>
              <p:nvPr/>
            </p:nvSpPr>
            <p:spPr bwMode="gray">
              <a:xfrm>
                <a:off x="2257800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2024</a:t>
                </a:r>
                <a:endParaRPr lang="de-DE" sz="1100"/>
              </a:p>
            </p:txBody>
          </p:sp>
          <p:sp>
            <p:nvSpPr>
              <p:cNvPr id="213" name="Textfeld 212"/>
              <p:cNvSpPr txBox="1"/>
              <p:nvPr/>
            </p:nvSpPr>
            <p:spPr bwMode="gray">
              <a:xfrm>
                <a:off x="2670215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2025</a:t>
                </a:r>
                <a:endParaRPr lang="de-DE" sz="1100"/>
              </a:p>
            </p:txBody>
          </p:sp>
          <p:cxnSp>
            <p:nvCxnSpPr>
              <p:cNvPr id="214" name="Gerade Verbindung 213"/>
              <p:cNvCxnSpPr/>
              <p:nvPr/>
            </p:nvCxnSpPr>
            <p:spPr bwMode="gray">
              <a:xfrm>
                <a:off x="479425" y="6016349"/>
                <a:ext cx="3948559" cy="0"/>
              </a:xfrm>
              <a:prstGeom prst="line">
                <a:avLst/>
              </a:prstGeom>
              <a:ln>
                <a:solidFill>
                  <a:srgbClr val="C0C0C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Textfeld 214"/>
              <p:cNvSpPr txBox="1"/>
              <p:nvPr/>
            </p:nvSpPr>
            <p:spPr bwMode="gray">
              <a:xfrm>
                <a:off x="479426" y="3516348"/>
                <a:ext cx="2602540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2400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en-US" sz="24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en-US" sz="24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16" name="Textfeld 215"/>
              <p:cNvSpPr txBox="1"/>
              <p:nvPr/>
            </p:nvSpPr>
            <p:spPr bwMode="gray">
              <a:xfrm>
                <a:off x="479425" y="3876348"/>
                <a:ext cx="2602541" cy="180000"/>
              </a:xfrm>
              <a:prstGeom prst="rect">
                <a:avLst/>
              </a:prstGeom>
              <a:noFill/>
            </p:spPr>
            <p:txBody>
              <a:bodyPr wrap="square" lIns="7200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900" dirty="0" smtClean="0">
                    <a:solidFill>
                      <a:srgbClr val="7D7D7D"/>
                    </a:solidFill>
                  </a:rPr>
                  <a:t>This is a placeholder text. Replace this text.</a:t>
                </a:r>
                <a:endParaRPr lang="en-US" sz="900" dirty="0">
                  <a:solidFill>
                    <a:srgbClr val="7D7D7D"/>
                  </a:solidFill>
                </a:endParaRPr>
              </a:p>
            </p:txBody>
          </p:sp>
          <p:grpSp>
            <p:nvGrpSpPr>
              <p:cNvPr id="267" name="Gruppieren 266"/>
              <p:cNvGrpSpPr/>
              <p:nvPr/>
            </p:nvGrpSpPr>
            <p:grpSpPr bwMode="gray">
              <a:xfrm>
                <a:off x="696173" y="4236347"/>
                <a:ext cx="3515722" cy="1780002"/>
                <a:chOff x="696173" y="4236347"/>
                <a:chExt cx="3515722" cy="1780002"/>
              </a:xfrm>
            </p:grpSpPr>
            <p:grpSp>
              <p:nvGrpSpPr>
                <p:cNvPr id="225" name="Gruppieren 224"/>
                <p:cNvGrpSpPr/>
                <p:nvPr/>
              </p:nvGrpSpPr>
              <p:grpSpPr bwMode="gray">
                <a:xfrm>
                  <a:off x="696173" y="4236347"/>
                  <a:ext cx="216748" cy="1780002"/>
                  <a:chOff x="3500161" y="1236208"/>
                  <a:chExt cx="216748" cy="1780002"/>
                </a:xfrm>
              </p:grpSpPr>
              <p:sp>
                <p:nvSpPr>
                  <p:cNvPr id="262" name="Rechteck 261"/>
                  <p:cNvSpPr/>
                  <p:nvPr/>
                </p:nvSpPr>
                <p:spPr bwMode="gray">
                  <a:xfrm>
                    <a:off x="3500161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63" name="Rechteck 262"/>
                  <p:cNvSpPr/>
                  <p:nvPr/>
                </p:nvSpPr>
                <p:spPr bwMode="gray">
                  <a:xfrm>
                    <a:off x="3500161" y="2780984"/>
                    <a:ext cx="216748" cy="235221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26" name="Gruppieren 225"/>
                <p:cNvGrpSpPr/>
                <p:nvPr/>
              </p:nvGrpSpPr>
              <p:grpSpPr bwMode="gray">
                <a:xfrm>
                  <a:off x="2758033" y="4236347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260" name="Rechteck 259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61" name="Rechteck 260"/>
                  <p:cNvSpPr/>
                  <p:nvPr/>
                </p:nvSpPr>
                <p:spPr bwMode="gray">
                  <a:xfrm>
                    <a:off x="5451502" y="1443392"/>
                    <a:ext cx="216748" cy="157281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27" name="Gruppieren 226"/>
                <p:cNvGrpSpPr/>
                <p:nvPr/>
              </p:nvGrpSpPr>
              <p:grpSpPr bwMode="gray">
                <a:xfrm>
                  <a:off x="1108545" y="4236347"/>
                  <a:ext cx="216748" cy="1780002"/>
                  <a:chOff x="3890429" y="1236208"/>
                  <a:chExt cx="216748" cy="1780002"/>
                </a:xfrm>
              </p:grpSpPr>
              <p:sp>
                <p:nvSpPr>
                  <p:cNvPr id="258" name="Rechteck 257"/>
                  <p:cNvSpPr/>
                  <p:nvPr/>
                </p:nvSpPr>
                <p:spPr bwMode="gray">
                  <a:xfrm>
                    <a:off x="3890429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59" name="Rechteck 258"/>
                  <p:cNvSpPr/>
                  <p:nvPr/>
                </p:nvSpPr>
                <p:spPr bwMode="gray">
                  <a:xfrm>
                    <a:off x="3890429" y="2247218"/>
                    <a:ext cx="216748" cy="768988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28" name="Gruppieren 227"/>
                <p:cNvGrpSpPr/>
                <p:nvPr/>
              </p:nvGrpSpPr>
              <p:grpSpPr bwMode="gray">
                <a:xfrm>
                  <a:off x="1520917" y="4236347"/>
                  <a:ext cx="216748" cy="1780002"/>
                  <a:chOff x="4280697" y="1236208"/>
                  <a:chExt cx="216748" cy="1780002"/>
                </a:xfrm>
              </p:grpSpPr>
              <p:sp>
                <p:nvSpPr>
                  <p:cNvPr id="256" name="Rechteck 255"/>
                  <p:cNvSpPr/>
                  <p:nvPr/>
                </p:nvSpPr>
                <p:spPr bwMode="gray">
                  <a:xfrm>
                    <a:off x="4280697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57" name="Rechteck 256"/>
                  <p:cNvSpPr/>
                  <p:nvPr/>
                </p:nvSpPr>
                <p:spPr bwMode="gray">
                  <a:xfrm>
                    <a:off x="4280697" y="2357791"/>
                    <a:ext cx="216748" cy="658415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29" name="Gruppieren 228"/>
                <p:cNvGrpSpPr/>
                <p:nvPr/>
              </p:nvGrpSpPr>
              <p:grpSpPr bwMode="gray">
                <a:xfrm>
                  <a:off x="1933289" y="4236347"/>
                  <a:ext cx="216748" cy="1780002"/>
                  <a:chOff x="4670966" y="1236208"/>
                  <a:chExt cx="216748" cy="1780002"/>
                </a:xfrm>
              </p:grpSpPr>
              <p:sp>
                <p:nvSpPr>
                  <p:cNvPr id="254" name="Rechteck 253"/>
                  <p:cNvSpPr/>
                  <p:nvPr/>
                </p:nvSpPr>
                <p:spPr bwMode="gray">
                  <a:xfrm>
                    <a:off x="4670966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55" name="Rechteck 254"/>
                  <p:cNvSpPr/>
                  <p:nvPr/>
                </p:nvSpPr>
                <p:spPr bwMode="gray">
                  <a:xfrm>
                    <a:off x="4670966" y="1611666"/>
                    <a:ext cx="216748" cy="1404541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30" name="Gruppieren 229"/>
                <p:cNvGrpSpPr/>
                <p:nvPr/>
              </p:nvGrpSpPr>
              <p:grpSpPr bwMode="gray">
                <a:xfrm>
                  <a:off x="2345661" y="4236347"/>
                  <a:ext cx="216748" cy="1780002"/>
                  <a:chOff x="5061234" y="1236208"/>
                  <a:chExt cx="216748" cy="1780002"/>
                </a:xfrm>
              </p:grpSpPr>
              <p:sp>
                <p:nvSpPr>
                  <p:cNvPr id="252" name="Rechteck 251"/>
                  <p:cNvSpPr/>
                  <p:nvPr/>
                </p:nvSpPr>
                <p:spPr bwMode="gray">
                  <a:xfrm>
                    <a:off x="5061234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53" name="Rechteck 252"/>
                  <p:cNvSpPr/>
                  <p:nvPr/>
                </p:nvSpPr>
                <p:spPr bwMode="gray">
                  <a:xfrm>
                    <a:off x="5061234" y="1987498"/>
                    <a:ext cx="216748" cy="102871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31" name="Gruppieren 230"/>
                <p:cNvGrpSpPr/>
                <p:nvPr/>
              </p:nvGrpSpPr>
              <p:grpSpPr bwMode="gray">
                <a:xfrm>
                  <a:off x="3170405" y="4236347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250" name="Rechteck 249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51" name="Rechteck 250"/>
                  <p:cNvSpPr/>
                  <p:nvPr/>
                </p:nvSpPr>
                <p:spPr bwMode="gray">
                  <a:xfrm>
                    <a:off x="5451502" y="2161308"/>
                    <a:ext cx="216748" cy="854899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32" name="Gruppieren 231"/>
                <p:cNvGrpSpPr/>
                <p:nvPr/>
              </p:nvGrpSpPr>
              <p:grpSpPr bwMode="gray">
                <a:xfrm>
                  <a:off x="3582777" y="4236347"/>
                  <a:ext cx="216748" cy="1780002"/>
                  <a:chOff x="5451502" y="1236208"/>
                  <a:chExt cx="216748" cy="1780002"/>
                </a:xfrm>
              </p:grpSpPr>
              <p:sp>
                <p:nvSpPr>
                  <p:cNvPr id="248" name="Rechteck 247"/>
                  <p:cNvSpPr/>
                  <p:nvPr/>
                </p:nvSpPr>
                <p:spPr bwMode="gray">
                  <a:xfrm>
                    <a:off x="5451502" y="1236208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49" name="Rechteck 248"/>
                  <p:cNvSpPr/>
                  <p:nvPr/>
                </p:nvSpPr>
                <p:spPr bwMode="gray">
                  <a:xfrm>
                    <a:off x="5451502" y="1828800"/>
                    <a:ext cx="216748" cy="118740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  <p:grpSp>
              <p:nvGrpSpPr>
                <p:cNvPr id="266" name="Gruppieren 265"/>
                <p:cNvGrpSpPr/>
                <p:nvPr/>
              </p:nvGrpSpPr>
              <p:grpSpPr bwMode="gray">
                <a:xfrm>
                  <a:off x="3995147" y="4236347"/>
                  <a:ext cx="216748" cy="1780002"/>
                  <a:chOff x="3995147" y="4236347"/>
                  <a:chExt cx="216748" cy="1780002"/>
                </a:xfrm>
              </p:grpSpPr>
              <p:sp>
                <p:nvSpPr>
                  <p:cNvPr id="246" name="Rechteck 245"/>
                  <p:cNvSpPr/>
                  <p:nvPr/>
                </p:nvSpPr>
                <p:spPr bwMode="gray">
                  <a:xfrm>
                    <a:off x="3995147" y="4236347"/>
                    <a:ext cx="216748" cy="1780002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47" name="Rechteck 246"/>
                  <p:cNvSpPr/>
                  <p:nvPr/>
                </p:nvSpPr>
                <p:spPr bwMode="gray">
                  <a:xfrm>
                    <a:off x="3995147" y="4655127"/>
                    <a:ext cx="216748" cy="1361220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</p:grpSp>
          </p:grpSp>
          <p:sp>
            <p:nvSpPr>
              <p:cNvPr id="219" name="Textfeld 218"/>
              <p:cNvSpPr txBox="1"/>
              <p:nvPr/>
            </p:nvSpPr>
            <p:spPr bwMode="gray">
              <a:xfrm>
                <a:off x="3082630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2020</a:t>
                </a:r>
                <a:endParaRPr lang="de-DE" sz="1100"/>
              </a:p>
            </p:txBody>
          </p:sp>
          <p:sp>
            <p:nvSpPr>
              <p:cNvPr id="220" name="Textfeld 219"/>
              <p:cNvSpPr txBox="1"/>
              <p:nvPr/>
            </p:nvSpPr>
            <p:spPr bwMode="gray">
              <a:xfrm>
                <a:off x="3495045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2021</a:t>
                </a:r>
                <a:endParaRPr lang="de-DE" sz="1100"/>
              </a:p>
            </p:txBody>
          </p:sp>
          <p:sp>
            <p:nvSpPr>
              <p:cNvPr id="221" name="Textfeld 220"/>
              <p:cNvSpPr txBox="1"/>
              <p:nvPr/>
            </p:nvSpPr>
            <p:spPr bwMode="gray">
              <a:xfrm>
                <a:off x="3907458" y="6016350"/>
                <a:ext cx="392811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1100" smtClean="0"/>
                  <a:t>2022</a:t>
                </a:r>
                <a:endParaRPr lang="de-DE" sz="1100"/>
              </a:p>
            </p:txBody>
          </p:sp>
        </p:grpSp>
        <p:grpSp>
          <p:nvGrpSpPr>
            <p:cNvPr id="337" name="Gruppieren 336"/>
            <p:cNvGrpSpPr/>
            <p:nvPr/>
          </p:nvGrpSpPr>
          <p:grpSpPr bwMode="gray">
            <a:xfrm>
              <a:off x="4708026" y="3531463"/>
              <a:ext cx="3998913" cy="1512451"/>
              <a:chOff x="4708026" y="3531463"/>
              <a:chExt cx="3998913" cy="1512451"/>
            </a:xfrm>
          </p:grpSpPr>
          <p:sp>
            <p:nvSpPr>
              <p:cNvPr id="268" name="Rechteck 267"/>
              <p:cNvSpPr/>
              <p:nvPr/>
            </p:nvSpPr>
            <p:spPr bwMode="gray">
              <a:xfrm>
                <a:off x="6710637" y="3763398"/>
                <a:ext cx="1996301" cy="1280516"/>
              </a:xfrm>
              <a:prstGeom prst="rect">
                <a:avLst/>
              </a:prstGeom>
            </p:spPr>
            <p:txBody>
              <a:bodyPr wrap="square" lIns="180000" tIns="72000" rIns="108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900" b="1" dirty="0" smtClean="0"/>
                  <a:t>This is a placeholder text, </a:t>
                </a:r>
                <a:endParaRPr lang="en-US" sz="90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r>
                  <a:rPr lang="en-US" sz="900" dirty="0" smtClean="0">
                    <a:solidFill>
                      <a:srgbClr val="7D7D7D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1000" dirty="0">
                  <a:solidFill>
                    <a:srgbClr val="7D7D7D"/>
                  </a:solidFill>
                </a:endParaRPr>
              </a:p>
            </p:txBody>
          </p:sp>
          <p:sp>
            <p:nvSpPr>
              <p:cNvPr id="269" name="Textfeld 268"/>
              <p:cNvSpPr txBox="1"/>
              <p:nvPr/>
            </p:nvSpPr>
            <p:spPr bwMode="gray">
              <a:xfrm>
                <a:off x="6812213" y="3531463"/>
                <a:ext cx="1894726" cy="360000"/>
              </a:xfrm>
              <a:prstGeom prst="rect">
                <a:avLst/>
              </a:prstGeom>
              <a:noFill/>
            </p:spPr>
            <p:txBody>
              <a:bodyPr wrap="square" lIns="72000" tIns="0" rIns="108000" bIns="0" rtlCol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b="1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Column </a:t>
                </a:r>
                <a:r>
                  <a:rPr lang="en-US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Chart</a:t>
                </a:r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271" name="Gruppieren 270"/>
              <p:cNvGrpSpPr/>
              <p:nvPr/>
            </p:nvGrpSpPr>
            <p:grpSpPr bwMode="gray">
              <a:xfrm>
                <a:off x="4708026" y="3572590"/>
                <a:ext cx="2047954" cy="1248793"/>
                <a:chOff x="479425" y="1236208"/>
                <a:chExt cx="2508399" cy="2053033"/>
              </a:xfrm>
            </p:grpSpPr>
            <p:sp>
              <p:nvSpPr>
                <p:cNvPr id="272" name="Textfeld 271"/>
                <p:cNvSpPr txBox="1"/>
                <p:nvPr/>
              </p:nvSpPr>
              <p:spPr bwMode="gray">
                <a:xfrm>
                  <a:off x="60348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2020</a:t>
                  </a:r>
                  <a:endParaRPr lang="de-DE" sz="900"/>
                </a:p>
              </p:txBody>
            </p:sp>
            <p:sp>
              <p:nvSpPr>
                <p:cNvPr id="273" name="Textfeld 272"/>
                <p:cNvSpPr txBox="1"/>
                <p:nvPr/>
              </p:nvSpPr>
              <p:spPr bwMode="gray">
                <a:xfrm>
                  <a:off x="97963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274" name="Textfeld 273"/>
                <p:cNvSpPr txBox="1"/>
                <p:nvPr/>
              </p:nvSpPr>
              <p:spPr bwMode="gray">
                <a:xfrm>
                  <a:off x="1355787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2022</a:t>
                  </a:r>
                  <a:endParaRPr lang="de-DE" sz="900"/>
                </a:p>
              </p:txBody>
            </p:sp>
            <p:sp>
              <p:nvSpPr>
                <p:cNvPr id="275" name="Textfeld 274"/>
                <p:cNvSpPr txBox="1"/>
                <p:nvPr/>
              </p:nvSpPr>
              <p:spPr bwMode="gray">
                <a:xfrm>
                  <a:off x="1731938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2023</a:t>
                  </a:r>
                  <a:endParaRPr lang="de-DE" sz="900"/>
                </a:p>
              </p:txBody>
            </p:sp>
            <p:sp>
              <p:nvSpPr>
                <p:cNvPr id="276" name="Textfeld 275"/>
                <p:cNvSpPr txBox="1"/>
                <p:nvPr/>
              </p:nvSpPr>
              <p:spPr bwMode="gray">
                <a:xfrm>
                  <a:off x="2108090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2024</a:t>
                  </a:r>
                  <a:endParaRPr lang="de-DE" sz="900"/>
                </a:p>
              </p:txBody>
            </p:sp>
            <p:sp>
              <p:nvSpPr>
                <p:cNvPr id="277" name="Textfeld 276"/>
                <p:cNvSpPr txBox="1"/>
                <p:nvPr/>
              </p:nvSpPr>
              <p:spPr bwMode="gray">
                <a:xfrm>
                  <a:off x="2484241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2025</a:t>
                  </a:r>
                  <a:endParaRPr lang="de-DE" sz="900"/>
                </a:p>
              </p:txBody>
            </p:sp>
            <p:grpSp>
              <p:nvGrpSpPr>
                <p:cNvPr id="278" name="Gruppieren 4"/>
                <p:cNvGrpSpPr/>
                <p:nvPr/>
              </p:nvGrpSpPr>
              <p:grpSpPr bwMode="gray">
                <a:xfrm>
                  <a:off x="479425" y="1236208"/>
                  <a:ext cx="2508399" cy="1780002"/>
                  <a:chOff x="3202985" y="3500559"/>
                  <a:chExt cx="2735537" cy="1875035"/>
                </a:xfrm>
              </p:grpSpPr>
              <p:sp>
                <p:nvSpPr>
                  <p:cNvPr id="279" name="Rechteck 278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0" name="Rechteck 279"/>
                  <p:cNvSpPr/>
                  <p:nvPr/>
                </p:nvSpPr>
                <p:spPr bwMode="gray">
                  <a:xfrm>
                    <a:off x="548186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1" name="Rechteck 280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2" name="Rechteck 281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3" name="Rechteck 282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4" name="Rechteck 283"/>
                  <p:cNvSpPr/>
                  <p:nvPr/>
                </p:nvSpPr>
                <p:spPr bwMode="gray">
                  <a:xfrm>
                    <a:off x="5071657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5" name="Rechteck 284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6" name="Rechteck 285"/>
                  <p:cNvSpPr/>
                  <p:nvPr/>
                </p:nvSpPr>
                <p:spPr bwMode="gray">
                  <a:xfrm>
                    <a:off x="5481869" y="3614936"/>
                    <a:ext cx="227824" cy="1760656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>
                          <a:lumMod val="50000"/>
                        </a:schemeClr>
                      </a:gs>
                      <a:gs pos="50000">
                        <a:schemeClr val="accent1"/>
                      </a:gs>
                      <a:gs pos="0">
                        <a:schemeClr val="accent1">
                          <a:lumMod val="75000"/>
                        </a:schemeClr>
                      </a:gs>
                      <a:gs pos="15000">
                        <a:schemeClr val="accent1">
                          <a:lumMod val="60000"/>
                          <a:lumOff val="4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7" name="Rechteck 286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8" name="Rechteck 287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89" name="Rechteck 288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290" name="Rechteck 289"/>
                  <p:cNvSpPr/>
                  <p:nvPr/>
                </p:nvSpPr>
                <p:spPr bwMode="gray">
                  <a:xfrm>
                    <a:off x="5071657" y="3755500"/>
                    <a:ext cx="227824" cy="1620092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291" name="Gerade Verbindung 290"/>
                  <p:cNvCxnSpPr/>
                  <p:nvPr/>
                </p:nvCxnSpPr>
                <p:spPr bwMode="gray">
                  <a:xfrm flipV="1">
                    <a:off x="3202985" y="5375592"/>
                    <a:ext cx="2735537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338" name="Gruppieren 337"/>
            <p:cNvGrpSpPr/>
            <p:nvPr/>
          </p:nvGrpSpPr>
          <p:grpSpPr bwMode="gray">
            <a:xfrm>
              <a:off x="4708026" y="4992155"/>
              <a:ext cx="2699808" cy="1376636"/>
              <a:chOff x="4708026" y="4992155"/>
              <a:chExt cx="2699808" cy="1376636"/>
            </a:xfrm>
          </p:grpSpPr>
          <p:sp>
            <p:nvSpPr>
              <p:cNvPr id="294" name="Textfeld 293"/>
              <p:cNvSpPr txBox="1"/>
              <p:nvPr/>
            </p:nvSpPr>
            <p:spPr bwMode="gray">
              <a:xfrm>
                <a:off x="6120348" y="4992155"/>
                <a:ext cx="1287486" cy="1376636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95" name="Gruppieren 294"/>
              <p:cNvGrpSpPr/>
              <p:nvPr/>
            </p:nvGrpSpPr>
            <p:grpSpPr bwMode="gray">
              <a:xfrm>
                <a:off x="4708026" y="5021137"/>
                <a:ext cx="1428278" cy="1248793"/>
                <a:chOff x="479425" y="1236208"/>
                <a:chExt cx="1749400" cy="2053033"/>
              </a:xfrm>
            </p:grpSpPr>
            <p:sp>
              <p:nvSpPr>
                <p:cNvPr id="296" name="Textfeld 295"/>
                <p:cNvSpPr txBox="1"/>
                <p:nvPr/>
              </p:nvSpPr>
              <p:spPr bwMode="gray">
                <a:xfrm>
                  <a:off x="60348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2020</a:t>
                  </a:r>
                  <a:endParaRPr lang="de-DE" sz="900"/>
                </a:p>
              </p:txBody>
            </p:sp>
            <p:sp>
              <p:nvSpPr>
                <p:cNvPr id="297" name="Textfeld 296"/>
                <p:cNvSpPr txBox="1"/>
                <p:nvPr/>
              </p:nvSpPr>
              <p:spPr bwMode="gray">
                <a:xfrm>
                  <a:off x="979635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2021</a:t>
                  </a:r>
                  <a:endParaRPr lang="de-DE" sz="900"/>
                </a:p>
              </p:txBody>
            </p:sp>
            <p:sp>
              <p:nvSpPr>
                <p:cNvPr id="298" name="Textfeld 297"/>
                <p:cNvSpPr txBox="1"/>
                <p:nvPr/>
              </p:nvSpPr>
              <p:spPr bwMode="gray">
                <a:xfrm>
                  <a:off x="1355787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2022</a:t>
                  </a:r>
                  <a:endParaRPr lang="de-DE" sz="900"/>
                </a:p>
              </p:txBody>
            </p:sp>
            <p:sp>
              <p:nvSpPr>
                <p:cNvPr id="299" name="Textfeld 298"/>
                <p:cNvSpPr txBox="1"/>
                <p:nvPr/>
              </p:nvSpPr>
              <p:spPr bwMode="gray">
                <a:xfrm>
                  <a:off x="1731938" y="2929243"/>
                  <a:ext cx="378602" cy="359998"/>
                </a:xfrm>
                <a:prstGeom prst="rect">
                  <a:avLst/>
                </a:prstGeom>
                <a:noFill/>
              </p:spPr>
              <p:txBody>
                <a:bodyPr wrap="square" lIns="0" tIns="7200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r>
                    <a:rPr lang="de-DE" sz="900" smtClean="0"/>
                    <a:t>2023</a:t>
                  </a:r>
                  <a:endParaRPr lang="de-DE" sz="900"/>
                </a:p>
              </p:txBody>
            </p:sp>
            <p:grpSp>
              <p:nvGrpSpPr>
                <p:cNvPr id="302" name="Gruppieren 4"/>
                <p:cNvGrpSpPr/>
                <p:nvPr/>
              </p:nvGrpSpPr>
              <p:grpSpPr bwMode="gray">
                <a:xfrm>
                  <a:off x="479425" y="1236208"/>
                  <a:ext cx="1749400" cy="1780006"/>
                  <a:chOff x="3202985" y="3500559"/>
                  <a:chExt cx="1907810" cy="1875039"/>
                </a:xfrm>
              </p:grpSpPr>
              <p:sp>
                <p:nvSpPr>
                  <p:cNvPr id="303" name="Rechteck 302"/>
                  <p:cNvSpPr/>
                  <p:nvPr/>
                </p:nvSpPr>
                <p:spPr bwMode="gray">
                  <a:xfrm>
                    <a:off x="3430809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05" name="Rechteck 304"/>
                  <p:cNvSpPr/>
                  <p:nvPr/>
                </p:nvSpPr>
                <p:spPr bwMode="gray">
                  <a:xfrm>
                    <a:off x="3841021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06" name="Rechteck 305"/>
                  <p:cNvSpPr/>
                  <p:nvPr/>
                </p:nvSpPr>
                <p:spPr bwMode="gray">
                  <a:xfrm>
                    <a:off x="4251233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07" name="Rechteck 306"/>
                  <p:cNvSpPr/>
                  <p:nvPr/>
                </p:nvSpPr>
                <p:spPr bwMode="gray">
                  <a:xfrm>
                    <a:off x="4661445" y="3500559"/>
                    <a:ext cx="227824" cy="1875035"/>
                  </a:xfrm>
                  <a:prstGeom prst="rect">
                    <a:avLst/>
                  </a:prstGeom>
                  <a:solidFill>
                    <a:srgbClr val="E6E6E6"/>
                  </a:solidFill>
                  <a:ln w="12700">
                    <a:noFill/>
                    <a:round/>
                    <a:headEnd/>
                    <a:tailEnd/>
                  </a:ln>
                  <a:effectLst>
                    <a:innerShdw blurRad="203200" dist="50800" dir="9600000">
                      <a:prstClr val="black">
                        <a:alpha val="60000"/>
                      </a:prstClr>
                    </a:innerShdw>
                  </a:effectLst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09" name="Rechteck 308"/>
                  <p:cNvSpPr/>
                  <p:nvPr/>
                </p:nvSpPr>
                <p:spPr bwMode="gray">
                  <a:xfrm>
                    <a:off x="3430809" y="4888271"/>
                    <a:ext cx="227824" cy="487319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11" name="Rechteck 310"/>
                  <p:cNvSpPr/>
                  <p:nvPr/>
                </p:nvSpPr>
                <p:spPr bwMode="gray">
                  <a:xfrm>
                    <a:off x="3841021" y="4565546"/>
                    <a:ext cx="227824" cy="81004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12" name="Rechteck 311"/>
                  <p:cNvSpPr/>
                  <p:nvPr/>
                </p:nvSpPr>
                <p:spPr bwMode="gray">
                  <a:xfrm>
                    <a:off x="4251233" y="4185457"/>
                    <a:ext cx="227824" cy="1190134"/>
                  </a:xfrm>
                  <a:prstGeom prst="rect">
                    <a:avLst/>
                  </a:prstGeom>
                  <a:gradFill flip="none" rotWithShape="1">
                    <a:gsLst>
                      <a:gs pos="100000">
                        <a:srgbClr val="7D7D7D"/>
                      </a:gs>
                      <a:gs pos="85000">
                        <a:srgbClr val="969696"/>
                      </a:gs>
                      <a:gs pos="50000">
                        <a:srgbClr val="C8C8C8"/>
                      </a:gs>
                      <a:gs pos="0">
                        <a:srgbClr val="AFAFAF"/>
                      </a:gs>
                      <a:gs pos="15000">
                        <a:srgbClr val="FFFFFF"/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sp>
                <p:nvSpPr>
                  <p:cNvPr id="313" name="Rechteck 312"/>
                  <p:cNvSpPr/>
                  <p:nvPr/>
                </p:nvSpPr>
                <p:spPr bwMode="gray">
                  <a:xfrm>
                    <a:off x="4661445" y="3896062"/>
                    <a:ext cx="227824" cy="1479528"/>
                  </a:xfrm>
                  <a:prstGeom prst="rect">
                    <a:avLst/>
                  </a:prstGeom>
                  <a:gradFill flip="none" rotWithShape="1">
                    <a:gsLst>
                      <a:gs pos="90000">
                        <a:schemeClr val="accent1"/>
                      </a:gs>
                      <a:gs pos="50000">
                        <a:schemeClr val="accent1">
                          <a:lumMod val="60000"/>
                          <a:lumOff val="40000"/>
                        </a:schemeClr>
                      </a:gs>
                      <a:gs pos="0">
                        <a:schemeClr val="accent1">
                          <a:lumMod val="60000"/>
                          <a:lumOff val="40000"/>
                        </a:schemeClr>
                      </a:gs>
                      <a:gs pos="15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0" scaled="1"/>
                    <a:tileRect/>
                  </a:gradFill>
                  <a:ln w="12700">
                    <a:noFill/>
                    <a:round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algn="ctr"/>
                    <a:endParaRPr lang="de-DE" sz="1400"/>
                  </a:p>
                </p:txBody>
              </p:sp>
              <p:cxnSp>
                <p:nvCxnSpPr>
                  <p:cNvPr id="315" name="Gerade Verbindung 314"/>
                  <p:cNvCxnSpPr/>
                  <p:nvPr/>
                </p:nvCxnSpPr>
                <p:spPr bwMode="gray">
                  <a:xfrm flipV="1">
                    <a:off x="3202985" y="5375596"/>
                    <a:ext cx="1907810" cy="2"/>
                  </a:xfrm>
                  <a:prstGeom prst="line">
                    <a:avLst/>
                  </a:prstGeom>
                  <a:ln>
                    <a:solidFill>
                      <a:srgbClr val="C0C0C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319" name="Gruppieren 318"/>
            <p:cNvGrpSpPr/>
            <p:nvPr/>
          </p:nvGrpSpPr>
          <p:grpSpPr bwMode="gray">
            <a:xfrm>
              <a:off x="7501225" y="5021137"/>
              <a:ext cx="1241021" cy="1248793"/>
              <a:chOff x="590498" y="1236208"/>
              <a:chExt cx="1520042" cy="2053033"/>
            </a:xfrm>
          </p:grpSpPr>
          <p:sp>
            <p:nvSpPr>
              <p:cNvPr id="320" name="Textfeld 319"/>
              <p:cNvSpPr txBox="1"/>
              <p:nvPr/>
            </p:nvSpPr>
            <p:spPr bwMode="gray">
              <a:xfrm>
                <a:off x="603485" y="2929243"/>
                <a:ext cx="378602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2020</a:t>
                </a:r>
                <a:endParaRPr lang="de-DE" sz="900"/>
              </a:p>
            </p:txBody>
          </p:sp>
          <p:sp>
            <p:nvSpPr>
              <p:cNvPr id="321" name="Textfeld 320"/>
              <p:cNvSpPr txBox="1"/>
              <p:nvPr/>
            </p:nvSpPr>
            <p:spPr bwMode="gray">
              <a:xfrm>
                <a:off x="979635" y="2929243"/>
                <a:ext cx="378602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2021</a:t>
                </a:r>
                <a:endParaRPr lang="de-DE" sz="900"/>
              </a:p>
            </p:txBody>
          </p:sp>
          <p:sp>
            <p:nvSpPr>
              <p:cNvPr id="322" name="Textfeld 321"/>
              <p:cNvSpPr txBox="1"/>
              <p:nvPr/>
            </p:nvSpPr>
            <p:spPr bwMode="gray">
              <a:xfrm>
                <a:off x="1355787" y="2929243"/>
                <a:ext cx="378602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2022</a:t>
                </a:r>
                <a:endParaRPr lang="de-DE" sz="900"/>
              </a:p>
            </p:txBody>
          </p:sp>
          <p:sp>
            <p:nvSpPr>
              <p:cNvPr id="323" name="Textfeld 322"/>
              <p:cNvSpPr txBox="1"/>
              <p:nvPr/>
            </p:nvSpPr>
            <p:spPr bwMode="gray">
              <a:xfrm>
                <a:off x="1731938" y="2929243"/>
                <a:ext cx="378602" cy="359998"/>
              </a:xfrm>
              <a:prstGeom prst="rect">
                <a:avLst/>
              </a:prstGeom>
              <a:noFill/>
            </p:spPr>
            <p:txBody>
              <a:bodyPr wrap="square" lIns="0" tIns="7200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r>
                  <a:rPr lang="de-DE" sz="900" smtClean="0"/>
                  <a:t>2023</a:t>
                </a:r>
                <a:endParaRPr lang="de-DE" sz="900"/>
              </a:p>
            </p:txBody>
          </p:sp>
          <p:grpSp>
            <p:nvGrpSpPr>
              <p:cNvPr id="324" name="Gruppieren 4"/>
              <p:cNvGrpSpPr/>
              <p:nvPr/>
            </p:nvGrpSpPr>
            <p:grpSpPr bwMode="gray">
              <a:xfrm>
                <a:off x="590498" y="1236208"/>
                <a:ext cx="1499194" cy="1780006"/>
                <a:chOff x="3324108" y="3500559"/>
                <a:chExt cx="1634946" cy="1875039"/>
              </a:xfrm>
            </p:grpSpPr>
            <p:sp>
              <p:nvSpPr>
                <p:cNvPr id="325" name="Rechteck 324"/>
                <p:cNvSpPr/>
                <p:nvPr/>
              </p:nvSpPr>
              <p:spPr bwMode="gray">
                <a:xfrm>
                  <a:off x="3430809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26" name="Rechteck 325"/>
                <p:cNvSpPr/>
                <p:nvPr/>
              </p:nvSpPr>
              <p:spPr bwMode="gray">
                <a:xfrm>
                  <a:off x="3841021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27" name="Rechteck 326"/>
                <p:cNvSpPr/>
                <p:nvPr/>
              </p:nvSpPr>
              <p:spPr bwMode="gray">
                <a:xfrm>
                  <a:off x="4251233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28" name="Rechteck 327"/>
                <p:cNvSpPr/>
                <p:nvPr/>
              </p:nvSpPr>
              <p:spPr bwMode="gray">
                <a:xfrm>
                  <a:off x="4661445" y="3500559"/>
                  <a:ext cx="227824" cy="1875035"/>
                </a:xfrm>
                <a:prstGeom prst="rect">
                  <a:avLst/>
                </a:prstGeom>
                <a:solidFill>
                  <a:srgbClr val="E6E6E6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203200" dist="50800" dir="9600000">
                    <a:prstClr val="black">
                      <a:alpha val="60000"/>
                    </a:prstClr>
                  </a:innerShdw>
                </a:effectLst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29" name="Rechteck 328"/>
                <p:cNvSpPr/>
                <p:nvPr/>
              </p:nvSpPr>
              <p:spPr bwMode="gray">
                <a:xfrm>
                  <a:off x="3430809" y="4888271"/>
                  <a:ext cx="227824" cy="487319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30" name="Rechteck 329"/>
                <p:cNvSpPr/>
                <p:nvPr/>
              </p:nvSpPr>
              <p:spPr bwMode="gray">
                <a:xfrm>
                  <a:off x="3841021" y="4565546"/>
                  <a:ext cx="227824" cy="81004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31" name="Rechteck 330"/>
                <p:cNvSpPr/>
                <p:nvPr/>
              </p:nvSpPr>
              <p:spPr bwMode="gray">
                <a:xfrm>
                  <a:off x="4251233" y="4185457"/>
                  <a:ext cx="227824" cy="1190134"/>
                </a:xfrm>
                <a:prstGeom prst="rect">
                  <a:avLst/>
                </a:prstGeom>
                <a:gradFill flip="none" rotWithShape="1">
                  <a:gsLst>
                    <a:gs pos="100000">
                      <a:srgbClr val="7D7D7D"/>
                    </a:gs>
                    <a:gs pos="85000">
                      <a:srgbClr val="969696"/>
                    </a:gs>
                    <a:gs pos="50000">
                      <a:srgbClr val="C8C8C8"/>
                    </a:gs>
                    <a:gs pos="0">
                      <a:srgbClr val="AFAFAF"/>
                    </a:gs>
                    <a:gs pos="15000">
                      <a:srgbClr val="FFFFFF"/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sp>
              <p:nvSpPr>
                <p:cNvPr id="332" name="Rechteck 331"/>
                <p:cNvSpPr/>
                <p:nvPr/>
              </p:nvSpPr>
              <p:spPr bwMode="gray">
                <a:xfrm>
                  <a:off x="4661445" y="3896062"/>
                  <a:ext cx="227824" cy="1479528"/>
                </a:xfrm>
                <a:prstGeom prst="rect">
                  <a:avLst/>
                </a:prstGeom>
                <a:gradFill flip="none" rotWithShape="1">
                  <a:gsLst>
                    <a:gs pos="90000">
                      <a:schemeClr val="accent1"/>
                    </a:gs>
                    <a:gs pos="50000">
                      <a:schemeClr val="accent1">
                        <a:lumMod val="60000"/>
                        <a:lumOff val="40000"/>
                      </a:schemeClr>
                    </a:gs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5000">
                      <a:schemeClr val="accent1">
                        <a:lumMod val="40000"/>
                        <a:lumOff val="60000"/>
                      </a:schemeClr>
                    </a:gs>
                  </a:gsLst>
                  <a:lin ang="0" scaled="1"/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algn="ctr"/>
                  <a:endParaRPr lang="de-DE" sz="1400"/>
                </a:p>
              </p:txBody>
            </p:sp>
            <p:cxnSp>
              <p:nvCxnSpPr>
                <p:cNvPr id="333" name="Gerade Verbindung 332"/>
                <p:cNvCxnSpPr/>
                <p:nvPr/>
              </p:nvCxnSpPr>
              <p:spPr bwMode="gray">
                <a:xfrm flipV="1">
                  <a:off x="3324108" y="5375596"/>
                  <a:ext cx="1634946" cy="2"/>
                </a:xfrm>
                <a:prstGeom prst="line">
                  <a:avLst/>
                </a:prstGeom>
                <a:ln>
                  <a:solidFill>
                    <a:srgbClr val="C0C0C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3450" y="459884"/>
            <a:ext cx="8374720" cy="6053803"/>
            <a:chOff x="393450" y="459884"/>
            <a:chExt cx="8374720" cy="6053803"/>
          </a:xfrm>
        </p:grpSpPr>
        <p:cxnSp>
          <p:nvCxnSpPr>
            <p:cNvPr id="61" name="Gerade Verbindung 60"/>
            <p:cNvCxnSpPr/>
            <p:nvPr/>
          </p:nvCxnSpPr>
          <p:spPr bwMode="gray">
            <a:xfrm>
              <a:off x="4571762" y="3501232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 bwMode="gray">
            <a:xfrm flipH="1">
              <a:off x="393682" y="3429001"/>
              <a:ext cx="8351817" cy="794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Gerade Verbindung 145"/>
            <p:cNvCxnSpPr/>
            <p:nvPr/>
          </p:nvCxnSpPr>
          <p:spPr bwMode="gray">
            <a:xfrm>
              <a:off x="3130754" y="495970"/>
              <a:ext cx="5760" cy="2860002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 bwMode="gray">
            <a:xfrm>
              <a:off x="7414994" y="4931233"/>
              <a:ext cx="0" cy="1430001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 Verbindung 77"/>
            <p:cNvCxnSpPr/>
            <p:nvPr/>
          </p:nvCxnSpPr>
          <p:spPr bwMode="gray">
            <a:xfrm flipH="1">
              <a:off x="4577522" y="4896531"/>
              <a:ext cx="4167978" cy="0"/>
            </a:xfrm>
            <a:prstGeom prst="line">
              <a:avLst/>
            </a:prstGeom>
            <a:ln w="19050">
              <a:solidFill>
                <a:srgbClr val="C8C8C8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1" name="Gruppieren 180"/>
            <p:cNvGrpSpPr/>
            <p:nvPr/>
          </p:nvGrpSpPr>
          <p:grpSpPr bwMode="gray">
            <a:xfrm>
              <a:off x="393450" y="459884"/>
              <a:ext cx="2665305" cy="3012679"/>
              <a:chOff x="393450" y="3429795"/>
              <a:chExt cx="2665305" cy="3012679"/>
            </a:xfrm>
          </p:grpSpPr>
          <p:sp>
            <p:nvSpPr>
              <p:cNvPr id="184" name="Textfeld 183"/>
              <p:cNvSpPr txBox="1"/>
              <p:nvPr/>
            </p:nvSpPr>
            <p:spPr bwMode="gray">
              <a:xfrm>
                <a:off x="393450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7" name="Textfeld 186"/>
              <p:cNvSpPr txBox="1"/>
              <p:nvPr/>
            </p:nvSpPr>
            <p:spPr bwMode="gray">
              <a:xfrm>
                <a:off x="395217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38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0" name="Textfeld 189"/>
              <p:cNvSpPr txBox="1"/>
              <p:nvPr/>
            </p:nvSpPr>
            <p:spPr bwMode="gray">
              <a:xfrm>
                <a:off x="1762755" y="3861233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chemeClr val="accent1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3" name="Textfeld 192"/>
              <p:cNvSpPr txBox="1"/>
              <p:nvPr/>
            </p:nvSpPr>
            <p:spPr bwMode="gray">
              <a:xfrm>
                <a:off x="1762755" y="3429795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4000" smtClean="0">
                    <a:solidFill>
                      <a:schemeClr val="accent1"/>
                    </a:solidFill>
                  </a:rPr>
                  <a:t>24</a:t>
                </a:r>
                <a:r>
                  <a:rPr lang="de-DE" sz="2400" smtClean="0">
                    <a:solidFill>
                      <a:schemeClr val="accent1"/>
                    </a:solidFill>
                  </a:rPr>
                  <a:t> %</a:t>
                </a:r>
                <a:endParaRPr lang="de-DE" sz="2400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4" name="Textfeld 193"/>
              <p:cNvSpPr txBox="1"/>
              <p:nvPr/>
            </p:nvSpPr>
            <p:spPr bwMode="gray">
              <a:xfrm>
                <a:off x="393450" y="5372475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5" name="Textfeld 194"/>
              <p:cNvSpPr txBox="1"/>
              <p:nvPr/>
            </p:nvSpPr>
            <p:spPr bwMode="gray">
              <a:xfrm>
                <a:off x="395217" y="4941037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lvl="0" algn="l">
                  <a:lnSpc>
                    <a:spcPct val="90000"/>
                  </a:lnSpc>
                  <a:spcAft>
                    <a:spcPts val="0"/>
                  </a:spcAft>
                </a:pPr>
                <a:r>
                  <a:rPr lang="de-DE" sz="2400" dirty="0" smtClean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130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" name="Textfeld 195"/>
              <p:cNvSpPr txBox="1"/>
              <p:nvPr/>
            </p:nvSpPr>
            <p:spPr bwMode="gray">
              <a:xfrm>
                <a:off x="1762755" y="5372475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7" name="Textfeld 196"/>
              <p:cNvSpPr txBox="1"/>
              <p:nvPr/>
            </p:nvSpPr>
            <p:spPr bwMode="gray">
              <a:xfrm>
                <a:off x="1762755" y="4941037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356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93" name="Gruppieren 292"/>
            <p:cNvGrpSpPr/>
            <p:nvPr/>
          </p:nvGrpSpPr>
          <p:grpSpPr bwMode="gray">
            <a:xfrm>
              <a:off x="3242447" y="493980"/>
              <a:ext cx="5525723" cy="2891301"/>
              <a:chOff x="3242447" y="493980"/>
              <a:chExt cx="5525723" cy="2891301"/>
            </a:xfrm>
          </p:grpSpPr>
          <p:grpSp>
            <p:nvGrpSpPr>
              <p:cNvPr id="292" name="Gruppieren 291"/>
              <p:cNvGrpSpPr/>
              <p:nvPr/>
            </p:nvGrpSpPr>
            <p:grpSpPr bwMode="gray">
              <a:xfrm>
                <a:off x="3242447" y="493980"/>
                <a:ext cx="2795615" cy="2568030"/>
                <a:chOff x="3242447" y="493980"/>
                <a:chExt cx="2795615" cy="2568030"/>
              </a:xfrm>
            </p:grpSpPr>
            <p:sp>
              <p:nvSpPr>
                <p:cNvPr id="206" name="Textfeld 205"/>
                <p:cNvSpPr txBox="1"/>
                <p:nvPr/>
              </p:nvSpPr>
              <p:spPr bwMode="gray">
                <a:xfrm>
                  <a:off x="3242448" y="493980"/>
                  <a:ext cx="2665072" cy="1080689"/>
                </a:xfrm>
                <a:prstGeom prst="rect">
                  <a:avLst/>
                </a:prstGeom>
                <a:noFill/>
              </p:spPr>
              <p:txBody>
                <a:bodyPr wrap="square" lIns="72000" tIns="0" rIns="180000" bIns="0" rtlCol="0">
                  <a:noAutofit/>
                </a:bodyPr>
                <a:lstStyle/>
                <a:p>
                  <a:pPr lvl="0">
                    <a:lnSpc>
                      <a:spcPct val="85000"/>
                    </a:lnSpc>
                    <a:spcAft>
                      <a:spcPts val="300"/>
                    </a:spcAft>
                  </a:pPr>
                  <a:r>
                    <a:rPr lang="de-DE" sz="3600" b="1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Topic</a:t>
                  </a:r>
                  <a:r>
                    <a:rPr lang="de-DE" sz="36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of Infographic</a:t>
                  </a:r>
                  <a:endParaRPr lang="de-DE" sz="360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07" name="Rechteck 206"/>
                <p:cNvSpPr/>
                <p:nvPr/>
              </p:nvSpPr>
              <p:spPr bwMode="gray">
                <a:xfrm>
                  <a:off x="3242448" y="1508699"/>
                  <a:ext cx="2665072" cy="721609"/>
                </a:xfrm>
                <a:prstGeom prst="rect">
                  <a:avLst/>
                </a:prstGeom>
              </p:spPr>
              <p:txBody>
                <a:bodyPr wrap="square" lIns="72000" tIns="0" rIns="180000" bIns="0">
                  <a:noAutofit/>
                </a:bodyPr>
                <a:lstStyle/>
                <a:p>
                  <a:pPr lvl="0">
                    <a:spcAft>
                      <a:spcPts val="300"/>
                    </a:spcAft>
                  </a:pPr>
                  <a:r>
                    <a:rPr lang="de-DE" sz="1200" smtClean="0">
                      <a:solidFill>
                        <a:srgbClr val="000000"/>
                      </a:solidFill>
                    </a:rPr>
                    <a:t>Subheadline for further information </a:t>
                  </a:r>
                  <a:br>
                    <a:rPr lang="de-DE" sz="1200" smtClean="0">
                      <a:solidFill>
                        <a:srgbClr val="000000"/>
                      </a:solidFill>
                    </a:rPr>
                  </a:br>
                  <a:r>
                    <a:rPr lang="de-DE" sz="1200" smtClean="0">
                      <a:solidFill>
                        <a:srgbClr val="000000"/>
                      </a:solidFill>
                    </a:rPr>
                    <a:t>on the topic or a short introduction.</a:t>
                  </a:r>
                  <a:endParaRPr lang="de-DE" sz="1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7" name="Rechteck 216"/>
                <p:cNvSpPr/>
                <p:nvPr/>
              </p:nvSpPr>
              <p:spPr bwMode="gray">
                <a:xfrm>
                  <a:off x="3242447" y="2003616"/>
                  <a:ext cx="2795615" cy="1058394"/>
                </a:xfrm>
                <a:prstGeom prst="rect">
                  <a:avLst/>
                </a:prstGeom>
              </p:spPr>
              <p:txBody>
                <a:bodyPr wrap="square" lIns="72000" tIns="0" rIns="180000" bIns="0"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1000" noProof="1" smtClean="0">
                      <a:solidFill>
                        <a:srgbClr val="7D7D7D"/>
                      </a:solidFill>
                    </a:rPr>
                    <a:t>All additional information can be put here. This includes details such as sources, initial situation, research motivation and background information. </a:t>
                  </a:r>
                  <a:r>
                    <a:rPr lang="en-US" sz="1050" noProof="1" smtClean="0">
                      <a:solidFill>
                        <a:srgbClr val="7D7D7D"/>
                      </a:solidFill>
                    </a:rPr>
                    <a:t>Replace this text with your own information. This text demonstrates how your text will look like. Type your text here, this is only a placeholder. This is a placeholder text. </a:t>
                  </a:r>
                  <a:endParaRPr lang="en-US" sz="1100" noProof="1" smtClean="0">
                    <a:solidFill>
                      <a:srgbClr val="7D7D7D"/>
                    </a:solidFill>
                  </a:endParaRPr>
                </a:p>
                <a:p>
                  <a:pPr lvl="0">
                    <a:spcAft>
                      <a:spcPts val="300"/>
                    </a:spcAft>
                  </a:pPr>
                  <a:endParaRPr lang="de-DE" sz="1050" dirty="0">
                    <a:solidFill>
                      <a:srgbClr val="7D7D7D"/>
                    </a:solidFill>
                  </a:endParaRPr>
                </a:p>
              </p:txBody>
            </p:sp>
          </p:grpSp>
          <p:sp>
            <p:nvSpPr>
              <p:cNvPr id="218" name="Textfeld 217"/>
              <p:cNvSpPr txBox="1"/>
              <p:nvPr/>
            </p:nvSpPr>
            <p:spPr bwMode="gray">
              <a:xfrm>
                <a:off x="6044765" y="574334"/>
                <a:ext cx="2723405" cy="2810947"/>
              </a:xfrm>
              <a:prstGeom prst="rect">
                <a:avLst/>
              </a:prstGeom>
              <a:noFill/>
            </p:spPr>
            <p:txBody>
              <a:bodyPr wrap="square" lIns="72000" tIns="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1100" dirty="0" smtClean="0">
                    <a:solidFill>
                      <a:schemeClr val="bg1">
                        <a:lumMod val="50000"/>
                      </a:schemeClr>
                    </a:solidFill>
                  </a:rPr>
                  <a:t>Replace this text with your own information. This text demonstrates how your text will look like. Type your text here, this is only a placeholder. Replace this text with your own information. This text demonstrates how your text will look like. Type your text here, this is only a placeholder. Replace this text with your own information. This text demonstrates how your text will look like. Type your text here, this is only a placeholder. Replace this text with your </a:t>
                </a:r>
                <a:br>
                  <a:rPr lang="en-US" sz="1100" dirty="0" smtClean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lang="en-US" sz="1100" dirty="0" smtClean="0">
                    <a:solidFill>
                      <a:schemeClr val="bg1">
                        <a:lumMod val="50000"/>
                      </a:schemeClr>
                    </a:solidFill>
                  </a:rPr>
                  <a:t>own information. This text demonstrates how your text will look like. Type your text here, this is only a placeholder. This is a place-holder text. </a:t>
                </a:r>
                <a:endParaRPr lang="en-US" sz="11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295" name="Gruppieren 294"/>
            <p:cNvGrpSpPr/>
            <p:nvPr/>
          </p:nvGrpSpPr>
          <p:grpSpPr bwMode="gray">
            <a:xfrm>
              <a:off x="393450" y="3501008"/>
              <a:ext cx="4076170" cy="3012679"/>
              <a:chOff x="393450" y="3501008"/>
              <a:chExt cx="4076170" cy="3012679"/>
            </a:xfrm>
          </p:grpSpPr>
          <p:grpSp>
            <p:nvGrpSpPr>
              <p:cNvPr id="237" name="Gruppieren 236"/>
              <p:cNvGrpSpPr/>
              <p:nvPr/>
            </p:nvGrpSpPr>
            <p:grpSpPr bwMode="gray">
              <a:xfrm>
                <a:off x="393450" y="3501008"/>
                <a:ext cx="1296000" cy="3012679"/>
                <a:chOff x="393450" y="3501008"/>
                <a:chExt cx="1296000" cy="3012679"/>
              </a:xfrm>
            </p:grpSpPr>
            <p:sp>
              <p:nvSpPr>
                <p:cNvPr id="223" name="Textfeld 222"/>
                <p:cNvSpPr txBox="1"/>
                <p:nvPr/>
              </p:nvSpPr>
              <p:spPr bwMode="gray">
                <a:xfrm>
                  <a:off x="393450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224" name="Textfeld 223"/>
                <p:cNvSpPr txBox="1"/>
                <p:nvPr/>
              </p:nvSpPr>
              <p:spPr bwMode="gray">
                <a:xfrm>
                  <a:off x="395217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11</a:t>
                  </a:r>
                  <a:r>
                    <a:rPr lang="de-DE" sz="2400" smtClean="0"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</a:rPr>
                    <a:t> %</a:t>
                  </a:r>
                  <a:endParaRPr lang="de-DE" sz="2400">
                    <a:solidFill>
                      <a:schemeClr val="accent1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227" name="Textfeld 226"/>
                <p:cNvSpPr txBox="1"/>
                <p:nvPr/>
              </p:nvSpPr>
              <p:spPr bwMode="gray">
                <a:xfrm>
                  <a:off x="393450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28" name="Textfeld 227"/>
                <p:cNvSpPr txBox="1"/>
                <p:nvPr/>
              </p:nvSpPr>
              <p:spPr bwMode="gray">
                <a:xfrm>
                  <a:off x="395217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white">
                          <a:lumMod val="50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134</a:t>
                  </a:r>
                  <a:endParaRPr lang="de-DE" sz="24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grpSp>
            <p:nvGrpSpPr>
              <p:cNvPr id="231" name="Gruppieren 230"/>
              <p:cNvGrpSpPr/>
              <p:nvPr/>
            </p:nvGrpSpPr>
            <p:grpSpPr bwMode="gray">
              <a:xfrm>
                <a:off x="1783535" y="3501008"/>
                <a:ext cx="1296000" cy="3012679"/>
                <a:chOff x="1762755" y="3501008"/>
                <a:chExt cx="1296000" cy="3012679"/>
              </a:xfrm>
            </p:grpSpPr>
            <p:sp>
              <p:nvSpPr>
                <p:cNvPr id="225" name="Textfeld 224"/>
                <p:cNvSpPr txBox="1"/>
                <p:nvPr/>
              </p:nvSpPr>
              <p:spPr bwMode="gray">
                <a:xfrm>
                  <a:off x="1762755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226" name="Textfeld 225"/>
                <p:cNvSpPr txBox="1"/>
                <p:nvPr/>
              </p:nvSpPr>
              <p:spPr bwMode="gray">
                <a:xfrm>
                  <a:off x="1762755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accent1"/>
                      </a:solidFill>
                    </a:rPr>
                    <a:t>69</a:t>
                  </a:r>
                  <a:r>
                    <a:rPr lang="de-DE" sz="2400" smtClean="0">
                      <a:solidFill>
                        <a:schemeClr val="accent1"/>
                      </a:solidFill>
                    </a:rPr>
                    <a:t> %</a:t>
                  </a:r>
                  <a:endParaRPr lang="de-DE" sz="240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229" name="Textfeld 228"/>
                <p:cNvSpPr txBox="1"/>
                <p:nvPr/>
              </p:nvSpPr>
              <p:spPr bwMode="gray">
                <a:xfrm>
                  <a:off x="1762755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  <p:sp>
              <p:nvSpPr>
                <p:cNvPr id="230" name="Textfeld 229"/>
                <p:cNvSpPr txBox="1"/>
                <p:nvPr/>
              </p:nvSpPr>
              <p:spPr bwMode="gray">
                <a:xfrm>
                  <a:off x="1762755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25</a:t>
                  </a:r>
                  <a:endParaRPr lang="de-DE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p:grpSp>
          <p:grpSp>
            <p:nvGrpSpPr>
              <p:cNvPr id="232" name="Gruppieren 231"/>
              <p:cNvGrpSpPr/>
              <p:nvPr/>
            </p:nvGrpSpPr>
            <p:grpSpPr bwMode="gray">
              <a:xfrm>
                <a:off x="3173620" y="3501008"/>
                <a:ext cx="1296000" cy="3012679"/>
                <a:chOff x="1762755" y="3501008"/>
                <a:chExt cx="1296000" cy="3012679"/>
              </a:xfrm>
            </p:grpSpPr>
            <p:sp>
              <p:nvSpPr>
                <p:cNvPr id="233" name="Textfeld 232"/>
                <p:cNvSpPr txBox="1"/>
                <p:nvPr/>
              </p:nvSpPr>
              <p:spPr bwMode="gray">
                <a:xfrm>
                  <a:off x="1762755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34" name="Textfeld 233"/>
                <p:cNvSpPr txBox="1"/>
                <p:nvPr/>
              </p:nvSpPr>
              <p:spPr bwMode="gray">
                <a:xfrm>
                  <a:off x="1762755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23</a:t>
                  </a:r>
                  <a:r>
                    <a:rPr lang="de-DE" sz="2400" smtClean="0">
                      <a:solidFill>
                        <a:schemeClr val="accent1">
                          <a:lumMod val="50000"/>
                        </a:schemeClr>
                      </a:solidFill>
                    </a:rPr>
                    <a:t> %</a:t>
                  </a:r>
                  <a:endParaRPr lang="de-DE" sz="2400">
                    <a:solidFill>
                      <a:schemeClr val="accent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35" name="Textfeld 234"/>
                <p:cNvSpPr txBox="1"/>
                <p:nvPr/>
              </p:nvSpPr>
              <p:spPr bwMode="gray">
                <a:xfrm>
                  <a:off x="1762755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" name="Textfeld 235"/>
                <p:cNvSpPr txBox="1"/>
                <p:nvPr/>
              </p:nvSpPr>
              <p:spPr bwMode="gray">
                <a:xfrm>
                  <a:off x="1762755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srgbClr val="000000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rgbClr val="000000"/>
                      </a:solidFill>
                    </a:rPr>
                    <a:t>87</a:t>
                  </a:r>
                  <a:endParaRPr lang="de-DE" sz="24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314" name="Gruppieren 313"/>
            <p:cNvGrpSpPr/>
            <p:nvPr/>
          </p:nvGrpSpPr>
          <p:grpSpPr bwMode="gray">
            <a:xfrm>
              <a:off x="4649479" y="5012250"/>
              <a:ext cx="2686085" cy="1501437"/>
              <a:chOff x="4649479" y="5012250"/>
              <a:chExt cx="2686085" cy="1501437"/>
            </a:xfrm>
          </p:grpSpPr>
          <p:grpSp>
            <p:nvGrpSpPr>
              <p:cNvPr id="308" name="Gruppieren 307"/>
              <p:cNvGrpSpPr/>
              <p:nvPr/>
            </p:nvGrpSpPr>
            <p:grpSpPr bwMode="gray">
              <a:xfrm>
                <a:off x="4649479" y="5012250"/>
                <a:ext cx="1296000" cy="1501437"/>
                <a:chOff x="4649479" y="5012250"/>
                <a:chExt cx="1296000" cy="1501437"/>
              </a:xfrm>
            </p:grpSpPr>
            <p:sp>
              <p:nvSpPr>
                <p:cNvPr id="241" name="Textfeld 240"/>
                <p:cNvSpPr txBox="1"/>
                <p:nvPr/>
              </p:nvSpPr>
              <p:spPr bwMode="gray">
                <a:xfrm>
                  <a:off x="4649479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42" name="Textfeld 241"/>
                <p:cNvSpPr txBox="1"/>
                <p:nvPr/>
              </p:nvSpPr>
              <p:spPr bwMode="gray">
                <a:xfrm>
                  <a:off x="4651246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2400" dirty="0">
                      <a:solidFill>
                        <a:srgbClr val="000000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rgbClr val="000000"/>
                      </a:solidFill>
                    </a:rPr>
                    <a:t>20</a:t>
                  </a:r>
                  <a:endParaRPr lang="de-DE" sz="2400" dirty="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310" name="Gruppieren 309"/>
              <p:cNvGrpSpPr/>
              <p:nvPr/>
            </p:nvGrpSpPr>
            <p:grpSpPr bwMode="gray">
              <a:xfrm>
                <a:off x="6039564" y="5012250"/>
                <a:ext cx="1296000" cy="1501437"/>
                <a:chOff x="6039564" y="5012250"/>
                <a:chExt cx="1296000" cy="1501437"/>
              </a:xfrm>
            </p:grpSpPr>
            <p:sp>
              <p:nvSpPr>
                <p:cNvPr id="264" name="Textfeld 263"/>
                <p:cNvSpPr txBox="1"/>
                <p:nvPr/>
              </p:nvSpPr>
              <p:spPr bwMode="gray">
                <a:xfrm>
                  <a:off x="6039564" y="5443688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rgbClr val="000000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65" name="Textfeld 264"/>
                <p:cNvSpPr txBox="1"/>
                <p:nvPr/>
              </p:nvSpPr>
              <p:spPr bwMode="gray">
                <a:xfrm>
                  <a:off x="6039564" y="5012250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lvl="0" algn="l">
                    <a:lnSpc>
                      <a:spcPct val="90000"/>
                    </a:lnSpc>
                    <a:spcAft>
                      <a:spcPts val="0"/>
                    </a:spcAft>
                  </a:pPr>
                  <a:r>
                    <a:rPr lang="de-DE" sz="2400" dirty="0" smtClean="0">
                      <a:solidFill>
                        <a:srgbClr val="000000"/>
                      </a:solidFill>
                    </a:rPr>
                    <a:t>$ </a:t>
                  </a:r>
                  <a:r>
                    <a:rPr lang="de-DE" sz="4000" dirty="0" smtClean="0">
                      <a:solidFill>
                        <a:srgbClr val="000000"/>
                      </a:solidFill>
                    </a:rPr>
                    <a:t>27</a:t>
                  </a:r>
                  <a:endParaRPr lang="de-DE" sz="24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304" name="Gruppieren 303"/>
            <p:cNvGrpSpPr/>
            <p:nvPr/>
          </p:nvGrpSpPr>
          <p:grpSpPr bwMode="gray">
            <a:xfrm>
              <a:off x="4649479" y="3501008"/>
              <a:ext cx="4076170" cy="1501437"/>
              <a:chOff x="4649479" y="3501008"/>
              <a:chExt cx="4076170" cy="1501437"/>
            </a:xfrm>
          </p:grpSpPr>
          <p:grpSp>
            <p:nvGrpSpPr>
              <p:cNvPr id="300" name="Gruppieren 299"/>
              <p:cNvGrpSpPr/>
              <p:nvPr/>
            </p:nvGrpSpPr>
            <p:grpSpPr bwMode="gray">
              <a:xfrm>
                <a:off x="4649479" y="3501008"/>
                <a:ext cx="1296000" cy="1501437"/>
                <a:chOff x="4649479" y="3501008"/>
                <a:chExt cx="1296000" cy="1501437"/>
              </a:xfrm>
            </p:grpSpPr>
            <p:sp>
              <p:nvSpPr>
                <p:cNvPr id="239" name="Textfeld 238"/>
                <p:cNvSpPr txBox="1"/>
                <p:nvPr/>
              </p:nvSpPr>
              <p:spPr bwMode="gray">
                <a:xfrm>
                  <a:off x="4649479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240" name="Textfeld 239"/>
                <p:cNvSpPr txBox="1"/>
                <p:nvPr/>
              </p:nvSpPr>
              <p:spPr bwMode="gray">
                <a:xfrm>
                  <a:off x="4651246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14</a:t>
                  </a:r>
                  <a:r>
                    <a:rPr lang="de-DE" sz="2400" smtClean="0">
                      <a:solidFill>
                        <a:schemeClr val="bg1">
                          <a:lumMod val="50000"/>
                        </a:schemeClr>
                      </a:solidFill>
                    </a:rPr>
                    <a:t> %</a:t>
                  </a:r>
                  <a:endParaRPr lang="de-DE" sz="240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grpSp>
            <p:nvGrpSpPr>
              <p:cNvPr id="301" name="Gruppieren 300"/>
              <p:cNvGrpSpPr/>
              <p:nvPr/>
            </p:nvGrpSpPr>
            <p:grpSpPr bwMode="gray">
              <a:xfrm>
                <a:off x="6039564" y="3501008"/>
                <a:ext cx="1296000" cy="1501437"/>
                <a:chOff x="6039564" y="3501008"/>
                <a:chExt cx="1296000" cy="1501437"/>
              </a:xfrm>
            </p:grpSpPr>
            <p:sp>
              <p:nvSpPr>
                <p:cNvPr id="244" name="Textfeld 243"/>
                <p:cNvSpPr txBox="1"/>
                <p:nvPr/>
              </p:nvSpPr>
              <p:spPr bwMode="gray">
                <a:xfrm>
                  <a:off x="6039564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  <p:sp>
              <p:nvSpPr>
                <p:cNvPr id="245" name="Textfeld 244"/>
                <p:cNvSpPr txBox="1"/>
                <p:nvPr/>
              </p:nvSpPr>
              <p:spPr bwMode="gray">
                <a:xfrm>
                  <a:off x="6039564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18</a:t>
                  </a:r>
                  <a:r>
                    <a:rPr lang="de-DE" sz="2400" smtClean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 %</a:t>
                  </a:r>
                  <a:endParaRPr lang="de-DE" sz="240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p:grpSp>
          <p:grpSp>
            <p:nvGrpSpPr>
              <p:cNvPr id="302" name="Gruppieren 301"/>
              <p:cNvGrpSpPr/>
              <p:nvPr/>
            </p:nvGrpSpPr>
            <p:grpSpPr bwMode="gray">
              <a:xfrm>
                <a:off x="7429649" y="3501008"/>
                <a:ext cx="1296000" cy="1501437"/>
                <a:chOff x="7429649" y="3501008"/>
                <a:chExt cx="1296000" cy="1501437"/>
              </a:xfrm>
            </p:grpSpPr>
            <p:sp>
              <p:nvSpPr>
                <p:cNvPr id="267" name="Textfeld 266"/>
                <p:cNvSpPr txBox="1"/>
                <p:nvPr/>
              </p:nvSpPr>
              <p:spPr bwMode="gray">
                <a:xfrm>
                  <a:off x="7429649" y="3932446"/>
                  <a:ext cx="1296000" cy="1069999"/>
                </a:xfrm>
                <a:prstGeom prst="rect">
                  <a:avLst/>
                </a:prstGeom>
                <a:noFill/>
              </p:spPr>
              <p:txBody>
                <a:bodyPr wrap="square" lIns="72000" tIns="72000" rIns="108000" bIns="7200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/>
                  <a:r>
                    <a:rPr lang="en-US" sz="800" dirty="0" smtClean="0">
                      <a:solidFill>
                        <a:schemeClr val="accent1"/>
                      </a:solidFill>
                    </a:rPr>
                    <a:t>This is a placeholder text. Replace this text with your own information. This text demonstrates how your text will look like. Type your text here, this is only a placeholder.</a:t>
                  </a:r>
                  <a:endParaRPr lang="en-US" sz="800" dirty="0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270" name="Textfeld 269"/>
                <p:cNvSpPr txBox="1"/>
                <p:nvPr/>
              </p:nvSpPr>
              <p:spPr bwMode="gray">
                <a:xfrm>
                  <a:off x="7429649" y="3501008"/>
                  <a:ext cx="1294233" cy="431438"/>
                </a:xfrm>
                <a:prstGeom prst="rect">
                  <a:avLst/>
                </a:prstGeom>
                <a:noFill/>
              </p:spPr>
              <p:txBody>
                <a:bodyPr wrap="square" lIns="72000" tIns="0" rIns="0" bIns="0" rtlCol="0" anchor="t" anchorCtr="0">
                  <a:noAutofit/>
                </a:bodyPr>
                <a:lstStyle>
                  <a:defPPr>
                    <a:defRPr lang="de-DE"/>
                  </a:defPPr>
                  <a:lvl1pPr lvl="0" algn="ctr">
                    <a:spcAft>
                      <a:spcPts val="600"/>
                    </a:spcAft>
                    <a:defRPr sz="1200">
                      <a:solidFill>
                        <a:prstClr val="black"/>
                      </a:solidFill>
                    </a:defRPr>
                  </a:lvl1pPr>
                </a:lstStyle>
                <a:p>
                  <a:pPr algn="l">
                    <a:lnSpc>
                      <a:spcPct val="90000"/>
                    </a:lnSpc>
                  </a:pPr>
                  <a:r>
                    <a:rPr lang="de-DE" sz="4000" smtClean="0">
                      <a:solidFill>
                        <a:schemeClr val="accent1"/>
                      </a:solidFill>
                    </a:rPr>
                    <a:t>23</a:t>
                  </a:r>
                  <a:r>
                    <a:rPr lang="de-DE" sz="2400" smtClean="0">
                      <a:solidFill>
                        <a:schemeClr val="accent1"/>
                      </a:solidFill>
                    </a:rPr>
                    <a:t> %</a:t>
                  </a:r>
                  <a:endParaRPr lang="de-DE" sz="2400">
                    <a:solidFill>
                      <a:schemeClr val="accent1"/>
                    </a:solidFill>
                  </a:endParaRPr>
                </a:p>
              </p:txBody>
            </p:sp>
          </p:grpSp>
        </p:grpSp>
        <p:grpSp>
          <p:nvGrpSpPr>
            <p:cNvPr id="316" name="Gruppieren 315"/>
            <p:cNvGrpSpPr/>
            <p:nvPr/>
          </p:nvGrpSpPr>
          <p:grpSpPr bwMode="gray">
            <a:xfrm>
              <a:off x="7429649" y="5012250"/>
              <a:ext cx="1296000" cy="1501437"/>
              <a:chOff x="7429649" y="5012250"/>
              <a:chExt cx="1296000" cy="1501437"/>
            </a:xfrm>
          </p:grpSpPr>
          <p:sp>
            <p:nvSpPr>
              <p:cNvPr id="271" name="Textfeld 270"/>
              <p:cNvSpPr txBox="1"/>
              <p:nvPr/>
            </p:nvSpPr>
            <p:spPr bwMode="gray">
              <a:xfrm>
                <a:off x="7429649" y="5443688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/>
                <a:r>
                  <a:rPr lang="en-US" sz="800" dirty="0" smtClean="0">
                    <a:solidFill>
                      <a:srgbClr val="000000"/>
                    </a:solidFill>
                  </a:rPr>
                  <a:t>This is a placeholder text. Replace this text with your own information. This text demonstrates how your text will look like. Type your text here, this is only a placeholder.</a:t>
                </a: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78" name="Textfeld 277"/>
              <p:cNvSpPr txBox="1"/>
              <p:nvPr/>
            </p:nvSpPr>
            <p:spPr bwMode="gray">
              <a:xfrm>
                <a:off x="7429649" y="5012250"/>
                <a:ext cx="1294233" cy="431438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de-DE" sz="2400" dirty="0">
                    <a:solidFill>
                      <a:srgbClr val="000000"/>
                    </a:solidFill>
                  </a:rPr>
                  <a:t>$ </a:t>
                </a:r>
                <a:r>
                  <a:rPr lang="de-DE" sz="4000" dirty="0" smtClean="0">
                    <a:solidFill>
                      <a:srgbClr val="000000"/>
                    </a:solidFill>
                  </a:rPr>
                  <a:t>37</a:t>
                </a:r>
                <a:endParaRPr lang="de-DE" sz="2400" dirty="0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1" name="Gerade Verbindung 60"/>
          <p:cNvCxnSpPr/>
          <p:nvPr/>
        </p:nvCxnSpPr>
        <p:spPr bwMode="gray">
          <a:xfrm>
            <a:off x="4571762" y="3501232"/>
            <a:ext cx="5760" cy="2860002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Gerade Verbindung 61"/>
          <p:cNvCxnSpPr/>
          <p:nvPr/>
        </p:nvCxnSpPr>
        <p:spPr bwMode="gray">
          <a:xfrm flipH="1">
            <a:off x="393682" y="3429001"/>
            <a:ext cx="8351817" cy="794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Gerade Verbindung 145"/>
          <p:cNvCxnSpPr/>
          <p:nvPr/>
        </p:nvCxnSpPr>
        <p:spPr bwMode="gray">
          <a:xfrm>
            <a:off x="3130754" y="495970"/>
            <a:ext cx="5760" cy="2860002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Gerade Verbindung 79"/>
          <p:cNvCxnSpPr/>
          <p:nvPr/>
        </p:nvCxnSpPr>
        <p:spPr bwMode="gray">
          <a:xfrm>
            <a:off x="7414994" y="4931233"/>
            <a:ext cx="0" cy="1430001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Gerade Verbindung 77"/>
          <p:cNvCxnSpPr/>
          <p:nvPr/>
        </p:nvCxnSpPr>
        <p:spPr bwMode="gray">
          <a:xfrm flipH="1">
            <a:off x="4577522" y="4896531"/>
            <a:ext cx="4167978" cy="0"/>
          </a:xfrm>
          <a:prstGeom prst="line">
            <a:avLst/>
          </a:prstGeom>
          <a:ln w="19050">
            <a:solidFill>
              <a:srgbClr val="C8C8C8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0" name="Gruppieren 109"/>
          <p:cNvGrpSpPr/>
          <p:nvPr/>
        </p:nvGrpSpPr>
        <p:grpSpPr bwMode="gray">
          <a:xfrm>
            <a:off x="464568" y="425847"/>
            <a:ext cx="2573356" cy="2917481"/>
            <a:chOff x="464568" y="425847"/>
            <a:chExt cx="2573356" cy="2917481"/>
          </a:xfrm>
        </p:grpSpPr>
        <p:grpSp>
          <p:nvGrpSpPr>
            <p:cNvPr id="47" name="Gruppieren 46"/>
            <p:cNvGrpSpPr/>
            <p:nvPr/>
          </p:nvGrpSpPr>
          <p:grpSpPr bwMode="gray">
            <a:xfrm>
              <a:off x="464568" y="1188538"/>
              <a:ext cx="2356380" cy="2154790"/>
              <a:chOff x="1346592" y="1576060"/>
              <a:chExt cx="2063927" cy="1887360"/>
            </a:xfrm>
          </p:grpSpPr>
          <p:sp>
            <p:nvSpPr>
              <p:cNvPr id="48" name="Halbbogen 47"/>
              <p:cNvSpPr/>
              <p:nvPr/>
            </p:nvSpPr>
            <p:spPr bwMode="gray">
              <a:xfrm flipH="1">
                <a:off x="1798571" y="1851471"/>
                <a:ext cx="1367821" cy="1367821"/>
              </a:xfrm>
              <a:prstGeom prst="blockArc">
                <a:avLst>
                  <a:gd name="adj1" fmla="val 4149655"/>
                  <a:gd name="adj2" fmla="val 16199507"/>
                  <a:gd name="adj3" fmla="val 12492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49" name="Halbbogen 48"/>
              <p:cNvSpPr/>
              <p:nvPr/>
            </p:nvSpPr>
            <p:spPr bwMode="gray">
              <a:xfrm flipH="1">
                <a:off x="2053488" y="2106389"/>
                <a:ext cx="857986" cy="857986"/>
              </a:xfrm>
              <a:prstGeom prst="blockArc">
                <a:avLst>
                  <a:gd name="adj1" fmla="val 8027884"/>
                  <a:gd name="adj2" fmla="val 16178268"/>
                  <a:gd name="adj3" fmla="val 19856"/>
                </a:avLst>
              </a:prstGeom>
              <a:solidFill>
                <a:schemeClr val="accent2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50" name="Halbbogen 49"/>
              <p:cNvSpPr/>
              <p:nvPr/>
            </p:nvSpPr>
            <p:spPr bwMode="gray">
              <a:xfrm flipH="1">
                <a:off x="1554443" y="1607344"/>
                <a:ext cx="1856076" cy="1856076"/>
              </a:xfrm>
              <a:prstGeom prst="blockArc">
                <a:avLst>
                  <a:gd name="adj1" fmla="val 1909852"/>
                  <a:gd name="adj2" fmla="val 16199977"/>
                  <a:gd name="adj3" fmla="val 9375"/>
                </a:avLst>
              </a:prstGeom>
              <a:solidFill>
                <a:schemeClr val="accent1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51" name="Textfeld 50"/>
              <p:cNvSpPr txBox="1"/>
              <p:nvPr/>
            </p:nvSpPr>
            <p:spPr bwMode="gray">
              <a:xfrm>
                <a:off x="1346592" y="1576060"/>
                <a:ext cx="1101956" cy="2426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dirty="0" smtClean="0">
                    <a:solidFill>
                      <a:schemeClr val="bg1">
                        <a:lumMod val="50000"/>
                      </a:schemeClr>
                    </a:solidFill>
                  </a:rPr>
                  <a:t>Description  70%</a:t>
                </a:r>
                <a:endParaRPr lang="de-DE" sz="1200" b="1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2" name="Textfeld 51"/>
              <p:cNvSpPr txBox="1"/>
              <p:nvPr/>
            </p:nvSpPr>
            <p:spPr bwMode="gray">
              <a:xfrm>
                <a:off x="1346592" y="1818887"/>
                <a:ext cx="1101957" cy="2426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64%</a:t>
                </a:r>
                <a:endParaRPr lang="de-DE" sz="12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3" name="Textfeld 52"/>
              <p:cNvSpPr txBox="1"/>
              <p:nvPr/>
            </p:nvSpPr>
            <p:spPr bwMode="gray">
              <a:xfrm>
                <a:off x="1346592" y="2068387"/>
                <a:ext cx="1101957" cy="2426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32%</a:t>
                </a:r>
                <a:endParaRPr lang="de-DE" sz="12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55" name="Textfeld 54"/>
            <p:cNvSpPr txBox="1"/>
            <p:nvPr/>
          </p:nvSpPr>
          <p:spPr bwMode="gray">
            <a:xfrm>
              <a:off x="469020" y="425847"/>
              <a:ext cx="2553790" cy="473439"/>
            </a:xfrm>
            <a:prstGeom prst="rect">
              <a:avLst/>
            </a:prstGeom>
            <a:noFill/>
          </p:spPr>
          <p:txBody>
            <a:bodyPr wrap="square" lIns="0" tIns="72000" rIns="180000" bIns="0" rtlCol="0">
              <a:noAutofit/>
            </a:bodyPr>
            <a:lstStyle/>
            <a:p>
              <a:pPr lvl="0">
                <a:lnSpc>
                  <a:spcPct val="85000"/>
                </a:lnSpc>
                <a:spcAft>
                  <a:spcPts val="300"/>
                </a:spcAft>
              </a:pPr>
              <a:r>
                <a:rPr lang="en-US" sz="2000" b="1" dirty="0" smtClean="0">
                  <a:solidFill>
                    <a:schemeClr val="accent1">
                      <a:lumMod val="50000"/>
                    </a:schemeClr>
                  </a:solidFill>
                </a:rPr>
                <a:t>Topic</a:t>
              </a:r>
              <a:r>
                <a:rPr lang="en-US" sz="2000" dirty="0" smtClean="0">
                  <a:solidFill>
                    <a:schemeClr val="accent1">
                      <a:lumMod val="50000"/>
                    </a:schemeClr>
                  </a:solidFill>
                </a:rPr>
                <a:t> of </a:t>
              </a:r>
              <a:r>
                <a:rPr lang="en-US" sz="2000" noProof="1" smtClean="0">
                  <a:solidFill>
                    <a:schemeClr val="accent1">
                      <a:lumMod val="50000"/>
                    </a:schemeClr>
                  </a:solidFill>
                </a:rPr>
                <a:t>Infographic</a:t>
              </a:r>
              <a:endParaRPr lang="en-US" sz="2000" noProof="1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56" name="Rechteck 55"/>
            <p:cNvSpPr/>
            <p:nvPr/>
          </p:nvSpPr>
          <p:spPr bwMode="gray">
            <a:xfrm>
              <a:off x="469019" y="806145"/>
              <a:ext cx="2568905" cy="266953"/>
            </a:xfrm>
            <a:prstGeom prst="rect">
              <a:avLst/>
            </a:prstGeom>
          </p:spPr>
          <p:txBody>
            <a:bodyPr wrap="square" lIns="0" tIns="0" rIns="180000" bIns="0">
              <a:noAutofit/>
            </a:bodyPr>
            <a:lstStyle/>
            <a:p>
              <a:pPr lvl="0">
                <a:spcAft>
                  <a:spcPts val="300"/>
                </a:spcAft>
              </a:pPr>
              <a:r>
                <a:rPr lang="en-US" sz="1000" noProof="1" smtClean="0">
                  <a:solidFill>
                    <a:srgbClr val="000000"/>
                  </a:solidFill>
                </a:rPr>
                <a:t>Subheadline for </a:t>
              </a:r>
              <a:r>
                <a:rPr lang="en-US" sz="1000" dirty="0" smtClean="0">
                  <a:solidFill>
                    <a:srgbClr val="000000"/>
                  </a:solidFill>
                </a:rPr>
                <a:t>further information on the topic or a short introduction.</a:t>
              </a:r>
              <a:endParaRPr lang="en-US" sz="1050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111" name="Gruppieren 110"/>
          <p:cNvGrpSpPr/>
          <p:nvPr/>
        </p:nvGrpSpPr>
        <p:grpSpPr bwMode="gray">
          <a:xfrm>
            <a:off x="3242447" y="493980"/>
            <a:ext cx="5425797" cy="2780770"/>
            <a:chOff x="3242447" y="493980"/>
            <a:chExt cx="5425797" cy="2780770"/>
          </a:xfrm>
        </p:grpSpPr>
        <p:grpSp>
          <p:nvGrpSpPr>
            <p:cNvPr id="57" name="Gruppieren 56"/>
            <p:cNvGrpSpPr/>
            <p:nvPr/>
          </p:nvGrpSpPr>
          <p:grpSpPr bwMode="gray">
            <a:xfrm>
              <a:off x="3242447" y="493980"/>
              <a:ext cx="2795615" cy="2568030"/>
              <a:chOff x="3242447" y="493980"/>
              <a:chExt cx="2795615" cy="2568030"/>
            </a:xfrm>
          </p:grpSpPr>
          <p:sp>
            <p:nvSpPr>
              <p:cNvPr id="58" name="Textfeld 57"/>
              <p:cNvSpPr txBox="1"/>
              <p:nvPr/>
            </p:nvSpPr>
            <p:spPr bwMode="gray">
              <a:xfrm>
                <a:off x="3242448" y="493980"/>
                <a:ext cx="2665072" cy="1080689"/>
              </a:xfrm>
              <a:prstGeom prst="rect">
                <a:avLst/>
              </a:prstGeom>
              <a:noFill/>
            </p:spPr>
            <p:txBody>
              <a:bodyPr wrap="square" lIns="72000" tIns="0" rIns="180000" bIns="0" rtlCol="0">
                <a:noAutofit/>
              </a:bodyPr>
              <a:lstStyle/>
              <a:p>
                <a:pPr lvl="0">
                  <a:lnSpc>
                    <a:spcPct val="85000"/>
                  </a:lnSpc>
                  <a:spcAft>
                    <a:spcPts val="300"/>
                  </a:spcAft>
                </a:pPr>
                <a:r>
                  <a:rPr lang="de-DE" sz="3600" b="1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Topic</a:t>
                </a:r>
                <a:r>
                  <a:rPr lang="de-DE" sz="3600" noProof="1" smtClean="0">
                    <a:solidFill>
                      <a:schemeClr val="accent1">
                        <a:lumMod val="50000"/>
                      </a:schemeClr>
                    </a:solidFill>
                  </a:rPr>
                  <a:t> of Infographic</a:t>
                </a:r>
                <a:endParaRPr lang="de-DE" sz="3600" noProof="1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9" name="Rechteck 58"/>
              <p:cNvSpPr/>
              <p:nvPr/>
            </p:nvSpPr>
            <p:spPr bwMode="gray">
              <a:xfrm>
                <a:off x="3242448" y="1508699"/>
                <a:ext cx="2665072" cy="721609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 lvl="0">
                  <a:spcAft>
                    <a:spcPts val="300"/>
                  </a:spcAft>
                </a:pPr>
                <a:r>
                  <a:rPr lang="en-US" sz="1200" noProof="1" smtClean="0">
                    <a:solidFill>
                      <a:srgbClr val="000000"/>
                    </a:solidFill>
                  </a:rPr>
                  <a:t>Subheadline</a:t>
                </a:r>
                <a:r>
                  <a:rPr lang="en-US" sz="1200" dirty="0" smtClean="0">
                    <a:solidFill>
                      <a:srgbClr val="000000"/>
                    </a:solidFill>
                  </a:rPr>
                  <a:t> for further information </a:t>
                </a:r>
                <a:br>
                  <a:rPr lang="en-US" sz="1200" dirty="0" smtClean="0">
                    <a:solidFill>
                      <a:srgbClr val="000000"/>
                    </a:solidFill>
                  </a:rPr>
                </a:br>
                <a:r>
                  <a:rPr lang="en-US" sz="1200" dirty="0" smtClean="0">
                    <a:solidFill>
                      <a:srgbClr val="000000"/>
                    </a:solidFill>
                  </a:rPr>
                  <a:t>on the topic or a short introduction.</a:t>
                </a:r>
                <a:endParaRPr lang="en-US" sz="14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0" name="Rechteck 59"/>
              <p:cNvSpPr/>
              <p:nvPr/>
            </p:nvSpPr>
            <p:spPr bwMode="gray">
              <a:xfrm>
                <a:off x="3242447" y="2003616"/>
                <a:ext cx="2795615" cy="1058394"/>
              </a:xfrm>
              <a:prstGeom prst="rect">
                <a:avLst/>
              </a:prstGeom>
            </p:spPr>
            <p:txBody>
              <a:bodyPr wrap="square" lIns="72000" tIns="0" rIns="180000" bIns="0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sz="1000" dirty="0" smtClean="0">
                    <a:solidFill>
                      <a:srgbClr val="7D7D7D"/>
                    </a:solidFill>
                  </a:rPr>
                  <a:t>All additional information can be put here. This includes details such as sources, initial situation, research motivation and background information. </a:t>
                </a:r>
                <a:r>
                  <a:rPr lang="en-US" sz="1050" dirty="0" smtClean="0">
                    <a:solidFill>
                      <a:srgbClr val="7D7D7D"/>
                    </a:solidFill>
                  </a:rPr>
                  <a:t>Replace this text with your own information. This text demonstrates how your text will look like. Type your text here, this is only a placeholder. This is a placeholder text. </a:t>
                </a:r>
                <a:endParaRPr lang="en-US" sz="1100" dirty="0" smtClean="0">
                  <a:solidFill>
                    <a:srgbClr val="7D7D7D"/>
                  </a:solidFill>
                </a:endParaRPr>
              </a:p>
              <a:p>
                <a:pPr lvl="0">
                  <a:spcAft>
                    <a:spcPts val="300"/>
                  </a:spcAft>
                </a:pPr>
                <a:endParaRPr lang="en-US" sz="1050" dirty="0">
                  <a:solidFill>
                    <a:srgbClr val="7D7D7D"/>
                  </a:solidFill>
                </a:endParaRPr>
              </a:p>
            </p:txBody>
          </p:sp>
        </p:grpSp>
        <p:grpSp>
          <p:nvGrpSpPr>
            <p:cNvPr id="63" name="Gruppieren 62"/>
            <p:cNvGrpSpPr/>
            <p:nvPr/>
          </p:nvGrpSpPr>
          <p:grpSpPr bwMode="gray">
            <a:xfrm>
              <a:off x="5847280" y="575142"/>
              <a:ext cx="2820964" cy="2699608"/>
              <a:chOff x="1453525" y="1590611"/>
              <a:chExt cx="1956994" cy="1872809"/>
            </a:xfrm>
          </p:grpSpPr>
          <p:sp>
            <p:nvSpPr>
              <p:cNvPr id="64" name="Halbbogen 63"/>
              <p:cNvSpPr/>
              <p:nvPr/>
            </p:nvSpPr>
            <p:spPr bwMode="gray">
              <a:xfrm flipH="1">
                <a:off x="1798571" y="1851471"/>
                <a:ext cx="1367821" cy="1367821"/>
              </a:xfrm>
              <a:prstGeom prst="blockArc">
                <a:avLst>
                  <a:gd name="adj1" fmla="val 4149655"/>
                  <a:gd name="adj2" fmla="val 16199507"/>
                  <a:gd name="adj3" fmla="val 12492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400"/>
              </a:p>
            </p:txBody>
          </p:sp>
          <p:sp>
            <p:nvSpPr>
              <p:cNvPr id="65" name="Halbbogen 64"/>
              <p:cNvSpPr/>
              <p:nvPr/>
            </p:nvSpPr>
            <p:spPr bwMode="gray">
              <a:xfrm flipH="1">
                <a:off x="2053488" y="2106389"/>
                <a:ext cx="857986" cy="857986"/>
              </a:xfrm>
              <a:prstGeom prst="blockArc">
                <a:avLst>
                  <a:gd name="adj1" fmla="val 8027884"/>
                  <a:gd name="adj2" fmla="val 16178268"/>
                  <a:gd name="adj3" fmla="val 19856"/>
                </a:avLst>
              </a:prstGeom>
              <a:solidFill>
                <a:schemeClr val="accent2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400"/>
              </a:p>
            </p:txBody>
          </p:sp>
          <p:sp>
            <p:nvSpPr>
              <p:cNvPr id="66" name="Halbbogen 65"/>
              <p:cNvSpPr/>
              <p:nvPr/>
            </p:nvSpPr>
            <p:spPr bwMode="gray">
              <a:xfrm flipH="1">
                <a:off x="1554443" y="1607344"/>
                <a:ext cx="1856076" cy="1856076"/>
              </a:xfrm>
              <a:prstGeom prst="blockArc">
                <a:avLst>
                  <a:gd name="adj1" fmla="val 1909852"/>
                  <a:gd name="adj2" fmla="val 16199977"/>
                  <a:gd name="adj3" fmla="val 9375"/>
                </a:avLst>
              </a:prstGeom>
              <a:solidFill>
                <a:schemeClr val="accent1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400"/>
              </a:p>
            </p:txBody>
          </p:sp>
          <p:sp>
            <p:nvSpPr>
              <p:cNvPr id="67" name="Textfeld 66"/>
              <p:cNvSpPr txBox="1"/>
              <p:nvPr/>
            </p:nvSpPr>
            <p:spPr bwMode="gray">
              <a:xfrm>
                <a:off x="1453526" y="1590611"/>
                <a:ext cx="995022" cy="21351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4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70%</a:t>
                </a:r>
                <a:endParaRPr lang="de-DE" sz="14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8" name="Textfeld 67"/>
              <p:cNvSpPr txBox="1"/>
              <p:nvPr/>
            </p:nvSpPr>
            <p:spPr bwMode="gray">
              <a:xfrm>
                <a:off x="1453525" y="1833438"/>
                <a:ext cx="995022" cy="21351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400" b="1" dirty="0" smtClean="0">
                    <a:solidFill>
                      <a:schemeClr val="bg1">
                        <a:lumMod val="50000"/>
                      </a:schemeClr>
                    </a:solidFill>
                  </a:rPr>
                  <a:t>Description  64%</a:t>
                </a:r>
                <a:endParaRPr lang="de-DE" sz="1400" b="1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9" name="Textfeld 68"/>
              <p:cNvSpPr txBox="1"/>
              <p:nvPr/>
            </p:nvSpPr>
            <p:spPr bwMode="gray">
              <a:xfrm>
                <a:off x="1453526" y="2082938"/>
                <a:ext cx="995022" cy="21351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4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32%</a:t>
                </a:r>
                <a:endParaRPr lang="de-DE" sz="14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09" name="Gruppieren 108"/>
          <p:cNvGrpSpPr/>
          <p:nvPr/>
        </p:nvGrpSpPr>
        <p:grpSpPr bwMode="gray">
          <a:xfrm>
            <a:off x="454188" y="3584828"/>
            <a:ext cx="4015432" cy="2647033"/>
            <a:chOff x="454188" y="3584828"/>
            <a:chExt cx="4015432" cy="2647033"/>
          </a:xfrm>
        </p:grpSpPr>
        <p:grpSp>
          <p:nvGrpSpPr>
            <p:cNvPr id="70" name="Gruppieren 69"/>
            <p:cNvGrpSpPr/>
            <p:nvPr/>
          </p:nvGrpSpPr>
          <p:grpSpPr bwMode="gray">
            <a:xfrm>
              <a:off x="454188" y="3727342"/>
              <a:ext cx="2546878" cy="2504519"/>
              <a:chOff x="1509476" y="1593991"/>
              <a:chExt cx="1901043" cy="1869429"/>
            </a:xfrm>
          </p:grpSpPr>
          <p:sp>
            <p:nvSpPr>
              <p:cNvPr id="71" name="Halbbogen 70"/>
              <p:cNvSpPr/>
              <p:nvPr/>
            </p:nvSpPr>
            <p:spPr bwMode="gray">
              <a:xfrm flipH="1">
                <a:off x="1798571" y="1851471"/>
                <a:ext cx="1367821" cy="1367821"/>
              </a:xfrm>
              <a:prstGeom prst="blockArc">
                <a:avLst>
                  <a:gd name="adj1" fmla="val 4149655"/>
                  <a:gd name="adj2" fmla="val 16199507"/>
                  <a:gd name="adj3" fmla="val 12492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72" name="Halbbogen 71"/>
              <p:cNvSpPr/>
              <p:nvPr/>
            </p:nvSpPr>
            <p:spPr bwMode="gray">
              <a:xfrm flipH="1">
                <a:off x="2053488" y="2106389"/>
                <a:ext cx="857986" cy="857986"/>
              </a:xfrm>
              <a:prstGeom prst="blockArc">
                <a:avLst>
                  <a:gd name="adj1" fmla="val 8027884"/>
                  <a:gd name="adj2" fmla="val 16178268"/>
                  <a:gd name="adj3" fmla="val 19856"/>
                </a:avLst>
              </a:prstGeom>
              <a:solidFill>
                <a:schemeClr val="accent2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73" name="Halbbogen 72"/>
              <p:cNvSpPr/>
              <p:nvPr/>
            </p:nvSpPr>
            <p:spPr bwMode="gray">
              <a:xfrm flipH="1">
                <a:off x="1554443" y="1607344"/>
                <a:ext cx="1856076" cy="1856076"/>
              </a:xfrm>
              <a:prstGeom prst="blockArc">
                <a:avLst>
                  <a:gd name="adj1" fmla="val 1909852"/>
                  <a:gd name="adj2" fmla="val 16199977"/>
                  <a:gd name="adj3" fmla="val 9375"/>
                </a:avLst>
              </a:prstGeom>
              <a:solidFill>
                <a:schemeClr val="accent1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2000"/>
              </a:p>
            </p:txBody>
          </p:sp>
          <p:sp>
            <p:nvSpPr>
              <p:cNvPr id="74" name="Textfeld 73"/>
              <p:cNvSpPr txBox="1"/>
              <p:nvPr/>
            </p:nvSpPr>
            <p:spPr bwMode="gray">
              <a:xfrm>
                <a:off x="1509476" y="1593991"/>
                <a:ext cx="939072" cy="2067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70%</a:t>
                </a:r>
                <a:endParaRPr lang="de-DE" sz="12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75" name="Textfeld 74"/>
              <p:cNvSpPr txBox="1"/>
              <p:nvPr/>
            </p:nvSpPr>
            <p:spPr bwMode="gray">
              <a:xfrm>
                <a:off x="1509477" y="1836819"/>
                <a:ext cx="939072" cy="2067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64%</a:t>
                </a:r>
                <a:endParaRPr lang="de-DE" sz="12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76" name="Textfeld 75"/>
              <p:cNvSpPr txBox="1"/>
              <p:nvPr/>
            </p:nvSpPr>
            <p:spPr bwMode="gray">
              <a:xfrm>
                <a:off x="1509477" y="2086319"/>
                <a:ext cx="939072" cy="2067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12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32%</a:t>
                </a:r>
                <a:endParaRPr lang="de-DE" sz="12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77" name="Gruppieren 76"/>
            <p:cNvGrpSpPr/>
            <p:nvPr/>
          </p:nvGrpSpPr>
          <p:grpSpPr bwMode="gray">
            <a:xfrm>
              <a:off x="3173620" y="3584828"/>
              <a:ext cx="1296000" cy="1249977"/>
              <a:chOff x="1762755" y="3584828"/>
              <a:chExt cx="1296000" cy="1249977"/>
            </a:xfrm>
          </p:grpSpPr>
          <p:sp>
            <p:nvSpPr>
              <p:cNvPr id="79" name="Textfeld 78"/>
              <p:cNvSpPr txBox="1"/>
              <p:nvPr/>
            </p:nvSpPr>
            <p:spPr bwMode="gray">
              <a:xfrm>
                <a:off x="1762755" y="3764806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 This is a placeholder text. Replace this text with your own information. This text demonstrates how your text will look like. Type your text here, this is only a placeholder. This is a placeholder text. Replace this text with your own information. This text demonstrates how your text will look like. </a:t>
                </a:r>
              </a:p>
              <a:p>
                <a:pPr algn="l">
                  <a:spcAft>
                    <a:spcPts val="0"/>
                  </a:spcAft>
                </a:pPr>
                <a:endParaRPr lang="en-US" sz="800" dirty="0" smtClean="0">
                  <a:solidFill>
                    <a:srgbClr val="000000"/>
                  </a:solidFill>
                </a:endParaRPr>
              </a:p>
              <a:p>
                <a:pPr algn="l">
                  <a:spcAft>
                    <a:spcPts val="0"/>
                  </a:spcAft>
                </a:pP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Textfeld 80"/>
              <p:cNvSpPr txBox="1"/>
              <p:nvPr/>
            </p:nvSpPr>
            <p:spPr bwMode="gray">
              <a:xfrm>
                <a:off x="1762755" y="3584828"/>
                <a:ext cx="1294233" cy="278512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en-US" sz="1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Placeholder</a:t>
                </a:r>
                <a:endParaRPr lang="en-US" sz="105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13" name="Gruppieren 112"/>
          <p:cNvGrpSpPr/>
          <p:nvPr/>
        </p:nvGrpSpPr>
        <p:grpSpPr bwMode="gray">
          <a:xfrm>
            <a:off x="4573581" y="4962525"/>
            <a:ext cx="2761983" cy="1551162"/>
            <a:chOff x="4573581" y="4962525"/>
            <a:chExt cx="2761983" cy="1551162"/>
          </a:xfrm>
        </p:grpSpPr>
        <p:grpSp>
          <p:nvGrpSpPr>
            <p:cNvPr id="84" name="Gruppieren 83"/>
            <p:cNvGrpSpPr/>
            <p:nvPr/>
          </p:nvGrpSpPr>
          <p:grpSpPr bwMode="gray">
            <a:xfrm>
              <a:off x="4573581" y="4962525"/>
              <a:ext cx="1644339" cy="1379687"/>
              <a:chOff x="1113557" y="1536146"/>
              <a:chExt cx="2296962" cy="1927274"/>
            </a:xfrm>
          </p:grpSpPr>
          <p:sp>
            <p:nvSpPr>
              <p:cNvPr id="85" name="Halbbogen 84"/>
              <p:cNvSpPr/>
              <p:nvPr/>
            </p:nvSpPr>
            <p:spPr bwMode="gray">
              <a:xfrm flipH="1">
                <a:off x="1798571" y="1851471"/>
                <a:ext cx="1367821" cy="1367821"/>
              </a:xfrm>
              <a:prstGeom prst="blockArc">
                <a:avLst>
                  <a:gd name="adj1" fmla="val 4149655"/>
                  <a:gd name="adj2" fmla="val 16199507"/>
                  <a:gd name="adj3" fmla="val 12492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86" name="Halbbogen 85"/>
              <p:cNvSpPr/>
              <p:nvPr/>
            </p:nvSpPr>
            <p:spPr bwMode="gray">
              <a:xfrm flipH="1">
                <a:off x="2053488" y="2106389"/>
                <a:ext cx="857986" cy="857986"/>
              </a:xfrm>
              <a:prstGeom prst="blockArc">
                <a:avLst>
                  <a:gd name="adj1" fmla="val 8027884"/>
                  <a:gd name="adj2" fmla="val 16178268"/>
                  <a:gd name="adj3" fmla="val 19856"/>
                </a:avLst>
              </a:prstGeom>
              <a:solidFill>
                <a:schemeClr val="accent2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87" name="Halbbogen 86"/>
              <p:cNvSpPr/>
              <p:nvPr/>
            </p:nvSpPr>
            <p:spPr bwMode="gray">
              <a:xfrm flipH="1">
                <a:off x="1554443" y="1607344"/>
                <a:ext cx="1856076" cy="1856076"/>
              </a:xfrm>
              <a:prstGeom prst="blockArc">
                <a:avLst>
                  <a:gd name="adj1" fmla="val 1909852"/>
                  <a:gd name="adj2" fmla="val 16199977"/>
                  <a:gd name="adj3" fmla="val 9375"/>
                </a:avLst>
              </a:prstGeom>
              <a:solidFill>
                <a:schemeClr val="accent1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88" name="Textfeld 87"/>
              <p:cNvSpPr txBox="1"/>
              <p:nvPr/>
            </p:nvSpPr>
            <p:spPr bwMode="gray">
              <a:xfrm>
                <a:off x="1113557" y="1536146"/>
                <a:ext cx="1377567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70%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89" name="Textfeld 88"/>
              <p:cNvSpPr txBox="1"/>
              <p:nvPr/>
            </p:nvSpPr>
            <p:spPr bwMode="gray">
              <a:xfrm>
                <a:off x="1113559" y="1778973"/>
                <a:ext cx="1377567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64%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90" name="Textfeld 89"/>
              <p:cNvSpPr txBox="1"/>
              <p:nvPr/>
            </p:nvSpPr>
            <p:spPr bwMode="gray">
              <a:xfrm>
                <a:off x="1113558" y="2028472"/>
                <a:ext cx="1377568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32%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91" name="Textfeld 90"/>
            <p:cNvSpPr txBox="1"/>
            <p:nvPr/>
          </p:nvSpPr>
          <p:spPr bwMode="gray">
            <a:xfrm>
              <a:off x="6271260" y="5067300"/>
              <a:ext cx="1064304" cy="1446387"/>
            </a:xfrm>
            <a:prstGeom prst="rect">
              <a:avLst/>
            </a:prstGeom>
            <a:noFill/>
          </p:spPr>
          <p:txBody>
            <a:bodyPr wrap="square" lIns="72000" tIns="72000" rIns="108000" bIns="72000" rtlCol="0" anchor="t" anchorCtr="0">
              <a:noAutofit/>
            </a:bodyPr>
            <a:lstStyle>
              <a:defPPr>
                <a:defRPr lang="de-DE"/>
              </a:defPPr>
              <a:lvl1pPr lvl="0" algn="ctr">
                <a:spcAft>
                  <a:spcPts val="600"/>
                </a:spcAft>
                <a:defRPr sz="1200">
                  <a:solidFill>
                    <a:prstClr val="black"/>
                  </a:solidFill>
                </a:defRPr>
              </a:lvl1pPr>
            </a:lstStyle>
            <a:p>
              <a:pPr algn="l"/>
              <a:r>
                <a:rPr lang="en-US" sz="800" dirty="0" smtClean="0">
                  <a:solidFill>
                    <a:srgbClr val="000000"/>
                  </a:solidFill>
                </a:rPr>
                <a:t>This is a placeholder text. Replace this text with your own information. This text demonstrates how your text will look like. Type your text here, this is only a placeholder.</a:t>
              </a:r>
              <a:endParaRPr lang="en-US" sz="800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112" name="Gruppieren 111"/>
          <p:cNvGrpSpPr/>
          <p:nvPr/>
        </p:nvGrpSpPr>
        <p:grpSpPr bwMode="gray">
          <a:xfrm>
            <a:off x="4573581" y="3455288"/>
            <a:ext cx="4143699" cy="1379687"/>
            <a:chOff x="4573581" y="3455288"/>
            <a:chExt cx="4143699" cy="1379687"/>
          </a:xfrm>
        </p:grpSpPr>
        <p:grpSp>
          <p:nvGrpSpPr>
            <p:cNvPr id="99" name="Gruppieren 98"/>
            <p:cNvGrpSpPr/>
            <p:nvPr/>
          </p:nvGrpSpPr>
          <p:grpSpPr bwMode="gray">
            <a:xfrm>
              <a:off x="4573581" y="3455288"/>
              <a:ext cx="1644339" cy="1379687"/>
              <a:chOff x="1113557" y="1536146"/>
              <a:chExt cx="2296962" cy="1927274"/>
            </a:xfrm>
          </p:grpSpPr>
          <p:sp>
            <p:nvSpPr>
              <p:cNvPr id="100" name="Halbbogen 99"/>
              <p:cNvSpPr/>
              <p:nvPr/>
            </p:nvSpPr>
            <p:spPr bwMode="gray">
              <a:xfrm flipH="1">
                <a:off x="1798571" y="1851471"/>
                <a:ext cx="1367821" cy="1367821"/>
              </a:xfrm>
              <a:prstGeom prst="blockArc">
                <a:avLst>
                  <a:gd name="adj1" fmla="val 4149655"/>
                  <a:gd name="adj2" fmla="val 16199507"/>
                  <a:gd name="adj3" fmla="val 12492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101" name="Halbbogen 100"/>
              <p:cNvSpPr/>
              <p:nvPr/>
            </p:nvSpPr>
            <p:spPr bwMode="gray">
              <a:xfrm flipH="1">
                <a:off x="2053488" y="2106389"/>
                <a:ext cx="857986" cy="857986"/>
              </a:xfrm>
              <a:prstGeom prst="blockArc">
                <a:avLst>
                  <a:gd name="adj1" fmla="val 8027884"/>
                  <a:gd name="adj2" fmla="val 16178268"/>
                  <a:gd name="adj3" fmla="val 19856"/>
                </a:avLst>
              </a:prstGeom>
              <a:solidFill>
                <a:schemeClr val="accent2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102" name="Halbbogen 101"/>
              <p:cNvSpPr/>
              <p:nvPr/>
            </p:nvSpPr>
            <p:spPr bwMode="gray">
              <a:xfrm flipH="1">
                <a:off x="1554443" y="1607344"/>
                <a:ext cx="1856076" cy="1856076"/>
              </a:xfrm>
              <a:prstGeom prst="blockArc">
                <a:avLst>
                  <a:gd name="adj1" fmla="val 1909852"/>
                  <a:gd name="adj2" fmla="val 16199977"/>
                  <a:gd name="adj3" fmla="val 9375"/>
                </a:avLst>
              </a:prstGeom>
              <a:solidFill>
                <a:schemeClr val="accent1"/>
              </a:solidFill>
              <a:ln w="76200">
                <a:noFill/>
                <a:round/>
                <a:headEnd/>
                <a:tailEnd/>
              </a:ln>
              <a:effectLst>
                <a:innerShdw blurRad="38100" dist="127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algn="ctr"/>
                <a:endParaRPr lang="de-DE" sz="1200"/>
              </a:p>
            </p:txBody>
          </p:sp>
          <p:sp>
            <p:nvSpPr>
              <p:cNvPr id="103" name="Textfeld 102"/>
              <p:cNvSpPr txBox="1"/>
              <p:nvPr/>
            </p:nvSpPr>
            <p:spPr bwMode="gray">
              <a:xfrm>
                <a:off x="1113557" y="1536146"/>
                <a:ext cx="1377567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70%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04" name="Textfeld 103"/>
              <p:cNvSpPr txBox="1"/>
              <p:nvPr/>
            </p:nvSpPr>
            <p:spPr bwMode="gray">
              <a:xfrm>
                <a:off x="1113559" y="1778973"/>
                <a:ext cx="1377567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64%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105" name="Textfeld 104"/>
              <p:cNvSpPr txBox="1"/>
              <p:nvPr/>
            </p:nvSpPr>
            <p:spPr bwMode="gray">
              <a:xfrm>
                <a:off x="1113558" y="2028472"/>
                <a:ext cx="1377568" cy="3224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 anchor="ctr" anchorCtr="0">
                <a:spAutoFit/>
              </a:bodyPr>
              <a:lstStyle/>
              <a:p>
                <a:pPr algn="r"/>
                <a:r>
                  <a:rPr lang="de-DE" sz="900" b="1" smtClean="0">
                    <a:solidFill>
                      <a:schemeClr val="bg1">
                        <a:lumMod val="50000"/>
                      </a:schemeClr>
                    </a:solidFill>
                  </a:rPr>
                  <a:t>Description  32%</a:t>
                </a:r>
                <a:endParaRPr lang="de-DE" sz="900" b="1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06" name="Gruppieren 105"/>
            <p:cNvGrpSpPr/>
            <p:nvPr/>
          </p:nvGrpSpPr>
          <p:grpSpPr bwMode="gray">
            <a:xfrm>
              <a:off x="6328300" y="3584828"/>
              <a:ext cx="2388980" cy="1249977"/>
              <a:chOff x="1762755" y="3584828"/>
              <a:chExt cx="1296000" cy="1249977"/>
            </a:xfrm>
          </p:grpSpPr>
          <p:sp>
            <p:nvSpPr>
              <p:cNvPr id="107" name="Textfeld 106"/>
              <p:cNvSpPr txBox="1"/>
              <p:nvPr/>
            </p:nvSpPr>
            <p:spPr bwMode="gray">
              <a:xfrm>
                <a:off x="1762755" y="3764806"/>
                <a:ext cx="1296000" cy="1069999"/>
              </a:xfrm>
              <a:prstGeom prst="rect">
                <a:avLst/>
              </a:prstGeom>
              <a:noFill/>
            </p:spPr>
            <p:txBody>
              <a:bodyPr wrap="square" lIns="72000" tIns="72000" rIns="108000" bIns="7200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spcAft>
                    <a:spcPts val="0"/>
                  </a:spcAft>
                </a:pPr>
                <a:r>
                  <a:rPr lang="en-US" sz="800" b="1" dirty="0" smtClean="0">
                    <a:solidFill>
                      <a:schemeClr val="accent1"/>
                    </a:solidFill>
                  </a:rPr>
                  <a:t>This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en-US" sz="800" b="1" dirty="0" smtClean="0">
                    <a:solidFill>
                      <a:schemeClr val="accent1"/>
                    </a:solidFill>
                  </a:rPr>
                  <a:t>is</a:t>
                </a:r>
                <a:r>
                  <a:rPr lang="en-US" sz="800" b="1" dirty="0" smtClean="0">
                    <a:solidFill>
                      <a:srgbClr val="000000"/>
                    </a:solidFill>
                  </a:rPr>
                  <a:t> a placeholder text. </a:t>
                </a:r>
                <a:r>
                  <a:rPr lang="en-US" sz="800" dirty="0" smtClean="0">
                    <a:solidFill>
                      <a:srgbClr val="000000"/>
                    </a:solidFill>
                  </a:rPr>
                  <a:t>Replace this text with your own information. This text demonstrates how your text will look like. Type your text here, this is only a placeholder. This is a placeholder text. Replace this text with your own information. This text demonstrates how your text will look like. Type your text here, this is only a placeholder. will look like. </a:t>
                </a:r>
              </a:p>
              <a:p>
                <a:pPr algn="l">
                  <a:spcAft>
                    <a:spcPts val="0"/>
                  </a:spcAft>
                </a:pPr>
                <a:endParaRPr lang="en-US" sz="800" dirty="0" smtClean="0">
                  <a:solidFill>
                    <a:srgbClr val="000000"/>
                  </a:solidFill>
                </a:endParaRPr>
              </a:p>
              <a:p>
                <a:pPr algn="l">
                  <a:spcAft>
                    <a:spcPts val="0"/>
                  </a:spcAft>
                </a:pPr>
                <a:endParaRPr lang="en-US" sz="8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8" name="Textfeld 107"/>
              <p:cNvSpPr txBox="1"/>
              <p:nvPr/>
            </p:nvSpPr>
            <p:spPr bwMode="gray">
              <a:xfrm>
                <a:off x="1762755" y="3584828"/>
                <a:ext cx="1294233" cy="278512"/>
              </a:xfrm>
              <a:prstGeom prst="rect">
                <a:avLst/>
              </a:prstGeom>
              <a:noFill/>
            </p:spPr>
            <p:txBody>
              <a:bodyPr wrap="square" lIns="72000" tIns="0" rIns="0" bIns="0" rtlCol="0" anchor="t" anchorCtr="0">
                <a:noAutofit/>
              </a:bodyPr>
              <a:lstStyle>
                <a:defPPr>
                  <a:defRPr lang="de-DE"/>
                </a:defPPr>
                <a:lvl1pPr lvl="0" algn="ctr">
                  <a:spcAft>
                    <a:spcPts val="600"/>
                  </a:spcAft>
                  <a:defRPr sz="1200">
                    <a:solidFill>
                      <a:prstClr val="black"/>
                    </a:solidFill>
                  </a:defRPr>
                </a:lvl1pPr>
              </a:lstStyle>
              <a:p>
                <a:pPr algn="l">
                  <a:lnSpc>
                    <a:spcPct val="90000"/>
                  </a:lnSpc>
                </a:pPr>
                <a:r>
                  <a:rPr lang="en-US" sz="1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Placeholder</a:t>
                </a:r>
                <a:endParaRPr lang="en-US" sz="105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</p:grpSp>
      </p:grpSp>
      <p:sp>
        <p:nvSpPr>
          <p:cNvPr id="114" name="Rechteck 113"/>
          <p:cNvSpPr/>
          <p:nvPr/>
        </p:nvSpPr>
        <p:spPr bwMode="gray">
          <a:xfrm>
            <a:off x="7481190" y="4956826"/>
            <a:ext cx="1267130" cy="1404407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algn="ctr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8318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PROJECT_OPEN" val="0"/>
</p:tagLst>
</file>

<file path=ppt/theme/theme1.xml><?xml version="1.0" encoding="utf-8"?>
<a:theme xmlns:a="http://schemas.openxmlformats.org/drawingml/2006/main" name="Larissa-Design">
  <a:themeElements>
    <a:clrScheme name="Standard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2A79FF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74747"/>
      </a:accent6>
      <a:hlink>
        <a:srgbClr val="C00000"/>
      </a:hlink>
      <a:folHlink>
        <a:srgbClr val="FFC0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2700">
          <a:solidFill>
            <a:srgbClr val="A50021"/>
          </a:solidFill>
          <a:round/>
          <a:headEnd/>
          <a:tailEnd/>
        </a:ln>
      </a:spPr>
      <a:bodyPr/>
      <a:lstStyle>
        <a:defPPr>
          <a:defRPr dirty="0"/>
        </a:defPPr>
      </a:lstStyle>
    </a:spDef>
  </a:objectDefaults>
  <a:extraClrSchemeLst/>
</a:theme>
</file>

<file path=ppt/theme/theme2.xml><?xml version="1.0" encoding="utf-8"?>
<a:theme xmlns:a="http://schemas.openxmlformats.org/drawingml/2006/main" name="1_Larissa-Design">
  <a:themeElements>
    <a:clrScheme name="Standard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2A79FF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74747"/>
      </a:accent6>
      <a:hlink>
        <a:srgbClr val="C00000"/>
      </a:hlink>
      <a:folHlink>
        <a:srgbClr val="FFC0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2700">
          <a:solidFill>
            <a:srgbClr val="A50021"/>
          </a:solidFill>
          <a:round/>
          <a:headEnd/>
          <a:tailEnd/>
        </a:ln>
      </a:spPr>
      <a:bodyPr/>
      <a:lstStyle>
        <a:defPPr>
          <a:defRPr dirty="0"/>
        </a:defPPr>
      </a:lstStyle>
    </a:spDef>
  </a:objectDefaults>
  <a:extraClrSchemeLst/>
</a:theme>
</file>

<file path=ppt/theme/theme3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Median</Template>
  <TotalTime>937</TotalTime>
  <Words>7998</Words>
  <Application>Microsoft Office PowerPoint</Application>
  <PresentationFormat>On-screen Show (4:3)</PresentationFormat>
  <Paragraphs>1165</Paragraphs>
  <Slides>32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32</vt:i4>
      </vt:variant>
    </vt:vector>
  </HeadingPairs>
  <TitlesOfParts>
    <vt:vector size="38" baseType="lpstr">
      <vt:lpstr>Arial</vt:lpstr>
      <vt:lpstr>Calibri</vt:lpstr>
      <vt:lpstr>Symbol</vt:lpstr>
      <vt:lpstr>Wingdings</vt:lpstr>
      <vt:lpstr>Larissa-Design</vt:lpstr>
      <vt:lpstr>1_Larissa-Design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Inscale GmbH</Company>
  <LinksUpToDate>false</LinksUpToDate>
  <SharedDoc>false</SharedDoc>
  <HyperlinkBase>www.presentationload.com</HyperlinkBase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D2595 Infogrphics</dc:title>
  <dc:creator>PresentationLoad</dc:creator>
  <dc:description>Professional PowerPoint templates for download</dc:description>
  <cp:lastModifiedBy>Kovar, Sarah</cp:lastModifiedBy>
  <cp:revision>1932</cp:revision>
  <cp:lastPrinted>2012-09-06T09:07:54Z</cp:lastPrinted>
  <dcterms:created xsi:type="dcterms:W3CDTF">2010-05-21T10:35:54Z</dcterms:created>
  <dcterms:modified xsi:type="dcterms:W3CDTF">2019-02-06T23:37:33Z</dcterms:modified>
</cp:coreProperties>
</file>